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4216b4d1d04b73" /><Relationship Type="http://schemas.openxmlformats.org/officeDocument/2006/relationships/extended-properties" Target="/docProps/app.xml" Id="R95a065e824f54cf4" /><Relationship Type="http://schemas.openxmlformats.org/officeDocument/2006/relationships/officeDocument" Target="/ppt/presentation.xml" Id="R2b79e5413b304b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74ff11f5384ad2"/>
  </p:sldMasterIdLst>
  <p:notesMasterIdLst>
    <p:notesMasterId xmlns:r="http://schemas.openxmlformats.org/officeDocument/2006/relationships" r:id="R37cb98d3f1a9415c"/>
  </p:notesMasterIdLst>
  <p:sldIdLst>
    <p:sldId xmlns:r="http://schemas.openxmlformats.org/officeDocument/2006/relationships" id="256" r:id="R44851eec1afa4dc4"/>
  </p:sldIdLst>
  <p:sldSz cx="13916025" cy="21717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8b173f76424588" /><Relationship Type="http://schemas.openxmlformats.org/officeDocument/2006/relationships/slideMaster" Target="/ppt/slideMasters/slideMaster1.xml" Id="R6f74ff11f5384ad2" /><Relationship Type="http://schemas.openxmlformats.org/officeDocument/2006/relationships/notesMaster" Target="/ppt/notesMasters/notesMaster1.xml" Id="R37cb98d3f1a9415c" /><Relationship Type="http://schemas.openxmlformats.org/officeDocument/2006/relationships/presProps" Target="/ppt/presProps.xml" Id="R2707ccb4d2d94867" /><Relationship Type="http://schemas.openxmlformats.org/officeDocument/2006/relationships/tableStyles" Target="/ppt/tableStyles.xml" Id="R7cc709a213cb456e" /><Relationship Type="http://schemas.openxmlformats.org/officeDocument/2006/relationships/slide" Target="/ppt/slides/slide1.xml" Id="R44851eec1afa4d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09108cb7f04c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b33c6c74d1467e" /><Relationship Type="http://schemas.openxmlformats.org/officeDocument/2006/relationships/notesMaster" Target="/ppt/notesMasters/notesMaster1.xml" Id="R7157453008e2499d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素材ID：SEC-011</ns1:t>
            </ns1:r>
          </ns1:p>
          <ns1:p>
            <ns1:r>
              <ns1:t>论文：BENZENE: A Practical Root Cause Analysis System with an Under-Constrained State Mutation</ns1:t>
            </ns1:r>
          </ns1:p>
          <ns1:p>
            <ns1:r>
              <ns1:t>会议：IEEE S&amp;P 2024</ns1:t>
            </ns1:r>
          </ns1:p>
          <ns1:p>
            <ns1:r>
              <ns1:t>奖项：Distinguished Paper Award</ns1:t>
            </ns1:r>
          </ns1:p>
          <ns1:p>
            <ns1:r>
              <ns1:t>图号：Figure 8，PDF第8页</ns1:t>
            </ns1:r>
          </ns1:p>
          <ns1:p>
            <ns1:r>
              <ns1:t>类型：方法流程</ns1:t>
            </ns1:r>
          </ns1:p>
          <ns1:p>
            <ns1:r>
              <ns1:t>借鉴点：三个阶段与两类轨迹在一条长流程中汇聚，用编号和轨迹图标解释抽象算法如何生成可解释报告。</ns1:t>
            </ns1:r>
          </ns1:p>
          <ns1:p>
            <ns1:r>
              <ns1:t>论文URL：https://kevinkoo001.github.io/assets/pdf/sp24-benzene-official.pdf</ns1:t>
            </ns1:r>
          </ns1:p>
          <ns1:p>
            <ns1:r>
              <ns1:t>官方获奖URL：https://sp2024.ieee-security.org/awards.html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6fc74d41a341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17d5680cc8460c" /><Relationship Type="http://schemas.openxmlformats.org/officeDocument/2006/relationships/slideLayout" Target="/ppt/slideLayouts/slideLayout1.xml" Id="Ra2c95783bcc941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c95783bcc941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6f6848e554165" /><Relationship Type="http://schemas.openxmlformats.org/officeDocument/2006/relationships/notesSlide" Target="/ppt/notesSlides/notesSlide1.xml" Id="R0718fc22980b4a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Text Crash-TriggeringPredicateSynthesis">
            <a:extLst xmlns:a="http://schemas.openxmlformats.org/drawingml/2006/main">
              <a:ext uri="{FF2B5EF4-FFF2-40B4-BE49-F238E27FC236}">
                <a16:creationId xmlns:a16="http://schemas.microsoft.com/office/drawing/2014/main" id="{3B88041D-0B38-4FF9-A6E2-4F5D39A8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224" y="1836681"/>
            <a:ext cx="3477366" cy="194683"/>
          </a:xfrm>
          <a:custGeom xmlns:a="http://schemas.openxmlformats.org/drawingml/2006/main">
            <a:pathLst>
              <a:path w="3477366" h="194683">
                <a:moveTo>
                  <a:pt x="136959" y="0"/>
                </a:moveTo>
                <a:lnTo>
                  <a:pt x="136959" y="50055"/>
                </a:lnTo>
                <a:lnTo>
                  <a:pt x="132806" y="50055"/>
                </a:lnTo>
                <a:cubicBezTo>
                  <a:pt x="129682" y="36922"/>
                  <a:pt x="123860" y="26859"/>
                  <a:pt x="115340" y="19866"/>
                </a:cubicBezTo>
                <a:cubicBezTo>
                  <a:pt x="106820" y="12870"/>
                  <a:pt x="97164" y="9372"/>
                  <a:pt x="86372" y="9372"/>
                </a:cubicBezTo>
                <a:cubicBezTo>
                  <a:pt x="77355" y="9372"/>
                  <a:pt x="69083" y="11964"/>
                  <a:pt x="61557" y="17147"/>
                </a:cubicBezTo>
                <a:cubicBezTo>
                  <a:pt x="54031" y="22330"/>
                  <a:pt x="48529" y="29110"/>
                  <a:pt x="45050" y="37488"/>
                </a:cubicBezTo>
                <a:cubicBezTo>
                  <a:pt x="40577" y="48209"/>
                  <a:pt x="38340" y="60137"/>
                  <a:pt x="38340" y="73272"/>
                </a:cubicBezTo>
                <a:cubicBezTo>
                  <a:pt x="38340" y="86194"/>
                  <a:pt x="39973" y="97963"/>
                  <a:pt x="43239" y="108577"/>
                </a:cubicBezTo>
                <a:cubicBezTo>
                  <a:pt x="46505" y="119192"/>
                  <a:pt x="51617" y="127215"/>
                  <a:pt x="58575" y="132646"/>
                </a:cubicBezTo>
                <a:cubicBezTo>
                  <a:pt x="65533" y="138078"/>
                  <a:pt x="74550" y="140793"/>
                  <a:pt x="85626" y="140793"/>
                </a:cubicBezTo>
                <a:cubicBezTo>
                  <a:pt x="94714" y="140793"/>
                  <a:pt x="103039" y="138805"/>
                  <a:pt x="110601" y="134829"/>
                </a:cubicBezTo>
                <a:cubicBezTo>
                  <a:pt x="118162" y="130853"/>
                  <a:pt x="126132" y="124002"/>
                  <a:pt x="134510" y="114275"/>
                </a:cubicBezTo>
                <a:lnTo>
                  <a:pt x="134510" y="126735"/>
                </a:lnTo>
                <a:cubicBezTo>
                  <a:pt x="126416" y="135184"/>
                  <a:pt x="117985" y="141308"/>
                  <a:pt x="109216" y="145107"/>
                </a:cubicBezTo>
                <a:cubicBezTo>
                  <a:pt x="100448" y="148905"/>
                  <a:pt x="90206" y="150804"/>
                  <a:pt x="78491" y="150804"/>
                </a:cubicBezTo>
                <a:cubicBezTo>
                  <a:pt x="63084" y="150804"/>
                  <a:pt x="49398" y="147720"/>
                  <a:pt x="37435" y="141552"/>
                </a:cubicBezTo>
                <a:cubicBezTo>
                  <a:pt x="25471" y="135384"/>
                  <a:pt x="16241" y="126522"/>
                  <a:pt x="9745" y="114967"/>
                </a:cubicBezTo>
                <a:cubicBezTo>
                  <a:pt x="3248" y="103410"/>
                  <a:pt x="0" y="91108"/>
                  <a:pt x="0" y="78061"/>
                </a:cubicBezTo>
                <a:cubicBezTo>
                  <a:pt x="0" y="64307"/>
                  <a:pt x="3603" y="51262"/>
                  <a:pt x="10810" y="38926"/>
                </a:cubicBezTo>
                <a:cubicBezTo>
                  <a:pt x="18016" y="26587"/>
                  <a:pt x="27743" y="17016"/>
                  <a:pt x="39991" y="10211"/>
                </a:cubicBezTo>
                <a:cubicBezTo>
                  <a:pt x="52238" y="3404"/>
                  <a:pt x="65249" y="0"/>
                  <a:pt x="79023" y="0"/>
                </a:cubicBezTo>
                <a:cubicBezTo>
                  <a:pt x="89176" y="0"/>
                  <a:pt x="99897" y="2201"/>
                  <a:pt x="111186" y="6603"/>
                </a:cubicBezTo>
                <a:cubicBezTo>
                  <a:pt x="117718" y="9159"/>
                  <a:pt x="121872" y="10437"/>
                  <a:pt x="123647" y="10437"/>
                </a:cubicBezTo>
                <a:cubicBezTo>
                  <a:pt x="125919" y="10437"/>
                  <a:pt x="127889" y="9603"/>
                  <a:pt x="129558" y="7934"/>
                </a:cubicBezTo>
                <a:cubicBezTo>
                  <a:pt x="131226" y="6266"/>
                  <a:pt x="132309" y="3621"/>
                  <a:pt x="132806" y="0"/>
                </a:cubicBezTo>
                <a:lnTo>
                  <a:pt x="136959" y="0"/>
                </a:lnTo>
                <a:close/>
                <a:moveTo>
                  <a:pt x="197522" y="47925"/>
                </a:moveTo>
                <a:lnTo>
                  <a:pt x="197522" y="70503"/>
                </a:lnTo>
                <a:cubicBezTo>
                  <a:pt x="204125" y="60208"/>
                  <a:pt x="209911" y="53374"/>
                  <a:pt x="214881" y="50002"/>
                </a:cubicBezTo>
                <a:cubicBezTo>
                  <a:pt x="219851" y="46629"/>
                  <a:pt x="224644" y="44943"/>
                  <a:pt x="229259" y="44943"/>
                </a:cubicBezTo>
                <a:cubicBezTo>
                  <a:pt x="233235" y="44943"/>
                  <a:pt x="236412" y="46172"/>
                  <a:pt x="238790" y="48631"/>
                </a:cubicBezTo>
                <a:cubicBezTo>
                  <a:pt x="241169" y="51089"/>
                  <a:pt x="242358" y="54563"/>
                  <a:pt x="242358" y="59051"/>
                </a:cubicBezTo>
                <a:cubicBezTo>
                  <a:pt x="242358" y="63826"/>
                  <a:pt x="241204" y="67532"/>
                  <a:pt x="238897" y="70170"/>
                </a:cubicBezTo>
                <a:cubicBezTo>
                  <a:pt x="236589" y="72806"/>
                  <a:pt x="233803" y="74124"/>
                  <a:pt x="230537" y="74124"/>
                </a:cubicBezTo>
                <a:cubicBezTo>
                  <a:pt x="226774" y="74124"/>
                  <a:pt x="223508" y="72917"/>
                  <a:pt x="220739" y="70503"/>
                </a:cubicBezTo>
                <a:cubicBezTo>
                  <a:pt x="217970" y="68089"/>
                  <a:pt x="216337" y="66740"/>
                  <a:pt x="215840" y="66456"/>
                </a:cubicBezTo>
                <a:cubicBezTo>
                  <a:pt x="215130" y="66030"/>
                  <a:pt x="214313" y="65817"/>
                  <a:pt x="213390" y="65817"/>
                </a:cubicBezTo>
                <a:cubicBezTo>
                  <a:pt x="211331" y="65817"/>
                  <a:pt x="209379" y="66598"/>
                  <a:pt x="207533" y="68160"/>
                </a:cubicBezTo>
                <a:cubicBezTo>
                  <a:pt x="204622" y="70574"/>
                  <a:pt x="202421" y="74018"/>
                  <a:pt x="200930" y="78491"/>
                </a:cubicBezTo>
                <a:cubicBezTo>
                  <a:pt x="198658" y="85378"/>
                  <a:pt x="197522" y="92975"/>
                  <a:pt x="197522" y="101282"/>
                </a:cubicBezTo>
                <a:lnTo>
                  <a:pt x="197522" y="124179"/>
                </a:lnTo>
                <a:lnTo>
                  <a:pt x="197628" y="130143"/>
                </a:lnTo>
                <a:cubicBezTo>
                  <a:pt x="197628" y="134190"/>
                  <a:pt x="197877" y="136782"/>
                  <a:pt x="198374" y="137918"/>
                </a:cubicBezTo>
                <a:cubicBezTo>
                  <a:pt x="199226" y="139835"/>
                  <a:pt x="200486" y="141237"/>
                  <a:pt x="202154" y="142125"/>
                </a:cubicBezTo>
                <a:cubicBezTo>
                  <a:pt x="203823" y="143012"/>
                  <a:pt x="206645" y="143562"/>
                  <a:pt x="210621" y="143775"/>
                </a:cubicBezTo>
                <a:lnTo>
                  <a:pt x="210621" y="147609"/>
                </a:lnTo>
                <a:lnTo>
                  <a:pt x="156838" y="147609"/>
                </a:lnTo>
                <a:lnTo>
                  <a:pt x="156838" y="143775"/>
                </a:lnTo>
                <a:cubicBezTo>
                  <a:pt x="161169" y="143420"/>
                  <a:pt x="164098" y="142231"/>
                  <a:pt x="165625" y="140208"/>
                </a:cubicBezTo>
                <a:cubicBezTo>
                  <a:pt x="167151" y="138184"/>
                  <a:pt x="167914" y="132841"/>
                  <a:pt x="167914" y="124179"/>
                </a:cubicBezTo>
                <a:lnTo>
                  <a:pt x="167914" y="69012"/>
                </a:lnTo>
                <a:cubicBezTo>
                  <a:pt x="167914" y="63297"/>
                  <a:pt x="167630" y="59653"/>
                  <a:pt x="167062" y="58083"/>
                </a:cubicBezTo>
                <a:cubicBezTo>
                  <a:pt x="166352" y="56081"/>
                  <a:pt x="165323" y="54617"/>
                  <a:pt x="163974" y="53689"/>
                </a:cubicBezTo>
                <a:cubicBezTo>
                  <a:pt x="162625" y="52760"/>
                  <a:pt x="160246" y="52116"/>
                  <a:pt x="156838" y="51759"/>
                </a:cubicBezTo>
                <a:lnTo>
                  <a:pt x="156838" y="47925"/>
                </a:lnTo>
                <a:lnTo>
                  <a:pt x="197522" y="47925"/>
                </a:lnTo>
                <a:close/>
                <a:moveTo>
                  <a:pt x="307995" y="132912"/>
                </a:moveTo>
                <a:cubicBezTo>
                  <a:pt x="295854" y="143704"/>
                  <a:pt x="284956" y="149100"/>
                  <a:pt x="275300" y="149100"/>
                </a:cubicBezTo>
                <a:cubicBezTo>
                  <a:pt x="269620" y="149100"/>
                  <a:pt x="264898" y="147231"/>
                  <a:pt x="261135" y="143493"/>
                </a:cubicBezTo>
                <a:cubicBezTo>
                  <a:pt x="257372" y="139752"/>
                  <a:pt x="255491" y="135068"/>
                  <a:pt x="255491" y="129441"/>
                </a:cubicBezTo>
                <a:cubicBezTo>
                  <a:pt x="255491" y="121818"/>
                  <a:pt x="258757" y="114960"/>
                  <a:pt x="265289" y="108870"/>
                </a:cubicBezTo>
                <a:cubicBezTo>
                  <a:pt x="271821" y="102779"/>
                  <a:pt x="286056" y="94677"/>
                  <a:pt x="307995" y="84561"/>
                </a:cubicBezTo>
                <a:lnTo>
                  <a:pt x="307995" y="74550"/>
                </a:lnTo>
                <a:cubicBezTo>
                  <a:pt x="307995" y="67024"/>
                  <a:pt x="307587" y="62285"/>
                  <a:pt x="306771" y="60332"/>
                </a:cubicBezTo>
                <a:cubicBezTo>
                  <a:pt x="305954" y="58380"/>
                  <a:pt x="304410" y="56676"/>
                  <a:pt x="302138" y="55220"/>
                </a:cubicBezTo>
                <a:cubicBezTo>
                  <a:pt x="299866" y="53765"/>
                  <a:pt x="297310" y="53037"/>
                  <a:pt x="294470" y="53037"/>
                </a:cubicBezTo>
                <a:cubicBezTo>
                  <a:pt x="289855" y="53037"/>
                  <a:pt x="286056" y="54067"/>
                  <a:pt x="283074" y="56126"/>
                </a:cubicBezTo>
                <a:cubicBezTo>
                  <a:pt x="281228" y="57404"/>
                  <a:pt x="280305" y="58895"/>
                  <a:pt x="280305" y="60599"/>
                </a:cubicBezTo>
                <a:cubicBezTo>
                  <a:pt x="280305" y="62090"/>
                  <a:pt x="281299" y="63936"/>
                  <a:pt x="283287" y="66137"/>
                </a:cubicBezTo>
                <a:cubicBezTo>
                  <a:pt x="285985" y="69190"/>
                  <a:pt x="287334" y="72136"/>
                  <a:pt x="287334" y="74976"/>
                </a:cubicBezTo>
                <a:cubicBezTo>
                  <a:pt x="287334" y="78455"/>
                  <a:pt x="286039" y="81419"/>
                  <a:pt x="283447" y="83869"/>
                </a:cubicBezTo>
                <a:cubicBezTo>
                  <a:pt x="280856" y="86319"/>
                  <a:pt x="277465" y="87543"/>
                  <a:pt x="273276" y="87543"/>
                </a:cubicBezTo>
                <a:cubicBezTo>
                  <a:pt x="268803" y="87543"/>
                  <a:pt x="265058" y="86194"/>
                  <a:pt x="262040" y="83496"/>
                </a:cubicBezTo>
                <a:cubicBezTo>
                  <a:pt x="259023" y="80798"/>
                  <a:pt x="257514" y="77639"/>
                  <a:pt x="257514" y="74018"/>
                </a:cubicBezTo>
                <a:cubicBezTo>
                  <a:pt x="257514" y="68906"/>
                  <a:pt x="259538" y="64024"/>
                  <a:pt x="263585" y="59374"/>
                </a:cubicBezTo>
                <a:cubicBezTo>
                  <a:pt x="267632" y="54723"/>
                  <a:pt x="273276" y="51156"/>
                  <a:pt x="280518" y="48671"/>
                </a:cubicBezTo>
                <a:cubicBezTo>
                  <a:pt x="287760" y="46186"/>
                  <a:pt x="295286" y="44943"/>
                  <a:pt x="303096" y="44943"/>
                </a:cubicBezTo>
                <a:cubicBezTo>
                  <a:pt x="312539" y="44943"/>
                  <a:pt x="320012" y="46954"/>
                  <a:pt x="325515" y="50977"/>
                </a:cubicBezTo>
                <a:cubicBezTo>
                  <a:pt x="331017" y="54997"/>
                  <a:pt x="334585" y="59356"/>
                  <a:pt x="336218" y="64053"/>
                </a:cubicBezTo>
                <a:cubicBezTo>
                  <a:pt x="337212" y="67042"/>
                  <a:pt x="337709" y="73909"/>
                  <a:pt x="337709" y="84654"/>
                </a:cubicBezTo>
                <a:lnTo>
                  <a:pt x="337709" y="123404"/>
                </a:lnTo>
                <a:cubicBezTo>
                  <a:pt x="337709" y="127959"/>
                  <a:pt x="337886" y="130825"/>
                  <a:pt x="338241" y="132001"/>
                </a:cubicBezTo>
                <a:cubicBezTo>
                  <a:pt x="338596" y="133174"/>
                  <a:pt x="339129" y="134046"/>
                  <a:pt x="339839" y="134616"/>
                </a:cubicBezTo>
                <a:cubicBezTo>
                  <a:pt x="340549" y="135184"/>
                  <a:pt x="341365" y="135468"/>
                  <a:pt x="342288" y="135468"/>
                </a:cubicBezTo>
                <a:cubicBezTo>
                  <a:pt x="344135" y="135468"/>
                  <a:pt x="346016" y="134155"/>
                  <a:pt x="347933" y="131528"/>
                </a:cubicBezTo>
                <a:lnTo>
                  <a:pt x="351128" y="134084"/>
                </a:lnTo>
                <a:cubicBezTo>
                  <a:pt x="347578" y="139338"/>
                  <a:pt x="343904" y="143154"/>
                  <a:pt x="340105" y="145533"/>
                </a:cubicBezTo>
                <a:cubicBezTo>
                  <a:pt x="336307" y="147911"/>
                  <a:pt x="331993" y="149100"/>
                  <a:pt x="327165" y="149100"/>
                </a:cubicBezTo>
                <a:cubicBezTo>
                  <a:pt x="321485" y="149100"/>
                  <a:pt x="317048" y="147760"/>
                  <a:pt x="313853" y="145080"/>
                </a:cubicBezTo>
                <a:cubicBezTo>
                  <a:pt x="310658" y="142400"/>
                  <a:pt x="308705" y="138344"/>
                  <a:pt x="307995" y="132912"/>
                </a:cubicBezTo>
                <a:moveTo>
                  <a:pt x="307995" y="125031"/>
                </a:moveTo>
                <a:lnTo>
                  <a:pt x="307995" y="91717"/>
                </a:lnTo>
                <a:cubicBezTo>
                  <a:pt x="299404" y="96782"/>
                  <a:pt x="293014" y="102205"/>
                  <a:pt x="288825" y="107985"/>
                </a:cubicBezTo>
                <a:cubicBezTo>
                  <a:pt x="286056" y="111836"/>
                  <a:pt x="284672" y="115725"/>
                  <a:pt x="284672" y="119650"/>
                </a:cubicBezTo>
                <a:cubicBezTo>
                  <a:pt x="284672" y="122931"/>
                  <a:pt x="285843" y="125821"/>
                  <a:pt x="288186" y="128320"/>
                </a:cubicBezTo>
                <a:cubicBezTo>
                  <a:pt x="289961" y="130245"/>
                  <a:pt x="292446" y="131208"/>
                  <a:pt x="295641" y="131208"/>
                </a:cubicBezTo>
                <a:cubicBezTo>
                  <a:pt x="299191" y="131208"/>
                  <a:pt x="303309" y="129149"/>
                  <a:pt x="307995" y="125031"/>
                </a:cubicBezTo>
                <a:close/>
                <a:moveTo>
                  <a:pt x="425039" y="45369"/>
                </a:moveTo>
                <a:lnTo>
                  <a:pt x="426637" y="79449"/>
                </a:lnTo>
                <a:lnTo>
                  <a:pt x="423016" y="79449"/>
                </a:lnTo>
                <a:cubicBezTo>
                  <a:pt x="418685" y="69285"/>
                  <a:pt x="414194" y="62343"/>
                  <a:pt x="409544" y="58622"/>
                </a:cubicBezTo>
                <a:cubicBezTo>
                  <a:pt x="404893" y="54899"/>
                  <a:pt x="400260" y="53037"/>
                  <a:pt x="395645" y="53037"/>
                </a:cubicBezTo>
                <a:cubicBezTo>
                  <a:pt x="392734" y="53037"/>
                  <a:pt x="390249" y="54013"/>
                  <a:pt x="388190" y="55966"/>
                </a:cubicBezTo>
                <a:cubicBezTo>
                  <a:pt x="386131" y="57918"/>
                  <a:pt x="385102" y="60173"/>
                  <a:pt x="385102" y="62729"/>
                </a:cubicBezTo>
                <a:cubicBezTo>
                  <a:pt x="385102" y="64646"/>
                  <a:pt x="385812" y="66492"/>
                  <a:pt x="387232" y="68267"/>
                </a:cubicBezTo>
                <a:cubicBezTo>
                  <a:pt x="389504" y="71178"/>
                  <a:pt x="395858" y="76165"/>
                  <a:pt x="406295" y="83230"/>
                </a:cubicBezTo>
                <a:cubicBezTo>
                  <a:pt x="416732" y="90295"/>
                  <a:pt x="423602" y="96294"/>
                  <a:pt x="426903" y="101229"/>
                </a:cubicBezTo>
                <a:cubicBezTo>
                  <a:pt x="430205" y="106163"/>
                  <a:pt x="431855" y="111683"/>
                  <a:pt x="431855" y="117789"/>
                </a:cubicBezTo>
                <a:cubicBezTo>
                  <a:pt x="431855" y="123327"/>
                  <a:pt x="430471" y="128759"/>
                  <a:pt x="427702" y="134084"/>
                </a:cubicBezTo>
                <a:cubicBezTo>
                  <a:pt x="424933" y="139409"/>
                  <a:pt x="421028" y="143491"/>
                  <a:pt x="415987" y="146331"/>
                </a:cubicBezTo>
                <a:cubicBezTo>
                  <a:pt x="410946" y="149171"/>
                  <a:pt x="405372" y="150591"/>
                  <a:pt x="399266" y="150591"/>
                </a:cubicBezTo>
                <a:cubicBezTo>
                  <a:pt x="394509" y="150591"/>
                  <a:pt x="388155" y="149073"/>
                  <a:pt x="380203" y="146035"/>
                </a:cubicBezTo>
                <a:cubicBezTo>
                  <a:pt x="378073" y="145239"/>
                  <a:pt x="376617" y="144840"/>
                  <a:pt x="375836" y="144840"/>
                </a:cubicBezTo>
                <a:cubicBezTo>
                  <a:pt x="373493" y="144840"/>
                  <a:pt x="371541" y="146615"/>
                  <a:pt x="369979" y="150165"/>
                </a:cubicBezTo>
                <a:lnTo>
                  <a:pt x="366464" y="150165"/>
                </a:lnTo>
                <a:lnTo>
                  <a:pt x="364760" y="114381"/>
                </a:lnTo>
                <a:lnTo>
                  <a:pt x="368381" y="114381"/>
                </a:lnTo>
                <a:cubicBezTo>
                  <a:pt x="371576" y="123753"/>
                  <a:pt x="375960" y="130782"/>
                  <a:pt x="381534" y="135468"/>
                </a:cubicBezTo>
                <a:cubicBezTo>
                  <a:pt x="387108" y="140154"/>
                  <a:pt x="392379" y="142497"/>
                  <a:pt x="397349" y="142497"/>
                </a:cubicBezTo>
                <a:cubicBezTo>
                  <a:pt x="400757" y="142497"/>
                  <a:pt x="403544" y="141450"/>
                  <a:pt x="405710" y="139356"/>
                </a:cubicBezTo>
                <a:cubicBezTo>
                  <a:pt x="407875" y="137261"/>
                  <a:pt x="408958" y="134723"/>
                  <a:pt x="408958" y="131741"/>
                </a:cubicBezTo>
                <a:cubicBezTo>
                  <a:pt x="408958" y="128333"/>
                  <a:pt x="407893" y="125386"/>
                  <a:pt x="405763" y="122901"/>
                </a:cubicBezTo>
                <a:cubicBezTo>
                  <a:pt x="403633" y="120416"/>
                  <a:pt x="398876" y="116653"/>
                  <a:pt x="391492" y="111612"/>
                </a:cubicBezTo>
                <a:cubicBezTo>
                  <a:pt x="380629" y="104086"/>
                  <a:pt x="373600" y="98335"/>
                  <a:pt x="370405" y="94359"/>
                </a:cubicBezTo>
                <a:cubicBezTo>
                  <a:pt x="365719" y="88537"/>
                  <a:pt x="363376" y="82112"/>
                  <a:pt x="363376" y="75083"/>
                </a:cubicBezTo>
                <a:cubicBezTo>
                  <a:pt x="363376" y="67415"/>
                  <a:pt x="366020" y="60474"/>
                  <a:pt x="371310" y="54262"/>
                </a:cubicBezTo>
                <a:cubicBezTo>
                  <a:pt x="376599" y="48049"/>
                  <a:pt x="384250" y="44943"/>
                  <a:pt x="394261" y="44943"/>
                </a:cubicBezTo>
                <a:cubicBezTo>
                  <a:pt x="399657" y="44943"/>
                  <a:pt x="404875" y="46308"/>
                  <a:pt x="409916" y="49037"/>
                </a:cubicBezTo>
                <a:cubicBezTo>
                  <a:pt x="411833" y="50142"/>
                  <a:pt x="413395" y="50694"/>
                  <a:pt x="414602" y="50694"/>
                </a:cubicBezTo>
                <a:cubicBezTo>
                  <a:pt x="415880" y="50694"/>
                  <a:pt x="416910" y="50428"/>
                  <a:pt x="417691" y="49895"/>
                </a:cubicBezTo>
                <a:cubicBezTo>
                  <a:pt x="418472" y="49363"/>
                  <a:pt x="419714" y="47854"/>
                  <a:pt x="421418" y="45369"/>
                </a:cubicBezTo>
                <a:lnTo>
                  <a:pt x="425039" y="45369"/>
                </a:lnTo>
                <a:close/>
                <a:moveTo>
                  <a:pt x="487627" y="3195"/>
                </a:moveTo>
                <a:lnTo>
                  <a:pt x="487627" y="60812"/>
                </a:lnTo>
                <a:cubicBezTo>
                  <a:pt x="493094" y="55021"/>
                  <a:pt x="498099" y="50928"/>
                  <a:pt x="502643" y="48534"/>
                </a:cubicBezTo>
                <a:cubicBezTo>
                  <a:pt x="507187" y="46140"/>
                  <a:pt x="511909" y="44943"/>
                  <a:pt x="516808" y="44943"/>
                </a:cubicBezTo>
                <a:cubicBezTo>
                  <a:pt x="523056" y="44943"/>
                  <a:pt x="528399" y="46718"/>
                  <a:pt x="532836" y="50268"/>
                </a:cubicBezTo>
                <a:cubicBezTo>
                  <a:pt x="537274" y="53818"/>
                  <a:pt x="540220" y="57989"/>
                  <a:pt x="541676" y="62782"/>
                </a:cubicBezTo>
                <a:cubicBezTo>
                  <a:pt x="543131" y="67574"/>
                  <a:pt x="543859" y="75651"/>
                  <a:pt x="543859" y="87011"/>
                </a:cubicBezTo>
                <a:lnTo>
                  <a:pt x="543859" y="125883"/>
                </a:lnTo>
                <a:cubicBezTo>
                  <a:pt x="543859" y="133527"/>
                  <a:pt x="544569" y="138295"/>
                  <a:pt x="545989" y="140188"/>
                </a:cubicBezTo>
                <a:cubicBezTo>
                  <a:pt x="547409" y="142080"/>
                  <a:pt x="550285" y="143276"/>
                  <a:pt x="554616" y="143775"/>
                </a:cubicBezTo>
                <a:lnTo>
                  <a:pt x="554616" y="147609"/>
                </a:lnTo>
                <a:lnTo>
                  <a:pt x="504134" y="147609"/>
                </a:lnTo>
                <a:lnTo>
                  <a:pt x="504134" y="143775"/>
                </a:lnTo>
                <a:cubicBezTo>
                  <a:pt x="507684" y="143276"/>
                  <a:pt x="510347" y="141847"/>
                  <a:pt x="512122" y="139489"/>
                </a:cubicBezTo>
                <a:cubicBezTo>
                  <a:pt x="513400" y="137632"/>
                  <a:pt x="514039" y="133097"/>
                  <a:pt x="514039" y="125883"/>
                </a:cubicBezTo>
                <a:lnTo>
                  <a:pt x="514039" y="81543"/>
                </a:lnTo>
                <a:cubicBezTo>
                  <a:pt x="514039" y="73320"/>
                  <a:pt x="513719" y="68164"/>
                  <a:pt x="513080" y="66073"/>
                </a:cubicBezTo>
                <a:cubicBezTo>
                  <a:pt x="512441" y="63981"/>
                  <a:pt x="511359" y="62350"/>
                  <a:pt x="509832" y="61181"/>
                </a:cubicBezTo>
                <a:cubicBezTo>
                  <a:pt x="508306" y="60012"/>
                  <a:pt x="506584" y="59427"/>
                  <a:pt x="504667" y="59427"/>
                </a:cubicBezTo>
                <a:cubicBezTo>
                  <a:pt x="501827" y="59427"/>
                  <a:pt x="499058" y="60403"/>
                  <a:pt x="496360" y="62356"/>
                </a:cubicBezTo>
                <a:cubicBezTo>
                  <a:pt x="493662" y="64308"/>
                  <a:pt x="490751" y="67734"/>
                  <a:pt x="487627" y="72633"/>
                </a:cubicBezTo>
                <a:lnTo>
                  <a:pt x="487627" y="125883"/>
                </a:lnTo>
                <a:cubicBezTo>
                  <a:pt x="487627" y="133026"/>
                  <a:pt x="488159" y="137490"/>
                  <a:pt x="489224" y="139276"/>
                </a:cubicBezTo>
                <a:cubicBezTo>
                  <a:pt x="490573" y="141703"/>
                  <a:pt x="493342" y="143203"/>
                  <a:pt x="497531" y="143775"/>
                </a:cubicBezTo>
                <a:lnTo>
                  <a:pt x="497531" y="147609"/>
                </a:lnTo>
                <a:lnTo>
                  <a:pt x="447050" y="147609"/>
                </a:lnTo>
                <a:lnTo>
                  <a:pt x="447050" y="143775"/>
                </a:lnTo>
                <a:cubicBezTo>
                  <a:pt x="451239" y="143347"/>
                  <a:pt x="454221" y="141990"/>
                  <a:pt x="455996" y="139705"/>
                </a:cubicBezTo>
                <a:cubicBezTo>
                  <a:pt x="457203" y="138134"/>
                  <a:pt x="457807" y="133527"/>
                  <a:pt x="457807" y="125883"/>
                </a:cubicBezTo>
                <a:lnTo>
                  <a:pt x="457807" y="24921"/>
                </a:lnTo>
                <a:cubicBezTo>
                  <a:pt x="457807" y="17304"/>
                  <a:pt x="457115" y="12561"/>
                  <a:pt x="455730" y="10693"/>
                </a:cubicBezTo>
                <a:cubicBezTo>
                  <a:pt x="454346" y="8825"/>
                  <a:pt x="451452" y="7604"/>
                  <a:pt x="447050" y="7029"/>
                </a:cubicBezTo>
                <a:lnTo>
                  <a:pt x="447050" y="3195"/>
                </a:lnTo>
                <a:lnTo>
                  <a:pt x="487627" y="3195"/>
                </a:lnTo>
                <a:close/>
                <a:moveTo>
                  <a:pt x="628281" y="108417"/>
                </a:moveTo>
                <a:lnTo>
                  <a:pt x="566191" y="108417"/>
                </a:lnTo>
                <a:lnTo>
                  <a:pt x="566191" y="86265"/>
                </a:lnTo>
                <a:lnTo>
                  <a:pt x="628281" y="86265"/>
                </a:lnTo>
                <a:lnTo>
                  <a:pt x="628281" y="108417"/>
                </a:lnTo>
                <a:close/>
                <a:moveTo>
                  <a:pt x="771096" y="3195"/>
                </a:moveTo>
                <a:lnTo>
                  <a:pt x="771096" y="42387"/>
                </a:lnTo>
                <a:lnTo>
                  <a:pt x="767262" y="42387"/>
                </a:lnTo>
                <a:cubicBezTo>
                  <a:pt x="764990" y="33339"/>
                  <a:pt x="762470" y="26838"/>
                  <a:pt x="759701" y="22884"/>
                </a:cubicBezTo>
                <a:cubicBezTo>
                  <a:pt x="756932" y="18930"/>
                  <a:pt x="753133" y="15778"/>
                  <a:pt x="748305" y="13426"/>
                </a:cubicBezTo>
                <a:cubicBezTo>
                  <a:pt x="745607" y="12143"/>
                  <a:pt x="740886" y="11502"/>
                  <a:pt x="734141" y="11502"/>
                </a:cubicBezTo>
                <a:lnTo>
                  <a:pt x="723384" y="11502"/>
                </a:lnTo>
                <a:lnTo>
                  <a:pt x="723384" y="122901"/>
                </a:lnTo>
                <a:cubicBezTo>
                  <a:pt x="723384" y="130323"/>
                  <a:pt x="723793" y="134963"/>
                  <a:pt x="724609" y="136820"/>
                </a:cubicBezTo>
                <a:cubicBezTo>
                  <a:pt x="725426" y="138675"/>
                  <a:pt x="727023" y="140298"/>
                  <a:pt x="729402" y="141689"/>
                </a:cubicBezTo>
                <a:cubicBezTo>
                  <a:pt x="731780" y="143080"/>
                  <a:pt x="735028" y="143775"/>
                  <a:pt x="739146" y="143775"/>
                </a:cubicBezTo>
                <a:lnTo>
                  <a:pt x="743939" y="143775"/>
                </a:lnTo>
                <a:lnTo>
                  <a:pt x="743939" y="147609"/>
                </a:lnTo>
                <a:lnTo>
                  <a:pt x="668324" y="147609"/>
                </a:lnTo>
                <a:lnTo>
                  <a:pt x="668324" y="143775"/>
                </a:lnTo>
                <a:lnTo>
                  <a:pt x="673116" y="143775"/>
                </a:lnTo>
                <a:cubicBezTo>
                  <a:pt x="677305" y="143775"/>
                  <a:pt x="680678" y="143027"/>
                  <a:pt x="683234" y="141529"/>
                </a:cubicBezTo>
                <a:cubicBezTo>
                  <a:pt x="685080" y="140528"/>
                  <a:pt x="686535" y="138815"/>
                  <a:pt x="687600" y="136390"/>
                </a:cubicBezTo>
                <a:cubicBezTo>
                  <a:pt x="688381" y="134677"/>
                  <a:pt x="688772" y="130181"/>
                  <a:pt x="688772" y="122901"/>
                </a:cubicBezTo>
                <a:lnTo>
                  <a:pt x="688772" y="11502"/>
                </a:lnTo>
                <a:lnTo>
                  <a:pt x="678335" y="11502"/>
                </a:lnTo>
                <a:cubicBezTo>
                  <a:pt x="668608" y="11502"/>
                  <a:pt x="661543" y="13568"/>
                  <a:pt x="657141" y="17699"/>
                </a:cubicBezTo>
                <a:cubicBezTo>
                  <a:pt x="650964" y="23470"/>
                  <a:pt x="647059" y="31699"/>
                  <a:pt x="645426" y="42387"/>
                </a:cubicBezTo>
                <a:lnTo>
                  <a:pt x="641379" y="42387"/>
                </a:lnTo>
                <a:lnTo>
                  <a:pt x="641379" y="3195"/>
                </a:lnTo>
                <a:lnTo>
                  <a:pt x="771096" y="3195"/>
                </a:lnTo>
                <a:close/>
                <a:moveTo>
                  <a:pt x="811509" y="47925"/>
                </a:moveTo>
                <a:lnTo>
                  <a:pt x="811509" y="70503"/>
                </a:lnTo>
                <a:cubicBezTo>
                  <a:pt x="818112" y="60208"/>
                  <a:pt x="823899" y="53374"/>
                  <a:pt x="828869" y="50002"/>
                </a:cubicBezTo>
                <a:cubicBezTo>
                  <a:pt x="833839" y="46629"/>
                  <a:pt x="838631" y="44943"/>
                  <a:pt x="843247" y="44943"/>
                </a:cubicBezTo>
                <a:cubicBezTo>
                  <a:pt x="847223" y="44943"/>
                  <a:pt x="850400" y="46172"/>
                  <a:pt x="852778" y="48631"/>
                </a:cubicBezTo>
                <a:cubicBezTo>
                  <a:pt x="855157" y="51089"/>
                  <a:pt x="856346" y="54563"/>
                  <a:pt x="856346" y="59051"/>
                </a:cubicBezTo>
                <a:cubicBezTo>
                  <a:pt x="856346" y="63826"/>
                  <a:pt x="855192" y="67532"/>
                  <a:pt x="852885" y="70170"/>
                </a:cubicBezTo>
                <a:cubicBezTo>
                  <a:pt x="850577" y="72806"/>
                  <a:pt x="847791" y="74124"/>
                  <a:pt x="844525" y="74124"/>
                </a:cubicBezTo>
                <a:cubicBezTo>
                  <a:pt x="840762" y="74124"/>
                  <a:pt x="837495" y="72917"/>
                  <a:pt x="834726" y="70503"/>
                </a:cubicBezTo>
                <a:cubicBezTo>
                  <a:pt x="831957" y="68089"/>
                  <a:pt x="830324" y="66740"/>
                  <a:pt x="829827" y="66456"/>
                </a:cubicBezTo>
                <a:cubicBezTo>
                  <a:pt x="829117" y="66030"/>
                  <a:pt x="828301" y="65817"/>
                  <a:pt x="827378" y="65817"/>
                </a:cubicBezTo>
                <a:cubicBezTo>
                  <a:pt x="825319" y="65817"/>
                  <a:pt x="823366" y="66598"/>
                  <a:pt x="821520" y="68160"/>
                </a:cubicBezTo>
                <a:cubicBezTo>
                  <a:pt x="818609" y="70574"/>
                  <a:pt x="816408" y="74018"/>
                  <a:pt x="814917" y="78491"/>
                </a:cubicBezTo>
                <a:cubicBezTo>
                  <a:pt x="812645" y="85378"/>
                  <a:pt x="811509" y="92975"/>
                  <a:pt x="811509" y="101282"/>
                </a:cubicBezTo>
                <a:lnTo>
                  <a:pt x="811509" y="124179"/>
                </a:lnTo>
                <a:lnTo>
                  <a:pt x="811616" y="130143"/>
                </a:lnTo>
                <a:cubicBezTo>
                  <a:pt x="811616" y="134190"/>
                  <a:pt x="811864" y="136782"/>
                  <a:pt x="812361" y="137918"/>
                </a:cubicBezTo>
                <a:cubicBezTo>
                  <a:pt x="813213" y="139835"/>
                  <a:pt x="814474" y="141237"/>
                  <a:pt x="816142" y="142125"/>
                </a:cubicBezTo>
                <a:cubicBezTo>
                  <a:pt x="817811" y="143012"/>
                  <a:pt x="820633" y="143562"/>
                  <a:pt x="824609" y="143775"/>
                </a:cubicBezTo>
                <a:lnTo>
                  <a:pt x="824609" y="147609"/>
                </a:lnTo>
                <a:lnTo>
                  <a:pt x="770826" y="147609"/>
                </a:lnTo>
                <a:lnTo>
                  <a:pt x="770826" y="143775"/>
                </a:lnTo>
                <a:cubicBezTo>
                  <a:pt x="775157" y="143420"/>
                  <a:pt x="778086" y="142231"/>
                  <a:pt x="779613" y="140208"/>
                </a:cubicBezTo>
                <a:cubicBezTo>
                  <a:pt x="781139" y="138184"/>
                  <a:pt x="781902" y="132841"/>
                  <a:pt x="781902" y="124179"/>
                </a:cubicBezTo>
                <a:lnTo>
                  <a:pt x="781902" y="69012"/>
                </a:lnTo>
                <a:cubicBezTo>
                  <a:pt x="781902" y="63297"/>
                  <a:pt x="781618" y="59653"/>
                  <a:pt x="781050" y="58083"/>
                </a:cubicBezTo>
                <a:cubicBezTo>
                  <a:pt x="780340" y="56081"/>
                  <a:pt x="779311" y="54617"/>
                  <a:pt x="777962" y="53689"/>
                </a:cubicBezTo>
                <a:cubicBezTo>
                  <a:pt x="776613" y="52760"/>
                  <a:pt x="774234" y="52116"/>
                  <a:pt x="770826" y="51759"/>
                </a:cubicBezTo>
                <a:lnTo>
                  <a:pt x="770826" y="47925"/>
                </a:lnTo>
                <a:lnTo>
                  <a:pt x="811509" y="47925"/>
                </a:lnTo>
                <a:close/>
                <a:moveTo>
                  <a:pt x="890992" y="0"/>
                </a:moveTo>
                <a:cubicBezTo>
                  <a:pt x="895607" y="0"/>
                  <a:pt x="899512" y="1621"/>
                  <a:pt x="902707" y="4862"/>
                </a:cubicBezTo>
                <a:cubicBezTo>
                  <a:pt x="905902" y="8102"/>
                  <a:pt x="907500" y="12001"/>
                  <a:pt x="907500" y="16561"/>
                </a:cubicBezTo>
                <a:cubicBezTo>
                  <a:pt x="907500" y="21120"/>
                  <a:pt x="905885" y="25003"/>
                  <a:pt x="902654" y="28209"/>
                </a:cubicBezTo>
                <a:cubicBezTo>
                  <a:pt x="899424" y="31413"/>
                  <a:pt x="895536" y="33015"/>
                  <a:pt x="890992" y="33015"/>
                </a:cubicBezTo>
                <a:cubicBezTo>
                  <a:pt x="886448" y="33015"/>
                  <a:pt x="882579" y="31413"/>
                  <a:pt x="879384" y="28209"/>
                </a:cubicBezTo>
                <a:cubicBezTo>
                  <a:pt x="876189" y="25003"/>
                  <a:pt x="874591" y="21120"/>
                  <a:pt x="874591" y="16561"/>
                </a:cubicBezTo>
                <a:cubicBezTo>
                  <a:pt x="874591" y="12001"/>
                  <a:pt x="876189" y="8102"/>
                  <a:pt x="879384" y="4862"/>
                </a:cubicBezTo>
                <a:cubicBezTo>
                  <a:pt x="882579" y="1621"/>
                  <a:pt x="886448" y="0"/>
                  <a:pt x="890992" y="0"/>
                </a:cubicBezTo>
                <a:moveTo>
                  <a:pt x="905902" y="47925"/>
                </a:moveTo>
                <a:lnTo>
                  <a:pt x="905902" y="126948"/>
                </a:lnTo>
                <a:cubicBezTo>
                  <a:pt x="905902" y="133977"/>
                  <a:pt x="906719" y="138468"/>
                  <a:pt x="908352" y="140421"/>
                </a:cubicBezTo>
                <a:cubicBezTo>
                  <a:pt x="909985" y="142373"/>
                  <a:pt x="913180" y="143491"/>
                  <a:pt x="917937" y="143775"/>
                </a:cubicBezTo>
                <a:lnTo>
                  <a:pt x="917937" y="147609"/>
                </a:lnTo>
                <a:lnTo>
                  <a:pt x="864154" y="147609"/>
                </a:lnTo>
                <a:lnTo>
                  <a:pt x="864154" y="143775"/>
                </a:lnTo>
                <a:cubicBezTo>
                  <a:pt x="868556" y="143633"/>
                  <a:pt x="871822" y="142355"/>
                  <a:pt x="873952" y="139941"/>
                </a:cubicBezTo>
                <a:cubicBezTo>
                  <a:pt x="875372" y="138308"/>
                  <a:pt x="876082" y="133977"/>
                  <a:pt x="876082" y="126948"/>
                </a:cubicBezTo>
                <a:lnTo>
                  <a:pt x="876082" y="68799"/>
                </a:lnTo>
                <a:cubicBezTo>
                  <a:pt x="876082" y="61681"/>
                  <a:pt x="875266" y="57134"/>
                  <a:pt x="873633" y="55157"/>
                </a:cubicBezTo>
                <a:cubicBezTo>
                  <a:pt x="872000" y="53180"/>
                  <a:pt x="868840" y="52048"/>
                  <a:pt x="864154" y="51759"/>
                </a:cubicBezTo>
                <a:lnTo>
                  <a:pt x="864154" y="47925"/>
                </a:lnTo>
                <a:lnTo>
                  <a:pt x="905902" y="47925"/>
                </a:lnTo>
                <a:close/>
                <a:moveTo>
                  <a:pt x="991565" y="49203"/>
                </a:moveTo>
                <a:lnTo>
                  <a:pt x="1025113" y="49203"/>
                </a:lnTo>
                <a:lnTo>
                  <a:pt x="1025113" y="60918"/>
                </a:lnTo>
                <a:lnTo>
                  <a:pt x="1006049" y="60918"/>
                </a:lnTo>
                <a:cubicBezTo>
                  <a:pt x="1009529" y="64397"/>
                  <a:pt x="1011943" y="67557"/>
                  <a:pt x="1013292" y="70397"/>
                </a:cubicBezTo>
                <a:cubicBezTo>
                  <a:pt x="1014996" y="74231"/>
                  <a:pt x="1015848" y="78242"/>
                  <a:pt x="1015848" y="82431"/>
                </a:cubicBezTo>
                <a:cubicBezTo>
                  <a:pt x="1015848" y="89531"/>
                  <a:pt x="1013877" y="95691"/>
                  <a:pt x="1009937" y="100909"/>
                </a:cubicBezTo>
                <a:cubicBezTo>
                  <a:pt x="1005996" y="106128"/>
                  <a:pt x="1000636" y="110210"/>
                  <a:pt x="993855" y="113157"/>
                </a:cubicBezTo>
                <a:cubicBezTo>
                  <a:pt x="987075" y="116103"/>
                  <a:pt x="981057" y="117576"/>
                  <a:pt x="975803" y="117576"/>
                </a:cubicBezTo>
                <a:cubicBezTo>
                  <a:pt x="975377" y="117576"/>
                  <a:pt x="971117" y="117399"/>
                  <a:pt x="963023" y="117044"/>
                </a:cubicBezTo>
                <a:cubicBezTo>
                  <a:pt x="959828" y="117044"/>
                  <a:pt x="957148" y="118086"/>
                  <a:pt x="954983" y="120169"/>
                </a:cubicBezTo>
                <a:cubicBezTo>
                  <a:pt x="952817" y="122252"/>
                  <a:pt x="951734" y="124741"/>
                  <a:pt x="951734" y="127634"/>
                </a:cubicBezTo>
                <a:cubicBezTo>
                  <a:pt x="951734" y="130177"/>
                  <a:pt x="952711" y="132260"/>
                  <a:pt x="954663" y="133884"/>
                </a:cubicBezTo>
                <a:cubicBezTo>
                  <a:pt x="956616" y="135508"/>
                  <a:pt x="959793" y="136320"/>
                  <a:pt x="964195" y="136320"/>
                </a:cubicBezTo>
                <a:lnTo>
                  <a:pt x="982619" y="136107"/>
                </a:lnTo>
                <a:cubicBezTo>
                  <a:pt x="997529" y="136107"/>
                  <a:pt x="1007789" y="137744"/>
                  <a:pt x="1013398" y="141016"/>
                </a:cubicBezTo>
                <a:cubicBezTo>
                  <a:pt x="1021421" y="145567"/>
                  <a:pt x="1025433" y="152573"/>
                  <a:pt x="1025433" y="162034"/>
                </a:cubicBezTo>
                <a:cubicBezTo>
                  <a:pt x="1025433" y="168080"/>
                  <a:pt x="1023587" y="173574"/>
                  <a:pt x="1019895" y="178518"/>
                </a:cubicBezTo>
                <a:cubicBezTo>
                  <a:pt x="1016203" y="183461"/>
                  <a:pt x="1011339" y="187107"/>
                  <a:pt x="1005304" y="189454"/>
                </a:cubicBezTo>
                <a:cubicBezTo>
                  <a:pt x="996145" y="192940"/>
                  <a:pt x="985601" y="194683"/>
                  <a:pt x="973673" y="194683"/>
                </a:cubicBezTo>
                <a:cubicBezTo>
                  <a:pt x="964727" y="194683"/>
                  <a:pt x="956562" y="193813"/>
                  <a:pt x="949178" y="192073"/>
                </a:cubicBezTo>
                <a:cubicBezTo>
                  <a:pt x="941794" y="190334"/>
                  <a:pt x="936505" y="187919"/>
                  <a:pt x="933310" y="184828"/>
                </a:cubicBezTo>
                <a:cubicBezTo>
                  <a:pt x="930115" y="181739"/>
                  <a:pt x="928517" y="178490"/>
                  <a:pt x="928517" y="175080"/>
                </a:cubicBezTo>
                <a:cubicBezTo>
                  <a:pt x="928517" y="171814"/>
                  <a:pt x="929742" y="168884"/>
                  <a:pt x="932192" y="166290"/>
                </a:cubicBezTo>
                <a:cubicBezTo>
                  <a:pt x="934641" y="163699"/>
                  <a:pt x="939203" y="161516"/>
                  <a:pt x="945877" y="159741"/>
                </a:cubicBezTo>
                <a:cubicBezTo>
                  <a:pt x="936647" y="155196"/>
                  <a:pt x="932032" y="148879"/>
                  <a:pt x="932032" y="140787"/>
                </a:cubicBezTo>
                <a:cubicBezTo>
                  <a:pt x="932032" y="135888"/>
                  <a:pt x="933913" y="131132"/>
                  <a:pt x="937676" y="126519"/>
                </a:cubicBezTo>
                <a:cubicBezTo>
                  <a:pt x="941439" y="121904"/>
                  <a:pt x="947403" y="117893"/>
                  <a:pt x="955568" y="114485"/>
                </a:cubicBezTo>
                <a:cubicBezTo>
                  <a:pt x="946054" y="111001"/>
                  <a:pt x="939167" y="106415"/>
                  <a:pt x="934907" y="100726"/>
                </a:cubicBezTo>
                <a:cubicBezTo>
                  <a:pt x="930647" y="95037"/>
                  <a:pt x="928517" y="88460"/>
                  <a:pt x="928517" y="80993"/>
                </a:cubicBezTo>
                <a:cubicBezTo>
                  <a:pt x="928517" y="71253"/>
                  <a:pt x="932493" y="62810"/>
                  <a:pt x="940445" y="55663"/>
                </a:cubicBezTo>
                <a:cubicBezTo>
                  <a:pt x="948397" y="48516"/>
                  <a:pt x="958621" y="44943"/>
                  <a:pt x="971117" y="44943"/>
                </a:cubicBezTo>
                <a:cubicBezTo>
                  <a:pt x="977720" y="44943"/>
                  <a:pt x="984536" y="46363"/>
                  <a:pt x="991565" y="49203"/>
                </a:cubicBezTo>
                <a:moveTo>
                  <a:pt x="973141" y="51759"/>
                </a:moveTo>
                <a:cubicBezTo>
                  <a:pt x="969023" y="51759"/>
                  <a:pt x="965544" y="53833"/>
                  <a:pt x="962704" y="57979"/>
                </a:cubicBezTo>
                <a:cubicBezTo>
                  <a:pt x="959864" y="62124"/>
                  <a:pt x="958444" y="70717"/>
                  <a:pt x="958444" y="83759"/>
                </a:cubicBezTo>
                <a:cubicBezTo>
                  <a:pt x="958444" y="94318"/>
                  <a:pt x="959846" y="101565"/>
                  <a:pt x="962651" y="105499"/>
                </a:cubicBezTo>
                <a:cubicBezTo>
                  <a:pt x="965455" y="109432"/>
                  <a:pt x="968774" y="111399"/>
                  <a:pt x="972608" y="111399"/>
                </a:cubicBezTo>
                <a:cubicBezTo>
                  <a:pt x="976868" y="111399"/>
                  <a:pt x="980418" y="109450"/>
                  <a:pt x="983258" y="105552"/>
                </a:cubicBezTo>
                <a:cubicBezTo>
                  <a:pt x="986098" y="101653"/>
                  <a:pt x="987518" y="94070"/>
                  <a:pt x="987518" y="82801"/>
                </a:cubicBezTo>
                <a:cubicBezTo>
                  <a:pt x="987518" y="70116"/>
                  <a:pt x="985921" y="61470"/>
                  <a:pt x="982726" y="56861"/>
                </a:cubicBezTo>
                <a:cubicBezTo>
                  <a:pt x="980454" y="53460"/>
                  <a:pt x="977259" y="51759"/>
                  <a:pt x="973141" y="51759"/>
                </a:cubicBezTo>
                <a:moveTo>
                  <a:pt x="966857" y="162307"/>
                </a:moveTo>
                <a:cubicBezTo>
                  <a:pt x="959615" y="162307"/>
                  <a:pt x="954823" y="162908"/>
                  <a:pt x="952480" y="164110"/>
                </a:cubicBezTo>
                <a:cubicBezTo>
                  <a:pt x="948433" y="166300"/>
                  <a:pt x="946409" y="169269"/>
                  <a:pt x="946409" y="173016"/>
                </a:cubicBezTo>
                <a:cubicBezTo>
                  <a:pt x="946409" y="176622"/>
                  <a:pt x="948504" y="179891"/>
                  <a:pt x="952693" y="182824"/>
                </a:cubicBezTo>
                <a:cubicBezTo>
                  <a:pt x="956882" y="185760"/>
                  <a:pt x="964763" y="187228"/>
                  <a:pt x="976336" y="187228"/>
                </a:cubicBezTo>
                <a:cubicBezTo>
                  <a:pt x="986205" y="187228"/>
                  <a:pt x="993962" y="185920"/>
                  <a:pt x="999606" y="183304"/>
                </a:cubicBezTo>
                <a:cubicBezTo>
                  <a:pt x="1005251" y="180688"/>
                  <a:pt x="1008073" y="177011"/>
                  <a:pt x="1008073" y="172274"/>
                </a:cubicBezTo>
                <a:cubicBezTo>
                  <a:pt x="1008073" y="170508"/>
                  <a:pt x="1007541" y="169024"/>
                  <a:pt x="1006475" y="167821"/>
                </a:cubicBezTo>
                <a:cubicBezTo>
                  <a:pt x="1004558" y="165700"/>
                  <a:pt x="1001665" y="164250"/>
                  <a:pt x="997796" y="163471"/>
                </a:cubicBezTo>
                <a:cubicBezTo>
                  <a:pt x="993926" y="162695"/>
                  <a:pt x="983613" y="162307"/>
                  <a:pt x="966857" y="162307"/>
                </a:cubicBezTo>
                <a:close/>
                <a:moveTo>
                  <a:pt x="1100622" y="49203"/>
                </a:moveTo>
                <a:lnTo>
                  <a:pt x="1134169" y="49203"/>
                </a:lnTo>
                <a:lnTo>
                  <a:pt x="1134169" y="60918"/>
                </a:lnTo>
                <a:lnTo>
                  <a:pt x="1115106" y="60918"/>
                </a:lnTo>
                <a:cubicBezTo>
                  <a:pt x="1118585" y="64397"/>
                  <a:pt x="1120999" y="67557"/>
                  <a:pt x="1122348" y="70397"/>
                </a:cubicBezTo>
                <a:cubicBezTo>
                  <a:pt x="1124052" y="74231"/>
                  <a:pt x="1124904" y="78242"/>
                  <a:pt x="1124904" y="82431"/>
                </a:cubicBezTo>
                <a:cubicBezTo>
                  <a:pt x="1124904" y="89531"/>
                  <a:pt x="1122933" y="95691"/>
                  <a:pt x="1118993" y="100909"/>
                </a:cubicBezTo>
                <a:cubicBezTo>
                  <a:pt x="1115052" y="106128"/>
                  <a:pt x="1109692" y="110210"/>
                  <a:pt x="1102911" y="113157"/>
                </a:cubicBezTo>
                <a:cubicBezTo>
                  <a:pt x="1096131" y="116103"/>
                  <a:pt x="1090114" y="117576"/>
                  <a:pt x="1084860" y="117576"/>
                </a:cubicBezTo>
                <a:cubicBezTo>
                  <a:pt x="1084434" y="117576"/>
                  <a:pt x="1080174" y="117399"/>
                  <a:pt x="1072080" y="117044"/>
                </a:cubicBezTo>
                <a:cubicBezTo>
                  <a:pt x="1068885" y="117044"/>
                  <a:pt x="1066204" y="118086"/>
                  <a:pt x="1064039" y="120169"/>
                </a:cubicBezTo>
                <a:cubicBezTo>
                  <a:pt x="1061873" y="122252"/>
                  <a:pt x="1060791" y="124741"/>
                  <a:pt x="1060791" y="127634"/>
                </a:cubicBezTo>
                <a:cubicBezTo>
                  <a:pt x="1060791" y="130177"/>
                  <a:pt x="1061767" y="132260"/>
                  <a:pt x="1063719" y="133884"/>
                </a:cubicBezTo>
                <a:cubicBezTo>
                  <a:pt x="1065672" y="135508"/>
                  <a:pt x="1068849" y="136320"/>
                  <a:pt x="1073251" y="136320"/>
                </a:cubicBezTo>
                <a:lnTo>
                  <a:pt x="1091676" y="136107"/>
                </a:lnTo>
                <a:cubicBezTo>
                  <a:pt x="1106586" y="136107"/>
                  <a:pt x="1116845" y="137744"/>
                  <a:pt x="1122454" y="141016"/>
                </a:cubicBezTo>
                <a:cubicBezTo>
                  <a:pt x="1130477" y="145567"/>
                  <a:pt x="1134489" y="152573"/>
                  <a:pt x="1134489" y="162034"/>
                </a:cubicBezTo>
                <a:cubicBezTo>
                  <a:pt x="1134489" y="168080"/>
                  <a:pt x="1132643" y="173574"/>
                  <a:pt x="1128951" y="178518"/>
                </a:cubicBezTo>
                <a:cubicBezTo>
                  <a:pt x="1125259" y="183461"/>
                  <a:pt x="1120395" y="187107"/>
                  <a:pt x="1114360" y="189454"/>
                </a:cubicBezTo>
                <a:cubicBezTo>
                  <a:pt x="1105201" y="192940"/>
                  <a:pt x="1094658" y="194683"/>
                  <a:pt x="1082730" y="194683"/>
                </a:cubicBezTo>
                <a:cubicBezTo>
                  <a:pt x="1073784" y="194683"/>
                  <a:pt x="1065619" y="193813"/>
                  <a:pt x="1058235" y="192073"/>
                </a:cubicBezTo>
                <a:cubicBezTo>
                  <a:pt x="1050850" y="190334"/>
                  <a:pt x="1045561" y="187919"/>
                  <a:pt x="1042366" y="184828"/>
                </a:cubicBezTo>
                <a:cubicBezTo>
                  <a:pt x="1039171" y="181739"/>
                  <a:pt x="1037573" y="178490"/>
                  <a:pt x="1037573" y="175080"/>
                </a:cubicBezTo>
                <a:cubicBezTo>
                  <a:pt x="1037573" y="171814"/>
                  <a:pt x="1038798" y="168884"/>
                  <a:pt x="1041248" y="166290"/>
                </a:cubicBezTo>
                <a:cubicBezTo>
                  <a:pt x="1043697" y="163699"/>
                  <a:pt x="1048259" y="161516"/>
                  <a:pt x="1054933" y="159741"/>
                </a:cubicBezTo>
                <a:cubicBezTo>
                  <a:pt x="1045703" y="155196"/>
                  <a:pt x="1041088" y="148879"/>
                  <a:pt x="1041088" y="140787"/>
                </a:cubicBezTo>
                <a:cubicBezTo>
                  <a:pt x="1041088" y="135888"/>
                  <a:pt x="1042969" y="131132"/>
                  <a:pt x="1046732" y="126519"/>
                </a:cubicBezTo>
                <a:cubicBezTo>
                  <a:pt x="1050495" y="121904"/>
                  <a:pt x="1056460" y="117893"/>
                  <a:pt x="1064625" y="114485"/>
                </a:cubicBezTo>
                <a:cubicBezTo>
                  <a:pt x="1055111" y="111001"/>
                  <a:pt x="1048223" y="106415"/>
                  <a:pt x="1043963" y="100726"/>
                </a:cubicBezTo>
                <a:cubicBezTo>
                  <a:pt x="1039703" y="95037"/>
                  <a:pt x="1037573" y="88460"/>
                  <a:pt x="1037573" y="80993"/>
                </a:cubicBezTo>
                <a:cubicBezTo>
                  <a:pt x="1037573" y="71253"/>
                  <a:pt x="1041549" y="62810"/>
                  <a:pt x="1049501" y="55663"/>
                </a:cubicBezTo>
                <a:cubicBezTo>
                  <a:pt x="1057454" y="48516"/>
                  <a:pt x="1067678" y="44943"/>
                  <a:pt x="1080174" y="44943"/>
                </a:cubicBezTo>
                <a:cubicBezTo>
                  <a:pt x="1086777" y="44943"/>
                  <a:pt x="1093593" y="46363"/>
                  <a:pt x="1100622" y="49203"/>
                </a:cubicBezTo>
                <a:moveTo>
                  <a:pt x="1082197" y="51759"/>
                </a:moveTo>
                <a:cubicBezTo>
                  <a:pt x="1078079" y="51759"/>
                  <a:pt x="1074600" y="53833"/>
                  <a:pt x="1071760" y="57979"/>
                </a:cubicBezTo>
                <a:cubicBezTo>
                  <a:pt x="1068920" y="62124"/>
                  <a:pt x="1067500" y="70717"/>
                  <a:pt x="1067500" y="83759"/>
                </a:cubicBezTo>
                <a:cubicBezTo>
                  <a:pt x="1067500" y="94318"/>
                  <a:pt x="1068902" y="101565"/>
                  <a:pt x="1071707" y="105499"/>
                </a:cubicBezTo>
                <a:cubicBezTo>
                  <a:pt x="1074511" y="109432"/>
                  <a:pt x="1077831" y="111399"/>
                  <a:pt x="1081665" y="111399"/>
                </a:cubicBezTo>
                <a:cubicBezTo>
                  <a:pt x="1085925" y="111399"/>
                  <a:pt x="1089475" y="109450"/>
                  <a:pt x="1092315" y="105552"/>
                </a:cubicBezTo>
                <a:cubicBezTo>
                  <a:pt x="1095155" y="101653"/>
                  <a:pt x="1096575" y="94070"/>
                  <a:pt x="1096575" y="82801"/>
                </a:cubicBezTo>
                <a:cubicBezTo>
                  <a:pt x="1096575" y="70116"/>
                  <a:pt x="1094977" y="61470"/>
                  <a:pt x="1091782" y="56861"/>
                </a:cubicBezTo>
                <a:cubicBezTo>
                  <a:pt x="1089510" y="53460"/>
                  <a:pt x="1086315" y="51759"/>
                  <a:pt x="1082197" y="51759"/>
                </a:cubicBezTo>
                <a:moveTo>
                  <a:pt x="1075914" y="162307"/>
                </a:moveTo>
                <a:cubicBezTo>
                  <a:pt x="1068672" y="162307"/>
                  <a:pt x="1063879" y="162908"/>
                  <a:pt x="1061536" y="164110"/>
                </a:cubicBezTo>
                <a:cubicBezTo>
                  <a:pt x="1057489" y="166300"/>
                  <a:pt x="1055466" y="169269"/>
                  <a:pt x="1055466" y="173016"/>
                </a:cubicBezTo>
                <a:cubicBezTo>
                  <a:pt x="1055466" y="176622"/>
                  <a:pt x="1057560" y="179891"/>
                  <a:pt x="1061749" y="182824"/>
                </a:cubicBezTo>
                <a:cubicBezTo>
                  <a:pt x="1065938" y="185760"/>
                  <a:pt x="1073819" y="187228"/>
                  <a:pt x="1085392" y="187228"/>
                </a:cubicBezTo>
                <a:cubicBezTo>
                  <a:pt x="1095261" y="187228"/>
                  <a:pt x="1103018" y="185920"/>
                  <a:pt x="1108662" y="183304"/>
                </a:cubicBezTo>
                <a:cubicBezTo>
                  <a:pt x="1114307" y="180688"/>
                  <a:pt x="1117129" y="177011"/>
                  <a:pt x="1117129" y="172274"/>
                </a:cubicBezTo>
                <a:cubicBezTo>
                  <a:pt x="1117129" y="170508"/>
                  <a:pt x="1116597" y="169024"/>
                  <a:pt x="1115532" y="167821"/>
                </a:cubicBezTo>
                <a:cubicBezTo>
                  <a:pt x="1113615" y="165700"/>
                  <a:pt x="1110721" y="164250"/>
                  <a:pt x="1106852" y="163471"/>
                </a:cubicBezTo>
                <a:cubicBezTo>
                  <a:pt x="1102982" y="162695"/>
                  <a:pt x="1092670" y="162307"/>
                  <a:pt x="1075914" y="162307"/>
                </a:cubicBezTo>
                <a:close/>
                <a:moveTo>
                  <a:pt x="1230126" y="94146"/>
                </a:moveTo>
                <a:lnTo>
                  <a:pt x="1175492" y="94146"/>
                </a:lnTo>
                <a:cubicBezTo>
                  <a:pt x="1176131" y="107388"/>
                  <a:pt x="1179645" y="117853"/>
                  <a:pt x="1186035" y="125541"/>
                </a:cubicBezTo>
                <a:cubicBezTo>
                  <a:pt x="1190934" y="131449"/>
                  <a:pt x="1196827" y="134403"/>
                  <a:pt x="1203714" y="134403"/>
                </a:cubicBezTo>
                <a:cubicBezTo>
                  <a:pt x="1207974" y="134403"/>
                  <a:pt x="1211844" y="133214"/>
                  <a:pt x="1215323" y="130836"/>
                </a:cubicBezTo>
                <a:cubicBezTo>
                  <a:pt x="1218802" y="128457"/>
                  <a:pt x="1222529" y="124179"/>
                  <a:pt x="1226505" y="118002"/>
                </a:cubicBezTo>
                <a:lnTo>
                  <a:pt x="1230126" y="120345"/>
                </a:lnTo>
                <a:cubicBezTo>
                  <a:pt x="1224730" y="131350"/>
                  <a:pt x="1218766" y="139143"/>
                  <a:pt x="1212234" y="143722"/>
                </a:cubicBezTo>
                <a:cubicBezTo>
                  <a:pt x="1205702" y="148302"/>
                  <a:pt x="1198141" y="150591"/>
                  <a:pt x="1189550" y="150591"/>
                </a:cubicBezTo>
                <a:cubicBezTo>
                  <a:pt x="1174782" y="150591"/>
                  <a:pt x="1163599" y="144906"/>
                  <a:pt x="1156002" y="133535"/>
                </a:cubicBezTo>
                <a:cubicBezTo>
                  <a:pt x="1149896" y="124367"/>
                  <a:pt x="1146843" y="112996"/>
                  <a:pt x="1146843" y="99421"/>
                </a:cubicBezTo>
                <a:cubicBezTo>
                  <a:pt x="1146843" y="82790"/>
                  <a:pt x="1151334" y="69552"/>
                  <a:pt x="1160315" y="59710"/>
                </a:cubicBezTo>
                <a:cubicBezTo>
                  <a:pt x="1169297" y="49865"/>
                  <a:pt x="1179823" y="44943"/>
                  <a:pt x="1191893" y="44943"/>
                </a:cubicBezTo>
                <a:cubicBezTo>
                  <a:pt x="1201975" y="44943"/>
                  <a:pt x="1210725" y="49079"/>
                  <a:pt x="1218145" y="57350"/>
                </a:cubicBezTo>
                <a:cubicBezTo>
                  <a:pt x="1225564" y="65622"/>
                  <a:pt x="1229558" y="77887"/>
                  <a:pt x="1230126" y="94146"/>
                </a:cubicBezTo>
                <a:moveTo>
                  <a:pt x="1203927" y="87117"/>
                </a:moveTo>
                <a:cubicBezTo>
                  <a:pt x="1203927" y="75686"/>
                  <a:pt x="1203306" y="67841"/>
                  <a:pt x="1202063" y="63581"/>
                </a:cubicBezTo>
                <a:cubicBezTo>
                  <a:pt x="1200821" y="59321"/>
                  <a:pt x="1198886" y="56090"/>
                  <a:pt x="1196259" y="53889"/>
                </a:cubicBezTo>
                <a:cubicBezTo>
                  <a:pt x="1194768" y="52611"/>
                  <a:pt x="1192780" y="51972"/>
                  <a:pt x="1190295" y="51972"/>
                </a:cubicBezTo>
                <a:cubicBezTo>
                  <a:pt x="1186603" y="51972"/>
                  <a:pt x="1183586" y="53783"/>
                  <a:pt x="1181243" y="57404"/>
                </a:cubicBezTo>
                <a:cubicBezTo>
                  <a:pt x="1177054" y="63723"/>
                  <a:pt x="1174959" y="72385"/>
                  <a:pt x="1174959" y="83390"/>
                </a:cubicBezTo>
                <a:lnTo>
                  <a:pt x="1174959" y="87117"/>
                </a:lnTo>
                <a:lnTo>
                  <a:pt x="1203927" y="87117"/>
                </a:lnTo>
                <a:close/>
                <a:moveTo>
                  <a:pt x="1283942" y="47925"/>
                </a:moveTo>
                <a:lnTo>
                  <a:pt x="1283942" y="70503"/>
                </a:lnTo>
                <a:cubicBezTo>
                  <a:pt x="1290545" y="60208"/>
                  <a:pt x="1296332" y="53374"/>
                  <a:pt x="1301302" y="50002"/>
                </a:cubicBezTo>
                <a:cubicBezTo>
                  <a:pt x="1306272" y="46629"/>
                  <a:pt x="1311065" y="44943"/>
                  <a:pt x="1315680" y="44943"/>
                </a:cubicBezTo>
                <a:cubicBezTo>
                  <a:pt x="1319656" y="44943"/>
                  <a:pt x="1322833" y="46172"/>
                  <a:pt x="1325211" y="48631"/>
                </a:cubicBezTo>
                <a:cubicBezTo>
                  <a:pt x="1327590" y="51089"/>
                  <a:pt x="1328779" y="54563"/>
                  <a:pt x="1328779" y="59051"/>
                </a:cubicBezTo>
                <a:cubicBezTo>
                  <a:pt x="1328779" y="63826"/>
                  <a:pt x="1327625" y="67532"/>
                  <a:pt x="1325318" y="70170"/>
                </a:cubicBezTo>
                <a:cubicBezTo>
                  <a:pt x="1323010" y="72806"/>
                  <a:pt x="1320224" y="74124"/>
                  <a:pt x="1316958" y="74124"/>
                </a:cubicBezTo>
                <a:cubicBezTo>
                  <a:pt x="1313195" y="74124"/>
                  <a:pt x="1309929" y="72917"/>
                  <a:pt x="1307160" y="70503"/>
                </a:cubicBezTo>
                <a:cubicBezTo>
                  <a:pt x="1304391" y="68089"/>
                  <a:pt x="1302758" y="66740"/>
                  <a:pt x="1302261" y="66456"/>
                </a:cubicBezTo>
                <a:cubicBezTo>
                  <a:pt x="1301551" y="66030"/>
                  <a:pt x="1300734" y="65817"/>
                  <a:pt x="1299811" y="65817"/>
                </a:cubicBezTo>
                <a:cubicBezTo>
                  <a:pt x="1297752" y="65817"/>
                  <a:pt x="1295799" y="66598"/>
                  <a:pt x="1293953" y="68160"/>
                </a:cubicBezTo>
                <a:cubicBezTo>
                  <a:pt x="1291042" y="70574"/>
                  <a:pt x="1288841" y="74018"/>
                  <a:pt x="1287350" y="78491"/>
                </a:cubicBezTo>
                <a:cubicBezTo>
                  <a:pt x="1285078" y="85378"/>
                  <a:pt x="1283942" y="92975"/>
                  <a:pt x="1283942" y="101282"/>
                </a:cubicBezTo>
                <a:lnTo>
                  <a:pt x="1283942" y="124179"/>
                </a:lnTo>
                <a:lnTo>
                  <a:pt x="1284049" y="130143"/>
                </a:lnTo>
                <a:cubicBezTo>
                  <a:pt x="1284049" y="134190"/>
                  <a:pt x="1284297" y="136782"/>
                  <a:pt x="1284794" y="137918"/>
                </a:cubicBezTo>
                <a:cubicBezTo>
                  <a:pt x="1285646" y="139835"/>
                  <a:pt x="1286907" y="141237"/>
                  <a:pt x="1288575" y="142125"/>
                </a:cubicBezTo>
                <a:cubicBezTo>
                  <a:pt x="1290244" y="143012"/>
                  <a:pt x="1293066" y="143562"/>
                  <a:pt x="1297042" y="143775"/>
                </a:cubicBezTo>
                <a:lnTo>
                  <a:pt x="1297042" y="147609"/>
                </a:lnTo>
                <a:lnTo>
                  <a:pt x="1243259" y="147609"/>
                </a:lnTo>
                <a:lnTo>
                  <a:pt x="1243259" y="143775"/>
                </a:lnTo>
                <a:cubicBezTo>
                  <a:pt x="1247590" y="143420"/>
                  <a:pt x="1250519" y="142231"/>
                  <a:pt x="1252046" y="140208"/>
                </a:cubicBezTo>
                <a:cubicBezTo>
                  <a:pt x="1253572" y="138184"/>
                  <a:pt x="1254335" y="132841"/>
                  <a:pt x="1254335" y="124179"/>
                </a:cubicBezTo>
                <a:lnTo>
                  <a:pt x="1254335" y="69012"/>
                </a:lnTo>
                <a:cubicBezTo>
                  <a:pt x="1254335" y="63297"/>
                  <a:pt x="1254051" y="59653"/>
                  <a:pt x="1253483" y="58083"/>
                </a:cubicBezTo>
                <a:cubicBezTo>
                  <a:pt x="1252773" y="56081"/>
                  <a:pt x="1251744" y="54617"/>
                  <a:pt x="1250395" y="53689"/>
                </a:cubicBezTo>
                <a:cubicBezTo>
                  <a:pt x="1249046" y="52760"/>
                  <a:pt x="1246667" y="52116"/>
                  <a:pt x="1243259" y="51759"/>
                </a:cubicBezTo>
                <a:lnTo>
                  <a:pt x="1243259" y="47925"/>
                </a:lnTo>
                <a:lnTo>
                  <a:pt x="1283942" y="47925"/>
                </a:lnTo>
                <a:close/>
                <a:moveTo>
                  <a:pt x="1363424" y="0"/>
                </a:moveTo>
                <a:cubicBezTo>
                  <a:pt x="1368039" y="0"/>
                  <a:pt x="1371944" y="1621"/>
                  <a:pt x="1375139" y="4862"/>
                </a:cubicBezTo>
                <a:cubicBezTo>
                  <a:pt x="1378334" y="8102"/>
                  <a:pt x="1379932" y="12001"/>
                  <a:pt x="1379932" y="16561"/>
                </a:cubicBezTo>
                <a:cubicBezTo>
                  <a:pt x="1379932" y="21120"/>
                  <a:pt x="1378317" y="25003"/>
                  <a:pt x="1375086" y="28209"/>
                </a:cubicBezTo>
                <a:cubicBezTo>
                  <a:pt x="1371856" y="31413"/>
                  <a:pt x="1367968" y="33015"/>
                  <a:pt x="1363424" y="33015"/>
                </a:cubicBezTo>
                <a:cubicBezTo>
                  <a:pt x="1358880" y="33015"/>
                  <a:pt x="1355011" y="31413"/>
                  <a:pt x="1351816" y="28209"/>
                </a:cubicBezTo>
                <a:cubicBezTo>
                  <a:pt x="1348621" y="25003"/>
                  <a:pt x="1347023" y="21120"/>
                  <a:pt x="1347023" y="16561"/>
                </a:cubicBezTo>
                <a:cubicBezTo>
                  <a:pt x="1347023" y="12001"/>
                  <a:pt x="1348621" y="8102"/>
                  <a:pt x="1351816" y="4862"/>
                </a:cubicBezTo>
                <a:cubicBezTo>
                  <a:pt x="1355011" y="1621"/>
                  <a:pt x="1358880" y="0"/>
                  <a:pt x="1363424" y="0"/>
                </a:cubicBezTo>
                <a:moveTo>
                  <a:pt x="1378334" y="47925"/>
                </a:moveTo>
                <a:lnTo>
                  <a:pt x="1378334" y="126948"/>
                </a:lnTo>
                <a:cubicBezTo>
                  <a:pt x="1378334" y="133977"/>
                  <a:pt x="1379151" y="138468"/>
                  <a:pt x="1380784" y="140421"/>
                </a:cubicBezTo>
                <a:cubicBezTo>
                  <a:pt x="1382417" y="142373"/>
                  <a:pt x="1385612" y="143491"/>
                  <a:pt x="1390369" y="143775"/>
                </a:cubicBezTo>
                <a:lnTo>
                  <a:pt x="1390369" y="147609"/>
                </a:lnTo>
                <a:lnTo>
                  <a:pt x="1336586" y="147609"/>
                </a:lnTo>
                <a:lnTo>
                  <a:pt x="1336586" y="143775"/>
                </a:lnTo>
                <a:cubicBezTo>
                  <a:pt x="1340988" y="143633"/>
                  <a:pt x="1344254" y="142355"/>
                  <a:pt x="1346384" y="139941"/>
                </a:cubicBezTo>
                <a:cubicBezTo>
                  <a:pt x="1347804" y="138308"/>
                  <a:pt x="1348514" y="133977"/>
                  <a:pt x="1348514" y="126948"/>
                </a:cubicBezTo>
                <a:lnTo>
                  <a:pt x="1348514" y="68799"/>
                </a:lnTo>
                <a:cubicBezTo>
                  <a:pt x="1348514" y="61681"/>
                  <a:pt x="1347698" y="57134"/>
                  <a:pt x="1346065" y="55157"/>
                </a:cubicBezTo>
                <a:cubicBezTo>
                  <a:pt x="1344432" y="53180"/>
                  <a:pt x="1341272" y="52048"/>
                  <a:pt x="1336586" y="51759"/>
                </a:cubicBezTo>
                <a:lnTo>
                  <a:pt x="1336586" y="47925"/>
                </a:lnTo>
                <a:lnTo>
                  <a:pt x="1378334" y="47925"/>
                </a:lnTo>
                <a:close/>
                <a:moveTo>
                  <a:pt x="1440781" y="47925"/>
                </a:moveTo>
                <a:lnTo>
                  <a:pt x="1440781" y="60918"/>
                </a:lnTo>
                <a:cubicBezTo>
                  <a:pt x="1445893" y="55342"/>
                  <a:pt x="1450792" y="51287"/>
                  <a:pt x="1455478" y="48751"/>
                </a:cubicBezTo>
                <a:cubicBezTo>
                  <a:pt x="1460164" y="46212"/>
                  <a:pt x="1465205" y="44943"/>
                  <a:pt x="1470601" y="44943"/>
                </a:cubicBezTo>
                <a:cubicBezTo>
                  <a:pt x="1477062" y="44943"/>
                  <a:pt x="1482422" y="46738"/>
                  <a:pt x="1486682" y="50328"/>
                </a:cubicBezTo>
                <a:cubicBezTo>
                  <a:pt x="1490943" y="53918"/>
                  <a:pt x="1493783" y="58379"/>
                  <a:pt x="1495203" y="63710"/>
                </a:cubicBezTo>
                <a:cubicBezTo>
                  <a:pt x="1496339" y="67764"/>
                  <a:pt x="1496907" y="75550"/>
                  <a:pt x="1496907" y="87067"/>
                </a:cubicBezTo>
                <a:lnTo>
                  <a:pt x="1496907" y="125883"/>
                </a:lnTo>
                <a:cubicBezTo>
                  <a:pt x="1496907" y="133551"/>
                  <a:pt x="1497599" y="138326"/>
                  <a:pt x="1498983" y="140208"/>
                </a:cubicBezTo>
                <a:cubicBezTo>
                  <a:pt x="1500368" y="142089"/>
                  <a:pt x="1503261" y="143278"/>
                  <a:pt x="1507663" y="143775"/>
                </a:cubicBezTo>
                <a:lnTo>
                  <a:pt x="1507663" y="147609"/>
                </a:lnTo>
                <a:lnTo>
                  <a:pt x="1457288" y="147609"/>
                </a:lnTo>
                <a:lnTo>
                  <a:pt x="1457288" y="143775"/>
                </a:lnTo>
                <a:cubicBezTo>
                  <a:pt x="1461051" y="143278"/>
                  <a:pt x="1463749" y="141716"/>
                  <a:pt x="1465382" y="139089"/>
                </a:cubicBezTo>
                <a:cubicBezTo>
                  <a:pt x="1466518" y="137314"/>
                  <a:pt x="1467086" y="132912"/>
                  <a:pt x="1467086" y="125883"/>
                </a:cubicBezTo>
                <a:lnTo>
                  <a:pt x="1467086" y="81579"/>
                </a:lnTo>
                <a:cubicBezTo>
                  <a:pt x="1467086" y="73414"/>
                  <a:pt x="1466767" y="68267"/>
                  <a:pt x="1466128" y="66137"/>
                </a:cubicBezTo>
                <a:cubicBezTo>
                  <a:pt x="1465489" y="64007"/>
                  <a:pt x="1464406" y="62356"/>
                  <a:pt x="1462880" y="61184"/>
                </a:cubicBezTo>
                <a:cubicBezTo>
                  <a:pt x="1461353" y="60013"/>
                  <a:pt x="1459667" y="59427"/>
                  <a:pt x="1457821" y="59427"/>
                </a:cubicBezTo>
                <a:cubicBezTo>
                  <a:pt x="1451715" y="59427"/>
                  <a:pt x="1446035" y="63829"/>
                  <a:pt x="1440781" y="72633"/>
                </a:cubicBezTo>
                <a:lnTo>
                  <a:pt x="1440781" y="125883"/>
                </a:lnTo>
                <a:cubicBezTo>
                  <a:pt x="1440781" y="133338"/>
                  <a:pt x="1441473" y="138060"/>
                  <a:pt x="1442858" y="140048"/>
                </a:cubicBezTo>
                <a:cubicBezTo>
                  <a:pt x="1444242" y="142036"/>
                  <a:pt x="1446816" y="143278"/>
                  <a:pt x="1450579" y="143775"/>
                </a:cubicBezTo>
                <a:lnTo>
                  <a:pt x="1450579" y="147609"/>
                </a:lnTo>
                <a:lnTo>
                  <a:pt x="1400204" y="147609"/>
                </a:lnTo>
                <a:lnTo>
                  <a:pt x="1400204" y="143775"/>
                </a:lnTo>
                <a:cubicBezTo>
                  <a:pt x="1404393" y="143349"/>
                  <a:pt x="1407375" y="142000"/>
                  <a:pt x="1409150" y="139728"/>
                </a:cubicBezTo>
                <a:cubicBezTo>
                  <a:pt x="1410357" y="138166"/>
                  <a:pt x="1410961" y="133551"/>
                  <a:pt x="1410961" y="125883"/>
                </a:cubicBezTo>
                <a:lnTo>
                  <a:pt x="1410961" y="69651"/>
                </a:lnTo>
                <a:cubicBezTo>
                  <a:pt x="1410961" y="62034"/>
                  <a:pt x="1410269" y="57292"/>
                  <a:pt x="1408884" y="55423"/>
                </a:cubicBezTo>
                <a:cubicBezTo>
                  <a:pt x="1407499" y="53555"/>
                  <a:pt x="1404606" y="52334"/>
                  <a:pt x="1400204" y="51759"/>
                </a:cubicBezTo>
                <a:lnTo>
                  <a:pt x="1400204" y="47925"/>
                </a:lnTo>
                <a:lnTo>
                  <a:pt x="1440781" y="47925"/>
                </a:lnTo>
                <a:close/>
                <a:moveTo>
                  <a:pt x="1585269" y="49203"/>
                </a:moveTo>
                <a:lnTo>
                  <a:pt x="1618817" y="49203"/>
                </a:lnTo>
                <a:lnTo>
                  <a:pt x="1618817" y="60918"/>
                </a:lnTo>
                <a:lnTo>
                  <a:pt x="1599753" y="60918"/>
                </a:lnTo>
                <a:cubicBezTo>
                  <a:pt x="1603232" y="64397"/>
                  <a:pt x="1605646" y="67557"/>
                  <a:pt x="1606995" y="70397"/>
                </a:cubicBezTo>
                <a:cubicBezTo>
                  <a:pt x="1608699" y="74231"/>
                  <a:pt x="1609551" y="78242"/>
                  <a:pt x="1609551" y="82431"/>
                </a:cubicBezTo>
                <a:cubicBezTo>
                  <a:pt x="1609551" y="89531"/>
                  <a:pt x="1607581" y="95691"/>
                  <a:pt x="1603641" y="100909"/>
                </a:cubicBezTo>
                <a:cubicBezTo>
                  <a:pt x="1599700" y="106128"/>
                  <a:pt x="1594340" y="110210"/>
                  <a:pt x="1587559" y="113157"/>
                </a:cubicBezTo>
                <a:cubicBezTo>
                  <a:pt x="1580779" y="116103"/>
                  <a:pt x="1574761" y="117576"/>
                  <a:pt x="1569507" y="117576"/>
                </a:cubicBezTo>
                <a:cubicBezTo>
                  <a:pt x="1569081" y="117576"/>
                  <a:pt x="1564821" y="117399"/>
                  <a:pt x="1556727" y="117044"/>
                </a:cubicBezTo>
                <a:cubicBezTo>
                  <a:pt x="1553532" y="117044"/>
                  <a:pt x="1550852" y="118086"/>
                  <a:pt x="1548686" y="120169"/>
                </a:cubicBezTo>
                <a:cubicBezTo>
                  <a:pt x="1546521" y="122252"/>
                  <a:pt x="1545438" y="124741"/>
                  <a:pt x="1545438" y="127634"/>
                </a:cubicBezTo>
                <a:cubicBezTo>
                  <a:pt x="1545438" y="130177"/>
                  <a:pt x="1546414" y="132260"/>
                  <a:pt x="1548367" y="133884"/>
                </a:cubicBezTo>
                <a:cubicBezTo>
                  <a:pt x="1550320" y="135508"/>
                  <a:pt x="1553497" y="136320"/>
                  <a:pt x="1557899" y="136320"/>
                </a:cubicBezTo>
                <a:lnTo>
                  <a:pt x="1576323" y="136107"/>
                </a:lnTo>
                <a:cubicBezTo>
                  <a:pt x="1591233" y="136107"/>
                  <a:pt x="1601493" y="137744"/>
                  <a:pt x="1607102" y="141016"/>
                </a:cubicBezTo>
                <a:cubicBezTo>
                  <a:pt x="1615125" y="145567"/>
                  <a:pt x="1619136" y="152573"/>
                  <a:pt x="1619136" y="162034"/>
                </a:cubicBezTo>
                <a:cubicBezTo>
                  <a:pt x="1619136" y="168080"/>
                  <a:pt x="1617290" y="173574"/>
                  <a:pt x="1613598" y="178518"/>
                </a:cubicBezTo>
                <a:cubicBezTo>
                  <a:pt x="1609906" y="183461"/>
                  <a:pt x="1605043" y="187107"/>
                  <a:pt x="1599008" y="189454"/>
                </a:cubicBezTo>
                <a:cubicBezTo>
                  <a:pt x="1589849" y="192940"/>
                  <a:pt x="1579305" y="194683"/>
                  <a:pt x="1567377" y="194683"/>
                </a:cubicBezTo>
                <a:cubicBezTo>
                  <a:pt x="1558431" y="194683"/>
                  <a:pt x="1550266" y="193813"/>
                  <a:pt x="1542882" y="192073"/>
                </a:cubicBezTo>
                <a:cubicBezTo>
                  <a:pt x="1535498" y="190334"/>
                  <a:pt x="1530209" y="187919"/>
                  <a:pt x="1527014" y="184828"/>
                </a:cubicBezTo>
                <a:cubicBezTo>
                  <a:pt x="1523819" y="181739"/>
                  <a:pt x="1522221" y="178490"/>
                  <a:pt x="1522221" y="175080"/>
                </a:cubicBezTo>
                <a:cubicBezTo>
                  <a:pt x="1522221" y="171814"/>
                  <a:pt x="1523446" y="168884"/>
                  <a:pt x="1525895" y="166290"/>
                </a:cubicBezTo>
                <a:cubicBezTo>
                  <a:pt x="1528345" y="163699"/>
                  <a:pt x="1532907" y="161516"/>
                  <a:pt x="1539581" y="159741"/>
                </a:cubicBezTo>
                <a:cubicBezTo>
                  <a:pt x="1530351" y="155196"/>
                  <a:pt x="1525736" y="148879"/>
                  <a:pt x="1525736" y="140787"/>
                </a:cubicBezTo>
                <a:cubicBezTo>
                  <a:pt x="1525736" y="135888"/>
                  <a:pt x="1527617" y="131132"/>
                  <a:pt x="1531380" y="126519"/>
                </a:cubicBezTo>
                <a:cubicBezTo>
                  <a:pt x="1535143" y="121904"/>
                  <a:pt x="1541107" y="117893"/>
                  <a:pt x="1549272" y="114485"/>
                </a:cubicBezTo>
                <a:cubicBezTo>
                  <a:pt x="1539758" y="111001"/>
                  <a:pt x="1532871" y="106415"/>
                  <a:pt x="1528611" y="100726"/>
                </a:cubicBezTo>
                <a:cubicBezTo>
                  <a:pt x="1524351" y="95037"/>
                  <a:pt x="1522221" y="88460"/>
                  <a:pt x="1522221" y="80993"/>
                </a:cubicBezTo>
                <a:cubicBezTo>
                  <a:pt x="1522221" y="71253"/>
                  <a:pt x="1526197" y="62810"/>
                  <a:pt x="1534149" y="55663"/>
                </a:cubicBezTo>
                <a:cubicBezTo>
                  <a:pt x="1542101" y="48516"/>
                  <a:pt x="1552325" y="44943"/>
                  <a:pt x="1564821" y="44943"/>
                </a:cubicBezTo>
                <a:cubicBezTo>
                  <a:pt x="1571424" y="44943"/>
                  <a:pt x="1578240" y="46363"/>
                  <a:pt x="1585269" y="49203"/>
                </a:cubicBezTo>
                <a:moveTo>
                  <a:pt x="1566845" y="51759"/>
                </a:moveTo>
                <a:cubicBezTo>
                  <a:pt x="1562727" y="51759"/>
                  <a:pt x="1559248" y="53833"/>
                  <a:pt x="1556408" y="57979"/>
                </a:cubicBezTo>
                <a:cubicBezTo>
                  <a:pt x="1553568" y="62124"/>
                  <a:pt x="1552148" y="70717"/>
                  <a:pt x="1552148" y="83759"/>
                </a:cubicBezTo>
                <a:cubicBezTo>
                  <a:pt x="1552148" y="94318"/>
                  <a:pt x="1553550" y="101565"/>
                  <a:pt x="1556355" y="105499"/>
                </a:cubicBezTo>
                <a:cubicBezTo>
                  <a:pt x="1559159" y="109432"/>
                  <a:pt x="1562478" y="111399"/>
                  <a:pt x="1566312" y="111399"/>
                </a:cubicBezTo>
                <a:cubicBezTo>
                  <a:pt x="1570572" y="111399"/>
                  <a:pt x="1574122" y="109450"/>
                  <a:pt x="1576962" y="105552"/>
                </a:cubicBezTo>
                <a:cubicBezTo>
                  <a:pt x="1579802" y="101653"/>
                  <a:pt x="1581222" y="94070"/>
                  <a:pt x="1581222" y="82801"/>
                </a:cubicBezTo>
                <a:cubicBezTo>
                  <a:pt x="1581222" y="70116"/>
                  <a:pt x="1579625" y="61470"/>
                  <a:pt x="1576430" y="56861"/>
                </a:cubicBezTo>
                <a:cubicBezTo>
                  <a:pt x="1574158" y="53460"/>
                  <a:pt x="1570963" y="51759"/>
                  <a:pt x="1566845" y="51759"/>
                </a:cubicBezTo>
                <a:moveTo>
                  <a:pt x="1560561" y="162307"/>
                </a:moveTo>
                <a:cubicBezTo>
                  <a:pt x="1553319" y="162307"/>
                  <a:pt x="1548527" y="162908"/>
                  <a:pt x="1546184" y="164110"/>
                </a:cubicBezTo>
                <a:cubicBezTo>
                  <a:pt x="1542137" y="166300"/>
                  <a:pt x="1540113" y="169269"/>
                  <a:pt x="1540113" y="173016"/>
                </a:cubicBezTo>
                <a:cubicBezTo>
                  <a:pt x="1540113" y="176622"/>
                  <a:pt x="1542208" y="179891"/>
                  <a:pt x="1546397" y="182824"/>
                </a:cubicBezTo>
                <a:cubicBezTo>
                  <a:pt x="1550586" y="185760"/>
                  <a:pt x="1558467" y="187228"/>
                  <a:pt x="1570040" y="187228"/>
                </a:cubicBezTo>
                <a:cubicBezTo>
                  <a:pt x="1579909" y="187228"/>
                  <a:pt x="1587666" y="185920"/>
                  <a:pt x="1593310" y="183304"/>
                </a:cubicBezTo>
                <a:cubicBezTo>
                  <a:pt x="1598955" y="180688"/>
                  <a:pt x="1601777" y="177011"/>
                  <a:pt x="1601777" y="172274"/>
                </a:cubicBezTo>
                <a:cubicBezTo>
                  <a:pt x="1601777" y="170508"/>
                  <a:pt x="1601244" y="169024"/>
                  <a:pt x="1600179" y="167821"/>
                </a:cubicBezTo>
                <a:cubicBezTo>
                  <a:pt x="1598262" y="165700"/>
                  <a:pt x="1595369" y="164250"/>
                  <a:pt x="1591500" y="163471"/>
                </a:cubicBezTo>
                <a:cubicBezTo>
                  <a:pt x="1587630" y="162695"/>
                  <a:pt x="1577317" y="162307"/>
                  <a:pt x="1560561" y="162307"/>
                </a:cubicBezTo>
                <a:close/>
                <a:moveTo>
                  <a:pt x="1736499" y="82218"/>
                </a:moveTo>
                <a:lnTo>
                  <a:pt x="1736499" y="122262"/>
                </a:lnTo>
                <a:cubicBezTo>
                  <a:pt x="1736499" y="130112"/>
                  <a:pt x="1736979" y="135055"/>
                  <a:pt x="1737937" y="137089"/>
                </a:cubicBezTo>
                <a:cubicBezTo>
                  <a:pt x="1738896" y="139122"/>
                  <a:pt x="1740600" y="140745"/>
                  <a:pt x="1743049" y="141958"/>
                </a:cubicBezTo>
                <a:cubicBezTo>
                  <a:pt x="1745499" y="143170"/>
                  <a:pt x="1749990" y="143775"/>
                  <a:pt x="1756522" y="143775"/>
                </a:cubicBezTo>
                <a:lnTo>
                  <a:pt x="1756522" y="147609"/>
                </a:lnTo>
                <a:lnTo>
                  <a:pt x="1683143" y="147609"/>
                </a:lnTo>
                <a:lnTo>
                  <a:pt x="1683143" y="143775"/>
                </a:lnTo>
                <a:cubicBezTo>
                  <a:pt x="1689817" y="143775"/>
                  <a:pt x="1694343" y="143151"/>
                  <a:pt x="1696722" y="141902"/>
                </a:cubicBezTo>
                <a:cubicBezTo>
                  <a:pt x="1699100" y="140653"/>
                  <a:pt x="1700769" y="139030"/>
                  <a:pt x="1701727" y="137033"/>
                </a:cubicBezTo>
                <a:cubicBezTo>
                  <a:pt x="1702686" y="135036"/>
                  <a:pt x="1703165" y="130112"/>
                  <a:pt x="1703165" y="122262"/>
                </a:cubicBezTo>
                <a:lnTo>
                  <a:pt x="1703165" y="28542"/>
                </a:lnTo>
                <a:cubicBezTo>
                  <a:pt x="1703165" y="20692"/>
                  <a:pt x="1702686" y="15751"/>
                  <a:pt x="1701727" y="13719"/>
                </a:cubicBezTo>
                <a:cubicBezTo>
                  <a:pt x="1700769" y="11684"/>
                  <a:pt x="1699082" y="10061"/>
                  <a:pt x="1696668" y="8850"/>
                </a:cubicBezTo>
                <a:cubicBezTo>
                  <a:pt x="1694254" y="7636"/>
                  <a:pt x="1689746" y="7029"/>
                  <a:pt x="1683143" y="7029"/>
                </a:cubicBezTo>
                <a:lnTo>
                  <a:pt x="1683143" y="3195"/>
                </a:lnTo>
                <a:lnTo>
                  <a:pt x="1746085" y="3195"/>
                </a:lnTo>
                <a:cubicBezTo>
                  <a:pt x="1766817" y="3195"/>
                  <a:pt x="1781691" y="6887"/>
                  <a:pt x="1790708" y="14271"/>
                </a:cubicBezTo>
                <a:cubicBezTo>
                  <a:pt x="1799725" y="21655"/>
                  <a:pt x="1804234" y="30885"/>
                  <a:pt x="1804234" y="41961"/>
                </a:cubicBezTo>
                <a:cubicBezTo>
                  <a:pt x="1804234" y="51333"/>
                  <a:pt x="1801323" y="59356"/>
                  <a:pt x="1795501" y="66030"/>
                </a:cubicBezTo>
                <a:cubicBezTo>
                  <a:pt x="1789679" y="72704"/>
                  <a:pt x="1781656" y="77248"/>
                  <a:pt x="1771432" y="79662"/>
                </a:cubicBezTo>
                <a:cubicBezTo>
                  <a:pt x="1764545" y="81366"/>
                  <a:pt x="1752901" y="82218"/>
                  <a:pt x="1736499" y="82218"/>
                </a:cubicBezTo>
                <a:moveTo>
                  <a:pt x="1736499" y="11502"/>
                </a:moveTo>
                <a:lnTo>
                  <a:pt x="1736499" y="73911"/>
                </a:lnTo>
                <a:cubicBezTo>
                  <a:pt x="1738842" y="74053"/>
                  <a:pt x="1740618" y="74124"/>
                  <a:pt x="1741825" y="74124"/>
                </a:cubicBezTo>
                <a:cubicBezTo>
                  <a:pt x="1750487" y="74124"/>
                  <a:pt x="1757161" y="71550"/>
                  <a:pt x="1761847" y="66403"/>
                </a:cubicBezTo>
                <a:cubicBezTo>
                  <a:pt x="1766533" y="61255"/>
                  <a:pt x="1768876" y="53286"/>
                  <a:pt x="1768876" y="42494"/>
                </a:cubicBezTo>
                <a:cubicBezTo>
                  <a:pt x="1768876" y="31773"/>
                  <a:pt x="1766533" y="23927"/>
                  <a:pt x="1761847" y="18957"/>
                </a:cubicBezTo>
                <a:cubicBezTo>
                  <a:pt x="1757161" y="13987"/>
                  <a:pt x="1750167" y="11502"/>
                  <a:pt x="1740866" y="11502"/>
                </a:cubicBezTo>
                <a:lnTo>
                  <a:pt x="1736499" y="11502"/>
                </a:lnTo>
                <a:close/>
                <a:moveTo>
                  <a:pt x="1859542" y="47925"/>
                </a:moveTo>
                <a:lnTo>
                  <a:pt x="1859542" y="70503"/>
                </a:lnTo>
                <a:cubicBezTo>
                  <a:pt x="1866145" y="60208"/>
                  <a:pt x="1871932" y="53374"/>
                  <a:pt x="1876902" y="50002"/>
                </a:cubicBezTo>
                <a:cubicBezTo>
                  <a:pt x="1881872" y="46629"/>
                  <a:pt x="1886664" y="44943"/>
                  <a:pt x="1891279" y="44943"/>
                </a:cubicBezTo>
                <a:cubicBezTo>
                  <a:pt x="1895256" y="44943"/>
                  <a:pt x="1898433" y="46172"/>
                  <a:pt x="1900811" y="48631"/>
                </a:cubicBezTo>
                <a:cubicBezTo>
                  <a:pt x="1903190" y="51089"/>
                  <a:pt x="1904379" y="54563"/>
                  <a:pt x="1904379" y="59051"/>
                </a:cubicBezTo>
                <a:cubicBezTo>
                  <a:pt x="1904379" y="63826"/>
                  <a:pt x="1903225" y="67532"/>
                  <a:pt x="1900918" y="70170"/>
                </a:cubicBezTo>
                <a:cubicBezTo>
                  <a:pt x="1898610" y="72806"/>
                  <a:pt x="1895824" y="74124"/>
                  <a:pt x="1892558" y="74124"/>
                </a:cubicBezTo>
                <a:cubicBezTo>
                  <a:pt x="1888794" y="74124"/>
                  <a:pt x="1885528" y="72917"/>
                  <a:pt x="1882759" y="70503"/>
                </a:cubicBezTo>
                <a:cubicBezTo>
                  <a:pt x="1879990" y="68089"/>
                  <a:pt x="1878357" y="66740"/>
                  <a:pt x="1877860" y="66456"/>
                </a:cubicBezTo>
                <a:cubicBezTo>
                  <a:pt x="1877150" y="66030"/>
                  <a:pt x="1876334" y="65817"/>
                  <a:pt x="1875411" y="65817"/>
                </a:cubicBezTo>
                <a:cubicBezTo>
                  <a:pt x="1873352" y="65817"/>
                  <a:pt x="1871399" y="66598"/>
                  <a:pt x="1869553" y="68160"/>
                </a:cubicBezTo>
                <a:cubicBezTo>
                  <a:pt x="1866642" y="70574"/>
                  <a:pt x="1864441" y="74018"/>
                  <a:pt x="1862950" y="78491"/>
                </a:cubicBezTo>
                <a:cubicBezTo>
                  <a:pt x="1860678" y="85378"/>
                  <a:pt x="1859542" y="92975"/>
                  <a:pt x="1859542" y="101282"/>
                </a:cubicBezTo>
                <a:lnTo>
                  <a:pt x="1859542" y="124179"/>
                </a:lnTo>
                <a:lnTo>
                  <a:pt x="1859649" y="130143"/>
                </a:lnTo>
                <a:cubicBezTo>
                  <a:pt x="1859649" y="134190"/>
                  <a:pt x="1859897" y="136782"/>
                  <a:pt x="1860394" y="137918"/>
                </a:cubicBezTo>
                <a:cubicBezTo>
                  <a:pt x="1861246" y="139835"/>
                  <a:pt x="1862507" y="141237"/>
                  <a:pt x="1864175" y="142125"/>
                </a:cubicBezTo>
                <a:cubicBezTo>
                  <a:pt x="1865844" y="143012"/>
                  <a:pt x="1868666" y="143562"/>
                  <a:pt x="1872642" y="143775"/>
                </a:cubicBezTo>
                <a:lnTo>
                  <a:pt x="1872642" y="147609"/>
                </a:lnTo>
                <a:lnTo>
                  <a:pt x="1818859" y="147609"/>
                </a:lnTo>
                <a:lnTo>
                  <a:pt x="1818859" y="143775"/>
                </a:lnTo>
                <a:cubicBezTo>
                  <a:pt x="1823190" y="143420"/>
                  <a:pt x="1826119" y="142231"/>
                  <a:pt x="1827646" y="140208"/>
                </a:cubicBezTo>
                <a:cubicBezTo>
                  <a:pt x="1829172" y="138184"/>
                  <a:pt x="1829935" y="132841"/>
                  <a:pt x="1829935" y="124179"/>
                </a:cubicBezTo>
                <a:lnTo>
                  <a:pt x="1829935" y="69012"/>
                </a:lnTo>
                <a:cubicBezTo>
                  <a:pt x="1829935" y="63297"/>
                  <a:pt x="1829651" y="59653"/>
                  <a:pt x="1829083" y="58083"/>
                </a:cubicBezTo>
                <a:cubicBezTo>
                  <a:pt x="1828373" y="56081"/>
                  <a:pt x="1827344" y="54617"/>
                  <a:pt x="1825995" y="53689"/>
                </a:cubicBezTo>
                <a:cubicBezTo>
                  <a:pt x="1824646" y="52760"/>
                  <a:pt x="1822267" y="52116"/>
                  <a:pt x="1818859" y="51759"/>
                </a:cubicBezTo>
                <a:lnTo>
                  <a:pt x="1818859" y="47925"/>
                </a:lnTo>
                <a:lnTo>
                  <a:pt x="1859542" y="47925"/>
                </a:lnTo>
                <a:close/>
                <a:moveTo>
                  <a:pt x="1995484" y="94146"/>
                </a:moveTo>
                <a:lnTo>
                  <a:pt x="1940849" y="94146"/>
                </a:lnTo>
                <a:cubicBezTo>
                  <a:pt x="1941488" y="107388"/>
                  <a:pt x="1945003" y="117853"/>
                  <a:pt x="1951393" y="125541"/>
                </a:cubicBezTo>
                <a:cubicBezTo>
                  <a:pt x="1956292" y="131449"/>
                  <a:pt x="1962185" y="134403"/>
                  <a:pt x="1969072" y="134403"/>
                </a:cubicBezTo>
                <a:cubicBezTo>
                  <a:pt x="1973332" y="134403"/>
                  <a:pt x="1977202" y="133214"/>
                  <a:pt x="1980681" y="130836"/>
                </a:cubicBezTo>
                <a:cubicBezTo>
                  <a:pt x="1984160" y="128457"/>
                  <a:pt x="1987887" y="124179"/>
                  <a:pt x="1991863" y="118002"/>
                </a:cubicBezTo>
                <a:lnTo>
                  <a:pt x="1995484" y="120345"/>
                </a:lnTo>
                <a:cubicBezTo>
                  <a:pt x="1990088" y="131350"/>
                  <a:pt x="1984124" y="139143"/>
                  <a:pt x="1977592" y="143722"/>
                </a:cubicBezTo>
                <a:cubicBezTo>
                  <a:pt x="1971060" y="148302"/>
                  <a:pt x="1963499" y="150591"/>
                  <a:pt x="1954908" y="150591"/>
                </a:cubicBezTo>
                <a:cubicBezTo>
                  <a:pt x="1940139" y="150591"/>
                  <a:pt x="1928957" y="144906"/>
                  <a:pt x="1921360" y="133535"/>
                </a:cubicBezTo>
                <a:cubicBezTo>
                  <a:pt x="1915254" y="124367"/>
                  <a:pt x="1912201" y="112996"/>
                  <a:pt x="1912201" y="99421"/>
                </a:cubicBezTo>
                <a:cubicBezTo>
                  <a:pt x="1912201" y="82790"/>
                  <a:pt x="1916692" y="69552"/>
                  <a:pt x="1925673" y="59710"/>
                </a:cubicBezTo>
                <a:cubicBezTo>
                  <a:pt x="1934655" y="49865"/>
                  <a:pt x="1945180" y="44943"/>
                  <a:pt x="1957251" y="44943"/>
                </a:cubicBezTo>
                <a:cubicBezTo>
                  <a:pt x="1967333" y="44943"/>
                  <a:pt x="1976083" y="49079"/>
                  <a:pt x="1983503" y="57350"/>
                </a:cubicBezTo>
                <a:cubicBezTo>
                  <a:pt x="1990922" y="65622"/>
                  <a:pt x="1994916" y="77887"/>
                  <a:pt x="1995484" y="94146"/>
                </a:cubicBezTo>
                <a:moveTo>
                  <a:pt x="1969285" y="87117"/>
                </a:moveTo>
                <a:cubicBezTo>
                  <a:pt x="1969285" y="75686"/>
                  <a:pt x="1968664" y="67841"/>
                  <a:pt x="1967421" y="63581"/>
                </a:cubicBezTo>
                <a:cubicBezTo>
                  <a:pt x="1966179" y="59321"/>
                  <a:pt x="1964244" y="56090"/>
                  <a:pt x="1961617" y="53889"/>
                </a:cubicBezTo>
                <a:cubicBezTo>
                  <a:pt x="1960126" y="52611"/>
                  <a:pt x="1958138" y="51972"/>
                  <a:pt x="1955653" y="51972"/>
                </a:cubicBezTo>
                <a:cubicBezTo>
                  <a:pt x="1951961" y="51972"/>
                  <a:pt x="1948943" y="53783"/>
                  <a:pt x="1946600" y="57404"/>
                </a:cubicBezTo>
                <a:cubicBezTo>
                  <a:pt x="1942411" y="63723"/>
                  <a:pt x="1940317" y="72385"/>
                  <a:pt x="1940317" y="83390"/>
                </a:cubicBezTo>
                <a:lnTo>
                  <a:pt x="1940317" y="87117"/>
                </a:lnTo>
                <a:lnTo>
                  <a:pt x="1969285" y="87117"/>
                </a:lnTo>
                <a:close/>
                <a:moveTo>
                  <a:pt x="2104787" y="3195"/>
                </a:moveTo>
                <a:lnTo>
                  <a:pt x="2104787" y="117789"/>
                </a:lnTo>
                <a:cubicBezTo>
                  <a:pt x="2104787" y="125451"/>
                  <a:pt x="2105000" y="129984"/>
                  <a:pt x="2105426" y="131388"/>
                </a:cubicBezTo>
                <a:cubicBezTo>
                  <a:pt x="2105994" y="133709"/>
                  <a:pt x="2107077" y="135432"/>
                  <a:pt x="2108674" y="136557"/>
                </a:cubicBezTo>
                <a:cubicBezTo>
                  <a:pt x="2110272" y="137679"/>
                  <a:pt x="2113058" y="138382"/>
                  <a:pt x="2117034" y="138663"/>
                </a:cubicBezTo>
                <a:lnTo>
                  <a:pt x="2117034" y="142497"/>
                </a:lnTo>
                <a:lnTo>
                  <a:pt x="2074967" y="150591"/>
                </a:lnTo>
                <a:lnTo>
                  <a:pt x="2074967" y="134829"/>
                </a:lnTo>
                <a:cubicBezTo>
                  <a:pt x="2069926" y="140935"/>
                  <a:pt x="2065435" y="145089"/>
                  <a:pt x="2061494" y="147290"/>
                </a:cubicBezTo>
                <a:cubicBezTo>
                  <a:pt x="2057554" y="149491"/>
                  <a:pt x="2053099" y="150591"/>
                  <a:pt x="2048129" y="150591"/>
                </a:cubicBezTo>
                <a:cubicBezTo>
                  <a:pt x="2035420" y="150591"/>
                  <a:pt x="2025373" y="144906"/>
                  <a:pt x="2017989" y="133535"/>
                </a:cubicBezTo>
                <a:cubicBezTo>
                  <a:pt x="2012025" y="124296"/>
                  <a:pt x="2009043" y="112960"/>
                  <a:pt x="2009043" y="99528"/>
                </a:cubicBezTo>
                <a:cubicBezTo>
                  <a:pt x="2009043" y="88796"/>
                  <a:pt x="2010889" y="79183"/>
                  <a:pt x="2014581" y="70690"/>
                </a:cubicBezTo>
                <a:cubicBezTo>
                  <a:pt x="2018273" y="62196"/>
                  <a:pt x="2023332" y="55782"/>
                  <a:pt x="2029757" y="51446"/>
                </a:cubicBezTo>
                <a:cubicBezTo>
                  <a:pt x="2036183" y="47111"/>
                  <a:pt x="2043088" y="44943"/>
                  <a:pt x="2050472" y="44943"/>
                </a:cubicBezTo>
                <a:cubicBezTo>
                  <a:pt x="2055229" y="44943"/>
                  <a:pt x="2059453" y="45874"/>
                  <a:pt x="2063145" y="47735"/>
                </a:cubicBezTo>
                <a:cubicBezTo>
                  <a:pt x="2066837" y="49597"/>
                  <a:pt x="2070778" y="52855"/>
                  <a:pt x="2074967" y="57510"/>
                </a:cubicBezTo>
                <a:lnTo>
                  <a:pt x="2074967" y="27477"/>
                </a:lnTo>
                <a:cubicBezTo>
                  <a:pt x="2074967" y="19880"/>
                  <a:pt x="2074647" y="15301"/>
                  <a:pt x="2074008" y="13739"/>
                </a:cubicBezTo>
                <a:cubicBezTo>
                  <a:pt x="2073156" y="11680"/>
                  <a:pt x="2071878" y="10153"/>
                  <a:pt x="2070174" y="9159"/>
                </a:cubicBezTo>
                <a:cubicBezTo>
                  <a:pt x="2068470" y="8165"/>
                  <a:pt x="2065275" y="7668"/>
                  <a:pt x="2060589" y="7668"/>
                </a:cubicBezTo>
                <a:lnTo>
                  <a:pt x="2060589" y="3195"/>
                </a:lnTo>
                <a:lnTo>
                  <a:pt x="2104787" y="3195"/>
                </a:lnTo>
                <a:moveTo>
                  <a:pt x="2074967" y="70503"/>
                </a:moveTo>
                <a:cubicBezTo>
                  <a:pt x="2069713" y="60563"/>
                  <a:pt x="2063287" y="55593"/>
                  <a:pt x="2055690" y="55593"/>
                </a:cubicBezTo>
                <a:cubicBezTo>
                  <a:pt x="2053063" y="55593"/>
                  <a:pt x="2050898" y="56303"/>
                  <a:pt x="2049194" y="57723"/>
                </a:cubicBezTo>
                <a:cubicBezTo>
                  <a:pt x="2046567" y="59924"/>
                  <a:pt x="2044419" y="63794"/>
                  <a:pt x="2042750" y="69332"/>
                </a:cubicBezTo>
                <a:cubicBezTo>
                  <a:pt x="2041082" y="74870"/>
                  <a:pt x="2040248" y="83354"/>
                  <a:pt x="2040248" y="94785"/>
                </a:cubicBezTo>
                <a:cubicBezTo>
                  <a:pt x="2040248" y="107352"/>
                  <a:pt x="2041171" y="116653"/>
                  <a:pt x="2043017" y="122688"/>
                </a:cubicBezTo>
                <a:cubicBezTo>
                  <a:pt x="2044863" y="128723"/>
                  <a:pt x="2047383" y="133090"/>
                  <a:pt x="2050578" y="135788"/>
                </a:cubicBezTo>
                <a:cubicBezTo>
                  <a:pt x="2052211" y="137137"/>
                  <a:pt x="2054448" y="137811"/>
                  <a:pt x="2057288" y="137811"/>
                </a:cubicBezTo>
                <a:cubicBezTo>
                  <a:pt x="2063536" y="137811"/>
                  <a:pt x="2069429" y="132897"/>
                  <a:pt x="2074967" y="123068"/>
                </a:cubicBezTo>
                <a:lnTo>
                  <a:pt x="2074967" y="70503"/>
                </a:lnTo>
                <a:close/>
                <a:moveTo>
                  <a:pt x="2153211" y="0"/>
                </a:moveTo>
                <a:cubicBezTo>
                  <a:pt x="2157826" y="0"/>
                  <a:pt x="2161731" y="1621"/>
                  <a:pt x="2164926" y="4862"/>
                </a:cubicBezTo>
                <a:cubicBezTo>
                  <a:pt x="2168121" y="8102"/>
                  <a:pt x="2169719" y="12001"/>
                  <a:pt x="2169719" y="16561"/>
                </a:cubicBezTo>
                <a:cubicBezTo>
                  <a:pt x="2169719" y="21120"/>
                  <a:pt x="2168104" y="25003"/>
                  <a:pt x="2164873" y="28209"/>
                </a:cubicBezTo>
                <a:cubicBezTo>
                  <a:pt x="2161643" y="31413"/>
                  <a:pt x="2157755" y="33015"/>
                  <a:pt x="2153211" y="33015"/>
                </a:cubicBezTo>
                <a:cubicBezTo>
                  <a:pt x="2148667" y="33015"/>
                  <a:pt x="2144798" y="31413"/>
                  <a:pt x="2141603" y="28209"/>
                </a:cubicBezTo>
                <a:cubicBezTo>
                  <a:pt x="2138408" y="25003"/>
                  <a:pt x="2136810" y="21120"/>
                  <a:pt x="2136810" y="16561"/>
                </a:cubicBezTo>
                <a:cubicBezTo>
                  <a:pt x="2136810" y="12001"/>
                  <a:pt x="2138408" y="8102"/>
                  <a:pt x="2141603" y="4862"/>
                </a:cubicBezTo>
                <a:cubicBezTo>
                  <a:pt x="2144798" y="1621"/>
                  <a:pt x="2148667" y="0"/>
                  <a:pt x="2153211" y="0"/>
                </a:cubicBezTo>
                <a:moveTo>
                  <a:pt x="2168121" y="47925"/>
                </a:moveTo>
                <a:lnTo>
                  <a:pt x="2168121" y="126948"/>
                </a:lnTo>
                <a:cubicBezTo>
                  <a:pt x="2168121" y="133977"/>
                  <a:pt x="2168938" y="138468"/>
                  <a:pt x="2170571" y="140421"/>
                </a:cubicBezTo>
                <a:cubicBezTo>
                  <a:pt x="2172204" y="142373"/>
                  <a:pt x="2175399" y="143491"/>
                  <a:pt x="2180156" y="143775"/>
                </a:cubicBezTo>
                <a:lnTo>
                  <a:pt x="2180156" y="147609"/>
                </a:lnTo>
                <a:lnTo>
                  <a:pt x="2126373" y="147609"/>
                </a:lnTo>
                <a:lnTo>
                  <a:pt x="2126373" y="143775"/>
                </a:lnTo>
                <a:cubicBezTo>
                  <a:pt x="2130775" y="143633"/>
                  <a:pt x="2134041" y="142355"/>
                  <a:pt x="2136171" y="139941"/>
                </a:cubicBezTo>
                <a:cubicBezTo>
                  <a:pt x="2137591" y="138308"/>
                  <a:pt x="2138301" y="133977"/>
                  <a:pt x="2138301" y="126948"/>
                </a:cubicBezTo>
                <a:lnTo>
                  <a:pt x="2138301" y="68799"/>
                </a:lnTo>
                <a:cubicBezTo>
                  <a:pt x="2138301" y="61681"/>
                  <a:pt x="2137485" y="57134"/>
                  <a:pt x="2135852" y="55157"/>
                </a:cubicBezTo>
                <a:cubicBezTo>
                  <a:pt x="2134219" y="53180"/>
                  <a:pt x="2131059" y="52048"/>
                  <a:pt x="2126373" y="51759"/>
                </a:cubicBezTo>
                <a:lnTo>
                  <a:pt x="2126373" y="47925"/>
                </a:lnTo>
                <a:lnTo>
                  <a:pt x="2168121" y="47925"/>
                </a:lnTo>
                <a:close/>
                <a:moveTo>
                  <a:pt x="2271143" y="121860"/>
                </a:moveTo>
                <a:lnTo>
                  <a:pt x="2274445" y="124412"/>
                </a:lnTo>
                <a:cubicBezTo>
                  <a:pt x="2269759" y="133245"/>
                  <a:pt x="2263919" y="139817"/>
                  <a:pt x="2256926" y="144128"/>
                </a:cubicBezTo>
                <a:cubicBezTo>
                  <a:pt x="2249932" y="148437"/>
                  <a:pt x="2242495" y="150591"/>
                  <a:pt x="2234614" y="150591"/>
                </a:cubicBezTo>
                <a:cubicBezTo>
                  <a:pt x="2221337" y="150591"/>
                  <a:pt x="2210722" y="145582"/>
                  <a:pt x="2202770" y="135562"/>
                </a:cubicBezTo>
                <a:cubicBezTo>
                  <a:pt x="2194818" y="125539"/>
                  <a:pt x="2190842" y="113493"/>
                  <a:pt x="2190842" y="99421"/>
                </a:cubicBezTo>
                <a:cubicBezTo>
                  <a:pt x="2190842" y="85845"/>
                  <a:pt x="2194463" y="73905"/>
                  <a:pt x="2201705" y="63601"/>
                </a:cubicBezTo>
                <a:cubicBezTo>
                  <a:pt x="2210438" y="51162"/>
                  <a:pt x="2222473" y="44943"/>
                  <a:pt x="2237809" y="44943"/>
                </a:cubicBezTo>
                <a:cubicBezTo>
                  <a:pt x="2248104" y="44943"/>
                  <a:pt x="2256287" y="47542"/>
                  <a:pt x="2262357" y="52741"/>
                </a:cubicBezTo>
                <a:cubicBezTo>
                  <a:pt x="2268428" y="57937"/>
                  <a:pt x="2271463" y="63739"/>
                  <a:pt x="2271463" y="70147"/>
                </a:cubicBezTo>
                <a:cubicBezTo>
                  <a:pt x="2271463" y="74205"/>
                  <a:pt x="2270238" y="77445"/>
                  <a:pt x="2267789" y="79865"/>
                </a:cubicBezTo>
                <a:cubicBezTo>
                  <a:pt x="2265339" y="82286"/>
                  <a:pt x="2262126" y="83496"/>
                  <a:pt x="2258150" y="83496"/>
                </a:cubicBezTo>
                <a:cubicBezTo>
                  <a:pt x="2253961" y="83496"/>
                  <a:pt x="2250500" y="82107"/>
                  <a:pt x="2247767" y="79329"/>
                </a:cubicBezTo>
                <a:cubicBezTo>
                  <a:pt x="2245033" y="76549"/>
                  <a:pt x="2243347" y="71597"/>
                  <a:pt x="2242708" y="64473"/>
                </a:cubicBezTo>
                <a:cubicBezTo>
                  <a:pt x="2242282" y="59984"/>
                  <a:pt x="2241252" y="56849"/>
                  <a:pt x="2239619" y="55067"/>
                </a:cubicBezTo>
                <a:cubicBezTo>
                  <a:pt x="2237986" y="53288"/>
                  <a:pt x="2236069" y="52398"/>
                  <a:pt x="2233868" y="52398"/>
                </a:cubicBezTo>
                <a:cubicBezTo>
                  <a:pt x="2230460" y="52398"/>
                  <a:pt x="2227549" y="54209"/>
                  <a:pt x="2225135" y="57830"/>
                </a:cubicBezTo>
                <a:cubicBezTo>
                  <a:pt x="2221443" y="63297"/>
                  <a:pt x="2219597" y="71675"/>
                  <a:pt x="2219597" y="82964"/>
                </a:cubicBezTo>
                <a:cubicBezTo>
                  <a:pt x="2219597" y="92336"/>
                  <a:pt x="2221088" y="101300"/>
                  <a:pt x="2224070" y="109855"/>
                </a:cubicBezTo>
                <a:cubicBezTo>
                  <a:pt x="2227052" y="118411"/>
                  <a:pt x="2231135" y="124783"/>
                  <a:pt x="2236318" y="128972"/>
                </a:cubicBezTo>
                <a:cubicBezTo>
                  <a:pt x="2240223" y="132025"/>
                  <a:pt x="2244838" y="133551"/>
                  <a:pt x="2250163" y="133551"/>
                </a:cubicBezTo>
                <a:cubicBezTo>
                  <a:pt x="2253642" y="133551"/>
                  <a:pt x="2256943" y="132737"/>
                  <a:pt x="2260067" y="131109"/>
                </a:cubicBezTo>
                <a:cubicBezTo>
                  <a:pt x="2263191" y="129478"/>
                  <a:pt x="2266883" y="126395"/>
                  <a:pt x="2271143" y="121860"/>
                </a:cubicBezTo>
                <a:close/>
                <a:moveTo>
                  <a:pt x="2341681" y="132912"/>
                </a:moveTo>
                <a:cubicBezTo>
                  <a:pt x="2329540" y="143704"/>
                  <a:pt x="2318642" y="149100"/>
                  <a:pt x="2308986" y="149100"/>
                </a:cubicBezTo>
                <a:cubicBezTo>
                  <a:pt x="2303306" y="149100"/>
                  <a:pt x="2298584" y="147231"/>
                  <a:pt x="2294821" y="143493"/>
                </a:cubicBezTo>
                <a:cubicBezTo>
                  <a:pt x="2291058" y="139752"/>
                  <a:pt x="2289177" y="135068"/>
                  <a:pt x="2289177" y="129441"/>
                </a:cubicBezTo>
                <a:cubicBezTo>
                  <a:pt x="2289177" y="121818"/>
                  <a:pt x="2292443" y="114960"/>
                  <a:pt x="2298975" y="108870"/>
                </a:cubicBezTo>
                <a:cubicBezTo>
                  <a:pt x="2305507" y="102779"/>
                  <a:pt x="2319742" y="94677"/>
                  <a:pt x="2341681" y="84561"/>
                </a:cubicBezTo>
                <a:lnTo>
                  <a:pt x="2341681" y="74550"/>
                </a:lnTo>
                <a:cubicBezTo>
                  <a:pt x="2341681" y="67024"/>
                  <a:pt x="2341273" y="62285"/>
                  <a:pt x="2340457" y="60332"/>
                </a:cubicBezTo>
                <a:cubicBezTo>
                  <a:pt x="2339640" y="58380"/>
                  <a:pt x="2338096" y="56676"/>
                  <a:pt x="2335824" y="55220"/>
                </a:cubicBezTo>
                <a:cubicBezTo>
                  <a:pt x="2333552" y="53765"/>
                  <a:pt x="2330996" y="53037"/>
                  <a:pt x="2328156" y="53037"/>
                </a:cubicBezTo>
                <a:cubicBezTo>
                  <a:pt x="2323541" y="53037"/>
                  <a:pt x="2319742" y="54067"/>
                  <a:pt x="2316760" y="56126"/>
                </a:cubicBezTo>
                <a:cubicBezTo>
                  <a:pt x="2314914" y="57404"/>
                  <a:pt x="2313991" y="58895"/>
                  <a:pt x="2313991" y="60599"/>
                </a:cubicBezTo>
                <a:cubicBezTo>
                  <a:pt x="2313991" y="62090"/>
                  <a:pt x="2314985" y="63936"/>
                  <a:pt x="2316973" y="66137"/>
                </a:cubicBezTo>
                <a:cubicBezTo>
                  <a:pt x="2319671" y="69190"/>
                  <a:pt x="2321020" y="72136"/>
                  <a:pt x="2321020" y="74976"/>
                </a:cubicBezTo>
                <a:cubicBezTo>
                  <a:pt x="2321020" y="78455"/>
                  <a:pt x="2319724" y="81419"/>
                  <a:pt x="2317133" y="83869"/>
                </a:cubicBezTo>
                <a:cubicBezTo>
                  <a:pt x="2314541" y="86319"/>
                  <a:pt x="2311151" y="87543"/>
                  <a:pt x="2306962" y="87543"/>
                </a:cubicBezTo>
                <a:cubicBezTo>
                  <a:pt x="2302489" y="87543"/>
                  <a:pt x="2298744" y="86194"/>
                  <a:pt x="2295726" y="83496"/>
                </a:cubicBezTo>
                <a:cubicBezTo>
                  <a:pt x="2292709" y="80798"/>
                  <a:pt x="2291200" y="77639"/>
                  <a:pt x="2291200" y="74018"/>
                </a:cubicBezTo>
                <a:cubicBezTo>
                  <a:pt x="2291200" y="68906"/>
                  <a:pt x="2293224" y="64024"/>
                  <a:pt x="2297271" y="59374"/>
                </a:cubicBezTo>
                <a:cubicBezTo>
                  <a:pt x="2301318" y="54723"/>
                  <a:pt x="2306962" y="51156"/>
                  <a:pt x="2314204" y="48671"/>
                </a:cubicBezTo>
                <a:cubicBezTo>
                  <a:pt x="2321446" y="46186"/>
                  <a:pt x="2328972" y="44943"/>
                  <a:pt x="2336782" y="44943"/>
                </a:cubicBezTo>
                <a:cubicBezTo>
                  <a:pt x="2346225" y="44943"/>
                  <a:pt x="2353698" y="46954"/>
                  <a:pt x="2359201" y="50977"/>
                </a:cubicBezTo>
                <a:cubicBezTo>
                  <a:pt x="2364703" y="54997"/>
                  <a:pt x="2368271" y="59356"/>
                  <a:pt x="2369904" y="64053"/>
                </a:cubicBezTo>
                <a:cubicBezTo>
                  <a:pt x="2370898" y="67042"/>
                  <a:pt x="2371395" y="73909"/>
                  <a:pt x="2371395" y="84654"/>
                </a:cubicBezTo>
                <a:lnTo>
                  <a:pt x="2371395" y="123404"/>
                </a:lnTo>
                <a:cubicBezTo>
                  <a:pt x="2371395" y="127959"/>
                  <a:pt x="2371572" y="130825"/>
                  <a:pt x="2371927" y="132001"/>
                </a:cubicBezTo>
                <a:cubicBezTo>
                  <a:pt x="2372282" y="133174"/>
                  <a:pt x="2372815" y="134046"/>
                  <a:pt x="2373525" y="134616"/>
                </a:cubicBezTo>
                <a:cubicBezTo>
                  <a:pt x="2374235" y="135184"/>
                  <a:pt x="2375051" y="135468"/>
                  <a:pt x="2375974" y="135468"/>
                </a:cubicBezTo>
                <a:cubicBezTo>
                  <a:pt x="2377820" y="135468"/>
                  <a:pt x="2379702" y="134155"/>
                  <a:pt x="2381619" y="131528"/>
                </a:cubicBezTo>
                <a:lnTo>
                  <a:pt x="2384814" y="134084"/>
                </a:lnTo>
                <a:cubicBezTo>
                  <a:pt x="2381264" y="139338"/>
                  <a:pt x="2377590" y="143154"/>
                  <a:pt x="2373791" y="145533"/>
                </a:cubicBezTo>
                <a:cubicBezTo>
                  <a:pt x="2369993" y="147911"/>
                  <a:pt x="2365679" y="149100"/>
                  <a:pt x="2360851" y="149100"/>
                </a:cubicBezTo>
                <a:cubicBezTo>
                  <a:pt x="2355171" y="149100"/>
                  <a:pt x="2350734" y="147760"/>
                  <a:pt x="2347539" y="145080"/>
                </a:cubicBezTo>
                <a:cubicBezTo>
                  <a:pt x="2344344" y="142400"/>
                  <a:pt x="2342391" y="138344"/>
                  <a:pt x="2341681" y="132912"/>
                </a:cubicBezTo>
                <a:moveTo>
                  <a:pt x="2341681" y="125031"/>
                </a:moveTo>
                <a:lnTo>
                  <a:pt x="2341681" y="91717"/>
                </a:lnTo>
                <a:cubicBezTo>
                  <a:pt x="2333090" y="96782"/>
                  <a:pt x="2326700" y="102205"/>
                  <a:pt x="2322511" y="107985"/>
                </a:cubicBezTo>
                <a:cubicBezTo>
                  <a:pt x="2319742" y="111836"/>
                  <a:pt x="2318358" y="115725"/>
                  <a:pt x="2318358" y="119650"/>
                </a:cubicBezTo>
                <a:cubicBezTo>
                  <a:pt x="2318358" y="122931"/>
                  <a:pt x="2319529" y="125821"/>
                  <a:pt x="2321872" y="128320"/>
                </a:cubicBezTo>
                <a:cubicBezTo>
                  <a:pt x="2323647" y="130245"/>
                  <a:pt x="2326132" y="131208"/>
                  <a:pt x="2329327" y="131208"/>
                </a:cubicBezTo>
                <a:cubicBezTo>
                  <a:pt x="2332877" y="131208"/>
                  <a:pt x="2336995" y="129149"/>
                  <a:pt x="2341681" y="125031"/>
                </a:cubicBezTo>
                <a:close/>
                <a:moveTo>
                  <a:pt x="2435294" y="11289"/>
                </a:moveTo>
                <a:lnTo>
                  <a:pt x="2435294" y="47925"/>
                </a:lnTo>
                <a:lnTo>
                  <a:pt x="2458937" y="47925"/>
                </a:lnTo>
                <a:lnTo>
                  <a:pt x="2458937" y="58362"/>
                </a:lnTo>
                <a:lnTo>
                  <a:pt x="2435294" y="58362"/>
                </a:lnTo>
                <a:lnTo>
                  <a:pt x="2435294" y="119979"/>
                </a:lnTo>
                <a:cubicBezTo>
                  <a:pt x="2435294" y="125746"/>
                  <a:pt x="2435560" y="129466"/>
                  <a:pt x="2436093" y="131139"/>
                </a:cubicBezTo>
                <a:cubicBezTo>
                  <a:pt x="2436625" y="132811"/>
                  <a:pt x="2437566" y="134165"/>
                  <a:pt x="2438915" y="135199"/>
                </a:cubicBezTo>
                <a:cubicBezTo>
                  <a:pt x="2440264" y="136231"/>
                  <a:pt x="2441506" y="136746"/>
                  <a:pt x="2442642" y="136746"/>
                </a:cubicBezTo>
                <a:cubicBezTo>
                  <a:pt x="2447257" y="136746"/>
                  <a:pt x="2451624" y="133196"/>
                  <a:pt x="2455742" y="126096"/>
                </a:cubicBezTo>
                <a:lnTo>
                  <a:pt x="2458937" y="128463"/>
                </a:lnTo>
                <a:cubicBezTo>
                  <a:pt x="2453186" y="142221"/>
                  <a:pt x="2443849" y="149100"/>
                  <a:pt x="2430927" y="149100"/>
                </a:cubicBezTo>
                <a:cubicBezTo>
                  <a:pt x="2424608" y="149100"/>
                  <a:pt x="2419265" y="147338"/>
                  <a:pt x="2414899" y="143812"/>
                </a:cubicBezTo>
                <a:cubicBezTo>
                  <a:pt x="2410532" y="140284"/>
                  <a:pt x="2407746" y="136347"/>
                  <a:pt x="2406539" y="132001"/>
                </a:cubicBezTo>
                <a:cubicBezTo>
                  <a:pt x="2405829" y="129578"/>
                  <a:pt x="2405474" y="123022"/>
                  <a:pt x="2405474" y="112335"/>
                </a:cubicBezTo>
                <a:lnTo>
                  <a:pt x="2405474" y="58362"/>
                </a:lnTo>
                <a:lnTo>
                  <a:pt x="2392481" y="58362"/>
                </a:lnTo>
                <a:lnTo>
                  <a:pt x="2392481" y="54625"/>
                </a:lnTo>
                <a:cubicBezTo>
                  <a:pt x="2401427" y="48292"/>
                  <a:pt x="2409041" y="41639"/>
                  <a:pt x="2415325" y="34666"/>
                </a:cubicBezTo>
                <a:cubicBezTo>
                  <a:pt x="2421608" y="27692"/>
                  <a:pt x="2427093" y="19900"/>
                  <a:pt x="2431779" y="11289"/>
                </a:cubicBezTo>
                <a:lnTo>
                  <a:pt x="2435294" y="11289"/>
                </a:lnTo>
                <a:close/>
                <a:moveTo>
                  <a:pt x="2552763" y="94146"/>
                </a:moveTo>
                <a:lnTo>
                  <a:pt x="2498129" y="94146"/>
                </a:lnTo>
                <a:cubicBezTo>
                  <a:pt x="2498768" y="107388"/>
                  <a:pt x="2502282" y="117853"/>
                  <a:pt x="2508672" y="125541"/>
                </a:cubicBezTo>
                <a:cubicBezTo>
                  <a:pt x="2513571" y="131449"/>
                  <a:pt x="2519464" y="134403"/>
                  <a:pt x="2526351" y="134403"/>
                </a:cubicBezTo>
                <a:cubicBezTo>
                  <a:pt x="2530611" y="134403"/>
                  <a:pt x="2534481" y="133214"/>
                  <a:pt x="2537960" y="130836"/>
                </a:cubicBezTo>
                <a:cubicBezTo>
                  <a:pt x="2541439" y="128457"/>
                  <a:pt x="2545166" y="124179"/>
                  <a:pt x="2549142" y="118002"/>
                </a:cubicBezTo>
                <a:lnTo>
                  <a:pt x="2552763" y="120345"/>
                </a:lnTo>
                <a:cubicBezTo>
                  <a:pt x="2547367" y="131350"/>
                  <a:pt x="2541403" y="139143"/>
                  <a:pt x="2534871" y="143722"/>
                </a:cubicBezTo>
                <a:cubicBezTo>
                  <a:pt x="2528339" y="148302"/>
                  <a:pt x="2520778" y="150591"/>
                  <a:pt x="2512187" y="150591"/>
                </a:cubicBezTo>
                <a:cubicBezTo>
                  <a:pt x="2497419" y="150591"/>
                  <a:pt x="2486236" y="144906"/>
                  <a:pt x="2478639" y="133535"/>
                </a:cubicBezTo>
                <a:cubicBezTo>
                  <a:pt x="2472533" y="124367"/>
                  <a:pt x="2469480" y="112996"/>
                  <a:pt x="2469480" y="99421"/>
                </a:cubicBezTo>
                <a:cubicBezTo>
                  <a:pt x="2469480" y="82790"/>
                  <a:pt x="2473971" y="69552"/>
                  <a:pt x="2482952" y="59710"/>
                </a:cubicBezTo>
                <a:cubicBezTo>
                  <a:pt x="2491934" y="49865"/>
                  <a:pt x="2502460" y="44943"/>
                  <a:pt x="2514530" y="44943"/>
                </a:cubicBezTo>
                <a:cubicBezTo>
                  <a:pt x="2524612" y="44943"/>
                  <a:pt x="2533362" y="49079"/>
                  <a:pt x="2540782" y="57350"/>
                </a:cubicBezTo>
                <a:cubicBezTo>
                  <a:pt x="2548201" y="65622"/>
                  <a:pt x="2552195" y="77887"/>
                  <a:pt x="2552763" y="94146"/>
                </a:cubicBezTo>
                <a:moveTo>
                  <a:pt x="2526564" y="87117"/>
                </a:moveTo>
                <a:cubicBezTo>
                  <a:pt x="2526564" y="75686"/>
                  <a:pt x="2525943" y="67841"/>
                  <a:pt x="2524700" y="63581"/>
                </a:cubicBezTo>
                <a:cubicBezTo>
                  <a:pt x="2523458" y="59321"/>
                  <a:pt x="2521523" y="56090"/>
                  <a:pt x="2518896" y="53889"/>
                </a:cubicBezTo>
                <a:cubicBezTo>
                  <a:pt x="2517405" y="52611"/>
                  <a:pt x="2515417" y="51972"/>
                  <a:pt x="2512932" y="51972"/>
                </a:cubicBezTo>
                <a:cubicBezTo>
                  <a:pt x="2509240" y="51972"/>
                  <a:pt x="2506223" y="53783"/>
                  <a:pt x="2503880" y="57404"/>
                </a:cubicBezTo>
                <a:cubicBezTo>
                  <a:pt x="2499691" y="63723"/>
                  <a:pt x="2497596" y="72385"/>
                  <a:pt x="2497596" y="83390"/>
                </a:cubicBezTo>
                <a:lnTo>
                  <a:pt x="2497596" y="87117"/>
                </a:lnTo>
                <a:lnTo>
                  <a:pt x="2526564" y="87117"/>
                </a:lnTo>
                <a:close/>
                <a:moveTo>
                  <a:pt x="2714890" y="0"/>
                </a:moveTo>
                <a:lnTo>
                  <a:pt x="2716062" y="48138"/>
                </a:lnTo>
                <a:lnTo>
                  <a:pt x="2711695" y="48138"/>
                </a:lnTo>
                <a:cubicBezTo>
                  <a:pt x="2709636" y="36099"/>
                  <a:pt x="2704577" y="26415"/>
                  <a:pt x="2696519" y="19087"/>
                </a:cubicBezTo>
                <a:cubicBezTo>
                  <a:pt x="2688460" y="11758"/>
                  <a:pt x="2679745" y="8094"/>
                  <a:pt x="2670373" y="8094"/>
                </a:cubicBezTo>
                <a:cubicBezTo>
                  <a:pt x="2663131" y="8094"/>
                  <a:pt x="2657398" y="10023"/>
                  <a:pt x="2653173" y="13882"/>
                </a:cubicBezTo>
                <a:cubicBezTo>
                  <a:pt x="2648949" y="17738"/>
                  <a:pt x="2646836" y="22179"/>
                  <a:pt x="2646836" y="27204"/>
                </a:cubicBezTo>
                <a:cubicBezTo>
                  <a:pt x="2646836" y="30388"/>
                  <a:pt x="2647582" y="33219"/>
                  <a:pt x="2649073" y="35698"/>
                </a:cubicBezTo>
                <a:cubicBezTo>
                  <a:pt x="2651132" y="39023"/>
                  <a:pt x="2654433" y="42314"/>
                  <a:pt x="2658977" y="45569"/>
                </a:cubicBezTo>
                <a:cubicBezTo>
                  <a:pt x="2662314" y="47905"/>
                  <a:pt x="2670018" y="52046"/>
                  <a:pt x="2682088" y="57993"/>
                </a:cubicBezTo>
                <a:cubicBezTo>
                  <a:pt x="2698986" y="66273"/>
                  <a:pt x="2710382" y="74095"/>
                  <a:pt x="2716275" y="81459"/>
                </a:cubicBezTo>
                <a:cubicBezTo>
                  <a:pt x="2722097" y="88821"/>
                  <a:pt x="2725008" y="97246"/>
                  <a:pt x="2725008" y="106733"/>
                </a:cubicBezTo>
                <a:cubicBezTo>
                  <a:pt x="2725008" y="118768"/>
                  <a:pt x="2720304" y="129122"/>
                  <a:pt x="2710896" y="137795"/>
                </a:cubicBezTo>
                <a:cubicBezTo>
                  <a:pt x="2701489" y="146468"/>
                  <a:pt x="2689543" y="150804"/>
                  <a:pt x="2675059" y="150804"/>
                </a:cubicBezTo>
                <a:cubicBezTo>
                  <a:pt x="2670515" y="150804"/>
                  <a:pt x="2666219" y="150343"/>
                  <a:pt x="2662172" y="149420"/>
                </a:cubicBezTo>
                <a:cubicBezTo>
                  <a:pt x="2658125" y="148497"/>
                  <a:pt x="2653049" y="146757"/>
                  <a:pt x="2646943" y="144201"/>
                </a:cubicBezTo>
                <a:cubicBezTo>
                  <a:pt x="2643535" y="142781"/>
                  <a:pt x="2640730" y="142071"/>
                  <a:pt x="2638529" y="142071"/>
                </a:cubicBezTo>
                <a:cubicBezTo>
                  <a:pt x="2636683" y="142071"/>
                  <a:pt x="2634731" y="142790"/>
                  <a:pt x="2632672" y="144228"/>
                </a:cubicBezTo>
                <a:cubicBezTo>
                  <a:pt x="2630613" y="145666"/>
                  <a:pt x="2628944" y="147858"/>
                  <a:pt x="2627666" y="150804"/>
                </a:cubicBezTo>
                <a:lnTo>
                  <a:pt x="2623726" y="150804"/>
                </a:lnTo>
                <a:lnTo>
                  <a:pt x="2623726" y="96276"/>
                </a:lnTo>
                <a:lnTo>
                  <a:pt x="2627666" y="96276"/>
                </a:lnTo>
                <a:cubicBezTo>
                  <a:pt x="2630790" y="111577"/>
                  <a:pt x="2636808" y="123248"/>
                  <a:pt x="2645718" y="131288"/>
                </a:cubicBezTo>
                <a:cubicBezTo>
                  <a:pt x="2654629" y="139329"/>
                  <a:pt x="2664231" y="143349"/>
                  <a:pt x="2674526" y="143349"/>
                </a:cubicBezTo>
                <a:cubicBezTo>
                  <a:pt x="2682479" y="143349"/>
                  <a:pt x="2688815" y="141191"/>
                  <a:pt x="2693537" y="136873"/>
                </a:cubicBezTo>
                <a:cubicBezTo>
                  <a:pt x="2698258" y="132555"/>
                  <a:pt x="2700619" y="127530"/>
                  <a:pt x="2700619" y="121796"/>
                </a:cubicBezTo>
                <a:cubicBezTo>
                  <a:pt x="2700619" y="118400"/>
                  <a:pt x="2699714" y="115109"/>
                  <a:pt x="2697903" y="111925"/>
                </a:cubicBezTo>
                <a:cubicBezTo>
                  <a:pt x="2696093" y="108739"/>
                  <a:pt x="2693342" y="105713"/>
                  <a:pt x="2689650" y="102846"/>
                </a:cubicBezTo>
                <a:cubicBezTo>
                  <a:pt x="2685958" y="99979"/>
                  <a:pt x="2679425" y="96246"/>
                  <a:pt x="2670053" y="91647"/>
                </a:cubicBezTo>
                <a:cubicBezTo>
                  <a:pt x="2656918" y="85206"/>
                  <a:pt x="2647475" y="79717"/>
                  <a:pt x="2641724" y="75179"/>
                </a:cubicBezTo>
                <a:cubicBezTo>
                  <a:pt x="2635973" y="70642"/>
                  <a:pt x="2631554" y="65573"/>
                  <a:pt x="2628465" y="59973"/>
                </a:cubicBezTo>
                <a:cubicBezTo>
                  <a:pt x="2625377" y="54373"/>
                  <a:pt x="2623832" y="48206"/>
                  <a:pt x="2623832" y="41472"/>
                </a:cubicBezTo>
                <a:cubicBezTo>
                  <a:pt x="2623832" y="29988"/>
                  <a:pt x="2628057" y="20205"/>
                  <a:pt x="2636506" y="12124"/>
                </a:cubicBezTo>
                <a:cubicBezTo>
                  <a:pt x="2644955" y="4041"/>
                  <a:pt x="2655605" y="0"/>
                  <a:pt x="2668456" y="0"/>
                </a:cubicBezTo>
                <a:cubicBezTo>
                  <a:pt x="2673142" y="0"/>
                  <a:pt x="2677686" y="575"/>
                  <a:pt x="2682088" y="1724"/>
                </a:cubicBezTo>
                <a:cubicBezTo>
                  <a:pt x="2685425" y="2585"/>
                  <a:pt x="2689490" y="4181"/>
                  <a:pt x="2694282" y="6513"/>
                </a:cubicBezTo>
                <a:cubicBezTo>
                  <a:pt x="2699075" y="8845"/>
                  <a:pt x="2702430" y="10011"/>
                  <a:pt x="2704347" y="10011"/>
                </a:cubicBezTo>
                <a:cubicBezTo>
                  <a:pt x="2706193" y="10011"/>
                  <a:pt x="2707648" y="9437"/>
                  <a:pt x="2708713" y="8290"/>
                </a:cubicBezTo>
                <a:cubicBezTo>
                  <a:pt x="2709778" y="7141"/>
                  <a:pt x="2710772" y="4378"/>
                  <a:pt x="2711695" y="0"/>
                </a:cubicBezTo>
                <a:lnTo>
                  <a:pt x="2714890" y="0"/>
                </a:lnTo>
                <a:close/>
                <a:moveTo>
                  <a:pt x="2786745" y="151753"/>
                </a:moveTo>
                <a:lnTo>
                  <a:pt x="2754582" y="77775"/>
                </a:lnTo>
                <a:cubicBezTo>
                  <a:pt x="2749754" y="66570"/>
                  <a:pt x="2746186" y="59683"/>
                  <a:pt x="2743879" y="57114"/>
                </a:cubicBezTo>
                <a:cubicBezTo>
                  <a:pt x="2741571" y="54543"/>
                  <a:pt x="2738784" y="52758"/>
                  <a:pt x="2735518" y="51759"/>
                </a:cubicBezTo>
                <a:lnTo>
                  <a:pt x="2735518" y="47925"/>
                </a:lnTo>
                <a:lnTo>
                  <a:pt x="2788449" y="47925"/>
                </a:lnTo>
                <a:lnTo>
                  <a:pt x="2788449" y="51759"/>
                </a:lnTo>
                <a:cubicBezTo>
                  <a:pt x="2784970" y="51901"/>
                  <a:pt x="2782521" y="52579"/>
                  <a:pt x="2781101" y="53793"/>
                </a:cubicBezTo>
                <a:cubicBezTo>
                  <a:pt x="2779681" y="55004"/>
                  <a:pt x="2778971" y="56466"/>
                  <a:pt x="2778971" y="58179"/>
                </a:cubicBezTo>
                <a:cubicBezTo>
                  <a:pt x="2778971" y="60888"/>
                  <a:pt x="2780746" y="66238"/>
                  <a:pt x="2784296" y="74227"/>
                </a:cubicBezTo>
                <a:lnTo>
                  <a:pt x="2801336" y="113390"/>
                </a:lnTo>
                <a:lnTo>
                  <a:pt x="2812944" y="83127"/>
                </a:lnTo>
                <a:cubicBezTo>
                  <a:pt x="2817133" y="72350"/>
                  <a:pt x="2819228" y="64856"/>
                  <a:pt x="2819228" y="60645"/>
                </a:cubicBezTo>
                <a:cubicBezTo>
                  <a:pt x="2819228" y="58005"/>
                  <a:pt x="2818358" y="55899"/>
                  <a:pt x="2816618" y="54328"/>
                </a:cubicBezTo>
                <a:cubicBezTo>
                  <a:pt x="2814879" y="52758"/>
                  <a:pt x="2811808" y="51901"/>
                  <a:pt x="2807406" y="51759"/>
                </a:cubicBezTo>
                <a:lnTo>
                  <a:pt x="2807406" y="47925"/>
                </a:lnTo>
                <a:lnTo>
                  <a:pt x="2840741" y="47925"/>
                </a:lnTo>
                <a:lnTo>
                  <a:pt x="2840741" y="51759"/>
                </a:lnTo>
                <a:cubicBezTo>
                  <a:pt x="2837475" y="52116"/>
                  <a:pt x="2834812" y="53383"/>
                  <a:pt x="2832753" y="55560"/>
                </a:cubicBezTo>
                <a:cubicBezTo>
                  <a:pt x="2830694" y="57736"/>
                  <a:pt x="2827251" y="65142"/>
                  <a:pt x="2822423" y="77775"/>
                </a:cubicBezTo>
                <a:lnTo>
                  <a:pt x="2793987" y="151656"/>
                </a:lnTo>
                <a:cubicBezTo>
                  <a:pt x="2786816" y="170117"/>
                  <a:pt x="2781491" y="181477"/>
                  <a:pt x="2778012" y="185737"/>
                </a:cubicBezTo>
                <a:cubicBezTo>
                  <a:pt x="2773113" y="191701"/>
                  <a:pt x="2766972" y="194683"/>
                  <a:pt x="2759588" y="194683"/>
                </a:cubicBezTo>
                <a:cubicBezTo>
                  <a:pt x="2753695" y="194683"/>
                  <a:pt x="2748920" y="192996"/>
                  <a:pt x="2745263" y="189624"/>
                </a:cubicBezTo>
                <a:cubicBezTo>
                  <a:pt x="2741607" y="186251"/>
                  <a:pt x="2739778" y="182187"/>
                  <a:pt x="2739778" y="177430"/>
                </a:cubicBezTo>
                <a:cubicBezTo>
                  <a:pt x="2739778" y="173312"/>
                  <a:pt x="2741039" y="169904"/>
                  <a:pt x="2743559" y="167206"/>
                </a:cubicBezTo>
                <a:cubicBezTo>
                  <a:pt x="2746080" y="164508"/>
                  <a:pt x="2749186" y="163159"/>
                  <a:pt x="2752878" y="163159"/>
                </a:cubicBezTo>
                <a:cubicBezTo>
                  <a:pt x="2756428" y="163159"/>
                  <a:pt x="2759286" y="164288"/>
                  <a:pt x="2761451" y="166547"/>
                </a:cubicBezTo>
                <a:cubicBezTo>
                  <a:pt x="2763617" y="168807"/>
                  <a:pt x="2764735" y="172304"/>
                  <a:pt x="2764806" y="177037"/>
                </a:cubicBezTo>
                <a:cubicBezTo>
                  <a:pt x="2764877" y="179722"/>
                  <a:pt x="2765197" y="181452"/>
                  <a:pt x="2765765" y="182229"/>
                </a:cubicBezTo>
                <a:cubicBezTo>
                  <a:pt x="2766333" y="183005"/>
                  <a:pt x="2767149" y="183394"/>
                  <a:pt x="2768214" y="183394"/>
                </a:cubicBezTo>
                <a:cubicBezTo>
                  <a:pt x="2769918" y="183394"/>
                  <a:pt x="2771729" y="182369"/>
                  <a:pt x="2773646" y="180318"/>
                </a:cubicBezTo>
                <a:cubicBezTo>
                  <a:pt x="2776486" y="177350"/>
                  <a:pt x="2779823" y="170565"/>
                  <a:pt x="2783657" y="159963"/>
                </a:cubicBezTo>
                <a:lnTo>
                  <a:pt x="2786745" y="151753"/>
                </a:lnTo>
                <a:close/>
                <a:moveTo>
                  <a:pt x="2890795" y="47925"/>
                </a:moveTo>
                <a:lnTo>
                  <a:pt x="2890795" y="60918"/>
                </a:lnTo>
                <a:cubicBezTo>
                  <a:pt x="2895907" y="55342"/>
                  <a:pt x="2900806" y="51287"/>
                  <a:pt x="2905492" y="48751"/>
                </a:cubicBezTo>
                <a:cubicBezTo>
                  <a:pt x="2910178" y="46212"/>
                  <a:pt x="2915219" y="44943"/>
                  <a:pt x="2920615" y="44943"/>
                </a:cubicBezTo>
                <a:cubicBezTo>
                  <a:pt x="2927076" y="44943"/>
                  <a:pt x="2932437" y="46738"/>
                  <a:pt x="2936697" y="50328"/>
                </a:cubicBezTo>
                <a:cubicBezTo>
                  <a:pt x="2940957" y="53918"/>
                  <a:pt x="2943797" y="58379"/>
                  <a:pt x="2945217" y="63710"/>
                </a:cubicBezTo>
                <a:cubicBezTo>
                  <a:pt x="2946353" y="67764"/>
                  <a:pt x="2946921" y="75550"/>
                  <a:pt x="2946921" y="87067"/>
                </a:cubicBezTo>
                <a:lnTo>
                  <a:pt x="2946921" y="125883"/>
                </a:lnTo>
                <a:cubicBezTo>
                  <a:pt x="2946921" y="133551"/>
                  <a:pt x="2947613" y="138326"/>
                  <a:pt x="2948998" y="140208"/>
                </a:cubicBezTo>
                <a:cubicBezTo>
                  <a:pt x="2950382" y="142089"/>
                  <a:pt x="2953275" y="143278"/>
                  <a:pt x="2957677" y="143775"/>
                </a:cubicBezTo>
                <a:lnTo>
                  <a:pt x="2957677" y="147609"/>
                </a:lnTo>
                <a:lnTo>
                  <a:pt x="2907303" y="147609"/>
                </a:lnTo>
                <a:lnTo>
                  <a:pt x="2907303" y="143775"/>
                </a:lnTo>
                <a:cubicBezTo>
                  <a:pt x="2911066" y="143278"/>
                  <a:pt x="2913764" y="141716"/>
                  <a:pt x="2915397" y="139089"/>
                </a:cubicBezTo>
                <a:cubicBezTo>
                  <a:pt x="2916533" y="137314"/>
                  <a:pt x="2917101" y="132912"/>
                  <a:pt x="2917101" y="125883"/>
                </a:cubicBezTo>
                <a:lnTo>
                  <a:pt x="2917101" y="81579"/>
                </a:lnTo>
                <a:cubicBezTo>
                  <a:pt x="2917101" y="73414"/>
                  <a:pt x="2916781" y="68267"/>
                  <a:pt x="2916142" y="66137"/>
                </a:cubicBezTo>
                <a:cubicBezTo>
                  <a:pt x="2915503" y="64007"/>
                  <a:pt x="2914421" y="62356"/>
                  <a:pt x="2912894" y="61184"/>
                </a:cubicBezTo>
                <a:cubicBezTo>
                  <a:pt x="2911368" y="60013"/>
                  <a:pt x="2909681" y="59427"/>
                  <a:pt x="2907835" y="59427"/>
                </a:cubicBezTo>
                <a:cubicBezTo>
                  <a:pt x="2901729" y="59427"/>
                  <a:pt x="2896049" y="63829"/>
                  <a:pt x="2890795" y="72633"/>
                </a:cubicBezTo>
                <a:lnTo>
                  <a:pt x="2890795" y="125883"/>
                </a:lnTo>
                <a:cubicBezTo>
                  <a:pt x="2890795" y="133338"/>
                  <a:pt x="2891487" y="138060"/>
                  <a:pt x="2892872" y="140048"/>
                </a:cubicBezTo>
                <a:cubicBezTo>
                  <a:pt x="2894256" y="142036"/>
                  <a:pt x="2896830" y="143278"/>
                  <a:pt x="2900593" y="143775"/>
                </a:cubicBezTo>
                <a:lnTo>
                  <a:pt x="2900593" y="147609"/>
                </a:lnTo>
                <a:lnTo>
                  <a:pt x="2850219" y="147609"/>
                </a:lnTo>
                <a:lnTo>
                  <a:pt x="2850219" y="143775"/>
                </a:lnTo>
                <a:cubicBezTo>
                  <a:pt x="2854408" y="143349"/>
                  <a:pt x="2857390" y="142000"/>
                  <a:pt x="2859165" y="139728"/>
                </a:cubicBezTo>
                <a:cubicBezTo>
                  <a:pt x="2860372" y="138166"/>
                  <a:pt x="2860975" y="133551"/>
                  <a:pt x="2860975" y="125883"/>
                </a:cubicBezTo>
                <a:lnTo>
                  <a:pt x="2860975" y="69651"/>
                </a:lnTo>
                <a:cubicBezTo>
                  <a:pt x="2860975" y="62034"/>
                  <a:pt x="2860283" y="57292"/>
                  <a:pt x="2858898" y="55423"/>
                </a:cubicBezTo>
                <a:cubicBezTo>
                  <a:pt x="2857514" y="53555"/>
                  <a:pt x="2854621" y="52334"/>
                  <a:pt x="2850219" y="51759"/>
                </a:cubicBezTo>
                <a:lnTo>
                  <a:pt x="2850219" y="47925"/>
                </a:lnTo>
                <a:lnTo>
                  <a:pt x="2890795" y="47925"/>
                </a:lnTo>
                <a:close/>
                <a:moveTo>
                  <a:pt x="3010894" y="11289"/>
                </a:moveTo>
                <a:lnTo>
                  <a:pt x="3010894" y="47925"/>
                </a:lnTo>
                <a:lnTo>
                  <a:pt x="3034537" y="47925"/>
                </a:lnTo>
                <a:lnTo>
                  <a:pt x="3034537" y="58362"/>
                </a:lnTo>
                <a:lnTo>
                  <a:pt x="3010894" y="58362"/>
                </a:lnTo>
                <a:lnTo>
                  <a:pt x="3010894" y="119979"/>
                </a:lnTo>
                <a:cubicBezTo>
                  <a:pt x="3010894" y="125746"/>
                  <a:pt x="3011161" y="129466"/>
                  <a:pt x="3011693" y="131139"/>
                </a:cubicBezTo>
                <a:cubicBezTo>
                  <a:pt x="3012226" y="132811"/>
                  <a:pt x="3013166" y="134165"/>
                  <a:pt x="3014515" y="135199"/>
                </a:cubicBezTo>
                <a:cubicBezTo>
                  <a:pt x="3015864" y="136231"/>
                  <a:pt x="3017107" y="136746"/>
                  <a:pt x="3018243" y="136746"/>
                </a:cubicBezTo>
                <a:cubicBezTo>
                  <a:pt x="3022858" y="136746"/>
                  <a:pt x="3027224" y="133196"/>
                  <a:pt x="3031342" y="126096"/>
                </a:cubicBezTo>
                <a:lnTo>
                  <a:pt x="3034537" y="128463"/>
                </a:lnTo>
                <a:cubicBezTo>
                  <a:pt x="3028786" y="142221"/>
                  <a:pt x="3019450" y="149100"/>
                  <a:pt x="3006528" y="149100"/>
                </a:cubicBezTo>
                <a:cubicBezTo>
                  <a:pt x="3000209" y="149100"/>
                  <a:pt x="2994866" y="147338"/>
                  <a:pt x="2990499" y="143812"/>
                </a:cubicBezTo>
                <a:cubicBezTo>
                  <a:pt x="2986133" y="140284"/>
                  <a:pt x="2983346" y="136347"/>
                  <a:pt x="2982139" y="132001"/>
                </a:cubicBezTo>
                <a:cubicBezTo>
                  <a:pt x="2981429" y="129578"/>
                  <a:pt x="2981074" y="123022"/>
                  <a:pt x="2981074" y="112335"/>
                </a:cubicBezTo>
                <a:lnTo>
                  <a:pt x="2981074" y="58362"/>
                </a:lnTo>
                <a:lnTo>
                  <a:pt x="2968081" y="58362"/>
                </a:lnTo>
                <a:lnTo>
                  <a:pt x="2968081" y="54625"/>
                </a:lnTo>
                <a:cubicBezTo>
                  <a:pt x="2977027" y="48292"/>
                  <a:pt x="2984642" y="41639"/>
                  <a:pt x="2990925" y="34666"/>
                </a:cubicBezTo>
                <a:cubicBezTo>
                  <a:pt x="2997209" y="27692"/>
                  <a:pt x="3002694" y="19900"/>
                  <a:pt x="3007380" y="11289"/>
                </a:cubicBezTo>
                <a:lnTo>
                  <a:pt x="3010894" y="11289"/>
                </a:lnTo>
                <a:close/>
                <a:moveTo>
                  <a:pt x="3084697" y="3195"/>
                </a:moveTo>
                <a:lnTo>
                  <a:pt x="3084697" y="60812"/>
                </a:lnTo>
                <a:cubicBezTo>
                  <a:pt x="3090164" y="55021"/>
                  <a:pt x="3095169" y="50928"/>
                  <a:pt x="3099713" y="48534"/>
                </a:cubicBezTo>
                <a:cubicBezTo>
                  <a:pt x="3104257" y="46140"/>
                  <a:pt x="3108979" y="44943"/>
                  <a:pt x="3113878" y="44943"/>
                </a:cubicBezTo>
                <a:cubicBezTo>
                  <a:pt x="3120126" y="44943"/>
                  <a:pt x="3125468" y="46718"/>
                  <a:pt x="3129906" y="50268"/>
                </a:cubicBezTo>
                <a:cubicBezTo>
                  <a:pt x="3134344" y="53818"/>
                  <a:pt x="3137290" y="57989"/>
                  <a:pt x="3138746" y="62782"/>
                </a:cubicBezTo>
                <a:cubicBezTo>
                  <a:pt x="3140201" y="67574"/>
                  <a:pt x="3140929" y="75651"/>
                  <a:pt x="3140929" y="87011"/>
                </a:cubicBezTo>
                <a:lnTo>
                  <a:pt x="3140929" y="125883"/>
                </a:lnTo>
                <a:cubicBezTo>
                  <a:pt x="3140929" y="133527"/>
                  <a:pt x="3141639" y="138295"/>
                  <a:pt x="3143059" y="140188"/>
                </a:cubicBezTo>
                <a:cubicBezTo>
                  <a:pt x="3144479" y="142080"/>
                  <a:pt x="3147354" y="143276"/>
                  <a:pt x="3151685" y="143775"/>
                </a:cubicBezTo>
                <a:lnTo>
                  <a:pt x="3151685" y="147609"/>
                </a:lnTo>
                <a:lnTo>
                  <a:pt x="3101204" y="147609"/>
                </a:lnTo>
                <a:lnTo>
                  <a:pt x="3101204" y="143775"/>
                </a:lnTo>
                <a:cubicBezTo>
                  <a:pt x="3104754" y="143276"/>
                  <a:pt x="3107417" y="141847"/>
                  <a:pt x="3109192" y="139489"/>
                </a:cubicBezTo>
                <a:cubicBezTo>
                  <a:pt x="3110470" y="137632"/>
                  <a:pt x="3111109" y="133097"/>
                  <a:pt x="3111109" y="125883"/>
                </a:cubicBezTo>
                <a:lnTo>
                  <a:pt x="3111109" y="81543"/>
                </a:lnTo>
                <a:cubicBezTo>
                  <a:pt x="3111109" y="73320"/>
                  <a:pt x="3110789" y="68164"/>
                  <a:pt x="3110150" y="66073"/>
                </a:cubicBezTo>
                <a:cubicBezTo>
                  <a:pt x="3109511" y="63981"/>
                  <a:pt x="3108428" y="62350"/>
                  <a:pt x="3106902" y="61181"/>
                </a:cubicBezTo>
                <a:cubicBezTo>
                  <a:pt x="3105375" y="60012"/>
                  <a:pt x="3103654" y="59427"/>
                  <a:pt x="3101737" y="59427"/>
                </a:cubicBezTo>
                <a:cubicBezTo>
                  <a:pt x="3098897" y="59427"/>
                  <a:pt x="3096128" y="60403"/>
                  <a:pt x="3093430" y="62356"/>
                </a:cubicBezTo>
                <a:cubicBezTo>
                  <a:pt x="3090732" y="64308"/>
                  <a:pt x="3087821" y="67734"/>
                  <a:pt x="3084697" y="72633"/>
                </a:cubicBezTo>
                <a:lnTo>
                  <a:pt x="3084697" y="125883"/>
                </a:lnTo>
                <a:cubicBezTo>
                  <a:pt x="3084697" y="133026"/>
                  <a:pt x="3085229" y="137490"/>
                  <a:pt x="3086294" y="139276"/>
                </a:cubicBezTo>
                <a:cubicBezTo>
                  <a:pt x="3087643" y="141703"/>
                  <a:pt x="3090412" y="143203"/>
                  <a:pt x="3094601" y="143775"/>
                </a:cubicBezTo>
                <a:lnTo>
                  <a:pt x="3094601" y="147609"/>
                </a:lnTo>
                <a:lnTo>
                  <a:pt x="3044120" y="147609"/>
                </a:lnTo>
                <a:lnTo>
                  <a:pt x="3044120" y="143775"/>
                </a:lnTo>
                <a:cubicBezTo>
                  <a:pt x="3048309" y="143347"/>
                  <a:pt x="3051291" y="141990"/>
                  <a:pt x="3053066" y="139705"/>
                </a:cubicBezTo>
                <a:cubicBezTo>
                  <a:pt x="3054273" y="138134"/>
                  <a:pt x="3054877" y="133527"/>
                  <a:pt x="3054877" y="125883"/>
                </a:cubicBezTo>
                <a:lnTo>
                  <a:pt x="3054877" y="24921"/>
                </a:lnTo>
                <a:cubicBezTo>
                  <a:pt x="3054877" y="17304"/>
                  <a:pt x="3054184" y="12561"/>
                  <a:pt x="3052800" y="10693"/>
                </a:cubicBezTo>
                <a:cubicBezTo>
                  <a:pt x="3051415" y="8825"/>
                  <a:pt x="3048522" y="7604"/>
                  <a:pt x="3044120" y="7029"/>
                </a:cubicBezTo>
                <a:lnTo>
                  <a:pt x="3044120" y="3195"/>
                </a:lnTo>
                <a:lnTo>
                  <a:pt x="3084697" y="3195"/>
                </a:lnTo>
                <a:close/>
                <a:moveTo>
                  <a:pt x="3249632" y="94146"/>
                </a:moveTo>
                <a:lnTo>
                  <a:pt x="3194998" y="94146"/>
                </a:lnTo>
                <a:cubicBezTo>
                  <a:pt x="3195637" y="107388"/>
                  <a:pt x="3199151" y="117853"/>
                  <a:pt x="3205541" y="125541"/>
                </a:cubicBezTo>
                <a:cubicBezTo>
                  <a:pt x="3210440" y="131449"/>
                  <a:pt x="3216333" y="134403"/>
                  <a:pt x="3223220" y="134403"/>
                </a:cubicBezTo>
                <a:cubicBezTo>
                  <a:pt x="3227480" y="134403"/>
                  <a:pt x="3231350" y="133214"/>
                  <a:pt x="3234829" y="130836"/>
                </a:cubicBezTo>
                <a:cubicBezTo>
                  <a:pt x="3238308" y="128457"/>
                  <a:pt x="3242035" y="124179"/>
                  <a:pt x="3246011" y="118002"/>
                </a:cubicBezTo>
                <a:lnTo>
                  <a:pt x="3249632" y="120345"/>
                </a:lnTo>
                <a:cubicBezTo>
                  <a:pt x="3244236" y="131350"/>
                  <a:pt x="3238272" y="139143"/>
                  <a:pt x="3231740" y="143722"/>
                </a:cubicBezTo>
                <a:cubicBezTo>
                  <a:pt x="3225208" y="148302"/>
                  <a:pt x="3217647" y="150591"/>
                  <a:pt x="3209056" y="150591"/>
                </a:cubicBezTo>
                <a:cubicBezTo>
                  <a:pt x="3194288" y="150591"/>
                  <a:pt x="3183105" y="144906"/>
                  <a:pt x="3175508" y="133535"/>
                </a:cubicBezTo>
                <a:cubicBezTo>
                  <a:pt x="3169402" y="124367"/>
                  <a:pt x="3166349" y="112996"/>
                  <a:pt x="3166349" y="99421"/>
                </a:cubicBezTo>
                <a:cubicBezTo>
                  <a:pt x="3166349" y="82790"/>
                  <a:pt x="3170840" y="69552"/>
                  <a:pt x="3179821" y="59710"/>
                </a:cubicBezTo>
                <a:cubicBezTo>
                  <a:pt x="3188803" y="49865"/>
                  <a:pt x="3199329" y="44943"/>
                  <a:pt x="3211399" y="44943"/>
                </a:cubicBezTo>
                <a:cubicBezTo>
                  <a:pt x="3221481" y="44943"/>
                  <a:pt x="3230232" y="49079"/>
                  <a:pt x="3237651" y="57350"/>
                </a:cubicBezTo>
                <a:cubicBezTo>
                  <a:pt x="3245071" y="65622"/>
                  <a:pt x="3249064" y="77887"/>
                  <a:pt x="3249632" y="94146"/>
                </a:cubicBezTo>
                <a:moveTo>
                  <a:pt x="3223433" y="87117"/>
                </a:moveTo>
                <a:cubicBezTo>
                  <a:pt x="3223433" y="75686"/>
                  <a:pt x="3222812" y="67841"/>
                  <a:pt x="3221569" y="63581"/>
                </a:cubicBezTo>
                <a:cubicBezTo>
                  <a:pt x="3220327" y="59321"/>
                  <a:pt x="3218392" y="56090"/>
                  <a:pt x="3215765" y="53889"/>
                </a:cubicBezTo>
                <a:cubicBezTo>
                  <a:pt x="3214274" y="52611"/>
                  <a:pt x="3212286" y="51972"/>
                  <a:pt x="3209801" y="51972"/>
                </a:cubicBezTo>
                <a:cubicBezTo>
                  <a:pt x="3206109" y="51972"/>
                  <a:pt x="3203092" y="53783"/>
                  <a:pt x="3200749" y="57404"/>
                </a:cubicBezTo>
                <a:cubicBezTo>
                  <a:pt x="3196560" y="63723"/>
                  <a:pt x="3194465" y="72385"/>
                  <a:pt x="3194465" y="83390"/>
                </a:cubicBezTo>
                <a:lnTo>
                  <a:pt x="3194465" y="87117"/>
                </a:lnTo>
                <a:lnTo>
                  <a:pt x="3223433" y="87117"/>
                </a:lnTo>
                <a:close/>
                <a:moveTo>
                  <a:pt x="3325068" y="45369"/>
                </a:moveTo>
                <a:lnTo>
                  <a:pt x="3326666" y="79449"/>
                </a:lnTo>
                <a:lnTo>
                  <a:pt x="3323045" y="79449"/>
                </a:lnTo>
                <a:cubicBezTo>
                  <a:pt x="3318714" y="69285"/>
                  <a:pt x="3314223" y="62343"/>
                  <a:pt x="3309572" y="58622"/>
                </a:cubicBezTo>
                <a:cubicBezTo>
                  <a:pt x="3304922" y="54899"/>
                  <a:pt x="3300289" y="53037"/>
                  <a:pt x="3295674" y="53037"/>
                </a:cubicBezTo>
                <a:cubicBezTo>
                  <a:pt x="3292763" y="53037"/>
                  <a:pt x="3290278" y="54013"/>
                  <a:pt x="3288219" y="55966"/>
                </a:cubicBezTo>
                <a:cubicBezTo>
                  <a:pt x="3286160" y="57918"/>
                  <a:pt x="3285131" y="60173"/>
                  <a:pt x="3285131" y="62729"/>
                </a:cubicBezTo>
                <a:cubicBezTo>
                  <a:pt x="3285131" y="64646"/>
                  <a:pt x="3285841" y="66492"/>
                  <a:pt x="3287261" y="68267"/>
                </a:cubicBezTo>
                <a:cubicBezTo>
                  <a:pt x="3289533" y="71178"/>
                  <a:pt x="3295887" y="76165"/>
                  <a:pt x="3306324" y="83230"/>
                </a:cubicBezTo>
                <a:cubicBezTo>
                  <a:pt x="3316761" y="90295"/>
                  <a:pt x="3323630" y="96294"/>
                  <a:pt x="3326932" y="101229"/>
                </a:cubicBezTo>
                <a:cubicBezTo>
                  <a:pt x="3330233" y="106163"/>
                  <a:pt x="3331884" y="111683"/>
                  <a:pt x="3331884" y="117789"/>
                </a:cubicBezTo>
                <a:cubicBezTo>
                  <a:pt x="3331884" y="123327"/>
                  <a:pt x="3330500" y="128759"/>
                  <a:pt x="3327731" y="134084"/>
                </a:cubicBezTo>
                <a:cubicBezTo>
                  <a:pt x="3324962" y="139409"/>
                  <a:pt x="3321057" y="143491"/>
                  <a:pt x="3316016" y="146331"/>
                </a:cubicBezTo>
                <a:cubicBezTo>
                  <a:pt x="3310975" y="149171"/>
                  <a:pt x="3305401" y="150591"/>
                  <a:pt x="3299295" y="150591"/>
                </a:cubicBezTo>
                <a:cubicBezTo>
                  <a:pt x="3294538" y="150591"/>
                  <a:pt x="3288184" y="149073"/>
                  <a:pt x="3280232" y="146035"/>
                </a:cubicBezTo>
                <a:cubicBezTo>
                  <a:pt x="3278101" y="145239"/>
                  <a:pt x="3276646" y="144840"/>
                  <a:pt x="3275865" y="144840"/>
                </a:cubicBezTo>
                <a:cubicBezTo>
                  <a:pt x="3273522" y="144840"/>
                  <a:pt x="3271569" y="146615"/>
                  <a:pt x="3270007" y="150165"/>
                </a:cubicBezTo>
                <a:lnTo>
                  <a:pt x="3266493" y="150165"/>
                </a:lnTo>
                <a:lnTo>
                  <a:pt x="3264789" y="114381"/>
                </a:lnTo>
                <a:lnTo>
                  <a:pt x="3268410" y="114381"/>
                </a:lnTo>
                <a:cubicBezTo>
                  <a:pt x="3271605" y="123753"/>
                  <a:pt x="3275989" y="130782"/>
                  <a:pt x="3281563" y="135468"/>
                </a:cubicBezTo>
                <a:cubicBezTo>
                  <a:pt x="3287136" y="140154"/>
                  <a:pt x="3292408" y="142497"/>
                  <a:pt x="3297378" y="142497"/>
                </a:cubicBezTo>
                <a:cubicBezTo>
                  <a:pt x="3300786" y="142497"/>
                  <a:pt x="3303573" y="141450"/>
                  <a:pt x="3305738" y="139356"/>
                </a:cubicBezTo>
                <a:cubicBezTo>
                  <a:pt x="3307904" y="137261"/>
                  <a:pt x="3308987" y="134723"/>
                  <a:pt x="3308987" y="131741"/>
                </a:cubicBezTo>
                <a:cubicBezTo>
                  <a:pt x="3308987" y="128333"/>
                  <a:pt x="3307922" y="125386"/>
                  <a:pt x="3305792" y="122901"/>
                </a:cubicBezTo>
                <a:cubicBezTo>
                  <a:pt x="3303662" y="120416"/>
                  <a:pt x="3298905" y="116653"/>
                  <a:pt x="3291521" y="111612"/>
                </a:cubicBezTo>
                <a:cubicBezTo>
                  <a:pt x="3280658" y="104086"/>
                  <a:pt x="3273628" y="98335"/>
                  <a:pt x="3270433" y="94359"/>
                </a:cubicBezTo>
                <a:cubicBezTo>
                  <a:pt x="3265747" y="88537"/>
                  <a:pt x="3263404" y="82112"/>
                  <a:pt x="3263404" y="75083"/>
                </a:cubicBezTo>
                <a:cubicBezTo>
                  <a:pt x="3263404" y="67415"/>
                  <a:pt x="3266049" y="60474"/>
                  <a:pt x="3271339" y="54262"/>
                </a:cubicBezTo>
                <a:cubicBezTo>
                  <a:pt x="3276628" y="48049"/>
                  <a:pt x="3284279" y="44943"/>
                  <a:pt x="3294290" y="44943"/>
                </a:cubicBezTo>
                <a:cubicBezTo>
                  <a:pt x="3299686" y="44943"/>
                  <a:pt x="3304904" y="46308"/>
                  <a:pt x="3309945" y="49037"/>
                </a:cubicBezTo>
                <a:cubicBezTo>
                  <a:pt x="3311862" y="50142"/>
                  <a:pt x="3313424" y="50694"/>
                  <a:pt x="3314631" y="50694"/>
                </a:cubicBezTo>
                <a:cubicBezTo>
                  <a:pt x="3315909" y="50694"/>
                  <a:pt x="3316939" y="50428"/>
                  <a:pt x="3317720" y="49895"/>
                </a:cubicBezTo>
                <a:cubicBezTo>
                  <a:pt x="3318501" y="49363"/>
                  <a:pt x="3319743" y="47854"/>
                  <a:pt x="3321447" y="45369"/>
                </a:cubicBezTo>
                <a:lnTo>
                  <a:pt x="3325068" y="45369"/>
                </a:lnTo>
                <a:close/>
                <a:moveTo>
                  <a:pt x="3370935" y="0"/>
                </a:moveTo>
                <a:cubicBezTo>
                  <a:pt x="3375550" y="0"/>
                  <a:pt x="3379455" y="1621"/>
                  <a:pt x="3382650" y="4862"/>
                </a:cubicBezTo>
                <a:cubicBezTo>
                  <a:pt x="3385845" y="8102"/>
                  <a:pt x="3387443" y="12001"/>
                  <a:pt x="3387443" y="16561"/>
                </a:cubicBezTo>
                <a:cubicBezTo>
                  <a:pt x="3387443" y="21120"/>
                  <a:pt x="3385827" y="25003"/>
                  <a:pt x="3382597" y="28209"/>
                </a:cubicBezTo>
                <a:cubicBezTo>
                  <a:pt x="3379366" y="31413"/>
                  <a:pt x="3375479" y="33015"/>
                  <a:pt x="3370935" y="33015"/>
                </a:cubicBezTo>
                <a:cubicBezTo>
                  <a:pt x="3366391" y="33015"/>
                  <a:pt x="3362522" y="31413"/>
                  <a:pt x="3359327" y="28209"/>
                </a:cubicBezTo>
                <a:cubicBezTo>
                  <a:pt x="3356132" y="25003"/>
                  <a:pt x="3354534" y="21120"/>
                  <a:pt x="3354534" y="16561"/>
                </a:cubicBezTo>
                <a:cubicBezTo>
                  <a:pt x="3354534" y="12001"/>
                  <a:pt x="3356132" y="8102"/>
                  <a:pt x="3359327" y="4862"/>
                </a:cubicBezTo>
                <a:cubicBezTo>
                  <a:pt x="3362522" y="1621"/>
                  <a:pt x="3366391" y="0"/>
                  <a:pt x="3370935" y="0"/>
                </a:cubicBezTo>
                <a:moveTo>
                  <a:pt x="3385845" y="47925"/>
                </a:moveTo>
                <a:lnTo>
                  <a:pt x="3385845" y="126948"/>
                </a:lnTo>
                <a:cubicBezTo>
                  <a:pt x="3385845" y="133977"/>
                  <a:pt x="3386662" y="138468"/>
                  <a:pt x="3388295" y="140421"/>
                </a:cubicBezTo>
                <a:cubicBezTo>
                  <a:pt x="3389928" y="142373"/>
                  <a:pt x="3393123" y="143491"/>
                  <a:pt x="3397880" y="143775"/>
                </a:cubicBezTo>
                <a:lnTo>
                  <a:pt x="3397880" y="147609"/>
                </a:lnTo>
                <a:lnTo>
                  <a:pt x="3344097" y="147609"/>
                </a:lnTo>
                <a:lnTo>
                  <a:pt x="3344097" y="143775"/>
                </a:lnTo>
                <a:cubicBezTo>
                  <a:pt x="3348499" y="143633"/>
                  <a:pt x="3351765" y="142355"/>
                  <a:pt x="3353895" y="139941"/>
                </a:cubicBezTo>
                <a:cubicBezTo>
                  <a:pt x="3355315" y="138308"/>
                  <a:pt x="3356025" y="133977"/>
                  <a:pt x="3356025" y="126948"/>
                </a:cubicBezTo>
                <a:lnTo>
                  <a:pt x="3356025" y="68799"/>
                </a:lnTo>
                <a:cubicBezTo>
                  <a:pt x="3356025" y="61681"/>
                  <a:pt x="3355209" y="57134"/>
                  <a:pt x="3353575" y="55157"/>
                </a:cubicBezTo>
                <a:cubicBezTo>
                  <a:pt x="3351942" y="53180"/>
                  <a:pt x="3348783" y="52048"/>
                  <a:pt x="3344097" y="51759"/>
                </a:cubicBezTo>
                <a:lnTo>
                  <a:pt x="3344097" y="47925"/>
                </a:lnTo>
                <a:lnTo>
                  <a:pt x="3385845" y="47925"/>
                </a:lnTo>
                <a:close/>
                <a:moveTo>
                  <a:pt x="3470550" y="45369"/>
                </a:moveTo>
                <a:lnTo>
                  <a:pt x="3472148" y="79449"/>
                </a:lnTo>
                <a:lnTo>
                  <a:pt x="3468527" y="79449"/>
                </a:lnTo>
                <a:cubicBezTo>
                  <a:pt x="3464196" y="69285"/>
                  <a:pt x="3459705" y="62343"/>
                  <a:pt x="3455055" y="58622"/>
                </a:cubicBezTo>
                <a:cubicBezTo>
                  <a:pt x="3450404" y="54899"/>
                  <a:pt x="3445771" y="53037"/>
                  <a:pt x="3441156" y="53037"/>
                </a:cubicBezTo>
                <a:cubicBezTo>
                  <a:pt x="3438245" y="53037"/>
                  <a:pt x="3435760" y="54013"/>
                  <a:pt x="3433701" y="55966"/>
                </a:cubicBezTo>
                <a:cubicBezTo>
                  <a:pt x="3431642" y="57918"/>
                  <a:pt x="3430613" y="60173"/>
                  <a:pt x="3430613" y="62729"/>
                </a:cubicBezTo>
                <a:cubicBezTo>
                  <a:pt x="3430613" y="64646"/>
                  <a:pt x="3431323" y="66492"/>
                  <a:pt x="3432743" y="68267"/>
                </a:cubicBezTo>
                <a:cubicBezTo>
                  <a:pt x="3435015" y="71178"/>
                  <a:pt x="3441369" y="76165"/>
                  <a:pt x="3451806" y="83230"/>
                </a:cubicBezTo>
                <a:cubicBezTo>
                  <a:pt x="3462243" y="90295"/>
                  <a:pt x="3469113" y="96294"/>
                  <a:pt x="3472414" y="101229"/>
                </a:cubicBezTo>
                <a:cubicBezTo>
                  <a:pt x="3475716" y="106163"/>
                  <a:pt x="3477366" y="111683"/>
                  <a:pt x="3477366" y="117789"/>
                </a:cubicBezTo>
                <a:cubicBezTo>
                  <a:pt x="3477366" y="123327"/>
                  <a:pt x="3475982" y="128759"/>
                  <a:pt x="3473213" y="134084"/>
                </a:cubicBezTo>
                <a:cubicBezTo>
                  <a:pt x="3470444" y="139409"/>
                  <a:pt x="3466539" y="143491"/>
                  <a:pt x="3461498" y="146331"/>
                </a:cubicBezTo>
                <a:cubicBezTo>
                  <a:pt x="3456457" y="149171"/>
                  <a:pt x="3450883" y="150591"/>
                  <a:pt x="3444777" y="150591"/>
                </a:cubicBezTo>
                <a:cubicBezTo>
                  <a:pt x="3440020" y="150591"/>
                  <a:pt x="3433666" y="149073"/>
                  <a:pt x="3425714" y="146035"/>
                </a:cubicBezTo>
                <a:cubicBezTo>
                  <a:pt x="3423584" y="145239"/>
                  <a:pt x="3422128" y="144840"/>
                  <a:pt x="3421347" y="144840"/>
                </a:cubicBezTo>
                <a:cubicBezTo>
                  <a:pt x="3419004" y="144840"/>
                  <a:pt x="3417052" y="146615"/>
                  <a:pt x="3415490" y="150165"/>
                </a:cubicBezTo>
                <a:lnTo>
                  <a:pt x="3411975" y="150165"/>
                </a:lnTo>
                <a:lnTo>
                  <a:pt x="3410271" y="114381"/>
                </a:lnTo>
                <a:lnTo>
                  <a:pt x="3413892" y="114381"/>
                </a:lnTo>
                <a:cubicBezTo>
                  <a:pt x="3417087" y="123753"/>
                  <a:pt x="3421471" y="130782"/>
                  <a:pt x="3427045" y="135468"/>
                </a:cubicBezTo>
                <a:cubicBezTo>
                  <a:pt x="3432618" y="140154"/>
                  <a:pt x="3437890" y="142497"/>
                  <a:pt x="3442860" y="142497"/>
                </a:cubicBezTo>
                <a:cubicBezTo>
                  <a:pt x="3446268" y="142497"/>
                  <a:pt x="3449055" y="141450"/>
                  <a:pt x="3451221" y="139356"/>
                </a:cubicBezTo>
                <a:cubicBezTo>
                  <a:pt x="3453386" y="137261"/>
                  <a:pt x="3454469" y="134723"/>
                  <a:pt x="3454469" y="131741"/>
                </a:cubicBezTo>
                <a:cubicBezTo>
                  <a:pt x="3454469" y="128333"/>
                  <a:pt x="3453404" y="125386"/>
                  <a:pt x="3451274" y="122901"/>
                </a:cubicBezTo>
                <a:cubicBezTo>
                  <a:pt x="3449144" y="120416"/>
                  <a:pt x="3444387" y="116653"/>
                  <a:pt x="3437003" y="111612"/>
                </a:cubicBezTo>
                <a:cubicBezTo>
                  <a:pt x="3426140" y="104086"/>
                  <a:pt x="3419111" y="98335"/>
                  <a:pt x="3415916" y="94359"/>
                </a:cubicBezTo>
                <a:cubicBezTo>
                  <a:pt x="3411230" y="88537"/>
                  <a:pt x="3408887" y="82112"/>
                  <a:pt x="3408887" y="75083"/>
                </a:cubicBezTo>
                <a:cubicBezTo>
                  <a:pt x="3408887" y="67415"/>
                  <a:pt x="3411531" y="60474"/>
                  <a:pt x="3416821" y="54262"/>
                </a:cubicBezTo>
                <a:cubicBezTo>
                  <a:pt x="3422110" y="48049"/>
                  <a:pt x="3429761" y="44943"/>
                  <a:pt x="3439772" y="44943"/>
                </a:cubicBezTo>
                <a:cubicBezTo>
                  <a:pt x="3445168" y="44943"/>
                  <a:pt x="3450386" y="46308"/>
                  <a:pt x="3455427" y="49037"/>
                </a:cubicBezTo>
                <a:cubicBezTo>
                  <a:pt x="3457344" y="50142"/>
                  <a:pt x="3458906" y="50694"/>
                  <a:pt x="3460113" y="50694"/>
                </a:cubicBezTo>
                <a:cubicBezTo>
                  <a:pt x="3461391" y="50694"/>
                  <a:pt x="3462421" y="50428"/>
                  <a:pt x="3463202" y="49895"/>
                </a:cubicBezTo>
                <a:cubicBezTo>
                  <a:pt x="3463983" y="49363"/>
                  <a:pt x="3465225" y="47854"/>
                  <a:pt x="3466929" y="45369"/>
                </a:cubicBezTo>
                <a:lnTo>
                  <a:pt x="3470550" y="453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Text (§7.2)">
            <a:extLst xmlns:a="http://schemas.openxmlformats.org/drawingml/2006/main">
              <a:ext uri="{FF2B5EF4-FFF2-40B4-BE49-F238E27FC236}">
                <a16:creationId xmlns:a16="http://schemas.microsoft.com/office/drawing/2014/main" id="{3D5740FE-3786-406D-BCE8-0AEA53CB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660" y="1833699"/>
            <a:ext cx="509071" cy="198091"/>
          </a:xfrm>
          <a:custGeom xmlns:a="http://schemas.openxmlformats.org/drawingml/2006/main">
            <a:pathLst>
              <a:path w="509071" h="198091">
                <a:moveTo>
                  <a:pt x="58788" y="194150"/>
                </a:moveTo>
                <a:lnTo>
                  <a:pt x="58788" y="198091"/>
                </a:lnTo>
                <a:cubicBezTo>
                  <a:pt x="48067" y="192695"/>
                  <a:pt x="39121" y="186376"/>
                  <a:pt x="31950" y="179134"/>
                </a:cubicBezTo>
                <a:cubicBezTo>
                  <a:pt x="21726" y="168839"/>
                  <a:pt x="13845" y="156697"/>
                  <a:pt x="8307" y="142710"/>
                </a:cubicBezTo>
                <a:cubicBezTo>
                  <a:pt x="2769" y="128723"/>
                  <a:pt x="0" y="114204"/>
                  <a:pt x="0" y="99152"/>
                </a:cubicBezTo>
                <a:cubicBezTo>
                  <a:pt x="0" y="77142"/>
                  <a:pt x="5432" y="57066"/>
                  <a:pt x="16295" y="38926"/>
                </a:cubicBezTo>
                <a:cubicBezTo>
                  <a:pt x="27158" y="20785"/>
                  <a:pt x="41322" y="7810"/>
                  <a:pt x="58788" y="0"/>
                </a:cubicBezTo>
                <a:lnTo>
                  <a:pt x="58788" y="4473"/>
                </a:lnTo>
                <a:cubicBezTo>
                  <a:pt x="50055" y="9301"/>
                  <a:pt x="42884" y="15904"/>
                  <a:pt x="37275" y="24282"/>
                </a:cubicBezTo>
                <a:cubicBezTo>
                  <a:pt x="31666" y="32660"/>
                  <a:pt x="27477" y="43275"/>
                  <a:pt x="24708" y="56126"/>
                </a:cubicBezTo>
                <a:cubicBezTo>
                  <a:pt x="21939" y="68977"/>
                  <a:pt x="20555" y="82396"/>
                  <a:pt x="20555" y="96383"/>
                </a:cubicBezTo>
                <a:cubicBezTo>
                  <a:pt x="20555" y="111577"/>
                  <a:pt x="21726" y="125386"/>
                  <a:pt x="24069" y="137811"/>
                </a:cubicBezTo>
                <a:cubicBezTo>
                  <a:pt x="25915" y="147609"/>
                  <a:pt x="28152" y="155473"/>
                  <a:pt x="30779" y="161401"/>
                </a:cubicBezTo>
                <a:cubicBezTo>
                  <a:pt x="33406" y="167330"/>
                  <a:pt x="36938" y="173028"/>
                  <a:pt x="41375" y="178495"/>
                </a:cubicBezTo>
                <a:cubicBezTo>
                  <a:pt x="45813" y="183962"/>
                  <a:pt x="51617" y="189180"/>
                  <a:pt x="58788" y="194150"/>
                </a:cubicBezTo>
                <a:close/>
                <a:moveTo>
                  <a:pt x="103837" y="61517"/>
                </a:moveTo>
                <a:cubicBezTo>
                  <a:pt x="99080" y="56257"/>
                  <a:pt x="95690" y="51459"/>
                  <a:pt x="93666" y="47123"/>
                </a:cubicBezTo>
                <a:cubicBezTo>
                  <a:pt x="91643" y="42788"/>
                  <a:pt x="90631" y="38380"/>
                  <a:pt x="90631" y="33900"/>
                </a:cubicBezTo>
                <a:cubicBezTo>
                  <a:pt x="90631" y="25584"/>
                  <a:pt x="93542" y="18494"/>
                  <a:pt x="99364" y="12630"/>
                </a:cubicBezTo>
                <a:cubicBezTo>
                  <a:pt x="105186" y="6766"/>
                  <a:pt x="112357" y="3834"/>
                  <a:pt x="120877" y="3834"/>
                </a:cubicBezTo>
                <a:cubicBezTo>
                  <a:pt x="128687" y="3834"/>
                  <a:pt x="135130" y="6216"/>
                  <a:pt x="140207" y="10980"/>
                </a:cubicBezTo>
                <a:cubicBezTo>
                  <a:pt x="145283" y="15741"/>
                  <a:pt x="147821" y="21178"/>
                  <a:pt x="147821" y="27291"/>
                </a:cubicBezTo>
                <a:cubicBezTo>
                  <a:pt x="147821" y="30062"/>
                  <a:pt x="146898" y="32514"/>
                  <a:pt x="145052" y="34646"/>
                </a:cubicBezTo>
                <a:cubicBezTo>
                  <a:pt x="143703" y="36139"/>
                  <a:pt x="141822" y="36886"/>
                  <a:pt x="139408" y="36886"/>
                </a:cubicBezTo>
                <a:cubicBezTo>
                  <a:pt x="136994" y="36886"/>
                  <a:pt x="135006" y="36068"/>
                  <a:pt x="133444" y="34433"/>
                </a:cubicBezTo>
                <a:cubicBezTo>
                  <a:pt x="131882" y="32798"/>
                  <a:pt x="131101" y="30878"/>
                  <a:pt x="131101" y="28675"/>
                </a:cubicBezTo>
                <a:cubicBezTo>
                  <a:pt x="131101" y="27608"/>
                  <a:pt x="131385" y="25724"/>
                  <a:pt x="131953" y="23024"/>
                </a:cubicBezTo>
                <a:cubicBezTo>
                  <a:pt x="132308" y="21389"/>
                  <a:pt x="132485" y="19860"/>
                  <a:pt x="132485" y="18438"/>
                </a:cubicBezTo>
                <a:cubicBezTo>
                  <a:pt x="132485" y="15522"/>
                  <a:pt x="131456" y="13105"/>
                  <a:pt x="129397" y="11186"/>
                </a:cubicBezTo>
                <a:cubicBezTo>
                  <a:pt x="127338" y="9267"/>
                  <a:pt x="124498" y="8307"/>
                  <a:pt x="120877" y="8307"/>
                </a:cubicBezTo>
                <a:cubicBezTo>
                  <a:pt x="115694" y="8307"/>
                  <a:pt x="111310" y="10120"/>
                  <a:pt x="107724" y="13745"/>
                </a:cubicBezTo>
                <a:cubicBezTo>
                  <a:pt x="104139" y="17371"/>
                  <a:pt x="102346" y="21777"/>
                  <a:pt x="102346" y="26965"/>
                </a:cubicBezTo>
                <a:cubicBezTo>
                  <a:pt x="102346" y="31515"/>
                  <a:pt x="103304" y="35283"/>
                  <a:pt x="105221" y="38267"/>
                </a:cubicBezTo>
                <a:cubicBezTo>
                  <a:pt x="108416" y="43244"/>
                  <a:pt x="113777" y="48469"/>
                  <a:pt x="121303" y="53942"/>
                </a:cubicBezTo>
                <a:cubicBezTo>
                  <a:pt x="135574" y="64249"/>
                  <a:pt x="145336" y="73489"/>
                  <a:pt x="150590" y="81662"/>
                </a:cubicBezTo>
                <a:cubicBezTo>
                  <a:pt x="154282" y="87491"/>
                  <a:pt x="156128" y="93605"/>
                  <a:pt x="156128" y="100004"/>
                </a:cubicBezTo>
                <a:cubicBezTo>
                  <a:pt x="156128" y="106471"/>
                  <a:pt x="154247" y="112940"/>
                  <a:pt x="150484" y="119410"/>
                </a:cubicBezTo>
                <a:cubicBezTo>
                  <a:pt x="146721" y="125878"/>
                  <a:pt x="140757" y="131563"/>
                  <a:pt x="132592" y="136467"/>
                </a:cubicBezTo>
                <a:cubicBezTo>
                  <a:pt x="137562" y="141941"/>
                  <a:pt x="140988" y="146668"/>
                  <a:pt x="142869" y="150648"/>
                </a:cubicBezTo>
                <a:cubicBezTo>
                  <a:pt x="144751" y="154629"/>
                  <a:pt x="145691" y="158928"/>
                  <a:pt x="145691" y="163548"/>
                </a:cubicBezTo>
                <a:cubicBezTo>
                  <a:pt x="145691" y="172221"/>
                  <a:pt x="142780" y="179472"/>
                  <a:pt x="136958" y="185301"/>
                </a:cubicBezTo>
                <a:cubicBezTo>
                  <a:pt x="131136" y="191129"/>
                  <a:pt x="123965" y="194044"/>
                  <a:pt x="115445" y="194044"/>
                </a:cubicBezTo>
                <a:cubicBezTo>
                  <a:pt x="107777" y="194044"/>
                  <a:pt x="101405" y="191610"/>
                  <a:pt x="96329" y="186742"/>
                </a:cubicBezTo>
                <a:cubicBezTo>
                  <a:pt x="91252" y="181874"/>
                  <a:pt x="88714" y="176312"/>
                  <a:pt x="88714" y="170058"/>
                </a:cubicBezTo>
                <a:cubicBezTo>
                  <a:pt x="88714" y="167429"/>
                  <a:pt x="89548" y="165208"/>
                  <a:pt x="91217" y="163395"/>
                </a:cubicBezTo>
                <a:cubicBezTo>
                  <a:pt x="92885" y="161582"/>
                  <a:pt x="94820" y="160676"/>
                  <a:pt x="97021" y="160676"/>
                </a:cubicBezTo>
                <a:cubicBezTo>
                  <a:pt x="99222" y="160676"/>
                  <a:pt x="101103" y="161511"/>
                  <a:pt x="102665" y="163182"/>
                </a:cubicBezTo>
                <a:cubicBezTo>
                  <a:pt x="104227" y="164853"/>
                  <a:pt x="105008" y="167109"/>
                  <a:pt x="105008" y="169951"/>
                </a:cubicBezTo>
                <a:cubicBezTo>
                  <a:pt x="105008" y="171870"/>
                  <a:pt x="104724" y="173985"/>
                  <a:pt x="104156" y="176295"/>
                </a:cubicBezTo>
                <a:cubicBezTo>
                  <a:pt x="103588" y="178607"/>
                  <a:pt x="103304" y="180366"/>
                  <a:pt x="103304" y="181573"/>
                </a:cubicBezTo>
                <a:cubicBezTo>
                  <a:pt x="103304" y="183634"/>
                  <a:pt x="104192" y="185341"/>
                  <a:pt x="105967" y="186692"/>
                </a:cubicBezTo>
                <a:cubicBezTo>
                  <a:pt x="108736" y="188824"/>
                  <a:pt x="112108" y="189890"/>
                  <a:pt x="116084" y="189890"/>
                </a:cubicBezTo>
                <a:cubicBezTo>
                  <a:pt x="120841" y="189890"/>
                  <a:pt x="125155" y="188042"/>
                  <a:pt x="129024" y="184345"/>
                </a:cubicBezTo>
                <a:cubicBezTo>
                  <a:pt x="132894" y="180649"/>
                  <a:pt x="134828" y="176633"/>
                  <a:pt x="134828" y="172298"/>
                </a:cubicBezTo>
                <a:cubicBezTo>
                  <a:pt x="134828" y="167891"/>
                  <a:pt x="133728" y="163946"/>
                  <a:pt x="131527" y="160463"/>
                </a:cubicBezTo>
                <a:cubicBezTo>
                  <a:pt x="128119" y="155131"/>
                  <a:pt x="121942" y="149089"/>
                  <a:pt x="112996" y="142338"/>
                </a:cubicBezTo>
                <a:cubicBezTo>
                  <a:pt x="99648" y="132387"/>
                  <a:pt x="90560" y="123608"/>
                  <a:pt x="85732" y="116002"/>
                </a:cubicBezTo>
                <a:cubicBezTo>
                  <a:pt x="82111" y="110244"/>
                  <a:pt x="80300" y="104131"/>
                  <a:pt x="80300" y="97661"/>
                </a:cubicBezTo>
                <a:cubicBezTo>
                  <a:pt x="80300" y="91122"/>
                  <a:pt x="82217" y="84672"/>
                  <a:pt x="86051" y="78311"/>
                </a:cubicBezTo>
                <a:cubicBezTo>
                  <a:pt x="89885" y="71948"/>
                  <a:pt x="95814" y="66350"/>
                  <a:pt x="103837" y="61517"/>
                </a:cubicBezTo>
                <a:moveTo>
                  <a:pt x="107245" y="64822"/>
                </a:moveTo>
                <a:cubicBezTo>
                  <a:pt x="96524" y="71290"/>
                  <a:pt x="91163" y="79180"/>
                  <a:pt x="91163" y="88492"/>
                </a:cubicBezTo>
                <a:cubicBezTo>
                  <a:pt x="91163" y="93468"/>
                  <a:pt x="92477" y="98054"/>
                  <a:pt x="95104" y="102247"/>
                </a:cubicBezTo>
                <a:cubicBezTo>
                  <a:pt x="98796" y="108005"/>
                  <a:pt x="105789" y="114793"/>
                  <a:pt x="116084" y="122612"/>
                </a:cubicBezTo>
                <a:cubicBezTo>
                  <a:pt x="121054" y="126379"/>
                  <a:pt x="125385" y="129969"/>
                  <a:pt x="129077" y="133382"/>
                </a:cubicBezTo>
                <a:cubicBezTo>
                  <a:pt x="139940" y="126772"/>
                  <a:pt x="145372" y="118953"/>
                  <a:pt x="145372" y="109925"/>
                </a:cubicBezTo>
                <a:cubicBezTo>
                  <a:pt x="145372" y="105303"/>
                  <a:pt x="143810" y="100488"/>
                  <a:pt x="140686" y="95478"/>
                </a:cubicBezTo>
                <a:cubicBezTo>
                  <a:pt x="137562" y="90465"/>
                  <a:pt x="131136" y="84156"/>
                  <a:pt x="121409" y="76550"/>
                </a:cubicBezTo>
                <a:cubicBezTo>
                  <a:pt x="115587" y="72073"/>
                  <a:pt x="110866" y="68164"/>
                  <a:pt x="107245" y="64822"/>
                </a:cubicBezTo>
                <a:close/>
                <a:moveTo>
                  <a:pt x="194681" y="7029"/>
                </a:moveTo>
                <a:lnTo>
                  <a:pt x="272107" y="7029"/>
                </a:lnTo>
                <a:lnTo>
                  <a:pt x="272107" y="11076"/>
                </a:lnTo>
                <a:lnTo>
                  <a:pt x="223968" y="154425"/>
                </a:lnTo>
                <a:lnTo>
                  <a:pt x="212040" y="154425"/>
                </a:lnTo>
                <a:lnTo>
                  <a:pt x="255173" y="24389"/>
                </a:lnTo>
                <a:lnTo>
                  <a:pt x="215448" y="24389"/>
                </a:lnTo>
                <a:cubicBezTo>
                  <a:pt x="207425" y="24389"/>
                  <a:pt x="201710" y="25347"/>
                  <a:pt x="198302" y="27264"/>
                </a:cubicBezTo>
                <a:cubicBezTo>
                  <a:pt x="192338" y="30530"/>
                  <a:pt x="187545" y="35571"/>
                  <a:pt x="183924" y="42387"/>
                </a:cubicBezTo>
                <a:lnTo>
                  <a:pt x="180836" y="41216"/>
                </a:lnTo>
                <a:lnTo>
                  <a:pt x="194681" y="7029"/>
                </a:lnTo>
                <a:close/>
                <a:moveTo>
                  <a:pt x="309063" y="130782"/>
                </a:moveTo>
                <a:cubicBezTo>
                  <a:pt x="312400" y="130782"/>
                  <a:pt x="315204" y="131936"/>
                  <a:pt x="317476" y="134244"/>
                </a:cubicBezTo>
                <a:cubicBezTo>
                  <a:pt x="319749" y="136551"/>
                  <a:pt x="320885" y="139338"/>
                  <a:pt x="320885" y="142604"/>
                </a:cubicBezTo>
                <a:cubicBezTo>
                  <a:pt x="320885" y="145870"/>
                  <a:pt x="319731" y="148657"/>
                  <a:pt x="317423" y="150964"/>
                </a:cubicBezTo>
                <a:cubicBezTo>
                  <a:pt x="315116" y="153272"/>
                  <a:pt x="312329" y="154425"/>
                  <a:pt x="309063" y="154425"/>
                </a:cubicBezTo>
                <a:cubicBezTo>
                  <a:pt x="305797" y="154425"/>
                  <a:pt x="303010" y="153272"/>
                  <a:pt x="300703" y="150964"/>
                </a:cubicBezTo>
                <a:cubicBezTo>
                  <a:pt x="298395" y="148657"/>
                  <a:pt x="297241" y="145870"/>
                  <a:pt x="297241" y="142604"/>
                </a:cubicBezTo>
                <a:cubicBezTo>
                  <a:pt x="297241" y="139267"/>
                  <a:pt x="298395" y="136462"/>
                  <a:pt x="300703" y="134190"/>
                </a:cubicBezTo>
                <a:cubicBezTo>
                  <a:pt x="303010" y="131918"/>
                  <a:pt x="305797" y="130782"/>
                  <a:pt x="309063" y="130782"/>
                </a:cubicBezTo>
                <a:close/>
                <a:moveTo>
                  <a:pt x="436330" y="123540"/>
                </a:moveTo>
                <a:lnTo>
                  <a:pt x="426212" y="151443"/>
                </a:lnTo>
                <a:lnTo>
                  <a:pt x="341012" y="151443"/>
                </a:lnTo>
                <a:lnTo>
                  <a:pt x="341012" y="147496"/>
                </a:lnTo>
                <a:cubicBezTo>
                  <a:pt x="366075" y="124597"/>
                  <a:pt x="383719" y="105894"/>
                  <a:pt x="393943" y="91387"/>
                </a:cubicBezTo>
                <a:cubicBezTo>
                  <a:pt x="404167" y="76879"/>
                  <a:pt x="409279" y="63615"/>
                  <a:pt x="409279" y="51596"/>
                </a:cubicBezTo>
                <a:cubicBezTo>
                  <a:pt x="409279" y="42424"/>
                  <a:pt x="406474" y="34887"/>
                  <a:pt x="400865" y="28985"/>
                </a:cubicBezTo>
                <a:cubicBezTo>
                  <a:pt x="395256" y="23081"/>
                  <a:pt x="388547" y="20129"/>
                  <a:pt x="380737" y="20129"/>
                </a:cubicBezTo>
                <a:cubicBezTo>
                  <a:pt x="373637" y="20129"/>
                  <a:pt x="367264" y="22214"/>
                  <a:pt x="361620" y="26385"/>
                </a:cubicBezTo>
                <a:cubicBezTo>
                  <a:pt x="355975" y="30557"/>
                  <a:pt x="351804" y="36672"/>
                  <a:pt x="349106" y="44730"/>
                </a:cubicBezTo>
                <a:lnTo>
                  <a:pt x="345166" y="44730"/>
                </a:lnTo>
                <a:cubicBezTo>
                  <a:pt x="346941" y="31628"/>
                  <a:pt x="351502" y="21573"/>
                  <a:pt x="358851" y="14564"/>
                </a:cubicBezTo>
                <a:cubicBezTo>
                  <a:pt x="366199" y="7553"/>
                  <a:pt x="375376" y="4047"/>
                  <a:pt x="386381" y="4047"/>
                </a:cubicBezTo>
                <a:cubicBezTo>
                  <a:pt x="398096" y="4047"/>
                  <a:pt x="407876" y="7810"/>
                  <a:pt x="415722" y="15336"/>
                </a:cubicBezTo>
                <a:cubicBezTo>
                  <a:pt x="423568" y="22862"/>
                  <a:pt x="427490" y="31737"/>
                  <a:pt x="427490" y="41961"/>
                </a:cubicBezTo>
                <a:cubicBezTo>
                  <a:pt x="427490" y="49274"/>
                  <a:pt x="425786" y="56587"/>
                  <a:pt x="422378" y="63900"/>
                </a:cubicBezTo>
                <a:cubicBezTo>
                  <a:pt x="417124" y="75402"/>
                  <a:pt x="408604" y="87579"/>
                  <a:pt x="396818" y="100430"/>
                </a:cubicBezTo>
                <a:cubicBezTo>
                  <a:pt x="379139" y="119742"/>
                  <a:pt x="368099" y="131386"/>
                  <a:pt x="363697" y="135362"/>
                </a:cubicBezTo>
                <a:lnTo>
                  <a:pt x="401398" y="135362"/>
                </a:lnTo>
                <a:cubicBezTo>
                  <a:pt x="409066" y="135362"/>
                  <a:pt x="414444" y="135076"/>
                  <a:pt x="417532" y="134503"/>
                </a:cubicBezTo>
                <a:cubicBezTo>
                  <a:pt x="420621" y="133929"/>
                  <a:pt x="423408" y="132764"/>
                  <a:pt x="425893" y="131009"/>
                </a:cubicBezTo>
                <a:cubicBezTo>
                  <a:pt x="428378" y="129254"/>
                  <a:pt x="430543" y="126764"/>
                  <a:pt x="432389" y="123540"/>
                </a:cubicBezTo>
                <a:lnTo>
                  <a:pt x="436330" y="123540"/>
                </a:lnTo>
                <a:close/>
                <a:moveTo>
                  <a:pt x="450282" y="4473"/>
                </a:moveTo>
                <a:lnTo>
                  <a:pt x="450282" y="0"/>
                </a:lnTo>
                <a:cubicBezTo>
                  <a:pt x="461074" y="5325"/>
                  <a:pt x="470056" y="11609"/>
                  <a:pt x="477227" y="18851"/>
                </a:cubicBezTo>
                <a:cubicBezTo>
                  <a:pt x="487380" y="29217"/>
                  <a:pt x="495225" y="41375"/>
                  <a:pt x="500764" y="55327"/>
                </a:cubicBezTo>
                <a:cubicBezTo>
                  <a:pt x="506302" y="69278"/>
                  <a:pt x="509071" y="83816"/>
                  <a:pt x="509071" y="98939"/>
                </a:cubicBezTo>
                <a:cubicBezTo>
                  <a:pt x="509071" y="120949"/>
                  <a:pt x="503657" y="141024"/>
                  <a:pt x="492829" y="159165"/>
                </a:cubicBezTo>
                <a:cubicBezTo>
                  <a:pt x="482002" y="177305"/>
                  <a:pt x="467819" y="190281"/>
                  <a:pt x="450282" y="198091"/>
                </a:cubicBezTo>
                <a:lnTo>
                  <a:pt x="450282" y="194150"/>
                </a:lnTo>
                <a:cubicBezTo>
                  <a:pt x="459015" y="189251"/>
                  <a:pt x="466204" y="182630"/>
                  <a:pt x="471849" y="174288"/>
                </a:cubicBezTo>
                <a:cubicBezTo>
                  <a:pt x="477493" y="165945"/>
                  <a:pt x="481682" y="155331"/>
                  <a:pt x="484416" y="142444"/>
                </a:cubicBezTo>
                <a:cubicBezTo>
                  <a:pt x="487149" y="129558"/>
                  <a:pt x="488516" y="116121"/>
                  <a:pt x="488516" y="102134"/>
                </a:cubicBezTo>
                <a:cubicBezTo>
                  <a:pt x="488516" y="87011"/>
                  <a:pt x="487344" y="73201"/>
                  <a:pt x="485001" y="60705"/>
                </a:cubicBezTo>
                <a:cubicBezTo>
                  <a:pt x="483226" y="50907"/>
                  <a:pt x="481008" y="43062"/>
                  <a:pt x="478345" y="37169"/>
                </a:cubicBezTo>
                <a:cubicBezTo>
                  <a:pt x="475683" y="31276"/>
                  <a:pt x="472150" y="25596"/>
                  <a:pt x="467748" y="20129"/>
                </a:cubicBezTo>
                <a:cubicBezTo>
                  <a:pt x="463346" y="14662"/>
                  <a:pt x="457524" y="9443"/>
                  <a:pt x="450282" y="4473"/>
                </a:cubicBez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8CF7BA-5DF5-4040-9FCB-35451D45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11" y="886807"/>
            <a:ext cx="1177469" cy="392288"/>
          </a:xfrm>
          <a:custGeom xmlns:a="http://schemas.openxmlformats.org/drawingml/2006/main">
            <a:pathLst>
              <a:path w="1177469" h="392288">
                <a:moveTo>
                  <a:pt x="1177469" y="196132"/>
                </a:moveTo>
                <a:cubicBezTo>
                  <a:pt x="1177469" y="304437"/>
                  <a:pt x="913916" y="392288"/>
                  <a:pt x="588735" y="392288"/>
                </a:cubicBezTo>
                <a:cubicBezTo>
                  <a:pt x="263553" y="392288"/>
                  <a:pt x="0" y="304437"/>
                  <a:pt x="0" y="196132"/>
                </a:cubicBezTo>
                <a:cubicBezTo>
                  <a:pt x="0" y="87851"/>
                  <a:pt x="263553" y="0"/>
                  <a:pt x="588735" y="0"/>
                </a:cubicBezTo>
                <a:cubicBezTo>
                  <a:pt x="913916" y="0"/>
                  <a:pt x="1177469" y="87851"/>
                  <a:pt x="1177469" y="196132"/>
                </a:cubicBezTo>
                <a:close/>
                <a:moveTo>
                  <a:pt x="1177469" y="196132"/>
                </a:moveTo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2EE4AA-D4F1-4040-8DC2-D23A984E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11" y="886807"/>
            <a:ext cx="1177469" cy="392288"/>
          </a:xfrm>
          <a:custGeom xmlns:a="http://schemas.openxmlformats.org/drawingml/2006/main">
            <a:pathLst>
              <a:path w="1177469" h="392288" fill="none">
                <a:moveTo>
                  <a:pt x="1177469" y="196132"/>
                </a:moveTo>
                <a:cubicBezTo>
                  <a:pt x="1177469" y="304437"/>
                  <a:pt x="913916" y="392288"/>
                  <a:pt x="588735" y="392288"/>
                </a:cubicBezTo>
                <a:cubicBezTo>
                  <a:pt x="263553" y="392288"/>
                  <a:pt x="0" y="304437"/>
                  <a:pt x="0" y="196132"/>
                </a:cubicBezTo>
                <a:cubicBezTo>
                  <a:pt x="0" y="87851"/>
                  <a:pt x="263553" y="0"/>
                  <a:pt x="588735" y="0"/>
                </a:cubicBezTo>
                <a:cubicBezTo>
                  <a:pt x="913916" y="0"/>
                  <a:pt x="1177469" y="87851"/>
                  <a:pt x="1177469" y="196132"/>
                </a:cubicBezTo>
                <a:close/>
                <a:moveTo>
                  <a:pt x="1177469" y="196132"/>
                </a:moveTo>
              </a:path>
            </a:pathLst>
          </a:custGeom>
          <a:noFill xmlns:a="http://schemas.openxmlformats.org/drawingml/2006/main"/>
          <a:ln xmlns:a="http://schemas.openxmlformats.org/drawingml/2006/main" w="38723" cap="flat">
            <a:solidFill>
              <a:srgbClr val="FFFFFF"/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A298CF-3BD2-4400-8370-510A9713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11" y="719054"/>
            <a:ext cx="1177469" cy="392288"/>
          </a:xfrm>
          <a:custGeom xmlns:a="http://schemas.openxmlformats.org/drawingml/2006/main">
            <a:pathLst>
              <a:path w="1177469" h="392288">
                <a:moveTo>
                  <a:pt x="1177469" y="196132"/>
                </a:moveTo>
                <a:cubicBezTo>
                  <a:pt x="1177469" y="304437"/>
                  <a:pt x="913916" y="392288"/>
                  <a:pt x="588735" y="392288"/>
                </a:cubicBezTo>
                <a:cubicBezTo>
                  <a:pt x="263553" y="392288"/>
                  <a:pt x="0" y="304437"/>
                  <a:pt x="0" y="196132"/>
                </a:cubicBezTo>
                <a:cubicBezTo>
                  <a:pt x="0" y="87851"/>
                  <a:pt x="263553" y="0"/>
                  <a:pt x="588735" y="0"/>
                </a:cubicBezTo>
                <a:cubicBezTo>
                  <a:pt x="913916" y="0"/>
                  <a:pt x="1177469" y="87851"/>
                  <a:pt x="1177469" y="196132"/>
                </a:cubicBezTo>
                <a:close/>
                <a:moveTo>
                  <a:pt x="1177469" y="196132"/>
                </a:moveTo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74DCB7-D768-4414-AD3B-05ADAA01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11" y="719054"/>
            <a:ext cx="1177469" cy="392288"/>
          </a:xfrm>
          <a:custGeom xmlns:a="http://schemas.openxmlformats.org/drawingml/2006/main">
            <a:pathLst>
              <a:path w="1177469" h="392288" fill="none">
                <a:moveTo>
                  <a:pt x="1177469" y="196132"/>
                </a:moveTo>
                <a:cubicBezTo>
                  <a:pt x="1177469" y="304437"/>
                  <a:pt x="913916" y="392288"/>
                  <a:pt x="588735" y="392288"/>
                </a:cubicBezTo>
                <a:cubicBezTo>
                  <a:pt x="263553" y="392288"/>
                  <a:pt x="0" y="304437"/>
                  <a:pt x="0" y="196132"/>
                </a:cubicBezTo>
                <a:cubicBezTo>
                  <a:pt x="0" y="87851"/>
                  <a:pt x="263553" y="0"/>
                  <a:pt x="588735" y="0"/>
                </a:cubicBezTo>
                <a:cubicBezTo>
                  <a:pt x="913916" y="0"/>
                  <a:pt x="1177469" y="87851"/>
                  <a:pt x="1177469" y="196132"/>
                </a:cubicBezTo>
                <a:close/>
                <a:moveTo>
                  <a:pt x="1177469" y="196132"/>
                </a:moveTo>
              </a:path>
            </a:pathLst>
          </a:custGeom>
          <a:noFill xmlns:a="http://schemas.openxmlformats.org/drawingml/2006/main"/>
          <a:ln xmlns:a="http://schemas.openxmlformats.org/drawingml/2006/main" w="38723" cap="flat">
            <a:solidFill>
              <a:srgbClr val="FFFFFF"/>
            </a:solidFill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7A4964-3A23-469B-9661-B5838157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11" y="551301"/>
            <a:ext cx="1177469" cy="392288"/>
          </a:xfrm>
          <a:custGeom xmlns:a="http://schemas.openxmlformats.org/drawingml/2006/main">
            <a:pathLst>
              <a:path w="1177469" h="392288">
                <a:moveTo>
                  <a:pt x="1177469" y="196156"/>
                </a:moveTo>
                <a:cubicBezTo>
                  <a:pt x="1177469" y="304437"/>
                  <a:pt x="913916" y="392288"/>
                  <a:pt x="588735" y="392288"/>
                </a:cubicBezTo>
                <a:cubicBezTo>
                  <a:pt x="263553" y="392288"/>
                  <a:pt x="0" y="304437"/>
                  <a:pt x="0" y="196156"/>
                </a:cubicBezTo>
                <a:cubicBezTo>
                  <a:pt x="0" y="87754"/>
                  <a:pt x="263553" y="0"/>
                  <a:pt x="588735" y="0"/>
                </a:cubicBezTo>
                <a:cubicBezTo>
                  <a:pt x="913916" y="0"/>
                  <a:pt x="1177469" y="87754"/>
                  <a:pt x="1177469" y="196156"/>
                </a:cubicBezTo>
                <a:close/>
                <a:moveTo>
                  <a:pt x="1177469" y="196156"/>
                </a:moveTo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76B9A1-D15D-4D3F-A43D-C205E513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11" y="551301"/>
            <a:ext cx="1177469" cy="392288"/>
          </a:xfrm>
          <a:custGeom xmlns:a="http://schemas.openxmlformats.org/drawingml/2006/main">
            <a:pathLst>
              <a:path w="1177469" h="392288" fill="none">
                <a:moveTo>
                  <a:pt x="1177469" y="196156"/>
                </a:moveTo>
                <a:cubicBezTo>
                  <a:pt x="1177469" y="304437"/>
                  <a:pt x="913916" y="392288"/>
                  <a:pt x="588735" y="392288"/>
                </a:cubicBezTo>
                <a:cubicBezTo>
                  <a:pt x="263553" y="392288"/>
                  <a:pt x="0" y="304437"/>
                  <a:pt x="0" y="196156"/>
                </a:cubicBezTo>
                <a:cubicBezTo>
                  <a:pt x="0" y="87754"/>
                  <a:pt x="263553" y="0"/>
                  <a:pt x="588735" y="0"/>
                </a:cubicBezTo>
                <a:cubicBezTo>
                  <a:pt x="913916" y="0"/>
                  <a:pt x="1177469" y="87754"/>
                  <a:pt x="1177469" y="196156"/>
                </a:cubicBezTo>
                <a:close/>
                <a:moveTo>
                  <a:pt x="1177469" y="196156"/>
                </a:moveTo>
              </a:path>
            </a:pathLst>
          </a:custGeom>
          <a:noFill xmlns:a="http://schemas.openxmlformats.org/drawingml/2006/main"/>
          <a:ln xmlns:a="http://schemas.openxmlformats.org/drawingml/2006/main" w="38723" cap="flat">
            <a:solidFill>
              <a:srgbClr val="FFFFFF"/>
            </a:solidFill>
            <a:miter/>
          </a:ln>
        </p:spPr>
      </p:sp>
      <p:sp>
        <p:nvSpPr>
          <p:cNvPr id="9" name="Text Program">
            <a:extLst xmlns:a="http://schemas.openxmlformats.org/drawingml/2006/main">
              <a:ext uri="{FF2B5EF4-FFF2-40B4-BE49-F238E27FC236}">
                <a16:creationId xmlns:a16="http://schemas.microsoft.com/office/drawing/2014/main" id="{968EEEA9-B5F6-451C-999B-560623F5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24" y="709777"/>
            <a:ext cx="746564" cy="191488"/>
          </a:xfrm>
          <a:custGeom xmlns:a="http://schemas.openxmlformats.org/drawingml/2006/main">
            <a:pathLst>
              <a:path w="746564" h="191488">
                <a:moveTo>
                  <a:pt x="41109" y="76680"/>
                </a:moveTo>
                <a:lnTo>
                  <a:pt x="41109" y="118818"/>
                </a:lnTo>
                <a:cubicBezTo>
                  <a:pt x="41109" y="127921"/>
                  <a:pt x="42103" y="133576"/>
                  <a:pt x="44091" y="135781"/>
                </a:cubicBezTo>
                <a:cubicBezTo>
                  <a:pt x="46789" y="138910"/>
                  <a:pt x="50872" y="140474"/>
                  <a:pt x="56339" y="140474"/>
                </a:cubicBezTo>
                <a:lnTo>
                  <a:pt x="61877" y="140474"/>
                </a:lnTo>
                <a:lnTo>
                  <a:pt x="61877" y="144414"/>
                </a:lnTo>
                <a:lnTo>
                  <a:pt x="0" y="144414"/>
                </a:lnTo>
                <a:lnTo>
                  <a:pt x="0" y="140474"/>
                </a:lnTo>
                <a:lnTo>
                  <a:pt x="5432" y="140474"/>
                </a:lnTo>
                <a:cubicBezTo>
                  <a:pt x="11538" y="140474"/>
                  <a:pt x="15904" y="138486"/>
                  <a:pt x="18531" y="134510"/>
                </a:cubicBezTo>
                <a:cubicBezTo>
                  <a:pt x="19951" y="132309"/>
                  <a:pt x="20661" y="127090"/>
                  <a:pt x="20661" y="118854"/>
                </a:cubicBezTo>
                <a:lnTo>
                  <a:pt x="20661" y="25560"/>
                </a:lnTo>
                <a:cubicBezTo>
                  <a:pt x="20661" y="16472"/>
                  <a:pt x="19703" y="10828"/>
                  <a:pt x="17786" y="8627"/>
                </a:cubicBezTo>
                <a:cubicBezTo>
                  <a:pt x="15017" y="5503"/>
                  <a:pt x="10899" y="3941"/>
                  <a:pt x="5432" y="3941"/>
                </a:cubicBezTo>
                <a:lnTo>
                  <a:pt x="0" y="3941"/>
                </a:lnTo>
                <a:lnTo>
                  <a:pt x="0" y="0"/>
                </a:lnTo>
                <a:lnTo>
                  <a:pt x="52931" y="0"/>
                </a:lnTo>
                <a:cubicBezTo>
                  <a:pt x="65853" y="0"/>
                  <a:pt x="76041" y="1330"/>
                  <a:pt x="83496" y="3990"/>
                </a:cubicBezTo>
                <a:cubicBezTo>
                  <a:pt x="90951" y="6649"/>
                  <a:pt x="97235" y="11133"/>
                  <a:pt x="102347" y="17443"/>
                </a:cubicBezTo>
                <a:cubicBezTo>
                  <a:pt x="107459" y="23753"/>
                  <a:pt x="110015" y="31233"/>
                  <a:pt x="110015" y="39884"/>
                </a:cubicBezTo>
                <a:cubicBezTo>
                  <a:pt x="110015" y="51655"/>
                  <a:pt x="106128" y="61228"/>
                  <a:pt x="98353" y="68603"/>
                </a:cubicBezTo>
                <a:cubicBezTo>
                  <a:pt x="90579" y="75976"/>
                  <a:pt x="79591" y="79662"/>
                  <a:pt x="65391" y="79662"/>
                </a:cubicBezTo>
                <a:cubicBezTo>
                  <a:pt x="61912" y="79662"/>
                  <a:pt x="58149" y="79414"/>
                  <a:pt x="54102" y="78917"/>
                </a:cubicBezTo>
                <a:cubicBezTo>
                  <a:pt x="50055" y="78420"/>
                  <a:pt x="45724" y="77674"/>
                  <a:pt x="41109" y="76680"/>
                </a:cubicBezTo>
                <a:moveTo>
                  <a:pt x="41109" y="70503"/>
                </a:moveTo>
                <a:cubicBezTo>
                  <a:pt x="44872" y="71213"/>
                  <a:pt x="48209" y="71746"/>
                  <a:pt x="51120" y="72101"/>
                </a:cubicBezTo>
                <a:cubicBezTo>
                  <a:pt x="54031" y="72456"/>
                  <a:pt x="56516" y="72633"/>
                  <a:pt x="58575" y="72633"/>
                </a:cubicBezTo>
                <a:cubicBezTo>
                  <a:pt x="65959" y="72633"/>
                  <a:pt x="72331" y="69775"/>
                  <a:pt x="77692" y="64060"/>
                </a:cubicBezTo>
                <a:cubicBezTo>
                  <a:pt x="83053" y="58344"/>
                  <a:pt x="85733" y="50943"/>
                  <a:pt x="85733" y="41855"/>
                </a:cubicBezTo>
                <a:cubicBezTo>
                  <a:pt x="85733" y="35607"/>
                  <a:pt x="84455" y="29802"/>
                  <a:pt x="81899" y="24442"/>
                </a:cubicBezTo>
                <a:cubicBezTo>
                  <a:pt x="79343" y="19081"/>
                  <a:pt x="75722" y="15070"/>
                  <a:pt x="71036" y="12407"/>
                </a:cubicBezTo>
                <a:cubicBezTo>
                  <a:pt x="66350" y="9745"/>
                  <a:pt x="61025" y="8414"/>
                  <a:pt x="55061" y="8414"/>
                </a:cubicBezTo>
                <a:cubicBezTo>
                  <a:pt x="51440" y="8414"/>
                  <a:pt x="46789" y="9088"/>
                  <a:pt x="41109" y="10437"/>
                </a:cubicBezTo>
                <a:lnTo>
                  <a:pt x="41109" y="70503"/>
                </a:lnTo>
                <a:close/>
                <a:moveTo>
                  <a:pt x="153008" y="44091"/>
                </a:moveTo>
                <a:lnTo>
                  <a:pt x="153008" y="66030"/>
                </a:lnTo>
                <a:cubicBezTo>
                  <a:pt x="161173" y="51404"/>
                  <a:pt x="169551" y="44091"/>
                  <a:pt x="178142" y="44091"/>
                </a:cubicBezTo>
                <a:cubicBezTo>
                  <a:pt x="182047" y="44091"/>
                  <a:pt x="185277" y="45280"/>
                  <a:pt x="187833" y="47659"/>
                </a:cubicBezTo>
                <a:cubicBezTo>
                  <a:pt x="190389" y="50037"/>
                  <a:pt x="191667" y="52789"/>
                  <a:pt x="191667" y="55913"/>
                </a:cubicBezTo>
                <a:cubicBezTo>
                  <a:pt x="191667" y="58682"/>
                  <a:pt x="190744" y="61025"/>
                  <a:pt x="188898" y="62942"/>
                </a:cubicBezTo>
                <a:cubicBezTo>
                  <a:pt x="187052" y="64859"/>
                  <a:pt x="184851" y="65817"/>
                  <a:pt x="182295" y="65817"/>
                </a:cubicBezTo>
                <a:cubicBezTo>
                  <a:pt x="179810" y="65817"/>
                  <a:pt x="177024" y="64592"/>
                  <a:pt x="173935" y="62143"/>
                </a:cubicBezTo>
                <a:cubicBezTo>
                  <a:pt x="170847" y="59693"/>
                  <a:pt x="168557" y="58469"/>
                  <a:pt x="167066" y="58469"/>
                </a:cubicBezTo>
                <a:cubicBezTo>
                  <a:pt x="165788" y="58469"/>
                  <a:pt x="164403" y="59176"/>
                  <a:pt x="162912" y="60592"/>
                </a:cubicBezTo>
                <a:cubicBezTo>
                  <a:pt x="159717" y="63496"/>
                  <a:pt x="156416" y="68277"/>
                  <a:pt x="153008" y="74933"/>
                </a:cubicBezTo>
                <a:lnTo>
                  <a:pt x="153008" y="121567"/>
                </a:lnTo>
                <a:cubicBezTo>
                  <a:pt x="153008" y="126947"/>
                  <a:pt x="153682" y="131019"/>
                  <a:pt x="155031" y="133781"/>
                </a:cubicBezTo>
                <a:cubicBezTo>
                  <a:pt x="155954" y="135694"/>
                  <a:pt x="157587" y="137288"/>
                  <a:pt x="159930" y="138564"/>
                </a:cubicBezTo>
                <a:cubicBezTo>
                  <a:pt x="162273" y="139837"/>
                  <a:pt x="165646" y="140474"/>
                  <a:pt x="170048" y="140474"/>
                </a:cubicBezTo>
                <a:lnTo>
                  <a:pt x="170048" y="144414"/>
                </a:lnTo>
                <a:lnTo>
                  <a:pt x="120099" y="144414"/>
                </a:lnTo>
                <a:lnTo>
                  <a:pt x="120099" y="140474"/>
                </a:lnTo>
                <a:cubicBezTo>
                  <a:pt x="125069" y="140474"/>
                  <a:pt x="128761" y="139695"/>
                  <a:pt x="131175" y="138138"/>
                </a:cubicBezTo>
                <a:cubicBezTo>
                  <a:pt x="132950" y="137004"/>
                  <a:pt x="134193" y="135197"/>
                  <a:pt x="134903" y="132716"/>
                </a:cubicBezTo>
                <a:cubicBezTo>
                  <a:pt x="135258" y="131511"/>
                  <a:pt x="135435" y="128076"/>
                  <a:pt x="135435" y="122409"/>
                </a:cubicBezTo>
                <a:lnTo>
                  <a:pt x="135435" y="84684"/>
                </a:lnTo>
                <a:cubicBezTo>
                  <a:pt x="135435" y="73349"/>
                  <a:pt x="135204" y="66602"/>
                  <a:pt x="134743" y="64443"/>
                </a:cubicBezTo>
                <a:cubicBezTo>
                  <a:pt x="134281" y="62282"/>
                  <a:pt x="133429" y="60705"/>
                  <a:pt x="132187" y="59713"/>
                </a:cubicBezTo>
                <a:cubicBezTo>
                  <a:pt x="130944" y="58722"/>
                  <a:pt x="129400" y="58226"/>
                  <a:pt x="127554" y="58226"/>
                </a:cubicBezTo>
                <a:cubicBezTo>
                  <a:pt x="125353" y="58226"/>
                  <a:pt x="122868" y="58757"/>
                  <a:pt x="120099" y="59820"/>
                </a:cubicBezTo>
                <a:lnTo>
                  <a:pt x="119034" y="55993"/>
                </a:lnTo>
                <a:lnTo>
                  <a:pt x="148535" y="44091"/>
                </a:lnTo>
                <a:lnTo>
                  <a:pt x="153008" y="44091"/>
                </a:lnTo>
                <a:close/>
                <a:moveTo>
                  <a:pt x="244809" y="44091"/>
                </a:moveTo>
                <a:cubicBezTo>
                  <a:pt x="259577" y="44091"/>
                  <a:pt x="271434" y="49695"/>
                  <a:pt x="280380" y="60902"/>
                </a:cubicBezTo>
                <a:cubicBezTo>
                  <a:pt x="287978" y="70475"/>
                  <a:pt x="291776" y="81469"/>
                  <a:pt x="291776" y="93883"/>
                </a:cubicBezTo>
                <a:cubicBezTo>
                  <a:pt x="291776" y="102608"/>
                  <a:pt x="289682" y="111438"/>
                  <a:pt x="285493" y="120375"/>
                </a:cubicBezTo>
                <a:cubicBezTo>
                  <a:pt x="281303" y="129310"/>
                  <a:pt x="275535" y="136048"/>
                  <a:pt x="268186" y="140587"/>
                </a:cubicBezTo>
                <a:cubicBezTo>
                  <a:pt x="260838" y="145127"/>
                  <a:pt x="252655" y="147396"/>
                  <a:pt x="243638" y="147396"/>
                </a:cubicBezTo>
                <a:cubicBezTo>
                  <a:pt x="228941" y="147396"/>
                  <a:pt x="217261" y="141544"/>
                  <a:pt x="208599" y="129841"/>
                </a:cubicBezTo>
                <a:cubicBezTo>
                  <a:pt x="201286" y="119983"/>
                  <a:pt x="197630" y="108919"/>
                  <a:pt x="197630" y="96649"/>
                </a:cubicBezTo>
                <a:cubicBezTo>
                  <a:pt x="197630" y="87712"/>
                  <a:pt x="199848" y="78828"/>
                  <a:pt x="204286" y="69997"/>
                </a:cubicBezTo>
                <a:cubicBezTo>
                  <a:pt x="208724" y="61167"/>
                  <a:pt x="214563" y="54641"/>
                  <a:pt x="221805" y="50421"/>
                </a:cubicBezTo>
                <a:cubicBezTo>
                  <a:pt x="229047" y="46201"/>
                  <a:pt x="236715" y="44091"/>
                  <a:pt x="244809" y="44091"/>
                </a:cubicBezTo>
                <a:moveTo>
                  <a:pt x="241508" y="51120"/>
                </a:moveTo>
                <a:cubicBezTo>
                  <a:pt x="237745" y="51120"/>
                  <a:pt x="233964" y="52237"/>
                  <a:pt x="230166" y="54472"/>
                </a:cubicBezTo>
                <a:cubicBezTo>
                  <a:pt x="226367" y="56706"/>
                  <a:pt x="223296" y="60624"/>
                  <a:pt x="220953" y="66227"/>
                </a:cubicBezTo>
                <a:cubicBezTo>
                  <a:pt x="218610" y="71829"/>
                  <a:pt x="217439" y="79027"/>
                  <a:pt x="217439" y="87820"/>
                </a:cubicBezTo>
                <a:cubicBezTo>
                  <a:pt x="217439" y="102002"/>
                  <a:pt x="220261" y="114235"/>
                  <a:pt x="225906" y="124519"/>
                </a:cubicBezTo>
                <a:cubicBezTo>
                  <a:pt x="231550" y="134801"/>
                  <a:pt x="238987" y="139941"/>
                  <a:pt x="248217" y="139941"/>
                </a:cubicBezTo>
                <a:cubicBezTo>
                  <a:pt x="255104" y="139941"/>
                  <a:pt x="260784" y="137105"/>
                  <a:pt x="265257" y="131431"/>
                </a:cubicBezTo>
                <a:cubicBezTo>
                  <a:pt x="269730" y="125758"/>
                  <a:pt x="271967" y="116008"/>
                  <a:pt x="271967" y="102180"/>
                </a:cubicBezTo>
                <a:cubicBezTo>
                  <a:pt x="271967" y="84876"/>
                  <a:pt x="268239" y="71260"/>
                  <a:pt x="260784" y="61331"/>
                </a:cubicBezTo>
                <a:cubicBezTo>
                  <a:pt x="255743" y="54524"/>
                  <a:pt x="249318" y="51120"/>
                  <a:pt x="241508" y="51120"/>
                </a:cubicBezTo>
                <a:close/>
                <a:moveTo>
                  <a:pt x="332246" y="108867"/>
                </a:moveTo>
                <a:cubicBezTo>
                  <a:pt x="326282" y="105960"/>
                  <a:pt x="321703" y="101901"/>
                  <a:pt x="318508" y="96689"/>
                </a:cubicBezTo>
                <a:cubicBezTo>
                  <a:pt x="315313" y="91477"/>
                  <a:pt x="313715" y="85715"/>
                  <a:pt x="313715" y="79403"/>
                </a:cubicBezTo>
                <a:cubicBezTo>
                  <a:pt x="313715" y="69760"/>
                  <a:pt x="317354" y="61464"/>
                  <a:pt x="324631" y="54515"/>
                </a:cubicBezTo>
                <a:cubicBezTo>
                  <a:pt x="331909" y="47566"/>
                  <a:pt x="341228" y="44091"/>
                  <a:pt x="352588" y="44091"/>
                </a:cubicBezTo>
                <a:cubicBezTo>
                  <a:pt x="361889" y="44091"/>
                  <a:pt x="369947" y="46363"/>
                  <a:pt x="376763" y="50907"/>
                </a:cubicBezTo>
                <a:lnTo>
                  <a:pt x="397424" y="50907"/>
                </a:lnTo>
                <a:cubicBezTo>
                  <a:pt x="400477" y="50907"/>
                  <a:pt x="402252" y="50995"/>
                  <a:pt x="402749" y="51170"/>
                </a:cubicBezTo>
                <a:cubicBezTo>
                  <a:pt x="403246" y="51345"/>
                  <a:pt x="403601" y="51644"/>
                  <a:pt x="403814" y="52065"/>
                </a:cubicBezTo>
                <a:cubicBezTo>
                  <a:pt x="404240" y="52698"/>
                  <a:pt x="404453" y="53821"/>
                  <a:pt x="404453" y="55437"/>
                </a:cubicBezTo>
                <a:cubicBezTo>
                  <a:pt x="404453" y="57261"/>
                  <a:pt x="404276" y="58524"/>
                  <a:pt x="403921" y="59228"/>
                </a:cubicBezTo>
                <a:cubicBezTo>
                  <a:pt x="403708" y="59578"/>
                  <a:pt x="403335" y="59859"/>
                  <a:pt x="402803" y="60070"/>
                </a:cubicBezTo>
                <a:cubicBezTo>
                  <a:pt x="402270" y="60280"/>
                  <a:pt x="400477" y="60386"/>
                  <a:pt x="397424" y="60386"/>
                </a:cubicBezTo>
                <a:lnTo>
                  <a:pt x="384751" y="60386"/>
                </a:lnTo>
                <a:cubicBezTo>
                  <a:pt x="388727" y="65509"/>
                  <a:pt x="390715" y="72054"/>
                  <a:pt x="390715" y="80022"/>
                </a:cubicBezTo>
                <a:cubicBezTo>
                  <a:pt x="390715" y="89127"/>
                  <a:pt x="387236" y="96918"/>
                  <a:pt x="380278" y="103392"/>
                </a:cubicBezTo>
                <a:cubicBezTo>
                  <a:pt x="373320" y="109866"/>
                  <a:pt x="363983" y="113103"/>
                  <a:pt x="352268" y="113103"/>
                </a:cubicBezTo>
                <a:cubicBezTo>
                  <a:pt x="347440" y="113103"/>
                  <a:pt x="342506" y="112379"/>
                  <a:pt x="337465" y="110930"/>
                </a:cubicBezTo>
                <a:cubicBezTo>
                  <a:pt x="334341" y="113626"/>
                  <a:pt x="332228" y="115986"/>
                  <a:pt x="331128" y="118009"/>
                </a:cubicBezTo>
                <a:cubicBezTo>
                  <a:pt x="330027" y="120030"/>
                  <a:pt x="329477" y="121750"/>
                  <a:pt x="329477" y="123168"/>
                </a:cubicBezTo>
                <a:cubicBezTo>
                  <a:pt x="329477" y="124375"/>
                  <a:pt x="330063" y="125546"/>
                  <a:pt x="331234" y="126682"/>
                </a:cubicBezTo>
                <a:cubicBezTo>
                  <a:pt x="332406" y="127816"/>
                  <a:pt x="334696" y="128631"/>
                  <a:pt x="338104" y="129128"/>
                </a:cubicBezTo>
                <a:cubicBezTo>
                  <a:pt x="340092" y="129412"/>
                  <a:pt x="345062" y="129661"/>
                  <a:pt x="353014" y="129874"/>
                </a:cubicBezTo>
                <a:cubicBezTo>
                  <a:pt x="367640" y="130227"/>
                  <a:pt x="377118" y="130723"/>
                  <a:pt x="381449" y="131362"/>
                </a:cubicBezTo>
                <a:cubicBezTo>
                  <a:pt x="388052" y="132285"/>
                  <a:pt x="393324" y="134733"/>
                  <a:pt x="397265" y="138707"/>
                </a:cubicBezTo>
                <a:cubicBezTo>
                  <a:pt x="401205" y="142678"/>
                  <a:pt x="403175" y="147573"/>
                  <a:pt x="403175" y="153390"/>
                </a:cubicBezTo>
                <a:cubicBezTo>
                  <a:pt x="403175" y="161407"/>
                  <a:pt x="399412" y="168927"/>
                  <a:pt x="391886" y="175952"/>
                </a:cubicBezTo>
                <a:cubicBezTo>
                  <a:pt x="380810" y="186309"/>
                  <a:pt x="366362" y="191488"/>
                  <a:pt x="348541" y="191488"/>
                </a:cubicBezTo>
                <a:cubicBezTo>
                  <a:pt x="334838" y="191488"/>
                  <a:pt x="323265" y="188404"/>
                  <a:pt x="313822" y="182235"/>
                </a:cubicBezTo>
                <a:cubicBezTo>
                  <a:pt x="308497" y="178690"/>
                  <a:pt x="305834" y="175002"/>
                  <a:pt x="305834" y="171173"/>
                </a:cubicBezTo>
                <a:cubicBezTo>
                  <a:pt x="305834" y="169473"/>
                  <a:pt x="306225" y="167772"/>
                  <a:pt x="307006" y="166071"/>
                </a:cubicBezTo>
                <a:cubicBezTo>
                  <a:pt x="308213" y="163446"/>
                  <a:pt x="310698" y="159794"/>
                  <a:pt x="314461" y="155114"/>
                </a:cubicBezTo>
                <a:cubicBezTo>
                  <a:pt x="314958" y="154478"/>
                  <a:pt x="318579" y="150649"/>
                  <a:pt x="325324" y="143629"/>
                </a:cubicBezTo>
                <a:cubicBezTo>
                  <a:pt x="321632" y="141426"/>
                  <a:pt x="319022" y="139453"/>
                  <a:pt x="317496" y="137712"/>
                </a:cubicBezTo>
                <a:cubicBezTo>
                  <a:pt x="315969" y="135970"/>
                  <a:pt x="315206" y="133997"/>
                  <a:pt x="315206" y="131794"/>
                </a:cubicBezTo>
                <a:cubicBezTo>
                  <a:pt x="315206" y="129305"/>
                  <a:pt x="316218" y="126389"/>
                  <a:pt x="318241" y="123048"/>
                </a:cubicBezTo>
                <a:cubicBezTo>
                  <a:pt x="320265" y="119706"/>
                  <a:pt x="324933" y="114979"/>
                  <a:pt x="332246" y="108867"/>
                </a:cubicBezTo>
                <a:moveTo>
                  <a:pt x="350777" y="49416"/>
                </a:moveTo>
                <a:cubicBezTo>
                  <a:pt x="345523" y="49416"/>
                  <a:pt x="341121" y="51500"/>
                  <a:pt x="337571" y="55666"/>
                </a:cubicBezTo>
                <a:cubicBezTo>
                  <a:pt x="334021" y="59831"/>
                  <a:pt x="332246" y="66221"/>
                  <a:pt x="332246" y="74836"/>
                </a:cubicBezTo>
                <a:cubicBezTo>
                  <a:pt x="332246" y="85995"/>
                  <a:pt x="334660" y="94644"/>
                  <a:pt x="339488" y="100786"/>
                </a:cubicBezTo>
                <a:cubicBezTo>
                  <a:pt x="343180" y="105448"/>
                  <a:pt x="347866" y="107778"/>
                  <a:pt x="353546" y="107778"/>
                </a:cubicBezTo>
                <a:cubicBezTo>
                  <a:pt x="358942" y="107778"/>
                  <a:pt x="363380" y="105766"/>
                  <a:pt x="366859" y="101741"/>
                </a:cubicBezTo>
                <a:cubicBezTo>
                  <a:pt x="370338" y="97716"/>
                  <a:pt x="372077" y="91396"/>
                  <a:pt x="372077" y="82781"/>
                </a:cubicBezTo>
                <a:cubicBezTo>
                  <a:pt x="372077" y="71554"/>
                  <a:pt x="369628" y="62762"/>
                  <a:pt x="364729" y="56405"/>
                </a:cubicBezTo>
                <a:cubicBezTo>
                  <a:pt x="361108" y="51746"/>
                  <a:pt x="356457" y="49416"/>
                  <a:pt x="350777" y="49416"/>
                </a:cubicBezTo>
                <a:moveTo>
                  <a:pt x="331181" y="144478"/>
                </a:moveTo>
                <a:cubicBezTo>
                  <a:pt x="327844" y="148092"/>
                  <a:pt x="325324" y="151458"/>
                  <a:pt x="323620" y="154575"/>
                </a:cubicBezTo>
                <a:cubicBezTo>
                  <a:pt x="321916" y="157695"/>
                  <a:pt x="321064" y="160566"/>
                  <a:pt x="321064" y="163188"/>
                </a:cubicBezTo>
                <a:cubicBezTo>
                  <a:pt x="321064" y="166590"/>
                  <a:pt x="323123" y="169566"/>
                  <a:pt x="327241" y="172118"/>
                </a:cubicBezTo>
                <a:cubicBezTo>
                  <a:pt x="334341" y="176511"/>
                  <a:pt x="344600" y="178708"/>
                  <a:pt x="358019" y="178708"/>
                </a:cubicBezTo>
                <a:cubicBezTo>
                  <a:pt x="370799" y="178708"/>
                  <a:pt x="380225" y="176457"/>
                  <a:pt x="386295" y="171955"/>
                </a:cubicBezTo>
                <a:cubicBezTo>
                  <a:pt x="392366" y="167455"/>
                  <a:pt x="395401" y="162655"/>
                  <a:pt x="395401" y="157554"/>
                </a:cubicBezTo>
                <a:cubicBezTo>
                  <a:pt x="395401" y="153869"/>
                  <a:pt x="393590" y="151246"/>
                  <a:pt x="389969" y="149686"/>
                </a:cubicBezTo>
                <a:cubicBezTo>
                  <a:pt x="386277" y="148126"/>
                  <a:pt x="378964" y="147206"/>
                  <a:pt x="368030" y="146924"/>
                </a:cubicBezTo>
                <a:cubicBezTo>
                  <a:pt x="352055" y="146498"/>
                  <a:pt x="339772" y="145682"/>
                  <a:pt x="331181" y="144478"/>
                </a:cubicBezTo>
                <a:close/>
                <a:moveTo>
                  <a:pt x="443752" y="44091"/>
                </a:moveTo>
                <a:lnTo>
                  <a:pt x="443752" y="66030"/>
                </a:lnTo>
                <a:cubicBezTo>
                  <a:pt x="451917" y="51404"/>
                  <a:pt x="460295" y="44091"/>
                  <a:pt x="468886" y="44091"/>
                </a:cubicBezTo>
                <a:cubicBezTo>
                  <a:pt x="472791" y="44091"/>
                  <a:pt x="476022" y="45280"/>
                  <a:pt x="478578" y="47659"/>
                </a:cubicBezTo>
                <a:cubicBezTo>
                  <a:pt x="481134" y="50037"/>
                  <a:pt x="482412" y="52789"/>
                  <a:pt x="482412" y="55913"/>
                </a:cubicBezTo>
                <a:cubicBezTo>
                  <a:pt x="482412" y="58682"/>
                  <a:pt x="481489" y="61025"/>
                  <a:pt x="479643" y="62942"/>
                </a:cubicBezTo>
                <a:cubicBezTo>
                  <a:pt x="477797" y="64859"/>
                  <a:pt x="475596" y="65817"/>
                  <a:pt x="473040" y="65817"/>
                </a:cubicBezTo>
                <a:cubicBezTo>
                  <a:pt x="470555" y="65817"/>
                  <a:pt x="467768" y="64592"/>
                  <a:pt x="464679" y="62143"/>
                </a:cubicBezTo>
                <a:cubicBezTo>
                  <a:pt x="461591" y="59693"/>
                  <a:pt x="459301" y="58469"/>
                  <a:pt x="457810" y="58469"/>
                </a:cubicBezTo>
                <a:cubicBezTo>
                  <a:pt x="456532" y="58469"/>
                  <a:pt x="455148" y="59176"/>
                  <a:pt x="453657" y="60592"/>
                </a:cubicBezTo>
                <a:cubicBezTo>
                  <a:pt x="450462" y="63496"/>
                  <a:pt x="447160" y="68277"/>
                  <a:pt x="443752" y="74933"/>
                </a:cubicBezTo>
                <a:lnTo>
                  <a:pt x="443752" y="121567"/>
                </a:lnTo>
                <a:cubicBezTo>
                  <a:pt x="443752" y="126947"/>
                  <a:pt x="444427" y="131019"/>
                  <a:pt x="445776" y="133781"/>
                </a:cubicBezTo>
                <a:cubicBezTo>
                  <a:pt x="446699" y="135694"/>
                  <a:pt x="448332" y="137288"/>
                  <a:pt x="450675" y="138564"/>
                </a:cubicBezTo>
                <a:cubicBezTo>
                  <a:pt x="453018" y="139837"/>
                  <a:pt x="456390" y="140474"/>
                  <a:pt x="460792" y="140474"/>
                </a:cubicBezTo>
                <a:lnTo>
                  <a:pt x="460792" y="144414"/>
                </a:lnTo>
                <a:lnTo>
                  <a:pt x="410843" y="144414"/>
                </a:lnTo>
                <a:lnTo>
                  <a:pt x="410843" y="140474"/>
                </a:lnTo>
                <a:cubicBezTo>
                  <a:pt x="415813" y="140474"/>
                  <a:pt x="419505" y="139695"/>
                  <a:pt x="421919" y="138138"/>
                </a:cubicBezTo>
                <a:cubicBezTo>
                  <a:pt x="423694" y="137004"/>
                  <a:pt x="424937" y="135197"/>
                  <a:pt x="425647" y="132716"/>
                </a:cubicBezTo>
                <a:cubicBezTo>
                  <a:pt x="426002" y="131511"/>
                  <a:pt x="426179" y="128076"/>
                  <a:pt x="426179" y="122409"/>
                </a:cubicBezTo>
                <a:lnTo>
                  <a:pt x="426179" y="84684"/>
                </a:lnTo>
                <a:cubicBezTo>
                  <a:pt x="426179" y="73349"/>
                  <a:pt x="425949" y="66602"/>
                  <a:pt x="425487" y="64443"/>
                </a:cubicBezTo>
                <a:cubicBezTo>
                  <a:pt x="425026" y="62282"/>
                  <a:pt x="424174" y="60705"/>
                  <a:pt x="422931" y="59713"/>
                </a:cubicBezTo>
                <a:cubicBezTo>
                  <a:pt x="421689" y="58722"/>
                  <a:pt x="420144" y="58226"/>
                  <a:pt x="418298" y="58226"/>
                </a:cubicBezTo>
                <a:cubicBezTo>
                  <a:pt x="416097" y="58226"/>
                  <a:pt x="413612" y="58757"/>
                  <a:pt x="410843" y="59820"/>
                </a:cubicBezTo>
                <a:lnTo>
                  <a:pt x="409778" y="55993"/>
                </a:lnTo>
                <a:lnTo>
                  <a:pt x="439279" y="44091"/>
                </a:lnTo>
                <a:lnTo>
                  <a:pt x="443752" y="44091"/>
                </a:lnTo>
                <a:close/>
                <a:moveTo>
                  <a:pt x="543115" y="130356"/>
                </a:moveTo>
                <a:cubicBezTo>
                  <a:pt x="533104" y="138095"/>
                  <a:pt x="526821" y="142568"/>
                  <a:pt x="524265" y="143775"/>
                </a:cubicBezTo>
                <a:cubicBezTo>
                  <a:pt x="520431" y="145621"/>
                  <a:pt x="516348" y="146544"/>
                  <a:pt x="512017" y="146544"/>
                </a:cubicBezTo>
                <a:cubicBezTo>
                  <a:pt x="505272" y="146544"/>
                  <a:pt x="499716" y="144237"/>
                  <a:pt x="495350" y="139622"/>
                </a:cubicBezTo>
                <a:cubicBezTo>
                  <a:pt x="490983" y="135007"/>
                  <a:pt x="488800" y="128936"/>
                  <a:pt x="488800" y="121410"/>
                </a:cubicBezTo>
                <a:cubicBezTo>
                  <a:pt x="488800" y="116653"/>
                  <a:pt x="489865" y="112535"/>
                  <a:pt x="491995" y="109056"/>
                </a:cubicBezTo>
                <a:cubicBezTo>
                  <a:pt x="494906" y="104228"/>
                  <a:pt x="499965" y="99684"/>
                  <a:pt x="507171" y="95424"/>
                </a:cubicBezTo>
                <a:cubicBezTo>
                  <a:pt x="514378" y="91164"/>
                  <a:pt x="526359" y="85981"/>
                  <a:pt x="543115" y="79875"/>
                </a:cubicBezTo>
                <a:lnTo>
                  <a:pt x="543115" y="76041"/>
                </a:lnTo>
                <a:cubicBezTo>
                  <a:pt x="543115" y="66314"/>
                  <a:pt x="541571" y="59640"/>
                  <a:pt x="538482" y="56019"/>
                </a:cubicBezTo>
                <a:cubicBezTo>
                  <a:pt x="535394" y="52398"/>
                  <a:pt x="530903" y="50588"/>
                  <a:pt x="525010" y="50588"/>
                </a:cubicBezTo>
                <a:cubicBezTo>
                  <a:pt x="520537" y="50588"/>
                  <a:pt x="516987" y="51790"/>
                  <a:pt x="514360" y="54195"/>
                </a:cubicBezTo>
                <a:cubicBezTo>
                  <a:pt x="511662" y="56600"/>
                  <a:pt x="510313" y="59360"/>
                  <a:pt x="510313" y="62472"/>
                </a:cubicBezTo>
                <a:lnTo>
                  <a:pt x="510526" y="68626"/>
                </a:lnTo>
                <a:cubicBezTo>
                  <a:pt x="510526" y="71879"/>
                  <a:pt x="509692" y="74389"/>
                  <a:pt x="508023" y="76158"/>
                </a:cubicBezTo>
                <a:cubicBezTo>
                  <a:pt x="506355" y="77926"/>
                  <a:pt x="504171" y="78810"/>
                  <a:pt x="501473" y="78810"/>
                </a:cubicBezTo>
                <a:cubicBezTo>
                  <a:pt x="498846" y="78810"/>
                  <a:pt x="496699" y="77891"/>
                  <a:pt x="495030" y="76051"/>
                </a:cubicBezTo>
                <a:cubicBezTo>
                  <a:pt x="493362" y="74210"/>
                  <a:pt x="492527" y="71696"/>
                  <a:pt x="492527" y="68510"/>
                </a:cubicBezTo>
                <a:cubicBezTo>
                  <a:pt x="492527" y="62424"/>
                  <a:pt x="495651" y="56832"/>
                  <a:pt x="501899" y="51736"/>
                </a:cubicBezTo>
                <a:cubicBezTo>
                  <a:pt x="508148" y="46639"/>
                  <a:pt x="516916" y="44091"/>
                  <a:pt x="528205" y="44091"/>
                </a:cubicBezTo>
                <a:cubicBezTo>
                  <a:pt x="536867" y="44091"/>
                  <a:pt x="543967" y="45544"/>
                  <a:pt x="549505" y="48451"/>
                </a:cubicBezTo>
                <a:cubicBezTo>
                  <a:pt x="553694" y="50650"/>
                  <a:pt x="556783" y="54090"/>
                  <a:pt x="558771" y="58772"/>
                </a:cubicBezTo>
                <a:cubicBezTo>
                  <a:pt x="560049" y="61820"/>
                  <a:pt x="560688" y="68060"/>
                  <a:pt x="560688" y="77492"/>
                </a:cubicBezTo>
                <a:lnTo>
                  <a:pt x="560688" y="110574"/>
                </a:lnTo>
                <a:cubicBezTo>
                  <a:pt x="560688" y="119864"/>
                  <a:pt x="560865" y="125555"/>
                  <a:pt x="561220" y="127647"/>
                </a:cubicBezTo>
                <a:cubicBezTo>
                  <a:pt x="561575" y="129740"/>
                  <a:pt x="562161" y="131141"/>
                  <a:pt x="562977" y="131851"/>
                </a:cubicBezTo>
                <a:cubicBezTo>
                  <a:pt x="563794" y="132559"/>
                  <a:pt x="564735" y="132912"/>
                  <a:pt x="565800" y="132912"/>
                </a:cubicBezTo>
                <a:cubicBezTo>
                  <a:pt x="566936" y="132912"/>
                  <a:pt x="567930" y="132664"/>
                  <a:pt x="568782" y="132167"/>
                </a:cubicBezTo>
                <a:cubicBezTo>
                  <a:pt x="570273" y="131244"/>
                  <a:pt x="573148" y="128652"/>
                  <a:pt x="577408" y="124392"/>
                </a:cubicBezTo>
                <a:lnTo>
                  <a:pt x="577408" y="130356"/>
                </a:lnTo>
                <a:cubicBezTo>
                  <a:pt x="569456" y="141006"/>
                  <a:pt x="561859" y="146331"/>
                  <a:pt x="554617" y="146331"/>
                </a:cubicBezTo>
                <a:cubicBezTo>
                  <a:pt x="551138" y="146331"/>
                  <a:pt x="548369" y="145124"/>
                  <a:pt x="546310" y="142710"/>
                </a:cubicBezTo>
                <a:cubicBezTo>
                  <a:pt x="544251" y="140296"/>
                  <a:pt x="543186" y="136178"/>
                  <a:pt x="543115" y="130356"/>
                </a:cubicBezTo>
                <a:moveTo>
                  <a:pt x="543115" y="123374"/>
                </a:moveTo>
                <a:lnTo>
                  <a:pt x="543115" y="86372"/>
                </a:lnTo>
                <a:cubicBezTo>
                  <a:pt x="532394" y="90612"/>
                  <a:pt x="525472" y="93616"/>
                  <a:pt x="522348" y="95384"/>
                </a:cubicBezTo>
                <a:cubicBezTo>
                  <a:pt x="516739" y="98495"/>
                  <a:pt x="512727" y="101747"/>
                  <a:pt x="510313" y="105139"/>
                </a:cubicBezTo>
                <a:cubicBezTo>
                  <a:pt x="507899" y="108532"/>
                  <a:pt x="506692" y="112242"/>
                  <a:pt x="506692" y="116272"/>
                </a:cubicBezTo>
                <a:cubicBezTo>
                  <a:pt x="506692" y="121362"/>
                  <a:pt x="508219" y="125585"/>
                  <a:pt x="511272" y="128942"/>
                </a:cubicBezTo>
                <a:cubicBezTo>
                  <a:pt x="514325" y="132299"/>
                  <a:pt x="517839" y="133977"/>
                  <a:pt x="521815" y="133977"/>
                </a:cubicBezTo>
                <a:cubicBezTo>
                  <a:pt x="527211" y="133977"/>
                  <a:pt x="534311" y="130443"/>
                  <a:pt x="543115" y="123374"/>
                </a:cubicBezTo>
                <a:close/>
                <a:moveTo>
                  <a:pt x="613651" y="64859"/>
                </a:moveTo>
                <a:cubicBezTo>
                  <a:pt x="620752" y="57759"/>
                  <a:pt x="624941" y="53676"/>
                  <a:pt x="626219" y="52611"/>
                </a:cubicBezTo>
                <a:cubicBezTo>
                  <a:pt x="629414" y="49913"/>
                  <a:pt x="632857" y="47819"/>
                  <a:pt x="636549" y="46328"/>
                </a:cubicBezTo>
                <a:cubicBezTo>
                  <a:pt x="640241" y="44837"/>
                  <a:pt x="643898" y="44091"/>
                  <a:pt x="647519" y="44091"/>
                </a:cubicBezTo>
                <a:cubicBezTo>
                  <a:pt x="653625" y="44091"/>
                  <a:pt x="658879" y="45866"/>
                  <a:pt x="663281" y="49416"/>
                </a:cubicBezTo>
                <a:cubicBezTo>
                  <a:pt x="667683" y="52966"/>
                  <a:pt x="670629" y="58114"/>
                  <a:pt x="672120" y="64859"/>
                </a:cubicBezTo>
                <a:cubicBezTo>
                  <a:pt x="679433" y="56339"/>
                  <a:pt x="685610" y="50747"/>
                  <a:pt x="690651" y="48085"/>
                </a:cubicBezTo>
                <a:cubicBezTo>
                  <a:pt x="695692" y="45422"/>
                  <a:pt x="700875" y="44091"/>
                  <a:pt x="706200" y="44091"/>
                </a:cubicBezTo>
                <a:cubicBezTo>
                  <a:pt x="711383" y="44091"/>
                  <a:pt x="715981" y="45420"/>
                  <a:pt x="719992" y="48078"/>
                </a:cubicBezTo>
                <a:cubicBezTo>
                  <a:pt x="724004" y="50734"/>
                  <a:pt x="727181" y="55073"/>
                  <a:pt x="729524" y="61095"/>
                </a:cubicBezTo>
                <a:cubicBezTo>
                  <a:pt x="731086" y="65204"/>
                  <a:pt x="731867" y="71650"/>
                  <a:pt x="731867" y="80434"/>
                </a:cubicBezTo>
                <a:lnTo>
                  <a:pt x="731867" y="122302"/>
                </a:lnTo>
                <a:cubicBezTo>
                  <a:pt x="731867" y="128395"/>
                  <a:pt x="732328" y="132575"/>
                  <a:pt x="733251" y="134843"/>
                </a:cubicBezTo>
                <a:cubicBezTo>
                  <a:pt x="733961" y="136400"/>
                  <a:pt x="735275" y="137728"/>
                  <a:pt x="737192" y="138827"/>
                </a:cubicBezTo>
                <a:cubicBezTo>
                  <a:pt x="739109" y="139925"/>
                  <a:pt x="742233" y="140474"/>
                  <a:pt x="746564" y="140474"/>
                </a:cubicBezTo>
                <a:lnTo>
                  <a:pt x="746564" y="144414"/>
                </a:lnTo>
                <a:lnTo>
                  <a:pt x="698426" y="144414"/>
                </a:lnTo>
                <a:lnTo>
                  <a:pt x="698426" y="140474"/>
                </a:lnTo>
                <a:lnTo>
                  <a:pt x="700449" y="140474"/>
                </a:lnTo>
                <a:cubicBezTo>
                  <a:pt x="704638" y="140474"/>
                  <a:pt x="707904" y="139662"/>
                  <a:pt x="710247" y="138038"/>
                </a:cubicBezTo>
                <a:cubicBezTo>
                  <a:pt x="711880" y="136906"/>
                  <a:pt x="713052" y="135105"/>
                  <a:pt x="713762" y="132633"/>
                </a:cubicBezTo>
                <a:cubicBezTo>
                  <a:pt x="714046" y="131433"/>
                  <a:pt x="714188" y="128007"/>
                  <a:pt x="714188" y="122356"/>
                </a:cubicBezTo>
                <a:lnTo>
                  <a:pt x="714188" y="80607"/>
                </a:lnTo>
                <a:cubicBezTo>
                  <a:pt x="714188" y="72695"/>
                  <a:pt x="713229" y="67115"/>
                  <a:pt x="711312" y="63867"/>
                </a:cubicBezTo>
                <a:cubicBezTo>
                  <a:pt x="708543" y="59345"/>
                  <a:pt x="704106" y="57084"/>
                  <a:pt x="698000" y="57084"/>
                </a:cubicBezTo>
                <a:cubicBezTo>
                  <a:pt x="694237" y="57084"/>
                  <a:pt x="690456" y="58021"/>
                  <a:pt x="686657" y="59893"/>
                </a:cubicBezTo>
                <a:cubicBezTo>
                  <a:pt x="682859" y="61764"/>
                  <a:pt x="678262" y="65243"/>
                  <a:pt x="672866" y="70330"/>
                </a:cubicBezTo>
                <a:lnTo>
                  <a:pt x="672653" y="71495"/>
                </a:lnTo>
                <a:lnTo>
                  <a:pt x="672866" y="76051"/>
                </a:lnTo>
                <a:lnTo>
                  <a:pt x="672866" y="122356"/>
                </a:lnTo>
                <a:cubicBezTo>
                  <a:pt x="672866" y="128996"/>
                  <a:pt x="673238" y="133129"/>
                  <a:pt x="673984" y="134753"/>
                </a:cubicBezTo>
                <a:cubicBezTo>
                  <a:pt x="674729" y="136377"/>
                  <a:pt x="676132" y="137737"/>
                  <a:pt x="678191" y="138833"/>
                </a:cubicBezTo>
                <a:cubicBezTo>
                  <a:pt x="680250" y="139927"/>
                  <a:pt x="683764" y="140474"/>
                  <a:pt x="688734" y="140474"/>
                </a:cubicBezTo>
                <a:lnTo>
                  <a:pt x="688734" y="144414"/>
                </a:lnTo>
                <a:lnTo>
                  <a:pt x="639425" y="144414"/>
                </a:lnTo>
                <a:lnTo>
                  <a:pt x="639425" y="140474"/>
                </a:lnTo>
                <a:cubicBezTo>
                  <a:pt x="644821" y="140474"/>
                  <a:pt x="648530" y="139838"/>
                  <a:pt x="650554" y="138567"/>
                </a:cubicBezTo>
                <a:cubicBezTo>
                  <a:pt x="652577" y="137296"/>
                  <a:pt x="653980" y="135389"/>
                  <a:pt x="654761" y="132846"/>
                </a:cubicBezTo>
                <a:cubicBezTo>
                  <a:pt x="655116" y="131643"/>
                  <a:pt x="655293" y="128147"/>
                  <a:pt x="655293" y="122356"/>
                </a:cubicBezTo>
                <a:lnTo>
                  <a:pt x="655293" y="80607"/>
                </a:lnTo>
                <a:cubicBezTo>
                  <a:pt x="655293" y="72695"/>
                  <a:pt x="654122" y="67009"/>
                  <a:pt x="651779" y="63547"/>
                </a:cubicBezTo>
                <a:cubicBezTo>
                  <a:pt x="648655" y="59026"/>
                  <a:pt x="644288" y="56765"/>
                  <a:pt x="638679" y="56765"/>
                </a:cubicBezTo>
                <a:cubicBezTo>
                  <a:pt x="634845" y="56765"/>
                  <a:pt x="631047" y="57789"/>
                  <a:pt x="627284" y="59837"/>
                </a:cubicBezTo>
                <a:cubicBezTo>
                  <a:pt x="621391" y="62945"/>
                  <a:pt x="616847" y="66442"/>
                  <a:pt x="613651" y="70327"/>
                </a:cubicBezTo>
                <a:lnTo>
                  <a:pt x="613651" y="122356"/>
                </a:lnTo>
                <a:cubicBezTo>
                  <a:pt x="613651" y="128712"/>
                  <a:pt x="614095" y="132845"/>
                  <a:pt x="614983" y="134753"/>
                </a:cubicBezTo>
                <a:cubicBezTo>
                  <a:pt x="615870" y="136659"/>
                  <a:pt x="617184" y="138089"/>
                  <a:pt x="618923" y="139043"/>
                </a:cubicBezTo>
                <a:cubicBezTo>
                  <a:pt x="620663" y="139997"/>
                  <a:pt x="624195" y="140474"/>
                  <a:pt x="629520" y="140474"/>
                </a:cubicBezTo>
                <a:lnTo>
                  <a:pt x="629520" y="144414"/>
                </a:lnTo>
                <a:lnTo>
                  <a:pt x="581275" y="144414"/>
                </a:lnTo>
                <a:lnTo>
                  <a:pt x="581275" y="140474"/>
                </a:lnTo>
                <a:cubicBezTo>
                  <a:pt x="585748" y="140474"/>
                  <a:pt x="588872" y="139996"/>
                  <a:pt x="590647" y="139040"/>
                </a:cubicBezTo>
                <a:cubicBezTo>
                  <a:pt x="592422" y="138083"/>
                  <a:pt x="593771" y="136560"/>
                  <a:pt x="594694" y="134470"/>
                </a:cubicBezTo>
                <a:cubicBezTo>
                  <a:pt x="595617" y="132380"/>
                  <a:pt x="596079" y="128324"/>
                  <a:pt x="596079" y="122302"/>
                </a:cubicBezTo>
                <a:lnTo>
                  <a:pt x="596079" y="85110"/>
                </a:lnTo>
                <a:cubicBezTo>
                  <a:pt x="596079" y="74412"/>
                  <a:pt x="595759" y="67505"/>
                  <a:pt x="595120" y="64389"/>
                </a:cubicBezTo>
                <a:cubicBezTo>
                  <a:pt x="594623" y="62051"/>
                  <a:pt x="593842" y="60439"/>
                  <a:pt x="592777" y="59554"/>
                </a:cubicBezTo>
                <a:cubicBezTo>
                  <a:pt x="591712" y="58668"/>
                  <a:pt x="590257" y="58226"/>
                  <a:pt x="588411" y="58226"/>
                </a:cubicBezTo>
                <a:cubicBezTo>
                  <a:pt x="586423" y="58226"/>
                  <a:pt x="584044" y="58757"/>
                  <a:pt x="581275" y="59820"/>
                </a:cubicBezTo>
                <a:lnTo>
                  <a:pt x="579678" y="55993"/>
                </a:lnTo>
                <a:lnTo>
                  <a:pt x="609072" y="44091"/>
                </a:lnTo>
                <a:lnTo>
                  <a:pt x="613651" y="44091"/>
                </a:lnTo>
                <a:lnTo>
                  <a:pt x="613651" y="648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Behaviors">
            <a:extLst xmlns:a="http://schemas.openxmlformats.org/drawingml/2006/main">
              <a:ext uri="{FF2B5EF4-FFF2-40B4-BE49-F238E27FC236}">
                <a16:creationId xmlns:a16="http://schemas.microsoft.com/office/drawing/2014/main" id="{E3FC3F94-20A5-471F-8928-940ADDE9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08" y="975389"/>
            <a:ext cx="873193" cy="154425"/>
          </a:xfrm>
          <a:custGeom xmlns:a="http://schemas.openxmlformats.org/drawingml/2006/main">
            <a:pathLst>
              <a:path w="873193" h="154425">
                <a:moveTo>
                  <a:pt x="97128" y="77808"/>
                </a:moveTo>
                <a:cubicBezTo>
                  <a:pt x="107139" y="79936"/>
                  <a:pt x="114630" y="83341"/>
                  <a:pt x="119600" y="88023"/>
                </a:cubicBezTo>
                <a:cubicBezTo>
                  <a:pt x="126487" y="94550"/>
                  <a:pt x="129930" y="102531"/>
                  <a:pt x="129930" y="111965"/>
                </a:cubicBezTo>
                <a:cubicBezTo>
                  <a:pt x="129930" y="119129"/>
                  <a:pt x="127658" y="125993"/>
                  <a:pt x="123114" y="132556"/>
                </a:cubicBezTo>
                <a:cubicBezTo>
                  <a:pt x="118570" y="139117"/>
                  <a:pt x="112340" y="143905"/>
                  <a:pt x="104424" y="146921"/>
                </a:cubicBezTo>
                <a:cubicBezTo>
                  <a:pt x="96507" y="149936"/>
                  <a:pt x="84419" y="151443"/>
                  <a:pt x="68160" y="151443"/>
                </a:cubicBezTo>
                <a:lnTo>
                  <a:pt x="0" y="151443"/>
                </a:lnTo>
                <a:lnTo>
                  <a:pt x="0" y="147503"/>
                </a:lnTo>
                <a:lnTo>
                  <a:pt x="5432" y="147503"/>
                </a:lnTo>
                <a:cubicBezTo>
                  <a:pt x="11467" y="147503"/>
                  <a:pt x="15798" y="145586"/>
                  <a:pt x="18425" y="141752"/>
                </a:cubicBezTo>
                <a:cubicBezTo>
                  <a:pt x="20058" y="139267"/>
                  <a:pt x="20874" y="133977"/>
                  <a:pt x="20874" y="125883"/>
                </a:cubicBezTo>
                <a:lnTo>
                  <a:pt x="20874" y="32589"/>
                </a:lnTo>
                <a:cubicBezTo>
                  <a:pt x="20874" y="23643"/>
                  <a:pt x="19845" y="17999"/>
                  <a:pt x="17786" y="15656"/>
                </a:cubicBezTo>
                <a:cubicBezTo>
                  <a:pt x="15017" y="12532"/>
                  <a:pt x="10899" y="10970"/>
                  <a:pt x="5432" y="10970"/>
                </a:cubicBezTo>
                <a:lnTo>
                  <a:pt x="0" y="10970"/>
                </a:lnTo>
                <a:lnTo>
                  <a:pt x="0" y="7029"/>
                </a:lnTo>
                <a:lnTo>
                  <a:pt x="62409" y="7029"/>
                </a:lnTo>
                <a:cubicBezTo>
                  <a:pt x="74053" y="7029"/>
                  <a:pt x="83390" y="7882"/>
                  <a:pt x="90419" y="9588"/>
                </a:cubicBezTo>
                <a:cubicBezTo>
                  <a:pt x="101069" y="12147"/>
                  <a:pt x="109198" y="16677"/>
                  <a:pt x="114807" y="23180"/>
                </a:cubicBezTo>
                <a:cubicBezTo>
                  <a:pt x="120416" y="29681"/>
                  <a:pt x="123221" y="37160"/>
                  <a:pt x="123221" y="45615"/>
                </a:cubicBezTo>
                <a:cubicBezTo>
                  <a:pt x="123221" y="52864"/>
                  <a:pt x="121020" y="59350"/>
                  <a:pt x="116618" y="65072"/>
                </a:cubicBezTo>
                <a:cubicBezTo>
                  <a:pt x="112216" y="70792"/>
                  <a:pt x="105719" y="75037"/>
                  <a:pt x="97128" y="77808"/>
                </a:cubicBezTo>
                <a:moveTo>
                  <a:pt x="41322" y="71994"/>
                </a:moveTo>
                <a:cubicBezTo>
                  <a:pt x="43949" y="72491"/>
                  <a:pt x="46949" y="72864"/>
                  <a:pt x="50321" y="73112"/>
                </a:cubicBezTo>
                <a:cubicBezTo>
                  <a:pt x="53694" y="73361"/>
                  <a:pt x="57404" y="73485"/>
                  <a:pt x="61451" y="73485"/>
                </a:cubicBezTo>
                <a:cubicBezTo>
                  <a:pt x="71817" y="73485"/>
                  <a:pt x="79609" y="72365"/>
                  <a:pt x="84828" y="70124"/>
                </a:cubicBezTo>
                <a:cubicBezTo>
                  <a:pt x="90046" y="67883"/>
                  <a:pt x="94040" y="64452"/>
                  <a:pt x="96809" y="59830"/>
                </a:cubicBezTo>
                <a:cubicBezTo>
                  <a:pt x="99578" y="55206"/>
                  <a:pt x="100962" y="50155"/>
                  <a:pt x="100962" y="44677"/>
                </a:cubicBezTo>
                <a:cubicBezTo>
                  <a:pt x="100962" y="36215"/>
                  <a:pt x="97519" y="28996"/>
                  <a:pt x="90632" y="23021"/>
                </a:cubicBezTo>
                <a:cubicBezTo>
                  <a:pt x="83745" y="17046"/>
                  <a:pt x="73698" y="14058"/>
                  <a:pt x="60492" y="14058"/>
                </a:cubicBezTo>
                <a:cubicBezTo>
                  <a:pt x="53392" y="14058"/>
                  <a:pt x="47002" y="14875"/>
                  <a:pt x="41322" y="16508"/>
                </a:cubicBezTo>
                <a:lnTo>
                  <a:pt x="41322" y="71994"/>
                </a:lnTo>
                <a:moveTo>
                  <a:pt x="41322" y="141113"/>
                </a:moveTo>
                <a:cubicBezTo>
                  <a:pt x="49558" y="143030"/>
                  <a:pt x="57688" y="143988"/>
                  <a:pt x="65711" y="143988"/>
                </a:cubicBezTo>
                <a:cubicBezTo>
                  <a:pt x="78562" y="143988"/>
                  <a:pt x="88360" y="141095"/>
                  <a:pt x="95105" y="135309"/>
                </a:cubicBezTo>
                <a:cubicBezTo>
                  <a:pt x="101850" y="129522"/>
                  <a:pt x="105222" y="122369"/>
                  <a:pt x="105222" y="113849"/>
                </a:cubicBezTo>
                <a:cubicBezTo>
                  <a:pt x="105222" y="108240"/>
                  <a:pt x="103696" y="102844"/>
                  <a:pt x="100643" y="97661"/>
                </a:cubicBezTo>
                <a:cubicBezTo>
                  <a:pt x="97590" y="92478"/>
                  <a:pt x="92620" y="88395"/>
                  <a:pt x="85733" y="85413"/>
                </a:cubicBezTo>
                <a:cubicBezTo>
                  <a:pt x="78846" y="82431"/>
                  <a:pt x="70326" y="80940"/>
                  <a:pt x="60173" y="80940"/>
                </a:cubicBezTo>
                <a:cubicBezTo>
                  <a:pt x="55771" y="80940"/>
                  <a:pt x="52008" y="81011"/>
                  <a:pt x="48884" y="81153"/>
                </a:cubicBezTo>
                <a:cubicBezTo>
                  <a:pt x="45760" y="81295"/>
                  <a:pt x="43239" y="81544"/>
                  <a:pt x="41322" y="81899"/>
                </a:cubicBezTo>
                <a:lnTo>
                  <a:pt x="41322" y="141113"/>
                </a:lnTo>
                <a:close/>
                <a:moveTo>
                  <a:pt x="165077" y="90738"/>
                </a:moveTo>
                <a:cubicBezTo>
                  <a:pt x="165006" y="105189"/>
                  <a:pt x="168521" y="116524"/>
                  <a:pt x="175621" y="124742"/>
                </a:cubicBezTo>
                <a:cubicBezTo>
                  <a:pt x="182721" y="132958"/>
                  <a:pt x="191063" y="137066"/>
                  <a:pt x="200648" y="137066"/>
                </a:cubicBezTo>
                <a:cubicBezTo>
                  <a:pt x="207038" y="137066"/>
                  <a:pt x="212594" y="135309"/>
                  <a:pt x="217316" y="131794"/>
                </a:cubicBezTo>
                <a:cubicBezTo>
                  <a:pt x="222037" y="128280"/>
                  <a:pt x="225995" y="122262"/>
                  <a:pt x="229190" y="113742"/>
                </a:cubicBezTo>
                <a:lnTo>
                  <a:pt x="232492" y="115872"/>
                </a:lnTo>
                <a:cubicBezTo>
                  <a:pt x="231001" y="125599"/>
                  <a:pt x="226670" y="134457"/>
                  <a:pt x="219499" y="142444"/>
                </a:cubicBezTo>
                <a:cubicBezTo>
                  <a:pt x="212328" y="150432"/>
                  <a:pt x="203346" y="154425"/>
                  <a:pt x="192554" y="154425"/>
                </a:cubicBezTo>
                <a:cubicBezTo>
                  <a:pt x="180839" y="154425"/>
                  <a:pt x="170811" y="149874"/>
                  <a:pt x="162468" y="140770"/>
                </a:cubicBezTo>
                <a:cubicBezTo>
                  <a:pt x="154125" y="131664"/>
                  <a:pt x="149954" y="119423"/>
                  <a:pt x="149954" y="104047"/>
                </a:cubicBezTo>
                <a:cubicBezTo>
                  <a:pt x="149954" y="87398"/>
                  <a:pt x="154232" y="74415"/>
                  <a:pt x="162788" y="65098"/>
                </a:cubicBezTo>
                <a:cubicBezTo>
                  <a:pt x="171343" y="55780"/>
                  <a:pt x="182082" y="51120"/>
                  <a:pt x="195004" y="51120"/>
                </a:cubicBezTo>
                <a:cubicBezTo>
                  <a:pt x="205938" y="51120"/>
                  <a:pt x="214919" y="54715"/>
                  <a:pt x="221948" y="61903"/>
                </a:cubicBezTo>
                <a:cubicBezTo>
                  <a:pt x="228977" y="69090"/>
                  <a:pt x="232492" y="78702"/>
                  <a:pt x="232492" y="90738"/>
                </a:cubicBezTo>
                <a:lnTo>
                  <a:pt x="165077" y="90738"/>
                </a:lnTo>
                <a:moveTo>
                  <a:pt x="165077" y="84561"/>
                </a:moveTo>
                <a:lnTo>
                  <a:pt x="210233" y="84561"/>
                </a:lnTo>
                <a:cubicBezTo>
                  <a:pt x="209878" y="78313"/>
                  <a:pt x="209133" y="73911"/>
                  <a:pt x="207997" y="71355"/>
                </a:cubicBezTo>
                <a:cubicBezTo>
                  <a:pt x="206222" y="67379"/>
                  <a:pt x="203577" y="64255"/>
                  <a:pt x="200063" y="61983"/>
                </a:cubicBezTo>
                <a:cubicBezTo>
                  <a:pt x="196548" y="59711"/>
                  <a:pt x="192874" y="58575"/>
                  <a:pt x="189040" y="58575"/>
                </a:cubicBezTo>
                <a:cubicBezTo>
                  <a:pt x="183147" y="58575"/>
                  <a:pt x="177875" y="60865"/>
                  <a:pt x="173225" y="65444"/>
                </a:cubicBezTo>
                <a:cubicBezTo>
                  <a:pt x="168574" y="70024"/>
                  <a:pt x="165858" y="76396"/>
                  <a:pt x="165077" y="84561"/>
                </a:cubicBezTo>
                <a:close/>
                <a:moveTo>
                  <a:pt x="274167" y="0"/>
                </a:moveTo>
                <a:lnTo>
                  <a:pt x="274167" y="71462"/>
                </a:lnTo>
                <a:cubicBezTo>
                  <a:pt x="282048" y="62800"/>
                  <a:pt x="288296" y="57244"/>
                  <a:pt x="292911" y="54794"/>
                </a:cubicBezTo>
                <a:cubicBezTo>
                  <a:pt x="297526" y="52345"/>
                  <a:pt x="302141" y="51120"/>
                  <a:pt x="306756" y="51120"/>
                </a:cubicBezTo>
                <a:cubicBezTo>
                  <a:pt x="312294" y="51120"/>
                  <a:pt x="317051" y="52643"/>
                  <a:pt x="321027" y="55690"/>
                </a:cubicBezTo>
                <a:cubicBezTo>
                  <a:pt x="325003" y="58736"/>
                  <a:pt x="327950" y="63517"/>
                  <a:pt x="329867" y="70034"/>
                </a:cubicBezTo>
                <a:cubicBezTo>
                  <a:pt x="331216" y="74569"/>
                  <a:pt x="331890" y="82858"/>
                  <a:pt x="331890" y="94902"/>
                </a:cubicBezTo>
                <a:lnTo>
                  <a:pt x="331890" y="129331"/>
                </a:lnTo>
                <a:cubicBezTo>
                  <a:pt x="331890" y="135495"/>
                  <a:pt x="332387" y="139711"/>
                  <a:pt x="333381" y="141978"/>
                </a:cubicBezTo>
                <a:cubicBezTo>
                  <a:pt x="334091" y="143678"/>
                  <a:pt x="335298" y="145024"/>
                  <a:pt x="337002" y="146015"/>
                </a:cubicBezTo>
                <a:cubicBezTo>
                  <a:pt x="338706" y="147007"/>
                  <a:pt x="341830" y="147503"/>
                  <a:pt x="346374" y="147503"/>
                </a:cubicBezTo>
                <a:lnTo>
                  <a:pt x="346374" y="151443"/>
                </a:lnTo>
                <a:lnTo>
                  <a:pt x="298449" y="151443"/>
                </a:lnTo>
                <a:lnTo>
                  <a:pt x="298449" y="147503"/>
                </a:lnTo>
                <a:lnTo>
                  <a:pt x="300685" y="147503"/>
                </a:lnTo>
                <a:cubicBezTo>
                  <a:pt x="305229" y="147503"/>
                  <a:pt x="308389" y="146811"/>
                  <a:pt x="310164" y="145426"/>
                </a:cubicBezTo>
                <a:cubicBezTo>
                  <a:pt x="311939" y="144042"/>
                  <a:pt x="313181" y="142000"/>
                  <a:pt x="313891" y="139302"/>
                </a:cubicBezTo>
                <a:cubicBezTo>
                  <a:pt x="314104" y="138166"/>
                  <a:pt x="314211" y="134829"/>
                  <a:pt x="314211" y="129291"/>
                </a:cubicBezTo>
                <a:lnTo>
                  <a:pt x="314211" y="94785"/>
                </a:lnTo>
                <a:cubicBezTo>
                  <a:pt x="314211" y="84135"/>
                  <a:pt x="313661" y="77142"/>
                  <a:pt x="312560" y="73805"/>
                </a:cubicBezTo>
                <a:cubicBezTo>
                  <a:pt x="311460" y="70468"/>
                  <a:pt x="309702" y="67965"/>
                  <a:pt x="307288" y="66296"/>
                </a:cubicBezTo>
                <a:cubicBezTo>
                  <a:pt x="304874" y="64628"/>
                  <a:pt x="301963" y="63794"/>
                  <a:pt x="298555" y="63794"/>
                </a:cubicBezTo>
                <a:cubicBezTo>
                  <a:pt x="295076" y="63794"/>
                  <a:pt x="291455" y="64717"/>
                  <a:pt x="287692" y="66563"/>
                </a:cubicBezTo>
                <a:cubicBezTo>
                  <a:pt x="283929" y="68409"/>
                  <a:pt x="279421" y="72136"/>
                  <a:pt x="274167" y="77745"/>
                </a:cubicBezTo>
                <a:lnTo>
                  <a:pt x="274167" y="129291"/>
                </a:lnTo>
                <a:cubicBezTo>
                  <a:pt x="274167" y="135965"/>
                  <a:pt x="274540" y="140119"/>
                  <a:pt x="275285" y="141752"/>
                </a:cubicBezTo>
                <a:cubicBezTo>
                  <a:pt x="276031" y="143385"/>
                  <a:pt x="277415" y="144752"/>
                  <a:pt x="279439" y="145852"/>
                </a:cubicBezTo>
                <a:cubicBezTo>
                  <a:pt x="281462" y="146953"/>
                  <a:pt x="284959" y="147503"/>
                  <a:pt x="289929" y="147503"/>
                </a:cubicBezTo>
                <a:lnTo>
                  <a:pt x="289929" y="151443"/>
                </a:lnTo>
                <a:lnTo>
                  <a:pt x="241578" y="151443"/>
                </a:lnTo>
                <a:lnTo>
                  <a:pt x="241578" y="147503"/>
                </a:lnTo>
                <a:cubicBezTo>
                  <a:pt x="245909" y="147503"/>
                  <a:pt x="249317" y="146828"/>
                  <a:pt x="251802" y="145479"/>
                </a:cubicBezTo>
                <a:cubicBezTo>
                  <a:pt x="253222" y="144772"/>
                  <a:pt x="254358" y="143425"/>
                  <a:pt x="255210" y="141439"/>
                </a:cubicBezTo>
                <a:cubicBezTo>
                  <a:pt x="256062" y="139451"/>
                  <a:pt x="256488" y="135406"/>
                  <a:pt x="256488" y="129305"/>
                </a:cubicBezTo>
                <a:lnTo>
                  <a:pt x="256488" y="41079"/>
                </a:lnTo>
                <a:cubicBezTo>
                  <a:pt x="256488" y="29941"/>
                  <a:pt x="256222" y="23095"/>
                  <a:pt x="255689" y="20541"/>
                </a:cubicBezTo>
                <a:cubicBezTo>
                  <a:pt x="255157" y="17985"/>
                  <a:pt x="254340" y="16247"/>
                  <a:pt x="253240" y="15326"/>
                </a:cubicBezTo>
                <a:cubicBezTo>
                  <a:pt x="252139" y="14403"/>
                  <a:pt x="250666" y="13942"/>
                  <a:pt x="248820" y="13942"/>
                </a:cubicBezTo>
                <a:cubicBezTo>
                  <a:pt x="247329" y="13942"/>
                  <a:pt x="244915" y="14510"/>
                  <a:pt x="241578" y="15646"/>
                </a:cubicBezTo>
                <a:lnTo>
                  <a:pt x="240087" y="11918"/>
                </a:lnTo>
                <a:lnTo>
                  <a:pt x="269268" y="0"/>
                </a:lnTo>
                <a:lnTo>
                  <a:pt x="274167" y="0"/>
                </a:lnTo>
                <a:close/>
                <a:moveTo>
                  <a:pt x="409848" y="137385"/>
                </a:moveTo>
                <a:cubicBezTo>
                  <a:pt x="399837" y="145124"/>
                  <a:pt x="393554" y="149597"/>
                  <a:pt x="390998" y="150804"/>
                </a:cubicBezTo>
                <a:cubicBezTo>
                  <a:pt x="387164" y="152650"/>
                  <a:pt x="383081" y="153573"/>
                  <a:pt x="378750" y="153573"/>
                </a:cubicBezTo>
                <a:cubicBezTo>
                  <a:pt x="372005" y="153573"/>
                  <a:pt x="366449" y="151266"/>
                  <a:pt x="362083" y="146651"/>
                </a:cubicBezTo>
                <a:cubicBezTo>
                  <a:pt x="357716" y="142036"/>
                  <a:pt x="355533" y="135965"/>
                  <a:pt x="355533" y="128439"/>
                </a:cubicBezTo>
                <a:cubicBezTo>
                  <a:pt x="355533" y="123682"/>
                  <a:pt x="356598" y="119564"/>
                  <a:pt x="358728" y="116085"/>
                </a:cubicBezTo>
                <a:cubicBezTo>
                  <a:pt x="361639" y="111257"/>
                  <a:pt x="366698" y="106713"/>
                  <a:pt x="373904" y="102453"/>
                </a:cubicBezTo>
                <a:cubicBezTo>
                  <a:pt x="381111" y="98193"/>
                  <a:pt x="393092" y="93010"/>
                  <a:pt x="409848" y="86904"/>
                </a:cubicBezTo>
                <a:lnTo>
                  <a:pt x="409848" y="83070"/>
                </a:lnTo>
                <a:cubicBezTo>
                  <a:pt x="409848" y="73343"/>
                  <a:pt x="408304" y="66669"/>
                  <a:pt x="405216" y="63048"/>
                </a:cubicBezTo>
                <a:cubicBezTo>
                  <a:pt x="402127" y="59427"/>
                  <a:pt x="397636" y="57617"/>
                  <a:pt x="391743" y="57617"/>
                </a:cubicBezTo>
                <a:cubicBezTo>
                  <a:pt x="387270" y="57617"/>
                  <a:pt x="383720" y="58819"/>
                  <a:pt x="381093" y="61224"/>
                </a:cubicBezTo>
                <a:cubicBezTo>
                  <a:pt x="378395" y="63630"/>
                  <a:pt x="377046" y="66389"/>
                  <a:pt x="377046" y="69501"/>
                </a:cubicBezTo>
                <a:lnTo>
                  <a:pt x="377259" y="75655"/>
                </a:lnTo>
                <a:cubicBezTo>
                  <a:pt x="377259" y="78908"/>
                  <a:pt x="376425" y="81418"/>
                  <a:pt x="374756" y="83187"/>
                </a:cubicBezTo>
                <a:cubicBezTo>
                  <a:pt x="373088" y="84955"/>
                  <a:pt x="370905" y="85839"/>
                  <a:pt x="368207" y="85839"/>
                </a:cubicBezTo>
                <a:cubicBezTo>
                  <a:pt x="365580" y="85839"/>
                  <a:pt x="363432" y="84920"/>
                  <a:pt x="361763" y="83080"/>
                </a:cubicBezTo>
                <a:cubicBezTo>
                  <a:pt x="360095" y="81239"/>
                  <a:pt x="359261" y="78725"/>
                  <a:pt x="359261" y="75539"/>
                </a:cubicBezTo>
                <a:cubicBezTo>
                  <a:pt x="359261" y="69453"/>
                  <a:pt x="362385" y="63861"/>
                  <a:pt x="368633" y="58765"/>
                </a:cubicBezTo>
                <a:cubicBezTo>
                  <a:pt x="374881" y="53668"/>
                  <a:pt x="383649" y="51120"/>
                  <a:pt x="394938" y="51120"/>
                </a:cubicBezTo>
                <a:cubicBezTo>
                  <a:pt x="403600" y="51120"/>
                  <a:pt x="410700" y="52573"/>
                  <a:pt x="416238" y="55480"/>
                </a:cubicBezTo>
                <a:cubicBezTo>
                  <a:pt x="420427" y="57679"/>
                  <a:pt x="423516" y="61119"/>
                  <a:pt x="425504" y="65801"/>
                </a:cubicBezTo>
                <a:cubicBezTo>
                  <a:pt x="426782" y="68849"/>
                  <a:pt x="427421" y="75089"/>
                  <a:pt x="427421" y="84521"/>
                </a:cubicBezTo>
                <a:lnTo>
                  <a:pt x="427421" y="117603"/>
                </a:lnTo>
                <a:cubicBezTo>
                  <a:pt x="427421" y="126893"/>
                  <a:pt x="427598" y="132584"/>
                  <a:pt x="427953" y="134676"/>
                </a:cubicBezTo>
                <a:cubicBezTo>
                  <a:pt x="428308" y="136769"/>
                  <a:pt x="428894" y="138170"/>
                  <a:pt x="429711" y="138880"/>
                </a:cubicBezTo>
                <a:cubicBezTo>
                  <a:pt x="430527" y="139588"/>
                  <a:pt x="431468" y="139941"/>
                  <a:pt x="432533" y="139941"/>
                </a:cubicBezTo>
                <a:cubicBezTo>
                  <a:pt x="433669" y="139941"/>
                  <a:pt x="434663" y="139693"/>
                  <a:pt x="435515" y="139196"/>
                </a:cubicBezTo>
                <a:cubicBezTo>
                  <a:pt x="437006" y="138273"/>
                  <a:pt x="439881" y="135681"/>
                  <a:pt x="444141" y="131421"/>
                </a:cubicBezTo>
                <a:lnTo>
                  <a:pt x="444141" y="137385"/>
                </a:lnTo>
                <a:cubicBezTo>
                  <a:pt x="436189" y="148035"/>
                  <a:pt x="428592" y="153360"/>
                  <a:pt x="421350" y="153360"/>
                </a:cubicBezTo>
                <a:cubicBezTo>
                  <a:pt x="417871" y="153360"/>
                  <a:pt x="415102" y="152153"/>
                  <a:pt x="413043" y="149739"/>
                </a:cubicBezTo>
                <a:cubicBezTo>
                  <a:pt x="410984" y="147325"/>
                  <a:pt x="409919" y="143207"/>
                  <a:pt x="409848" y="137385"/>
                </a:cubicBezTo>
                <a:moveTo>
                  <a:pt x="409848" y="130403"/>
                </a:moveTo>
                <a:lnTo>
                  <a:pt x="409848" y="93401"/>
                </a:lnTo>
                <a:cubicBezTo>
                  <a:pt x="399127" y="97641"/>
                  <a:pt x="392205" y="100645"/>
                  <a:pt x="389081" y="102413"/>
                </a:cubicBezTo>
                <a:cubicBezTo>
                  <a:pt x="383472" y="105524"/>
                  <a:pt x="379460" y="108776"/>
                  <a:pt x="377046" y="112168"/>
                </a:cubicBezTo>
                <a:cubicBezTo>
                  <a:pt x="374632" y="115561"/>
                  <a:pt x="373425" y="119271"/>
                  <a:pt x="373425" y="123301"/>
                </a:cubicBezTo>
                <a:cubicBezTo>
                  <a:pt x="373425" y="128391"/>
                  <a:pt x="374952" y="132614"/>
                  <a:pt x="378005" y="135971"/>
                </a:cubicBezTo>
                <a:cubicBezTo>
                  <a:pt x="381058" y="139328"/>
                  <a:pt x="384572" y="141006"/>
                  <a:pt x="388548" y="141006"/>
                </a:cubicBezTo>
                <a:cubicBezTo>
                  <a:pt x="393944" y="141006"/>
                  <a:pt x="401044" y="137472"/>
                  <a:pt x="409848" y="130403"/>
                </a:cubicBezTo>
                <a:close/>
                <a:moveTo>
                  <a:pt x="446411" y="53889"/>
                </a:moveTo>
                <a:lnTo>
                  <a:pt x="492313" y="53889"/>
                </a:lnTo>
                <a:lnTo>
                  <a:pt x="492313" y="57830"/>
                </a:lnTo>
                <a:lnTo>
                  <a:pt x="489331" y="57830"/>
                </a:lnTo>
                <a:cubicBezTo>
                  <a:pt x="486562" y="57830"/>
                  <a:pt x="484450" y="58504"/>
                  <a:pt x="482994" y="59853"/>
                </a:cubicBezTo>
                <a:cubicBezTo>
                  <a:pt x="481539" y="61202"/>
                  <a:pt x="480811" y="63013"/>
                  <a:pt x="480811" y="65285"/>
                </a:cubicBezTo>
                <a:cubicBezTo>
                  <a:pt x="480811" y="67770"/>
                  <a:pt x="481556" y="70716"/>
                  <a:pt x="483047" y="74124"/>
                </a:cubicBezTo>
                <a:lnTo>
                  <a:pt x="505732" y="128013"/>
                </a:lnTo>
                <a:lnTo>
                  <a:pt x="528523" y="72101"/>
                </a:lnTo>
                <a:cubicBezTo>
                  <a:pt x="530156" y="68125"/>
                  <a:pt x="530972" y="65107"/>
                  <a:pt x="530972" y="63048"/>
                </a:cubicBezTo>
                <a:cubicBezTo>
                  <a:pt x="530972" y="62054"/>
                  <a:pt x="530688" y="61238"/>
                  <a:pt x="530120" y="60599"/>
                </a:cubicBezTo>
                <a:cubicBezTo>
                  <a:pt x="529339" y="59534"/>
                  <a:pt x="528345" y="58806"/>
                  <a:pt x="527138" y="58415"/>
                </a:cubicBezTo>
                <a:cubicBezTo>
                  <a:pt x="525931" y="58025"/>
                  <a:pt x="523482" y="57830"/>
                  <a:pt x="519790" y="57830"/>
                </a:cubicBezTo>
                <a:lnTo>
                  <a:pt x="519790" y="53889"/>
                </a:lnTo>
                <a:lnTo>
                  <a:pt x="551633" y="53889"/>
                </a:lnTo>
                <a:lnTo>
                  <a:pt x="551633" y="57830"/>
                </a:lnTo>
                <a:cubicBezTo>
                  <a:pt x="547941" y="58114"/>
                  <a:pt x="545385" y="58859"/>
                  <a:pt x="543965" y="60066"/>
                </a:cubicBezTo>
                <a:cubicBezTo>
                  <a:pt x="541480" y="62196"/>
                  <a:pt x="539244" y="65746"/>
                  <a:pt x="537256" y="70716"/>
                </a:cubicBezTo>
                <a:lnTo>
                  <a:pt x="502643" y="154425"/>
                </a:lnTo>
                <a:lnTo>
                  <a:pt x="498277" y="154425"/>
                </a:lnTo>
                <a:lnTo>
                  <a:pt x="463451" y="72101"/>
                </a:lnTo>
                <a:cubicBezTo>
                  <a:pt x="461889" y="68267"/>
                  <a:pt x="460398" y="65515"/>
                  <a:pt x="458978" y="63847"/>
                </a:cubicBezTo>
                <a:cubicBezTo>
                  <a:pt x="457558" y="62178"/>
                  <a:pt x="455748" y="60776"/>
                  <a:pt x="453547" y="59640"/>
                </a:cubicBezTo>
                <a:cubicBezTo>
                  <a:pt x="452340" y="59001"/>
                  <a:pt x="449961" y="58398"/>
                  <a:pt x="446411" y="57830"/>
                </a:cubicBezTo>
                <a:lnTo>
                  <a:pt x="446411" y="53889"/>
                </a:lnTo>
                <a:close/>
                <a:moveTo>
                  <a:pt x="585287" y="0"/>
                </a:moveTo>
                <a:cubicBezTo>
                  <a:pt x="588270" y="0"/>
                  <a:pt x="590808" y="1053"/>
                  <a:pt x="592902" y="3158"/>
                </a:cubicBezTo>
                <a:cubicBezTo>
                  <a:pt x="594997" y="5262"/>
                  <a:pt x="596044" y="7812"/>
                  <a:pt x="596044" y="10810"/>
                </a:cubicBezTo>
                <a:cubicBezTo>
                  <a:pt x="596044" y="13807"/>
                  <a:pt x="594997" y="16377"/>
                  <a:pt x="592902" y="18518"/>
                </a:cubicBezTo>
                <a:cubicBezTo>
                  <a:pt x="590808" y="20657"/>
                  <a:pt x="588270" y="21726"/>
                  <a:pt x="585287" y="21726"/>
                </a:cubicBezTo>
                <a:cubicBezTo>
                  <a:pt x="582305" y="21726"/>
                  <a:pt x="579749" y="20657"/>
                  <a:pt x="577619" y="18518"/>
                </a:cubicBezTo>
                <a:cubicBezTo>
                  <a:pt x="575489" y="16377"/>
                  <a:pt x="574424" y="13807"/>
                  <a:pt x="574424" y="10810"/>
                </a:cubicBezTo>
                <a:cubicBezTo>
                  <a:pt x="574424" y="7812"/>
                  <a:pt x="575472" y="5262"/>
                  <a:pt x="577566" y="3158"/>
                </a:cubicBezTo>
                <a:cubicBezTo>
                  <a:pt x="579661" y="1053"/>
                  <a:pt x="582234" y="0"/>
                  <a:pt x="585287" y="0"/>
                </a:cubicBezTo>
                <a:moveTo>
                  <a:pt x="594127" y="51120"/>
                </a:moveTo>
                <a:lnTo>
                  <a:pt x="594127" y="129331"/>
                </a:lnTo>
                <a:cubicBezTo>
                  <a:pt x="594127" y="135424"/>
                  <a:pt x="594571" y="139480"/>
                  <a:pt x="595458" y="141499"/>
                </a:cubicBezTo>
                <a:cubicBezTo>
                  <a:pt x="596346" y="143518"/>
                  <a:pt x="597659" y="145024"/>
                  <a:pt x="599399" y="146015"/>
                </a:cubicBezTo>
                <a:cubicBezTo>
                  <a:pt x="601138" y="147007"/>
                  <a:pt x="604316" y="147503"/>
                  <a:pt x="608931" y="147503"/>
                </a:cubicBezTo>
                <a:lnTo>
                  <a:pt x="608931" y="151443"/>
                </a:lnTo>
                <a:lnTo>
                  <a:pt x="561538" y="151443"/>
                </a:lnTo>
                <a:lnTo>
                  <a:pt x="561538" y="147503"/>
                </a:lnTo>
                <a:cubicBezTo>
                  <a:pt x="566295" y="147503"/>
                  <a:pt x="569490" y="147043"/>
                  <a:pt x="571123" y="146122"/>
                </a:cubicBezTo>
                <a:cubicBezTo>
                  <a:pt x="572756" y="145201"/>
                  <a:pt x="574052" y="143678"/>
                  <a:pt x="575010" y="141552"/>
                </a:cubicBezTo>
                <a:cubicBezTo>
                  <a:pt x="575969" y="139427"/>
                  <a:pt x="576448" y="135353"/>
                  <a:pt x="576448" y="129331"/>
                </a:cubicBezTo>
                <a:lnTo>
                  <a:pt x="576448" y="91820"/>
                </a:lnTo>
                <a:cubicBezTo>
                  <a:pt x="576448" y="81263"/>
                  <a:pt x="576128" y="74427"/>
                  <a:pt x="575489" y="71312"/>
                </a:cubicBezTo>
                <a:cubicBezTo>
                  <a:pt x="574992" y="69044"/>
                  <a:pt x="574211" y="67468"/>
                  <a:pt x="573146" y="66583"/>
                </a:cubicBezTo>
                <a:cubicBezTo>
                  <a:pt x="572081" y="65697"/>
                  <a:pt x="570626" y="65255"/>
                  <a:pt x="568780" y="65255"/>
                </a:cubicBezTo>
                <a:cubicBezTo>
                  <a:pt x="566792" y="65255"/>
                  <a:pt x="564378" y="65786"/>
                  <a:pt x="561538" y="66849"/>
                </a:cubicBezTo>
                <a:lnTo>
                  <a:pt x="560047" y="63022"/>
                </a:lnTo>
                <a:lnTo>
                  <a:pt x="589441" y="51120"/>
                </a:lnTo>
                <a:lnTo>
                  <a:pt x="594127" y="51120"/>
                </a:lnTo>
                <a:close/>
                <a:moveTo>
                  <a:pt x="668820" y="51120"/>
                </a:moveTo>
                <a:cubicBezTo>
                  <a:pt x="683588" y="51120"/>
                  <a:pt x="695445" y="56724"/>
                  <a:pt x="704391" y="67931"/>
                </a:cubicBezTo>
                <a:cubicBezTo>
                  <a:pt x="711989" y="77505"/>
                  <a:pt x="715787" y="88498"/>
                  <a:pt x="715787" y="100912"/>
                </a:cubicBezTo>
                <a:cubicBezTo>
                  <a:pt x="715787" y="109637"/>
                  <a:pt x="713693" y="118467"/>
                  <a:pt x="709503" y="127404"/>
                </a:cubicBezTo>
                <a:cubicBezTo>
                  <a:pt x="705314" y="136339"/>
                  <a:pt x="699546" y="143077"/>
                  <a:pt x="692197" y="147616"/>
                </a:cubicBezTo>
                <a:cubicBezTo>
                  <a:pt x="684849" y="152156"/>
                  <a:pt x="676666" y="154425"/>
                  <a:pt x="667649" y="154425"/>
                </a:cubicBezTo>
                <a:cubicBezTo>
                  <a:pt x="652952" y="154425"/>
                  <a:pt x="641272" y="148574"/>
                  <a:pt x="632610" y="136870"/>
                </a:cubicBezTo>
                <a:cubicBezTo>
                  <a:pt x="625297" y="127012"/>
                  <a:pt x="621641" y="115948"/>
                  <a:pt x="621641" y="103678"/>
                </a:cubicBezTo>
                <a:cubicBezTo>
                  <a:pt x="621641" y="94741"/>
                  <a:pt x="623859" y="85857"/>
                  <a:pt x="628297" y="77026"/>
                </a:cubicBezTo>
                <a:cubicBezTo>
                  <a:pt x="632734" y="68196"/>
                  <a:pt x="638574" y="61670"/>
                  <a:pt x="645816" y="57450"/>
                </a:cubicBezTo>
                <a:cubicBezTo>
                  <a:pt x="653058" y="53230"/>
                  <a:pt x="660726" y="51120"/>
                  <a:pt x="668820" y="51120"/>
                </a:cubicBezTo>
                <a:moveTo>
                  <a:pt x="665519" y="58149"/>
                </a:moveTo>
                <a:cubicBezTo>
                  <a:pt x="661756" y="58149"/>
                  <a:pt x="657975" y="59266"/>
                  <a:pt x="654177" y="61501"/>
                </a:cubicBezTo>
                <a:cubicBezTo>
                  <a:pt x="650378" y="63735"/>
                  <a:pt x="647307" y="67653"/>
                  <a:pt x="644964" y="73256"/>
                </a:cubicBezTo>
                <a:cubicBezTo>
                  <a:pt x="642621" y="78858"/>
                  <a:pt x="641450" y="86056"/>
                  <a:pt x="641450" y="94849"/>
                </a:cubicBezTo>
                <a:cubicBezTo>
                  <a:pt x="641450" y="109031"/>
                  <a:pt x="644272" y="121264"/>
                  <a:pt x="649917" y="131548"/>
                </a:cubicBezTo>
                <a:cubicBezTo>
                  <a:pt x="655561" y="141830"/>
                  <a:pt x="662998" y="146970"/>
                  <a:pt x="672228" y="146970"/>
                </a:cubicBezTo>
                <a:cubicBezTo>
                  <a:pt x="679115" y="146970"/>
                  <a:pt x="684795" y="144134"/>
                  <a:pt x="689268" y="138460"/>
                </a:cubicBezTo>
                <a:cubicBezTo>
                  <a:pt x="693741" y="132787"/>
                  <a:pt x="695978" y="123037"/>
                  <a:pt x="695978" y="109209"/>
                </a:cubicBezTo>
                <a:cubicBezTo>
                  <a:pt x="695978" y="91905"/>
                  <a:pt x="692250" y="78289"/>
                  <a:pt x="684795" y="68360"/>
                </a:cubicBezTo>
                <a:cubicBezTo>
                  <a:pt x="679754" y="61553"/>
                  <a:pt x="673329" y="58149"/>
                  <a:pt x="665519" y="58149"/>
                </a:cubicBezTo>
                <a:close/>
                <a:moveTo>
                  <a:pt x="758707" y="51120"/>
                </a:moveTo>
                <a:lnTo>
                  <a:pt x="758707" y="73059"/>
                </a:lnTo>
                <a:cubicBezTo>
                  <a:pt x="766872" y="58433"/>
                  <a:pt x="775250" y="51120"/>
                  <a:pt x="783841" y="51120"/>
                </a:cubicBezTo>
                <a:cubicBezTo>
                  <a:pt x="787746" y="51120"/>
                  <a:pt x="790976" y="52309"/>
                  <a:pt x="793532" y="54688"/>
                </a:cubicBezTo>
                <a:cubicBezTo>
                  <a:pt x="796088" y="57066"/>
                  <a:pt x="797366" y="59818"/>
                  <a:pt x="797366" y="62942"/>
                </a:cubicBezTo>
                <a:cubicBezTo>
                  <a:pt x="797366" y="65711"/>
                  <a:pt x="796443" y="68054"/>
                  <a:pt x="794597" y="69971"/>
                </a:cubicBezTo>
                <a:cubicBezTo>
                  <a:pt x="792751" y="71888"/>
                  <a:pt x="790550" y="72846"/>
                  <a:pt x="787994" y="72846"/>
                </a:cubicBezTo>
                <a:cubicBezTo>
                  <a:pt x="785509" y="72846"/>
                  <a:pt x="782723" y="71621"/>
                  <a:pt x="779634" y="69172"/>
                </a:cubicBezTo>
                <a:cubicBezTo>
                  <a:pt x="776545" y="66722"/>
                  <a:pt x="774256" y="65498"/>
                  <a:pt x="772765" y="65498"/>
                </a:cubicBezTo>
                <a:cubicBezTo>
                  <a:pt x="771487" y="65498"/>
                  <a:pt x="770102" y="66205"/>
                  <a:pt x="768611" y="67621"/>
                </a:cubicBezTo>
                <a:cubicBezTo>
                  <a:pt x="765416" y="70525"/>
                  <a:pt x="762115" y="75306"/>
                  <a:pt x="758707" y="81962"/>
                </a:cubicBezTo>
                <a:lnTo>
                  <a:pt x="758707" y="128596"/>
                </a:lnTo>
                <a:cubicBezTo>
                  <a:pt x="758707" y="133976"/>
                  <a:pt x="759381" y="138048"/>
                  <a:pt x="760730" y="140810"/>
                </a:cubicBezTo>
                <a:cubicBezTo>
                  <a:pt x="761653" y="142723"/>
                  <a:pt x="763286" y="144317"/>
                  <a:pt x="765629" y="145593"/>
                </a:cubicBezTo>
                <a:cubicBezTo>
                  <a:pt x="767972" y="146866"/>
                  <a:pt x="771345" y="147503"/>
                  <a:pt x="775747" y="147503"/>
                </a:cubicBezTo>
                <a:lnTo>
                  <a:pt x="775747" y="151443"/>
                </a:lnTo>
                <a:lnTo>
                  <a:pt x="725798" y="151443"/>
                </a:lnTo>
                <a:lnTo>
                  <a:pt x="725798" y="147503"/>
                </a:lnTo>
                <a:cubicBezTo>
                  <a:pt x="730768" y="147503"/>
                  <a:pt x="734460" y="146724"/>
                  <a:pt x="736874" y="145167"/>
                </a:cubicBezTo>
                <a:cubicBezTo>
                  <a:pt x="738649" y="144033"/>
                  <a:pt x="739892" y="142226"/>
                  <a:pt x="740602" y="139745"/>
                </a:cubicBezTo>
                <a:cubicBezTo>
                  <a:pt x="740957" y="138540"/>
                  <a:pt x="741134" y="135105"/>
                  <a:pt x="741134" y="129438"/>
                </a:cubicBezTo>
                <a:lnTo>
                  <a:pt x="741134" y="91713"/>
                </a:lnTo>
                <a:cubicBezTo>
                  <a:pt x="741134" y="80378"/>
                  <a:pt x="740903" y="73631"/>
                  <a:pt x="740442" y="71472"/>
                </a:cubicBezTo>
                <a:cubicBezTo>
                  <a:pt x="739980" y="69311"/>
                  <a:pt x="739128" y="67734"/>
                  <a:pt x="737886" y="66742"/>
                </a:cubicBezTo>
                <a:cubicBezTo>
                  <a:pt x="736643" y="65751"/>
                  <a:pt x="735099" y="65255"/>
                  <a:pt x="733253" y="65255"/>
                </a:cubicBezTo>
                <a:cubicBezTo>
                  <a:pt x="731052" y="65255"/>
                  <a:pt x="728567" y="65786"/>
                  <a:pt x="725798" y="66849"/>
                </a:cubicBezTo>
                <a:lnTo>
                  <a:pt x="724733" y="63022"/>
                </a:lnTo>
                <a:lnTo>
                  <a:pt x="754234" y="51120"/>
                </a:lnTo>
                <a:lnTo>
                  <a:pt x="758707" y="51120"/>
                </a:lnTo>
                <a:close/>
                <a:moveTo>
                  <a:pt x="865844" y="51120"/>
                </a:moveTo>
                <a:lnTo>
                  <a:pt x="865844" y="84135"/>
                </a:lnTo>
                <a:lnTo>
                  <a:pt x="862330" y="84135"/>
                </a:lnTo>
                <a:cubicBezTo>
                  <a:pt x="859632" y="73780"/>
                  <a:pt x="856171" y="66737"/>
                  <a:pt x="851946" y="63005"/>
                </a:cubicBezTo>
                <a:cubicBezTo>
                  <a:pt x="847722" y="59271"/>
                  <a:pt x="842343" y="57404"/>
                  <a:pt x="835811" y="57404"/>
                </a:cubicBezTo>
                <a:cubicBezTo>
                  <a:pt x="830841" y="57404"/>
                  <a:pt x="826830" y="58716"/>
                  <a:pt x="823777" y="61341"/>
                </a:cubicBezTo>
                <a:cubicBezTo>
                  <a:pt x="820724" y="63963"/>
                  <a:pt x="819197" y="66871"/>
                  <a:pt x="819197" y="70064"/>
                </a:cubicBezTo>
                <a:cubicBezTo>
                  <a:pt x="819197" y="74035"/>
                  <a:pt x="820333" y="77439"/>
                  <a:pt x="822605" y="80275"/>
                </a:cubicBezTo>
                <a:cubicBezTo>
                  <a:pt x="824806" y="83183"/>
                  <a:pt x="829279" y="86269"/>
                  <a:pt x="836024" y="89530"/>
                </a:cubicBezTo>
                <a:lnTo>
                  <a:pt x="851573" y="97085"/>
                </a:lnTo>
                <a:cubicBezTo>
                  <a:pt x="865986" y="104105"/>
                  <a:pt x="873193" y="113361"/>
                  <a:pt x="873193" y="124852"/>
                </a:cubicBezTo>
                <a:cubicBezTo>
                  <a:pt x="873193" y="133716"/>
                  <a:pt x="869838" y="140861"/>
                  <a:pt x="863129" y="146288"/>
                </a:cubicBezTo>
                <a:cubicBezTo>
                  <a:pt x="856419" y="151713"/>
                  <a:pt x="848911" y="154425"/>
                  <a:pt x="840604" y="154425"/>
                </a:cubicBezTo>
                <a:cubicBezTo>
                  <a:pt x="834640" y="154425"/>
                  <a:pt x="827824" y="153360"/>
                  <a:pt x="820156" y="151230"/>
                </a:cubicBezTo>
                <a:cubicBezTo>
                  <a:pt x="817813" y="150520"/>
                  <a:pt x="815896" y="150165"/>
                  <a:pt x="814405" y="150165"/>
                </a:cubicBezTo>
                <a:cubicBezTo>
                  <a:pt x="812772" y="150165"/>
                  <a:pt x="811494" y="151088"/>
                  <a:pt x="810571" y="152934"/>
                </a:cubicBezTo>
                <a:lnTo>
                  <a:pt x="807056" y="152934"/>
                </a:lnTo>
                <a:lnTo>
                  <a:pt x="807056" y="118002"/>
                </a:lnTo>
                <a:lnTo>
                  <a:pt x="810571" y="118002"/>
                </a:lnTo>
                <a:cubicBezTo>
                  <a:pt x="812559" y="127978"/>
                  <a:pt x="816357" y="135495"/>
                  <a:pt x="821966" y="140554"/>
                </a:cubicBezTo>
                <a:cubicBezTo>
                  <a:pt x="827575" y="145613"/>
                  <a:pt x="833859" y="148142"/>
                  <a:pt x="840817" y="148142"/>
                </a:cubicBezTo>
                <a:cubicBezTo>
                  <a:pt x="845716" y="148142"/>
                  <a:pt x="849710" y="146706"/>
                  <a:pt x="852798" y="143835"/>
                </a:cubicBezTo>
                <a:cubicBezTo>
                  <a:pt x="855887" y="140962"/>
                  <a:pt x="857431" y="137504"/>
                  <a:pt x="857431" y="133462"/>
                </a:cubicBezTo>
                <a:cubicBezTo>
                  <a:pt x="857431" y="128567"/>
                  <a:pt x="855709" y="124453"/>
                  <a:pt x="852266" y="121121"/>
                </a:cubicBezTo>
                <a:cubicBezTo>
                  <a:pt x="848822" y="117788"/>
                  <a:pt x="841953" y="113569"/>
                  <a:pt x="831658" y="108464"/>
                </a:cubicBezTo>
                <a:cubicBezTo>
                  <a:pt x="821363" y="103356"/>
                  <a:pt x="814618" y="98746"/>
                  <a:pt x="811423" y="94632"/>
                </a:cubicBezTo>
                <a:cubicBezTo>
                  <a:pt x="808228" y="90590"/>
                  <a:pt x="806630" y="85483"/>
                  <a:pt x="806630" y="79313"/>
                </a:cubicBezTo>
                <a:cubicBezTo>
                  <a:pt x="806630" y="71299"/>
                  <a:pt x="809382" y="64597"/>
                  <a:pt x="814884" y="59208"/>
                </a:cubicBezTo>
                <a:cubicBezTo>
                  <a:pt x="820387" y="53816"/>
                  <a:pt x="827504" y="51120"/>
                  <a:pt x="836237" y="51120"/>
                </a:cubicBezTo>
                <a:cubicBezTo>
                  <a:pt x="840071" y="51120"/>
                  <a:pt x="844722" y="51937"/>
                  <a:pt x="850189" y="53570"/>
                </a:cubicBezTo>
                <a:cubicBezTo>
                  <a:pt x="853810" y="54635"/>
                  <a:pt x="856224" y="55167"/>
                  <a:pt x="857431" y="55167"/>
                </a:cubicBezTo>
                <a:cubicBezTo>
                  <a:pt x="858567" y="55167"/>
                  <a:pt x="859454" y="54919"/>
                  <a:pt x="860093" y="54422"/>
                </a:cubicBezTo>
                <a:cubicBezTo>
                  <a:pt x="860732" y="53925"/>
                  <a:pt x="861478" y="52824"/>
                  <a:pt x="862330" y="51120"/>
                </a:cubicBezTo>
                <a:lnTo>
                  <a:pt x="865844" y="511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(§6)">
            <a:extLst xmlns:a="http://schemas.openxmlformats.org/drawingml/2006/main">
              <a:ext uri="{FF2B5EF4-FFF2-40B4-BE49-F238E27FC236}">
                <a16:creationId xmlns:a16="http://schemas.microsoft.com/office/drawing/2014/main" id="{4416E8F6-DBDD-4E85-BCE6-DF62F049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199" y="1192954"/>
            <a:ext cx="345485" cy="198091"/>
          </a:xfrm>
          <a:custGeom xmlns:a="http://schemas.openxmlformats.org/drawingml/2006/main">
            <a:pathLst>
              <a:path w="345485" h="198091">
                <a:moveTo>
                  <a:pt x="58788" y="194150"/>
                </a:moveTo>
                <a:lnTo>
                  <a:pt x="58788" y="198091"/>
                </a:lnTo>
                <a:cubicBezTo>
                  <a:pt x="48067" y="192695"/>
                  <a:pt x="39121" y="186376"/>
                  <a:pt x="31950" y="179134"/>
                </a:cubicBezTo>
                <a:cubicBezTo>
                  <a:pt x="21726" y="168839"/>
                  <a:pt x="13845" y="156697"/>
                  <a:pt x="8307" y="142710"/>
                </a:cubicBezTo>
                <a:cubicBezTo>
                  <a:pt x="2769" y="128723"/>
                  <a:pt x="0" y="114204"/>
                  <a:pt x="0" y="99152"/>
                </a:cubicBezTo>
                <a:cubicBezTo>
                  <a:pt x="0" y="77142"/>
                  <a:pt x="5432" y="57066"/>
                  <a:pt x="16295" y="38926"/>
                </a:cubicBezTo>
                <a:cubicBezTo>
                  <a:pt x="27158" y="20785"/>
                  <a:pt x="41322" y="7810"/>
                  <a:pt x="58788" y="0"/>
                </a:cubicBezTo>
                <a:lnTo>
                  <a:pt x="58788" y="4473"/>
                </a:lnTo>
                <a:cubicBezTo>
                  <a:pt x="50055" y="9301"/>
                  <a:pt x="42884" y="15904"/>
                  <a:pt x="37275" y="24282"/>
                </a:cubicBezTo>
                <a:cubicBezTo>
                  <a:pt x="31666" y="32660"/>
                  <a:pt x="27477" y="43275"/>
                  <a:pt x="24708" y="56126"/>
                </a:cubicBezTo>
                <a:cubicBezTo>
                  <a:pt x="21939" y="68977"/>
                  <a:pt x="20555" y="82396"/>
                  <a:pt x="20555" y="96383"/>
                </a:cubicBezTo>
                <a:cubicBezTo>
                  <a:pt x="20555" y="111577"/>
                  <a:pt x="21726" y="125386"/>
                  <a:pt x="24069" y="137811"/>
                </a:cubicBezTo>
                <a:cubicBezTo>
                  <a:pt x="25915" y="147609"/>
                  <a:pt x="28152" y="155473"/>
                  <a:pt x="30779" y="161401"/>
                </a:cubicBezTo>
                <a:cubicBezTo>
                  <a:pt x="33406" y="167330"/>
                  <a:pt x="36938" y="173028"/>
                  <a:pt x="41375" y="178495"/>
                </a:cubicBezTo>
                <a:cubicBezTo>
                  <a:pt x="45813" y="183962"/>
                  <a:pt x="51617" y="189180"/>
                  <a:pt x="58788" y="194150"/>
                </a:cubicBezTo>
                <a:close/>
                <a:moveTo>
                  <a:pt x="103836" y="61517"/>
                </a:moveTo>
                <a:cubicBezTo>
                  <a:pt x="99079" y="56257"/>
                  <a:pt x="95689" y="51459"/>
                  <a:pt x="93665" y="47123"/>
                </a:cubicBezTo>
                <a:cubicBezTo>
                  <a:pt x="91642" y="42788"/>
                  <a:pt x="90630" y="38380"/>
                  <a:pt x="90630" y="33900"/>
                </a:cubicBezTo>
                <a:cubicBezTo>
                  <a:pt x="90630" y="25584"/>
                  <a:pt x="93541" y="18494"/>
                  <a:pt x="99363" y="12630"/>
                </a:cubicBezTo>
                <a:cubicBezTo>
                  <a:pt x="105185" y="6766"/>
                  <a:pt x="112356" y="3834"/>
                  <a:pt x="120876" y="3834"/>
                </a:cubicBezTo>
                <a:cubicBezTo>
                  <a:pt x="128686" y="3834"/>
                  <a:pt x="135130" y="6216"/>
                  <a:pt x="140206" y="10980"/>
                </a:cubicBezTo>
                <a:cubicBezTo>
                  <a:pt x="145283" y="15741"/>
                  <a:pt x="147821" y="21178"/>
                  <a:pt x="147821" y="27291"/>
                </a:cubicBezTo>
                <a:cubicBezTo>
                  <a:pt x="147821" y="30062"/>
                  <a:pt x="146898" y="32514"/>
                  <a:pt x="145052" y="34646"/>
                </a:cubicBezTo>
                <a:cubicBezTo>
                  <a:pt x="143703" y="36139"/>
                  <a:pt x="141821" y="36886"/>
                  <a:pt x="139407" y="36886"/>
                </a:cubicBezTo>
                <a:cubicBezTo>
                  <a:pt x="136993" y="36886"/>
                  <a:pt x="135005" y="36068"/>
                  <a:pt x="133443" y="34433"/>
                </a:cubicBezTo>
                <a:cubicBezTo>
                  <a:pt x="131881" y="32798"/>
                  <a:pt x="131100" y="30878"/>
                  <a:pt x="131100" y="28675"/>
                </a:cubicBezTo>
                <a:cubicBezTo>
                  <a:pt x="131100" y="27608"/>
                  <a:pt x="131384" y="25724"/>
                  <a:pt x="131952" y="23024"/>
                </a:cubicBezTo>
                <a:cubicBezTo>
                  <a:pt x="132307" y="21389"/>
                  <a:pt x="132485" y="19860"/>
                  <a:pt x="132485" y="18438"/>
                </a:cubicBezTo>
                <a:cubicBezTo>
                  <a:pt x="132485" y="15522"/>
                  <a:pt x="131455" y="13105"/>
                  <a:pt x="129396" y="11186"/>
                </a:cubicBezTo>
                <a:cubicBezTo>
                  <a:pt x="127337" y="9267"/>
                  <a:pt x="124497" y="8307"/>
                  <a:pt x="120876" y="8307"/>
                </a:cubicBezTo>
                <a:cubicBezTo>
                  <a:pt x="115693" y="8307"/>
                  <a:pt x="111309" y="10120"/>
                  <a:pt x="107723" y="13745"/>
                </a:cubicBezTo>
                <a:cubicBezTo>
                  <a:pt x="104138" y="17371"/>
                  <a:pt x="102345" y="21777"/>
                  <a:pt x="102345" y="26965"/>
                </a:cubicBezTo>
                <a:cubicBezTo>
                  <a:pt x="102345" y="31515"/>
                  <a:pt x="103304" y="35283"/>
                  <a:pt x="105221" y="38267"/>
                </a:cubicBezTo>
                <a:cubicBezTo>
                  <a:pt x="108416" y="43244"/>
                  <a:pt x="113776" y="48469"/>
                  <a:pt x="121302" y="53942"/>
                </a:cubicBezTo>
                <a:cubicBezTo>
                  <a:pt x="135573" y="64249"/>
                  <a:pt x="145336" y="73489"/>
                  <a:pt x="150590" y="81662"/>
                </a:cubicBezTo>
                <a:cubicBezTo>
                  <a:pt x="154282" y="87491"/>
                  <a:pt x="156128" y="93605"/>
                  <a:pt x="156128" y="100004"/>
                </a:cubicBezTo>
                <a:cubicBezTo>
                  <a:pt x="156128" y="106471"/>
                  <a:pt x="154246" y="112940"/>
                  <a:pt x="150483" y="119410"/>
                </a:cubicBezTo>
                <a:cubicBezTo>
                  <a:pt x="146720" y="125878"/>
                  <a:pt x="140756" y="131563"/>
                  <a:pt x="132591" y="136467"/>
                </a:cubicBezTo>
                <a:cubicBezTo>
                  <a:pt x="137561" y="141941"/>
                  <a:pt x="140987" y="146668"/>
                  <a:pt x="142869" y="150648"/>
                </a:cubicBezTo>
                <a:cubicBezTo>
                  <a:pt x="144750" y="154629"/>
                  <a:pt x="145691" y="158928"/>
                  <a:pt x="145691" y="163548"/>
                </a:cubicBezTo>
                <a:cubicBezTo>
                  <a:pt x="145691" y="172221"/>
                  <a:pt x="142780" y="179472"/>
                  <a:pt x="136958" y="185301"/>
                </a:cubicBezTo>
                <a:cubicBezTo>
                  <a:pt x="131136" y="191129"/>
                  <a:pt x="123965" y="194044"/>
                  <a:pt x="115445" y="194044"/>
                </a:cubicBezTo>
                <a:cubicBezTo>
                  <a:pt x="107777" y="194044"/>
                  <a:pt x="101404" y="191610"/>
                  <a:pt x="96328" y="186742"/>
                </a:cubicBezTo>
                <a:cubicBezTo>
                  <a:pt x="91251" y="181874"/>
                  <a:pt x="88713" y="176312"/>
                  <a:pt x="88713" y="170058"/>
                </a:cubicBezTo>
                <a:cubicBezTo>
                  <a:pt x="88713" y="167429"/>
                  <a:pt x="89547" y="165208"/>
                  <a:pt x="91216" y="163395"/>
                </a:cubicBezTo>
                <a:cubicBezTo>
                  <a:pt x="92884" y="161582"/>
                  <a:pt x="94819" y="160676"/>
                  <a:pt x="97020" y="160676"/>
                </a:cubicBezTo>
                <a:cubicBezTo>
                  <a:pt x="99221" y="160676"/>
                  <a:pt x="101103" y="161511"/>
                  <a:pt x="102665" y="163182"/>
                </a:cubicBezTo>
                <a:cubicBezTo>
                  <a:pt x="104227" y="164853"/>
                  <a:pt x="105008" y="167109"/>
                  <a:pt x="105008" y="169951"/>
                </a:cubicBezTo>
                <a:cubicBezTo>
                  <a:pt x="105008" y="171870"/>
                  <a:pt x="104724" y="173985"/>
                  <a:pt x="104156" y="176295"/>
                </a:cubicBezTo>
                <a:cubicBezTo>
                  <a:pt x="103588" y="178607"/>
                  <a:pt x="103304" y="180366"/>
                  <a:pt x="103304" y="181573"/>
                </a:cubicBezTo>
                <a:cubicBezTo>
                  <a:pt x="103304" y="183634"/>
                  <a:pt x="104191" y="185341"/>
                  <a:pt x="105966" y="186692"/>
                </a:cubicBezTo>
                <a:cubicBezTo>
                  <a:pt x="108735" y="188824"/>
                  <a:pt x="112108" y="189890"/>
                  <a:pt x="116084" y="189890"/>
                </a:cubicBezTo>
                <a:cubicBezTo>
                  <a:pt x="120841" y="189890"/>
                  <a:pt x="125154" y="188042"/>
                  <a:pt x="129023" y="184345"/>
                </a:cubicBezTo>
                <a:cubicBezTo>
                  <a:pt x="132893" y="180649"/>
                  <a:pt x="134828" y="176633"/>
                  <a:pt x="134828" y="172298"/>
                </a:cubicBezTo>
                <a:cubicBezTo>
                  <a:pt x="134828" y="167891"/>
                  <a:pt x="133727" y="163946"/>
                  <a:pt x="131526" y="160463"/>
                </a:cubicBezTo>
                <a:cubicBezTo>
                  <a:pt x="128118" y="155131"/>
                  <a:pt x="121941" y="149089"/>
                  <a:pt x="112995" y="142338"/>
                </a:cubicBezTo>
                <a:cubicBezTo>
                  <a:pt x="99647" y="132387"/>
                  <a:pt x="90559" y="123608"/>
                  <a:pt x="85731" y="116002"/>
                </a:cubicBezTo>
                <a:cubicBezTo>
                  <a:pt x="82110" y="110244"/>
                  <a:pt x="80300" y="104131"/>
                  <a:pt x="80300" y="97661"/>
                </a:cubicBezTo>
                <a:cubicBezTo>
                  <a:pt x="80300" y="91122"/>
                  <a:pt x="82217" y="84672"/>
                  <a:pt x="86051" y="78311"/>
                </a:cubicBezTo>
                <a:cubicBezTo>
                  <a:pt x="89885" y="71948"/>
                  <a:pt x="95813" y="66350"/>
                  <a:pt x="103836" y="61517"/>
                </a:cubicBezTo>
                <a:moveTo>
                  <a:pt x="107244" y="64822"/>
                </a:moveTo>
                <a:cubicBezTo>
                  <a:pt x="96523" y="71290"/>
                  <a:pt x="91163" y="79180"/>
                  <a:pt x="91163" y="88492"/>
                </a:cubicBezTo>
                <a:cubicBezTo>
                  <a:pt x="91163" y="93468"/>
                  <a:pt x="92476" y="98054"/>
                  <a:pt x="95103" y="102247"/>
                </a:cubicBezTo>
                <a:cubicBezTo>
                  <a:pt x="98795" y="108005"/>
                  <a:pt x="105789" y="114793"/>
                  <a:pt x="116084" y="122612"/>
                </a:cubicBezTo>
                <a:cubicBezTo>
                  <a:pt x="121054" y="126379"/>
                  <a:pt x="125385" y="129969"/>
                  <a:pt x="129077" y="133382"/>
                </a:cubicBezTo>
                <a:cubicBezTo>
                  <a:pt x="139940" y="126772"/>
                  <a:pt x="145371" y="118953"/>
                  <a:pt x="145371" y="109925"/>
                </a:cubicBezTo>
                <a:cubicBezTo>
                  <a:pt x="145371" y="105303"/>
                  <a:pt x="143809" y="100488"/>
                  <a:pt x="140685" y="95478"/>
                </a:cubicBezTo>
                <a:cubicBezTo>
                  <a:pt x="137561" y="90465"/>
                  <a:pt x="131136" y="84156"/>
                  <a:pt x="121409" y="76550"/>
                </a:cubicBezTo>
                <a:cubicBezTo>
                  <a:pt x="115587" y="72073"/>
                  <a:pt x="110865" y="68164"/>
                  <a:pt x="107244" y="64822"/>
                </a:cubicBezTo>
                <a:close/>
                <a:moveTo>
                  <a:pt x="270509" y="4047"/>
                </a:moveTo>
                <a:lnTo>
                  <a:pt x="270509" y="7988"/>
                </a:lnTo>
                <a:cubicBezTo>
                  <a:pt x="261137" y="8911"/>
                  <a:pt x="253487" y="10774"/>
                  <a:pt x="247558" y="13579"/>
                </a:cubicBezTo>
                <a:cubicBezTo>
                  <a:pt x="241630" y="16383"/>
                  <a:pt x="235772" y="20661"/>
                  <a:pt x="229986" y="26412"/>
                </a:cubicBezTo>
                <a:cubicBezTo>
                  <a:pt x="224199" y="32163"/>
                  <a:pt x="219407" y="38571"/>
                  <a:pt x="215608" y="45635"/>
                </a:cubicBezTo>
                <a:cubicBezTo>
                  <a:pt x="211810" y="52700"/>
                  <a:pt x="208632" y="61096"/>
                  <a:pt x="206076" y="70823"/>
                </a:cubicBezTo>
                <a:cubicBezTo>
                  <a:pt x="216301" y="63794"/>
                  <a:pt x="226560" y="60279"/>
                  <a:pt x="236855" y="60279"/>
                </a:cubicBezTo>
                <a:cubicBezTo>
                  <a:pt x="246724" y="60279"/>
                  <a:pt x="255280" y="64255"/>
                  <a:pt x="262522" y="72207"/>
                </a:cubicBezTo>
                <a:cubicBezTo>
                  <a:pt x="269764" y="80159"/>
                  <a:pt x="273385" y="90383"/>
                  <a:pt x="273385" y="102879"/>
                </a:cubicBezTo>
                <a:cubicBezTo>
                  <a:pt x="273385" y="114949"/>
                  <a:pt x="269728" y="125954"/>
                  <a:pt x="262415" y="135894"/>
                </a:cubicBezTo>
                <a:cubicBezTo>
                  <a:pt x="253611" y="147964"/>
                  <a:pt x="241967" y="153999"/>
                  <a:pt x="227483" y="153999"/>
                </a:cubicBezTo>
                <a:cubicBezTo>
                  <a:pt x="217614" y="153999"/>
                  <a:pt x="209236" y="150733"/>
                  <a:pt x="202349" y="144201"/>
                </a:cubicBezTo>
                <a:cubicBezTo>
                  <a:pt x="188859" y="131492"/>
                  <a:pt x="182114" y="115020"/>
                  <a:pt x="182114" y="94785"/>
                </a:cubicBezTo>
                <a:cubicBezTo>
                  <a:pt x="182114" y="81863"/>
                  <a:pt x="184705" y="69580"/>
                  <a:pt x="189888" y="57936"/>
                </a:cubicBezTo>
                <a:cubicBezTo>
                  <a:pt x="195071" y="46292"/>
                  <a:pt x="202473" y="35962"/>
                  <a:pt x="212094" y="26945"/>
                </a:cubicBezTo>
                <a:cubicBezTo>
                  <a:pt x="221714" y="17928"/>
                  <a:pt x="230927" y="11857"/>
                  <a:pt x="239731" y="8733"/>
                </a:cubicBezTo>
                <a:cubicBezTo>
                  <a:pt x="248535" y="5609"/>
                  <a:pt x="256735" y="4047"/>
                  <a:pt x="264332" y="4047"/>
                </a:cubicBezTo>
                <a:lnTo>
                  <a:pt x="270509" y="4047"/>
                </a:lnTo>
                <a:moveTo>
                  <a:pt x="204266" y="78597"/>
                </a:moveTo>
                <a:cubicBezTo>
                  <a:pt x="202988" y="88182"/>
                  <a:pt x="202349" y="95921"/>
                  <a:pt x="202349" y="101814"/>
                </a:cubicBezTo>
                <a:cubicBezTo>
                  <a:pt x="202349" y="108630"/>
                  <a:pt x="203609" y="116032"/>
                  <a:pt x="206130" y="124020"/>
                </a:cubicBezTo>
                <a:cubicBezTo>
                  <a:pt x="208650" y="132007"/>
                  <a:pt x="212396" y="138344"/>
                  <a:pt x="217366" y="143030"/>
                </a:cubicBezTo>
                <a:cubicBezTo>
                  <a:pt x="220987" y="146367"/>
                  <a:pt x="225389" y="148035"/>
                  <a:pt x="230572" y="148035"/>
                </a:cubicBezTo>
                <a:cubicBezTo>
                  <a:pt x="236749" y="148035"/>
                  <a:pt x="242269" y="145124"/>
                  <a:pt x="247132" y="139302"/>
                </a:cubicBezTo>
                <a:cubicBezTo>
                  <a:pt x="251996" y="133480"/>
                  <a:pt x="254428" y="125173"/>
                  <a:pt x="254428" y="114381"/>
                </a:cubicBezTo>
                <a:cubicBezTo>
                  <a:pt x="254428" y="102240"/>
                  <a:pt x="252014" y="91732"/>
                  <a:pt x="247186" y="82857"/>
                </a:cubicBezTo>
                <a:cubicBezTo>
                  <a:pt x="242358" y="73982"/>
                  <a:pt x="235506" y="69545"/>
                  <a:pt x="226631" y="69545"/>
                </a:cubicBezTo>
                <a:cubicBezTo>
                  <a:pt x="223933" y="69545"/>
                  <a:pt x="221040" y="70113"/>
                  <a:pt x="217951" y="71249"/>
                </a:cubicBezTo>
                <a:cubicBezTo>
                  <a:pt x="214863" y="72385"/>
                  <a:pt x="210301" y="74834"/>
                  <a:pt x="204266" y="78597"/>
                </a:cubicBezTo>
                <a:close/>
                <a:moveTo>
                  <a:pt x="286697" y="4473"/>
                </a:moveTo>
                <a:lnTo>
                  <a:pt x="286697" y="0"/>
                </a:lnTo>
                <a:cubicBezTo>
                  <a:pt x="297489" y="5325"/>
                  <a:pt x="306471" y="11609"/>
                  <a:pt x="313642" y="18851"/>
                </a:cubicBezTo>
                <a:cubicBezTo>
                  <a:pt x="323795" y="29217"/>
                  <a:pt x="331640" y="41375"/>
                  <a:pt x="337178" y="55327"/>
                </a:cubicBezTo>
                <a:cubicBezTo>
                  <a:pt x="342716" y="69278"/>
                  <a:pt x="345485" y="83816"/>
                  <a:pt x="345485" y="98939"/>
                </a:cubicBezTo>
                <a:cubicBezTo>
                  <a:pt x="345485" y="120949"/>
                  <a:pt x="340072" y="141024"/>
                  <a:pt x="329244" y="159165"/>
                </a:cubicBezTo>
                <a:cubicBezTo>
                  <a:pt x="318417" y="177305"/>
                  <a:pt x="304234" y="190281"/>
                  <a:pt x="286697" y="198091"/>
                </a:cubicBezTo>
                <a:lnTo>
                  <a:pt x="286697" y="194150"/>
                </a:lnTo>
                <a:cubicBezTo>
                  <a:pt x="295430" y="189251"/>
                  <a:pt x="302619" y="182630"/>
                  <a:pt x="308264" y="174288"/>
                </a:cubicBezTo>
                <a:cubicBezTo>
                  <a:pt x="313908" y="165945"/>
                  <a:pt x="318097" y="155331"/>
                  <a:pt x="320831" y="142444"/>
                </a:cubicBezTo>
                <a:cubicBezTo>
                  <a:pt x="323564" y="129558"/>
                  <a:pt x="324931" y="116121"/>
                  <a:pt x="324931" y="102134"/>
                </a:cubicBezTo>
                <a:cubicBezTo>
                  <a:pt x="324931" y="87011"/>
                  <a:pt x="323759" y="73201"/>
                  <a:pt x="321416" y="60705"/>
                </a:cubicBezTo>
                <a:cubicBezTo>
                  <a:pt x="319641" y="50907"/>
                  <a:pt x="317423" y="43062"/>
                  <a:pt x="314760" y="37169"/>
                </a:cubicBezTo>
                <a:cubicBezTo>
                  <a:pt x="312098" y="31276"/>
                  <a:pt x="308565" y="25596"/>
                  <a:pt x="304163" y="20129"/>
                </a:cubicBezTo>
                <a:cubicBezTo>
                  <a:pt x="299761" y="14662"/>
                  <a:pt x="293939" y="9443"/>
                  <a:pt x="286697" y="4473"/>
                </a:cubicBez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PCA-basedSimilarityMetric">
            <a:extLst xmlns:a="http://schemas.openxmlformats.org/drawingml/2006/main">
              <a:ext uri="{FF2B5EF4-FFF2-40B4-BE49-F238E27FC236}">
                <a16:creationId xmlns:a16="http://schemas.microsoft.com/office/drawing/2014/main" id="{5E20E549-0540-48E7-9C23-A40C9F7B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9510" y="1841970"/>
            <a:ext cx="2713539" cy="194683"/>
          </a:xfrm>
          <a:custGeom xmlns:a="http://schemas.openxmlformats.org/drawingml/2006/main">
            <a:pathLst>
              <a:path w="2713539" h="194683">
                <a:moveTo>
                  <a:pt x="53357" y="82218"/>
                </a:moveTo>
                <a:lnTo>
                  <a:pt x="53357" y="122262"/>
                </a:lnTo>
                <a:cubicBezTo>
                  <a:pt x="53357" y="130112"/>
                  <a:pt x="53836" y="135055"/>
                  <a:pt x="54794" y="137089"/>
                </a:cubicBezTo>
                <a:cubicBezTo>
                  <a:pt x="55753" y="139122"/>
                  <a:pt x="57457" y="140745"/>
                  <a:pt x="59906" y="141958"/>
                </a:cubicBezTo>
                <a:cubicBezTo>
                  <a:pt x="62356" y="143170"/>
                  <a:pt x="66847" y="143775"/>
                  <a:pt x="73379" y="143775"/>
                </a:cubicBezTo>
                <a:lnTo>
                  <a:pt x="73379" y="147609"/>
                </a:lnTo>
                <a:lnTo>
                  <a:pt x="0" y="147609"/>
                </a:lnTo>
                <a:lnTo>
                  <a:pt x="0" y="143775"/>
                </a:lnTo>
                <a:cubicBezTo>
                  <a:pt x="6674" y="143775"/>
                  <a:pt x="11200" y="143151"/>
                  <a:pt x="13579" y="141902"/>
                </a:cubicBezTo>
                <a:cubicBezTo>
                  <a:pt x="15957" y="140653"/>
                  <a:pt x="17626" y="139030"/>
                  <a:pt x="18584" y="137033"/>
                </a:cubicBezTo>
                <a:cubicBezTo>
                  <a:pt x="19543" y="135036"/>
                  <a:pt x="20022" y="130112"/>
                  <a:pt x="20022" y="122262"/>
                </a:cubicBezTo>
                <a:lnTo>
                  <a:pt x="20022" y="28542"/>
                </a:lnTo>
                <a:cubicBezTo>
                  <a:pt x="20022" y="20692"/>
                  <a:pt x="19543" y="15751"/>
                  <a:pt x="18584" y="13719"/>
                </a:cubicBezTo>
                <a:cubicBezTo>
                  <a:pt x="17626" y="11684"/>
                  <a:pt x="15940" y="10061"/>
                  <a:pt x="13526" y="8850"/>
                </a:cubicBezTo>
                <a:cubicBezTo>
                  <a:pt x="11112" y="7636"/>
                  <a:pt x="6603" y="7029"/>
                  <a:pt x="0" y="7029"/>
                </a:cubicBezTo>
                <a:lnTo>
                  <a:pt x="0" y="3195"/>
                </a:lnTo>
                <a:lnTo>
                  <a:pt x="62942" y="3195"/>
                </a:lnTo>
                <a:cubicBezTo>
                  <a:pt x="83674" y="3195"/>
                  <a:pt x="98548" y="6887"/>
                  <a:pt x="107565" y="14271"/>
                </a:cubicBezTo>
                <a:cubicBezTo>
                  <a:pt x="116582" y="21655"/>
                  <a:pt x="121091" y="30885"/>
                  <a:pt x="121091" y="41961"/>
                </a:cubicBezTo>
                <a:cubicBezTo>
                  <a:pt x="121091" y="51333"/>
                  <a:pt x="118180" y="59356"/>
                  <a:pt x="112358" y="66030"/>
                </a:cubicBezTo>
                <a:cubicBezTo>
                  <a:pt x="106536" y="72704"/>
                  <a:pt x="98513" y="77248"/>
                  <a:pt x="88289" y="79662"/>
                </a:cubicBezTo>
                <a:cubicBezTo>
                  <a:pt x="81402" y="81366"/>
                  <a:pt x="69758" y="82218"/>
                  <a:pt x="53357" y="82218"/>
                </a:cubicBezTo>
                <a:moveTo>
                  <a:pt x="53357" y="11502"/>
                </a:moveTo>
                <a:lnTo>
                  <a:pt x="53357" y="73911"/>
                </a:lnTo>
                <a:cubicBezTo>
                  <a:pt x="55700" y="74053"/>
                  <a:pt x="57475" y="74124"/>
                  <a:pt x="58682" y="74124"/>
                </a:cubicBezTo>
                <a:cubicBezTo>
                  <a:pt x="67344" y="74124"/>
                  <a:pt x="74018" y="71550"/>
                  <a:pt x="78704" y="66403"/>
                </a:cubicBezTo>
                <a:cubicBezTo>
                  <a:pt x="83390" y="61255"/>
                  <a:pt x="85733" y="53286"/>
                  <a:pt x="85733" y="42494"/>
                </a:cubicBezTo>
                <a:cubicBezTo>
                  <a:pt x="85733" y="31773"/>
                  <a:pt x="83390" y="23927"/>
                  <a:pt x="78704" y="18957"/>
                </a:cubicBezTo>
                <a:cubicBezTo>
                  <a:pt x="74018" y="13987"/>
                  <a:pt x="67024" y="11502"/>
                  <a:pt x="57723" y="11502"/>
                </a:cubicBezTo>
                <a:lnTo>
                  <a:pt x="53357" y="11502"/>
                </a:lnTo>
                <a:close/>
                <a:moveTo>
                  <a:pt x="273315" y="0"/>
                </a:moveTo>
                <a:lnTo>
                  <a:pt x="273315" y="50055"/>
                </a:lnTo>
                <a:lnTo>
                  <a:pt x="269161" y="50055"/>
                </a:lnTo>
                <a:cubicBezTo>
                  <a:pt x="266037" y="36922"/>
                  <a:pt x="260215" y="26859"/>
                  <a:pt x="251695" y="19866"/>
                </a:cubicBezTo>
                <a:cubicBezTo>
                  <a:pt x="243175" y="12870"/>
                  <a:pt x="233519" y="9372"/>
                  <a:pt x="222727" y="9372"/>
                </a:cubicBezTo>
                <a:cubicBezTo>
                  <a:pt x="213710" y="9372"/>
                  <a:pt x="205439" y="11964"/>
                  <a:pt x="197913" y="17147"/>
                </a:cubicBezTo>
                <a:cubicBezTo>
                  <a:pt x="190387" y="22330"/>
                  <a:pt x="184884" y="29110"/>
                  <a:pt x="181405" y="37488"/>
                </a:cubicBezTo>
                <a:cubicBezTo>
                  <a:pt x="176932" y="48209"/>
                  <a:pt x="174696" y="60137"/>
                  <a:pt x="174696" y="73272"/>
                </a:cubicBezTo>
                <a:cubicBezTo>
                  <a:pt x="174696" y="86194"/>
                  <a:pt x="176329" y="97963"/>
                  <a:pt x="179595" y="108577"/>
                </a:cubicBezTo>
                <a:cubicBezTo>
                  <a:pt x="182861" y="119192"/>
                  <a:pt x="187973" y="127215"/>
                  <a:pt x="194931" y="132646"/>
                </a:cubicBezTo>
                <a:cubicBezTo>
                  <a:pt x="201889" y="138078"/>
                  <a:pt x="210906" y="140793"/>
                  <a:pt x="221982" y="140793"/>
                </a:cubicBezTo>
                <a:cubicBezTo>
                  <a:pt x="231070" y="140793"/>
                  <a:pt x="239395" y="138805"/>
                  <a:pt x="246956" y="134829"/>
                </a:cubicBezTo>
                <a:cubicBezTo>
                  <a:pt x="254518" y="130853"/>
                  <a:pt x="262487" y="124002"/>
                  <a:pt x="270865" y="114275"/>
                </a:cubicBezTo>
                <a:lnTo>
                  <a:pt x="270865" y="126735"/>
                </a:lnTo>
                <a:cubicBezTo>
                  <a:pt x="262771" y="135184"/>
                  <a:pt x="254340" y="141308"/>
                  <a:pt x="245572" y="145107"/>
                </a:cubicBezTo>
                <a:cubicBezTo>
                  <a:pt x="236803" y="148905"/>
                  <a:pt x="226561" y="150804"/>
                  <a:pt x="214846" y="150804"/>
                </a:cubicBezTo>
                <a:cubicBezTo>
                  <a:pt x="199439" y="150804"/>
                  <a:pt x="185754" y="147720"/>
                  <a:pt x="173790" y="141552"/>
                </a:cubicBezTo>
                <a:cubicBezTo>
                  <a:pt x="161827" y="135384"/>
                  <a:pt x="152597" y="126522"/>
                  <a:pt x="146100" y="114967"/>
                </a:cubicBezTo>
                <a:cubicBezTo>
                  <a:pt x="139604" y="103410"/>
                  <a:pt x="136355" y="91108"/>
                  <a:pt x="136355" y="78061"/>
                </a:cubicBezTo>
                <a:cubicBezTo>
                  <a:pt x="136355" y="64307"/>
                  <a:pt x="139959" y="51262"/>
                  <a:pt x="147165" y="38926"/>
                </a:cubicBezTo>
                <a:cubicBezTo>
                  <a:pt x="154372" y="26587"/>
                  <a:pt x="164099" y="17016"/>
                  <a:pt x="176346" y="10211"/>
                </a:cubicBezTo>
                <a:cubicBezTo>
                  <a:pt x="188594" y="3404"/>
                  <a:pt x="201605" y="0"/>
                  <a:pt x="215379" y="0"/>
                </a:cubicBezTo>
                <a:cubicBezTo>
                  <a:pt x="225532" y="0"/>
                  <a:pt x="236253" y="2201"/>
                  <a:pt x="247542" y="6603"/>
                </a:cubicBezTo>
                <a:cubicBezTo>
                  <a:pt x="254074" y="9159"/>
                  <a:pt x="258227" y="10437"/>
                  <a:pt x="260002" y="10437"/>
                </a:cubicBezTo>
                <a:cubicBezTo>
                  <a:pt x="262274" y="10437"/>
                  <a:pt x="264245" y="9603"/>
                  <a:pt x="265913" y="7934"/>
                </a:cubicBezTo>
                <a:cubicBezTo>
                  <a:pt x="267582" y="6266"/>
                  <a:pt x="268664" y="3621"/>
                  <a:pt x="269161" y="0"/>
                </a:cubicBezTo>
                <a:lnTo>
                  <a:pt x="273315" y="0"/>
                </a:lnTo>
                <a:close/>
                <a:moveTo>
                  <a:pt x="375945" y="106287"/>
                </a:moveTo>
                <a:lnTo>
                  <a:pt x="324931" y="106287"/>
                </a:lnTo>
                <a:lnTo>
                  <a:pt x="318860" y="120415"/>
                </a:lnTo>
                <a:cubicBezTo>
                  <a:pt x="316872" y="125152"/>
                  <a:pt x="315878" y="129064"/>
                  <a:pt x="315878" y="132150"/>
                </a:cubicBezTo>
                <a:cubicBezTo>
                  <a:pt x="315878" y="136239"/>
                  <a:pt x="317511" y="139254"/>
                  <a:pt x="320777" y="141193"/>
                </a:cubicBezTo>
                <a:cubicBezTo>
                  <a:pt x="322694" y="142340"/>
                  <a:pt x="327416" y="143201"/>
                  <a:pt x="334942" y="143775"/>
                </a:cubicBezTo>
                <a:lnTo>
                  <a:pt x="334942" y="147609"/>
                </a:lnTo>
                <a:lnTo>
                  <a:pt x="286910" y="147609"/>
                </a:lnTo>
                <a:lnTo>
                  <a:pt x="286910" y="143775"/>
                </a:lnTo>
                <a:cubicBezTo>
                  <a:pt x="292093" y="142988"/>
                  <a:pt x="296353" y="140820"/>
                  <a:pt x="299690" y="137272"/>
                </a:cubicBezTo>
                <a:cubicBezTo>
                  <a:pt x="303027" y="133722"/>
                  <a:pt x="307145" y="126391"/>
                  <a:pt x="312044" y="115280"/>
                </a:cubicBezTo>
                <a:lnTo>
                  <a:pt x="363697" y="0"/>
                </a:lnTo>
                <a:lnTo>
                  <a:pt x="365720" y="0"/>
                </a:lnTo>
                <a:lnTo>
                  <a:pt x="417799" y="118492"/>
                </a:lnTo>
                <a:cubicBezTo>
                  <a:pt x="422769" y="129825"/>
                  <a:pt x="426852" y="136962"/>
                  <a:pt x="430047" y="139901"/>
                </a:cubicBezTo>
                <a:cubicBezTo>
                  <a:pt x="432461" y="142125"/>
                  <a:pt x="435869" y="143416"/>
                  <a:pt x="440271" y="143775"/>
                </a:cubicBezTo>
                <a:lnTo>
                  <a:pt x="440271" y="147609"/>
                </a:lnTo>
                <a:lnTo>
                  <a:pt x="370407" y="147609"/>
                </a:lnTo>
                <a:lnTo>
                  <a:pt x="370407" y="143775"/>
                </a:lnTo>
                <a:lnTo>
                  <a:pt x="373282" y="143775"/>
                </a:lnTo>
                <a:cubicBezTo>
                  <a:pt x="378891" y="143775"/>
                  <a:pt x="382832" y="142981"/>
                  <a:pt x="385104" y="141392"/>
                </a:cubicBezTo>
                <a:cubicBezTo>
                  <a:pt x="386666" y="140239"/>
                  <a:pt x="387447" y="138578"/>
                  <a:pt x="387447" y="136410"/>
                </a:cubicBezTo>
                <a:cubicBezTo>
                  <a:pt x="387447" y="135112"/>
                  <a:pt x="387234" y="133777"/>
                  <a:pt x="386808" y="132403"/>
                </a:cubicBezTo>
                <a:cubicBezTo>
                  <a:pt x="386666" y="131755"/>
                  <a:pt x="385601" y="129048"/>
                  <a:pt x="383613" y="124283"/>
                </a:cubicBezTo>
                <a:lnTo>
                  <a:pt x="375945" y="106287"/>
                </a:lnTo>
                <a:moveTo>
                  <a:pt x="372324" y="98406"/>
                </a:moveTo>
                <a:lnTo>
                  <a:pt x="350810" y="48611"/>
                </a:lnTo>
                <a:lnTo>
                  <a:pt x="328658" y="98406"/>
                </a:lnTo>
                <a:lnTo>
                  <a:pt x="372324" y="98406"/>
                </a:lnTo>
                <a:close/>
                <a:moveTo>
                  <a:pt x="510098" y="108417"/>
                </a:moveTo>
                <a:lnTo>
                  <a:pt x="448008" y="108417"/>
                </a:lnTo>
                <a:lnTo>
                  <a:pt x="448008" y="86265"/>
                </a:lnTo>
                <a:lnTo>
                  <a:pt x="510098" y="86265"/>
                </a:lnTo>
                <a:lnTo>
                  <a:pt x="510098" y="108417"/>
                </a:lnTo>
                <a:close/>
                <a:moveTo>
                  <a:pt x="561217" y="3195"/>
                </a:moveTo>
                <a:lnTo>
                  <a:pt x="561217" y="57936"/>
                </a:lnTo>
                <a:cubicBezTo>
                  <a:pt x="569595" y="49274"/>
                  <a:pt x="578754" y="44943"/>
                  <a:pt x="588694" y="44943"/>
                </a:cubicBezTo>
                <a:cubicBezTo>
                  <a:pt x="595510" y="44943"/>
                  <a:pt x="601935" y="46951"/>
                  <a:pt x="607970" y="50967"/>
                </a:cubicBezTo>
                <a:cubicBezTo>
                  <a:pt x="614005" y="54983"/>
                  <a:pt x="618727" y="60686"/>
                  <a:pt x="622135" y="68077"/>
                </a:cubicBezTo>
                <a:cubicBezTo>
                  <a:pt x="625543" y="75468"/>
                  <a:pt x="627247" y="83997"/>
                  <a:pt x="627247" y="93664"/>
                </a:cubicBezTo>
                <a:cubicBezTo>
                  <a:pt x="627247" y="104538"/>
                  <a:pt x="625081" y="114417"/>
                  <a:pt x="620750" y="123301"/>
                </a:cubicBezTo>
                <a:cubicBezTo>
                  <a:pt x="616419" y="132185"/>
                  <a:pt x="610633" y="138954"/>
                  <a:pt x="603391" y="143609"/>
                </a:cubicBezTo>
                <a:cubicBezTo>
                  <a:pt x="596149" y="148264"/>
                  <a:pt x="587877" y="150591"/>
                  <a:pt x="578576" y="150591"/>
                </a:cubicBezTo>
                <a:cubicBezTo>
                  <a:pt x="573180" y="150591"/>
                  <a:pt x="568388" y="149739"/>
                  <a:pt x="564199" y="148035"/>
                </a:cubicBezTo>
                <a:cubicBezTo>
                  <a:pt x="560010" y="146331"/>
                  <a:pt x="555892" y="143562"/>
                  <a:pt x="551845" y="139728"/>
                </a:cubicBezTo>
                <a:lnTo>
                  <a:pt x="535337" y="150591"/>
                </a:lnTo>
                <a:lnTo>
                  <a:pt x="531716" y="150591"/>
                </a:lnTo>
                <a:lnTo>
                  <a:pt x="531716" y="23856"/>
                </a:lnTo>
                <a:cubicBezTo>
                  <a:pt x="531716" y="18067"/>
                  <a:pt x="531468" y="14495"/>
                  <a:pt x="530971" y="13139"/>
                </a:cubicBezTo>
                <a:cubicBezTo>
                  <a:pt x="530261" y="11138"/>
                  <a:pt x="529142" y="9655"/>
                  <a:pt x="527616" y="8690"/>
                </a:cubicBezTo>
                <a:cubicBezTo>
                  <a:pt x="526089" y="7725"/>
                  <a:pt x="523516" y="7171"/>
                  <a:pt x="519895" y="7029"/>
                </a:cubicBezTo>
                <a:lnTo>
                  <a:pt x="519895" y="3195"/>
                </a:lnTo>
                <a:lnTo>
                  <a:pt x="561217" y="3195"/>
                </a:lnTo>
                <a:moveTo>
                  <a:pt x="561217" y="67428"/>
                </a:moveTo>
                <a:lnTo>
                  <a:pt x="561217" y="111785"/>
                </a:lnTo>
                <a:cubicBezTo>
                  <a:pt x="561217" y="120814"/>
                  <a:pt x="561430" y="126572"/>
                  <a:pt x="561856" y="129062"/>
                </a:cubicBezTo>
                <a:cubicBezTo>
                  <a:pt x="562566" y="133255"/>
                  <a:pt x="564270" y="136650"/>
                  <a:pt x="566968" y="139246"/>
                </a:cubicBezTo>
                <a:cubicBezTo>
                  <a:pt x="569666" y="141840"/>
                  <a:pt x="573109" y="143136"/>
                  <a:pt x="577298" y="143136"/>
                </a:cubicBezTo>
                <a:cubicBezTo>
                  <a:pt x="580919" y="143136"/>
                  <a:pt x="584026" y="142106"/>
                  <a:pt x="586617" y="140045"/>
                </a:cubicBezTo>
                <a:cubicBezTo>
                  <a:pt x="589209" y="137983"/>
                  <a:pt x="591374" y="133896"/>
                  <a:pt x="593114" y="127784"/>
                </a:cubicBezTo>
                <a:cubicBezTo>
                  <a:pt x="594853" y="121669"/>
                  <a:pt x="595723" y="110649"/>
                  <a:pt x="595723" y="94725"/>
                </a:cubicBezTo>
                <a:cubicBezTo>
                  <a:pt x="595723" y="79440"/>
                  <a:pt x="593806" y="68955"/>
                  <a:pt x="589972" y="63268"/>
                </a:cubicBezTo>
                <a:cubicBezTo>
                  <a:pt x="587203" y="59145"/>
                  <a:pt x="583475" y="57084"/>
                  <a:pt x="578789" y="57084"/>
                </a:cubicBezTo>
                <a:cubicBezTo>
                  <a:pt x="572683" y="57084"/>
                  <a:pt x="566826" y="60532"/>
                  <a:pt x="561217" y="67428"/>
                </a:cubicBezTo>
                <a:close/>
                <a:moveTo>
                  <a:pt x="698888" y="132912"/>
                </a:moveTo>
                <a:cubicBezTo>
                  <a:pt x="686747" y="143704"/>
                  <a:pt x="675849" y="149100"/>
                  <a:pt x="666193" y="149100"/>
                </a:cubicBezTo>
                <a:cubicBezTo>
                  <a:pt x="660513" y="149100"/>
                  <a:pt x="655791" y="147231"/>
                  <a:pt x="652028" y="143493"/>
                </a:cubicBezTo>
                <a:cubicBezTo>
                  <a:pt x="648265" y="139752"/>
                  <a:pt x="646384" y="135068"/>
                  <a:pt x="646384" y="129441"/>
                </a:cubicBezTo>
                <a:cubicBezTo>
                  <a:pt x="646384" y="121818"/>
                  <a:pt x="649650" y="114960"/>
                  <a:pt x="656182" y="108870"/>
                </a:cubicBezTo>
                <a:cubicBezTo>
                  <a:pt x="662714" y="102779"/>
                  <a:pt x="676949" y="94677"/>
                  <a:pt x="698888" y="84561"/>
                </a:cubicBezTo>
                <a:lnTo>
                  <a:pt x="698888" y="74550"/>
                </a:lnTo>
                <a:cubicBezTo>
                  <a:pt x="698888" y="67024"/>
                  <a:pt x="698480" y="62285"/>
                  <a:pt x="697664" y="60332"/>
                </a:cubicBezTo>
                <a:cubicBezTo>
                  <a:pt x="696847" y="58380"/>
                  <a:pt x="695303" y="56676"/>
                  <a:pt x="693031" y="55220"/>
                </a:cubicBezTo>
                <a:cubicBezTo>
                  <a:pt x="690759" y="53765"/>
                  <a:pt x="688203" y="53037"/>
                  <a:pt x="685363" y="53037"/>
                </a:cubicBezTo>
                <a:cubicBezTo>
                  <a:pt x="680748" y="53037"/>
                  <a:pt x="676949" y="54067"/>
                  <a:pt x="673967" y="56126"/>
                </a:cubicBezTo>
                <a:cubicBezTo>
                  <a:pt x="672121" y="57404"/>
                  <a:pt x="671198" y="58895"/>
                  <a:pt x="671198" y="60599"/>
                </a:cubicBezTo>
                <a:cubicBezTo>
                  <a:pt x="671198" y="62090"/>
                  <a:pt x="672192" y="63936"/>
                  <a:pt x="674180" y="66137"/>
                </a:cubicBezTo>
                <a:cubicBezTo>
                  <a:pt x="676878" y="69190"/>
                  <a:pt x="678227" y="72136"/>
                  <a:pt x="678227" y="74976"/>
                </a:cubicBezTo>
                <a:cubicBezTo>
                  <a:pt x="678227" y="78455"/>
                  <a:pt x="676932" y="81419"/>
                  <a:pt x="674340" y="83869"/>
                </a:cubicBezTo>
                <a:cubicBezTo>
                  <a:pt x="671749" y="86319"/>
                  <a:pt x="668358" y="87543"/>
                  <a:pt x="664169" y="87543"/>
                </a:cubicBezTo>
                <a:cubicBezTo>
                  <a:pt x="659696" y="87543"/>
                  <a:pt x="655951" y="86194"/>
                  <a:pt x="652933" y="83496"/>
                </a:cubicBezTo>
                <a:cubicBezTo>
                  <a:pt x="649916" y="80798"/>
                  <a:pt x="648407" y="77639"/>
                  <a:pt x="648407" y="74018"/>
                </a:cubicBezTo>
                <a:cubicBezTo>
                  <a:pt x="648407" y="68906"/>
                  <a:pt x="650431" y="64024"/>
                  <a:pt x="654478" y="59374"/>
                </a:cubicBezTo>
                <a:cubicBezTo>
                  <a:pt x="658525" y="54723"/>
                  <a:pt x="664169" y="51156"/>
                  <a:pt x="671411" y="48671"/>
                </a:cubicBezTo>
                <a:cubicBezTo>
                  <a:pt x="678653" y="46186"/>
                  <a:pt x="686179" y="44943"/>
                  <a:pt x="693989" y="44943"/>
                </a:cubicBezTo>
                <a:cubicBezTo>
                  <a:pt x="703432" y="44943"/>
                  <a:pt x="710905" y="46954"/>
                  <a:pt x="716408" y="50977"/>
                </a:cubicBezTo>
                <a:cubicBezTo>
                  <a:pt x="721910" y="54997"/>
                  <a:pt x="725478" y="59356"/>
                  <a:pt x="727111" y="64053"/>
                </a:cubicBezTo>
                <a:cubicBezTo>
                  <a:pt x="728105" y="67042"/>
                  <a:pt x="728602" y="73909"/>
                  <a:pt x="728602" y="84654"/>
                </a:cubicBezTo>
                <a:lnTo>
                  <a:pt x="728602" y="123404"/>
                </a:lnTo>
                <a:cubicBezTo>
                  <a:pt x="728602" y="127959"/>
                  <a:pt x="728779" y="130825"/>
                  <a:pt x="729134" y="132001"/>
                </a:cubicBezTo>
                <a:cubicBezTo>
                  <a:pt x="729489" y="133174"/>
                  <a:pt x="730022" y="134046"/>
                  <a:pt x="730732" y="134616"/>
                </a:cubicBezTo>
                <a:cubicBezTo>
                  <a:pt x="731442" y="135184"/>
                  <a:pt x="732258" y="135468"/>
                  <a:pt x="733181" y="135468"/>
                </a:cubicBezTo>
                <a:cubicBezTo>
                  <a:pt x="735027" y="135468"/>
                  <a:pt x="736909" y="134155"/>
                  <a:pt x="738826" y="131528"/>
                </a:cubicBezTo>
                <a:lnTo>
                  <a:pt x="742021" y="134084"/>
                </a:lnTo>
                <a:cubicBezTo>
                  <a:pt x="738471" y="139338"/>
                  <a:pt x="734797" y="143154"/>
                  <a:pt x="730998" y="145533"/>
                </a:cubicBezTo>
                <a:cubicBezTo>
                  <a:pt x="727200" y="147911"/>
                  <a:pt x="722886" y="149100"/>
                  <a:pt x="718058" y="149100"/>
                </a:cubicBezTo>
                <a:cubicBezTo>
                  <a:pt x="712378" y="149100"/>
                  <a:pt x="707941" y="147760"/>
                  <a:pt x="704746" y="145080"/>
                </a:cubicBezTo>
                <a:cubicBezTo>
                  <a:pt x="701551" y="142400"/>
                  <a:pt x="699598" y="138344"/>
                  <a:pt x="698888" y="132912"/>
                </a:cubicBezTo>
                <a:moveTo>
                  <a:pt x="698888" y="125031"/>
                </a:moveTo>
                <a:lnTo>
                  <a:pt x="698888" y="91717"/>
                </a:lnTo>
                <a:cubicBezTo>
                  <a:pt x="690297" y="96782"/>
                  <a:pt x="683907" y="102205"/>
                  <a:pt x="679718" y="107985"/>
                </a:cubicBezTo>
                <a:cubicBezTo>
                  <a:pt x="676949" y="111836"/>
                  <a:pt x="675565" y="115725"/>
                  <a:pt x="675565" y="119650"/>
                </a:cubicBezTo>
                <a:cubicBezTo>
                  <a:pt x="675565" y="122931"/>
                  <a:pt x="676736" y="125821"/>
                  <a:pt x="679079" y="128320"/>
                </a:cubicBezTo>
                <a:cubicBezTo>
                  <a:pt x="680854" y="130245"/>
                  <a:pt x="683339" y="131208"/>
                  <a:pt x="686534" y="131208"/>
                </a:cubicBezTo>
                <a:cubicBezTo>
                  <a:pt x="690084" y="131208"/>
                  <a:pt x="694202" y="129149"/>
                  <a:pt x="698888" y="125031"/>
                </a:cubicBezTo>
                <a:close/>
                <a:moveTo>
                  <a:pt x="815932" y="45369"/>
                </a:moveTo>
                <a:lnTo>
                  <a:pt x="817530" y="79449"/>
                </a:lnTo>
                <a:lnTo>
                  <a:pt x="813909" y="79449"/>
                </a:lnTo>
                <a:cubicBezTo>
                  <a:pt x="809578" y="69285"/>
                  <a:pt x="805087" y="62343"/>
                  <a:pt x="800437" y="58622"/>
                </a:cubicBezTo>
                <a:cubicBezTo>
                  <a:pt x="795786" y="54899"/>
                  <a:pt x="791153" y="53037"/>
                  <a:pt x="786538" y="53037"/>
                </a:cubicBezTo>
                <a:cubicBezTo>
                  <a:pt x="783627" y="53037"/>
                  <a:pt x="781142" y="54013"/>
                  <a:pt x="779083" y="55966"/>
                </a:cubicBezTo>
                <a:cubicBezTo>
                  <a:pt x="777024" y="57918"/>
                  <a:pt x="775995" y="60173"/>
                  <a:pt x="775995" y="62729"/>
                </a:cubicBezTo>
                <a:cubicBezTo>
                  <a:pt x="775995" y="64646"/>
                  <a:pt x="776705" y="66492"/>
                  <a:pt x="778125" y="68267"/>
                </a:cubicBezTo>
                <a:cubicBezTo>
                  <a:pt x="780397" y="71178"/>
                  <a:pt x="786751" y="76165"/>
                  <a:pt x="797188" y="83230"/>
                </a:cubicBezTo>
                <a:cubicBezTo>
                  <a:pt x="807625" y="90295"/>
                  <a:pt x="814495" y="96294"/>
                  <a:pt x="817796" y="101229"/>
                </a:cubicBezTo>
                <a:cubicBezTo>
                  <a:pt x="821098" y="106163"/>
                  <a:pt x="822748" y="111683"/>
                  <a:pt x="822748" y="117789"/>
                </a:cubicBezTo>
                <a:cubicBezTo>
                  <a:pt x="822748" y="123327"/>
                  <a:pt x="821364" y="128759"/>
                  <a:pt x="818595" y="134084"/>
                </a:cubicBezTo>
                <a:cubicBezTo>
                  <a:pt x="815826" y="139409"/>
                  <a:pt x="811921" y="143491"/>
                  <a:pt x="806880" y="146331"/>
                </a:cubicBezTo>
                <a:cubicBezTo>
                  <a:pt x="801839" y="149171"/>
                  <a:pt x="796265" y="150591"/>
                  <a:pt x="790159" y="150591"/>
                </a:cubicBezTo>
                <a:cubicBezTo>
                  <a:pt x="785402" y="150591"/>
                  <a:pt x="779048" y="149073"/>
                  <a:pt x="771096" y="146035"/>
                </a:cubicBezTo>
                <a:cubicBezTo>
                  <a:pt x="768966" y="145239"/>
                  <a:pt x="767510" y="144840"/>
                  <a:pt x="766729" y="144840"/>
                </a:cubicBezTo>
                <a:cubicBezTo>
                  <a:pt x="764386" y="144840"/>
                  <a:pt x="762434" y="146615"/>
                  <a:pt x="760872" y="150165"/>
                </a:cubicBezTo>
                <a:lnTo>
                  <a:pt x="757357" y="150165"/>
                </a:lnTo>
                <a:lnTo>
                  <a:pt x="755653" y="114381"/>
                </a:lnTo>
                <a:lnTo>
                  <a:pt x="759274" y="114381"/>
                </a:lnTo>
                <a:cubicBezTo>
                  <a:pt x="762469" y="123753"/>
                  <a:pt x="766853" y="130782"/>
                  <a:pt x="772427" y="135468"/>
                </a:cubicBezTo>
                <a:cubicBezTo>
                  <a:pt x="778001" y="140154"/>
                  <a:pt x="783272" y="142497"/>
                  <a:pt x="788242" y="142497"/>
                </a:cubicBezTo>
                <a:cubicBezTo>
                  <a:pt x="791650" y="142497"/>
                  <a:pt x="794437" y="141450"/>
                  <a:pt x="796603" y="139356"/>
                </a:cubicBezTo>
                <a:cubicBezTo>
                  <a:pt x="798768" y="137261"/>
                  <a:pt x="799851" y="134723"/>
                  <a:pt x="799851" y="131741"/>
                </a:cubicBezTo>
                <a:cubicBezTo>
                  <a:pt x="799851" y="128333"/>
                  <a:pt x="798786" y="125386"/>
                  <a:pt x="796656" y="122901"/>
                </a:cubicBezTo>
                <a:cubicBezTo>
                  <a:pt x="794526" y="120416"/>
                  <a:pt x="789769" y="116653"/>
                  <a:pt x="782385" y="111612"/>
                </a:cubicBezTo>
                <a:cubicBezTo>
                  <a:pt x="771522" y="104086"/>
                  <a:pt x="764493" y="98335"/>
                  <a:pt x="761298" y="94359"/>
                </a:cubicBezTo>
                <a:cubicBezTo>
                  <a:pt x="756612" y="88537"/>
                  <a:pt x="754269" y="82112"/>
                  <a:pt x="754269" y="75083"/>
                </a:cubicBezTo>
                <a:cubicBezTo>
                  <a:pt x="754269" y="67415"/>
                  <a:pt x="756913" y="60474"/>
                  <a:pt x="762203" y="54262"/>
                </a:cubicBezTo>
                <a:cubicBezTo>
                  <a:pt x="767492" y="48049"/>
                  <a:pt x="775143" y="44943"/>
                  <a:pt x="785154" y="44943"/>
                </a:cubicBezTo>
                <a:cubicBezTo>
                  <a:pt x="790550" y="44943"/>
                  <a:pt x="795768" y="46308"/>
                  <a:pt x="800809" y="49037"/>
                </a:cubicBezTo>
                <a:cubicBezTo>
                  <a:pt x="802726" y="50142"/>
                  <a:pt x="804288" y="50694"/>
                  <a:pt x="805495" y="50694"/>
                </a:cubicBezTo>
                <a:cubicBezTo>
                  <a:pt x="806773" y="50694"/>
                  <a:pt x="807803" y="50428"/>
                  <a:pt x="808584" y="49895"/>
                </a:cubicBezTo>
                <a:cubicBezTo>
                  <a:pt x="809365" y="49363"/>
                  <a:pt x="810607" y="47854"/>
                  <a:pt x="812311" y="45369"/>
                </a:cubicBezTo>
                <a:lnTo>
                  <a:pt x="815932" y="45369"/>
                </a:lnTo>
                <a:close/>
                <a:moveTo>
                  <a:pt x="922185" y="94146"/>
                </a:moveTo>
                <a:lnTo>
                  <a:pt x="867550" y="94146"/>
                </a:lnTo>
                <a:cubicBezTo>
                  <a:pt x="868189" y="107388"/>
                  <a:pt x="871704" y="117853"/>
                  <a:pt x="878094" y="125541"/>
                </a:cubicBezTo>
                <a:cubicBezTo>
                  <a:pt x="882993" y="131449"/>
                  <a:pt x="888886" y="134403"/>
                  <a:pt x="895773" y="134403"/>
                </a:cubicBezTo>
                <a:cubicBezTo>
                  <a:pt x="900033" y="134403"/>
                  <a:pt x="903902" y="133214"/>
                  <a:pt x="907381" y="130836"/>
                </a:cubicBezTo>
                <a:cubicBezTo>
                  <a:pt x="910860" y="128457"/>
                  <a:pt x="914588" y="124179"/>
                  <a:pt x="918564" y="118002"/>
                </a:cubicBezTo>
                <a:lnTo>
                  <a:pt x="922185" y="120345"/>
                </a:lnTo>
                <a:cubicBezTo>
                  <a:pt x="916789" y="131350"/>
                  <a:pt x="910825" y="139143"/>
                  <a:pt x="904293" y="143722"/>
                </a:cubicBezTo>
                <a:cubicBezTo>
                  <a:pt x="897761" y="148302"/>
                  <a:pt x="890199" y="150591"/>
                  <a:pt x="881608" y="150591"/>
                </a:cubicBezTo>
                <a:cubicBezTo>
                  <a:pt x="866840" y="150591"/>
                  <a:pt x="855657" y="144906"/>
                  <a:pt x="848060" y="133535"/>
                </a:cubicBezTo>
                <a:cubicBezTo>
                  <a:pt x="841954" y="124367"/>
                  <a:pt x="838901" y="112996"/>
                  <a:pt x="838901" y="99421"/>
                </a:cubicBezTo>
                <a:cubicBezTo>
                  <a:pt x="838901" y="82790"/>
                  <a:pt x="843392" y="69552"/>
                  <a:pt x="852374" y="59710"/>
                </a:cubicBezTo>
                <a:cubicBezTo>
                  <a:pt x="861355" y="49865"/>
                  <a:pt x="871881" y="44943"/>
                  <a:pt x="883951" y="44943"/>
                </a:cubicBezTo>
                <a:cubicBezTo>
                  <a:pt x="894033" y="44943"/>
                  <a:pt x="902784" y="49079"/>
                  <a:pt x="910203" y="57350"/>
                </a:cubicBezTo>
                <a:cubicBezTo>
                  <a:pt x="917623" y="65622"/>
                  <a:pt x="921617" y="77887"/>
                  <a:pt x="922185" y="94146"/>
                </a:cubicBezTo>
                <a:moveTo>
                  <a:pt x="895986" y="87117"/>
                </a:moveTo>
                <a:cubicBezTo>
                  <a:pt x="895986" y="75686"/>
                  <a:pt x="895364" y="67841"/>
                  <a:pt x="894122" y="63581"/>
                </a:cubicBezTo>
                <a:cubicBezTo>
                  <a:pt x="892879" y="59321"/>
                  <a:pt x="890945" y="56090"/>
                  <a:pt x="888318" y="53889"/>
                </a:cubicBezTo>
                <a:cubicBezTo>
                  <a:pt x="886827" y="52611"/>
                  <a:pt x="884839" y="51972"/>
                  <a:pt x="882354" y="51972"/>
                </a:cubicBezTo>
                <a:cubicBezTo>
                  <a:pt x="878662" y="51972"/>
                  <a:pt x="875644" y="53783"/>
                  <a:pt x="873301" y="57404"/>
                </a:cubicBezTo>
                <a:cubicBezTo>
                  <a:pt x="869112" y="63723"/>
                  <a:pt x="867018" y="72385"/>
                  <a:pt x="867018" y="83390"/>
                </a:cubicBezTo>
                <a:lnTo>
                  <a:pt x="867018" y="87117"/>
                </a:lnTo>
                <a:lnTo>
                  <a:pt x="895986" y="87117"/>
                </a:lnTo>
                <a:close/>
                <a:moveTo>
                  <a:pt x="1031487" y="3195"/>
                </a:moveTo>
                <a:lnTo>
                  <a:pt x="1031487" y="117789"/>
                </a:lnTo>
                <a:cubicBezTo>
                  <a:pt x="1031487" y="125451"/>
                  <a:pt x="1031700" y="129984"/>
                  <a:pt x="1032126" y="131388"/>
                </a:cubicBezTo>
                <a:cubicBezTo>
                  <a:pt x="1032694" y="133709"/>
                  <a:pt x="1033777" y="135432"/>
                  <a:pt x="1035375" y="136557"/>
                </a:cubicBezTo>
                <a:cubicBezTo>
                  <a:pt x="1036972" y="137679"/>
                  <a:pt x="1039759" y="138382"/>
                  <a:pt x="1043735" y="138663"/>
                </a:cubicBezTo>
                <a:lnTo>
                  <a:pt x="1043735" y="142497"/>
                </a:lnTo>
                <a:lnTo>
                  <a:pt x="1001667" y="150591"/>
                </a:lnTo>
                <a:lnTo>
                  <a:pt x="1001667" y="134829"/>
                </a:lnTo>
                <a:cubicBezTo>
                  <a:pt x="996626" y="140935"/>
                  <a:pt x="992135" y="145089"/>
                  <a:pt x="988195" y="147290"/>
                </a:cubicBezTo>
                <a:cubicBezTo>
                  <a:pt x="984254" y="149491"/>
                  <a:pt x="979799" y="150591"/>
                  <a:pt x="974829" y="150591"/>
                </a:cubicBezTo>
                <a:cubicBezTo>
                  <a:pt x="962120" y="150591"/>
                  <a:pt x="952074" y="144906"/>
                  <a:pt x="944690" y="133535"/>
                </a:cubicBezTo>
                <a:cubicBezTo>
                  <a:pt x="938726" y="124296"/>
                  <a:pt x="935744" y="112960"/>
                  <a:pt x="935744" y="99528"/>
                </a:cubicBezTo>
                <a:cubicBezTo>
                  <a:pt x="935744" y="88796"/>
                  <a:pt x="937590" y="79183"/>
                  <a:pt x="941282" y="70690"/>
                </a:cubicBezTo>
                <a:cubicBezTo>
                  <a:pt x="944974" y="62196"/>
                  <a:pt x="950032" y="55782"/>
                  <a:pt x="956458" y="51446"/>
                </a:cubicBezTo>
                <a:cubicBezTo>
                  <a:pt x="962883" y="47111"/>
                  <a:pt x="969788" y="44943"/>
                  <a:pt x="977172" y="44943"/>
                </a:cubicBezTo>
                <a:cubicBezTo>
                  <a:pt x="981929" y="44943"/>
                  <a:pt x="986154" y="45874"/>
                  <a:pt x="989846" y="47735"/>
                </a:cubicBezTo>
                <a:cubicBezTo>
                  <a:pt x="993538" y="49597"/>
                  <a:pt x="997478" y="52855"/>
                  <a:pt x="1001667" y="57510"/>
                </a:cubicBezTo>
                <a:lnTo>
                  <a:pt x="1001667" y="27477"/>
                </a:lnTo>
                <a:cubicBezTo>
                  <a:pt x="1001667" y="19880"/>
                  <a:pt x="1001348" y="15301"/>
                  <a:pt x="1000709" y="13739"/>
                </a:cubicBezTo>
                <a:cubicBezTo>
                  <a:pt x="999857" y="11680"/>
                  <a:pt x="998579" y="10153"/>
                  <a:pt x="996875" y="9159"/>
                </a:cubicBezTo>
                <a:cubicBezTo>
                  <a:pt x="995171" y="8165"/>
                  <a:pt x="991976" y="7668"/>
                  <a:pt x="987290" y="7668"/>
                </a:cubicBezTo>
                <a:lnTo>
                  <a:pt x="987290" y="3195"/>
                </a:lnTo>
                <a:lnTo>
                  <a:pt x="1031487" y="3195"/>
                </a:lnTo>
                <a:moveTo>
                  <a:pt x="1001667" y="70503"/>
                </a:moveTo>
                <a:cubicBezTo>
                  <a:pt x="996413" y="60563"/>
                  <a:pt x="989988" y="55593"/>
                  <a:pt x="982391" y="55593"/>
                </a:cubicBezTo>
                <a:cubicBezTo>
                  <a:pt x="979764" y="55593"/>
                  <a:pt x="977598" y="56303"/>
                  <a:pt x="975894" y="57723"/>
                </a:cubicBezTo>
                <a:cubicBezTo>
                  <a:pt x="973267" y="59924"/>
                  <a:pt x="971119" y="63794"/>
                  <a:pt x="969451" y="69332"/>
                </a:cubicBezTo>
                <a:cubicBezTo>
                  <a:pt x="967782" y="74870"/>
                  <a:pt x="966948" y="83354"/>
                  <a:pt x="966948" y="94785"/>
                </a:cubicBezTo>
                <a:cubicBezTo>
                  <a:pt x="966948" y="107352"/>
                  <a:pt x="967871" y="116653"/>
                  <a:pt x="969717" y="122688"/>
                </a:cubicBezTo>
                <a:cubicBezTo>
                  <a:pt x="971563" y="128723"/>
                  <a:pt x="974084" y="133090"/>
                  <a:pt x="977279" y="135788"/>
                </a:cubicBezTo>
                <a:cubicBezTo>
                  <a:pt x="978912" y="137137"/>
                  <a:pt x="981148" y="137811"/>
                  <a:pt x="983988" y="137811"/>
                </a:cubicBezTo>
                <a:cubicBezTo>
                  <a:pt x="990236" y="137811"/>
                  <a:pt x="996129" y="132897"/>
                  <a:pt x="1001667" y="123068"/>
                </a:cubicBezTo>
                <a:lnTo>
                  <a:pt x="1001667" y="70503"/>
                </a:lnTo>
                <a:close/>
                <a:moveTo>
                  <a:pt x="1205582" y="0"/>
                </a:moveTo>
                <a:lnTo>
                  <a:pt x="1206754" y="48138"/>
                </a:lnTo>
                <a:lnTo>
                  <a:pt x="1202387" y="48138"/>
                </a:lnTo>
                <a:cubicBezTo>
                  <a:pt x="1200328" y="36099"/>
                  <a:pt x="1195269" y="26415"/>
                  <a:pt x="1187211" y="19087"/>
                </a:cubicBezTo>
                <a:cubicBezTo>
                  <a:pt x="1179152" y="11758"/>
                  <a:pt x="1170437" y="8094"/>
                  <a:pt x="1161065" y="8094"/>
                </a:cubicBezTo>
                <a:cubicBezTo>
                  <a:pt x="1153823" y="8094"/>
                  <a:pt x="1148090" y="10023"/>
                  <a:pt x="1143865" y="13882"/>
                </a:cubicBezTo>
                <a:cubicBezTo>
                  <a:pt x="1139641" y="17738"/>
                  <a:pt x="1137528" y="22179"/>
                  <a:pt x="1137528" y="27204"/>
                </a:cubicBezTo>
                <a:cubicBezTo>
                  <a:pt x="1137528" y="30388"/>
                  <a:pt x="1138274" y="33219"/>
                  <a:pt x="1139765" y="35698"/>
                </a:cubicBezTo>
                <a:cubicBezTo>
                  <a:pt x="1141824" y="39023"/>
                  <a:pt x="1145125" y="42314"/>
                  <a:pt x="1149669" y="45569"/>
                </a:cubicBezTo>
                <a:cubicBezTo>
                  <a:pt x="1153006" y="47905"/>
                  <a:pt x="1160710" y="52046"/>
                  <a:pt x="1172780" y="57993"/>
                </a:cubicBezTo>
                <a:cubicBezTo>
                  <a:pt x="1189678" y="66273"/>
                  <a:pt x="1201074" y="74095"/>
                  <a:pt x="1206967" y="81459"/>
                </a:cubicBezTo>
                <a:cubicBezTo>
                  <a:pt x="1212789" y="88821"/>
                  <a:pt x="1215700" y="97246"/>
                  <a:pt x="1215700" y="106733"/>
                </a:cubicBezTo>
                <a:cubicBezTo>
                  <a:pt x="1215700" y="118768"/>
                  <a:pt x="1210996" y="129122"/>
                  <a:pt x="1201588" y="137795"/>
                </a:cubicBezTo>
                <a:cubicBezTo>
                  <a:pt x="1192181" y="146468"/>
                  <a:pt x="1180235" y="150804"/>
                  <a:pt x="1165751" y="150804"/>
                </a:cubicBezTo>
                <a:cubicBezTo>
                  <a:pt x="1161207" y="150804"/>
                  <a:pt x="1156911" y="150343"/>
                  <a:pt x="1152864" y="149420"/>
                </a:cubicBezTo>
                <a:cubicBezTo>
                  <a:pt x="1148817" y="148497"/>
                  <a:pt x="1143741" y="146757"/>
                  <a:pt x="1137635" y="144201"/>
                </a:cubicBezTo>
                <a:cubicBezTo>
                  <a:pt x="1134227" y="142781"/>
                  <a:pt x="1131422" y="142071"/>
                  <a:pt x="1129221" y="142071"/>
                </a:cubicBezTo>
                <a:cubicBezTo>
                  <a:pt x="1127375" y="142071"/>
                  <a:pt x="1125423" y="142790"/>
                  <a:pt x="1123364" y="144228"/>
                </a:cubicBezTo>
                <a:cubicBezTo>
                  <a:pt x="1121305" y="145666"/>
                  <a:pt x="1119636" y="147858"/>
                  <a:pt x="1118358" y="150804"/>
                </a:cubicBezTo>
                <a:lnTo>
                  <a:pt x="1114418" y="150804"/>
                </a:lnTo>
                <a:lnTo>
                  <a:pt x="1114418" y="96276"/>
                </a:lnTo>
                <a:lnTo>
                  <a:pt x="1118358" y="96276"/>
                </a:lnTo>
                <a:cubicBezTo>
                  <a:pt x="1121482" y="111577"/>
                  <a:pt x="1127500" y="123248"/>
                  <a:pt x="1136410" y="131288"/>
                </a:cubicBezTo>
                <a:cubicBezTo>
                  <a:pt x="1145321" y="139329"/>
                  <a:pt x="1154923" y="143349"/>
                  <a:pt x="1165218" y="143349"/>
                </a:cubicBezTo>
                <a:cubicBezTo>
                  <a:pt x="1173171" y="143349"/>
                  <a:pt x="1179507" y="141191"/>
                  <a:pt x="1184229" y="136873"/>
                </a:cubicBezTo>
                <a:cubicBezTo>
                  <a:pt x="1188950" y="132555"/>
                  <a:pt x="1191311" y="127530"/>
                  <a:pt x="1191311" y="121796"/>
                </a:cubicBezTo>
                <a:cubicBezTo>
                  <a:pt x="1191311" y="118400"/>
                  <a:pt x="1190406" y="115109"/>
                  <a:pt x="1188595" y="111925"/>
                </a:cubicBezTo>
                <a:cubicBezTo>
                  <a:pt x="1186785" y="108739"/>
                  <a:pt x="1184034" y="105713"/>
                  <a:pt x="1180342" y="102846"/>
                </a:cubicBezTo>
                <a:cubicBezTo>
                  <a:pt x="1176650" y="99979"/>
                  <a:pt x="1170117" y="96246"/>
                  <a:pt x="1160745" y="91647"/>
                </a:cubicBezTo>
                <a:cubicBezTo>
                  <a:pt x="1147610" y="85206"/>
                  <a:pt x="1138167" y="79717"/>
                  <a:pt x="1132416" y="75179"/>
                </a:cubicBezTo>
                <a:cubicBezTo>
                  <a:pt x="1126665" y="70642"/>
                  <a:pt x="1122246" y="65573"/>
                  <a:pt x="1119157" y="59973"/>
                </a:cubicBezTo>
                <a:cubicBezTo>
                  <a:pt x="1116069" y="54373"/>
                  <a:pt x="1114524" y="48206"/>
                  <a:pt x="1114524" y="41472"/>
                </a:cubicBezTo>
                <a:cubicBezTo>
                  <a:pt x="1114524" y="29988"/>
                  <a:pt x="1118749" y="20205"/>
                  <a:pt x="1127198" y="12124"/>
                </a:cubicBezTo>
                <a:cubicBezTo>
                  <a:pt x="1135647" y="4041"/>
                  <a:pt x="1146297" y="0"/>
                  <a:pt x="1159148" y="0"/>
                </a:cubicBezTo>
                <a:cubicBezTo>
                  <a:pt x="1163834" y="0"/>
                  <a:pt x="1168378" y="575"/>
                  <a:pt x="1172780" y="1724"/>
                </a:cubicBezTo>
                <a:cubicBezTo>
                  <a:pt x="1176117" y="2585"/>
                  <a:pt x="1180182" y="4181"/>
                  <a:pt x="1184974" y="6513"/>
                </a:cubicBezTo>
                <a:cubicBezTo>
                  <a:pt x="1189767" y="8845"/>
                  <a:pt x="1193122" y="10011"/>
                  <a:pt x="1195039" y="10011"/>
                </a:cubicBezTo>
                <a:cubicBezTo>
                  <a:pt x="1196885" y="10011"/>
                  <a:pt x="1198340" y="9437"/>
                  <a:pt x="1199405" y="8290"/>
                </a:cubicBezTo>
                <a:cubicBezTo>
                  <a:pt x="1200470" y="7141"/>
                  <a:pt x="1201464" y="4378"/>
                  <a:pt x="1202387" y="0"/>
                </a:cubicBezTo>
                <a:lnTo>
                  <a:pt x="1205582" y="0"/>
                </a:lnTo>
                <a:close/>
                <a:moveTo>
                  <a:pt x="1255056" y="0"/>
                </a:moveTo>
                <a:cubicBezTo>
                  <a:pt x="1259671" y="0"/>
                  <a:pt x="1263576" y="1621"/>
                  <a:pt x="1266771" y="4862"/>
                </a:cubicBezTo>
                <a:cubicBezTo>
                  <a:pt x="1269966" y="8102"/>
                  <a:pt x="1271564" y="12001"/>
                  <a:pt x="1271564" y="16561"/>
                </a:cubicBezTo>
                <a:cubicBezTo>
                  <a:pt x="1271564" y="21120"/>
                  <a:pt x="1269948" y="25003"/>
                  <a:pt x="1266718" y="28209"/>
                </a:cubicBezTo>
                <a:cubicBezTo>
                  <a:pt x="1263487" y="31413"/>
                  <a:pt x="1259600" y="33015"/>
                  <a:pt x="1255056" y="33015"/>
                </a:cubicBezTo>
                <a:cubicBezTo>
                  <a:pt x="1250512" y="33015"/>
                  <a:pt x="1246643" y="31413"/>
                  <a:pt x="1243448" y="28209"/>
                </a:cubicBezTo>
                <a:cubicBezTo>
                  <a:pt x="1240253" y="25003"/>
                  <a:pt x="1238655" y="21120"/>
                  <a:pt x="1238655" y="16561"/>
                </a:cubicBezTo>
                <a:cubicBezTo>
                  <a:pt x="1238655" y="12001"/>
                  <a:pt x="1240253" y="8102"/>
                  <a:pt x="1243448" y="4862"/>
                </a:cubicBezTo>
                <a:cubicBezTo>
                  <a:pt x="1246643" y="1621"/>
                  <a:pt x="1250512" y="0"/>
                  <a:pt x="1255056" y="0"/>
                </a:cubicBezTo>
                <a:moveTo>
                  <a:pt x="1269966" y="47925"/>
                </a:moveTo>
                <a:lnTo>
                  <a:pt x="1269966" y="126948"/>
                </a:lnTo>
                <a:cubicBezTo>
                  <a:pt x="1269966" y="133977"/>
                  <a:pt x="1270783" y="138468"/>
                  <a:pt x="1272416" y="140421"/>
                </a:cubicBezTo>
                <a:cubicBezTo>
                  <a:pt x="1274049" y="142373"/>
                  <a:pt x="1277244" y="143491"/>
                  <a:pt x="1282001" y="143775"/>
                </a:cubicBezTo>
                <a:lnTo>
                  <a:pt x="1282001" y="147609"/>
                </a:lnTo>
                <a:lnTo>
                  <a:pt x="1228218" y="147609"/>
                </a:lnTo>
                <a:lnTo>
                  <a:pt x="1228218" y="143775"/>
                </a:lnTo>
                <a:cubicBezTo>
                  <a:pt x="1232620" y="143633"/>
                  <a:pt x="1235886" y="142355"/>
                  <a:pt x="1238016" y="139941"/>
                </a:cubicBezTo>
                <a:cubicBezTo>
                  <a:pt x="1239436" y="138308"/>
                  <a:pt x="1240146" y="133977"/>
                  <a:pt x="1240146" y="126948"/>
                </a:cubicBezTo>
                <a:lnTo>
                  <a:pt x="1240146" y="68799"/>
                </a:lnTo>
                <a:cubicBezTo>
                  <a:pt x="1240146" y="61681"/>
                  <a:pt x="1239330" y="57134"/>
                  <a:pt x="1237697" y="55157"/>
                </a:cubicBezTo>
                <a:cubicBezTo>
                  <a:pt x="1236064" y="53180"/>
                  <a:pt x="1232904" y="52048"/>
                  <a:pt x="1228218" y="51759"/>
                </a:cubicBezTo>
                <a:lnTo>
                  <a:pt x="1228218" y="47925"/>
                </a:lnTo>
                <a:lnTo>
                  <a:pt x="1269966" y="47925"/>
                </a:lnTo>
                <a:close/>
                <a:moveTo>
                  <a:pt x="1333051" y="47925"/>
                </a:moveTo>
                <a:lnTo>
                  <a:pt x="1333051" y="61131"/>
                </a:lnTo>
                <a:cubicBezTo>
                  <a:pt x="1338518" y="55127"/>
                  <a:pt x="1343577" y="50928"/>
                  <a:pt x="1348227" y="48534"/>
                </a:cubicBezTo>
                <a:cubicBezTo>
                  <a:pt x="1352878" y="46140"/>
                  <a:pt x="1357972" y="44943"/>
                  <a:pt x="1363510" y="44943"/>
                </a:cubicBezTo>
                <a:cubicBezTo>
                  <a:pt x="1369900" y="44943"/>
                  <a:pt x="1375261" y="46443"/>
                  <a:pt x="1379592" y="49443"/>
                </a:cubicBezTo>
                <a:cubicBezTo>
                  <a:pt x="1383923" y="52443"/>
                  <a:pt x="1387260" y="57013"/>
                  <a:pt x="1389603" y="63155"/>
                </a:cubicBezTo>
                <a:cubicBezTo>
                  <a:pt x="1395283" y="56727"/>
                  <a:pt x="1400732" y="52085"/>
                  <a:pt x="1405950" y="49230"/>
                </a:cubicBezTo>
                <a:cubicBezTo>
                  <a:pt x="1411169" y="46372"/>
                  <a:pt x="1416618" y="44943"/>
                  <a:pt x="1422298" y="44943"/>
                </a:cubicBezTo>
                <a:cubicBezTo>
                  <a:pt x="1429185" y="44943"/>
                  <a:pt x="1434670" y="46525"/>
                  <a:pt x="1438753" y="49689"/>
                </a:cubicBezTo>
                <a:cubicBezTo>
                  <a:pt x="1442835" y="52853"/>
                  <a:pt x="1445675" y="56870"/>
                  <a:pt x="1447273" y="61740"/>
                </a:cubicBezTo>
                <a:cubicBezTo>
                  <a:pt x="1448870" y="66610"/>
                  <a:pt x="1449669" y="74377"/>
                  <a:pt x="1449669" y="85041"/>
                </a:cubicBezTo>
                <a:lnTo>
                  <a:pt x="1449669" y="125883"/>
                </a:lnTo>
                <a:cubicBezTo>
                  <a:pt x="1449669" y="133551"/>
                  <a:pt x="1450361" y="138308"/>
                  <a:pt x="1451746" y="140154"/>
                </a:cubicBezTo>
                <a:cubicBezTo>
                  <a:pt x="1453130" y="142000"/>
                  <a:pt x="1456023" y="143207"/>
                  <a:pt x="1460425" y="143775"/>
                </a:cubicBezTo>
                <a:lnTo>
                  <a:pt x="1460425" y="147609"/>
                </a:lnTo>
                <a:lnTo>
                  <a:pt x="1408986" y="147609"/>
                </a:lnTo>
                <a:lnTo>
                  <a:pt x="1408986" y="143775"/>
                </a:lnTo>
                <a:cubicBezTo>
                  <a:pt x="1413033" y="143420"/>
                  <a:pt x="1416015" y="141858"/>
                  <a:pt x="1417932" y="139089"/>
                </a:cubicBezTo>
                <a:cubicBezTo>
                  <a:pt x="1419210" y="137172"/>
                  <a:pt x="1419849" y="132770"/>
                  <a:pt x="1419849" y="125883"/>
                </a:cubicBezTo>
                <a:lnTo>
                  <a:pt x="1419849" y="83070"/>
                </a:lnTo>
                <a:cubicBezTo>
                  <a:pt x="1419849" y="74195"/>
                  <a:pt x="1419494" y="68551"/>
                  <a:pt x="1418784" y="66137"/>
                </a:cubicBezTo>
                <a:cubicBezTo>
                  <a:pt x="1418074" y="63723"/>
                  <a:pt x="1416956" y="61930"/>
                  <a:pt x="1415429" y="60758"/>
                </a:cubicBezTo>
                <a:cubicBezTo>
                  <a:pt x="1413903" y="59587"/>
                  <a:pt x="1412110" y="59001"/>
                  <a:pt x="1410051" y="59001"/>
                </a:cubicBezTo>
                <a:cubicBezTo>
                  <a:pt x="1406998" y="59001"/>
                  <a:pt x="1403909" y="60119"/>
                  <a:pt x="1400785" y="62356"/>
                </a:cubicBezTo>
                <a:cubicBezTo>
                  <a:pt x="1397661" y="64592"/>
                  <a:pt x="1394502" y="67947"/>
                  <a:pt x="1391307" y="72420"/>
                </a:cubicBezTo>
                <a:lnTo>
                  <a:pt x="1391307" y="125883"/>
                </a:lnTo>
                <a:cubicBezTo>
                  <a:pt x="1391307" y="133054"/>
                  <a:pt x="1391910" y="137563"/>
                  <a:pt x="1393117" y="139409"/>
                </a:cubicBezTo>
                <a:cubicBezTo>
                  <a:pt x="1394750" y="142036"/>
                  <a:pt x="1397874" y="143491"/>
                  <a:pt x="1402489" y="143775"/>
                </a:cubicBezTo>
                <a:lnTo>
                  <a:pt x="1402489" y="147609"/>
                </a:lnTo>
                <a:lnTo>
                  <a:pt x="1350943" y="147609"/>
                </a:lnTo>
                <a:lnTo>
                  <a:pt x="1350943" y="143775"/>
                </a:lnTo>
                <a:cubicBezTo>
                  <a:pt x="1353712" y="143633"/>
                  <a:pt x="1355895" y="142941"/>
                  <a:pt x="1357493" y="141699"/>
                </a:cubicBezTo>
                <a:cubicBezTo>
                  <a:pt x="1359090" y="140456"/>
                  <a:pt x="1360155" y="138965"/>
                  <a:pt x="1360688" y="137226"/>
                </a:cubicBezTo>
                <a:cubicBezTo>
                  <a:pt x="1361220" y="135486"/>
                  <a:pt x="1361487" y="131705"/>
                  <a:pt x="1361487" y="125883"/>
                </a:cubicBezTo>
                <a:lnTo>
                  <a:pt x="1361487" y="83004"/>
                </a:lnTo>
                <a:cubicBezTo>
                  <a:pt x="1361487" y="73971"/>
                  <a:pt x="1361132" y="68318"/>
                  <a:pt x="1360422" y="66044"/>
                </a:cubicBezTo>
                <a:cubicBezTo>
                  <a:pt x="1359712" y="63767"/>
                  <a:pt x="1358522" y="61989"/>
                  <a:pt x="1356854" y="60709"/>
                </a:cubicBezTo>
                <a:cubicBezTo>
                  <a:pt x="1355185" y="59428"/>
                  <a:pt x="1353393" y="58788"/>
                  <a:pt x="1351476" y="58788"/>
                </a:cubicBezTo>
                <a:cubicBezTo>
                  <a:pt x="1348636" y="58788"/>
                  <a:pt x="1346044" y="59539"/>
                  <a:pt x="1343701" y="61041"/>
                </a:cubicBezTo>
                <a:cubicBezTo>
                  <a:pt x="1340364" y="63260"/>
                  <a:pt x="1336814" y="67053"/>
                  <a:pt x="1333051" y="72420"/>
                </a:cubicBezTo>
                <a:lnTo>
                  <a:pt x="1333051" y="125883"/>
                </a:lnTo>
                <a:cubicBezTo>
                  <a:pt x="1333051" y="132912"/>
                  <a:pt x="1333743" y="137545"/>
                  <a:pt x="1335128" y="139782"/>
                </a:cubicBezTo>
                <a:cubicBezTo>
                  <a:pt x="1336512" y="142018"/>
                  <a:pt x="1339406" y="143349"/>
                  <a:pt x="1343808" y="143775"/>
                </a:cubicBezTo>
                <a:lnTo>
                  <a:pt x="1343808" y="147609"/>
                </a:lnTo>
                <a:lnTo>
                  <a:pt x="1292474" y="147609"/>
                </a:lnTo>
                <a:lnTo>
                  <a:pt x="1292474" y="143775"/>
                </a:lnTo>
                <a:cubicBezTo>
                  <a:pt x="1296663" y="143349"/>
                  <a:pt x="1299645" y="142000"/>
                  <a:pt x="1301420" y="139728"/>
                </a:cubicBezTo>
                <a:cubicBezTo>
                  <a:pt x="1302627" y="138166"/>
                  <a:pt x="1303231" y="133551"/>
                  <a:pt x="1303231" y="125883"/>
                </a:cubicBezTo>
                <a:lnTo>
                  <a:pt x="1303231" y="69651"/>
                </a:lnTo>
                <a:cubicBezTo>
                  <a:pt x="1303231" y="62034"/>
                  <a:pt x="1302539" y="57292"/>
                  <a:pt x="1301154" y="55423"/>
                </a:cubicBezTo>
                <a:cubicBezTo>
                  <a:pt x="1299770" y="53555"/>
                  <a:pt x="1296876" y="52334"/>
                  <a:pt x="1292474" y="51759"/>
                </a:cubicBezTo>
                <a:lnTo>
                  <a:pt x="1292474" y="47925"/>
                </a:lnTo>
                <a:lnTo>
                  <a:pt x="1333051" y="47925"/>
                </a:lnTo>
                <a:close/>
                <a:moveTo>
                  <a:pt x="1497379" y="0"/>
                </a:moveTo>
                <a:cubicBezTo>
                  <a:pt x="1501994" y="0"/>
                  <a:pt x="1505899" y="1621"/>
                  <a:pt x="1509094" y="4862"/>
                </a:cubicBezTo>
                <a:cubicBezTo>
                  <a:pt x="1512289" y="8102"/>
                  <a:pt x="1513887" y="12001"/>
                  <a:pt x="1513887" y="16561"/>
                </a:cubicBezTo>
                <a:cubicBezTo>
                  <a:pt x="1513887" y="21120"/>
                  <a:pt x="1512271" y="25003"/>
                  <a:pt x="1509041" y="28209"/>
                </a:cubicBezTo>
                <a:cubicBezTo>
                  <a:pt x="1505810" y="31413"/>
                  <a:pt x="1501923" y="33015"/>
                  <a:pt x="1497379" y="33015"/>
                </a:cubicBezTo>
                <a:cubicBezTo>
                  <a:pt x="1492835" y="33015"/>
                  <a:pt x="1488965" y="31413"/>
                  <a:pt x="1485770" y="28209"/>
                </a:cubicBezTo>
                <a:cubicBezTo>
                  <a:pt x="1482575" y="25003"/>
                  <a:pt x="1480978" y="21120"/>
                  <a:pt x="1480978" y="16561"/>
                </a:cubicBezTo>
                <a:cubicBezTo>
                  <a:pt x="1480978" y="12001"/>
                  <a:pt x="1482575" y="8102"/>
                  <a:pt x="1485770" y="4862"/>
                </a:cubicBezTo>
                <a:cubicBezTo>
                  <a:pt x="1488965" y="1621"/>
                  <a:pt x="1492835" y="0"/>
                  <a:pt x="1497379" y="0"/>
                </a:cubicBezTo>
                <a:moveTo>
                  <a:pt x="1512289" y="47925"/>
                </a:moveTo>
                <a:lnTo>
                  <a:pt x="1512289" y="126948"/>
                </a:lnTo>
                <a:cubicBezTo>
                  <a:pt x="1512289" y="133977"/>
                  <a:pt x="1513106" y="138468"/>
                  <a:pt x="1514739" y="140421"/>
                </a:cubicBezTo>
                <a:cubicBezTo>
                  <a:pt x="1516372" y="142373"/>
                  <a:pt x="1519567" y="143491"/>
                  <a:pt x="1524324" y="143775"/>
                </a:cubicBezTo>
                <a:lnTo>
                  <a:pt x="1524324" y="147609"/>
                </a:lnTo>
                <a:lnTo>
                  <a:pt x="1470541" y="147609"/>
                </a:lnTo>
                <a:lnTo>
                  <a:pt x="1470541" y="143775"/>
                </a:lnTo>
                <a:cubicBezTo>
                  <a:pt x="1474943" y="143633"/>
                  <a:pt x="1478209" y="142355"/>
                  <a:pt x="1480339" y="139941"/>
                </a:cubicBezTo>
                <a:cubicBezTo>
                  <a:pt x="1481759" y="138308"/>
                  <a:pt x="1482469" y="133977"/>
                  <a:pt x="1482469" y="126948"/>
                </a:cubicBezTo>
                <a:lnTo>
                  <a:pt x="1482469" y="68799"/>
                </a:lnTo>
                <a:cubicBezTo>
                  <a:pt x="1482469" y="61681"/>
                  <a:pt x="1481652" y="57134"/>
                  <a:pt x="1480019" y="55157"/>
                </a:cubicBezTo>
                <a:cubicBezTo>
                  <a:pt x="1478386" y="53180"/>
                  <a:pt x="1475227" y="52048"/>
                  <a:pt x="1470541" y="51759"/>
                </a:cubicBezTo>
                <a:lnTo>
                  <a:pt x="1470541" y="47925"/>
                </a:lnTo>
                <a:lnTo>
                  <a:pt x="1512289" y="47925"/>
                </a:lnTo>
                <a:close/>
                <a:moveTo>
                  <a:pt x="1573031" y="3195"/>
                </a:moveTo>
                <a:lnTo>
                  <a:pt x="1573031" y="126948"/>
                </a:lnTo>
                <a:cubicBezTo>
                  <a:pt x="1573031" y="133977"/>
                  <a:pt x="1573847" y="138468"/>
                  <a:pt x="1575480" y="140421"/>
                </a:cubicBezTo>
                <a:cubicBezTo>
                  <a:pt x="1577113" y="142373"/>
                  <a:pt x="1580308" y="143491"/>
                  <a:pt x="1585065" y="143775"/>
                </a:cubicBezTo>
                <a:lnTo>
                  <a:pt x="1585065" y="147609"/>
                </a:lnTo>
                <a:lnTo>
                  <a:pt x="1531283" y="147609"/>
                </a:lnTo>
                <a:lnTo>
                  <a:pt x="1531283" y="143775"/>
                </a:lnTo>
                <a:cubicBezTo>
                  <a:pt x="1535685" y="143633"/>
                  <a:pt x="1538951" y="142355"/>
                  <a:pt x="1541081" y="139941"/>
                </a:cubicBezTo>
                <a:cubicBezTo>
                  <a:pt x="1542501" y="138308"/>
                  <a:pt x="1543211" y="133977"/>
                  <a:pt x="1543211" y="126948"/>
                </a:cubicBezTo>
                <a:lnTo>
                  <a:pt x="1543211" y="23856"/>
                </a:lnTo>
                <a:cubicBezTo>
                  <a:pt x="1543211" y="16854"/>
                  <a:pt x="1542394" y="12371"/>
                  <a:pt x="1540761" y="10407"/>
                </a:cubicBezTo>
                <a:cubicBezTo>
                  <a:pt x="1539128" y="8441"/>
                  <a:pt x="1535969" y="7315"/>
                  <a:pt x="1531283" y="7029"/>
                </a:cubicBezTo>
                <a:lnTo>
                  <a:pt x="1531283" y="3195"/>
                </a:lnTo>
                <a:lnTo>
                  <a:pt x="1573031" y="3195"/>
                </a:lnTo>
                <a:close/>
                <a:moveTo>
                  <a:pt x="1649641" y="132912"/>
                </a:moveTo>
                <a:cubicBezTo>
                  <a:pt x="1637500" y="143704"/>
                  <a:pt x="1626602" y="149100"/>
                  <a:pt x="1616946" y="149100"/>
                </a:cubicBezTo>
                <a:cubicBezTo>
                  <a:pt x="1611266" y="149100"/>
                  <a:pt x="1606544" y="147231"/>
                  <a:pt x="1602781" y="143493"/>
                </a:cubicBezTo>
                <a:cubicBezTo>
                  <a:pt x="1599018" y="139752"/>
                  <a:pt x="1597137" y="135068"/>
                  <a:pt x="1597137" y="129441"/>
                </a:cubicBezTo>
                <a:cubicBezTo>
                  <a:pt x="1597137" y="121818"/>
                  <a:pt x="1600403" y="114960"/>
                  <a:pt x="1606935" y="108870"/>
                </a:cubicBezTo>
                <a:cubicBezTo>
                  <a:pt x="1613467" y="102779"/>
                  <a:pt x="1627702" y="94677"/>
                  <a:pt x="1649641" y="84561"/>
                </a:cubicBezTo>
                <a:lnTo>
                  <a:pt x="1649641" y="74550"/>
                </a:lnTo>
                <a:cubicBezTo>
                  <a:pt x="1649641" y="67024"/>
                  <a:pt x="1649233" y="62285"/>
                  <a:pt x="1648416" y="60332"/>
                </a:cubicBezTo>
                <a:cubicBezTo>
                  <a:pt x="1647600" y="58380"/>
                  <a:pt x="1646056" y="56676"/>
                  <a:pt x="1643784" y="55220"/>
                </a:cubicBezTo>
                <a:cubicBezTo>
                  <a:pt x="1641512" y="53765"/>
                  <a:pt x="1638956" y="53037"/>
                  <a:pt x="1636116" y="53037"/>
                </a:cubicBezTo>
                <a:cubicBezTo>
                  <a:pt x="1631501" y="53037"/>
                  <a:pt x="1627702" y="54067"/>
                  <a:pt x="1624720" y="56126"/>
                </a:cubicBezTo>
                <a:cubicBezTo>
                  <a:pt x="1622874" y="57404"/>
                  <a:pt x="1621951" y="58895"/>
                  <a:pt x="1621951" y="60599"/>
                </a:cubicBezTo>
                <a:cubicBezTo>
                  <a:pt x="1621951" y="62090"/>
                  <a:pt x="1622945" y="63936"/>
                  <a:pt x="1624933" y="66137"/>
                </a:cubicBezTo>
                <a:cubicBezTo>
                  <a:pt x="1627631" y="69190"/>
                  <a:pt x="1628980" y="72136"/>
                  <a:pt x="1628980" y="74976"/>
                </a:cubicBezTo>
                <a:cubicBezTo>
                  <a:pt x="1628980" y="78455"/>
                  <a:pt x="1627684" y="81419"/>
                  <a:pt x="1625093" y="83869"/>
                </a:cubicBezTo>
                <a:cubicBezTo>
                  <a:pt x="1622501" y="86319"/>
                  <a:pt x="1619111" y="87543"/>
                  <a:pt x="1614922" y="87543"/>
                </a:cubicBezTo>
                <a:cubicBezTo>
                  <a:pt x="1610449" y="87543"/>
                  <a:pt x="1606704" y="86194"/>
                  <a:pt x="1603686" y="83496"/>
                </a:cubicBezTo>
                <a:cubicBezTo>
                  <a:pt x="1600669" y="80798"/>
                  <a:pt x="1599160" y="77639"/>
                  <a:pt x="1599160" y="74018"/>
                </a:cubicBezTo>
                <a:cubicBezTo>
                  <a:pt x="1599160" y="68906"/>
                  <a:pt x="1601184" y="64024"/>
                  <a:pt x="1605231" y="59374"/>
                </a:cubicBezTo>
                <a:cubicBezTo>
                  <a:pt x="1609278" y="54723"/>
                  <a:pt x="1614922" y="51156"/>
                  <a:pt x="1622164" y="48671"/>
                </a:cubicBezTo>
                <a:cubicBezTo>
                  <a:pt x="1629406" y="46186"/>
                  <a:pt x="1636932" y="44943"/>
                  <a:pt x="1644742" y="44943"/>
                </a:cubicBezTo>
                <a:cubicBezTo>
                  <a:pt x="1654185" y="44943"/>
                  <a:pt x="1661658" y="46954"/>
                  <a:pt x="1667161" y="50977"/>
                </a:cubicBezTo>
                <a:cubicBezTo>
                  <a:pt x="1672663" y="54997"/>
                  <a:pt x="1676231" y="59356"/>
                  <a:pt x="1677864" y="64053"/>
                </a:cubicBezTo>
                <a:cubicBezTo>
                  <a:pt x="1678858" y="67042"/>
                  <a:pt x="1679355" y="73909"/>
                  <a:pt x="1679355" y="84654"/>
                </a:cubicBezTo>
                <a:lnTo>
                  <a:pt x="1679355" y="123404"/>
                </a:lnTo>
                <a:cubicBezTo>
                  <a:pt x="1679355" y="127959"/>
                  <a:pt x="1679532" y="130825"/>
                  <a:pt x="1679887" y="132001"/>
                </a:cubicBezTo>
                <a:cubicBezTo>
                  <a:pt x="1680242" y="133174"/>
                  <a:pt x="1680775" y="134046"/>
                  <a:pt x="1681485" y="134616"/>
                </a:cubicBezTo>
                <a:cubicBezTo>
                  <a:pt x="1682195" y="135184"/>
                  <a:pt x="1683011" y="135468"/>
                  <a:pt x="1683934" y="135468"/>
                </a:cubicBezTo>
                <a:cubicBezTo>
                  <a:pt x="1685780" y="135468"/>
                  <a:pt x="1687662" y="134155"/>
                  <a:pt x="1689579" y="131528"/>
                </a:cubicBezTo>
                <a:lnTo>
                  <a:pt x="1692774" y="134084"/>
                </a:lnTo>
                <a:cubicBezTo>
                  <a:pt x="1689224" y="139338"/>
                  <a:pt x="1685550" y="143154"/>
                  <a:pt x="1681751" y="145533"/>
                </a:cubicBezTo>
                <a:cubicBezTo>
                  <a:pt x="1677953" y="147911"/>
                  <a:pt x="1673639" y="149100"/>
                  <a:pt x="1668811" y="149100"/>
                </a:cubicBezTo>
                <a:cubicBezTo>
                  <a:pt x="1663131" y="149100"/>
                  <a:pt x="1658694" y="147760"/>
                  <a:pt x="1655499" y="145080"/>
                </a:cubicBezTo>
                <a:cubicBezTo>
                  <a:pt x="1652304" y="142400"/>
                  <a:pt x="1650351" y="138344"/>
                  <a:pt x="1649641" y="132912"/>
                </a:cubicBezTo>
                <a:moveTo>
                  <a:pt x="1649641" y="125031"/>
                </a:moveTo>
                <a:lnTo>
                  <a:pt x="1649641" y="91717"/>
                </a:lnTo>
                <a:cubicBezTo>
                  <a:pt x="1641050" y="96782"/>
                  <a:pt x="1634660" y="102205"/>
                  <a:pt x="1630471" y="107985"/>
                </a:cubicBezTo>
                <a:cubicBezTo>
                  <a:pt x="1627702" y="111836"/>
                  <a:pt x="1626318" y="115725"/>
                  <a:pt x="1626318" y="119650"/>
                </a:cubicBezTo>
                <a:cubicBezTo>
                  <a:pt x="1626318" y="122931"/>
                  <a:pt x="1627489" y="125821"/>
                  <a:pt x="1629832" y="128320"/>
                </a:cubicBezTo>
                <a:cubicBezTo>
                  <a:pt x="1631607" y="130245"/>
                  <a:pt x="1634092" y="131208"/>
                  <a:pt x="1637287" y="131208"/>
                </a:cubicBezTo>
                <a:cubicBezTo>
                  <a:pt x="1640837" y="131208"/>
                  <a:pt x="1644955" y="129149"/>
                  <a:pt x="1649641" y="125031"/>
                </a:cubicBezTo>
                <a:close/>
                <a:moveTo>
                  <a:pt x="1745066" y="47925"/>
                </a:moveTo>
                <a:lnTo>
                  <a:pt x="1745066" y="70503"/>
                </a:lnTo>
                <a:cubicBezTo>
                  <a:pt x="1751669" y="60208"/>
                  <a:pt x="1757455" y="53374"/>
                  <a:pt x="1762425" y="50002"/>
                </a:cubicBezTo>
                <a:cubicBezTo>
                  <a:pt x="1767395" y="46629"/>
                  <a:pt x="1772188" y="44943"/>
                  <a:pt x="1776803" y="44943"/>
                </a:cubicBezTo>
                <a:cubicBezTo>
                  <a:pt x="1780779" y="44943"/>
                  <a:pt x="1783956" y="46172"/>
                  <a:pt x="1786335" y="48631"/>
                </a:cubicBezTo>
                <a:cubicBezTo>
                  <a:pt x="1788713" y="51089"/>
                  <a:pt x="1789902" y="54563"/>
                  <a:pt x="1789902" y="59051"/>
                </a:cubicBezTo>
                <a:cubicBezTo>
                  <a:pt x="1789902" y="63826"/>
                  <a:pt x="1788749" y="67532"/>
                  <a:pt x="1786441" y="70170"/>
                </a:cubicBezTo>
                <a:cubicBezTo>
                  <a:pt x="1784134" y="72806"/>
                  <a:pt x="1781347" y="74124"/>
                  <a:pt x="1778081" y="74124"/>
                </a:cubicBezTo>
                <a:cubicBezTo>
                  <a:pt x="1774318" y="74124"/>
                  <a:pt x="1771052" y="72917"/>
                  <a:pt x="1768283" y="70503"/>
                </a:cubicBezTo>
                <a:cubicBezTo>
                  <a:pt x="1765514" y="68089"/>
                  <a:pt x="1763881" y="66740"/>
                  <a:pt x="1763384" y="66456"/>
                </a:cubicBezTo>
                <a:cubicBezTo>
                  <a:pt x="1762674" y="66030"/>
                  <a:pt x="1761857" y="65817"/>
                  <a:pt x="1760934" y="65817"/>
                </a:cubicBezTo>
                <a:cubicBezTo>
                  <a:pt x="1758875" y="65817"/>
                  <a:pt x="1756923" y="66598"/>
                  <a:pt x="1755077" y="68160"/>
                </a:cubicBezTo>
                <a:cubicBezTo>
                  <a:pt x="1752166" y="70574"/>
                  <a:pt x="1749965" y="74018"/>
                  <a:pt x="1748474" y="78491"/>
                </a:cubicBezTo>
                <a:cubicBezTo>
                  <a:pt x="1746202" y="85378"/>
                  <a:pt x="1745066" y="92975"/>
                  <a:pt x="1745066" y="101282"/>
                </a:cubicBezTo>
                <a:lnTo>
                  <a:pt x="1745066" y="124179"/>
                </a:lnTo>
                <a:lnTo>
                  <a:pt x="1745172" y="130143"/>
                </a:lnTo>
                <a:cubicBezTo>
                  <a:pt x="1745172" y="134190"/>
                  <a:pt x="1745421" y="136782"/>
                  <a:pt x="1745918" y="137918"/>
                </a:cubicBezTo>
                <a:cubicBezTo>
                  <a:pt x="1746770" y="139835"/>
                  <a:pt x="1748030" y="141237"/>
                  <a:pt x="1749698" y="142125"/>
                </a:cubicBezTo>
                <a:cubicBezTo>
                  <a:pt x="1751367" y="143012"/>
                  <a:pt x="1754189" y="143562"/>
                  <a:pt x="1758165" y="143775"/>
                </a:cubicBezTo>
                <a:lnTo>
                  <a:pt x="1758165" y="147609"/>
                </a:lnTo>
                <a:lnTo>
                  <a:pt x="1704383" y="147609"/>
                </a:lnTo>
                <a:lnTo>
                  <a:pt x="1704383" y="143775"/>
                </a:lnTo>
                <a:cubicBezTo>
                  <a:pt x="1708714" y="143420"/>
                  <a:pt x="1711642" y="142231"/>
                  <a:pt x="1713169" y="140208"/>
                </a:cubicBezTo>
                <a:cubicBezTo>
                  <a:pt x="1714695" y="138184"/>
                  <a:pt x="1715459" y="132841"/>
                  <a:pt x="1715459" y="124179"/>
                </a:cubicBezTo>
                <a:lnTo>
                  <a:pt x="1715459" y="69012"/>
                </a:lnTo>
                <a:cubicBezTo>
                  <a:pt x="1715459" y="63297"/>
                  <a:pt x="1715175" y="59653"/>
                  <a:pt x="1714607" y="58083"/>
                </a:cubicBezTo>
                <a:cubicBezTo>
                  <a:pt x="1713897" y="56081"/>
                  <a:pt x="1712867" y="54617"/>
                  <a:pt x="1711518" y="53689"/>
                </a:cubicBezTo>
                <a:cubicBezTo>
                  <a:pt x="1710169" y="52760"/>
                  <a:pt x="1707791" y="52116"/>
                  <a:pt x="1704383" y="51759"/>
                </a:cubicBezTo>
                <a:lnTo>
                  <a:pt x="1704383" y="47925"/>
                </a:lnTo>
                <a:lnTo>
                  <a:pt x="1745066" y="47925"/>
                </a:lnTo>
                <a:close/>
                <a:moveTo>
                  <a:pt x="1823894" y="0"/>
                </a:moveTo>
                <a:cubicBezTo>
                  <a:pt x="1828509" y="0"/>
                  <a:pt x="1832414" y="1621"/>
                  <a:pt x="1835609" y="4862"/>
                </a:cubicBezTo>
                <a:cubicBezTo>
                  <a:pt x="1838804" y="8102"/>
                  <a:pt x="1840402" y="12001"/>
                  <a:pt x="1840402" y="16561"/>
                </a:cubicBezTo>
                <a:cubicBezTo>
                  <a:pt x="1840402" y="21120"/>
                  <a:pt x="1838786" y="25003"/>
                  <a:pt x="1835556" y="28209"/>
                </a:cubicBezTo>
                <a:cubicBezTo>
                  <a:pt x="1832325" y="31413"/>
                  <a:pt x="1828438" y="33015"/>
                  <a:pt x="1823894" y="33015"/>
                </a:cubicBezTo>
                <a:cubicBezTo>
                  <a:pt x="1819350" y="33015"/>
                  <a:pt x="1815481" y="31413"/>
                  <a:pt x="1812286" y="28209"/>
                </a:cubicBezTo>
                <a:cubicBezTo>
                  <a:pt x="1809091" y="25003"/>
                  <a:pt x="1807493" y="21120"/>
                  <a:pt x="1807493" y="16561"/>
                </a:cubicBezTo>
                <a:cubicBezTo>
                  <a:pt x="1807493" y="12001"/>
                  <a:pt x="1809091" y="8102"/>
                  <a:pt x="1812286" y="4862"/>
                </a:cubicBezTo>
                <a:cubicBezTo>
                  <a:pt x="1815481" y="1621"/>
                  <a:pt x="1819350" y="0"/>
                  <a:pt x="1823894" y="0"/>
                </a:cubicBezTo>
                <a:moveTo>
                  <a:pt x="1838804" y="47925"/>
                </a:moveTo>
                <a:lnTo>
                  <a:pt x="1838804" y="126948"/>
                </a:lnTo>
                <a:cubicBezTo>
                  <a:pt x="1838804" y="133977"/>
                  <a:pt x="1839621" y="138468"/>
                  <a:pt x="1841254" y="140421"/>
                </a:cubicBezTo>
                <a:cubicBezTo>
                  <a:pt x="1842887" y="142373"/>
                  <a:pt x="1846082" y="143491"/>
                  <a:pt x="1850839" y="143775"/>
                </a:cubicBezTo>
                <a:lnTo>
                  <a:pt x="1850839" y="147609"/>
                </a:lnTo>
                <a:lnTo>
                  <a:pt x="1797056" y="147609"/>
                </a:lnTo>
                <a:lnTo>
                  <a:pt x="1797056" y="143775"/>
                </a:lnTo>
                <a:cubicBezTo>
                  <a:pt x="1801458" y="143633"/>
                  <a:pt x="1804724" y="142355"/>
                  <a:pt x="1806854" y="139941"/>
                </a:cubicBezTo>
                <a:cubicBezTo>
                  <a:pt x="1808274" y="138308"/>
                  <a:pt x="1808984" y="133977"/>
                  <a:pt x="1808984" y="126948"/>
                </a:cubicBezTo>
                <a:lnTo>
                  <a:pt x="1808984" y="68799"/>
                </a:lnTo>
                <a:cubicBezTo>
                  <a:pt x="1808984" y="61681"/>
                  <a:pt x="1808168" y="57134"/>
                  <a:pt x="1806535" y="55157"/>
                </a:cubicBezTo>
                <a:cubicBezTo>
                  <a:pt x="1804902" y="53180"/>
                  <a:pt x="1801742" y="52048"/>
                  <a:pt x="1797056" y="51759"/>
                </a:cubicBezTo>
                <a:lnTo>
                  <a:pt x="1797056" y="47925"/>
                </a:lnTo>
                <a:lnTo>
                  <a:pt x="1838804" y="47925"/>
                </a:lnTo>
                <a:close/>
                <a:moveTo>
                  <a:pt x="1900078" y="11289"/>
                </a:moveTo>
                <a:lnTo>
                  <a:pt x="1900078" y="47925"/>
                </a:lnTo>
                <a:lnTo>
                  <a:pt x="1923721" y="47925"/>
                </a:lnTo>
                <a:lnTo>
                  <a:pt x="1923721" y="58362"/>
                </a:lnTo>
                <a:lnTo>
                  <a:pt x="1900078" y="58362"/>
                </a:lnTo>
                <a:lnTo>
                  <a:pt x="1900078" y="119979"/>
                </a:lnTo>
                <a:cubicBezTo>
                  <a:pt x="1900078" y="125746"/>
                  <a:pt x="1900344" y="129466"/>
                  <a:pt x="1900877" y="131139"/>
                </a:cubicBezTo>
                <a:cubicBezTo>
                  <a:pt x="1901409" y="132811"/>
                  <a:pt x="1902350" y="134165"/>
                  <a:pt x="1903699" y="135199"/>
                </a:cubicBezTo>
                <a:cubicBezTo>
                  <a:pt x="1905048" y="136231"/>
                  <a:pt x="1906291" y="136746"/>
                  <a:pt x="1907427" y="136746"/>
                </a:cubicBezTo>
                <a:cubicBezTo>
                  <a:pt x="1912042" y="136746"/>
                  <a:pt x="1916408" y="133196"/>
                  <a:pt x="1920526" y="126096"/>
                </a:cubicBezTo>
                <a:lnTo>
                  <a:pt x="1923721" y="128463"/>
                </a:lnTo>
                <a:cubicBezTo>
                  <a:pt x="1917970" y="142221"/>
                  <a:pt x="1908634" y="149100"/>
                  <a:pt x="1895712" y="149100"/>
                </a:cubicBezTo>
                <a:cubicBezTo>
                  <a:pt x="1889393" y="149100"/>
                  <a:pt x="1884050" y="147338"/>
                  <a:pt x="1879683" y="143812"/>
                </a:cubicBezTo>
                <a:cubicBezTo>
                  <a:pt x="1875317" y="140284"/>
                  <a:pt x="1872530" y="136347"/>
                  <a:pt x="1871323" y="132001"/>
                </a:cubicBezTo>
                <a:cubicBezTo>
                  <a:pt x="1870613" y="129578"/>
                  <a:pt x="1870258" y="123022"/>
                  <a:pt x="1870258" y="112335"/>
                </a:cubicBezTo>
                <a:lnTo>
                  <a:pt x="1870258" y="58362"/>
                </a:lnTo>
                <a:lnTo>
                  <a:pt x="1857265" y="58362"/>
                </a:lnTo>
                <a:lnTo>
                  <a:pt x="1857265" y="54625"/>
                </a:lnTo>
                <a:cubicBezTo>
                  <a:pt x="1866211" y="48292"/>
                  <a:pt x="1873826" y="41639"/>
                  <a:pt x="1880109" y="34666"/>
                </a:cubicBezTo>
                <a:cubicBezTo>
                  <a:pt x="1886393" y="27692"/>
                  <a:pt x="1891878" y="19900"/>
                  <a:pt x="1896564" y="11289"/>
                </a:cubicBezTo>
                <a:lnTo>
                  <a:pt x="1900078" y="11289"/>
                </a:lnTo>
                <a:close/>
                <a:moveTo>
                  <a:pt x="1978887" y="151753"/>
                </a:moveTo>
                <a:lnTo>
                  <a:pt x="1946723" y="77775"/>
                </a:lnTo>
                <a:cubicBezTo>
                  <a:pt x="1941895" y="66570"/>
                  <a:pt x="1938328" y="59683"/>
                  <a:pt x="1936020" y="57114"/>
                </a:cubicBezTo>
                <a:cubicBezTo>
                  <a:pt x="1933713" y="54543"/>
                  <a:pt x="1930926" y="52758"/>
                  <a:pt x="1927660" y="51759"/>
                </a:cubicBezTo>
                <a:lnTo>
                  <a:pt x="1927660" y="47925"/>
                </a:lnTo>
                <a:lnTo>
                  <a:pt x="1980591" y="47925"/>
                </a:lnTo>
                <a:lnTo>
                  <a:pt x="1980591" y="51759"/>
                </a:lnTo>
                <a:cubicBezTo>
                  <a:pt x="1977112" y="51901"/>
                  <a:pt x="1974662" y="52579"/>
                  <a:pt x="1973242" y="53793"/>
                </a:cubicBezTo>
                <a:cubicBezTo>
                  <a:pt x="1971822" y="55004"/>
                  <a:pt x="1971112" y="56466"/>
                  <a:pt x="1971112" y="58179"/>
                </a:cubicBezTo>
                <a:cubicBezTo>
                  <a:pt x="1971112" y="60888"/>
                  <a:pt x="1972887" y="66238"/>
                  <a:pt x="1976437" y="74227"/>
                </a:cubicBezTo>
                <a:lnTo>
                  <a:pt x="1993477" y="113390"/>
                </a:lnTo>
                <a:lnTo>
                  <a:pt x="2005086" y="83127"/>
                </a:lnTo>
                <a:cubicBezTo>
                  <a:pt x="2009275" y="72350"/>
                  <a:pt x="2011369" y="64856"/>
                  <a:pt x="2011369" y="60645"/>
                </a:cubicBezTo>
                <a:cubicBezTo>
                  <a:pt x="2011369" y="58005"/>
                  <a:pt x="2010499" y="55899"/>
                  <a:pt x="2008760" y="54328"/>
                </a:cubicBezTo>
                <a:cubicBezTo>
                  <a:pt x="2007020" y="52758"/>
                  <a:pt x="2003950" y="51901"/>
                  <a:pt x="1999548" y="51759"/>
                </a:cubicBezTo>
                <a:lnTo>
                  <a:pt x="1999548" y="47925"/>
                </a:lnTo>
                <a:lnTo>
                  <a:pt x="2032882" y="47925"/>
                </a:lnTo>
                <a:lnTo>
                  <a:pt x="2032882" y="51759"/>
                </a:lnTo>
                <a:cubicBezTo>
                  <a:pt x="2029616" y="52116"/>
                  <a:pt x="2026954" y="53383"/>
                  <a:pt x="2024895" y="55560"/>
                </a:cubicBezTo>
                <a:cubicBezTo>
                  <a:pt x="2022836" y="57736"/>
                  <a:pt x="2019392" y="65142"/>
                  <a:pt x="2014564" y="77775"/>
                </a:cubicBezTo>
                <a:lnTo>
                  <a:pt x="1986129" y="151656"/>
                </a:lnTo>
                <a:cubicBezTo>
                  <a:pt x="1978958" y="170117"/>
                  <a:pt x="1973633" y="181477"/>
                  <a:pt x="1970154" y="185737"/>
                </a:cubicBezTo>
                <a:cubicBezTo>
                  <a:pt x="1965255" y="191701"/>
                  <a:pt x="1959113" y="194683"/>
                  <a:pt x="1951729" y="194683"/>
                </a:cubicBezTo>
                <a:cubicBezTo>
                  <a:pt x="1945836" y="194683"/>
                  <a:pt x="1941061" y="192996"/>
                  <a:pt x="1937405" y="189624"/>
                </a:cubicBezTo>
                <a:cubicBezTo>
                  <a:pt x="1933748" y="186251"/>
                  <a:pt x="1931920" y="182187"/>
                  <a:pt x="1931920" y="177430"/>
                </a:cubicBezTo>
                <a:cubicBezTo>
                  <a:pt x="1931920" y="173312"/>
                  <a:pt x="1933180" y="169904"/>
                  <a:pt x="1935701" y="167206"/>
                </a:cubicBezTo>
                <a:cubicBezTo>
                  <a:pt x="1938221" y="164508"/>
                  <a:pt x="1941327" y="163159"/>
                  <a:pt x="1945019" y="163159"/>
                </a:cubicBezTo>
                <a:cubicBezTo>
                  <a:pt x="1948569" y="163159"/>
                  <a:pt x="1951427" y="164288"/>
                  <a:pt x="1953593" y="166547"/>
                </a:cubicBezTo>
                <a:cubicBezTo>
                  <a:pt x="1955758" y="168807"/>
                  <a:pt x="1956876" y="172304"/>
                  <a:pt x="1956947" y="177037"/>
                </a:cubicBezTo>
                <a:cubicBezTo>
                  <a:pt x="1957018" y="179722"/>
                  <a:pt x="1957338" y="181452"/>
                  <a:pt x="1957906" y="182229"/>
                </a:cubicBezTo>
                <a:cubicBezTo>
                  <a:pt x="1958474" y="183005"/>
                  <a:pt x="1959290" y="183394"/>
                  <a:pt x="1960355" y="183394"/>
                </a:cubicBezTo>
                <a:cubicBezTo>
                  <a:pt x="1962059" y="183394"/>
                  <a:pt x="1963870" y="182369"/>
                  <a:pt x="1965787" y="180318"/>
                </a:cubicBezTo>
                <a:cubicBezTo>
                  <a:pt x="1968627" y="177350"/>
                  <a:pt x="1971964" y="170565"/>
                  <a:pt x="1975798" y="159963"/>
                </a:cubicBezTo>
                <a:lnTo>
                  <a:pt x="1978887" y="151753"/>
                </a:lnTo>
                <a:close/>
                <a:moveTo>
                  <a:pt x="2193378" y="98280"/>
                </a:moveTo>
                <a:lnTo>
                  <a:pt x="2232571" y="3195"/>
                </a:lnTo>
                <a:lnTo>
                  <a:pt x="2291359" y="3195"/>
                </a:lnTo>
                <a:lnTo>
                  <a:pt x="2291359" y="7029"/>
                </a:lnTo>
                <a:lnTo>
                  <a:pt x="2286673" y="7029"/>
                </a:lnTo>
                <a:cubicBezTo>
                  <a:pt x="2282413" y="7029"/>
                  <a:pt x="2279005" y="7786"/>
                  <a:pt x="2276449" y="9299"/>
                </a:cubicBezTo>
                <a:cubicBezTo>
                  <a:pt x="2274674" y="10308"/>
                  <a:pt x="2273254" y="12003"/>
                  <a:pt x="2272189" y="14384"/>
                </a:cubicBezTo>
                <a:cubicBezTo>
                  <a:pt x="2271408" y="16115"/>
                  <a:pt x="2271017" y="20621"/>
                  <a:pt x="2271017" y="27903"/>
                </a:cubicBezTo>
                <a:lnTo>
                  <a:pt x="2271017" y="122901"/>
                </a:lnTo>
                <a:cubicBezTo>
                  <a:pt x="2271017" y="130323"/>
                  <a:pt x="2271408" y="134963"/>
                  <a:pt x="2272189" y="136820"/>
                </a:cubicBezTo>
                <a:cubicBezTo>
                  <a:pt x="2272970" y="138675"/>
                  <a:pt x="2274567" y="140298"/>
                  <a:pt x="2276981" y="141689"/>
                </a:cubicBezTo>
                <a:cubicBezTo>
                  <a:pt x="2279395" y="143080"/>
                  <a:pt x="2282626" y="143775"/>
                  <a:pt x="2286673" y="143775"/>
                </a:cubicBezTo>
                <a:lnTo>
                  <a:pt x="2291359" y="143775"/>
                </a:lnTo>
                <a:lnTo>
                  <a:pt x="2291359" y="147609"/>
                </a:lnTo>
                <a:lnTo>
                  <a:pt x="2215957" y="147609"/>
                </a:lnTo>
                <a:lnTo>
                  <a:pt x="2215957" y="143775"/>
                </a:lnTo>
                <a:lnTo>
                  <a:pt x="2220643" y="143775"/>
                </a:lnTo>
                <a:cubicBezTo>
                  <a:pt x="2224903" y="143775"/>
                  <a:pt x="2228311" y="143027"/>
                  <a:pt x="2230867" y="141529"/>
                </a:cubicBezTo>
                <a:cubicBezTo>
                  <a:pt x="2232642" y="140528"/>
                  <a:pt x="2234062" y="138815"/>
                  <a:pt x="2235127" y="136390"/>
                </a:cubicBezTo>
                <a:cubicBezTo>
                  <a:pt x="2235908" y="134677"/>
                  <a:pt x="2236298" y="130181"/>
                  <a:pt x="2236298" y="122901"/>
                </a:cubicBezTo>
                <a:lnTo>
                  <a:pt x="2236298" y="15869"/>
                </a:lnTo>
                <a:lnTo>
                  <a:pt x="2180918" y="147609"/>
                </a:lnTo>
                <a:lnTo>
                  <a:pt x="2178362" y="147609"/>
                </a:lnTo>
                <a:lnTo>
                  <a:pt x="2122130" y="16721"/>
                </a:lnTo>
                <a:lnTo>
                  <a:pt x="2122130" y="118428"/>
                </a:lnTo>
                <a:cubicBezTo>
                  <a:pt x="2122130" y="125588"/>
                  <a:pt x="2122307" y="129991"/>
                  <a:pt x="2122662" y="131638"/>
                </a:cubicBezTo>
                <a:cubicBezTo>
                  <a:pt x="2123585" y="135219"/>
                  <a:pt x="2125591" y="138138"/>
                  <a:pt x="2128679" y="140394"/>
                </a:cubicBezTo>
                <a:cubicBezTo>
                  <a:pt x="2131768" y="142648"/>
                  <a:pt x="2136614" y="143775"/>
                  <a:pt x="2143217" y="143775"/>
                </a:cubicBezTo>
                <a:lnTo>
                  <a:pt x="2143217" y="147609"/>
                </a:lnTo>
                <a:lnTo>
                  <a:pt x="2093801" y="147609"/>
                </a:lnTo>
                <a:lnTo>
                  <a:pt x="2093801" y="143775"/>
                </a:lnTo>
                <a:lnTo>
                  <a:pt x="2095292" y="143775"/>
                </a:lnTo>
                <a:cubicBezTo>
                  <a:pt x="2098487" y="143846"/>
                  <a:pt x="2101469" y="143325"/>
                  <a:pt x="2104238" y="142211"/>
                </a:cubicBezTo>
                <a:cubicBezTo>
                  <a:pt x="2107007" y="141097"/>
                  <a:pt x="2109101" y="139605"/>
                  <a:pt x="2110521" y="137735"/>
                </a:cubicBezTo>
                <a:cubicBezTo>
                  <a:pt x="2111941" y="135864"/>
                  <a:pt x="2113042" y="133239"/>
                  <a:pt x="2113823" y="129857"/>
                </a:cubicBezTo>
                <a:cubicBezTo>
                  <a:pt x="2113965" y="129067"/>
                  <a:pt x="2114036" y="125400"/>
                  <a:pt x="2114036" y="118854"/>
                </a:cubicBezTo>
                <a:lnTo>
                  <a:pt x="2114036" y="27903"/>
                </a:lnTo>
                <a:cubicBezTo>
                  <a:pt x="2114036" y="20477"/>
                  <a:pt x="2113645" y="15844"/>
                  <a:pt x="2112864" y="14005"/>
                </a:cubicBezTo>
                <a:cubicBezTo>
                  <a:pt x="2112083" y="12165"/>
                  <a:pt x="2110486" y="10544"/>
                  <a:pt x="2108072" y="9139"/>
                </a:cubicBezTo>
                <a:cubicBezTo>
                  <a:pt x="2105658" y="7732"/>
                  <a:pt x="2102427" y="7029"/>
                  <a:pt x="2098380" y="7029"/>
                </a:cubicBezTo>
                <a:lnTo>
                  <a:pt x="2093801" y="7029"/>
                </a:lnTo>
                <a:lnTo>
                  <a:pt x="2093801" y="3195"/>
                </a:lnTo>
                <a:lnTo>
                  <a:pt x="2152802" y="3195"/>
                </a:lnTo>
                <a:lnTo>
                  <a:pt x="2193378" y="98280"/>
                </a:lnTo>
                <a:close/>
                <a:moveTo>
                  <a:pt x="2387029" y="94146"/>
                </a:moveTo>
                <a:lnTo>
                  <a:pt x="2332395" y="94146"/>
                </a:lnTo>
                <a:cubicBezTo>
                  <a:pt x="2333034" y="107388"/>
                  <a:pt x="2336548" y="117853"/>
                  <a:pt x="2342938" y="125541"/>
                </a:cubicBezTo>
                <a:cubicBezTo>
                  <a:pt x="2347837" y="131449"/>
                  <a:pt x="2353730" y="134403"/>
                  <a:pt x="2360617" y="134403"/>
                </a:cubicBezTo>
                <a:cubicBezTo>
                  <a:pt x="2364877" y="134403"/>
                  <a:pt x="2368747" y="133214"/>
                  <a:pt x="2372226" y="130836"/>
                </a:cubicBezTo>
                <a:cubicBezTo>
                  <a:pt x="2375705" y="128457"/>
                  <a:pt x="2379432" y="124179"/>
                  <a:pt x="2383408" y="118002"/>
                </a:cubicBezTo>
                <a:lnTo>
                  <a:pt x="2387029" y="120345"/>
                </a:lnTo>
                <a:cubicBezTo>
                  <a:pt x="2381633" y="131350"/>
                  <a:pt x="2375669" y="139143"/>
                  <a:pt x="2369137" y="143722"/>
                </a:cubicBezTo>
                <a:cubicBezTo>
                  <a:pt x="2362605" y="148302"/>
                  <a:pt x="2355044" y="150591"/>
                  <a:pt x="2346453" y="150591"/>
                </a:cubicBezTo>
                <a:cubicBezTo>
                  <a:pt x="2331685" y="150591"/>
                  <a:pt x="2320502" y="144906"/>
                  <a:pt x="2312905" y="133535"/>
                </a:cubicBezTo>
                <a:cubicBezTo>
                  <a:pt x="2306799" y="124367"/>
                  <a:pt x="2303746" y="112996"/>
                  <a:pt x="2303746" y="99421"/>
                </a:cubicBezTo>
                <a:cubicBezTo>
                  <a:pt x="2303746" y="82790"/>
                  <a:pt x="2308237" y="69552"/>
                  <a:pt x="2317219" y="59710"/>
                </a:cubicBezTo>
                <a:cubicBezTo>
                  <a:pt x="2326200" y="49865"/>
                  <a:pt x="2336726" y="44943"/>
                  <a:pt x="2348796" y="44943"/>
                </a:cubicBezTo>
                <a:cubicBezTo>
                  <a:pt x="2358878" y="44943"/>
                  <a:pt x="2367629" y="49079"/>
                  <a:pt x="2375048" y="57350"/>
                </a:cubicBezTo>
                <a:cubicBezTo>
                  <a:pt x="2382468" y="65622"/>
                  <a:pt x="2386461" y="77887"/>
                  <a:pt x="2387029" y="94146"/>
                </a:cubicBezTo>
                <a:moveTo>
                  <a:pt x="2360830" y="87117"/>
                </a:moveTo>
                <a:cubicBezTo>
                  <a:pt x="2360830" y="75686"/>
                  <a:pt x="2360209" y="67841"/>
                  <a:pt x="2358967" y="63581"/>
                </a:cubicBezTo>
                <a:cubicBezTo>
                  <a:pt x="2357724" y="59321"/>
                  <a:pt x="2355789" y="56090"/>
                  <a:pt x="2353162" y="53889"/>
                </a:cubicBezTo>
                <a:cubicBezTo>
                  <a:pt x="2351671" y="52611"/>
                  <a:pt x="2349683" y="51972"/>
                  <a:pt x="2347198" y="51972"/>
                </a:cubicBezTo>
                <a:cubicBezTo>
                  <a:pt x="2343506" y="51972"/>
                  <a:pt x="2340489" y="53783"/>
                  <a:pt x="2338146" y="57404"/>
                </a:cubicBezTo>
                <a:cubicBezTo>
                  <a:pt x="2333957" y="63723"/>
                  <a:pt x="2331862" y="72385"/>
                  <a:pt x="2331862" y="83390"/>
                </a:cubicBezTo>
                <a:lnTo>
                  <a:pt x="2331862" y="87117"/>
                </a:lnTo>
                <a:lnTo>
                  <a:pt x="2360830" y="87117"/>
                </a:lnTo>
                <a:close/>
                <a:moveTo>
                  <a:pt x="2438381" y="11289"/>
                </a:moveTo>
                <a:lnTo>
                  <a:pt x="2438381" y="47925"/>
                </a:lnTo>
                <a:lnTo>
                  <a:pt x="2462024" y="47925"/>
                </a:lnTo>
                <a:lnTo>
                  <a:pt x="2462024" y="58362"/>
                </a:lnTo>
                <a:lnTo>
                  <a:pt x="2438381" y="58362"/>
                </a:lnTo>
                <a:lnTo>
                  <a:pt x="2438381" y="119979"/>
                </a:lnTo>
                <a:cubicBezTo>
                  <a:pt x="2438381" y="125746"/>
                  <a:pt x="2438647" y="129466"/>
                  <a:pt x="2439179" y="131139"/>
                </a:cubicBezTo>
                <a:cubicBezTo>
                  <a:pt x="2439712" y="132811"/>
                  <a:pt x="2440653" y="134165"/>
                  <a:pt x="2442002" y="135199"/>
                </a:cubicBezTo>
                <a:cubicBezTo>
                  <a:pt x="2443351" y="136231"/>
                  <a:pt x="2444593" y="136746"/>
                  <a:pt x="2445729" y="136746"/>
                </a:cubicBezTo>
                <a:cubicBezTo>
                  <a:pt x="2450344" y="136746"/>
                  <a:pt x="2454711" y="133196"/>
                  <a:pt x="2458829" y="126096"/>
                </a:cubicBezTo>
                <a:lnTo>
                  <a:pt x="2462024" y="128463"/>
                </a:lnTo>
                <a:cubicBezTo>
                  <a:pt x="2456273" y="142221"/>
                  <a:pt x="2446936" y="149100"/>
                  <a:pt x="2434014" y="149100"/>
                </a:cubicBezTo>
                <a:cubicBezTo>
                  <a:pt x="2427695" y="149100"/>
                  <a:pt x="2422352" y="147338"/>
                  <a:pt x="2417986" y="143812"/>
                </a:cubicBezTo>
                <a:cubicBezTo>
                  <a:pt x="2413619" y="140284"/>
                  <a:pt x="2410832" y="136347"/>
                  <a:pt x="2409625" y="132001"/>
                </a:cubicBezTo>
                <a:cubicBezTo>
                  <a:pt x="2408915" y="129578"/>
                  <a:pt x="2408560" y="123022"/>
                  <a:pt x="2408560" y="112335"/>
                </a:cubicBezTo>
                <a:lnTo>
                  <a:pt x="2408560" y="58362"/>
                </a:lnTo>
                <a:lnTo>
                  <a:pt x="2395567" y="58362"/>
                </a:lnTo>
                <a:lnTo>
                  <a:pt x="2395567" y="54625"/>
                </a:lnTo>
                <a:cubicBezTo>
                  <a:pt x="2404513" y="48292"/>
                  <a:pt x="2412128" y="41639"/>
                  <a:pt x="2418412" y="34666"/>
                </a:cubicBezTo>
                <a:cubicBezTo>
                  <a:pt x="2424695" y="27692"/>
                  <a:pt x="2430180" y="19900"/>
                  <a:pt x="2434866" y="11289"/>
                </a:cubicBezTo>
                <a:lnTo>
                  <a:pt x="2438381" y="11289"/>
                </a:lnTo>
                <a:close/>
                <a:moveTo>
                  <a:pt x="2512822" y="47925"/>
                </a:moveTo>
                <a:lnTo>
                  <a:pt x="2512822" y="70503"/>
                </a:lnTo>
                <a:cubicBezTo>
                  <a:pt x="2519425" y="60208"/>
                  <a:pt x="2525212" y="53374"/>
                  <a:pt x="2530182" y="50002"/>
                </a:cubicBezTo>
                <a:cubicBezTo>
                  <a:pt x="2535152" y="46629"/>
                  <a:pt x="2539945" y="44943"/>
                  <a:pt x="2544560" y="44943"/>
                </a:cubicBezTo>
                <a:cubicBezTo>
                  <a:pt x="2548536" y="44943"/>
                  <a:pt x="2551713" y="46172"/>
                  <a:pt x="2554091" y="48631"/>
                </a:cubicBezTo>
                <a:cubicBezTo>
                  <a:pt x="2556470" y="51089"/>
                  <a:pt x="2557659" y="54563"/>
                  <a:pt x="2557659" y="59051"/>
                </a:cubicBezTo>
                <a:cubicBezTo>
                  <a:pt x="2557659" y="63826"/>
                  <a:pt x="2556505" y="67532"/>
                  <a:pt x="2554198" y="70170"/>
                </a:cubicBezTo>
                <a:cubicBezTo>
                  <a:pt x="2551890" y="72806"/>
                  <a:pt x="2549104" y="74124"/>
                  <a:pt x="2545838" y="74124"/>
                </a:cubicBezTo>
                <a:cubicBezTo>
                  <a:pt x="2542075" y="74124"/>
                  <a:pt x="2538809" y="72917"/>
                  <a:pt x="2536040" y="70503"/>
                </a:cubicBezTo>
                <a:cubicBezTo>
                  <a:pt x="2533271" y="68089"/>
                  <a:pt x="2531638" y="66740"/>
                  <a:pt x="2531141" y="66456"/>
                </a:cubicBezTo>
                <a:cubicBezTo>
                  <a:pt x="2530431" y="66030"/>
                  <a:pt x="2529614" y="65817"/>
                  <a:pt x="2528691" y="65817"/>
                </a:cubicBezTo>
                <a:cubicBezTo>
                  <a:pt x="2526632" y="65817"/>
                  <a:pt x="2524679" y="66598"/>
                  <a:pt x="2522833" y="68160"/>
                </a:cubicBezTo>
                <a:cubicBezTo>
                  <a:pt x="2519922" y="70574"/>
                  <a:pt x="2517721" y="74018"/>
                  <a:pt x="2516230" y="78491"/>
                </a:cubicBezTo>
                <a:cubicBezTo>
                  <a:pt x="2513958" y="85378"/>
                  <a:pt x="2512822" y="92975"/>
                  <a:pt x="2512822" y="101282"/>
                </a:cubicBezTo>
                <a:lnTo>
                  <a:pt x="2512822" y="124179"/>
                </a:lnTo>
                <a:lnTo>
                  <a:pt x="2512929" y="130143"/>
                </a:lnTo>
                <a:cubicBezTo>
                  <a:pt x="2512929" y="134190"/>
                  <a:pt x="2513177" y="136782"/>
                  <a:pt x="2513674" y="137918"/>
                </a:cubicBezTo>
                <a:cubicBezTo>
                  <a:pt x="2514526" y="139835"/>
                  <a:pt x="2515787" y="141237"/>
                  <a:pt x="2517455" y="142125"/>
                </a:cubicBezTo>
                <a:cubicBezTo>
                  <a:pt x="2519124" y="143012"/>
                  <a:pt x="2521946" y="143562"/>
                  <a:pt x="2525922" y="143775"/>
                </a:cubicBezTo>
                <a:lnTo>
                  <a:pt x="2525922" y="147609"/>
                </a:lnTo>
                <a:lnTo>
                  <a:pt x="2472139" y="147609"/>
                </a:lnTo>
                <a:lnTo>
                  <a:pt x="2472139" y="143775"/>
                </a:lnTo>
                <a:cubicBezTo>
                  <a:pt x="2476470" y="143420"/>
                  <a:pt x="2479399" y="142231"/>
                  <a:pt x="2480926" y="140208"/>
                </a:cubicBezTo>
                <a:cubicBezTo>
                  <a:pt x="2482452" y="138184"/>
                  <a:pt x="2483215" y="132841"/>
                  <a:pt x="2483215" y="124179"/>
                </a:cubicBezTo>
                <a:lnTo>
                  <a:pt x="2483215" y="69012"/>
                </a:lnTo>
                <a:cubicBezTo>
                  <a:pt x="2483215" y="63297"/>
                  <a:pt x="2482931" y="59653"/>
                  <a:pt x="2482363" y="58083"/>
                </a:cubicBezTo>
                <a:cubicBezTo>
                  <a:pt x="2481653" y="56081"/>
                  <a:pt x="2480624" y="54617"/>
                  <a:pt x="2479275" y="53689"/>
                </a:cubicBezTo>
                <a:cubicBezTo>
                  <a:pt x="2477926" y="52760"/>
                  <a:pt x="2475547" y="52116"/>
                  <a:pt x="2472139" y="51759"/>
                </a:cubicBezTo>
                <a:lnTo>
                  <a:pt x="2472139" y="47925"/>
                </a:lnTo>
                <a:lnTo>
                  <a:pt x="2512822" y="47925"/>
                </a:lnTo>
                <a:close/>
                <a:moveTo>
                  <a:pt x="2592305" y="0"/>
                </a:moveTo>
                <a:cubicBezTo>
                  <a:pt x="2596920" y="0"/>
                  <a:pt x="2600825" y="1621"/>
                  <a:pt x="2604020" y="4862"/>
                </a:cubicBezTo>
                <a:cubicBezTo>
                  <a:pt x="2607215" y="8102"/>
                  <a:pt x="2608813" y="12001"/>
                  <a:pt x="2608813" y="16561"/>
                </a:cubicBezTo>
                <a:cubicBezTo>
                  <a:pt x="2608813" y="21120"/>
                  <a:pt x="2607197" y="25003"/>
                  <a:pt x="2603967" y="28209"/>
                </a:cubicBezTo>
                <a:cubicBezTo>
                  <a:pt x="2600736" y="31413"/>
                  <a:pt x="2596849" y="33015"/>
                  <a:pt x="2592305" y="33015"/>
                </a:cubicBezTo>
                <a:cubicBezTo>
                  <a:pt x="2587761" y="33015"/>
                  <a:pt x="2583891" y="31413"/>
                  <a:pt x="2580696" y="28209"/>
                </a:cubicBezTo>
                <a:cubicBezTo>
                  <a:pt x="2577501" y="25003"/>
                  <a:pt x="2575904" y="21120"/>
                  <a:pt x="2575904" y="16561"/>
                </a:cubicBezTo>
                <a:cubicBezTo>
                  <a:pt x="2575904" y="12001"/>
                  <a:pt x="2577501" y="8102"/>
                  <a:pt x="2580696" y="4862"/>
                </a:cubicBezTo>
                <a:cubicBezTo>
                  <a:pt x="2583891" y="1621"/>
                  <a:pt x="2587761" y="0"/>
                  <a:pt x="2592305" y="0"/>
                </a:cubicBezTo>
                <a:moveTo>
                  <a:pt x="2607215" y="47925"/>
                </a:moveTo>
                <a:lnTo>
                  <a:pt x="2607215" y="126948"/>
                </a:lnTo>
                <a:cubicBezTo>
                  <a:pt x="2607215" y="133977"/>
                  <a:pt x="2608032" y="138468"/>
                  <a:pt x="2609665" y="140421"/>
                </a:cubicBezTo>
                <a:cubicBezTo>
                  <a:pt x="2611298" y="142373"/>
                  <a:pt x="2614493" y="143491"/>
                  <a:pt x="2619250" y="143775"/>
                </a:cubicBezTo>
                <a:lnTo>
                  <a:pt x="2619250" y="147609"/>
                </a:lnTo>
                <a:lnTo>
                  <a:pt x="2565467" y="147609"/>
                </a:lnTo>
                <a:lnTo>
                  <a:pt x="2565467" y="143775"/>
                </a:lnTo>
                <a:cubicBezTo>
                  <a:pt x="2569869" y="143633"/>
                  <a:pt x="2573135" y="142355"/>
                  <a:pt x="2575265" y="139941"/>
                </a:cubicBezTo>
                <a:cubicBezTo>
                  <a:pt x="2576685" y="138308"/>
                  <a:pt x="2577395" y="133977"/>
                  <a:pt x="2577395" y="126948"/>
                </a:cubicBezTo>
                <a:lnTo>
                  <a:pt x="2577395" y="68799"/>
                </a:lnTo>
                <a:cubicBezTo>
                  <a:pt x="2577395" y="61681"/>
                  <a:pt x="2576578" y="57134"/>
                  <a:pt x="2574945" y="55157"/>
                </a:cubicBezTo>
                <a:cubicBezTo>
                  <a:pt x="2573312" y="53180"/>
                  <a:pt x="2570153" y="52048"/>
                  <a:pt x="2565467" y="51759"/>
                </a:cubicBezTo>
                <a:lnTo>
                  <a:pt x="2565467" y="47925"/>
                </a:lnTo>
                <a:lnTo>
                  <a:pt x="2607215" y="47925"/>
                </a:lnTo>
                <a:close/>
                <a:moveTo>
                  <a:pt x="2710238" y="121860"/>
                </a:moveTo>
                <a:lnTo>
                  <a:pt x="2713539" y="124412"/>
                </a:lnTo>
                <a:cubicBezTo>
                  <a:pt x="2708853" y="133245"/>
                  <a:pt x="2703013" y="139817"/>
                  <a:pt x="2696020" y="144128"/>
                </a:cubicBezTo>
                <a:cubicBezTo>
                  <a:pt x="2689026" y="148437"/>
                  <a:pt x="2681589" y="150591"/>
                  <a:pt x="2673708" y="150591"/>
                </a:cubicBezTo>
                <a:cubicBezTo>
                  <a:pt x="2660431" y="150591"/>
                  <a:pt x="2649817" y="145582"/>
                  <a:pt x="2641865" y="135562"/>
                </a:cubicBezTo>
                <a:cubicBezTo>
                  <a:pt x="2633913" y="125539"/>
                  <a:pt x="2629937" y="113493"/>
                  <a:pt x="2629937" y="99421"/>
                </a:cubicBezTo>
                <a:cubicBezTo>
                  <a:pt x="2629937" y="85845"/>
                  <a:pt x="2633558" y="73905"/>
                  <a:pt x="2640800" y="63601"/>
                </a:cubicBezTo>
                <a:cubicBezTo>
                  <a:pt x="2649533" y="51162"/>
                  <a:pt x="2661567" y="44943"/>
                  <a:pt x="2676903" y="44943"/>
                </a:cubicBezTo>
                <a:cubicBezTo>
                  <a:pt x="2687198" y="44943"/>
                  <a:pt x="2695381" y="47542"/>
                  <a:pt x="2701451" y="52741"/>
                </a:cubicBezTo>
                <a:cubicBezTo>
                  <a:pt x="2707522" y="57937"/>
                  <a:pt x="2710557" y="63739"/>
                  <a:pt x="2710557" y="70147"/>
                </a:cubicBezTo>
                <a:cubicBezTo>
                  <a:pt x="2710557" y="74205"/>
                  <a:pt x="2709333" y="77445"/>
                  <a:pt x="2706883" y="79865"/>
                </a:cubicBezTo>
                <a:cubicBezTo>
                  <a:pt x="2704433" y="82286"/>
                  <a:pt x="2701221" y="83496"/>
                  <a:pt x="2697245" y="83496"/>
                </a:cubicBezTo>
                <a:cubicBezTo>
                  <a:pt x="2693056" y="83496"/>
                  <a:pt x="2689594" y="82107"/>
                  <a:pt x="2686861" y="79329"/>
                </a:cubicBezTo>
                <a:cubicBezTo>
                  <a:pt x="2684127" y="76549"/>
                  <a:pt x="2682441" y="71597"/>
                  <a:pt x="2681802" y="64473"/>
                </a:cubicBezTo>
                <a:cubicBezTo>
                  <a:pt x="2681376" y="59984"/>
                  <a:pt x="2680347" y="56849"/>
                  <a:pt x="2678714" y="55067"/>
                </a:cubicBezTo>
                <a:cubicBezTo>
                  <a:pt x="2677081" y="53288"/>
                  <a:pt x="2675164" y="52398"/>
                  <a:pt x="2672963" y="52398"/>
                </a:cubicBezTo>
                <a:cubicBezTo>
                  <a:pt x="2669555" y="52398"/>
                  <a:pt x="2666644" y="54209"/>
                  <a:pt x="2664230" y="57830"/>
                </a:cubicBezTo>
                <a:cubicBezTo>
                  <a:pt x="2660538" y="63297"/>
                  <a:pt x="2658692" y="71675"/>
                  <a:pt x="2658692" y="82964"/>
                </a:cubicBezTo>
                <a:cubicBezTo>
                  <a:pt x="2658692" y="92336"/>
                  <a:pt x="2660183" y="101300"/>
                  <a:pt x="2663165" y="109855"/>
                </a:cubicBezTo>
                <a:cubicBezTo>
                  <a:pt x="2666147" y="118411"/>
                  <a:pt x="2670229" y="124783"/>
                  <a:pt x="2675412" y="128972"/>
                </a:cubicBezTo>
                <a:cubicBezTo>
                  <a:pt x="2679317" y="132025"/>
                  <a:pt x="2683932" y="133551"/>
                  <a:pt x="2689257" y="133551"/>
                </a:cubicBezTo>
                <a:cubicBezTo>
                  <a:pt x="2692736" y="133551"/>
                  <a:pt x="2696038" y="132737"/>
                  <a:pt x="2699162" y="131109"/>
                </a:cubicBezTo>
                <a:cubicBezTo>
                  <a:pt x="2702286" y="129478"/>
                  <a:pt x="2705978" y="126395"/>
                  <a:pt x="2710238" y="1218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(§7.1)">
            <a:extLst xmlns:a="http://schemas.openxmlformats.org/drawingml/2006/main">
              <a:ext uri="{FF2B5EF4-FFF2-40B4-BE49-F238E27FC236}">
                <a16:creationId xmlns:a16="http://schemas.microsoft.com/office/drawing/2014/main" id="{B55EE169-F90D-47A0-BD89-141D2048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4020" y="1838456"/>
            <a:ext cx="509069" cy="198091"/>
          </a:xfrm>
          <a:custGeom xmlns:a="http://schemas.openxmlformats.org/drawingml/2006/main">
            <a:pathLst>
              <a:path w="509069" h="198091">
                <a:moveTo>
                  <a:pt x="58788" y="194150"/>
                </a:moveTo>
                <a:lnTo>
                  <a:pt x="58788" y="198091"/>
                </a:lnTo>
                <a:cubicBezTo>
                  <a:pt x="48067" y="192695"/>
                  <a:pt x="39121" y="186376"/>
                  <a:pt x="31950" y="179134"/>
                </a:cubicBezTo>
                <a:cubicBezTo>
                  <a:pt x="21726" y="168839"/>
                  <a:pt x="13845" y="156697"/>
                  <a:pt x="8307" y="142710"/>
                </a:cubicBezTo>
                <a:cubicBezTo>
                  <a:pt x="2769" y="128723"/>
                  <a:pt x="0" y="114204"/>
                  <a:pt x="0" y="99152"/>
                </a:cubicBezTo>
                <a:cubicBezTo>
                  <a:pt x="0" y="77142"/>
                  <a:pt x="5432" y="57066"/>
                  <a:pt x="16295" y="38926"/>
                </a:cubicBezTo>
                <a:cubicBezTo>
                  <a:pt x="27158" y="20785"/>
                  <a:pt x="41322" y="7810"/>
                  <a:pt x="58788" y="0"/>
                </a:cubicBezTo>
                <a:lnTo>
                  <a:pt x="58788" y="4473"/>
                </a:lnTo>
                <a:cubicBezTo>
                  <a:pt x="50055" y="9301"/>
                  <a:pt x="42884" y="15904"/>
                  <a:pt x="37275" y="24282"/>
                </a:cubicBezTo>
                <a:cubicBezTo>
                  <a:pt x="31666" y="32660"/>
                  <a:pt x="27477" y="43275"/>
                  <a:pt x="24708" y="56126"/>
                </a:cubicBezTo>
                <a:cubicBezTo>
                  <a:pt x="21939" y="68977"/>
                  <a:pt x="20555" y="82396"/>
                  <a:pt x="20555" y="96383"/>
                </a:cubicBezTo>
                <a:cubicBezTo>
                  <a:pt x="20555" y="111577"/>
                  <a:pt x="21726" y="125386"/>
                  <a:pt x="24069" y="137811"/>
                </a:cubicBezTo>
                <a:cubicBezTo>
                  <a:pt x="25915" y="147609"/>
                  <a:pt x="28152" y="155473"/>
                  <a:pt x="30779" y="161401"/>
                </a:cubicBezTo>
                <a:cubicBezTo>
                  <a:pt x="33406" y="167330"/>
                  <a:pt x="36938" y="173028"/>
                  <a:pt x="41375" y="178495"/>
                </a:cubicBezTo>
                <a:cubicBezTo>
                  <a:pt x="45813" y="183962"/>
                  <a:pt x="51617" y="189180"/>
                  <a:pt x="58788" y="194150"/>
                </a:cubicBezTo>
                <a:close/>
                <a:moveTo>
                  <a:pt x="103836" y="61517"/>
                </a:moveTo>
                <a:cubicBezTo>
                  <a:pt x="99079" y="56257"/>
                  <a:pt x="95688" y="51459"/>
                  <a:pt x="93665" y="47123"/>
                </a:cubicBezTo>
                <a:cubicBezTo>
                  <a:pt x="91641" y="42788"/>
                  <a:pt x="90630" y="38380"/>
                  <a:pt x="90630" y="33900"/>
                </a:cubicBezTo>
                <a:cubicBezTo>
                  <a:pt x="90630" y="25584"/>
                  <a:pt x="93541" y="18494"/>
                  <a:pt x="99363" y="12630"/>
                </a:cubicBezTo>
                <a:cubicBezTo>
                  <a:pt x="105185" y="6766"/>
                  <a:pt x="112356" y="3834"/>
                  <a:pt x="120876" y="3834"/>
                </a:cubicBezTo>
                <a:cubicBezTo>
                  <a:pt x="128686" y="3834"/>
                  <a:pt x="135129" y="6216"/>
                  <a:pt x="140206" y="10980"/>
                </a:cubicBezTo>
                <a:cubicBezTo>
                  <a:pt x="145282" y="15741"/>
                  <a:pt x="147820" y="21178"/>
                  <a:pt x="147820" y="27291"/>
                </a:cubicBezTo>
                <a:cubicBezTo>
                  <a:pt x="147820" y="30062"/>
                  <a:pt x="146897" y="32514"/>
                  <a:pt x="145051" y="34646"/>
                </a:cubicBezTo>
                <a:cubicBezTo>
                  <a:pt x="143702" y="36139"/>
                  <a:pt x="141821" y="36886"/>
                  <a:pt x="139407" y="36886"/>
                </a:cubicBezTo>
                <a:cubicBezTo>
                  <a:pt x="136993" y="36886"/>
                  <a:pt x="135005" y="36068"/>
                  <a:pt x="133443" y="34433"/>
                </a:cubicBezTo>
                <a:cubicBezTo>
                  <a:pt x="131881" y="32798"/>
                  <a:pt x="131100" y="30878"/>
                  <a:pt x="131100" y="28675"/>
                </a:cubicBezTo>
                <a:cubicBezTo>
                  <a:pt x="131100" y="27608"/>
                  <a:pt x="131384" y="25724"/>
                  <a:pt x="131952" y="23024"/>
                </a:cubicBezTo>
                <a:cubicBezTo>
                  <a:pt x="132307" y="21389"/>
                  <a:pt x="132484" y="19860"/>
                  <a:pt x="132484" y="18438"/>
                </a:cubicBezTo>
                <a:cubicBezTo>
                  <a:pt x="132484" y="15522"/>
                  <a:pt x="131455" y="13105"/>
                  <a:pt x="129396" y="11186"/>
                </a:cubicBezTo>
                <a:cubicBezTo>
                  <a:pt x="127337" y="9267"/>
                  <a:pt x="124497" y="8307"/>
                  <a:pt x="120876" y="8307"/>
                </a:cubicBezTo>
                <a:cubicBezTo>
                  <a:pt x="115693" y="8307"/>
                  <a:pt x="111308" y="10120"/>
                  <a:pt x="107723" y="13745"/>
                </a:cubicBezTo>
                <a:cubicBezTo>
                  <a:pt x="104137" y="17371"/>
                  <a:pt x="102345" y="21777"/>
                  <a:pt x="102345" y="26965"/>
                </a:cubicBezTo>
                <a:cubicBezTo>
                  <a:pt x="102345" y="31515"/>
                  <a:pt x="103303" y="35283"/>
                  <a:pt x="105220" y="38267"/>
                </a:cubicBezTo>
                <a:cubicBezTo>
                  <a:pt x="108415" y="43244"/>
                  <a:pt x="113776" y="48469"/>
                  <a:pt x="121302" y="53942"/>
                </a:cubicBezTo>
                <a:cubicBezTo>
                  <a:pt x="135573" y="64249"/>
                  <a:pt x="145335" y="73489"/>
                  <a:pt x="150589" y="81662"/>
                </a:cubicBezTo>
                <a:cubicBezTo>
                  <a:pt x="154281" y="87491"/>
                  <a:pt x="156127" y="93605"/>
                  <a:pt x="156127" y="100004"/>
                </a:cubicBezTo>
                <a:cubicBezTo>
                  <a:pt x="156127" y="106471"/>
                  <a:pt x="154246" y="112940"/>
                  <a:pt x="150483" y="119410"/>
                </a:cubicBezTo>
                <a:cubicBezTo>
                  <a:pt x="146720" y="125878"/>
                  <a:pt x="140756" y="131563"/>
                  <a:pt x="132591" y="136467"/>
                </a:cubicBezTo>
                <a:cubicBezTo>
                  <a:pt x="137561" y="141941"/>
                  <a:pt x="140987" y="146668"/>
                  <a:pt x="142868" y="150648"/>
                </a:cubicBezTo>
                <a:cubicBezTo>
                  <a:pt x="144750" y="154629"/>
                  <a:pt x="145690" y="158928"/>
                  <a:pt x="145690" y="163548"/>
                </a:cubicBezTo>
                <a:cubicBezTo>
                  <a:pt x="145690" y="172221"/>
                  <a:pt x="142779" y="179472"/>
                  <a:pt x="136957" y="185301"/>
                </a:cubicBezTo>
                <a:cubicBezTo>
                  <a:pt x="131135" y="191129"/>
                  <a:pt x="123964" y="194044"/>
                  <a:pt x="115444" y="194044"/>
                </a:cubicBezTo>
                <a:cubicBezTo>
                  <a:pt x="107776" y="194044"/>
                  <a:pt x="101404" y="191610"/>
                  <a:pt x="96327" y="186742"/>
                </a:cubicBezTo>
                <a:cubicBezTo>
                  <a:pt x="91251" y="181874"/>
                  <a:pt x="88713" y="176312"/>
                  <a:pt x="88713" y="170058"/>
                </a:cubicBezTo>
                <a:cubicBezTo>
                  <a:pt x="88713" y="167429"/>
                  <a:pt x="89547" y="165208"/>
                  <a:pt x="91215" y="163395"/>
                </a:cubicBezTo>
                <a:cubicBezTo>
                  <a:pt x="92884" y="161582"/>
                  <a:pt x="94819" y="160676"/>
                  <a:pt x="97020" y="160676"/>
                </a:cubicBezTo>
                <a:cubicBezTo>
                  <a:pt x="99221" y="160676"/>
                  <a:pt x="101102" y="161511"/>
                  <a:pt x="102664" y="163182"/>
                </a:cubicBezTo>
                <a:cubicBezTo>
                  <a:pt x="104226" y="164853"/>
                  <a:pt x="105007" y="167109"/>
                  <a:pt x="105007" y="169951"/>
                </a:cubicBezTo>
                <a:cubicBezTo>
                  <a:pt x="105007" y="171870"/>
                  <a:pt x="104723" y="173985"/>
                  <a:pt x="104155" y="176295"/>
                </a:cubicBezTo>
                <a:cubicBezTo>
                  <a:pt x="103587" y="178607"/>
                  <a:pt x="103303" y="180366"/>
                  <a:pt x="103303" y="181573"/>
                </a:cubicBezTo>
                <a:cubicBezTo>
                  <a:pt x="103303" y="183634"/>
                  <a:pt x="104191" y="185341"/>
                  <a:pt x="105966" y="186692"/>
                </a:cubicBezTo>
                <a:cubicBezTo>
                  <a:pt x="108735" y="188824"/>
                  <a:pt x="112107" y="189890"/>
                  <a:pt x="116083" y="189890"/>
                </a:cubicBezTo>
                <a:cubicBezTo>
                  <a:pt x="120840" y="189890"/>
                  <a:pt x="125154" y="188042"/>
                  <a:pt x="129023" y="184345"/>
                </a:cubicBezTo>
                <a:cubicBezTo>
                  <a:pt x="132893" y="180649"/>
                  <a:pt x="134827" y="176633"/>
                  <a:pt x="134827" y="172298"/>
                </a:cubicBezTo>
                <a:cubicBezTo>
                  <a:pt x="134827" y="167891"/>
                  <a:pt x="133727" y="163946"/>
                  <a:pt x="131526" y="160463"/>
                </a:cubicBezTo>
                <a:cubicBezTo>
                  <a:pt x="128118" y="155131"/>
                  <a:pt x="121941" y="149089"/>
                  <a:pt x="112995" y="142338"/>
                </a:cubicBezTo>
                <a:cubicBezTo>
                  <a:pt x="99647" y="132387"/>
                  <a:pt x="90559" y="123608"/>
                  <a:pt x="85731" y="116002"/>
                </a:cubicBezTo>
                <a:cubicBezTo>
                  <a:pt x="82110" y="110244"/>
                  <a:pt x="80299" y="104131"/>
                  <a:pt x="80299" y="97661"/>
                </a:cubicBezTo>
                <a:cubicBezTo>
                  <a:pt x="80299" y="91122"/>
                  <a:pt x="82216" y="84672"/>
                  <a:pt x="86050" y="78311"/>
                </a:cubicBezTo>
                <a:cubicBezTo>
                  <a:pt x="89884" y="71948"/>
                  <a:pt x="95813" y="66350"/>
                  <a:pt x="103836" y="61517"/>
                </a:cubicBezTo>
                <a:moveTo>
                  <a:pt x="107244" y="64822"/>
                </a:moveTo>
                <a:cubicBezTo>
                  <a:pt x="96523" y="71290"/>
                  <a:pt x="91162" y="79180"/>
                  <a:pt x="91162" y="88492"/>
                </a:cubicBezTo>
                <a:cubicBezTo>
                  <a:pt x="91162" y="93468"/>
                  <a:pt x="92476" y="98054"/>
                  <a:pt x="95103" y="102247"/>
                </a:cubicBezTo>
                <a:cubicBezTo>
                  <a:pt x="98795" y="108005"/>
                  <a:pt x="105788" y="114793"/>
                  <a:pt x="116083" y="122612"/>
                </a:cubicBezTo>
                <a:cubicBezTo>
                  <a:pt x="121053" y="126379"/>
                  <a:pt x="125384" y="129969"/>
                  <a:pt x="129076" y="133382"/>
                </a:cubicBezTo>
                <a:cubicBezTo>
                  <a:pt x="139939" y="126772"/>
                  <a:pt x="145371" y="118953"/>
                  <a:pt x="145371" y="109925"/>
                </a:cubicBezTo>
                <a:cubicBezTo>
                  <a:pt x="145371" y="105303"/>
                  <a:pt x="143809" y="100488"/>
                  <a:pt x="140685" y="95478"/>
                </a:cubicBezTo>
                <a:cubicBezTo>
                  <a:pt x="137561" y="90465"/>
                  <a:pt x="131135" y="84156"/>
                  <a:pt x="121408" y="76550"/>
                </a:cubicBezTo>
                <a:cubicBezTo>
                  <a:pt x="115586" y="72073"/>
                  <a:pt x="110865" y="68164"/>
                  <a:pt x="107244" y="64822"/>
                </a:cubicBezTo>
                <a:close/>
                <a:moveTo>
                  <a:pt x="194681" y="7029"/>
                </a:moveTo>
                <a:lnTo>
                  <a:pt x="272106" y="7029"/>
                </a:lnTo>
                <a:lnTo>
                  <a:pt x="272106" y="11076"/>
                </a:lnTo>
                <a:lnTo>
                  <a:pt x="223968" y="154425"/>
                </a:lnTo>
                <a:lnTo>
                  <a:pt x="212040" y="154425"/>
                </a:lnTo>
                <a:lnTo>
                  <a:pt x="255173" y="24389"/>
                </a:lnTo>
                <a:lnTo>
                  <a:pt x="215448" y="24389"/>
                </a:lnTo>
                <a:cubicBezTo>
                  <a:pt x="207425" y="24389"/>
                  <a:pt x="201710" y="25347"/>
                  <a:pt x="198302" y="27264"/>
                </a:cubicBezTo>
                <a:cubicBezTo>
                  <a:pt x="192338" y="30530"/>
                  <a:pt x="187545" y="35571"/>
                  <a:pt x="183924" y="42387"/>
                </a:cubicBezTo>
                <a:lnTo>
                  <a:pt x="180836" y="41216"/>
                </a:lnTo>
                <a:lnTo>
                  <a:pt x="194681" y="7029"/>
                </a:lnTo>
                <a:close/>
                <a:moveTo>
                  <a:pt x="309062" y="130782"/>
                </a:moveTo>
                <a:cubicBezTo>
                  <a:pt x="312399" y="130782"/>
                  <a:pt x="315203" y="131936"/>
                  <a:pt x="317475" y="134244"/>
                </a:cubicBezTo>
                <a:cubicBezTo>
                  <a:pt x="319747" y="136551"/>
                  <a:pt x="320883" y="139338"/>
                  <a:pt x="320883" y="142604"/>
                </a:cubicBezTo>
                <a:cubicBezTo>
                  <a:pt x="320883" y="145870"/>
                  <a:pt x="319729" y="148657"/>
                  <a:pt x="317422" y="150964"/>
                </a:cubicBezTo>
                <a:cubicBezTo>
                  <a:pt x="315114" y="153272"/>
                  <a:pt x="312328" y="154425"/>
                  <a:pt x="309062" y="154425"/>
                </a:cubicBezTo>
                <a:cubicBezTo>
                  <a:pt x="305796" y="154425"/>
                  <a:pt x="303009" y="153272"/>
                  <a:pt x="300701" y="150964"/>
                </a:cubicBezTo>
                <a:cubicBezTo>
                  <a:pt x="298394" y="148657"/>
                  <a:pt x="297240" y="145870"/>
                  <a:pt x="297240" y="142604"/>
                </a:cubicBezTo>
                <a:cubicBezTo>
                  <a:pt x="297240" y="139267"/>
                  <a:pt x="298394" y="136462"/>
                  <a:pt x="300701" y="134190"/>
                </a:cubicBezTo>
                <a:cubicBezTo>
                  <a:pt x="303009" y="131918"/>
                  <a:pt x="305796" y="130782"/>
                  <a:pt x="309062" y="130782"/>
                </a:cubicBezTo>
                <a:close/>
                <a:moveTo>
                  <a:pt x="361886" y="21194"/>
                </a:moveTo>
                <a:lnTo>
                  <a:pt x="397031" y="4047"/>
                </a:lnTo>
                <a:lnTo>
                  <a:pt x="400545" y="4047"/>
                </a:lnTo>
                <a:lnTo>
                  <a:pt x="400545" y="125990"/>
                </a:lnTo>
                <a:cubicBezTo>
                  <a:pt x="400545" y="134084"/>
                  <a:pt x="400883" y="139125"/>
                  <a:pt x="401557" y="141113"/>
                </a:cubicBezTo>
                <a:cubicBezTo>
                  <a:pt x="402232" y="143101"/>
                  <a:pt x="403634" y="144627"/>
                  <a:pt x="405764" y="145692"/>
                </a:cubicBezTo>
                <a:cubicBezTo>
                  <a:pt x="407894" y="146757"/>
                  <a:pt x="412225" y="147361"/>
                  <a:pt x="418757" y="147503"/>
                </a:cubicBezTo>
                <a:lnTo>
                  <a:pt x="418757" y="151443"/>
                </a:lnTo>
                <a:lnTo>
                  <a:pt x="364442" y="151443"/>
                </a:lnTo>
                <a:lnTo>
                  <a:pt x="364442" y="147503"/>
                </a:lnTo>
                <a:cubicBezTo>
                  <a:pt x="371258" y="147361"/>
                  <a:pt x="375660" y="146775"/>
                  <a:pt x="377648" y="145746"/>
                </a:cubicBezTo>
                <a:cubicBezTo>
                  <a:pt x="379636" y="144716"/>
                  <a:pt x="381020" y="143332"/>
                  <a:pt x="381801" y="141592"/>
                </a:cubicBezTo>
                <a:cubicBezTo>
                  <a:pt x="382582" y="139853"/>
                  <a:pt x="382973" y="134652"/>
                  <a:pt x="382973" y="125990"/>
                </a:cubicBezTo>
                <a:lnTo>
                  <a:pt x="382973" y="48032"/>
                </a:lnTo>
                <a:cubicBezTo>
                  <a:pt x="382973" y="37524"/>
                  <a:pt x="382618" y="30779"/>
                  <a:pt x="381908" y="27797"/>
                </a:cubicBezTo>
                <a:cubicBezTo>
                  <a:pt x="381411" y="25525"/>
                  <a:pt x="380506" y="23856"/>
                  <a:pt x="379192" y="22791"/>
                </a:cubicBezTo>
                <a:cubicBezTo>
                  <a:pt x="377879" y="21726"/>
                  <a:pt x="376299" y="21194"/>
                  <a:pt x="374453" y="21194"/>
                </a:cubicBezTo>
                <a:cubicBezTo>
                  <a:pt x="371826" y="21194"/>
                  <a:pt x="368169" y="22294"/>
                  <a:pt x="363483" y="24495"/>
                </a:cubicBezTo>
                <a:lnTo>
                  <a:pt x="361886" y="21194"/>
                </a:lnTo>
                <a:close/>
                <a:moveTo>
                  <a:pt x="450281" y="4473"/>
                </a:moveTo>
                <a:lnTo>
                  <a:pt x="450281" y="0"/>
                </a:lnTo>
                <a:cubicBezTo>
                  <a:pt x="461073" y="5325"/>
                  <a:pt x="470055" y="11609"/>
                  <a:pt x="477226" y="18851"/>
                </a:cubicBezTo>
                <a:cubicBezTo>
                  <a:pt x="487379" y="29217"/>
                  <a:pt x="495224" y="41375"/>
                  <a:pt x="500762" y="55327"/>
                </a:cubicBezTo>
                <a:cubicBezTo>
                  <a:pt x="506300" y="69278"/>
                  <a:pt x="509069" y="83816"/>
                  <a:pt x="509069" y="98939"/>
                </a:cubicBezTo>
                <a:cubicBezTo>
                  <a:pt x="509069" y="120949"/>
                  <a:pt x="503656" y="141024"/>
                  <a:pt x="492828" y="159165"/>
                </a:cubicBezTo>
                <a:cubicBezTo>
                  <a:pt x="482001" y="177305"/>
                  <a:pt x="467818" y="190281"/>
                  <a:pt x="450281" y="198091"/>
                </a:cubicBezTo>
                <a:lnTo>
                  <a:pt x="450281" y="194150"/>
                </a:lnTo>
                <a:cubicBezTo>
                  <a:pt x="459014" y="189251"/>
                  <a:pt x="466203" y="182630"/>
                  <a:pt x="471848" y="174288"/>
                </a:cubicBezTo>
                <a:cubicBezTo>
                  <a:pt x="477492" y="165945"/>
                  <a:pt x="481681" y="155331"/>
                  <a:pt x="484415" y="142444"/>
                </a:cubicBezTo>
                <a:cubicBezTo>
                  <a:pt x="487148" y="129558"/>
                  <a:pt x="488515" y="116121"/>
                  <a:pt x="488515" y="102134"/>
                </a:cubicBezTo>
                <a:cubicBezTo>
                  <a:pt x="488515" y="87011"/>
                  <a:pt x="487343" y="73201"/>
                  <a:pt x="485000" y="60705"/>
                </a:cubicBezTo>
                <a:cubicBezTo>
                  <a:pt x="483225" y="50907"/>
                  <a:pt x="481007" y="43062"/>
                  <a:pt x="478344" y="37169"/>
                </a:cubicBezTo>
                <a:cubicBezTo>
                  <a:pt x="475682" y="31276"/>
                  <a:pt x="472149" y="25596"/>
                  <a:pt x="467747" y="20129"/>
                </a:cubicBezTo>
                <a:cubicBezTo>
                  <a:pt x="463345" y="14662"/>
                  <a:pt x="457523" y="9443"/>
                  <a:pt x="450281" y="4473"/>
                </a:cubicBez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B16F60-24ED-4FC4-95EC-0138881B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562" y="72279"/>
            <a:ext cx="12285294" cy="2083439"/>
          </a:xfrm>
          <a:custGeom xmlns:a="http://schemas.openxmlformats.org/drawingml/2006/main">
            <a:pathLst>
              <a:path w="12285294" h="2083439" fill="none">
                <a:moveTo>
                  <a:pt x="295834" y="0"/>
                </a:moveTo>
                <a:lnTo>
                  <a:pt x="11989364" y="0"/>
                </a:lnTo>
                <a:cubicBezTo>
                  <a:pt x="12153336" y="0"/>
                  <a:pt x="12285294" y="109617"/>
                  <a:pt x="12285294" y="245762"/>
                </a:cubicBezTo>
                <a:lnTo>
                  <a:pt x="12285294" y="1837778"/>
                </a:lnTo>
                <a:cubicBezTo>
                  <a:pt x="12285294" y="1973903"/>
                  <a:pt x="12153336" y="2083439"/>
                  <a:pt x="11989364" y="2083439"/>
                </a:cubicBezTo>
                <a:lnTo>
                  <a:pt x="295834" y="2083439"/>
                </a:lnTo>
                <a:cubicBezTo>
                  <a:pt x="131861" y="2083439"/>
                  <a:pt x="0" y="1973903"/>
                  <a:pt x="0" y="1837778"/>
                </a:cubicBezTo>
                <a:lnTo>
                  <a:pt x="0" y="245762"/>
                </a:lnTo>
                <a:cubicBezTo>
                  <a:pt x="0" y="109617"/>
                  <a:pt x="131861" y="0"/>
                  <a:pt x="295834" y="0"/>
                </a:cubicBezTo>
                <a:close/>
                <a:moveTo>
                  <a:pt x="295834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9258" cap="sq">
            <a:solidFill>
              <a:srgbClr val="000000"/>
            </a:solidFill>
            <a:custDash>
              <a:ds d="300000" sp="100000"/>
            </a:custDash>
            <a:miter/>
          </a:ln>
        </p:spPr>
      </p:sp>
      <p:sp>
        <p:nvSpPr>
          <p:cNvPr id="15" name="Text PCA">
            <a:extLst xmlns:a="http://schemas.openxmlformats.org/drawingml/2006/main">
              <a:ext uri="{FF2B5EF4-FFF2-40B4-BE49-F238E27FC236}">
                <a16:creationId xmlns:a16="http://schemas.microsoft.com/office/drawing/2014/main" id="{CD5ECCC8-CECE-4B29-92F9-BB94E179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8236" y="906836"/>
            <a:ext cx="418195" cy="150804"/>
          </a:xfrm>
          <a:custGeom xmlns:a="http://schemas.openxmlformats.org/drawingml/2006/main">
            <a:pathLst>
              <a:path w="418195" h="150804">
                <a:moveTo>
                  <a:pt x="41109" y="79875"/>
                </a:moveTo>
                <a:lnTo>
                  <a:pt x="41109" y="122013"/>
                </a:lnTo>
                <a:cubicBezTo>
                  <a:pt x="41109" y="131116"/>
                  <a:pt x="42103" y="136771"/>
                  <a:pt x="44091" y="138976"/>
                </a:cubicBezTo>
                <a:cubicBezTo>
                  <a:pt x="46789" y="142105"/>
                  <a:pt x="50872" y="143669"/>
                  <a:pt x="56339" y="143669"/>
                </a:cubicBezTo>
                <a:lnTo>
                  <a:pt x="61877" y="143669"/>
                </a:lnTo>
                <a:lnTo>
                  <a:pt x="61877" y="147609"/>
                </a:lnTo>
                <a:lnTo>
                  <a:pt x="0" y="147609"/>
                </a:lnTo>
                <a:lnTo>
                  <a:pt x="0" y="143669"/>
                </a:lnTo>
                <a:lnTo>
                  <a:pt x="5432" y="143669"/>
                </a:lnTo>
                <a:cubicBezTo>
                  <a:pt x="11538" y="143669"/>
                  <a:pt x="15904" y="141681"/>
                  <a:pt x="18531" y="137705"/>
                </a:cubicBezTo>
                <a:cubicBezTo>
                  <a:pt x="19951" y="135504"/>
                  <a:pt x="20661" y="130285"/>
                  <a:pt x="20661" y="122049"/>
                </a:cubicBezTo>
                <a:lnTo>
                  <a:pt x="20661" y="28755"/>
                </a:lnTo>
                <a:cubicBezTo>
                  <a:pt x="20661" y="19667"/>
                  <a:pt x="19703" y="14023"/>
                  <a:pt x="17786" y="11822"/>
                </a:cubicBezTo>
                <a:cubicBezTo>
                  <a:pt x="15017" y="8698"/>
                  <a:pt x="10899" y="7136"/>
                  <a:pt x="5432" y="7136"/>
                </a:cubicBezTo>
                <a:lnTo>
                  <a:pt x="0" y="7136"/>
                </a:lnTo>
                <a:lnTo>
                  <a:pt x="0" y="3195"/>
                </a:lnTo>
                <a:lnTo>
                  <a:pt x="52931" y="3195"/>
                </a:lnTo>
                <a:cubicBezTo>
                  <a:pt x="65853" y="3195"/>
                  <a:pt x="76041" y="4525"/>
                  <a:pt x="83496" y="7185"/>
                </a:cubicBezTo>
                <a:cubicBezTo>
                  <a:pt x="90951" y="9844"/>
                  <a:pt x="97235" y="14328"/>
                  <a:pt x="102347" y="20638"/>
                </a:cubicBezTo>
                <a:cubicBezTo>
                  <a:pt x="107459" y="26948"/>
                  <a:pt x="110015" y="34428"/>
                  <a:pt x="110015" y="43079"/>
                </a:cubicBezTo>
                <a:cubicBezTo>
                  <a:pt x="110015" y="54850"/>
                  <a:pt x="106128" y="64423"/>
                  <a:pt x="98353" y="71798"/>
                </a:cubicBezTo>
                <a:cubicBezTo>
                  <a:pt x="90579" y="79171"/>
                  <a:pt x="79591" y="82857"/>
                  <a:pt x="65391" y="82857"/>
                </a:cubicBezTo>
                <a:cubicBezTo>
                  <a:pt x="61912" y="82857"/>
                  <a:pt x="58149" y="82609"/>
                  <a:pt x="54102" y="82112"/>
                </a:cubicBezTo>
                <a:cubicBezTo>
                  <a:pt x="50055" y="81615"/>
                  <a:pt x="45724" y="80869"/>
                  <a:pt x="41109" y="79875"/>
                </a:cubicBezTo>
                <a:moveTo>
                  <a:pt x="41109" y="73698"/>
                </a:moveTo>
                <a:cubicBezTo>
                  <a:pt x="44872" y="74408"/>
                  <a:pt x="48209" y="74941"/>
                  <a:pt x="51120" y="75296"/>
                </a:cubicBezTo>
                <a:cubicBezTo>
                  <a:pt x="54031" y="75651"/>
                  <a:pt x="56516" y="75828"/>
                  <a:pt x="58575" y="75828"/>
                </a:cubicBezTo>
                <a:cubicBezTo>
                  <a:pt x="65959" y="75828"/>
                  <a:pt x="72331" y="72970"/>
                  <a:pt x="77692" y="67255"/>
                </a:cubicBezTo>
                <a:cubicBezTo>
                  <a:pt x="83053" y="61539"/>
                  <a:pt x="85733" y="54138"/>
                  <a:pt x="85733" y="45050"/>
                </a:cubicBezTo>
                <a:cubicBezTo>
                  <a:pt x="85733" y="38802"/>
                  <a:pt x="84455" y="32997"/>
                  <a:pt x="81899" y="27637"/>
                </a:cubicBezTo>
                <a:cubicBezTo>
                  <a:pt x="79343" y="22276"/>
                  <a:pt x="75722" y="18265"/>
                  <a:pt x="71036" y="15602"/>
                </a:cubicBezTo>
                <a:cubicBezTo>
                  <a:pt x="66350" y="12940"/>
                  <a:pt x="61025" y="11609"/>
                  <a:pt x="55061" y="11609"/>
                </a:cubicBezTo>
                <a:cubicBezTo>
                  <a:pt x="51440" y="11609"/>
                  <a:pt x="46789" y="12283"/>
                  <a:pt x="41109" y="13632"/>
                </a:cubicBezTo>
                <a:lnTo>
                  <a:pt x="41109" y="73698"/>
                </a:lnTo>
                <a:close/>
                <a:moveTo>
                  <a:pt x="248965" y="0"/>
                </a:moveTo>
                <a:lnTo>
                  <a:pt x="252266" y="48990"/>
                </a:lnTo>
                <a:lnTo>
                  <a:pt x="248965" y="48990"/>
                </a:lnTo>
                <a:cubicBezTo>
                  <a:pt x="244562" y="34255"/>
                  <a:pt x="238279" y="23650"/>
                  <a:pt x="230114" y="17173"/>
                </a:cubicBezTo>
                <a:cubicBezTo>
                  <a:pt x="221949" y="10694"/>
                  <a:pt x="212151" y="7455"/>
                  <a:pt x="200720" y="7455"/>
                </a:cubicBezTo>
                <a:cubicBezTo>
                  <a:pt x="191135" y="7455"/>
                  <a:pt x="182473" y="9889"/>
                  <a:pt x="174734" y="14757"/>
                </a:cubicBezTo>
                <a:cubicBezTo>
                  <a:pt x="166995" y="19623"/>
                  <a:pt x="160906" y="27385"/>
                  <a:pt x="156469" y="38044"/>
                </a:cubicBezTo>
                <a:cubicBezTo>
                  <a:pt x="152031" y="48703"/>
                  <a:pt x="149813" y="61955"/>
                  <a:pt x="149813" y="77802"/>
                </a:cubicBezTo>
                <a:cubicBezTo>
                  <a:pt x="149813" y="90875"/>
                  <a:pt x="151907" y="102208"/>
                  <a:pt x="156096" y="111802"/>
                </a:cubicBezTo>
                <a:cubicBezTo>
                  <a:pt x="160285" y="121394"/>
                  <a:pt x="166586" y="128748"/>
                  <a:pt x="175000" y="133864"/>
                </a:cubicBezTo>
                <a:cubicBezTo>
                  <a:pt x="183414" y="138981"/>
                  <a:pt x="193016" y="141539"/>
                  <a:pt x="203808" y="141539"/>
                </a:cubicBezTo>
                <a:cubicBezTo>
                  <a:pt x="213180" y="141539"/>
                  <a:pt x="221452" y="139533"/>
                  <a:pt x="228623" y="135522"/>
                </a:cubicBezTo>
                <a:cubicBezTo>
                  <a:pt x="235794" y="131510"/>
                  <a:pt x="243675" y="123540"/>
                  <a:pt x="252266" y="111612"/>
                </a:cubicBezTo>
                <a:lnTo>
                  <a:pt x="255568" y="113736"/>
                </a:lnTo>
                <a:cubicBezTo>
                  <a:pt x="248325" y="126553"/>
                  <a:pt x="239876" y="135937"/>
                  <a:pt x="230220" y="141885"/>
                </a:cubicBezTo>
                <a:cubicBezTo>
                  <a:pt x="220564" y="147831"/>
                  <a:pt x="209098" y="150804"/>
                  <a:pt x="195821" y="150804"/>
                </a:cubicBezTo>
                <a:cubicBezTo>
                  <a:pt x="171894" y="150804"/>
                  <a:pt x="153363" y="141942"/>
                  <a:pt x="140228" y="124216"/>
                </a:cubicBezTo>
                <a:cubicBezTo>
                  <a:pt x="130430" y="111030"/>
                  <a:pt x="125531" y="95503"/>
                  <a:pt x="125531" y="77635"/>
                </a:cubicBezTo>
                <a:cubicBezTo>
                  <a:pt x="125531" y="63242"/>
                  <a:pt x="128761" y="50020"/>
                  <a:pt x="135222" y="37967"/>
                </a:cubicBezTo>
                <a:cubicBezTo>
                  <a:pt x="141683" y="25915"/>
                  <a:pt x="150576" y="16574"/>
                  <a:pt x="161900" y="9944"/>
                </a:cubicBezTo>
                <a:cubicBezTo>
                  <a:pt x="173225" y="3315"/>
                  <a:pt x="185597" y="0"/>
                  <a:pt x="199016" y="0"/>
                </a:cubicBezTo>
                <a:cubicBezTo>
                  <a:pt x="209453" y="0"/>
                  <a:pt x="219748" y="2556"/>
                  <a:pt x="229901" y="7668"/>
                </a:cubicBezTo>
                <a:cubicBezTo>
                  <a:pt x="232883" y="9230"/>
                  <a:pt x="235013" y="10011"/>
                  <a:pt x="236291" y="10011"/>
                </a:cubicBezTo>
                <a:cubicBezTo>
                  <a:pt x="238208" y="10011"/>
                  <a:pt x="239876" y="9337"/>
                  <a:pt x="241296" y="7988"/>
                </a:cubicBezTo>
                <a:cubicBezTo>
                  <a:pt x="243142" y="6071"/>
                  <a:pt x="244456" y="3408"/>
                  <a:pt x="245237" y="0"/>
                </a:cubicBezTo>
                <a:lnTo>
                  <a:pt x="248965" y="0"/>
                </a:lnTo>
                <a:close/>
                <a:moveTo>
                  <a:pt x="362921" y="99258"/>
                </a:moveTo>
                <a:lnTo>
                  <a:pt x="307009" y="99258"/>
                </a:lnTo>
                <a:lnTo>
                  <a:pt x="297211" y="122049"/>
                </a:lnTo>
                <a:cubicBezTo>
                  <a:pt x="294797" y="127658"/>
                  <a:pt x="293590" y="131847"/>
                  <a:pt x="293590" y="134616"/>
                </a:cubicBezTo>
                <a:cubicBezTo>
                  <a:pt x="293590" y="136817"/>
                  <a:pt x="294637" y="138752"/>
                  <a:pt x="296731" y="140421"/>
                </a:cubicBezTo>
                <a:cubicBezTo>
                  <a:pt x="298826" y="142089"/>
                  <a:pt x="303352" y="143172"/>
                  <a:pt x="310310" y="143669"/>
                </a:cubicBezTo>
                <a:lnTo>
                  <a:pt x="310310" y="147609"/>
                </a:lnTo>
                <a:lnTo>
                  <a:pt x="264835" y="147609"/>
                </a:lnTo>
                <a:lnTo>
                  <a:pt x="264835" y="143669"/>
                </a:lnTo>
                <a:cubicBezTo>
                  <a:pt x="270870" y="142604"/>
                  <a:pt x="274775" y="141221"/>
                  <a:pt x="276550" y="139519"/>
                </a:cubicBezTo>
                <a:cubicBezTo>
                  <a:pt x="280171" y="136113"/>
                  <a:pt x="284182" y="129196"/>
                  <a:pt x="288584" y="118768"/>
                </a:cubicBezTo>
                <a:lnTo>
                  <a:pt x="339385" y="0"/>
                </a:lnTo>
                <a:lnTo>
                  <a:pt x="343112" y="0"/>
                </a:lnTo>
                <a:lnTo>
                  <a:pt x="393381" y="120043"/>
                </a:lnTo>
                <a:cubicBezTo>
                  <a:pt x="397428" y="129692"/>
                  <a:pt x="401102" y="135953"/>
                  <a:pt x="404403" y="138827"/>
                </a:cubicBezTo>
                <a:cubicBezTo>
                  <a:pt x="407705" y="141700"/>
                  <a:pt x="412302" y="143314"/>
                  <a:pt x="418195" y="143669"/>
                </a:cubicBezTo>
                <a:lnTo>
                  <a:pt x="418195" y="147609"/>
                </a:lnTo>
                <a:lnTo>
                  <a:pt x="361217" y="147609"/>
                </a:lnTo>
                <a:lnTo>
                  <a:pt x="361217" y="143669"/>
                </a:lnTo>
                <a:cubicBezTo>
                  <a:pt x="366968" y="143385"/>
                  <a:pt x="370856" y="142426"/>
                  <a:pt x="372879" y="140793"/>
                </a:cubicBezTo>
                <a:cubicBezTo>
                  <a:pt x="374903" y="139160"/>
                  <a:pt x="375914" y="137172"/>
                  <a:pt x="375914" y="134829"/>
                </a:cubicBezTo>
                <a:cubicBezTo>
                  <a:pt x="375914" y="131705"/>
                  <a:pt x="374494" y="126771"/>
                  <a:pt x="371654" y="120026"/>
                </a:cubicBezTo>
                <a:lnTo>
                  <a:pt x="362921" y="99258"/>
                </a:lnTo>
                <a:moveTo>
                  <a:pt x="359939" y="91377"/>
                </a:moveTo>
                <a:lnTo>
                  <a:pt x="335444" y="33098"/>
                </a:lnTo>
                <a:lnTo>
                  <a:pt x="310310" y="91377"/>
                </a:lnTo>
                <a:lnTo>
                  <a:pt x="359939" y="913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Dist.">
            <a:extLst xmlns:a="http://schemas.openxmlformats.org/drawingml/2006/main">
              <a:ext uri="{FF2B5EF4-FFF2-40B4-BE49-F238E27FC236}">
                <a16:creationId xmlns:a16="http://schemas.microsoft.com/office/drawing/2014/main" id="{1CF35331-B5E2-4A04-9723-00F1D226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323" y="906729"/>
            <a:ext cx="398952" cy="154425"/>
          </a:xfrm>
          <a:custGeom xmlns:a="http://schemas.openxmlformats.org/drawingml/2006/main">
            <a:pathLst>
              <a:path w="398952" h="154425">
                <a:moveTo>
                  <a:pt x="0" y="151443"/>
                </a:moveTo>
                <a:lnTo>
                  <a:pt x="0" y="147503"/>
                </a:lnTo>
                <a:lnTo>
                  <a:pt x="5432" y="147503"/>
                </a:lnTo>
                <a:cubicBezTo>
                  <a:pt x="11538" y="147503"/>
                  <a:pt x="15869" y="145550"/>
                  <a:pt x="18425" y="141645"/>
                </a:cubicBezTo>
                <a:cubicBezTo>
                  <a:pt x="19987" y="139302"/>
                  <a:pt x="20768" y="134048"/>
                  <a:pt x="20768" y="125883"/>
                </a:cubicBezTo>
                <a:lnTo>
                  <a:pt x="20768" y="32589"/>
                </a:lnTo>
                <a:cubicBezTo>
                  <a:pt x="20768" y="23572"/>
                  <a:pt x="19774" y="17928"/>
                  <a:pt x="17786" y="15656"/>
                </a:cubicBezTo>
                <a:cubicBezTo>
                  <a:pt x="15017" y="12532"/>
                  <a:pt x="10899" y="10970"/>
                  <a:pt x="5432" y="10970"/>
                </a:cubicBezTo>
                <a:lnTo>
                  <a:pt x="0" y="10970"/>
                </a:lnTo>
                <a:lnTo>
                  <a:pt x="0" y="7029"/>
                </a:lnTo>
                <a:lnTo>
                  <a:pt x="58788" y="7029"/>
                </a:lnTo>
                <a:cubicBezTo>
                  <a:pt x="80372" y="7029"/>
                  <a:pt x="96791" y="9479"/>
                  <a:pt x="108045" y="14378"/>
                </a:cubicBezTo>
                <a:cubicBezTo>
                  <a:pt x="119298" y="19277"/>
                  <a:pt x="128351" y="27442"/>
                  <a:pt x="135202" y="38873"/>
                </a:cubicBezTo>
                <a:cubicBezTo>
                  <a:pt x="142054" y="50304"/>
                  <a:pt x="145479" y="63510"/>
                  <a:pt x="145479" y="78491"/>
                </a:cubicBezTo>
                <a:cubicBezTo>
                  <a:pt x="145479" y="98584"/>
                  <a:pt x="139373" y="115375"/>
                  <a:pt x="127161" y="128865"/>
                </a:cubicBezTo>
                <a:cubicBezTo>
                  <a:pt x="113458" y="143917"/>
                  <a:pt x="92584" y="151443"/>
                  <a:pt x="64539" y="151443"/>
                </a:cubicBezTo>
                <a:lnTo>
                  <a:pt x="0" y="151443"/>
                </a:lnTo>
                <a:moveTo>
                  <a:pt x="41216" y="141113"/>
                </a:moveTo>
                <a:cubicBezTo>
                  <a:pt x="50233" y="143030"/>
                  <a:pt x="57794" y="143988"/>
                  <a:pt x="63900" y="143988"/>
                </a:cubicBezTo>
                <a:cubicBezTo>
                  <a:pt x="80372" y="143988"/>
                  <a:pt x="94040" y="138202"/>
                  <a:pt x="104903" y="126629"/>
                </a:cubicBezTo>
                <a:cubicBezTo>
                  <a:pt x="115766" y="115056"/>
                  <a:pt x="121197" y="99365"/>
                  <a:pt x="121197" y="79556"/>
                </a:cubicBezTo>
                <a:cubicBezTo>
                  <a:pt x="121197" y="59605"/>
                  <a:pt x="115766" y="43878"/>
                  <a:pt x="104903" y="32376"/>
                </a:cubicBezTo>
                <a:cubicBezTo>
                  <a:pt x="94040" y="20874"/>
                  <a:pt x="80088" y="15123"/>
                  <a:pt x="63048" y="15123"/>
                </a:cubicBezTo>
                <a:cubicBezTo>
                  <a:pt x="56658" y="15123"/>
                  <a:pt x="49381" y="16153"/>
                  <a:pt x="41216" y="18212"/>
                </a:cubicBezTo>
                <a:lnTo>
                  <a:pt x="41216" y="141113"/>
                </a:lnTo>
                <a:close/>
                <a:moveTo>
                  <a:pt x="185380" y="0"/>
                </a:moveTo>
                <a:cubicBezTo>
                  <a:pt x="188362" y="0"/>
                  <a:pt x="190901" y="1053"/>
                  <a:pt x="192995" y="3158"/>
                </a:cubicBezTo>
                <a:cubicBezTo>
                  <a:pt x="195090" y="5262"/>
                  <a:pt x="196137" y="7812"/>
                  <a:pt x="196137" y="10810"/>
                </a:cubicBezTo>
                <a:cubicBezTo>
                  <a:pt x="196137" y="13807"/>
                  <a:pt x="195090" y="16377"/>
                  <a:pt x="192995" y="18518"/>
                </a:cubicBezTo>
                <a:cubicBezTo>
                  <a:pt x="190901" y="20657"/>
                  <a:pt x="188362" y="21726"/>
                  <a:pt x="185380" y="21726"/>
                </a:cubicBezTo>
                <a:cubicBezTo>
                  <a:pt x="182398" y="21726"/>
                  <a:pt x="179842" y="20657"/>
                  <a:pt x="177712" y="18518"/>
                </a:cubicBezTo>
                <a:cubicBezTo>
                  <a:pt x="175582" y="16377"/>
                  <a:pt x="174517" y="13807"/>
                  <a:pt x="174517" y="10810"/>
                </a:cubicBezTo>
                <a:cubicBezTo>
                  <a:pt x="174517" y="7812"/>
                  <a:pt x="175565" y="5262"/>
                  <a:pt x="177659" y="3158"/>
                </a:cubicBezTo>
                <a:cubicBezTo>
                  <a:pt x="179754" y="1053"/>
                  <a:pt x="182327" y="0"/>
                  <a:pt x="185380" y="0"/>
                </a:cubicBezTo>
                <a:moveTo>
                  <a:pt x="194220" y="51120"/>
                </a:moveTo>
                <a:lnTo>
                  <a:pt x="194220" y="129331"/>
                </a:lnTo>
                <a:cubicBezTo>
                  <a:pt x="194220" y="135424"/>
                  <a:pt x="194664" y="139480"/>
                  <a:pt x="195551" y="141499"/>
                </a:cubicBezTo>
                <a:cubicBezTo>
                  <a:pt x="196439" y="143518"/>
                  <a:pt x="197752" y="145024"/>
                  <a:pt x="199492" y="146015"/>
                </a:cubicBezTo>
                <a:cubicBezTo>
                  <a:pt x="201231" y="147007"/>
                  <a:pt x="204409" y="147503"/>
                  <a:pt x="209024" y="147503"/>
                </a:cubicBezTo>
                <a:lnTo>
                  <a:pt x="209024" y="151443"/>
                </a:lnTo>
                <a:lnTo>
                  <a:pt x="161631" y="151443"/>
                </a:lnTo>
                <a:lnTo>
                  <a:pt x="161631" y="147503"/>
                </a:lnTo>
                <a:cubicBezTo>
                  <a:pt x="166388" y="147503"/>
                  <a:pt x="169583" y="147043"/>
                  <a:pt x="171216" y="146122"/>
                </a:cubicBezTo>
                <a:cubicBezTo>
                  <a:pt x="172849" y="145201"/>
                  <a:pt x="174145" y="143678"/>
                  <a:pt x="175103" y="141552"/>
                </a:cubicBezTo>
                <a:cubicBezTo>
                  <a:pt x="176062" y="139427"/>
                  <a:pt x="176541" y="135353"/>
                  <a:pt x="176541" y="129331"/>
                </a:cubicBezTo>
                <a:lnTo>
                  <a:pt x="176541" y="91820"/>
                </a:lnTo>
                <a:cubicBezTo>
                  <a:pt x="176541" y="81263"/>
                  <a:pt x="176221" y="74427"/>
                  <a:pt x="175582" y="71312"/>
                </a:cubicBezTo>
                <a:cubicBezTo>
                  <a:pt x="175085" y="69044"/>
                  <a:pt x="174304" y="67468"/>
                  <a:pt x="173239" y="66583"/>
                </a:cubicBezTo>
                <a:cubicBezTo>
                  <a:pt x="172174" y="65697"/>
                  <a:pt x="170719" y="65255"/>
                  <a:pt x="168873" y="65255"/>
                </a:cubicBezTo>
                <a:cubicBezTo>
                  <a:pt x="166885" y="65255"/>
                  <a:pt x="164471" y="65786"/>
                  <a:pt x="161631" y="66849"/>
                </a:cubicBezTo>
                <a:lnTo>
                  <a:pt x="160140" y="63022"/>
                </a:lnTo>
                <a:lnTo>
                  <a:pt x="189534" y="51120"/>
                </a:lnTo>
                <a:lnTo>
                  <a:pt x="194220" y="51120"/>
                </a:lnTo>
                <a:close/>
                <a:moveTo>
                  <a:pt x="284249" y="51120"/>
                </a:moveTo>
                <a:lnTo>
                  <a:pt x="284249" y="84135"/>
                </a:lnTo>
                <a:lnTo>
                  <a:pt x="280735" y="84135"/>
                </a:lnTo>
                <a:cubicBezTo>
                  <a:pt x="278037" y="73780"/>
                  <a:pt x="274575" y="66737"/>
                  <a:pt x="270351" y="63005"/>
                </a:cubicBezTo>
                <a:cubicBezTo>
                  <a:pt x="266126" y="59271"/>
                  <a:pt x="260748" y="57404"/>
                  <a:pt x="254216" y="57404"/>
                </a:cubicBezTo>
                <a:cubicBezTo>
                  <a:pt x="249246" y="57404"/>
                  <a:pt x="245234" y="58716"/>
                  <a:pt x="242181" y="61341"/>
                </a:cubicBezTo>
                <a:cubicBezTo>
                  <a:pt x="239128" y="63963"/>
                  <a:pt x="237602" y="66871"/>
                  <a:pt x="237602" y="70064"/>
                </a:cubicBezTo>
                <a:cubicBezTo>
                  <a:pt x="237602" y="74035"/>
                  <a:pt x="238738" y="77439"/>
                  <a:pt x="241010" y="80275"/>
                </a:cubicBezTo>
                <a:cubicBezTo>
                  <a:pt x="243211" y="83183"/>
                  <a:pt x="247684" y="86269"/>
                  <a:pt x="254429" y="89530"/>
                </a:cubicBezTo>
                <a:lnTo>
                  <a:pt x="269978" y="97085"/>
                </a:lnTo>
                <a:cubicBezTo>
                  <a:pt x="284391" y="104105"/>
                  <a:pt x="291598" y="113361"/>
                  <a:pt x="291598" y="124852"/>
                </a:cubicBezTo>
                <a:cubicBezTo>
                  <a:pt x="291598" y="133716"/>
                  <a:pt x="288243" y="140861"/>
                  <a:pt x="281533" y="146288"/>
                </a:cubicBezTo>
                <a:cubicBezTo>
                  <a:pt x="274824" y="151713"/>
                  <a:pt x="267316" y="154425"/>
                  <a:pt x="259009" y="154425"/>
                </a:cubicBezTo>
                <a:cubicBezTo>
                  <a:pt x="253045" y="154425"/>
                  <a:pt x="246228" y="153360"/>
                  <a:pt x="238560" y="151230"/>
                </a:cubicBezTo>
                <a:cubicBezTo>
                  <a:pt x="236217" y="150520"/>
                  <a:pt x="234300" y="150165"/>
                  <a:pt x="232809" y="150165"/>
                </a:cubicBezTo>
                <a:cubicBezTo>
                  <a:pt x="231176" y="150165"/>
                  <a:pt x="229898" y="151088"/>
                  <a:pt x="228975" y="152934"/>
                </a:cubicBezTo>
                <a:lnTo>
                  <a:pt x="225461" y="152934"/>
                </a:lnTo>
                <a:lnTo>
                  <a:pt x="225461" y="118002"/>
                </a:lnTo>
                <a:lnTo>
                  <a:pt x="228975" y="118002"/>
                </a:lnTo>
                <a:cubicBezTo>
                  <a:pt x="230963" y="127978"/>
                  <a:pt x="234762" y="135495"/>
                  <a:pt x="240371" y="140554"/>
                </a:cubicBezTo>
                <a:cubicBezTo>
                  <a:pt x="245980" y="145613"/>
                  <a:pt x="252264" y="148142"/>
                  <a:pt x="259222" y="148142"/>
                </a:cubicBezTo>
                <a:cubicBezTo>
                  <a:pt x="264121" y="148142"/>
                  <a:pt x="268114" y="146706"/>
                  <a:pt x="271203" y="143835"/>
                </a:cubicBezTo>
                <a:cubicBezTo>
                  <a:pt x="274291" y="140962"/>
                  <a:pt x="275836" y="137504"/>
                  <a:pt x="275836" y="133462"/>
                </a:cubicBezTo>
                <a:cubicBezTo>
                  <a:pt x="275836" y="128567"/>
                  <a:pt x="274114" y="124453"/>
                  <a:pt x="270670" y="121121"/>
                </a:cubicBezTo>
                <a:cubicBezTo>
                  <a:pt x="267227" y="117788"/>
                  <a:pt x="260358" y="113569"/>
                  <a:pt x="250063" y="108464"/>
                </a:cubicBezTo>
                <a:cubicBezTo>
                  <a:pt x="239767" y="103356"/>
                  <a:pt x="233022" y="98746"/>
                  <a:pt x="229827" y="94632"/>
                </a:cubicBezTo>
                <a:cubicBezTo>
                  <a:pt x="226632" y="90590"/>
                  <a:pt x="225035" y="85483"/>
                  <a:pt x="225035" y="79313"/>
                </a:cubicBezTo>
                <a:cubicBezTo>
                  <a:pt x="225035" y="71299"/>
                  <a:pt x="227786" y="64597"/>
                  <a:pt x="233289" y="59208"/>
                </a:cubicBezTo>
                <a:cubicBezTo>
                  <a:pt x="238791" y="53816"/>
                  <a:pt x="245909" y="51120"/>
                  <a:pt x="254642" y="51120"/>
                </a:cubicBezTo>
                <a:cubicBezTo>
                  <a:pt x="258476" y="51120"/>
                  <a:pt x="263127" y="51937"/>
                  <a:pt x="268594" y="53570"/>
                </a:cubicBezTo>
                <a:cubicBezTo>
                  <a:pt x="272215" y="54635"/>
                  <a:pt x="274629" y="55167"/>
                  <a:pt x="275836" y="55167"/>
                </a:cubicBezTo>
                <a:cubicBezTo>
                  <a:pt x="276972" y="55167"/>
                  <a:pt x="277859" y="54919"/>
                  <a:pt x="278498" y="54422"/>
                </a:cubicBezTo>
                <a:cubicBezTo>
                  <a:pt x="279137" y="53925"/>
                  <a:pt x="279883" y="52824"/>
                  <a:pt x="280735" y="51120"/>
                </a:cubicBezTo>
                <a:lnTo>
                  <a:pt x="284249" y="51120"/>
                </a:lnTo>
                <a:close/>
                <a:moveTo>
                  <a:pt x="334376" y="21726"/>
                </a:moveTo>
                <a:lnTo>
                  <a:pt x="334376" y="53889"/>
                </a:lnTo>
                <a:lnTo>
                  <a:pt x="357167" y="53889"/>
                </a:lnTo>
                <a:lnTo>
                  <a:pt x="357167" y="61344"/>
                </a:lnTo>
                <a:lnTo>
                  <a:pt x="334376" y="61344"/>
                </a:lnTo>
                <a:lnTo>
                  <a:pt x="334376" y="124519"/>
                </a:lnTo>
                <a:cubicBezTo>
                  <a:pt x="334376" y="130831"/>
                  <a:pt x="335281" y="135087"/>
                  <a:pt x="337092" y="137286"/>
                </a:cubicBezTo>
                <a:cubicBezTo>
                  <a:pt x="338902" y="139482"/>
                  <a:pt x="341228" y="140580"/>
                  <a:pt x="344068" y="140580"/>
                </a:cubicBezTo>
                <a:cubicBezTo>
                  <a:pt x="346411" y="140580"/>
                  <a:pt x="348683" y="139853"/>
                  <a:pt x="350884" y="138397"/>
                </a:cubicBezTo>
                <a:cubicBezTo>
                  <a:pt x="353085" y="136942"/>
                  <a:pt x="354789" y="134794"/>
                  <a:pt x="355996" y="131954"/>
                </a:cubicBezTo>
                <a:lnTo>
                  <a:pt x="360149" y="131954"/>
                </a:lnTo>
                <a:cubicBezTo>
                  <a:pt x="357664" y="138932"/>
                  <a:pt x="354150" y="144209"/>
                  <a:pt x="349606" y="147786"/>
                </a:cubicBezTo>
                <a:cubicBezTo>
                  <a:pt x="345062" y="151360"/>
                  <a:pt x="340376" y="153147"/>
                  <a:pt x="335548" y="153147"/>
                </a:cubicBezTo>
                <a:cubicBezTo>
                  <a:pt x="332282" y="153147"/>
                  <a:pt x="329087" y="152241"/>
                  <a:pt x="325963" y="150428"/>
                </a:cubicBezTo>
                <a:cubicBezTo>
                  <a:pt x="322839" y="148616"/>
                  <a:pt x="320531" y="146022"/>
                  <a:pt x="319040" y="142647"/>
                </a:cubicBezTo>
                <a:cubicBezTo>
                  <a:pt x="317549" y="139270"/>
                  <a:pt x="316803" y="134063"/>
                  <a:pt x="316803" y="127025"/>
                </a:cubicBezTo>
                <a:lnTo>
                  <a:pt x="316803" y="61344"/>
                </a:lnTo>
                <a:lnTo>
                  <a:pt x="301361" y="61344"/>
                </a:lnTo>
                <a:lnTo>
                  <a:pt x="301361" y="57830"/>
                </a:lnTo>
                <a:cubicBezTo>
                  <a:pt x="305266" y="56263"/>
                  <a:pt x="309260" y="53611"/>
                  <a:pt x="313342" y="49872"/>
                </a:cubicBezTo>
                <a:cubicBezTo>
                  <a:pt x="317425" y="46134"/>
                  <a:pt x="321063" y="41700"/>
                  <a:pt x="324259" y="36573"/>
                </a:cubicBezTo>
                <a:cubicBezTo>
                  <a:pt x="325892" y="33868"/>
                  <a:pt x="328164" y="28919"/>
                  <a:pt x="331075" y="21726"/>
                </a:cubicBezTo>
                <a:lnTo>
                  <a:pt x="334376" y="21726"/>
                </a:lnTo>
                <a:close/>
                <a:moveTo>
                  <a:pt x="387131" y="130782"/>
                </a:moveTo>
                <a:cubicBezTo>
                  <a:pt x="390468" y="130782"/>
                  <a:pt x="393272" y="131936"/>
                  <a:pt x="395544" y="134244"/>
                </a:cubicBezTo>
                <a:cubicBezTo>
                  <a:pt x="397816" y="136551"/>
                  <a:pt x="398952" y="139338"/>
                  <a:pt x="398952" y="142604"/>
                </a:cubicBezTo>
                <a:cubicBezTo>
                  <a:pt x="398952" y="145870"/>
                  <a:pt x="397798" y="148657"/>
                  <a:pt x="395491" y="150964"/>
                </a:cubicBezTo>
                <a:cubicBezTo>
                  <a:pt x="393183" y="153272"/>
                  <a:pt x="390397" y="154425"/>
                  <a:pt x="387131" y="154425"/>
                </a:cubicBezTo>
                <a:cubicBezTo>
                  <a:pt x="383865" y="154425"/>
                  <a:pt x="381078" y="153272"/>
                  <a:pt x="378770" y="150964"/>
                </a:cubicBezTo>
                <a:cubicBezTo>
                  <a:pt x="376463" y="148657"/>
                  <a:pt x="375309" y="145870"/>
                  <a:pt x="375309" y="142604"/>
                </a:cubicBezTo>
                <a:cubicBezTo>
                  <a:pt x="375309" y="139267"/>
                  <a:pt x="376463" y="136462"/>
                  <a:pt x="378770" y="134190"/>
                </a:cubicBezTo>
                <a:cubicBezTo>
                  <a:pt x="381078" y="131918"/>
                  <a:pt x="383865" y="130782"/>
                  <a:pt x="387131" y="1307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Selective">
            <a:extLst xmlns:a="http://schemas.openxmlformats.org/drawingml/2006/main">
              <a:ext uri="{FF2B5EF4-FFF2-40B4-BE49-F238E27FC236}">
                <a16:creationId xmlns:a16="http://schemas.microsoft.com/office/drawing/2014/main" id="{F306F8F8-122C-4D42-BC5A-160F1A1A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726" y="371857"/>
            <a:ext cx="779759" cy="154638"/>
          </a:xfrm>
          <a:custGeom xmlns:a="http://schemas.openxmlformats.org/drawingml/2006/main">
            <a:pathLst>
              <a:path w="779759" h="154638">
                <a:moveTo>
                  <a:pt x="86372" y="3834"/>
                </a:moveTo>
                <a:lnTo>
                  <a:pt x="86372" y="53676"/>
                </a:lnTo>
                <a:lnTo>
                  <a:pt x="82431" y="53676"/>
                </a:lnTo>
                <a:cubicBezTo>
                  <a:pt x="81153" y="44091"/>
                  <a:pt x="78864" y="36459"/>
                  <a:pt x="75562" y="30779"/>
                </a:cubicBezTo>
                <a:cubicBezTo>
                  <a:pt x="72260" y="25099"/>
                  <a:pt x="67557" y="20590"/>
                  <a:pt x="61451" y="17253"/>
                </a:cubicBezTo>
                <a:cubicBezTo>
                  <a:pt x="55345" y="13916"/>
                  <a:pt x="49026" y="12248"/>
                  <a:pt x="42494" y="12248"/>
                </a:cubicBezTo>
                <a:cubicBezTo>
                  <a:pt x="35110" y="12248"/>
                  <a:pt x="29004" y="14501"/>
                  <a:pt x="24176" y="19007"/>
                </a:cubicBezTo>
                <a:cubicBezTo>
                  <a:pt x="19348" y="23511"/>
                  <a:pt x="16934" y="28636"/>
                  <a:pt x="16934" y="34383"/>
                </a:cubicBezTo>
                <a:cubicBezTo>
                  <a:pt x="16934" y="38783"/>
                  <a:pt x="18460" y="42791"/>
                  <a:pt x="21513" y="46408"/>
                </a:cubicBezTo>
                <a:cubicBezTo>
                  <a:pt x="25915" y="51730"/>
                  <a:pt x="36388" y="58826"/>
                  <a:pt x="52931" y="67694"/>
                </a:cubicBezTo>
                <a:cubicBezTo>
                  <a:pt x="66421" y="74930"/>
                  <a:pt x="75633" y="80481"/>
                  <a:pt x="80568" y="84348"/>
                </a:cubicBezTo>
                <a:cubicBezTo>
                  <a:pt x="85502" y="88213"/>
                  <a:pt x="89301" y="92772"/>
                  <a:pt x="91963" y="98024"/>
                </a:cubicBezTo>
                <a:cubicBezTo>
                  <a:pt x="94626" y="103273"/>
                  <a:pt x="95957" y="108771"/>
                  <a:pt x="95957" y="114518"/>
                </a:cubicBezTo>
                <a:cubicBezTo>
                  <a:pt x="95957" y="125443"/>
                  <a:pt x="91715" y="134862"/>
                  <a:pt x="83230" y="142774"/>
                </a:cubicBezTo>
                <a:cubicBezTo>
                  <a:pt x="74745" y="150684"/>
                  <a:pt x="63829" y="154638"/>
                  <a:pt x="50481" y="154638"/>
                </a:cubicBezTo>
                <a:cubicBezTo>
                  <a:pt x="46292" y="154638"/>
                  <a:pt x="42352" y="154323"/>
                  <a:pt x="38660" y="153693"/>
                </a:cubicBezTo>
                <a:cubicBezTo>
                  <a:pt x="36459" y="153343"/>
                  <a:pt x="31897" y="152064"/>
                  <a:pt x="24974" y="149856"/>
                </a:cubicBezTo>
                <a:cubicBezTo>
                  <a:pt x="18052" y="147648"/>
                  <a:pt x="13668" y="146544"/>
                  <a:pt x="11822" y="146544"/>
                </a:cubicBezTo>
                <a:cubicBezTo>
                  <a:pt x="10047" y="146544"/>
                  <a:pt x="8644" y="147070"/>
                  <a:pt x="7615" y="148122"/>
                </a:cubicBezTo>
                <a:cubicBezTo>
                  <a:pt x="6585" y="149174"/>
                  <a:pt x="5822" y="151346"/>
                  <a:pt x="5325" y="154638"/>
                </a:cubicBezTo>
                <a:lnTo>
                  <a:pt x="1385" y="154638"/>
                </a:lnTo>
                <a:lnTo>
                  <a:pt x="1385" y="105222"/>
                </a:lnTo>
                <a:lnTo>
                  <a:pt x="5325" y="105222"/>
                </a:lnTo>
                <a:cubicBezTo>
                  <a:pt x="7171" y="115588"/>
                  <a:pt x="9656" y="123345"/>
                  <a:pt x="12780" y="128493"/>
                </a:cubicBezTo>
                <a:cubicBezTo>
                  <a:pt x="15904" y="133640"/>
                  <a:pt x="20679" y="137918"/>
                  <a:pt x="27104" y="141326"/>
                </a:cubicBezTo>
                <a:cubicBezTo>
                  <a:pt x="33530" y="144734"/>
                  <a:pt x="40577" y="146438"/>
                  <a:pt x="48245" y="146438"/>
                </a:cubicBezTo>
                <a:cubicBezTo>
                  <a:pt x="57120" y="146438"/>
                  <a:pt x="64131" y="144097"/>
                  <a:pt x="69278" y="139416"/>
                </a:cubicBezTo>
                <a:cubicBezTo>
                  <a:pt x="74426" y="134732"/>
                  <a:pt x="77000" y="129197"/>
                  <a:pt x="77000" y="122812"/>
                </a:cubicBezTo>
                <a:cubicBezTo>
                  <a:pt x="77000" y="119264"/>
                  <a:pt x="76023" y="115682"/>
                  <a:pt x="74071" y="112065"/>
                </a:cubicBezTo>
                <a:cubicBezTo>
                  <a:pt x="72118" y="108446"/>
                  <a:pt x="69083" y="105076"/>
                  <a:pt x="64965" y="101954"/>
                </a:cubicBezTo>
                <a:cubicBezTo>
                  <a:pt x="62196" y="99826"/>
                  <a:pt x="54635" y="95303"/>
                  <a:pt x="42281" y="88385"/>
                </a:cubicBezTo>
                <a:cubicBezTo>
                  <a:pt x="29927" y="81467"/>
                  <a:pt x="21140" y="75951"/>
                  <a:pt x="15922" y="71838"/>
                </a:cubicBezTo>
                <a:cubicBezTo>
                  <a:pt x="10703" y="67722"/>
                  <a:pt x="6745" y="63181"/>
                  <a:pt x="4047" y="58216"/>
                </a:cubicBezTo>
                <a:cubicBezTo>
                  <a:pt x="1349" y="53248"/>
                  <a:pt x="0" y="47784"/>
                  <a:pt x="0" y="41825"/>
                </a:cubicBezTo>
                <a:cubicBezTo>
                  <a:pt x="0" y="31468"/>
                  <a:pt x="3976" y="22547"/>
                  <a:pt x="11928" y="15063"/>
                </a:cubicBezTo>
                <a:cubicBezTo>
                  <a:pt x="19880" y="7577"/>
                  <a:pt x="29998" y="3834"/>
                  <a:pt x="42281" y="3834"/>
                </a:cubicBezTo>
                <a:cubicBezTo>
                  <a:pt x="49949" y="3834"/>
                  <a:pt x="58078" y="5716"/>
                  <a:pt x="66669" y="9479"/>
                </a:cubicBezTo>
                <a:cubicBezTo>
                  <a:pt x="70645" y="11254"/>
                  <a:pt x="73450" y="12141"/>
                  <a:pt x="75083" y="12141"/>
                </a:cubicBezTo>
                <a:cubicBezTo>
                  <a:pt x="76929" y="12141"/>
                  <a:pt x="78438" y="11591"/>
                  <a:pt x="79609" y="10490"/>
                </a:cubicBezTo>
                <a:cubicBezTo>
                  <a:pt x="80781" y="9390"/>
                  <a:pt x="81721" y="7171"/>
                  <a:pt x="82431" y="3834"/>
                </a:cubicBezTo>
                <a:lnTo>
                  <a:pt x="86372" y="3834"/>
                </a:lnTo>
                <a:close/>
                <a:moveTo>
                  <a:pt x="130856" y="90738"/>
                </a:moveTo>
                <a:cubicBezTo>
                  <a:pt x="130785" y="105189"/>
                  <a:pt x="134299" y="116524"/>
                  <a:pt x="141399" y="124742"/>
                </a:cubicBezTo>
                <a:cubicBezTo>
                  <a:pt x="148499" y="132958"/>
                  <a:pt x="156842" y="137066"/>
                  <a:pt x="166427" y="137066"/>
                </a:cubicBezTo>
                <a:cubicBezTo>
                  <a:pt x="172817" y="137066"/>
                  <a:pt x="178373" y="135309"/>
                  <a:pt x="183094" y="131794"/>
                </a:cubicBezTo>
                <a:cubicBezTo>
                  <a:pt x="187816" y="128280"/>
                  <a:pt x="191774" y="122262"/>
                  <a:pt x="194969" y="113742"/>
                </a:cubicBezTo>
                <a:lnTo>
                  <a:pt x="198270" y="115872"/>
                </a:lnTo>
                <a:cubicBezTo>
                  <a:pt x="196779" y="125599"/>
                  <a:pt x="192448" y="134457"/>
                  <a:pt x="185277" y="142444"/>
                </a:cubicBezTo>
                <a:cubicBezTo>
                  <a:pt x="178106" y="150432"/>
                  <a:pt x="169125" y="154425"/>
                  <a:pt x="158333" y="154425"/>
                </a:cubicBezTo>
                <a:cubicBezTo>
                  <a:pt x="146618" y="154425"/>
                  <a:pt x="136589" y="149874"/>
                  <a:pt x="128246" y="140770"/>
                </a:cubicBezTo>
                <a:cubicBezTo>
                  <a:pt x="119904" y="131664"/>
                  <a:pt x="115733" y="119423"/>
                  <a:pt x="115733" y="104047"/>
                </a:cubicBezTo>
                <a:cubicBezTo>
                  <a:pt x="115733" y="87398"/>
                  <a:pt x="120010" y="74415"/>
                  <a:pt x="128566" y="65098"/>
                </a:cubicBezTo>
                <a:cubicBezTo>
                  <a:pt x="137121" y="55780"/>
                  <a:pt x="147860" y="51120"/>
                  <a:pt x="160782" y="51120"/>
                </a:cubicBezTo>
                <a:cubicBezTo>
                  <a:pt x="171716" y="51120"/>
                  <a:pt x="180698" y="54715"/>
                  <a:pt x="187727" y="61903"/>
                </a:cubicBezTo>
                <a:cubicBezTo>
                  <a:pt x="194756" y="69090"/>
                  <a:pt x="198270" y="78702"/>
                  <a:pt x="198270" y="90738"/>
                </a:cubicBezTo>
                <a:lnTo>
                  <a:pt x="130856" y="90738"/>
                </a:lnTo>
                <a:moveTo>
                  <a:pt x="130856" y="84561"/>
                </a:moveTo>
                <a:lnTo>
                  <a:pt x="176012" y="84561"/>
                </a:lnTo>
                <a:cubicBezTo>
                  <a:pt x="175657" y="78313"/>
                  <a:pt x="174911" y="73911"/>
                  <a:pt x="173775" y="71355"/>
                </a:cubicBezTo>
                <a:cubicBezTo>
                  <a:pt x="172000" y="67379"/>
                  <a:pt x="169355" y="64255"/>
                  <a:pt x="165841" y="61983"/>
                </a:cubicBezTo>
                <a:cubicBezTo>
                  <a:pt x="162326" y="59711"/>
                  <a:pt x="158652" y="58575"/>
                  <a:pt x="154818" y="58575"/>
                </a:cubicBezTo>
                <a:cubicBezTo>
                  <a:pt x="148925" y="58575"/>
                  <a:pt x="143653" y="60865"/>
                  <a:pt x="139003" y="65444"/>
                </a:cubicBezTo>
                <a:cubicBezTo>
                  <a:pt x="134352" y="70024"/>
                  <a:pt x="131637" y="76396"/>
                  <a:pt x="130856" y="84561"/>
                </a:cubicBezTo>
                <a:close/>
                <a:moveTo>
                  <a:pt x="244844" y="0"/>
                </a:moveTo>
                <a:lnTo>
                  <a:pt x="244844" y="129305"/>
                </a:lnTo>
                <a:cubicBezTo>
                  <a:pt x="244844" y="135406"/>
                  <a:pt x="245288" y="139451"/>
                  <a:pt x="246176" y="141439"/>
                </a:cubicBezTo>
                <a:cubicBezTo>
                  <a:pt x="247063" y="143425"/>
                  <a:pt x="248430" y="144933"/>
                  <a:pt x="250276" y="145962"/>
                </a:cubicBezTo>
                <a:cubicBezTo>
                  <a:pt x="252122" y="146989"/>
                  <a:pt x="255565" y="147503"/>
                  <a:pt x="260606" y="147503"/>
                </a:cubicBezTo>
                <a:lnTo>
                  <a:pt x="260606" y="151443"/>
                </a:lnTo>
                <a:lnTo>
                  <a:pt x="212788" y="151443"/>
                </a:lnTo>
                <a:lnTo>
                  <a:pt x="212788" y="147503"/>
                </a:lnTo>
                <a:cubicBezTo>
                  <a:pt x="217261" y="147503"/>
                  <a:pt x="220314" y="147043"/>
                  <a:pt x="221947" y="146122"/>
                </a:cubicBezTo>
                <a:cubicBezTo>
                  <a:pt x="223580" y="145199"/>
                  <a:pt x="224858" y="143673"/>
                  <a:pt x="225781" y="141546"/>
                </a:cubicBezTo>
                <a:cubicBezTo>
                  <a:pt x="226704" y="139416"/>
                  <a:pt x="227165" y="135335"/>
                  <a:pt x="227165" y="129305"/>
                </a:cubicBezTo>
                <a:lnTo>
                  <a:pt x="227165" y="40760"/>
                </a:lnTo>
                <a:cubicBezTo>
                  <a:pt x="227165" y="29764"/>
                  <a:pt x="226917" y="23006"/>
                  <a:pt x="226420" y="20488"/>
                </a:cubicBezTo>
                <a:cubicBezTo>
                  <a:pt x="225923" y="17968"/>
                  <a:pt x="225124" y="16247"/>
                  <a:pt x="224023" y="15326"/>
                </a:cubicBezTo>
                <a:cubicBezTo>
                  <a:pt x="222923" y="14403"/>
                  <a:pt x="221521" y="13942"/>
                  <a:pt x="219817" y="13942"/>
                </a:cubicBezTo>
                <a:cubicBezTo>
                  <a:pt x="217971" y="13942"/>
                  <a:pt x="215628" y="14510"/>
                  <a:pt x="212788" y="15646"/>
                </a:cubicBezTo>
                <a:lnTo>
                  <a:pt x="210977" y="11918"/>
                </a:lnTo>
                <a:lnTo>
                  <a:pt x="240052" y="0"/>
                </a:lnTo>
                <a:lnTo>
                  <a:pt x="244844" y="0"/>
                </a:lnTo>
                <a:close/>
                <a:moveTo>
                  <a:pt x="288333" y="90738"/>
                </a:moveTo>
                <a:cubicBezTo>
                  <a:pt x="288262" y="105189"/>
                  <a:pt x="291777" y="116524"/>
                  <a:pt x="298877" y="124742"/>
                </a:cubicBezTo>
                <a:cubicBezTo>
                  <a:pt x="305977" y="132958"/>
                  <a:pt x="314319" y="137066"/>
                  <a:pt x="323904" y="137066"/>
                </a:cubicBezTo>
                <a:cubicBezTo>
                  <a:pt x="330294" y="137066"/>
                  <a:pt x="335850" y="135309"/>
                  <a:pt x="340571" y="131794"/>
                </a:cubicBezTo>
                <a:cubicBezTo>
                  <a:pt x="345293" y="128280"/>
                  <a:pt x="349251" y="122262"/>
                  <a:pt x="352446" y="113742"/>
                </a:cubicBezTo>
                <a:lnTo>
                  <a:pt x="355748" y="115872"/>
                </a:lnTo>
                <a:cubicBezTo>
                  <a:pt x="354257" y="125599"/>
                  <a:pt x="349926" y="134457"/>
                  <a:pt x="342755" y="142444"/>
                </a:cubicBezTo>
                <a:cubicBezTo>
                  <a:pt x="335584" y="150432"/>
                  <a:pt x="326602" y="154425"/>
                  <a:pt x="315810" y="154425"/>
                </a:cubicBezTo>
                <a:cubicBezTo>
                  <a:pt x="304095" y="154425"/>
                  <a:pt x="294066" y="149874"/>
                  <a:pt x="285724" y="140770"/>
                </a:cubicBezTo>
                <a:cubicBezTo>
                  <a:pt x="277381" y="131664"/>
                  <a:pt x="273210" y="119423"/>
                  <a:pt x="273210" y="104047"/>
                </a:cubicBezTo>
                <a:cubicBezTo>
                  <a:pt x="273210" y="87398"/>
                  <a:pt x="277488" y="74415"/>
                  <a:pt x="286043" y="65098"/>
                </a:cubicBezTo>
                <a:cubicBezTo>
                  <a:pt x="294599" y="55780"/>
                  <a:pt x="305338" y="51120"/>
                  <a:pt x="318260" y="51120"/>
                </a:cubicBezTo>
                <a:cubicBezTo>
                  <a:pt x="329194" y="51120"/>
                  <a:pt x="338175" y="54715"/>
                  <a:pt x="345204" y="61903"/>
                </a:cubicBezTo>
                <a:cubicBezTo>
                  <a:pt x="352233" y="69090"/>
                  <a:pt x="355748" y="78702"/>
                  <a:pt x="355748" y="90738"/>
                </a:cubicBezTo>
                <a:lnTo>
                  <a:pt x="288333" y="90738"/>
                </a:lnTo>
                <a:moveTo>
                  <a:pt x="288333" y="84561"/>
                </a:moveTo>
                <a:lnTo>
                  <a:pt x="333489" y="84561"/>
                </a:lnTo>
                <a:cubicBezTo>
                  <a:pt x="333134" y="78313"/>
                  <a:pt x="332389" y="73911"/>
                  <a:pt x="331253" y="71355"/>
                </a:cubicBezTo>
                <a:cubicBezTo>
                  <a:pt x="329478" y="67379"/>
                  <a:pt x="326833" y="64255"/>
                  <a:pt x="323318" y="61983"/>
                </a:cubicBezTo>
                <a:cubicBezTo>
                  <a:pt x="319804" y="59711"/>
                  <a:pt x="316130" y="58575"/>
                  <a:pt x="312296" y="58575"/>
                </a:cubicBezTo>
                <a:cubicBezTo>
                  <a:pt x="306403" y="58575"/>
                  <a:pt x="301131" y="60865"/>
                  <a:pt x="296480" y="65444"/>
                </a:cubicBezTo>
                <a:cubicBezTo>
                  <a:pt x="291830" y="70024"/>
                  <a:pt x="289114" y="76396"/>
                  <a:pt x="288333" y="84561"/>
                </a:cubicBezTo>
                <a:close/>
                <a:moveTo>
                  <a:pt x="451631" y="114381"/>
                </a:moveTo>
                <a:cubicBezTo>
                  <a:pt x="449004" y="127232"/>
                  <a:pt x="443857" y="137119"/>
                  <a:pt x="436189" y="144042"/>
                </a:cubicBezTo>
                <a:cubicBezTo>
                  <a:pt x="428521" y="150964"/>
                  <a:pt x="420036" y="154425"/>
                  <a:pt x="410735" y="154425"/>
                </a:cubicBezTo>
                <a:cubicBezTo>
                  <a:pt x="399659" y="154425"/>
                  <a:pt x="390003" y="149781"/>
                  <a:pt x="381767" y="140491"/>
                </a:cubicBezTo>
                <a:cubicBezTo>
                  <a:pt x="373531" y="131198"/>
                  <a:pt x="369413" y="118644"/>
                  <a:pt x="369413" y="102826"/>
                </a:cubicBezTo>
                <a:cubicBezTo>
                  <a:pt x="369413" y="87506"/>
                  <a:pt x="373975" y="75058"/>
                  <a:pt x="383098" y="65484"/>
                </a:cubicBezTo>
                <a:cubicBezTo>
                  <a:pt x="392222" y="55908"/>
                  <a:pt x="403174" y="51120"/>
                  <a:pt x="415954" y="51120"/>
                </a:cubicBezTo>
                <a:cubicBezTo>
                  <a:pt x="425539" y="51120"/>
                  <a:pt x="433420" y="53651"/>
                  <a:pt x="439597" y="58712"/>
                </a:cubicBezTo>
                <a:cubicBezTo>
                  <a:pt x="445774" y="63770"/>
                  <a:pt x="448862" y="69024"/>
                  <a:pt x="448862" y="74474"/>
                </a:cubicBezTo>
                <a:cubicBezTo>
                  <a:pt x="448862" y="77163"/>
                  <a:pt x="447993" y="79339"/>
                  <a:pt x="446253" y="81003"/>
                </a:cubicBezTo>
                <a:cubicBezTo>
                  <a:pt x="444514" y="82665"/>
                  <a:pt x="442082" y="83496"/>
                  <a:pt x="438958" y="83496"/>
                </a:cubicBezTo>
                <a:cubicBezTo>
                  <a:pt x="434769" y="83496"/>
                  <a:pt x="431609" y="82147"/>
                  <a:pt x="429479" y="79449"/>
                </a:cubicBezTo>
                <a:cubicBezTo>
                  <a:pt x="428272" y="77958"/>
                  <a:pt x="427474" y="75118"/>
                  <a:pt x="427083" y="70929"/>
                </a:cubicBezTo>
                <a:cubicBezTo>
                  <a:pt x="426692" y="66740"/>
                  <a:pt x="425255" y="63545"/>
                  <a:pt x="422770" y="61344"/>
                </a:cubicBezTo>
                <a:cubicBezTo>
                  <a:pt x="420285" y="59214"/>
                  <a:pt x="416841" y="58149"/>
                  <a:pt x="412439" y="58149"/>
                </a:cubicBezTo>
                <a:cubicBezTo>
                  <a:pt x="405339" y="58149"/>
                  <a:pt x="399624" y="60776"/>
                  <a:pt x="395293" y="66030"/>
                </a:cubicBezTo>
                <a:cubicBezTo>
                  <a:pt x="389542" y="72988"/>
                  <a:pt x="386666" y="82183"/>
                  <a:pt x="386666" y="93614"/>
                </a:cubicBezTo>
                <a:cubicBezTo>
                  <a:pt x="386666" y="105258"/>
                  <a:pt x="389524" y="115535"/>
                  <a:pt x="395239" y="124446"/>
                </a:cubicBezTo>
                <a:cubicBezTo>
                  <a:pt x="400955" y="133356"/>
                  <a:pt x="408676" y="137811"/>
                  <a:pt x="418403" y="137811"/>
                </a:cubicBezTo>
                <a:cubicBezTo>
                  <a:pt x="425361" y="137811"/>
                  <a:pt x="431609" y="135433"/>
                  <a:pt x="437147" y="130676"/>
                </a:cubicBezTo>
                <a:cubicBezTo>
                  <a:pt x="441052" y="127410"/>
                  <a:pt x="444851" y="121481"/>
                  <a:pt x="448543" y="112890"/>
                </a:cubicBezTo>
                <a:lnTo>
                  <a:pt x="451631" y="114381"/>
                </a:lnTo>
                <a:close/>
                <a:moveTo>
                  <a:pt x="493946" y="21726"/>
                </a:moveTo>
                <a:lnTo>
                  <a:pt x="493946" y="53889"/>
                </a:lnTo>
                <a:lnTo>
                  <a:pt x="516737" y="53889"/>
                </a:lnTo>
                <a:lnTo>
                  <a:pt x="516737" y="61344"/>
                </a:lnTo>
                <a:lnTo>
                  <a:pt x="493946" y="61344"/>
                </a:lnTo>
                <a:lnTo>
                  <a:pt x="493946" y="124519"/>
                </a:lnTo>
                <a:cubicBezTo>
                  <a:pt x="493946" y="130831"/>
                  <a:pt x="494851" y="135087"/>
                  <a:pt x="496661" y="137286"/>
                </a:cubicBezTo>
                <a:cubicBezTo>
                  <a:pt x="498472" y="139482"/>
                  <a:pt x="500797" y="140580"/>
                  <a:pt x="503637" y="140580"/>
                </a:cubicBezTo>
                <a:cubicBezTo>
                  <a:pt x="505980" y="140580"/>
                  <a:pt x="508252" y="139853"/>
                  <a:pt x="510453" y="138397"/>
                </a:cubicBezTo>
                <a:cubicBezTo>
                  <a:pt x="512654" y="136942"/>
                  <a:pt x="514358" y="134794"/>
                  <a:pt x="515565" y="131954"/>
                </a:cubicBezTo>
                <a:lnTo>
                  <a:pt x="519719" y="131954"/>
                </a:lnTo>
                <a:cubicBezTo>
                  <a:pt x="517234" y="138932"/>
                  <a:pt x="513719" y="144209"/>
                  <a:pt x="509175" y="147786"/>
                </a:cubicBezTo>
                <a:cubicBezTo>
                  <a:pt x="504631" y="151360"/>
                  <a:pt x="499945" y="153147"/>
                  <a:pt x="495117" y="153147"/>
                </a:cubicBezTo>
                <a:cubicBezTo>
                  <a:pt x="491851" y="153147"/>
                  <a:pt x="488656" y="152241"/>
                  <a:pt x="485532" y="150428"/>
                </a:cubicBezTo>
                <a:cubicBezTo>
                  <a:pt x="482408" y="148616"/>
                  <a:pt x="480100" y="146022"/>
                  <a:pt x="478609" y="142647"/>
                </a:cubicBezTo>
                <a:cubicBezTo>
                  <a:pt x="477118" y="139270"/>
                  <a:pt x="476373" y="134063"/>
                  <a:pt x="476373" y="127025"/>
                </a:cubicBezTo>
                <a:lnTo>
                  <a:pt x="476373" y="61344"/>
                </a:lnTo>
                <a:lnTo>
                  <a:pt x="460930" y="61344"/>
                </a:lnTo>
                <a:lnTo>
                  <a:pt x="460930" y="57830"/>
                </a:lnTo>
                <a:cubicBezTo>
                  <a:pt x="464835" y="56263"/>
                  <a:pt x="468829" y="53611"/>
                  <a:pt x="472912" y="49872"/>
                </a:cubicBezTo>
                <a:cubicBezTo>
                  <a:pt x="476994" y="46134"/>
                  <a:pt x="480633" y="41700"/>
                  <a:pt x="483828" y="36573"/>
                </a:cubicBezTo>
                <a:cubicBezTo>
                  <a:pt x="485461" y="33868"/>
                  <a:pt x="487733" y="28919"/>
                  <a:pt x="490644" y="21726"/>
                </a:cubicBezTo>
                <a:lnTo>
                  <a:pt x="493946" y="21726"/>
                </a:lnTo>
                <a:close/>
                <a:moveTo>
                  <a:pt x="551066" y="0"/>
                </a:moveTo>
                <a:cubicBezTo>
                  <a:pt x="554048" y="0"/>
                  <a:pt x="556586" y="1053"/>
                  <a:pt x="558681" y="3158"/>
                </a:cubicBezTo>
                <a:cubicBezTo>
                  <a:pt x="560775" y="5262"/>
                  <a:pt x="561823" y="7812"/>
                  <a:pt x="561823" y="10810"/>
                </a:cubicBezTo>
                <a:cubicBezTo>
                  <a:pt x="561823" y="13807"/>
                  <a:pt x="560775" y="16377"/>
                  <a:pt x="558681" y="18518"/>
                </a:cubicBezTo>
                <a:cubicBezTo>
                  <a:pt x="556586" y="20657"/>
                  <a:pt x="554048" y="21726"/>
                  <a:pt x="551066" y="21726"/>
                </a:cubicBezTo>
                <a:cubicBezTo>
                  <a:pt x="548084" y="21726"/>
                  <a:pt x="545528" y="20657"/>
                  <a:pt x="543398" y="18518"/>
                </a:cubicBezTo>
                <a:cubicBezTo>
                  <a:pt x="541268" y="16377"/>
                  <a:pt x="540203" y="13807"/>
                  <a:pt x="540203" y="10810"/>
                </a:cubicBezTo>
                <a:cubicBezTo>
                  <a:pt x="540203" y="7812"/>
                  <a:pt x="541250" y="5262"/>
                  <a:pt x="543345" y="3158"/>
                </a:cubicBezTo>
                <a:cubicBezTo>
                  <a:pt x="545439" y="1053"/>
                  <a:pt x="548013" y="0"/>
                  <a:pt x="551066" y="0"/>
                </a:cubicBezTo>
                <a:moveTo>
                  <a:pt x="559906" y="51120"/>
                </a:moveTo>
                <a:lnTo>
                  <a:pt x="559906" y="129331"/>
                </a:lnTo>
                <a:cubicBezTo>
                  <a:pt x="559906" y="135424"/>
                  <a:pt x="560349" y="139480"/>
                  <a:pt x="561237" y="141499"/>
                </a:cubicBezTo>
                <a:cubicBezTo>
                  <a:pt x="562124" y="143518"/>
                  <a:pt x="563438" y="145024"/>
                  <a:pt x="565177" y="146015"/>
                </a:cubicBezTo>
                <a:cubicBezTo>
                  <a:pt x="566917" y="147007"/>
                  <a:pt x="570094" y="147503"/>
                  <a:pt x="574709" y="147503"/>
                </a:cubicBezTo>
                <a:lnTo>
                  <a:pt x="574709" y="151443"/>
                </a:lnTo>
                <a:lnTo>
                  <a:pt x="527316" y="151443"/>
                </a:lnTo>
                <a:lnTo>
                  <a:pt x="527316" y="147503"/>
                </a:lnTo>
                <a:cubicBezTo>
                  <a:pt x="532073" y="147503"/>
                  <a:pt x="535268" y="147043"/>
                  <a:pt x="536901" y="146122"/>
                </a:cubicBezTo>
                <a:cubicBezTo>
                  <a:pt x="538534" y="145201"/>
                  <a:pt x="539830" y="143678"/>
                  <a:pt x="540789" y="141552"/>
                </a:cubicBezTo>
                <a:cubicBezTo>
                  <a:pt x="541747" y="139427"/>
                  <a:pt x="542227" y="135353"/>
                  <a:pt x="542227" y="129331"/>
                </a:cubicBezTo>
                <a:lnTo>
                  <a:pt x="542227" y="91820"/>
                </a:lnTo>
                <a:cubicBezTo>
                  <a:pt x="542227" y="81263"/>
                  <a:pt x="541907" y="74427"/>
                  <a:pt x="541268" y="71312"/>
                </a:cubicBezTo>
                <a:cubicBezTo>
                  <a:pt x="540771" y="69044"/>
                  <a:pt x="539990" y="67468"/>
                  <a:pt x="538925" y="66583"/>
                </a:cubicBezTo>
                <a:cubicBezTo>
                  <a:pt x="537860" y="65697"/>
                  <a:pt x="536404" y="65255"/>
                  <a:pt x="534558" y="65255"/>
                </a:cubicBezTo>
                <a:cubicBezTo>
                  <a:pt x="532570" y="65255"/>
                  <a:pt x="530156" y="65786"/>
                  <a:pt x="527316" y="66849"/>
                </a:cubicBezTo>
                <a:lnTo>
                  <a:pt x="525825" y="63022"/>
                </a:lnTo>
                <a:lnTo>
                  <a:pt x="555220" y="51120"/>
                </a:lnTo>
                <a:lnTo>
                  <a:pt x="559906" y="51120"/>
                </a:lnTo>
                <a:close/>
                <a:moveTo>
                  <a:pt x="581882" y="53889"/>
                </a:moveTo>
                <a:lnTo>
                  <a:pt x="627783" y="53889"/>
                </a:lnTo>
                <a:lnTo>
                  <a:pt x="627783" y="57830"/>
                </a:lnTo>
                <a:lnTo>
                  <a:pt x="624801" y="57830"/>
                </a:lnTo>
                <a:cubicBezTo>
                  <a:pt x="622032" y="57830"/>
                  <a:pt x="619920" y="58504"/>
                  <a:pt x="618464" y="59853"/>
                </a:cubicBezTo>
                <a:cubicBezTo>
                  <a:pt x="617009" y="61202"/>
                  <a:pt x="616281" y="63013"/>
                  <a:pt x="616281" y="65285"/>
                </a:cubicBezTo>
                <a:cubicBezTo>
                  <a:pt x="616281" y="67770"/>
                  <a:pt x="617027" y="70716"/>
                  <a:pt x="618518" y="74124"/>
                </a:cubicBezTo>
                <a:lnTo>
                  <a:pt x="641202" y="128013"/>
                </a:lnTo>
                <a:lnTo>
                  <a:pt x="663993" y="72101"/>
                </a:lnTo>
                <a:cubicBezTo>
                  <a:pt x="665626" y="68125"/>
                  <a:pt x="666443" y="65107"/>
                  <a:pt x="666443" y="63048"/>
                </a:cubicBezTo>
                <a:cubicBezTo>
                  <a:pt x="666443" y="62054"/>
                  <a:pt x="666159" y="61238"/>
                  <a:pt x="665591" y="60599"/>
                </a:cubicBezTo>
                <a:cubicBezTo>
                  <a:pt x="664810" y="59534"/>
                  <a:pt x="663816" y="58806"/>
                  <a:pt x="662609" y="58415"/>
                </a:cubicBezTo>
                <a:cubicBezTo>
                  <a:pt x="661402" y="58025"/>
                  <a:pt x="658952" y="57830"/>
                  <a:pt x="655260" y="57830"/>
                </a:cubicBezTo>
                <a:lnTo>
                  <a:pt x="655260" y="53889"/>
                </a:lnTo>
                <a:lnTo>
                  <a:pt x="687104" y="53889"/>
                </a:lnTo>
                <a:lnTo>
                  <a:pt x="687104" y="57830"/>
                </a:lnTo>
                <a:cubicBezTo>
                  <a:pt x="683412" y="58114"/>
                  <a:pt x="680856" y="58859"/>
                  <a:pt x="679436" y="60066"/>
                </a:cubicBezTo>
                <a:cubicBezTo>
                  <a:pt x="676951" y="62196"/>
                  <a:pt x="674714" y="65746"/>
                  <a:pt x="672726" y="70716"/>
                </a:cubicBezTo>
                <a:lnTo>
                  <a:pt x="638114" y="154425"/>
                </a:lnTo>
                <a:lnTo>
                  <a:pt x="633747" y="154425"/>
                </a:lnTo>
                <a:lnTo>
                  <a:pt x="598922" y="72101"/>
                </a:lnTo>
                <a:cubicBezTo>
                  <a:pt x="597360" y="68267"/>
                  <a:pt x="595869" y="65515"/>
                  <a:pt x="594449" y="63847"/>
                </a:cubicBezTo>
                <a:cubicBezTo>
                  <a:pt x="593029" y="62178"/>
                  <a:pt x="591218" y="60776"/>
                  <a:pt x="589017" y="59640"/>
                </a:cubicBezTo>
                <a:cubicBezTo>
                  <a:pt x="587810" y="59001"/>
                  <a:pt x="585432" y="58398"/>
                  <a:pt x="581882" y="57830"/>
                </a:cubicBezTo>
                <a:lnTo>
                  <a:pt x="581882" y="53889"/>
                </a:lnTo>
                <a:close/>
                <a:moveTo>
                  <a:pt x="712345" y="90738"/>
                </a:moveTo>
                <a:cubicBezTo>
                  <a:pt x="712274" y="105189"/>
                  <a:pt x="715788" y="116524"/>
                  <a:pt x="722888" y="124742"/>
                </a:cubicBezTo>
                <a:cubicBezTo>
                  <a:pt x="729988" y="132958"/>
                  <a:pt x="738331" y="137066"/>
                  <a:pt x="747916" y="137066"/>
                </a:cubicBezTo>
                <a:cubicBezTo>
                  <a:pt x="754306" y="137066"/>
                  <a:pt x="759861" y="135309"/>
                  <a:pt x="764583" y="131794"/>
                </a:cubicBezTo>
                <a:cubicBezTo>
                  <a:pt x="769305" y="128280"/>
                  <a:pt x="773263" y="122262"/>
                  <a:pt x="776458" y="113742"/>
                </a:cubicBezTo>
                <a:lnTo>
                  <a:pt x="779759" y="115872"/>
                </a:lnTo>
                <a:cubicBezTo>
                  <a:pt x="778268" y="125599"/>
                  <a:pt x="773937" y="134457"/>
                  <a:pt x="766766" y="142444"/>
                </a:cubicBezTo>
                <a:cubicBezTo>
                  <a:pt x="759595" y="150432"/>
                  <a:pt x="750614" y="154425"/>
                  <a:pt x="739822" y="154425"/>
                </a:cubicBezTo>
                <a:cubicBezTo>
                  <a:pt x="728107" y="154425"/>
                  <a:pt x="718078" y="149874"/>
                  <a:pt x="709735" y="140770"/>
                </a:cubicBezTo>
                <a:cubicBezTo>
                  <a:pt x="701393" y="131664"/>
                  <a:pt x="697222" y="119423"/>
                  <a:pt x="697222" y="104047"/>
                </a:cubicBezTo>
                <a:cubicBezTo>
                  <a:pt x="697222" y="87398"/>
                  <a:pt x="701499" y="74415"/>
                  <a:pt x="710055" y="65098"/>
                </a:cubicBezTo>
                <a:cubicBezTo>
                  <a:pt x="718610" y="55780"/>
                  <a:pt x="729349" y="51120"/>
                  <a:pt x="742271" y="51120"/>
                </a:cubicBezTo>
                <a:cubicBezTo>
                  <a:pt x="753205" y="51120"/>
                  <a:pt x="762187" y="54715"/>
                  <a:pt x="769216" y="61903"/>
                </a:cubicBezTo>
                <a:cubicBezTo>
                  <a:pt x="776245" y="69090"/>
                  <a:pt x="779759" y="78702"/>
                  <a:pt x="779759" y="90738"/>
                </a:cubicBezTo>
                <a:lnTo>
                  <a:pt x="712345" y="90738"/>
                </a:lnTo>
                <a:moveTo>
                  <a:pt x="712345" y="84561"/>
                </a:moveTo>
                <a:lnTo>
                  <a:pt x="757501" y="84561"/>
                </a:lnTo>
                <a:cubicBezTo>
                  <a:pt x="757146" y="78313"/>
                  <a:pt x="756400" y="73911"/>
                  <a:pt x="755264" y="71355"/>
                </a:cubicBezTo>
                <a:cubicBezTo>
                  <a:pt x="753489" y="67379"/>
                  <a:pt x="750844" y="64255"/>
                  <a:pt x="747330" y="61983"/>
                </a:cubicBezTo>
                <a:cubicBezTo>
                  <a:pt x="743815" y="59711"/>
                  <a:pt x="740141" y="58575"/>
                  <a:pt x="736307" y="58575"/>
                </a:cubicBezTo>
                <a:cubicBezTo>
                  <a:pt x="730414" y="58575"/>
                  <a:pt x="725142" y="60865"/>
                  <a:pt x="720492" y="65444"/>
                </a:cubicBezTo>
                <a:cubicBezTo>
                  <a:pt x="715841" y="70024"/>
                  <a:pt x="713126" y="76396"/>
                  <a:pt x="712345" y="845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Tracing">
            <a:extLst xmlns:a="http://schemas.openxmlformats.org/drawingml/2006/main">
              <a:ext uri="{FF2B5EF4-FFF2-40B4-BE49-F238E27FC236}">
                <a16:creationId xmlns:a16="http://schemas.microsoft.com/office/drawing/2014/main" id="{0060C511-AE4A-4409-9987-5F53FFFB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130" y="589970"/>
            <a:ext cx="660152" cy="198517"/>
          </a:xfrm>
          <a:custGeom xmlns:a="http://schemas.openxmlformats.org/drawingml/2006/main">
            <a:pathLst>
              <a:path w="660152" h="198517">
                <a:moveTo>
                  <a:pt x="119600" y="7029"/>
                </a:moveTo>
                <a:lnTo>
                  <a:pt x="121197" y="40896"/>
                </a:lnTo>
                <a:lnTo>
                  <a:pt x="117150" y="40896"/>
                </a:lnTo>
                <a:cubicBezTo>
                  <a:pt x="116369" y="34932"/>
                  <a:pt x="115304" y="30672"/>
                  <a:pt x="113955" y="28116"/>
                </a:cubicBezTo>
                <a:cubicBezTo>
                  <a:pt x="111754" y="23998"/>
                  <a:pt x="108826" y="20963"/>
                  <a:pt x="105169" y="19010"/>
                </a:cubicBezTo>
                <a:cubicBezTo>
                  <a:pt x="101513" y="17058"/>
                  <a:pt x="96702" y="16082"/>
                  <a:pt x="90738" y="16082"/>
                </a:cubicBezTo>
                <a:lnTo>
                  <a:pt x="70397" y="16082"/>
                </a:lnTo>
                <a:lnTo>
                  <a:pt x="70397" y="126416"/>
                </a:lnTo>
                <a:cubicBezTo>
                  <a:pt x="70397" y="135291"/>
                  <a:pt x="71355" y="140829"/>
                  <a:pt x="73272" y="143030"/>
                </a:cubicBezTo>
                <a:cubicBezTo>
                  <a:pt x="75970" y="146012"/>
                  <a:pt x="80124" y="147503"/>
                  <a:pt x="85733" y="147503"/>
                </a:cubicBezTo>
                <a:lnTo>
                  <a:pt x="90738" y="147503"/>
                </a:lnTo>
                <a:lnTo>
                  <a:pt x="90738" y="151443"/>
                </a:lnTo>
                <a:lnTo>
                  <a:pt x="29501" y="151443"/>
                </a:lnTo>
                <a:lnTo>
                  <a:pt x="29501" y="147503"/>
                </a:lnTo>
                <a:lnTo>
                  <a:pt x="34613" y="147503"/>
                </a:lnTo>
                <a:cubicBezTo>
                  <a:pt x="40719" y="147503"/>
                  <a:pt x="45050" y="145657"/>
                  <a:pt x="47606" y="141965"/>
                </a:cubicBezTo>
                <a:cubicBezTo>
                  <a:pt x="49168" y="139693"/>
                  <a:pt x="49949" y="134510"/>
                  <a:pt x="49949" y="126416"/>
                </a:cubicBezTo>
                <a:lnTo>
                  <a:pt x="49949" y="16082"/>
                </a:lnTo>
                <a:lnTo>
                  <a:pt x="32589" y="16082"/>
                </a:lnTo>
                <a:cubicBezTo>
                  <a:pt x="25844" y="16082"/>
                  <a:pt x="21052" y="16579"/>
                  <a:pt x="18212" y="17573"/>
                </a:cubicBezTo>
                <a:cubicBezTo>
                  <a:pt x="14520" y="18922"/>
                  <a:pt x="11360" y="21513"/>
                  <a:pt x="8733" y="25347"/>
                </a:cubicBezTo>
                <a:cubicBezTo>
                  <a:pt x="6106" y="29181"/>
                  <a:pt x="4544" y="34364"/>
                  <a:pt x="4047" y="40896"/>
                </a:cubicBezTo>
                <a:lnTo>
                  <a:pt x="0" y="40896"/>
                </a:lnTo>
                <a:lnTo>
                  <a:pt x="1704" y="7029"/>
                </a:lnTo>
                <a:lnTo>
                  <a:pt x="119600" y="7029"/>
                </a:lnTo>
                <a:close/>
                <a:moveTo>
                  <a:pt x="154388" y="51120"/>
                </a:moveTo>
                <a:lnTo>
                  <a:pt x="154388" y="73059"/>
                </a:lnTo>
                <a:cubicBezTo>
                  <a:pt x="162553" y="58433"/>
                  <a:pt x="170931" y="51120"/>
                  <a:pt x="179522" y="51120"/>
                </a:cubicBezTo>
                <a:cubicBezTo>
                  <a:pt x="183427" y="51120"/>
                  <a:pt x="186657" y="52309"/>
                  <a:pt x="189213" y="54688"/>
                </a:cubicBezTo>
                <a:cubicBezTo>
                  <a:pt x="191769" y="57066"/>
                  <a:pt x="193047" y="59818"/>
                  <a:pt x="193047" y="62942"/>
                </a:cubicBezTo>
                <a:cubicBezTo>
                  <a:pt x="193047" y="65711"/>
                  <a:pt x="192124" y="68054"/>
                  <a:pt x="190278" y="69971"/>
                </a:cubicBezTo>
                <a:cubicBezTo>
                  <a:pt x="188432" y="71888"/>
                  <a:pt x="186231" y="72846"/>
                  <a:pt x="183675" y="72846"/>
                </a:cubicBezTo>
                <a:cubicBezTo>
                  <a:pt x="181190" y="72846"/>
                  <a:pt x="178403" y="71621"/>
                  <a:pt x="175315" y="69172"/>
                </a:cubicBezTo>
                <a:cubicBezTo>
                  <a:pt x="172226" y="66722"/>
                  <a:pt x="169937" y="65498"/>
                  <a:pt x="168446" y="65498"/>
                </a:cubicBezTo>
                <a:cubicBezTo>
                  <a:pt x="167168" y="65498"/>
                  <a:pt x="165783" y="66205"/>
                  <a:pt x="164292" y="67621"/>
                </a:cubicBezTo>
                <a:cubicBezTo>
                  <a:pt x="161097" y="70525"/>
                  <a:pt x="157796" y="75306"/>
                  <a:pt x="154388" y="81962"/>
                </a:cubicBezTo>
                <a:lnTo>
                  <a:pt x="154388" y="128596"/>
                </a:lnTo>
                <a:cubicBezTo>
                  <a:pt x="154388" y="133976"/>
                  <a:pt x="155062" y="138048"/>
                  <a:pt x="156411" y="140810"/>
                </a:cubicBezTo>
                <a:cubicBezTo>
                  <a:pt x="157334" y="142723"/>
                  <a:pt x="158967" y="144317"/>
                  <a:pt x="161310" y="145593"/>
                </a:cubicBezTo>
                <a:cubicBezTo>
                  <a:pt x="163653" y="146866"/>
                  <a:pt x="167026" y="147503"/>
                  <a:pt x="171428" y="147503"/>
                </a:cubicBezTo>
                <a:lnTo>
                  <a:pt x="171428" y="151443"/>
                </a:lnTo>
                <a:lnTo>
                  <a:pt x="121479" y="151443"/>
                </a:lnTo>
                <a:lnTo>
                  <a:pt x="121479" y="147503"/>
                </a:lnTo>
                <a:cubicBezTo>
                  <a:pt x="126449" y="147503"/>
                  <a:pt x="130141" y="146724"/>
                  <a:pt x="132555" y="145167"/>
                </a:cubicBezTo>
                <a:cubicBezTo>
                  <a:pt x="134330" y="144033"/>
                  <a:pt x="135573" y="142226"/>
                  <a:pt x="136283" y="139745"/>
                </a:cubicBezTo>
                <a:cubicBezTo>
                  <a:pt x="136638" y="138540"/>
                  <a:pt x="136815" y="135105"/>
                  <a:pt x="136815" y="129438"/>
                </a:cubicBezTo>
                <a:lnTo>
                  <a:pt x="136815" y="91713"/>
                </a:lnTo>
                <a:cubicBezTo>
                  <a:pt x="136815" y="80378"/>
                  <a:pt x="136584" y="73631"/>
                  <a:pt x="136123" y="71472"/>
                </a:cubicBezTo>
                <a:cubicBezTo>
                  <a:pt x="135661" y="69311"/>
                  <a:pt x="134809" y="67734"/>
                  <a:pt x="133567" y="66742"/>
                </a:cubicBezTo>
                <a:cubicBezTo>
                  <a:pt x="132324" y="65751"/>
                  <a:pt x="130780" y="65255"/>
                  <a:pt x="128934" y="65255"/>
                </a:cubicBezTo>
                <a:cubicBezTo>
                  <a:pt x="126733" y="65255"/>
                  <a:pt x="124248" y="65786"/>
                  <a:pt x="121479" y="66849"/>
                </a:cubicBezTo>
                <a:lnTo>
                  <a:pt x="120414" y="63022"/>
                </a:lnTo>
                <a:lnTo>
                  <a:pt x="149915" y="51120"/>
                </a:lnTo>
                <a:lnTo>
                  <a:pt x="154388" y="51120"/>
                </a:lnTo>
                <a:close/>
                <a:moveTo>
                  <a:pt x="253751" y="137385"/>
                </a:moveTo>
                <a:cubicBezTo>
                  <a:pt x="243740" y="145124"/>
                  <a:pt x="237456" y="149597"/>
                  <a:pt x="234900" y="150804"/>
                </a:cubicBezTo>
                <a:cubicBezTo>
                  <a:pt x="231066" y="152650"/>
                  <a:pt x="226984" y="153573"/>
                  <a:pt x="222653" y="153573"/>
                </a:cubicBezTo>
                <a:cubicBezTo>
                  <a:pt x="215907" y="153573"/>
                  <a:pt x="210352" y="151266"/>
                  <a:pt x="205985" y="146651"/>
                </a:cubicBezTo>
                <a:cubicBezTo>
                  <a:pt x="201619" y="142036"/>
                  <a:pt x="199435" y="135965"/>
                  <a:pt x="199435" y="128439"/>
                </a:cubicBezTo>
                <a:cubicBezTo>
                  <a:pt x="199435" y="123682"/>
                  <a:pt x="200500" y="119564"/>
                  <a:pt x="202630" y="116085"/>
                </a:cubicBezTo>
                <a:cubicBezTo>
                  <a:pt x="205541" y="111257"/>
                  <a:pt x="210600" y="106713"/>
                  <a:pt x="217807" y="102453"/>
                </a:cubicBezTo>
                <a:cubicBezTo>
                  <a:pt x="225013" y="98193"/>
                  <a:pt x="236995" y="93010"/>
                  <a:pt x="253751" y="86904"/>
                </a:cubicBezTo>
                <a:lnTo>
                  <a:pt x="253751" y="83070"/>
                </a:lnTo>
                <a:cubicBezTo>
                  <a:pt x="253751" y="73343"/>
                  <a:pt x="252206" y="66669"/>
                  <a:pt x="249118" y="63048"/>
                </a:cubicBezTo>
                <a:cubicBezTo>
                  <a:pt x="246029" y="59427"/>
                  <a:pt x="241539" y="57617"/>
                  <a:pt x="235646" y="57617"/>
                </a:cubicBezTo>
                <a:cubicBezTo>
                  <a:pt x="231173" y="57617"/>
                  <a:pt x="227623" y="58819"/>
                  <a:pt x="224996" y="61224"/>
                </a:cubicBezTo>
                <a:cubicBezTo>
                  <a:pt x="222298" y="63630"/>
                  <a:pt x="220948" y="66389"/>
                  <a:pt x="220948" y="69501"/>
                </a:cubicBezTo>
                <a:lnTo>
                  <a:pt x="221161" y="75655"/>
                </a:lnTo>
                <a:cubicBezTo>
                  <a:pt x="221161" y="78908"/>
                  <a:pt x="220327" y="81418"/>
                  <a:pt x="218659" y="83187"/>
                </a:cubicBezTo>
                <a:cubicBezTo>
                  <a:pt x="216990" y="84955"/>
                  <a:pt x="214807" y="85839"/>
                  <a:pt x="212109" y="85839"/>
                </a:cubicBezTo>
                <a:cubicBezTo>
                  <a:pt x="209482" y="85839"/>
                  <a:pt x="207334" y="84920"/>
                  <a:pt x="205666" y="83080"/>
                </a:cubicBezTo>
                <a:cubicBezTo>
                  <a:pt x="203997" y="81239"/>
                  <a:pt x="203163" y="78725"/>
                  <a:pt x="203163" y="75539"/>
                </a:cubicBezTo>
                <a:cubicBezTo>
                  <a:pt x="203163" y="69453"/>
                  <a:pt x="206287" y="63861"/>
                  <a:pt x="212535" y="58765"/>
                </a:cubicBezTo>
                <a:cubicBezTo>
                  <a:pt x="218783" y="53668"/>
                  <a:pt x="227552" y="51120"/>
                  <a:pt x="238841" y="51120"/>
                </a:cubicBezTo>
                <a:cubicBezTo>
                  <a:pt x="247503" y="51120"/>
                  <a:pt x="254603" y="52573"/>
                  <a:pt x="260141" y="55480"/>
                </a:cubicBezTo>
                <a:cubicBezTo>
                  <a:pt x="264330" y="57679"/>
                  <a:pt x="267418" y="61119"/>
                  <a:pt x="269406" y="65801"/>
                </a:cubicBezTo>
                <a:cubicBezTo>
                  <a:pt x="270684" y="68849"/>
                  <a:pt x="271323" y="75089"/>
                  <a:pt x="271323" y="84521"/>
                </a:cubicBezTo>
                <a:lnTo>
                  <a:pt x="271323" y="117603"/>
                </a:lnTo>
                <a:cubicBezTo>
                  <a:pt x="271323" y="126893"/>
                  <a:pt x="271501" y="132584"/>
                  <a:pt x="271856" y="134676"/>
                </a:cubicBezTo>
                <a:cubicBezTo>
                  <a:pt x="272211" y="136769"/>
                  <a:pt x="272796" y="138170"/>
                  <a:pt x="273613" y="138880"/>
                </a:cubicBezTo>
                <a:cubicBezTo>
                  <a:pt x="274429" y="139588"/>
                  <a:pt x="275370" y="139941"/>
                  <a:pt x="276435" y="139941"/>
                </a:cubicBezTo>
                <a:cubicBezTo>
                  <a:pt x="277571" y="139941"/>
                  <a:pt x="278565" y="139693"/>
                  <a:pt x="279417" y="139196"/>
                </a:cubicBezTo>
                <a:cubicBezTo>
                  <a:pt x="280908" y="138273"/>
                  <a:pt x="283784" y="135681"/>
                  <a:pt x="288044" y="131421"/>
                </a:cubicBezTo>
                <a:lnTo>
                  <a:pt x="288044" y="137385"/>
                </a:lnTo>
                <a:cubicBezTo>
                  <a:pt x="280092" y="148035"/>
                  <a:pt x="272495" y="153360"/>
                  <a:pt x="265253" y="153360"/>
                </a:cubicBezTo>
                <a:cubicBezTo>
                  <a:pt x="261774" y="153360"/>
                  <a:pt x="259005" y="152153"/>
                  <a:pt x="256946" y="149739"/>
                </a:cubicBezTo>
                <a:cubicBezTo>
                  <a:pt x="254887" y="147325"/>
                  <a:pt x="253822" y="143207"/>
                  <a:pt x="253751" y="137385"/>
                </a:cubicBezTo>
                <a:moveTo>
                  <a:pt x="253751" y="130403"/>
                </a:moveTo>
                <a:lnTo>
                  <a:pt x="253751" y="93401"/>
                </a:lnTo>
                <a:cubicBezTo>
                  <a:pt x="243030" y="97641"/>
                  <a:pt x="236107" y="100645"/>
                  <a:pt x="232983" y="102413"/>
                </a:cubicBezTo>
                <a:cubicBezTo>
                  <a:pt x="227374" y="105524"/>
                  <a:pt x="223363" y="108776"/>
                  <a:pt x="220948" y="112168"/>
                </a:cubicBezTo>
                <a:cubicBezTo>
                  <a:pt x="218534" y="115561"/>
                  <a:pt x="217327" y="119271"/>
                  <a:pt x="217327" y="123301"/>
                </a:cubicBezTo>
                <a:cubicBezTo>
                  <a:pt x="217327" y="128391"/>
                  <a:pt x="218854" y="132614"/>
                  <a:pt x="221907" y="135971"/>
                </a:cubicBezTo>
                <a:cubicBezTo>
                  <a:pt x="224960" y="139328"/>
                  <a:pt x="228475" y="141006"/>
                  <a:pt x="232451" y="141006"/>
                </a:cubicBezTo>
                <a:cubicBezTo>
                  <a:pt x="237847" y="141006"/>
                  <a:pt x="244947" y="137472"/>
                  <a:pt x="253751" y="130403"/>
                </a:cubicBezTo>
                <a:close/>
                <a:moveTo>
                  <a:pt x="378176" y="114381"/>
                </a:moveTo>
                <a:cubicBezTo>
                  <a:pt x="375549" y="127232"/>
                  <a:pt x="370402" y="137119"/>
                  <a:pt x="362734" y="144042"/>
                </a:cubicBezTo>
                <a:cubicBezTo>
                  <a:pt x="355066" y="150964"/>
                  <a:pt x="346581" y="154425"/>
                  <a:pt x="337280" y="154425"/>
                </a:cubicBezTo>
                <a:cubicBezTo>
                  <a:pt x="326204" y="154425"/>
                  <a:pt x="316548" y="149781"/>
                  <a:pt x="308312" y="140491"/>
                </a:cubicBezTo>
                <a:cubicBezTo>
                  <a:pt x="300076" y="131198"/>
                  <a:pt x="295958" y="118644"/>
                  <a:pt x="295958" y="102826"/>
                </a:cubicBezTo>
                <a:cubicBezTo>
                  <a:pt x="295958" y="87506"/>
                  <a:pt x="300520" y="75058"/>
                  <a:pt x="309643" y="65484"/>
                </a:cubicBezTo>
                <a:cubicBezTo>
                  <a:pt x="318767" y="55908"/>
                  <a:pt x="329719" y="51120"/>
                  <a:pt x="342499" y="51120"/>
                </a:cubicBezTo>
                <a:cubicBezTo>
                  <a:pt x="352084" y="51120"/>
                  <a:pt x="359965" y="53651"/>
                  <a:pt x="366142" y="58712"/>
                </a:cubicBezTo>
                <a:cubicBezTo>
                  <a:pt x="372319" y="63770"/>
                  <a:pt x="375407" y="69024"/>
                  <a:pt x="375407" y="74474"/>
                </a:cubicBezTo>
                <a:cubicBezTo>
                  <a:pt x="375407" y="77163"/>
                  <a:pt x="374538" y="79339"/>
                  <a:pt x="372798" y="81003"/>
                </a:cubicBezTo>
                <a:cubicBezTo>
                  <a:pt x="371059" y="82665"/>
                  <a:pt x="368627" y="83496"/>
                  <a:pt x="365503" y="83496"/>
                </a:cubicBezTo>
                <a:cubicBezTo>
                  <a:pt x="361314" y="83496"/>
                  <a:pt x="358154" y="82147"/>
                  <a:pt x="356024" y="79449"/>
                </a:cubicBezTo>
                <a:cubicBezTo>
                  <a:pt x="354817" y="77958"/>
                  <a:pt x="354018" y="75118"/>
                  <a:pt x="353628" y="70929"/>
                </a:cubicBezTo>
                <a:cubicBezTo>
                  <a:pt x="353237" y="66740"/>
                  <a:pt x="351800" y="63545"/>
                  <a:pt x="349315" y="61344"/>
                </a:cubicBezTo>
                <a:cubicBezTo>
                  <a:pt x="346830" y="59214"/>
                  <a:pt x="343386" y="58149"/>
                  <a:pt x="338984" y="58149"/>
                </a:cubicBezTo>
                <a:cubicBezTo>
                  <a:pt x="331884" y="58149"/>
                  <a:pt x="326169" y="60776"/>
                  <a:pt x="321838" y="66030"/>
                </a:cubicBezTo>
                <a:cubicBezTo>
                  <a:pt x="316087" y="72988"/>
                  <a:pt x="313211" y="82183"/>
                  <a:pt x="313211" y="93614"/>
                </a:cubicBezTo>
                <a:cubicBezTo>
                  <a:pt x="313211" y="105258"/>
                  <a:pt x="316069" y="115535"/>
                  <a:pt x="321784" y="124446"/>
                </a:cubicBezTo>
                <a:cubicBezTo>
                  <a:pt x="327500" y="133356"/>
                  <a:pt x="335221" y="137811"/>
                  <a:pt x="344948" y="137811"/>
                </a:cubicBezTo>
                <a:cubicBezTo>
                  <a:pt x="351906" y="137811"/>
                  <a:pt x="358154" y="135433"/>
                  <a:pt x="363692" y="130676"/>
                </a:cubicBezTo>
                <a:cubicBezTo>
                  <a:pt x="367597" y="127410"/>
                  <a:pt x="371396" y="121481"/>
                  <a:pt x="375088" y="112890"/>
                </a:cubicBezTo>
                <a:lnTo>
                  <a:pt x="378176" y="114381"/>
                </a:lnTo>
                <a:close/>
                <a:moveTo>
                  <a:pt x="416976" y="0"/>
                </a:moveTo>
                <a:cubicBezTo>
                  <a:pt x="419958" y="0"/>
                  <a:pt x="422496" y="1053"/>
                  <a:pt x="424590" y="3158"/>
                </a:cubicBezTo>
                <a:cubicBezTo>
                  <a:pt x="426685" y="5262"/>
                  <a:pt x="427732" y="7812"/>
                  <a:pt x="427732" y="10810"/>
                </a:cubicBezTo>
                <a:cubicBezTo>
                  <a:pt x="427732" y="13807"/>
                  <a:pt x="426685" y="16377"/>
                  <a:pt x="424590" y="18518"/>
                </a:cubicBezTo>
                <a:cubicBezTo>
                  <a:pt x="422496" y="20657"/>
                  <a:pt x="419958" y="21726"/>
                  <a:pt x="416976" y="21726"/>
                </a:cubicBezTo>
                <a:cubicBezTo>
                  <a:pt x="413994" y="21726"/>
                  <a:pt x="411438" y="20657"/>
                  <a:pt x="409308" y="18518"/>
                </a:cubicBezTo>
                <a:cubicBezTo>
                  <a:pt x="407178" y="16377"/>
                  <a:pt x="406113" y="13807"/>
                  <a:pt x="406113" y="10810"/>
                </a:cubicBezTo>
                <a:cubicBezTo>
                  <a:pt x="406113" y="7812"/>
                  <a:pt x="407160" y="5262"/>
                  <a:pt x="409254" y="3158"/>
                </a:cubicBezTo>
                <a:cubicBezTo>
                  <a:pt x="411349" y="1053"/>
                  <a:pt x="413923" y="0"/>
                  <a:pt x="416976" y="0"/>
                </a:cubicBezTo>
                <a:moveTo>
                  <a:pt x="425815" y="51120"/>
                </a:moveTo>
                <a:lnTo>
                  <a:pt x="425815" y="129331"/>
                </a:lnTo>
                <a:cubicBezTo>
                  <a:pt x="425815" y="135424"/>
                  <a:pt x="426259" y="139480"/>
                  <a:pt x="427146" y="141499"/>
                </a:cubicBezTo>
                <a:cubicBezTo>
                  <a:pt x="428034" y="143518"/>
                  <a:pt x="429347" y="145024"/>
                  <a:pt x="431087" y="146015"/>
                </a:cubicBezTo>
                <a:cubicBezTo>
                  <a:pt x="432827" y="147007"/>
                  <a:pt x="436004" y="147503"/>
                  <a:pt x="440619" y="147503"/>
                </a:cubicBezTo>
                <a:lnTo>
                  <a:pt x="440619" y="151443"/>
                </a:lnTo>
                <a:lnTo>
                  <a:pt x="393226" y="151443"/>
                </a:lnTo>
                <a:lnTo>
                  <a:pt x="393226" y="147503"/>
                </a:lnTo>
                <a:cubicBezTo>
                  <a:pt x="397983" y="147503"/>
                  <a:pt x="401178" y="147043"/>
                  <a:pt x="402811" y="146122"/>
                </a:cubicBezTo>
                <a:cubicBezTo>
                  <a:pt x="404444" y="145201"/>
                  <a:pt x="405740" y="143678"/>
                  <a:pt x="406698" y="141552"/>
                </a:cubicBezTo>
                <a:cubicBezTo>
                  <a:pt x="407657" y="139427"/>
                  <a:pt x="408136" y="135353"/>
                  <a:pt x="408136" y="129331"/>
                </a:cubicBezTo>
                <a:lnTo>
                  <a:pt x="408136" y="91820"/>
                </a:lnTo>
                <a:cubicBezTo>
                  <a:pt x="408136" y="81263"/>
                  <a:pt x="407817" y="74427"/>
                  <a:pt x="407178" y="71312"/>
                </a:cubicBezTo>
                <a:cubicBezTo>
                  <a:pt x="406681" y="69044"/>
                  <a:pt x="405900" y="67468"/>
                  <a:pt x="404835" y="66583"/>
                </a:cubicBezTo>
                <a:cubicBezTo>
                  <a:pt x="403770" y="65697"/>
                  <a:pt x="402314" y="65255"/>
                  <a:pt x="400468" y="65255"/>
                </a:cubicBezTo>
                <a:cubicBezTo>
                  <a:pt x="398480" y="65255"/>
                  <a:pt x="396066" y="65786"/>
                  <a:pt x="393226" y="66849"/>
                </a:cubicBezTo>
                <a:lnTo>
                  <a:pt x="391735" y="63022"/>
                </a:lnTo>
                <a:lnTo>
                  <a:pt x="421129" y="51120"/>
                </a:lnTo>
                <a:lnTo>
                  <a:pt x="425815" y="51120"/>
                </a:lnTo>
                <a:close/>
                <a:moveTo>
                  <a:pt x="481232" y="71781"/>
                </a:moveTo>
                <a:cubicBezTo>
                  <a:pt x="492663" y="58007"/>
                  <a:pt x="503562" y="51120"/>
                  <a:pt x="513928" y="51120"/>
                </a:cubicBezTo>
                <a:cubicBezTo>
                  <a:pt x="519253" y="51120"/>
                  <a:pt x="523832" y="52449"/>
                  <a:pt x="527666" y="55107"/>
                </a:cubicBezTo>
                <a:cubicBezTo>
                  <a:pt x="531500" y="57763"/>
                  <a:pt x="534553" y="62137"/>
                  <a:pt x="536825" y="68230"/>
                </a:cubicBezTo>
                <a:cubicBezTo>
                  <a:pt x="538387" y="72479"/>
                  <a:pt x="539168" y="78997"/>
                  <a:pt x="539168" y="87783"/>
                </a:cubicBezTo>
                <a:lnTo>
                  <a:pt x="539168" y="129331"/>
                </a:lnTo>
                <a:cubicBezTo>
                  <a:pt x="539168" y="135495"/>
                  <a:pt x="539665" y="139675"/>
                  <a:pt x="540659" y="141872"/>
                </a:cubicBezTo>
                <a:cubicBezTo>
                  <a:pt x="541440" y="143642"/>
                  <a:pt x="542700" y="145024"/>
                  <a:pt x="544440" y="146015"/>
                </a:cubicBezTo>
                <a:cubicBezTo>
                  <a:pt x="546179" y="147007"/>
                  <a:pt x="549392" y="147503"/>
                  <a:pt x="554078" y="147503"/>
                </a:cubicBezTo>
                <a:lnTo>
                  <a:pt x="554078" y="151443"/>
                </a:lnTo>
                <a:lnTo>
                  <a:pt x="505834" y="151443"/>
                </a:lnTo>
                <a:lnTo>
                  <a:pt x="505834" y="147503"/>
                </a:lnTo>
                <a:lnTo>
                  <a:pt x="507857" y="147503"/>
                </a:lnTo>
                <a:cubicBezTo>
                  <a:pt x="512401" y="147503"/>
                  <a:pt x="515578" y="146814"/>
                  <a:pt x="517389" y="145436"/>
                </a:cubicBezTo>
                <a:cubicBezTo>
                  <a:pt x="519199" y="144058"/>
                  <a:pt x="520460" y="142028"/>
                  <a:pt x="521170" y="139346"/>
                </a:cubicBezTo>
                <a:cubicBezTo>
                  <a:pt x="521454" y="138285"/>
                  <a:pt x="521596" y="134965"/>
                  <a:pt x="521596" y="129385"/>
                </a:cubicBezTo>
                <a:lnTo>
                  <a:pt x="521596" y="89650"/>
                </a:lnTo>
                <a:cubicBezTo>
                  <a:pt x="521596" y="80822"/>
                  <a:pt x="520442" y="74412"/>
                  <a:pt x="518134" y="70420"/>
                </a:cubicBezTo>
                <a:cubicBezTo>
                  <a:pt x="515827" y="66428"/>
                  <a:pt x="511940" y="64433"/>
                  <a:pt x="506473" y="64433"/>
                </a:cubicBezTo>
                <a:cubicBezTo>
                  <a:pt x="498024" y="64433"/>
                  <a:pt x="489610" y="69024"/>
                  <a:pt x="481232" y="78208"/>
                </a:cubicBezTo>
                <a:lnTo>
                  <a:pt x="481232" y="129385"/>
                </a:lnTo>
                <a:cubicBezTo>
                  <a:pt x="481232" y="135954"/>
                  <a:pt x="481623" y="140016"/>
                  <a:pt x="482404" y="141569"/>
                </a:cubicBezTo>
                <a:cubicBezTo>
                  <a:pt x="483398" y="143617"/>
                  <a:pt x="484764" y="145118"/>
                  <a:pt x="486504" y="146072"/>
                </a:cubicBezTo>
                <a:cubicBezTo>
                  <a:pt x="488243" y="147026"/>
                  <a:pt x="491776" y="147503"/>
                  <a:pt x="497101" y="147503"/>
                </a:cubicBezTo>
                <a:lnTo>
                  <a:pt x="497101" y="151443"/>
                </a:lnTo>
                <a:lnTo>
                  <a:pt x="448856" y="151443"/>
                </a:lnTo>
                <a:lnTo>
                  <a:pt x="448856" y="147503"/>
                </a:lnTo>
                <a:lnTo>
                  <a:pt x="450986" y="147503"/>
                </a:lnTo>
                <a:cubicBezTo>
                  <a:pt x="455956" y="147503"/>
                  <a:pt x="459311" y="146246"/>
                  <a:pt x="461050" y="143732"/>
                </a:cubicBezTo>
                <a:cubicBezTo>
                  <a:pt x="462790" y="141216"/>
                  <a:pt x="463659" y="136416"/>
                  <a:pt x="463659" y="129331"/>
                </a:cubicBezTo>
                <a:lnTo>
                  <a:pt x="463659" y="93201"/>
                </a:lnTo>
                <a:cubicBezTo>
                  <a:pt x="463659" y="81513"/>
                  <a:pt x="463393" y="74394"/>
                  <a:pt x="462861" y="71844"/>
                </a:cubicBezTo>
                <a:cubicBezTo>
                  <a:pt x="462328" y="69293"/>
                  <a:pt x="461512" y="67557"/>
                  <a:pt x="460411" y="66636"/>
                </a:cubicBezTo>
                <a:cubicBezTo>
                  <a:pt x="459311" y="65715"/>
                  <a:pt x="457837" y="65255"/>
                  <a:pt x="455991" y="65255"/>
                </a:cubicBezTo>
                <a:cubicBezTo>
                  <a:pt x="454003" y="65255"/>
                  <a:pt x="451625" y="65786"/>
                  <a:pt x="448856" y="66849"/>
                </a:cubicBezTo>
                <a:lnTo>
                  <a:pt x="447258" y="63022"/>
                </a:lnTo>
                <a:lnTo>
                  <a:pt x="476653" y="51120"/>
                </a:lnTo>
                <a:lnTo>
                  <a:pt x="481232" y="51120"/>
                </a:lnTo>
                <a:lnTo>
                  <a:pt x="481232" y="71781"/>
                </a:lnTo>
                <a:close/>
                <a:moveTo>
                  <a:pt x="587945" y="115896"/>
                </a:moveTo>
                <a:cubicBezTo>
                  <a:pt x="581981" y="112989"/>
                  <a:pt x="577402" y="108930"/>
                  <a:pt x="574207" y="103718"/>
                </a:cubicBezTo>
                <a:cubicBezTo>
                  <a:pt x="571012" y="98506"/>
                  <a:pt x="569414" y="92744"/>
                  <a:pt x="569414" y="86432"/>
                </a:cubicBezTo>
                <a:cubicBezTo>
                  <a:pt x="569414" y="76789"/>
                  <a:pt x="573053" y="68493"/>
                  <a:pt x="580330" y="61544"/>
                </a:cubicBezTo>
                <a:cubicBezTo>
                  <a:pt x="587608" y="54595"/>
                  <a:pt x="596927" y="51120"/>
                  <a:pt x="608287" y="51120"/>
                </a:cubicBezTo>
                <a:cubicBezTo>
                  <a:pt x="617588" y="51120"/>
                  <a:pt x="625646" y="53392"/>
                  <a:pt x="632462" y="57936"/>
                </a:cubicBezTo>
                <a:lnTo>
                  <a:pt x="653123" y="57936"/>
                </a:lnTo>
                <a:cubicBezTo>
                  <a:pt x="656176" y="57936"/>
                  <a:pt x="657951" y="58024"/>
                  <a:pt x="658448" y="58199"/>
                </a:cubicBezTo>
                <a:cubicBezTo>
                  <a:pt x="658945" y="58374"/>
                  <a:pt x="659300" y="58673"/>
                  <a:pt x="659513" y="59094"/>
                </a:cubicBezTo>
                <a:cubicBezTo>
                  <a:pt x="659939" y="59727"/>
                  <a:pt x="660152" y="60851"/>
                  <a:pt x="660152" y="62466"/>
                </a:cubicBezTo>
                <a:cubicBezTo>
                  <a:pt x="660152" y="64290"/>
                  <a:pt x="659975" y="65553"/>
                  <a:pt x="659620" y="66257"/>
                </a:cubicBezTo>
                <a:cubicBezTo>
                  <a:pt x="659407" y="66607"/>
                  <a:pt x="659034" y="66888"/>
                  <a:pt x="658502" y="67099"/>
                </a:cubicBezTo>
                <a:cubicBezTo>
                  <a:pt x="657969" y="67309"/>
                  <a:pt x="656176" y="67415"/>
                  <a:pt x="653123" y="67415"/>
                </a:cubicBezTo>
                <a:lnTo>
                  <a:pt x="640450" y="67415"/>
                </a:lnTo>
                <a:cubicBezTo>
                  <a:pt x="644426" y="72538"/>
                  <a:pt x="646414" y="79083"/>
                  <a:pt x="646414" y="87051"/>
                </a:cubicBezTo>
                <a:cubicBezTo>
                  <a:pt x="646414" y="96156"/>
                  <a:pt x="642935" y="103947"/>
                  <a:pt x="635977" y="110421"/>
                </a:cubicBezTo>
                <a:cubicBezTo>
                  <a:pt x="629019" y="116895"/>
                  <a:pt x="619682" y="120132"/>
                  <a:pt x="607967" y="120132"/>
                </a:cubicBezTo>
                <a:cubicBezTo>
                  <a:pt x="603139" y="120132"/>
                  <a:pt x="598205" y="119408"/>
                  <a:pt x="593164" y="117959"/>
                </a:cubicBezTo>
                <a:cubicBezTo>
                  <a:pt x="590040" y="120655"/>
                  <a:pt x="587927" y="123015"/>
                  <a:pt x="586827" y="125038"/>
                </a:cubicBezTo>
                <a:cubicBezTo>
                  <a:pt x="585726" y="127059"/>
                  <a:pt x="585176" y="128779"/>
                  <a:pt x="585176" y="130197"/>
                </a:cubicBezTo>
                <a:cubicBezTo>
                  <a:pt x="585176" y="131404"/>
                  <a:pt x="585762" y="132575"/>
                  <a:pt x="586933" y="133711"/>
                </a:cubicBezTo>
                <a:cubicBezTo>
                  <a:pt x="588105" y="134845"/>
                  <a:pt x="590395" y="135660"/>
                  <a:pt x="593803" y="136157"/>
                </a:cubicBezTo>
                <a:cubicBezTo>
                  <a:pt x="595791" y="136441"/>
                  <a:pt x="600761" y="136690"/>
                  <a:pt x="608713" y="136903"/>
                </a:cubicBezTo>
                <a:cubicBezTo>
                  <a:pt x="623339" y="137256"/>
                  <a:pt x="632817" y="137752"/>
                  <a:pt x="637148" y="138391"/>
                </a:cubicBezTo>
                <a:cubicBezTo>
                  <a:pt x="643751" y="139314"/>
                  <a:pt x="649023" y="141762"/>
                  <a:pt x="652964" y="145736"/>
                </a:cubicBezTo>
                <a:cubicBezTo>
                  <a:pt x="656904" y="149707"/>
                  <a:pt x="658874" y="154602"/>
                  <a:pt x="658874" y="160419"/>
                </a:cubicBezTo>
                <a:cubicBezTo>
                  <a:pt x="658874" y="168436"/>
                  <a:pt x="655111" y="175956"/>
                  <a:pt x="647585" y="182981"/>
                </a:cubicBezTo>
                <a:cubicBezTo>
                  <a:pt x="636509" y="193338"/>
                  <a:pt x="622061" y="198517"/>
                  <a:pt x="604240" y="198517"/>
                </a:cubicBezTo>
                <a:cubicBezTo>
                  <a:pt x="590537" y="198517"/>
                  <a:pt x="578964" y="195433"/>
                  <a:pt x="569521" y="189264"/>
                </a:cubicBezTo>
                <a:cubicBezTo>
                  <a:pt x="564196" y="185719"/>
                  <a:pt x="561533" y="182031"/>
                  <a:pt x="561533" y="178202"/>
                </a:cubicBezTo>
                <a:cubicBezTo>
                  <a:pt x="561533" y="176502"/>
                  <a:pt x="561924" y="174801"/>
                  <a:pt x="562705" y="173100"/>
                </a:cubicBezTo>
                <a:cubicBezTo>
                  <a:pt x="563912" y="170475"/>
                  <a:pt x="566397" y="166823"/>
                  <a:pt x="570160" y="162143"/>
                </a:cubicBezTo>
                <a:cubicBezTo>
                  <a:pt x="570657" y="161507"/>
                  <a:pt x="574278" y="157678"/>
                  <a:pt x="581023" y="150658"/>
                </a:cubicBezTo>
                <a:cubicBezTo>
                  <a:pt x="577331" y="148455"/>
                  <a:pt x="574721" y="146482"/>
                  <a:pt x="573195" y="144741"/>
                </a:cubicBezTo>
                <a:cubicBezTo>
                  <a:pt x="571668" y="142999"/>
                  <a:pt x="570905" y="141026"/>
                  <a:pt x="570905" y="138823"/>
                </a:cubicBezTo>
                <a:cubicBezTo>
                  <a:pt x="570905" y="136334"/>
                  <a:pt x="571917" y="133418"/>
                  <a:pt x="573940" y="130077"/>
                </a:cubicBezTo>
                <a:cubicBezTo>
                  <a:pt x="575964" y="126735"/>
                  <a:pt x="580632" y="122008"/>
                  <a:pt x="587945" y="115896"/>
                </a:cubicBezTo>
                <a:moveTo>
                  <a:pt x="606476" y="56445"/>
                </a:moveTo>
                <a:cubicBezTo>
                  <a:pt x="601222" y="56445"/>
                  <a:pt x="596820" y="58529"/>
                  <a:pt x="593270" y="62695"/>
                </a:cubicBezTo>
                <a:cubicBezTo>
                  <a:pt x="589720" y="66860"/>
                  <a:pt x="587945" y="73250"/>
                  <a:pt x="587945" y="81865"/>
                </a:cubicBezTo>
                <a:cubicBezTo>
                  <a:pt x="587945" y="93024"/>
                  <a:pt x="590359" y="101673"/>
                  <a:pt x="595187" y="107815"/>
                </a:cubicBezTo>
                <a:cubicBezTo>
                  <a:pt x="598879" y="112477"/>
                  <a:pt x="603565" y="114807"/>
                  <a:pt x="609245" y="114807"/>
                </a:cubicBezTo>
                <a:cubicBezTo>
                  <a:pt x="614641" y="114807"/>
                  <a:pt x="619079" y="112795"/>
                  <a:pt x="622558" y="108770"/>
                </a:cubicBezTo>
                <a:cubicBezTo>
                  <a:pt x="626037" y="104745"/>
                  <a:pt x="627776" y="98425"/>
                  <a:pt x="627776" y="89810"/>
                </a:cubicBezTo>
                <a:cubicBezTo>
                  <a:pt x="627776" y="78583"/>
                  <a:pt x="625327" y="69791"/>
                  <a:pt x="620428" y="63434"/>
                </a:cubicBezTo>
                <a:cubicBezTo>
                  <a:pt x="616807" y="58775"/>
                  <a:pt x="612156" y="56445"/>
                  <a:pt x="606476" y="56445"/>
                </a:cubicBezTo>
                <a:moveTo>
                  <a:pt x="586880" y="151507"/>
                </a:moveTo>
                <a:cubicBezTo>
                  <a:pt x="583543" y="155121"/>
                  <a:pt x="581023" y="158487"/>
                  <a:pt x="579319" y="161604"/>
                </a:cubicBezTo>
                <a:cubicBezTo>
                  <a:pt x="577615" y="164724"/>
                  <a:pt x="576763" y="167595"/>
                  <a:pt x="576763" y="170217"/>
                </a:cubicBezTo>
                <a:cubicBezTo>
                  <a:pt x="576763" y="173619"/>
                  <a:pt x="578822" y="176595"/>
                  <a:pt x="582940" y="179147"/>
                </a:cubicBezTo>
                <a:cubicBezTo>
                  <a:pt x="590040" y="183540"/>
                  <a:pt x="600299" y="185737"/>
                  <a:pt x="613718" y="185737"/>
                </a:cubicBezTo>
                <a:cubicBezTo>
                  <a:pt x="626498" y="185737"/>
                  <a:pt x="635924" y="183486"/>
                  <a:pt x="641994" y="178984"/>
                </a:cubicBezTo>
                <a:cubicBezTo>
                  <a:pt x="648065" y="174484"/>
                  <a:pt x="651100" y="169684"/>
                  <a:pt x="651100" y="164583"/>
                </a:cubicBezTo>
                <a:cubicBezTo>
                  <a:pt x="651100" y="160898"/>
                  <a:pt x="649289" y="158275"/>
                  <a:pt x="645668" y="156715"/>
                </a:cubicBezTo>
                <a:cubicBezTo>
                  <a:pt x="641976" y="155155"/>
                  <a:pt x="634663" y="154235"/>
                  <a:pt x="623729" y="153953"/>
                </a:cubicBezTo>
                <a:cubicBezTo>
                  <a:pt x="607754" y="153527"/>
                  <a:pt x="595471" y="152711"/>
                  <a:pt x="586880" y="1515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3DCE20-F8D7-4833-BAB4-D154E2E0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1151" y="914919"/>
            <a:ext cx="995709" cy="613163"/>
          </a:xfrm>
          <a:custGeom xmlns:a="http://schemas.openxmlformats.org/drawingml/2006/main">
            <a:pathLst>
              <a:path w="995709" h="613163">
                <a:moveTo>
                  <a:pt x="0" y="0"/>
                </a:moveTo>
                <a:lnTo>
                  <a:pt x="995709" y="0"/>
                </a:lnTo>
                <a:lnTo>
                  <a:pt x="995709" y="613163"/>
                </a:lnTo>
                <a:lnTo>
                  <a:pt x="0" y="6131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8C4752-F485-4555-84CC-C3F59E02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1151" y="914919"/>
            <a:ext cx="995709" cy="613163"/>
          </a:xfrm>
          <a:custGeom xmlns:a="http://schemas.openxmlformats.org/drawingml/2006/main">
            <a:pathLst>
              <a:path w="995709" h="613163" fill="none">
                <a:moveTo>
                  <a:pt x="0" y="0"/>
                </a:moveTo>
                <a:lnTo>
                  <a:pt x="995709" y="0"/>
                </a:lnTo>
                <a:lnTo>
                  <a:pt x="995709" y="613163"/>
                </a:lnTo>
                <a:lnTo>
                  <a:pt x="0" y="61316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9" cap="flat">
            <a:solidFill>
              <a:srgbClr val="000000"/>
            </a:solidFill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FB3D21-6DD0-47C5-9ED1-B8435A81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496" y="361107"/>
            <a:ext cx="1891837" cy="608050"/>
          </a:xfrm>
          <a:custGeom xmlns:a="http://schemas.openxmlformats.org/drawingml/2006/main">
            <a:pathLst>
              <a:path w="1891837" h="608050">
                <a:moveTo>
                  <a:pt x="0" y="0"/>
                </a:moveTo>
                <a:lnTo>
                  <a:pt x="1891837" y="0"/>
                </a:lnTo>
                <a:lnTo>
                  <a:pt x="1891837" y="608050"/>
                </a:lnTo>
                <a:lnTo>
                  <a:pt x="0" y="6080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911409-0D0A-438B-9EAB-63F60FA3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496" y="361114"/>
            <a:ext cx="1891837" cy="608048"/>
          </a:xfrm>
          <a:custGeom xmlns:a="http://schemas.openxmlformats.org/drawingml/2006/main">
            <a:pathLst>
              <a:path w="1891837" h="608048" fill="none">
                <a:moveTo>
                  <a:pt x="0" y="0"/>
                </a:moveTo>
                <a:lnTo>
                  <a:pt x="1891837" y="0"/>
                </a:lnTo>
                <a:lnTo>
                  <a:pt x="1891837" y="608048"/>
                </a:lnTo>
                <a:lnTo>
                  <a:pt x="0" y="60804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41" cap="flat">
            <a:solidFill>
              <a:srgbClr val="000000"/>
            </a:solidFill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B10DF3-0C96-4A80-ADFC-734B71F5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9649" y="757757"/>
            <a:ext cx="992970" cy="886168"/>
          </a:xfrm>
          <a:custGeom xmlns:a="http://schemas.openxmlformats.org/drawingml/2006/main">
            <a:pathLst>
              <a:path w="992970" h="886168">
                <a:moveTo>
                  <a:pt x="0" y="0"/>
                </a:moveTo>
                <a:lnTo>
                  <a:pt x="992970" y="0"/>
                </a:lnTo>
                <a:lnTo>
                  <a:pt x="992970" y="886168"/>
                </a:lnTo>
                <a:lnTo>
                  <a:pt x="0" y="8861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5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5872A0-0E01-41F3-9A14-BC21253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9664" y="757757"/>
            <a:ext cx="992961" cy="886168"/>
          </a:xfrm>
          <a:custGeom xmlns:a="http://schemas.openxmlformats.org/drawingml/2006/main">
            <a:pathLst>
              <a:path w="992961" h="886168" fill="none">
                <a:moveTo>
                  <a:pt x="0" y="0"/>
                </a:moveTo>
                <a:lnTo>
                  <a:pt x="992961" y="0"/>
                </a:lnTo>
                <a:lnTo>
                  <a:pt x="992961" y="886168"/>
                </a:lnTo>
                <a:lnTo>
                  <a:pt x="0" y="88616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41" cap="flat">
            <a:solidFill>
              <a:srgbClr val="000000"/>
            </a:solidFill>
            <a:miter/>
          </a:ln>
        </p:spPr>
      </p:sp>
      <p:sp>
        <p:nvSpPr>
          <p:cNvPr id="25" name="Text Similarity">
            <a:extLst xmlns:a="http://schemas.openxmlformats.org/drawingml/2006/main">
              <a:ext uri="{FF2B5EF4-FFF2-40B4-BE49-F238E27FC236}">
                <a16:creationId xmlns:a16="http://schemas.microsoft.com/office/drawing/2014/main" id="{E4AD17A4-1B48-4EAE-A17D-245778C6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39" y="999679"/>
            <a:ext cx="857758" cy="198517"/>
          </a:xfrm>
          <a:custGeom xmlns:a="http://schemas.openxmlformats.org/drawingml/2006/main">
            <a:pathLst>
              <a:path w="857758" h="198517">
                <a:moveTo>
                  <a:pt x="86372" y="3834"/>
                </a:moveTo>
                <a:lnTo>
                  <a:pt x="86372" y="53676"/>
                </a:lnTo>
                <a:lnTo>
                  <a:pt x="82431" y="53676"/>
                </a:lnTo>
                <a:cubicBezTo>
                  <a:pt x="81153" y="44091"/>
                  <a:pt x="78864" y="36459"/>
                  <a:pt x="75562" y="30779"/>
                </a:cubicBezTo>
                <a:cubicBezTo>
                  <a:pt x="72260" y="25099"/>
                  <a:pt x="67557" y="20590"/>
                  <a:pt x="61451" y="17253"/>
                </a:cubicBezTo>
                <a:cubicBezTo>
                  <a:pt x="55345" y="13916"/>
                  <a:pt x="49026" y="12248"/>
                  <a:pt x="42494" y="12248"/>
                </a:cubicBezTo>
                <a:cubicBezTo>
                  <a:pt x="35110" y="12248"/>
                  <a:pt x="29004" y="14501"/>
                  <a:pt x="24176" y="19007"/>
                </a:cubicBezTo>
                <a:cubicBezTo>
                  <a:pt x="19348" y="23511"/>
                  <a:pt x="16934" y="28636"/>
                  <a:pt x="16934" y="34383"/>
                </a:cubicBezTo>
                <a:cubicBezTo>
                  <a:pt x="16934" y="38783"/>
                  <a:pt x="18460" y="42791"/>
                  <a:pt x="21513" y="46408"/>
                </a:cubicBezTo>
                <a:cubicBezTo>
                  <a:pt x="25915" y="51730"/>
                  <a:pt x="36388" y="58826"/>
                  <a:pt x="52931" y="67694"/>
                </a:cubicBezTo>
                <a:cubicBezTo>
                  <a:pt x="66421" y="74930"/>
                  <a:pt x="75633" y="80481"/>
                  <a:pt x="80568" y="84348"/>
                </a:cubicBezTo>
                <a:cubicBezTo>
                  <a:pt x="85502" y="88213"/>
                  <a:pt x="89301" y="92772"/>
                  <a:pt x="91963" y="98024"/>
                </a:cubicBezTo>
                <a:cubicBezTo>
                  <a:pt x="94626" y="103273"/>
                  <a:pt x="95957" y="108771"/>
                  <a:pt x="95957" y="114518"/>
                </a:cubicBezTo>
                <a:cubicBezTo>
                  <a:pt x="95957" y="125443"/>
                  <a:pt x="91715" y="134862"/>
                  <a:pt x="83230" y="142774"/>
                </a:cubicBezTo>
                <a:cubicBezTo>
                  <a:pt x="74745" y="150684"/>
                  <a:pt x="63829" y="154638"/>
                  <a:pt x="50481" y="154638"/>
                </a:cubicBezTo>
                <a:cubicBezTo>
                  <a:pt x="46292" y="154638"/>
                  <a:pt x="42352" y="154323"/>
                  <a:pt x="38660" y="153693"/>
                </a:cubicBezTo>
                <a:cubicBezTo>
                  <a:pt x="36459" y="153343"/>
                  <a:pt x="31897" y="152064"/>
                  <a:pt x="24974" y="149856"/>
                </a:cubicBezTo>
                <a:cubicBezTo>
                  <a:pt x="18052" y="147648"/>
                  <a:pt x="13668" y="146544"/>
                  <a:pt x="11822" y="146544"/>
                </a:cubicBezTo>
                <a:cubicBezTo>
                  <a:pt x="10047" y="146544"/>
                  <a:pt x="8644" y="147070"/>
                  <a:pt x="7615" y="148122"/>
                </a:cubicBezTo>
                <a:cubicBezTo>
                  <a:pt x="6585" y="149174"/>
                  <a:pt x="5822" y="151346"/>
                  <a:pt x="5325" y="154638"/>
                </a:cubicBezTo>
                <a:lnTo>
                  <a:pt x="1385" y="154638"/>
                </a:lnTo>
                <a:lnTo>
                  <a:pt x="1385" y="105222"/>
                </a:lnTo>
                <a:lnTo>
                  <a:pt x="5325" y="105222"/>
                </a:lnTo>
                <a:cubicBezTo>
                  <a:pt x="7171" y="115588"/>
                  <a:pt x="9656" y="123345"/>
                  <a:pt x="12780" y="128493"/>
                </a:cubicBezTo>
                <a:cubicBezTo>
                  <a:pt x="15904" y="133640"/>
                  <a:pt x="20679" y="137918"/>
                  <a:pt x="27104" y="141326"/>
                </a:cubicBezTo>
                <a:cubicBezTo>
                  <a:pt x="33530" y="144734"/>
                  <a:pt x="40577" y="146438"/>
                  <a:pt x="48245" y="146438"/>
                </a:cubicBezTo>
                <a:cubicBezTo>
                  <a:pt x="57120" y="146438"/>
                  <a:pt x="64131" y="144097"/>
                  <a:pt x="69278" y="139416"/>
                </a:cubicBezTo>
                <a:cubicBezTo>
                  <a:pt x="74426" y="134732"/>
                  <a:pt x="77000" y="129197"/>
                  <a:pt x="77000" y="122812"/>
                </a:cubicBezTo>
                <a:cubicBezTo>
                  <a:pt x="77000" y="119264"/>
                  <a:pt x="76023" y="115682"/>
                  <a:pt x="74071" y="112065"/>
                </a:cubicBezTo>
                <a:cubicBezTo>
                  <a:pt x="72118" y="108446"/>
                  <a:pt x="69083" y="105076"/>
                  <a:pt x="64965" y="101954"/>
                </a:cubicBezTo>
                <a:cubicBezTo>
                  <a:pt x="62196" y="99826"/>
                  <a:pt x="54635" y="95303"/>
                  <a:pt x="42281" y="88385"/>
                </a:cubicBezTo>
                <a:cubicBezTo>
                  <a:pt x="29927" y="81467"/>
                  <a:pt x="21140" y="75951"/>
                  <a:pt x="15922" y="71838"/>
                </a:cubicBezTo>
                <a:cubicBezTo>
                  <a:pt x="10703" y="67722"/>
                  <a:pt x="6745" y="63181"/>
                  <a:pt x="4047" y="58216"/>
                </a:cubicBezTo>
                <a:cubicBezTo>
                  <a:pt x="1349" y="53248"/>
                  <a:pt x="0" y="47784"/>
                  <a:pt x="0" y="41825"/>
                </a:cubicBezTo>
                <a:cubicBezTo>
                  <a:pt x="0" y="31468"/>
                  <a:pt x="3976" y="22547"/>
                  <a:pt x="11928" y="15063"/>
                </a:cubicBezTo>
                <a:cubicBezTo>
                  <a:pt x="19880" y="7577"/>
                  <a:pt x="29998" y="3834"/>
                  <a:pt x="42281" y="3834"/>
                </a:cubicBezTo>
                <a:cubicBezTo>
                  <a:pt x="49949" y="3834"/>
                  <a:pt x="58078" y="5716"/>
                  <a:pt x="66669" y="9479"/>
                </a:cubicBezTo>
                <a:cubicBezTo>
                  <a:pt x="70645" y="11254"/>
                  <a:pt x="73450" y="12141"/>
                  <a:pt x="75083" y="12141"/>
                </a:cubicBezTo>
                <a:cubicBezTo>
                  <a:pt x="76929" y="12141"/>
                  <a:pt x="78438" y="11591"/>
                  <a:pt x="79609" y="10490"/>
                </a:cubicBezTo>
                <a:cubicBezTo>
                  <a:pt x="80781" y="9390"/>
                  <a:pt x="81721" y="7171"/>
                  <a:pt x="82431" y="3834"/>
                </a:cubicBezTo>
                <a:lnTo>
                  <a:pt x="86372" y="3834"/>
                </a:lnTo>
                <a:close/>
                <a:moveTo>
                  <a:pt x="139269" y="0"/>
                </a:moveTo>
                <a:cubicBezTo>
                  <a:pt x="142251" y="0"/>
                  <a:pt x="144789" y="1053"/>
                  <a:pt x="146883" y="3158"/>
                </a:cubicBezTo>
                <a:cubicBezTo>
                  <a:pt x="148978" y="5262"/>
                  <a:pt x="150025" y="7812"/>
                  <a:pt x="150025" y="10810"/>
                </a:cubicBezTo>
                <a:cubicBezTo>
                  <a:pt x="150025" y="13807"/>
                  <a:pt x="148978" y="16377"/>
                  <a:pt x="146883" y="18518"/>
                </a:cubicBezTo>
                <a:cubicBezTo>
                  <a:pt x="144789" y="20657"/>
                  <a:pt x="142251" y="21726"/>
                  <a:pt x="139269" y="21726"/>
                </a:cubicBezTo>
                <a:cubicBezTo>
                  <a:pt x="136287" y="21726"/>
                  <a:pt x="133731" y="20657"/>
                  <a:pt x="131601" y="18518"/>
                </a:cubicBezTo>
                <a:cubicBezTo>
                  <a:pt x="129471" y="16377"/>
                  <a:pt x="128406" y="13807"/>
                  <a:pt x="128406" y="10810"/>
                </a:cubicBezTo>
                <a:cubicBezTo>
                  <a:pt x="128406" y="7812"/>
                  <a:pt x="129453" y="5262"/>
                  <a:pt x="131547" y="3158"/>
                </a:cubicBezTo>
                <a:cubicBezTo>
                  <a:pt x="133642" y="1053"/>
                  <a:pt x="136216" y="0"/>
                  <a:pt x="139269" y="0"/>
                </a:cubicBezTo>
                <a:moveTo>
                  <a:pt x="148108" y="51120"/>
                </a:moveTo>
                <a:lnTo>
                  <a:pt x="148108" y="129331"/>
                </a:lnTo>
                <a:cubicBezTo>
                  <a:pt x="148108" y="135424"/>
                  <a:pt x="148552" y="139480"/>
                  <a:pt x="149439" y="141499"/>
                </a:cubicBezTo>
                <a:cubicBezTo>
                  <a:pt x="150327" y="143518"/>
                  <a:pt x="151640" y="145024"/>
                  <a:pt x="153380" y="146015"/>
                </a:cubicBezTo>
                <a:cubicBezTo>
                  <a:pt x="155119" y="147007"/>
                  <a:pt x="158297" y="147503"/>
                  <a:pt x="162912" y="147503"/>
                </a:cubicBezTo>
                <a:lnTo>
                  <a:pt x="162912" y="151443"/>
                </a:lnTo>
                <a:lnTo>
                  <a:pt x="115519" y="151443"/>
                </a:lnTo>
                <a:lnTo>
                  <a:pt x="115519" y="147503"/>
                </a:lnTo>
                <a:cubicBezTo>
                  <a:pt x="120276" y="147503"/>
                  <a:pt x="123471" y="147043"/>
                  <a:pt x="125104" y="146122"/>
                </a:cubicBezTo>
                <a:cubicBezTo>
                  <a:pt x="126737" y="145201"/>
                  <a:pt x="128033" y="143678"/>
                  <a:pt x="128991" y="141552"/>
                </a:cubicBezTo>
                <a:cubicBezTo>
                  <a:pt x="129950" y="139427"/>
                  <a:pt x="130429" y="135353"/>
                  <a:pt x="130429" y="129331"/>
                </a:cubicBezTo>
                <a:lnTo>
                  <a:pt x="130429" y="91820"/>
                </a:lnTo>
                <a:cubicBezTo>
                  <a:pt x="130429" y="81263"/>
                  <a:pt x="130110" y="74427"/>
                  <a:pt x="129471" y="71312"/>
                </a:cubicBezTo>
                <a:cubicBezTo>
                  <a:pt x="128974" y="69044"/>
                  <a:pt x="128193" y="67468"/>
                  <a:pt x="127128" y="66583"/>
                </a:cubicBezTo>
                <a:cubicBezTo>
                  <a:pt x="126063" y="65697"/>
                  <a:pt x="124607" y="65255"/>
                  <a:pt x="122761" y="65255"/>
                </a:cubicBezTo>
                <a:cubicBezTo>
                  <a:pt x="120773" y="65255"/>
                  <a:pt x="118359" y="65786"/>
                  <a:pt x="115519" y="66849"/>
                </a:cubicBezTo>
                <a:lnTo>
                  <a:pt x="114028" y="63022"/>
                </a:lnTo>
                <a:lnTo>
                  <a:pt x="143422" y="51120"/>
                </a:lnTo>
                <a:lnTo>
                  <a:pt x="148108" y="51120"/>
                </a:lnTo>
                <a:close/>
                <a:moveTo>
                  <a:pt x="204058" y="71888"/>
                </a:moveTo>
                <a:cubicBezTo>
                  <a:pt x="211158" y="64788"/>
                  <a:pt x="215347" y="60705"/>
                  <a:pt x="216625" y="59640"/>
                </a:cubicBezTo>
                <a:cubicBezTo>
                  <a:pt x="219820" y="56942"/>
                  <a:pt x="223263" y="54848"/>
                  <a:pt x="226955" y="53357"/>
                </a:cubicBezTo>
                <a:cubicBezTo>
                  <a:pt x="230647" y="51866"/>
                  <a:pt x="234304" y="51120"/>
                  <a:pt x="237925" y="51120"/>
                </a:cubicBezTo>
                <a:cubicBezTo>
                  <a:pt x="244031" y="51120"/>
                  <a:pt x="249285" y="52895"/>
                  <a:pt x="253687" y="56445"/>
                </a:cubicBezTo>
                <a:cubicBezTo>
                  <a:pt x="258089" y="59995"/>
                  <a:pt x="261035" y="65143"/>
                  <a:pt x="262526" y="71888"/>
                </a:cubicBezTo>
                <a:cubicBezTo>
                  <a:pt x="269839" y="63368"/>
                  <a:pt x="276016" y="57776"/>
                  <a:pt x="281057" y="55114"/>
                </a:cubicBezTo>
                <a:cubicBezTo>
                  <a:pt x="286098" y="52451"/>
                  <a:pt x="291281" y="51120"/>
                  <a:pt x="296606" y="51120"/>
                </a:cubicBezTo>
                <a:cubicBezTo>
                  <a:pt x="301789" y="51120"/>
                  <a:pt x="306387" y="52449"/>
                  <a:pt x="310398" y="55107"/>
                </a:cubicBezTo>
                <a:cubicBezTo>
                  <a:pt x="314410" y="57763"/>
                  <a:pt x="317587" y="62102"/>
                  <a:pt x="319930" y="68124"/>
                </a:cubicBezTo>
                <a:cubicBezTo>
                  <a:pt x="321492" y="72233"/>
                  <a:pt x="322273" y="78679"/>
                  <a:pt x="322273" y="87463"/>
                </a:cubicBezTo>
                <a:lnTo>
                  <a:pt x="322273" y="129331"/>
                </a:lnTo>
                <a:cubicBezTo>
                  <a:pt x="322273" y="135424"/>
                  <a:pt x="322735" y="139604"/>
                  <a:pt x="323658" y="141872"/>
                </a:cubicBezTo>
                <a:cubicBezTo>
                  <a:pt x="324368" y="143429"/>
                  <a:pt x="325681" y="144757"/>
                  <a:pt x="327598" y="145856"/>
                </a:cubicBezTo>
                <a:cubicBezTo>
                  <a:pt x="329515" y="146954"/>
                  <a:pt x="332639" y="147503"/>
                  <a:pt x="336970" y="147503"/>
                </a:cubicBezTo>
                <a:lnTo>
                  <a:pt x="336970" y="151443"/>
                </a:lnTo>
                <a:lnTo>
                  <a:pt x="288832" y="151443"/>
                </a:lnTo>
                <a:lnTo>
                  <a:pt x="288832" y="147503"/>
                </a:lnTo>
                <a:lnTo>
                  <a:pt x="290855" y="147503"/>
                </a:lnTo>
                <a:cubicBezTo>
                  <a:pt x="295044" y="147503"/>
                  <a:pt x="298310" y="146691"/>
                  <a:pt x="300653" y="145067"/>
                </a:cubicBezTo>
                <a:cubicBezTo>
                  <a:pt x="302286" y="143935"/>
                  <a:pt x="303458" y="142134"/>
                  <a:pt x="304168" y="139662"/>
                </a:cubicBezTo>
                <a:cubicBezTo>
                  <a:pt x="304452" y="138462"/>
                  <a:pt x="304594" y="135036"/>
                  <a:pt x="304594" y="129385"/>
                </a:cubicBezTo>
                <a:lnTo>
                  <a:pt x="304594" y="87636"/>
                </a:lnTo>
                <a:cubicBezTo>
                  <a:pt x="304594" y="79724"/>
                  <a:pt x="303635" y="74144"/>
                  <a:pt x="301718" y="70896"/>
                </a:cubicBezTo>
                <a:cubicBezTo>
                  <a:pt x="298949" y="66374"/>
                  <a:pt x="294512" y="64113"/>
                  <a:pt x="288406" y="64113"/>
                </a:cubicBezTo>
                <a:cubicBezTo>
                  <a:pt x="284643" y="64113"/>
                  <a:pt x="280862" y="65050"/>
                  <a:pt x="277064" y="66922"/>
                </a:cubicBezTo>
                <a:cubicBezTo>
                  <a:pt x="273265" y="68793"/>
                  <a:pt x="268668" y="72272"/>
                  <a:pt x="263272" y="77359"/>
                </a:cubicBezTo>
                <a:lnTo>
                  <a:pt x="263059" y="78524"/>
                </a:lnTo>
                <a:lnTo>
                  <a:pt x="263272" y="83080"/>
                </a:lnTo>
                <a:lnTo>
                  <a:pt x="263272" y="129385"/>
                </a:lnTo>
                <a:cubicBezTo>
                  <a:pt x="263272" y="136025"/>
                  <a:pt x="263645" y="140158"/>
                  <a:pt x="264390" y="141782"/>
                </a:cubicBezTo>
                <a:cubicBezTo>
                  <a:pt x="265136" y="143406"/>
                  <a:pt x="266538" y="144766"/>
                  <a:pt x="268597" y="145862"/>
                </a:cubicBezTo>
                <a:cubicBezTo>
                  <a:pt x="270656" y="146956"/>
                  <a:pt x="274170" y="147503"/>
                  <a:pt x="279140" y="147503"/>
                </a:cubicBezTo>
                <a:lnTo>
                  <a:pt x="279140" y="151443"/>
                </a:lnTo>
                <a:lnTo>
                  <a:pt x="229831" y="151443"/>
                </a:lnTo>
                <a:lnTo>
                  <a:pt x="229831" y="147503"/>
                </a:lnTo>
                <a:cubicBezTo>
                  <a:pt x="235227" y="147503"/>
                  <a:pt x="238937" y="146867"/>
                  <a:pt x="240960" y="145596"/>
                </a:cubicBezTo>
                <a:cubicBezTo>
                  <a:pt x="242984" y="144325"/>
                  <a:pt x="244386" y="142418"/>
                  <a:pt x="245167" y="139875"/>
                </a:cubicBezTo>
                <a:cubicBezTo>
                  <a:pt x="245522" y="138672"/>
                  <a:pt x="245699" y="135176"/>
                  <a:pt x="245699" y="129385"/>
                </a:cubicBezTo>
                <a:lnTo>
                  <a:pt x="245699" y="87636"/>
                </a:lnTo>
                <a:cubicBezTo>
                  <a:pt x="245699" y="79724"/>
                  <a:pt x="244528" y="74038"/>
                  <a:pt x="242185" y="70576"/>
                </a:cubicBezTo>
                <a:cubicBezTo>
                  <a:pt x="239061" y="66055"/>
                  <a:pt x="234694" y="63794"/>
                  <a:pt x="229085" y="63794"/>
                </a:cubicBezTo>
                <a:cubicBezTo>
                  <a:pt x="225251" y="63794"/>
                  <a:pt x="221453" y="64818"/>
                  <a:pt x="217690" y="66866"/>
                </a:cubicBezTo>
                <a:cubicBezTo>
                  <a:pt x="211797" y="69974"/>
                  <a:pt x="207253" y="73471"/>
                  <a:pt x="204058" y="77356"/>
                </a:cubicBezTo>
                <a:lnTo>
                  <a:pt x="204058" y="129385"/>
                </a:lnTo>
                <a:cubicBezTo>
                  <a:pt x="204058" y="135741"/>
                  <a:pt x="204501" y="139874"/>
                  <a:pt x="205389" y="141782"/>
                </a:cubicBezTo>
                <a:cubicBezTo>
                  <a:pt x="206276" y="143688"/>
                  <a:pt x="207590" y="145118"/>
                  <a:pt x="209329" y="146072"/>
                </a:cubicBezTo>
                <a:cubicBezTo>
                  <a:pt x="211069" y="147026"/>
                  <a:pt x="214601" y="147503"/>
                  <a:pt x="219926" y="147503"/>
                </a:cubicBezTo>
                <a:lnTo>
                  <a:pt x="219926" y="151443"/>
                </a:lnTo>
                <a:lnTo>
                  <a:pt x="171682" y="151443"/>
                </a:lnTo>
                <a:lnTo>
                  <a:pt x="171682" y="147503"/>
                </a:lnTo>
                <a:cubicBezTo>
                  <a:pt x="176155" y="147503"/>
                  <a:pt x="179279" y="147025"/>
                  <a:pt x="181054" y="146069"/>
                </a:cubicBezTo>
                <a:cubicBezTo>
                  <a:pt x="182829" y="145112"/>
                  <a:pt x="184178" y="143589"/>
                  <a:pt x="185101" y="141499"/>
                </a:cubicBezTo>
                <a:cubicBezTo>
                  <a:pt x="186024" y="139409"/>
                  <a:pt x="186485" y="135353"/>
                  <a:pt x="186485" y="129331"/>
                </a:cubicBezTo>
                <a:lnTo>
                  <a:pt x="186485" y="92139"/>
                </a:lnTo>
                <a:cubicBezTo>
                  <a:pt x="186485" y="81441"/>
                  <a:pt x="186166" y="74534"/>
                  <a:pt x="185527" y="71418"/>
                </a:cubicBezTo>
                <a:cubicBezTo>
                  <a:pt x="185030" y="69080"/>
                  <a:pt x="184249" y="67468"/>
                  <a:pt x="183184" y="66583"/>
                </a:cubicBezTo>
                <a:cubicBezTo>
                  <a:pt x="182119" y="65697"/>
                  <a:pt x="180663" y="65255"/>
                  <a:pt x="178817" y="65255"/>
                </a:cubicBezTo>
                <a:cubicBezTo>
                  <a:pt x="176829" y="65255"/>
                  <a:pt x="174451" y="65786"/>
                  <a:pt x="171682" y="66849"/>
                </a:cubicBezTo>
                <a:lnTo>
                  <a:pt x="170084" y="63022"/>
                </a:lnTo>
                <a:lnTo>
                  <a:pt x="199478" y="51120"/>
                </a:lnTo>
                <a:lnTo>
                  <a:pt x="204058" y="51120"/>
                </a:lnTo>
                <a:lnTo>
                  <a:pt x="204058" y="71888"/>
                </a:lnTo>
                <a:close/>
                <a:moveTo>
                  <a:pt x="369596" y="0"/>
                </a:moveTo>
                <a:cubicBezTo>
                  <a:pt x="372578" y="0"/>
                  <a:pt x="375116" y="1053"/>
                  <a:pt x="377210" y="3158"/>
                </a:cubicBezTo>
                <a:cubicBezTo>
                  <a:pt x="379305" y="5262"/>
                  <a:pt x="380352" y="7812"/>
                  <a:pt x="380352" y="10810"/>
                </a:cubicBezTo>
                <a:cubicBezTo>
                  <a:pt x="380352" y="13807"/>
                  <a:pt x="379305" y="16377"/>
                  <a:pt x="377210" y="18518"/>
                </a:cubicBezTo>
                <a:cubicBezTo>
                  <a:pt x="375116" y="20657"/>
                  <a:pt x="372578" y="21726"/>
                  <a:pt x="369596" y="21726"/>
                </a:cubicBezTo>
                <a:cubicBezTo>
                  <a:pt x="366614" y="21726"/>
                  <a:pt x="364058" y="20657"/>
                  <a:pt x="361928" y="18518"/>
                </a:cubicBezTo>
                <a:cubicBezTo>
                  <a:pt x="359798" y="16377"/>
                  <a:pt x="358733" y="13807"/>
                  <a:pt x="358733" y="10810"/>
                </a:cubicBezTo>
                <a:cubicBezTo>
                  <a:pt x="358733" y="7812"/>
                  <a:pt x="359780" y="5262"/>
                  <a:pt x="361874" y="3158"/>
                </a:cubicBezTo>
                <a:cubicBezTo>
                  <a:pt x="363969" y="1053"/>
                  <a:pt x="366543" y="0"/>
                  <a:pt x="369596" y="0"/>
                </a:cubicBezTo>
                <a:moveTo>
                  <a:pt x="378435" y="51120"/>
                </a:moveTo>
                <a:lnTo>
                  <a:pt x="378435" y="129331"/>
                </a:lnTo>
                <a:cubicBezTo>
                  <a:pt x="378435" y="135424"/>
                  <a:pt x="378879" y="139480"/>
                  <a:pt x="379766" y="141499"/>
                </a:cubicBezTo>
                <a:cubicBezTo>
                  <a:pt x="380654" y="143518"/>
                  <a:pt x="381967" y="145024"/>
                  <a:pt x="383707" y="146015"/>
                </a:cubicBezTo>
                <a:cubicBezTo>
                  <a:pt x="385446" y="147007"/>
                  <a:pt x="388624" y="147503"/>
                  <a:pt x="393239" y="147503"/>
                </a:cubicBezTo>
                <a:lnTo>
                  <a:pt x="393239" y="151443"/>
                </a:lnTo>
                <a:lnTo>
                  <a:pt x="345846" y="151443"/>
                </a:lnTo>
                <a:lnTo>
                  <a:pt x="345846" y="147503"/>
                </a:lnTo>
                <a:cubicBezTo>
                  <a:pt x="350603" y="147503"/>
                  <a:pt x="353798" y="147043"/>
                  <a:pt x="355431" y="146122"/>
                </a:cubicBezTo>
                <a:cubicBezTo>
                  <a:pt x="357064" y="145201"/>
                  <a:pt x="358360" y="143678"/>
                  <a:pt x="359318" y="141552"/>
                </a:cubicBezTo>
                <a:cubicBezTo>
                  <a:pt x="360277" y="139427"/>
                  <a:pt x="360756" y="135353"/>
                  <a:pt x="360756" y="129331"/>
                </a:cubicBezTo>
                <a:lnTo>
                  <a:pt x="360756" y="91820"/>
                </a:lnTo>
                <a:cubicBezTo>
                  <a:pt x="360756" y="81263"/>
                  <a:pt x="360437" y="74427"/>
                  <a:pt x="359798" y="71312"/>
                </a:cubicBezTo>
                <a:cubicBezTo>
                  <a:pt x="359301" y="69044"/>
                  <a:pt x="358520" y="67468"/>
                  <a:pt x="357455" y="66583"/>
                </a:cubicBezTo>
                <a:cubicBezTo>
                  <a:pt x="356390" y="65697"/>
                  <a:pt x="354934" y="65255"/>
                  <a:pt x="353088" y="65255"/>
                </a:cubicBezTo>
                <a:cubicBezTo>
                  <a:pt x="351100" y="65255"/>
                  <a:pt x="348686" y="65786"/>
                  <a:pt x="345846" y="66849"/>
                </a:cubicBezTo>
                <a:lnTo>
                  <a:pt x="344355" y="63022"/>
                </a:lnTo>
                <a:lnTo>
                  <a:pt x="373749" y="51120"/>
                </a:lnTo>
                <a:lnTo>
                  <a:pt x="378435" y="51120"/>
                </a:lnTo>
                <a:close/>
                <a:moveTo>
                  <a:pt x="438964" y="0"/>
                </a:moveTo>
                <a:lnTo>
                  <a:pt x="438964" y="129305"/>
                </a:lnTo>
                <a:cubicBezTo>
                  <a:pt x="438964" y="135406"/>
                  <a:pt x="439408" y="139451"/>
                  <a:pt x="440296" y="141439"/>
                </a:cubicBezTo>
                <a:cubicBezTo>
                  <a:pt x="441183" y="143425"/>
                  <a:pt x="442550" y="144933"/>
                  <a:pt x="444396" y="145962"/>
                </a:cubicBezTo>
                <a:cubicBezTo>
                  <a:pt x="446242" y="146989"/>
                  <a:pt x="449685" y="147503"/>
                  <a:pt x="454726" y="147503"/>
                </a:cubicBezTo>
                <a:lnTo>
                  <a:pt x="454726" y="151443"/>
                </a:lnTo>
                <a:lnTo>
                  <a:pt x="406908" y="151443"/>
                </a:lnTo>
                <a:lnTo>
                  <a:pt x="406908" y="147503"/>
                </a:lnTo>
                <a:cubicBezTo>
                  <a:pt x="411381" y="147503"/>
                  <a:pt x="414434" y="147043"/>
                  <a:pt x="416067" y="146122"/>
                </a:cubicBezTo>
                <a:cubicBezTo>
                  <a:pt x="417700" y="145199"/>
                  <a:pt x="418978" y="143673"/>
                  <a:pt x="419901" y="141546"/>
                </a:cubicBezTo>
                <a:cubicBezTo>
                  <a:pt x="420824" y="139416"/>
                  <a:pt x="421285" y="135335"/>
                  <a:pt x="421285" y="129305"/>
                </a:cubicBezTo>
                <a:lnTo>
                  <a:pt x="421285" y="40760"/>
                </a:lnTo>
                <a:cubicBezTo>
                  <a:pt x="421285" y="29764"/>
                  <a:pt x="421037" y="23006"/>
                  <a:pt x="420540" y="20488"/>
                </a:cubicBezTo>
                <a:cubicBezTo>
                  <a:pt x="420043" y="17968"/>
                  <a:pt x="419244" y="16247"/>
                  <a:pt x="418143" y="15326"/>
                </a:cubicBezTo>
                <a:cubicBezTo>
                  <a:pt x="417043" y="14403"/>
                  <a:pt x="415641" y="13942"/>
                  <a:pt x="413937" y="13942"/>
                </a:cubicBezTo>
                <a:cubicBezTo>
                  <a:pt x="412091" y="13942"/>
                  <a:pt x="409748" y="14510"/>
                  <a:pt x="406908" y="15646"/>
                </a:cubicBezTo>
                <a:lnTo>
                  <a:pt x="405097" y="11918"/>
                </a:lnTo>
                <a:lnTo>
                  <a:pt x="434172" y="0"/>
                </a:lnTo>
                <a:lnTo>
                  <a:pt x="438964" y="0"/>
                </a:lnTo>
                <a:close/>
                <a:moveTo>
                  <a:pt x="521325" y="137385"/>
                </a:moveTo>
                <a:cubicBezTo>
                  <a:pt x="511314" y="145124"/>
                  <a:pt x="505031" y="149597"/>
                  <a:pt x="502475" y="150804"/>
                </a:cubicBezTo>
                <a:cubicBezTo>
                  <a:pt x="498641" y="152650"/>
                  <a:pt x="494558" y="153573"/>
                  <a:pt x="490227" y="153573"/>
                </a:cubicBezTo>
                <a:cubicBezTo>
                  <a:pt x="483482" y="153573"/>
                  <a:pt x="477926" y="151266"/>
                  <a:pt x="473560" y="146651"/>
                </a:cubicBezTo>
                <a:cubicBezTo>
                  <a:pt x="469193" y="142036"/>
                  <a:pt x="467010" y="135965"/>
                  <a:pt x="467010" y="128439"/>
                </a:cubicBezTo>
                <a:cubicBezTo>
                  <a:pt x="467010" y="123682"/>
                  <a:pt x="468075" y="119564"/>
                  <a:pt x="470205" y="116085"/>
                </a:cubicBezTo>
                <a:cubicBezTo>
                  <a:pt x="473116" y="111257"/>
                  <a:pt x="478175" y="106713"/>
                  <a:pt x="485381" y="102453"/>
                </a:cubicBezTo>
                <a:cubicBezTo>
                  <a:pt x="492588" y="98193"/>
                  <a:pt x="504569" y="93010"/>
                  <a:pt x="521325" y="86904"/>
                </a:cubicBezTo>
                <a:lnTo>
                  <a:pt x="521325" y="83070"/>
                </a:lnTo>
                <a:cubicBezTo>
                  <a:pt x="521325" y="73343"/>
                  <a:pt x="519781" y="66669"/>
                  <a:pt x="516693" y="63048"/>
                </a:cubicBezTo>
                <a:cubicBezTo>
                  <a:pt x="513604" y="59427"/>
                  <a:pt x="509113" y="57617"/>
                  <a:pt x="503220" y="57617"/>
                </a:cubicBezTo>
                <a:cubicBezTo>
                  <a:pt x="498747" y="57617"/>
                  <a:pt x="495197" y="58819"/>
                  <a:pt x="492570" y="61224"/>
                </a:cubicBezTo>
                <a:cubicBezTo>
                  <a:pt x="489872" y="63630"/>
                  <a:pt x="488523" y="66389"/>
                  <a:pt x="488523" y="69501"/>
                </a:cubicBezTo>
                <a:lnTo>
                  <a:pt x="488736" y="75655"/>
                </a:lnTo>
                <a:cubicBezTo>
                  <a:pt x="488736" y="78908"/>
                  <a:pt x="487902" y="81418"/>
                  <a:pt x="486233" y="83187"/>
                </a:cubicBezTo>
                <a:cubicBezTo>
                  <a:pt x="484565" y="84955"/>
                  <a:pt x="482382" y="85839"/>
                  <a:pt x="479684" y="85839"/>
                </a:cubicBezTo>
                <a:cubicBezTo>
                  <a:pt x="477057" y="85839"/>
                  <a:pt x="474909" y="84920"/>
                  <a:pt x="473240" y="83080"/>
                </a:cubicBezTo>
                <a:cubicBezTo>
                  <a:pt x="471572" y="81239"/>
                  <a:pt x="470738" y="78725"/>
                  <a:pt x="470738" y="75539"/>
                </a:cubicBezTo>
                <a:cubicBezTo>
                  <a:pt x="470738" y="69453"/>
                  <a:pt x="473862" y="63861"/>
                  <a:pt x="480110" y="58765"/>
                </a:cubicBezTo>
                <a:cubicBezTo>
                  <a:pt x="486358" y="53668"/>
                  <a:pt x="495126" y="51120"/>
                  <a:pt x="506415" y="51120"/>
                </a:cubicBezTo>
                <a:cubicBezTo>
                  <a:pt x="515077" y="51120"/>
                  <a:pt x="522177" y="52573"/>
                  <a:pt x="527715" y="55480"/>
                </a:cubicBezTo>
                <a:cubicBezTo>
                  <a:pt x="531904" y="57679"/>
                  <a:pt x="534993" y="61119"/>
                  <a:pt x="536981" y="65801"/>
                </a:cubicBezTo>
                <a:cubicBezTo>
                  <a:pt x="538259" y="68849"/>
                  <a:pt x="538898" y="75089"/>
                  <a:pt x="538898" y="84521"/>
                </a:cubicBezTo>
                <a:lnTo>
                  <a:pt x="538898" y="117603"/>
                </a:lnTo>
                <a:cubicBezTo>
                  <a:pt x="538898" y="126893"/>
                  <a:pt x="539075" y="132584"/>
                  <a:pt x="539430" y="134676"/>
                </a:cubicBezTo>
                <a:cubicBezTo>
                  <a:pt x="539785" y="136769"/>
                  <a:pt x="540371" y="138170"/>
                  <a:pt x="541188" y="138880"/>
                </a:cubicBezTo>
                <a:cubicBezTo>
                  <a:pt x="542004" y="139588"/>
                  <a:pt x="542945" y="139941"/>
                  <a:pt x="544010" y="139941"/>
                </a:cubicBezTo>
                <a:cubicBezTo>
                  <a:pt x="545146" y="139941"/>
                  <a:pt x="546140" y="139693"/>
                  <a:pt x="546992" y="139196"/>
                </a:cubicBezTo>
                <a:cubicBezTo>
                  <a:pt x="548483" y="138273"/>
                  <a:pt x="551358" y="135681"/>
                  <a:pt x="555618" y="131421"/>
                </a:cubicBezTo>
                <a:lnTo>
                  <a:pt x="555618" y="137385"/>
                </a:lnTo>
                <a:cubicBezTo>
                  <a:pt x="547666" y="148035"/>
                  <a:pt x="540069" y="153360"/>
                  <a:pt x="532827" y="153360"/>
                </a:cubicBezTo>
                <a:cubicBezTo>
                  <a:pt x="529348" y="153360"/>
                  <a:pt x="526579" y="152153"/>
                  <a:pt x="524520" y="149739"/>
                </a:cubicBezTo>
                <a:cubicBezTo>
                  <a:pt x="522461" y="147325"/>
                  <a:pt x="521396" y="143207"/>
                  <a:pt x="521325" y="137385"/>
                </a:cubicBezTo>
                <a:moveTo>
                  <a:pt x="521325" y="130403"/>
                </a:moveTo>
                <a:lnTo>
                  <a:pt x="521325" y="93401"/>
                </a:lnTo>
                <a:cubicBezTo>
                  <a:pt x="510604" y="97641"/>
                  <a:pt x="503682" y="100645"/>
                  <a:pt x="500558" y="102413"/>
                </a:cubicBezTo>
                <a:cubicBezTo>
                  <a:pt x="494949" y="105524"/>
                  <a:pt x="490937" y="108776"/>
                  <a:pt x="488523" y="112168"/>
                </a:cubicBezTo>
                <a:cubicBezTo>
                  <a:pt x="486109" y="115561"/>
                  <a:pt x="484902" y="119271"/>
                  <a:pt x="484902" y="123301"/>
                </a:cubicBezTo>
                <a:cubicBezTo>
                  <a:pt x="484902" y="128391"/>
                  <a:pt x="486429" y="132614"/>
                  <a:pt x="489482" y="135971"/>
                </a:cubicBezTo>
                <a:cubicBezTo>
                  <a:pt x="492535" y="139328"/>
                  <a:pt x="496049" y="141006"/>
                  <a:pt x="500025" y="141006"/>
                </a:cubicBezTo>
                <a:cubicBezTo>
                  <a:pt x="505421" y="141006"/>
                  <a:pt x="512521" y="137472"/>
                  <a:pt x="521325" y="130403"/>
                </a:cubicBezTo>
                <a:close/>
                <a:moveTo>
                  <a:pt x="591436" y="51120"/>
                </a:moveTo>
                <a:lnTo>
                  <a:pt x="591436" y="73059"/>
                </a:lnTo>
                <a:cubicBezTo>
                  <a:pt x="599601" y="58433"/>
                  <a:pt x="607979" y="51120"/>
                  <a:pt x="616570" y="51120"/>
                </a:cubicBezTo>
                <a:cubicBezTo>
                  <a:pt x="620475" y="51120"/>
                  <a:pt x="623706" y="52309"/>
                  <a:pt x="626262" y="54688"/>
                </a:cubicBezTo>
                <a:cubicBezTo>
                  <a:pt x="628818" y="57066"/>
                  <a:pt x="630096" y="59818"/>
                  <a:pt x="630096" y="62942"/>
                </a:cubicBezTo>
                <a:cubicBezTo>
                  <a:pt x="630096" y="65711"/>
                  <a:pt x="629173" y="68054"/>
                  <a:pt x="627327" y="69971"/>
                </a:cubicBezTo>
                <a:cubicBezTo>
                  <a:pt x="625481" y="71888"/>
                  <a:pt x="623280" y="72846"/>
                  <a:pt x="620724" y="72846"/>
                </a:cubicBezTo>
                <a:cubicBezTo>
                  <a:pt x="618239" y="72846"/>
                  <a:pt x="615452" y="71621"/>
                  <a:pt x="612363" y="69172"/>
                </a:cubicBezTo>
                <a:cubicBezTo>
                  <a:pt x="609275" y="66722"/>
                  <a:pt x="606985" y="65498"/>
                  <a:pt x="605494" y="65498"/>
                </a:cubicBezTo>
                <a:cubicBezTo>
                  <a:pt x="604216" y="65498"/>
                  <a:pt x="602832" y="66205"/>
                  <a:pt x="601341" y="67621"/>
                </a:cubicBezTo>
                <a:cubicBezTo>
                  <a:pt x="598146" y="70525"/>
                  <a:pt x="594844" y="75306"/>
                  <a:pt x="591436" y="81962"/>
                </a:cubicBezTo>
                <a:lnTo>
                  <a:pt x="591436" y="128596"/>
                </a:lnTo>
                <a:cubicBezTo>
                  <a:pt x="591436" y="133976"/>
                  <a:pt x="592111" y="138048"/>
                  <a:pt x="593460" y="140810"/>
                </a:cubicBezTo>
                <a:cubicBezTo>
                  <a:pt x="594383" y="142723"/>
                  <a:pt x="596016" y="144317"/>
                  <a:pt x="598359" y="145593"/>
                </a:cubicBezTo>
                <a:cubicBezTo>
                  <a:pt x="600702" y="146866"/>
                  <a:pt x="604074" y="147503"/>
                  <a:pt x="608476" y="147503"/>
                </a:cubicBezTo>
                <a:lnTo>
                  <a:pt x="608476" y="151443"/>
                </a:lnTo>
                <a:lnTo>
                  <a:pt x="558528" y="151443"/>
                </a:lnTo>
                <a:lnTo>
                  <a:pt x="558528" y="147503"/>
                </a:lnTo>
                <a:cubicBezTo>
                  <a:pt x="563498" y="147503"/>
                  <a:pt x="567190" y="146724"/>
                  <a:pt x="569604" y="145167"/>
                </a:cubicBezTo>
                <a:cubicBezTo>
                  <a:pt x="571379" y="144033"/>
                  <a:pt x="572621" y="142226"/>
                  <a:pt x="573331" y="139745"/>
                </a:cubicBezTo>
                <a:cubicBezTo>
                  <a:pt x="573686" y="138540"/>
                  <a:pt x="573864" y="135105"/>
                  <a:pt x="573864" y="129438"/>
                </a:cubicBezTo>
                <a:lnTo>
                  <a:pt x="573864" y="91713"/>
                </a:lnTo>
                <a:cubicBezTo>
                  <a:pt x="573864" y="80378"/>
                  <a:pt x="573633" y="73631"/>
                  <a:pt x="573171" y="71472"/>
                </a:cubicBezTo>
                <a:cubicBezTo>
                  <a:pt x="572710" y="69311"/>
                  <a:pt x="571858" y="67734"/>
                  <a:pt x="570615" y="66742"/>
                </a:cubicBezTo>
                <a:cubicBezTo>
                  <a:pt x="569373" y="65751"/>
                  <a:pt x="567829" y="65255"/>
                  <a:pt x="565983" y="65255"/>
                </a:cubicBezTo>
                <a:cubicBezTo>
                  <a:pt x="563782" y="65255"/>
                  <a:pt x="561297" y="65786"/>
                  <a:pt x="558528" y="66849"/>
                </a:cubicBezTo>
                <a:lnTo>
                  <a:pt x="557463" y="63022"/>
                </a:lnTo>
                <a:lnTo>
                  <a:pt x="586963" y="51120"/>
                </a:lnTo>
                <a:lnTo>
                  <a:pt x="591436" y="51120"/>
                </a:lnTo>
                <a:close/>
                <a:moveTo>
                  <a:pt x="660340" y="0"/>
                </a:moveTo>
                <a:cubicBezTo>
                  <a:pt x="663322" y="0"/>
                  <a:pt x="665860" y="1053"/>
                  <a:pt x="667955" y="3158"/>
                </a:cubicBezTo>
                <a:cubicBezTo>
                  <a:pt x="670049" y="5262"/>
                  <a:pt x="671097" y="7812"/>
                  <a:pt x="671097" y="10810"/>
                </a:cubicBezTo>
                <a:cubicBezTo>
                  <a:pt x="671097" y="13807"/>
                  <a:pt x="670049" y="16377"/>
                  <a:pt x="667955" y="18518"/>
                </a:cubicBezTo>
                <a:cubicBezTo>
                  <a:pt x="665860" y="20657"/>
                  <a:pt x="663322" y="21726"/>
                  <a:pt x="660340" y="21726"/>
                </a:cubicBezTo>
                <a:cubicBezTo>
                  <a:pt x="657358" y="21726"/>
                  <a:pt x="654802" y="20657"/>
                  <a:pt x="652672" y="18518"/>
                </a:cubicBezTo>
                <a:cubicBezTo>
                  <a:pt x="650542" y="16377"/>
                  <a:pt x="649477" y="13807"/>
                  <a:pt x="649477" y="10810"/>
                </a:cubicBezTo>
                <a:cubicBezTo>
                  <a:pt x="649477" y="7812"/>
                  <a:pt x="650524" y="5262"/>
                  <a:pt x="652619" y="3158"/>
                </a:cubicBezTo>
                <a:cubicBezTo>
                  <a:pt x="654713" y="1053"/>
                  <a:pt x="657287" y="0"/>
                  <a:pt x="660340" y="0"/>
                </a:cubicBezTo>
                <a:moveTo>
                  <a:pt x="669180" y="51120"/>
                </a:moveTo>
                <a:lnTo>
                  <a:pt x="669180" y="129331"/>
                </a:lnTo>
                <a:cubicBezTo>
                  <a:pt x="669180" y="135424"/>
                  <a:pt x="669623" y="139480"/>
                  <a:pt x="670511" y="141499"/>
                </a:cubicBezTo>
                <a:cubicBezTo>
                  <a:pt x="671398" y="143518"/>
                  <a:pt x="672712" y="145024"/>
                  <a:pt x="674451" y="146015"/>
                </a:cubicBezTo>
                <a:cubicBezTo>
                  <a:pt x="676191" y="147007"/>
                  <a:pt x="679368" y="147503"/>
                  <a:pt x="683983" y="147503"/>
                </a:cubicBezTo>
                <a:lnTo>
                  <a:pt x="683983" y="151443"/>
                </a:lnTo>
                <a:lnTo>
                  <a:pt x="636590" y="151443"/>
                </a:lnTo>
                <a:lnTo>
                  <a:pt x="636590" y="147503"/>
                </a:lnTo>
                <a:cubicBezTo>
                  <a:pt x="641347" y="147503"/>
                  <a:pt x="644542" y="147043"/>
                  <a:pt x="646175" y="146122"/>
                </a:cubicBezTo>
                <a:cubicBezTo>
                  <a:pt x="647808" y="145201"/>
                  <a:pt x="649104" y="143678"/>
                  <a:pt x="650063" y="141552"/>
                </a:cubicBezTo>
                <a:cubicBezTo>
                  <a:pt x="651021" y="139427"/>
                  <a:pt x="651500" y="135353"/>
                  <a:pt x="651500" y="129331"/>
                </a:cubicBezTo>
                <a:lnTo>
                  <a:pt x="651500" y="91820"/>
                </a:lnTo>
                <a:cubicBezTo>
                  <a:pt x="651500" y="81263"/>
                  <a:pt x="651181" y="74427"/>
                  <a:pt x="650542" y="71312"/>
                </a:cubicBezTo>
                <a:cubicBezTo>
                  <a:pt x="650045" y="69044"/>
                  <a:pt x="649264" y="67468"/>
                  <a:pt x="648199" y="66583"/>
                </a:cubicBezTo>
                <a:cubicBezTo>
                  <a:pt x="647134" y="65697"/>
                  <a:pt x="645678" y="65255"/>
                  <a:pt x="643832" y="65255"/>
                </a:cubicBezTo>
                <a:cubicBezTo>
                  <a:pt x="641844" y="65255"/>
                  <a:pt x="639430" y="65786"/>
                  <a:pt x="636590" y="66849"/>
                </a:cubicBezTo>
                <a:lnTo>
                  <a:pt x="635099" y="63022"/>
                </a:lnTo>
                <a:lnTo>
                  <a:pt x="664493" y="51120"/>
                </a:lnTo>
                <a:lnTo>
                  <a:pt x="669180" y="51120"/>
                </a:lnTo>
                <a:close/>
                <a:moveTo>
                  <a:pt x="724490" y="21726"/>
                </a:moveTo>
                <a:lnTo>
                  <a:pt x="724490" y="53889"/>
                </a:lnTo>
                <a:lnTo>
                  <a:pt x="747281" y="53889"/>
                </a:lnTo>
                <a:lnTo>
                  <a:pt x="747281" y="61344"/>
                </a:lnTo>
                <a:lnTo>
                  <a:pt x="724490" y="61344"/>
                </a:lnTo>
                <a:lnTo>
                  <a:pt x="724490" y="124519"/>
                </a:lnTo>
                <a:cubicBezTo>
                  <a:pt x="724490" y="130831"/>
                  <a:pt x="725395" y="135087"/>
                  <a:pt x="727205" y="137286"/>
                </a:cubicBezTo>
                <a:cubicBezTo>
                  <a:pt x="729016" y="139482"/>
                  <a:pt x="731341" y="140580"/>
                  <a:pt x="734181" y="140580"/>
                </a:cubicBezTo>
                <a:cubicBezTo>
                  <a:pt x="736524" y="140580"/>
                  <a:pt x="738796" y="139853"/>
                  <a:pt x="740997" y="138397"/>
                </a:cubicBezTo>
                <a:cubicBezTo>
                  <a:pt x="743198" y="136942"/>
                  <a:pt x="744902" y="134794"/>
                  <a:pt x="746109" y="131954"/>
                </a:cubicBezTo>
                <a:lnTo>
                  <a:pt x="750263" y="131954"/>
                </a:lnTo>
                <a:cubicBezTo>
                  <a:pt x="747778" y="138932"/>
                  <a:pt x="744263" y="144209"/>
                  <a:pt x="739719" y="147786"/>
                </a:cubicBezTo>
                <a:cubicBezTo>
                  <a:pt x="735175" y="151360"/>
                  <a:pt x="730489" y="153147"/>
                  <a:pt x="725661" y="153147"/>
                </a:cubicBezTo>
                <a:cubicBezTo>
                  <a:pt x="722395" y="153147"/>
                  <a:pt x="719200" y="152241"/>
                  <a:pt x="716076" y="150428"/>
                </a:cubicBezTo>
                <a:cubicBezTo>
                  <a:pt x="712952" y="148616"/>
                  <a:pt x="710644" y="146022"/>
                  <a:pt x="709153" y="142647"/>
                </a:cubicBezTo>
                <a:cubicBezTo>
                  <a:pt x="707662" y="139270"/>
                  <a:pt x="706917" y="134063"/>
                  <a:pt x="706917" y="127025"/>
                </a:cubicBezTo>
                <a:lnTo>
                  <a:pt x="706917" y="61344"/>
                </a:lnTo>
                <a:lnTo>
                  <a:pt x="691474" y="61344"/>
                </a:lnTo>
                <a:lnTo>
                  <a:pt x="691474" y="57830"/>
                </a:lnTo>
                <a:cubicBezTo>
                  <a:pt x="695379" y="56263"/>
                  <a:pt x="699373" y="53611"/>
                  <a:pt x="703456" y="49872"/>
                </a:cubicBezTo>
                <a:cubicBezTo>
                  <a:pt x="707538" y="46134"/>
                  <a:pt x="711177" y="41700"/>
                  <a:pt x="714372" y="36573"/>
                </a:cubicBezTo>
                <a:cubicBezTo>
                  <a:pt x="716005" y="33868"/>
                  <a:pt x="718277" y="28919"/>
                  <a:pt x="721188" y="21726"/>
                </a:cubicBezTo>
                <a:lnTo>
                  <a:pt x="724490" y="21726"/>
                </a:lnTo>
                <a:close/>
                <a:moveTo>
                  <a:pt x="751258" y="53889"/>
                </a:moveTo>
                <a:lnTo>
                  <a:pt x="796734" y="53889"/>
                </a:lnTo>
                <a:lnTo>
                  <a:pt x="796734" y="57830"/>
                </a:lnTo>
                <a:lnTo>
                  <a:pt x="794497" y="57830"/>
                </a:lnTo>
                <a:cubicBezTo>
                  <a:pt x="791302" y="57830"/>
                  <a:pt x="788906" y="58522"/>
                  <a:pt x="787308" y="59906"/>
                </a:cubicBezTo>
                <a:cubicBezTo>
                  <a:pt x="785711" y="61291"/>
                  <a:pt x="784912" y="63013"/>
                  <a:pt x="784912" y="65072"/>
                </a:cubicBezTo>
                <a:cubicBezTo>
                  <a:pt x="784912" y="67841"/>
                  <a:pt x="786084" y="71675"/>
                  <a:pt x="788427" y="76574"/>
                </a:cubicBezTo>
                <a:lnTo>
                  <a:pt x="812176" y="125777"/>
                </a:lnTo>
                <a:lnTo>
                  <a:pt x="834009" y="71888"/>
                </a:lnTo>
                <a:cubicBezTo>
                  <a:pt x="835216" y="68977"/>
                  <a:pt x="835819" y="66101"/>
                  <a:pt x="835819" y="63261"/>
                </a:cubicBezTo>
                <a:cubicBezTo>
                  <a:pt x="835819" y="61983"/>
                  <a:pt x="835571" y="61025"/>
                  <a:pt x="835074" y="60386"/>
                </a:cubicBezTo>
                <a:cubicBezTo>
                  <a:pt x="834506" y="59605"/>
                  <a:pt x="833618" y="58983"/>
                  <a:pt x="832411" y="58522"/>
                </a:cubicBezTo>
                <a:cubicBezTo>
                  <a:pt x="831204" y="58060"/>
                  <a:pt x="829074" y="57830"/>
                  <a:pt x="826021" y="57830"/>
                </a:cubicBezTo>
                <a:lnTo>
                  <a:pt x="826021" y="53889"/>
                </a:lnTo>
                <a:lnTo>
                  <a:pt x="857758" y="53889"/>
                </a:lnTo>
                <a:lnTo>
                  <a:pt x="857758" y="57830"/>
                </a:lnTo>
                <a:cubicBezTo>
                  <a:pt x="855131" y="58114"/>
                  <a:pt x="853108" y="58682"/>
                  <a:pt x="851688" y="59534"/>
                </a:cubicBezTo>
                <a:cubicBezTo>
                  <a:pt x="850268" y="60386"/>
                  <a:pt x="848706" y="61983"/>
                  <a:pt x="847002" y="64326"/>
                </a:cubicBezTo>
                <a:cubicBezTo>
                  <a:pt x="846363" y="65320"/>
                  <a:pt x="845156" y="68054"/>
                  <a:pt x="843381" y="72527"/>
                </a:cubicBezTo>
                <a:lnTo>
                  <a:pt x="803656" y="169868"/>
                </a:lnTo>
                <a:cubicBezTo>
                  <a:pt x="799822" y="179311"/>
                  <a:pt x="794799" y="186447"/>
                  <a:pt x="788586" y="191275"/>
                </a:cubicBezTo>
                <a:cubicBezTo>
                  <a:pt x="782374" y="196103"/>
                  <a:pt x="776392" y="198517"/>
                  <a:pt x="770641" y="198517"/>
                </a:cubicBezTo>
                <a:cubicBezTo>
                  <a:pt x="766452" y="198517"/>
                  <a:pt x="763009" y="197324"/>
                  <a:pt x="760311" y="194939"/>
                </a:cubicBezTo>
                <a:cubicBezTo>
                  <a:pt x="757612" y="192554"/>
                  <a:pt x="756263" y="189818"/>
                  <a:pt x="756263" y="186732"/>
                </a:cubicBezTo>
                <a:cubicBezTo>
                  <a:pt x="756263" y="183785"/>
                  <a:pt x="757240" y="181409"/>
                  <a:pt x="759192" y="179603"/>
                </a:cubicBezTo>
                <a:cubicBezTo>
                  <a:pt x="761145" y="177799"/>
                  <a:pt x="763825" y="176897"/>
                  <a:pt x="767233" y="176897"/>
                </a:cubicBezTo>
                <a:cubicBezTo>
                  <a:pt x="769576" y="176897"/>
                  <a:pt x="772771" y="177678"/>
                  <a:pt x="776818" y="179240"/>
                </a:cubicBezTo>
                <a:cubicBezTo>
                  <a:pt x="779658" y="180305"/>
                  <a:pt x="781433" y="180838"/>
                  <a:pt x="782143" y="180838"/>
                </a:cubicBezTo>
                <a:cubicBezTo>
                  <a:pt x="784273" y="180838"/>
                  <a:pt x="786598" y="179729"/>
                  <a:pt x="789119" y="177513"/>
                </a:cubicBezTo>
                <a:cubicBezTo>
                  <a:pt x="791639" y="175298"/>
                  <a:pt x="794178" y="171012"/>
                  <a:pt x="796734" y="164653"/>
                </a:cubicBezTo>
                <a:lnTo>
                  <a:pt x="803656" y="147609"/>
                </a:lnTo>
                <a:lnTo>
                  <a:pt x="768618" y="74018"/>
                </a:lnTo>
                <a:cubicBezTo>
                  <a:pt x="767553" y="71817"/>
                  <a:pt x="765849" y="69083"/>
                  <a:pt x="763506" y="65817"/>
                </a:cubicBezTo>
                <a:cubicBezTo>
                  <a:pt x="761731" y="63332"/>
                  <a:pt x="760275" y="61664"/>
                  <a:pt x="759139" y="60812"/>
                </a:cubicBezTo>
                <a:cubicBezTo>
                  <a:pt x="757506" y="59676"/>
                  <a:pt x="754879" y="58682"/>
                  <a:pt x="751258" y="57830"/>
                </a:cubicBezTo>
                <a:lnTo>
                  <a:pt x="751258" y="538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Score">
            <a:extLst xmlns:a="http://schemas.openxmlformats.org/drawingml/2006/main">
              <a:ext uri="{FF2B5EF4-FFF2-40B4-BE49-F238E27FC236}">
                <a16:creationId xmlns:a16="http://schemas.microsoft.com/office/drawing/2014/main" id="{AD2C511D-2D0F-44CC-BB3A-FCA2D731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359" y="1276154"/>
            <a:ext cx="476800" cy="150804"/>
          </a:xfrm>
          <a:custGeom xmlns:a="http://schemas.openxmlformats.org/drawingml/2006/main">
            <a:pathLst>
              <a:path w="476800" h="150804">
                <a:moveTo>
                  <a:pt x="86372" y="0"/>
                </a:moveTo>
                <a:lnTo>
                  <a:pt x="86372" y="49842"/>
                </a:lnTo>
                <a:lnTo>
                  <a:pt x="82431" y="49842"/>
                </a:lnTo>
                <a:cubicBezTo>
                  <a:pt x="81153" y="40257"/>
                  <a:pt x="78864" y="32625"/>
                  <a:pt x="75562" y="26945"/>
                </a:cubicBezTo>
                <a:cubicBezTo>
                  <a:pt x="72260" y="21265"/>
                  <a:pt x="67557" y="16756"/>
                  <a:pt x="61451" y="13419"/>
                </a:cubicBezTo>
                <a:cubicBezTo>
                  <a:pt x="55345" y="10082"/>
                  <a:pt x="49026" y="8414"/>
                  <a:pt x="42494" y="8414"/>
                </a:cubicBezTo>
                <a:cubicBezTo>
                  <a:pt x="35110" y="8414"/>
                  <a:pt x="29004" y="10667"/>
                  <a:pt x="24176" y="15173"/>
                </a:cubicBezTo>
                <a:cubicBezTo>
                  <a:pt x="19348" y="19677"/>
                  <a:pt x="16934" y="24802"/>
                  <a:pt x="16934" y="30549"/>
                </a:cubicBezTo>
                <a:cubicBezTo>
                  <a:pt x="16934" y="34949"/>
                  <a:pt x="18460" y="38957"/>
                  <a:pt x="21513" y="42574"/>
                </a:cubicBezTo>
                <a:cubicBezTo>
                  <a:pt x="25915" y="47896"/>
                  <a:pt x="36388" y="54992"/>
                  <a:pt x="52931" y="63860"/>
                </a:cubicBezTo>
                <a:cubicBezTo>
                  <a:pt x="66421" y="71096"/>
                  <a:pt x="75633" y="76647"/>
                  <a:pt x="80568" y="80514"/>
                </a:cubicBezTo>
                <a:cubicBezTo>
                  <a:pt x="85502" y="84379"/>
                  <a:pt x="89301" y="88938"/>
                  <a:pt x="91963" y="94190"/>
                </a:cubicBezTo>
                <a:cubicBezTo>
                  <a:pt x="94626" y="99439"/>
                  <a:pt x="95957" y="104937"/>
                  <a:pt x="95957" y="110684"/>
                </a:cubicBezTo>
                <a:cubicBezTo>
                  <a:pt x="95957" y="121609"/>
                  <a:pt x="91715" y="131028"/>
                  <a:pt x="83230" y="138940"/>
                </a:cubicBezTo>
                <a:cubicBezTo>
                  <a:pt x="74745" y="146850"/>
                  <a:pt x="63829" y="150804"/>
                  <a:pt x="50481" y="150804"/>
                </a:cubicBezTo>
                <a:cubicBezTo>
                  <a:pt x="46292" y="150804"/>
                  <a:pt x="42352" y="150489"/>
                  <a:pt x="38660" y="149859"/>
                </a:cubicBezTo>
                <a:cubicBezTo>
                  <a:pt x="36459" y="149509"/>
                  <a:pt x="31897" y="148230"/>
                  <a:pt x="24974" y="146022"/>
                </a:cubicBezTo>
                <a:cubicBezTo>
                  <a:pt x="18052" y="143814"/>
                  <a:pt x="13668" y="142710"/>
                  <a:pt x="11822" y="142710"/>
                </a:cubicBezTo>
                <a:cubicBezTo>
                  <a:pt x="10047" y="142710"/>
                  <a:pt x="8644" y="143236"/>
                  <a:pt x="7615" y="144288"/>
                </a:cubicBezTo>
                <a:cubicBezTo>
                  <a:pt x="6585" y="145340"/>
                  <a:pt x="5822" y="147512"/>
                  <a:pt x="5325" y="150804"/>
                </a:cubicBezTo>
                <a:lnTo>
                  <a:pt x="1385" y="150804"/>
                </a:lnTo>
                <a:lnTo>
                  <a:pt x="1385" y="101388"/>
                </a:lnTo>
                <a:lnTo>
                  <a:pt x="5325" y="101388"/>
                </a:lnTo>
                <a:cubicBezTo>
                  <a:pt x="7171" y="111754"/>
                  <a:pt x="9656" y="119511"/>
                  <a:pt x="12780" y="124659"/>
                </a:cubicBezTo>
                <a:cubicBezTo>
                  <a:pt x="15904" y="129806"/>
                  <a:pt x="20679" y="134084"/>
                  <a:pt x="27104" y="137492"/>
                </a:cubicBezTo>
                <a:cubicBezTo>
                  <a:pt x="33530" y="140900"/>
                  <a:pt x="40577" y="142604"/>
                  <a:pt x="48245" y="142604"/>
                </a:cubicBezTo>
                <a:cubicBezTo>
                  <a:pt x="57120" y="142604"/>
                  <a:pt x="64131" y="140263"/>
                  <a:pt x="69278" y="135582"/>
                </a:cubicBezTo>
                <a:cubicBezTo>
                  <a:pt x="74426" y="130898"/>
                  <a:pt x="77000" y="125363"/>
                  <a:pt x="77000" y="118978"/>
                </a:cubicBezTo>
                <a:cubicBezTo>
                  <a:pt x="77000" y="115430"/>
                  <a:pt x="76023" y="111848"/>
                  <a:pt x="74071" y="108231"/>
                </a:cubicBezTo>
                <a:cubicBezTo>
                  <a:pt x="72118" y="104612"/>
                  <a:pt x="69083" y="101242"/>
                  <a:pt x="64965" y="98120"/>
                </a:cubicBezTo>
                <a:cubicBezTo>
                  <a:pt x="62196" y="95992"/>
                  <a:pt x="54635" y="91469"/>
                  <a:pt x="42281" y="84551"/>
                </a:cubicBezTo>
                <a:cubicBezTo>
                  <a:pt x="29927" y="77633"/>
                  <a:pt x="21140" y="72117"/>
                  <a:pt x="15922" y="68004"/>
                </a:cubicBezTo>
                <a:cubicBezTo>
                  <a:pt x="10703" y="63888"/>
                  <a:pt x="6745" y="59347"/>
                  <a:pt x="4047" y="54382"/>
                </a:cubicBezTo>
                <a:cubicBezTo>
                  <a:pt x="1349" y="49414"/>
                  <a:pt x="0" y="43950"/>
                  <a:pt x="0" y="37991"/>
                </a:cubicBezTo>
                <a:cubicBezTo>
                  <a:pt x="0" y="27634"/>
                  <a:pt x="3976" y="18713"/>
                  <a:pt x="11928" y="11229"/>
                </a:cubicBezTo>
                <a:cubicBezTo>
                  <a:pt x="19880" y="3743"/>
                  <a:pt x="29998" y="0"/>
                  <a:pt x="42281" y="0"/>
                </a:cubicBezTo>
                <a:cubicBezTo>
                  <a:pt x="49949" y="0"/>
                  <a:pt x="58078" y="1881"/>
                  <a:pt x="66669" y="5645"/>
                </a:cubicBezTo>
                <a:cubicBezTo>
                  <a:pt x="70645" y="7420"/>
                  <a:pt x="73450" y="8307"/>
                  <a:pt x="75083" y="8307"/>
                </a:cubicBezTo>
                <a:cubicBezTo>
                  <a:pt x="76929" y="8307"/>
                  <a:pt x="78438" y="7757"/>
                  <a:pt x="79609" y="6656"/>
                </a:cubicBezTo>
                <a:cubicBezTo>
                  <a:pt x="80781" y="5556"/>
                  <a:pt x="81721" y="3337"/>
                  <a:pt x="82431" y="0"/>
                </a:cubicBezTo>
                <a:lnTo>
                  <a:pt x="86372" y="0"/>
                </a:lnTo>
                <a:close/>
                <a:moveTo>
                  <a:pt x="197312" y="110547"/>
                </a:moveTo>
                <a:cubicBezTo>
                  <a:pt x="194685" y="123398"/>
                  <a:pt x="189537" y="133285"/>
                  <a:pt x="181869" y="140208"/>
                </a:cubicBezTo>
                <a:cubicBezTo>
                  <a:pt x="174201" y="147130"/>
                  <a:pt x="165716" y="150591"/>
                  <a:pt x="156415" y="150591"/>
                </a:cubicBezTo>
                <a:cubicBezTo>
                  <a:pt x="145339" y="150591"/>
                  <a:pt x="135683" y="145946"/>
                  <a:pt x="127447" y="136657"/>
                </a:cubicBezTo>
                <a:cubicBezTo>
                  <a:pt x="119211" y="127364"/>
                  <a:pt x="115093" y="114810"/>
                  <a:pt x="115093" y="98992"/>
                </a:cubicBezTo>
                <a:cubicBezTo>
                  <a:pt x="115093" y="83672"/>
                  <a:pt x="119655" y="71224"/>
                  <a:pt x="128779" y="61650"/>
                </a:cubicBezTo>
                <a:cubicBezTo>
                  <a:pt x="137902" y="52074"/>
                  <a:pt x="148854" y="47286"/>
                  <a:pt x="161634" y="47286"/>
                </a:cubicBezTo>
                <a:cubicBezTo>
                  <a:pt x="171219" y="47286"/>
                  <a:pt x="179100" y="49817"/>
                  <a:pt x="185277" y="54878"/>
                </a:cubicBezTo>
                <a:cubicBezTo>
                  <a:pt x="191454" y="59936"/>
                  <a:pt x="194543" y="65190"/>
                  <a:pt x="194543" y="70640"/>
                </a:cubicBezTo>
                <a:cubicBezTo>
                  <a:pt x="194543" y="73329"/>
                  <a:pt x="193673" y="75505"/>
                  <a:pt x="191933" y="77169"/>
                </a:cubicBezTo>
                <a:cubicBezTo>
                  <a:pt x="190194" y="78831"/>
                  <a:pt x="187762" y="79662"/>
                  <a:pt x="184638" y="79662"/>
                </a:cubicBezTo>
                <a:cubicBezTo>
                  <a:pt x="180449" y="79662"/>
                  <a:pt x="177289" y="78313"/>
                  <a:pt x="175159" y="75615"/>
                </a:cubicBezTo>
                <a:cubicBezTo>
                  <a:pt x="173952" y="74124"/>
                  <a:pt x="173154" y="71284"/>
                  <a:pt x="172763" y="67095"/>
                </a:cubicBezTo>
                <a:cubicBezTo>
                  <a:pt x="172373" y="62906"/>
                  <a:pt x="170935" y="59711"/>
                  <a:pt x="168450" y="57510"/>
                </a:cubicBezTo>
                <a:cubicBezTo>
                  <a:pt x="165965" y="55380"/>
                  <a:pt x="162521" y="54315"/>
                  <a:pt x="158119" y="54315"/>
                </a:cubicBezTo>
                <a:cubicBezTo>
                  <a:pt x="151019" y="54315"/>
                  <a:pt x="145304" y="56942"/>
                  <a:pt x="140973" y="62196"/>
                </a:cubicBezTo>
                <a:cubicBezTo>
                  <a:pt x="135222" y="69154"/>
                  <a:pt x="132346" y="78349"/>
                  <a:pt x="132346" y="89780"/>
                </a:cubicBezTo>
                <a:cubicBezTo>
                  <a:pt x="132346" y="101424"/>
                  <a:pt x="135204" y="111701"/>
                  <a:pt x="140920" y="120612"/>
                </a:cubicBezTo>
                <a:cubicBezTo>
                  <a:pt x="146635" y="129522"/>
                  <a:pt x="154356" y="133977"/>
                  <a:pt x="164083" y="133977"/>
                </a:cubicBezTo>
                <a:cubicBezTo>
                  <a:pt x="171041" y="133977"/>
                  <a:pt x="177289" y="131599"/>
                  <a:pt x="182827" y="126842"/>
                </a:cubicBezTo>
                <a:cubicBezTo>
                  <a:pt x="186733" y="123576"/>
                  <a:pt x="190531" y="117647"/>
                  <a:pt x="194223" y="109056"/>
                </a:cubicBezTo>
                <a:lnTo>
                  <a:pt x="197312" y="110547"/>
                </a:lnTo>
                <a:close/>
                <a:moveTo>
                  <a:pt x="259009" y="47286"/>
                </a:moveTo>
                <a:cubicBezTo>
                  <a:pt x="273777" y="47286"/>
                  <a:pt x="285634" y="52890"/>
                  <a:pt x="294580" y="64097"/>
                </a:cubicBezTo>
                <a:cubicBezTo>
                  <a:pt x="302177" y="73670"/>
                  <a:pt x="305975" y="84664"/>
                  <a:pt x="305975" y="97078"/>
                </a:cubicBezTo>
                <a:cubicBezTo>
                  <a:pt x="305975" y="105803"/>
                  <a:pt x="303881" y="114633"/>
                  <a:pt x="299692" y="123570"/>
                </a:cubicBezTo>
                <a:cubicBezTo>
                  <a:pt x="295503" y="132505"/>
                  <a:pt x="289734" y="139243"/>
                  <a:pt x="282385" y="143782"/>
                </a:cubicBezTo>
                <a:cubicBezTo>
                  <a:pt x="275037" y="148322"/>
                  <a:pt x="266854" y="150591"/>
                  <a:pt x="257837" y="150591"/>
                </a:cubicBezTo>
                <a:cubicBezTo>
                  <a:pt x="243140" y="150591"/>
                  <a:pt x="231460" y="144739"/>
                  <a:pt x="222798" y="133036"/>
                </a:cubicBezTo>
                <a:cubicBezTo>
                  <a:pt x="215485" y="123178"/>
                  <a:pt x="211829" y="112114"/>
                  <a:pt x="211829" y="99844"/>
                </a:cubicBezTo>
                <a:cubicBezTo>
                  <a:pt x="211829" y="90907"/>
                  <a:pt x="214048" y="82023"/>
                  <a:pt x="218485" y="73192"/>
                </a:cubicBezTo>
                <a:cubicBezTo>
                  <a:pt x="222923" y="64362"/>
                  <a:pt x="228762" y="57836"/>
                  <a:pt x="236004" y="53616"/>
                </a:cubicBezTo>
                <a:cubicBezTo>
                  <a:pt x="243246" y="49396"/>
                  <a:pt x="250915" y="47286"/>
                  <a:pt x="259009" y="47286"/>
                </a:cubicBezTo>
                <a:moveTo>
                  <a:pt x="255707" y="54315"/>
                </a:moveTo>
                <a:cubicBezTo>
                  <a:pt x="251944" y="54315"/>
                  <a:pt x="248163" y="55432"/>
                  <a:pt x="244365" y="57667"/>
                </a:cubicBezTo>
                <a:cubicBezTo>
                  <a:pt x="240566" y="59901"/>
                  <a:pt x="237495" y="63819"/>
                  <a:pt x="235152" y="69422"/>
                </a:cubicBezTo>
                <a:cubicBezTo>
                  <a:pt x="232809" y="75024"/>
                  <a:pt x="231638" y="82222"/>
                  <a:pt x="231638" y="91015"/>
                </a:cubicBezTo>
                <a:cubicBezTo>
                  <a:pt x="231638" y="105197"/>
                  <a:pt x="234460" y="117430"/>
                  <a:pt x="240105" y="127714"/>
                </a:cubicBezTo>
                <a:cubicBezTo>
                  <a:pt x="245749" y="137996"/>
                  <a:pt x="253187" y="143136"/>
                  <a:pt x="262417" y="143136"/>
                </a:cubicBezTo>
                <a:cubicBezTo>
                  <a:pt x="269304" y="143136"/>
                  <a:pt x="274984" y="140300"/>
                  <a:pt x="279457" y="134626"/>
                </a:cubicBezTo>
                <a:cubicBezTo>
                  <a:pt x="283930" y="128953"/>
                  <a:pt x="286166" y="119203"/>
                  <a:pt x="286166" y="105375"/>
                </a:cubicBezTo>
                <a:cubicBezTo>
                  <a:pt x="286166" y="88071"/>
                  <a:pt x="282439" y="74455"/>
                  <a:pt x="274984" y="64526"/>
                </a:cubicBezTo>
                <a:cubicBezTo>
                  <a:pt x="269943" y="57719"/>
                  <a:pt x="263517" y="54315"/>
                  <a:pt x="255707" y="54315"/>
                </a:cubicBezTo>
                <a:close/>
                <a:moveTo>
                  <a:pt x="348895" y="47286"/>
                </a:moveTo>
                <a:lnTo>
                  <a:pt x="348895" y="69225"/>
                </a:lnTo>
                <a:cubicBezTo>
                  <a:pt x="357060" y="54599"/>
                  <a:pt x="365438" y="47286"/>
                  <a:pt x="374029" y="47286"/>
                </a:cubicBezTo>
                <a:cubicBezTo>
                  <a:pt x="377934" y="47286"/>
                  <a:pt x="381164" y="48475"/>
                  <a:pt x="383720" y="50854"/>
                </a:cubicBezTo>
                <a:cubicBezTo>
                  <a:pt x="386276" y="53232"/>
                  <a:pt x="387554" y="55984"/>
                  <a:pt x="387554" y="59108"/>
                </a:cubicBezTo>
                <a:cubicBezTo>
                  <a:pt x="387554" y="61877"/>
                  <a:pt x="386631" y="64220"/>
                  <a:pt x="384785" y="66137"/>
                </a:cubicBezTo>
                <a:cubicBezTo>
                  <a:pt x="382939" y="68054"/>
                  <a:pt x="380738" y="69012"/>
                  <a:pt x="378182" y="69012"/>
                </a:cubicBezTo>
                <a:cubicBezTo>
                  <a:pt x="375697" y="69012"/>
                  <a:pt x="372911" y="67787"/>
                  <a:pt x="369822" y="65338"/>
                </a:cubicBezTo>
                <a:cubicBezTo>
                  <a:pt x="366733" y="62888"/>
                  <a:pt x="364444" y="61664"/>
                  <a:pt x="362953" y="61664"/>
                </a:cubicBezTo>
                <a:cubicBezTo>
                  <a:pt x="361675" y="61664"/>
                  <a:pt x="360290" y="62371"/>
                  <a:pt x="358799" y="63787"/>
                </a:cubicBezTo>
                <a:cubicBezTo>
                  <a:pt x="355604" y="66691"/>
                  <a:pt x="352303" y="71472"/>
                  <a:pt x="348895" y="78128"/>
                </a:cubicBezTo>
                <a:lnTo>
                  <a:pt x="348895" y="124762"/>
                </a:lnTo>
                <a:cubicBezTo>
                  <a:pt x="348895" y="130142"/>
                  <a:pt x="349569" y="134214"/>
                  <a:pt x="350918" y="136976"/>
                </a:cubicBezTo>
                <a:cubicBezTo>
                  <a:pt x="351841" y="138889"/>
                  <a:pt x="353474" y="140483"/>
                  <a:pt x="355817" y="141759"/>
                </a:cubicBezTo>
                <a:cubicBezTo>
                  <a:pt x="358160" y="143032"/>
                  <a:pt x="361533" y="143669"/>
                  <a:pt x="365935" y="143669"/>
                </a:cubicBezTo>
                <a:lnTo>
                  <a:pt x="365935" y="147609"/>
                </a:lnTo>
                <a:lnTo>
                  <a:pt x="315986" y="147609"/>
                </a:lnTo>
                <a:lnTo>
                  <a:pt x="315986" y="143669"/>
                </a:lnTo>
                <a:cubicBezTo>
                  <a:pt x="320956" y="143669"/>
                  <a:pt x="324648" y="142890"/>
                  <a:pt x="327062" y="141333"/>
                </a:cubicBezTo>
                <a:cubicBezTo>
                  <a:pt x="328837" y="140199"/>
                  <a:pt x="330080" y="138392"/>
                  <a:pt x="330790" y="135911"/>
                </a:cubicBezTo>
                <a:cubicBezTo>
                  <a:pt x="331145" y="134706"/>
                  <a:pt x="331322" y="131271"/>
                  <a:pt x="331322" y="125604"/>
                </a:cubicBezTo>
                <a:lnTo>
                  <a:pt x="331322" y="87879"/>
                </a:lnTo>
                <a:cubicBezTo>
                  <a:pt x="331322" y="76544"/>
                  <a:pt x="331091" y="69797"/>
                  <a:pt x="330630" y="67638"/>
                </a:cubicBezTo>
                <a:cubicBezTo>
                  <a:pt x="330168" y="65477"/>
                  <a:pt x="329316" y="63900"/>
                  <a:pt x="328074" y="62908"/>
                </a:cubicBezTo>
                <a:cubicBezTo>
                  <a:pt x="326831" y="61917"/>
                  <a:pt x="325287" y="61421"/>
                  <a:pt x="323441" y="61421"/>
                </a:cubicBezTo>
                <a:cubicBezTo>
                  <a:pt x="321240" y="61421"/>
                  <a:pt x="318755" y="61952"/>
                  <a:pt x="315986" y="63015"/>
                </a:cubicBezTo>
                <a:lnTo>
                  <a:pt x="314921" y="59188"/>
                </a:lnTo>
                <a:lnTo>
                  <a:pt x="344422" y="47286"/>
                </a:lnTo>
                <a:lnTo>
                  <a:pt x="348895" y="47286"/>
                </a:lnTo>
                <a:close/>
                <a:moveTo>
                  <a:pt x="409385" y="86904"/>
                </a:moveTo>
                <a:cubicBezTo>
                  <a:pt x="409314" y="101355"/>
                  <a:pt x="412829" y="112690"/>
                  <a:pt x="419929" y="120908"/>
                </a:cubicBezTo>
                <a:cubicBezTo>
                  <a:pt x="427029" y="129124"/>
                  <a:pt x="435371" y="133232"/>
                  <a:pt x="444956" y="133232"/>
                </a:cubicBezTo>
                <a:cubicBezTo>
                  <a:pt x="451346" y="133232"/>
                  <a:pt x="456902" y="131475"/>
                  <a:pt x="461623" y="127960"/>
                </a:cubicBezTo>
                <a:cubicBezTo>
                  <a:pt x="466345" y="124446"/>
                  <a:pt x="470303" y="118428"/>
                  <a:pt x="473498" y="109908"/>
                </a:cubicBezTo>
                <a:lnTo>
                  <a:pt x="476800" y="112038"/>
                </a:lnTo>
                <a:cubicBezTo>
                  <a:pt x="475309" y="121765"/>
                  <a:pt x="470978" y="130623"/>
                  <a:pt x="463807" y="138610"/>
                </a:cubicBezTo>
                <a:cubicBezTo>
                  <a:pt x="456636" y="146598"/>
                  <a:pt x="447654" y="150591"/>
                  <a:pt x="436862" y="150591"/>
                </a:cubicBezTo>
                <a:cubicBezTo>
                  <a:pt x="425147" y="150591"/>
                  <a:pt x="415118" y="146040"/>
                  <a:pt x="406776" y="136936"/>
                </a:cubicBezTo>
                <a:cubicBezTo>
                  <a:pt x="398433" y="127830"/>
                  <a:pt x="394262" y="115589"/>
                  <a:pt x="394262" y="100213"/>
                </a:cubicBezTo>
                <a:cubicBezTo>
                  <a:pt x="394262" y="83564"/>
                  <a:pt x="398540" y="70581"/>
                  <a:pt x="407095" y="61264"/>
                </a:cubicBezTo>
                <a:cubicBezTo>
                  <a:pt x="415651" y="51946"/>
                  <a:pt x="426390" y="47286"/>
                  <a:pt x="439312" y="47286"/>
                </a:cubicBezTo>
                <a:cubicBezTo>
                  <a:pt x="450246" y="47286"/>
                  <a:pt x="459227" y="50881"/>
                  <a:pt x="466256" y="58069"/>
                </a:cubicBezTo>
                <a:cubicBezTo>
                  <a:pt x="473285" y="65256"/>
                  <a:pt x="476800" y="74868"/>
                  <a:pt x="476800" y="86904"/>
                </a:cubicBezTo>
                <a:lnTo>
                  <a:pt x="409385" y="86904"/>
                </a:lnTo>
                <a:moveTo>
                  <a:pt x="409385" y="80727"/>
                </a:moveTo>
                <a:lnTo>
                  <a:pt x="454541" y="80727"/>
                </a:lnTo>
                <a:cubicBezTo>
                  <a:pt x="454186" y="74479"/>
                  <a:pt x="453441" y="70077"/>
                  <a:pt x="452305" y="67521"/>
                </a:cubicBezTo>
                <a:cubicBezTo>
                  <a:pt x="450530" y="63545"/>
                  <a:pt x="447885" y="60421"/>
                  <a:pt x="444370" y="58149"/>
                </a:cubicBezTo>
                <a:cubicBezTo>
                  <a:pt x="440856" y="55877"/>
                  <a:pt x="437182" y="54741"/>
                  <a:pt x="433348" y="54741"/>
                </a:cubicBezTo>
                <a:cubicBezTo>
                  <a:pt x="427455" y="54741"/>
                  <a:pt x="422183" y="57031"/>
                  <a:pt x="417532" y="61610"/>
                </a:cubicBezTo>
                <a:cubicBezTo>
                  <a:pt x="412882" y="66190"/>
                  <a:pt x="410166" y="72562"/>
                  <a:pt x="409385" y="807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5E77B6-A3A1-4BEF-882B-2235497D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14" y="915767"/>
            <a:ext cx="883052" cy="619585"/>
          </a:xfrm>
          <a:custGeom xmlns:a="http://schemas.openxmlformats.org/drawingml/2006/main">
            <a:pathLst>
              <a:path w="883052" h="619585">
                <a:moveTo>
                  <a:pt x="0" y="0"/>
                </a:moveTo>
                <a:lnTo>
                  <a:pt x="883052" y="0"/>
                </a:lnTo>
                <a:lnTo>
                  <a:pt x="883052" y="619585"/>
                </a:lnTo>
                <a:lnTo>
                  <a:pt x="0" y="6195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86F269-CE3F-481F-8D4B-3411F9B6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14" y="915767"/>
            <a:ext cx="883052" cy="619585"/>
          </a:xfrm>
          <a:custGeom xmlns:a="http://schemas.openxmlformats.org/drawingml/2006/main">
            <a:pathLst>
              <a:path w="883052" h="619585" fill="none">
                <a:moveTo>
                  <a:pt x="0" y="0"/>
                </a:moveTo>
                <a:lnTo>
                  <a:pt x="883052" y="0"/>
                </a:lnTo>
                <a:lnTo>
                  <a:pt x="883052" y="619585"/>
                </a:lnTo>
                <a:lnTo>
                  <a:pt x="0" y="6195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9" cap="flat">
            <a:solidFill>
              <a:srgbClr val="000000"/>
            </a:solidFill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E0B7C1-8A19-4B48-AC14-E4AB2698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6726" y="915767"/>
            <a:ext cx="1010011" cy="619585"/>
          </a:xfrm>
          <a:custGeom xmlns:a="http://schemas.openxmlformats.org/drawingml/2006/main">
            <a:pathLst>
              <a:path w="1010011" h="619585">
                <a:moveTo>
                  <a:pt x="0" y="0"/>
                </a:moveTo>
                <a:lnTo>
                  <a:pt x="1010011" y="0"/>
                </a:lnTo>
                <a:lnTo>
                  <a:pt x="1010011" y="619585"/>
                </a:lnTo>
                <a:lnTo>
                  <a:pt x="0" y="6195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01A45A-4113-4B69-B0B1-72D72441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6726" y="915767"/>
            <a:ext cx="1010011" cy="619585"/>
          </a:xfrm>
          <a:custGeom xmlns:a="http://schemas.openxmlformats.org/drawingml/2006/main">
            <a:pathLst>
              <a:path w="1010011" h="619585" fill="none">
                <a:moveTo>
                  <a:pt x="0" y="0"/>
                </a:moveTo>
                <a:lnTo>
                  <a:pt x="1010011" y="0"/>
                </a:lnTo>
                <a:lnTo>
                  <a:pt x="1010011" y="619585"/>
                </a:lnTo>
                <a:lnTo>
                  <a:pt x="0" y="6195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94" cap="flat">
            <a:solidFill>
              <a:srgbClr val="000000"/>
            </a:solidFill>
            <a:miter/>
          </a:ln>
        </p:spPr>
      </p:sp>
      <p:sp>
        <p:nvSpPr>
          <p:cNvPr id="31" name="Text Edge">
            <a:extLst xmlns:a="http://schemas.openxmlformats.org/drawingml/2006/main">
              <a:ext uri="{FF2B5EF4-FFF2-40B4-BE49-F238E27FC236}">
                <a16:creationId xmlns:a16="http://schemas.microsoft.com/office/drawing/2014/main" id="{C037873B-08E4-42AA-A66C-7114B5B8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270" y="989939"/>
            <a:ext cx="437538" cy="198517"/>
          </a:xfrm>
          <a:custGeom xmlns:a="http://schemas.openxmlformats.org/drawingml/2006/main">
            <a:pathLst>
              <a:path w="437538" h="198517">
                <a:moveTo>
                  <a:pt x="41109" y="14910"/>
                </a:moveTo>
                <a:lnTo>
                  <a:pt x="41109" y="71994"/>
                </a:lnTo>
                <a:lnTo>
                  <a:pt x="72846" y="71994"/>
                </a:lnTo>
                <a:cubicBezTo>
                  <a:pt x="81082" y="71994"/>
                  <a:pt x="86585" y="70745"/>
                  <a:pt x="89354" y="68247"/>
                </a:cubicBezTo>
                <a:cubicBezTo>
                  <a:pt x="93046" y="64965"/>
                  <a:pt x="95105" y="59185"/>
                  <a:pt x="95531" y="50907"/>
                </a:cubicBezTo>
                <a:lnTo>
                  <a:pt x="99471" y="50907"/>
                </a:lnTo>
                <a:lnTo>
                  <a:pt x="99471" y="101175"/>
                </a:lnTo>
                <a:lnTo>
                  <a:pt x="95531" y="101175"/>
                </a:lnTo>
                <a:cubicBezTo>
                  <a:pt x="94537" y="94215"/>
                  <a:pt x="93543" y="89751"/>
                  <a:pt x="92549" y="87783"/>
                </a:cubicBezTo>
                <a:cubicBezTo>
                  <a:pt x="91271" y="85322"/>
                  <a:pt x="89176" y="83390"/>
                  <a:pt x="86265" y="81985"/>
                </a:cubicBezTo>
                <a:cubicBezTo>
                  <a:pt x="83354" y="80579"/>
                  <a:pt x="78881" y="79875"/>
                  <a:pt x="72846" y="79875"/>
                </a:cubicBezTo>
                <a:lnTo>
                  <a:pt x="41109" y="79875"/>
                </a:lnTo>
                <a:lnTo>
                  <a:pt x="41109" y="127401"/>
                </a:lnTo>
                <a:cubicBezTo>
                  <a:pt x="41109" y="133780"/>
                  <a:pt x="41393" y="137661"/>
                  <a:pt x="41961" y="139043"/>
                </a:cubicBezTo>
                <a:cubicBezTo>
                  <a:pt x="42529" y="140425"/>
                  <a:pt x="43523" y="141525"/>
                  <a:pt x="44943" y="142341"/>
                </a:cubicBezTo>
                <a:cubicBezTo>
                  <a:pt x="46363" y="143155"/>
                  <a:pt x="49061" y="143562"/>
                  <a:pt x="53037" y="143562"/>
                </a:cubicBezTo>
                <a:lnTo>
                  <a:pt x="77532" y="143562"/>
                </a:lnTo>
                <a:cubicBezTo>
                  <a:pt x="85697" y="143562"/>
                  <a:pt x="91626" y="142994"/>
                  <a:pt x="95318" y="141858"/>
                </a:cubicBezTo>
                <a:cubicBezTo>
                  <a:pt x="99010" y="140722"/>
                  <a:pt x="102560" y="138486"/>
                  <a:pt x="105968" y="135149"/>
                </a:cubicBezTo>
                <a:cubicBezTo>
                  <a:pt x="110370" y="130747"/>
                  <a:pt x="114878" y="124108"/>
                  <a:pt x="119493" y="115233"/>
                </a:cubicBezTo>
                <a:lnTo>
                  <a:pt x="123753" y="115233"/>
                </a:lnTo>
                <a:lnTo>
                  <a:pt x="111293" y="151443"/>
                </a:lnTo>
                <a:lnTo>
                  <a:pt x="0" y="151443"/>
                </a:lnTo>
                <a:lnTo>
                  <a:pt x="0" y="147503"/>
                </a:lnTo>
                <a:lnTo>
                  <a:pt x="5112" y="147503"/>
                </a:lnTo>
                <a:cubicBezTo>
                  <a:pt x="8520" y="147503"/>
                  <a:pt x="11751" y="146686"/>
                  <a:pt x="14804" y="145053"/>
                </a:cubicBezTo>
                <a:cubicBezTo>
                  <a:pt x="17076" y="143917"/>
                  <a:pt x="18620" y="142213"/>
                  <a:pt x="19436" y="139941"/>
                </a:cubicBezTo>
                <a:cubicBezTo>
                  <a:pt x="20253" y="137669"/>
                  <a:pt x="20661" y="133019"/>
                  <a:pt x="20661" y="125990"/>
                </a:cubicBezTo>
                <a:lnTo>
                  <a:pt x="20661" y="32163"/>
                </a:lnTo>
                <a:cubicBezTo>
                  <a:pt x="20661" y="23004"/>
                  <a:pt x="19738" y="17360"/>
                  <a:pt x="17892" y="15230"/>
                </a:cubicBezTo>
                <a:cubicBezTo>
                  <a:pt x="15336" y="12390"/>
                  <a:pt x="11076" y="10970"/>
                  <a:pt x="5112" y="10970"/>
                </a:cubicBezTo>
                <a:lnTo>
                  <a:pt x="0" y="10970"/>
                </a:lnTo>
                <a:lnTo>
                  <a:pt x="0" y="7029"/>
                </a:lnTo>
                <a:lnTo>
                  <a:pt x="111293" y="7029"/>
                </a:lnTo>
                <a:lnTo>
                  <a:pt x="112890" y="38553"/>
                </a:lnTo>
                <a:lnTo>
                  <a:pt x="108737" y="38553"/>
                </a:lnTo>
                <a:cubicBezTo>
                  <a:pt x="107246" y="30989"/>
                  <a:pt x="105595" y="25794"/>
                  <a:pt x="103785" y="22967"/>
                </a:cubicBezTo>
                <a:cubicBezTo>
                  <a:pt x="101974" y="20141"/>
                  <a:pt x="99294" y="17985"/>
                  <a:pt x="95744" y="16501"/>
                </a:cubicBezTo>
                <a:cubicBezTo>
                  <a:pt x="92904" y="15440"/>
                  <a:pt x="87898" y="14910"/>
                  <a:pt x="80727" y="14910"/>
                </a:cubicBezTo>
                <a:lnTo>
                  <a:pt x="41109" y="14910"/>
                </a:lnTo>
                <a:close/>
                <a:moveTo>
                  <a:pt x="204516" y="140474"/>
                </a:moveTo>
                <a:cubicBezTo>
                  <a:pt x="199759" y="145444"/>
                  <a:pt x="195108" y="149012"/>
                  <a:pt x="190564" y="151177"/>
                </a:cubicBezTo>
                <a:cubicBezTo>
                  <a:pt x="186020" y="153343"/>
                  <a:pt x="181121" y="154425"/>
                  <a:pt x="175867" y="154425"/>
                </a:cubicBezTo>
                <a:cubicBezTo>
                  <a:pt x="165217" y="154425"/>
                  <a:pt x="155916" y="149980"/>
                  <a:pt x="147964" y="141090"/>
                </a:cubicBezTo>
                <a:cubicBezTo>
                  <a:pt x="140012" y="132197"/>
                  <a:pt x="136036" y="120770"/>
                  <a:pt x="136036" y="106810"/>
                </a:cubicBezTo>
                <a:cubicBezTo>
                  <a:pt x="136036" y="92852"/>
                  <a:pt x="140438" y="80080"/>
                  <a:pt x="149242" y="68496"/>
                </a:cubicBezTo>
                <a:cubicBezTo>
                  <a:pt x="158046" y="56912"/>
                  <a:pt x="169371" y="51120"/>
                  <a:pt x="183216" y="51120"/>
                </a:cubicBezTo>
                <a:cubicBezTo>
                  <a:pt x="191807" y="51120"/>
                  <a:pt x="198907" y="53854"/>
                  <a:pt x="204516" y="59321"/>
                </a:cubicBezTo>
                <a:lnTo>
                  <a:pt x="204516" y="41282"/>
                </a:lnTo>
                <a:cubicBezTo>
                  <a:pt x="204516" y="30089"/>
                  <a:pt x="204249" y="23208"/>
                  <a:pt x="203717" y="20641"/>
                </a:cubicBezTo>
                <a:cubicBezTo>
                  <a:pt x="203184" y="18074"/>
                  <a:pt x="202350" y="16328"/>
                  <a:pt x="201214" y="15403"/>
                </a:cubicBezTo>
                <a:cubicBezTo>
                  <a:pt x="200078" y="14475"/>
                  <a:pt x="198658" y="14011"/>
                  <a:pt x="196954" y="14011"/>
                </a:cubicBezTo>
                <a:cubicBezTo>
                  <a:pt x="195108" y="14011"/>
                  <a:pt x="192659" y="14582"/>
                  <a:pt x="189606" y="15722"/>
                </a:cubicBezTo>
                <a:lnTo>
                  <a:pt x="188221" y="11978"/>
                </a:lnTo>
                <a:lnTo>
                  <a:pt x="217296" y="0"/>
                </a:lnTo>
                <a:lnTo>
                  <a:pt x="222088" y="0"/>
                </a:lnTo>
                <a:lnTo>
                  <a:pt x="222088" y="112784"/>
                </a:lnTo>
                <a:cubicBezTo>
                  <a:pt x="222088" y="124215"/>
                  <a:pt x="222354" y="131191"/>
                  <a:pt x="222887" y="133711"/>
                </a:cubicBezTo>
                <a:cubicBezTo>
                  <a:pt x="223419" y="136232"/>
                  <a:pt x="224271" y="137989"/>
                  <a:pt x="225443" y="138983"/>
                </a:cubicBezTo>
                <a:cubicBezTo>
                  <a:pt x="226614" y="139977"/>
                  <a:pt x="227981" y="140474"/>
                  <a:pt x="229543" y="140474"/>
                </a:cubicBezTo>
                <a:cubicBezTo>
                  <a:pt x="231460" y="140474"/>
                  <a:pt x="234016" y="139870"/>
                  <a:pt x="237211" y="138663"/>
                </a:cubicBezTo>
                <a:lnTo>
                  <a:pt x="238383" y="142391"/>
                </a:lnTo>
                <a:lnTo>
                  <a:pt x="209415" y="154425"/>
                </a:lnTo>
                <a:lnTo>
                  <a:pt x="204516" y="154425"/>
                </a:lnTo>
                <a:lnTo>
                  <a:pt x="204516" y="140474"/>
                </a:lnTo>
                <a:moveTo>
                  <a:pt x="204516" y="133042"/>
                </a:moveTo>
                <a:lnTo>
                  <a:pt x="204516" y="82901"/>
                </a:lnTo>
                <a:cubicBezTo>
                  <a:pt x="204090" y="78084"/>
                  <a:pt x="202812" y="73693"/>
                  <a:pt x="200682" y="69728"/>
                </a:cubicBezTo>
                <a:cubicBezTo>
                  <a:pt x="198552" y="65761"/>
                  <a:pt x="195729" y="62769"/>
                  <a:pt x="192215" y="60752"/>
                </a:cubicBezTo>
                <a:cubicBezTo>
                  <a:pt x="188700" y="58733"/>
                  <a:pt x="185275" y="57723"/>
                  <a:pt x="181938" y="57723"/>
                </a:cubicBezTo>
                <a:cubicBezTo>
                  <a:pt x="175690" y="57723"/>
                  <a:pt x="170116" y="60521"/>
                  <a:pt x="165217" y="66117"/>
                </a:cubicBezTo>
                <a:cubicBezTo>
                  <a:pt x="158756" y="73481"/>
                  <a:pt x="155526" y="84245"/>
                  <a:pt x="155526" y="98410"/>
                </a:cubicBezTo>
                <a:cubicBezTo>
                  <a:pt x="155526" y="112716"/>
                  <a:pt x="158650" y="123677"/>
                  <a:pt x="164898" y="131292"/>
                </a:cubicBezTo>
                <a:cubicBezTo>
                  <a:pt x="171146" y="138904"/>
                  <a:pt x="178104" y="142710"/>
                  <a:pt x="185772" y="142710"/>
                </a:cubicBezTo>
                <a:cubicBezTo>
                  <a:pt x="192233" y="142710"/>
                  <a:pt x="198481" y="139488"/>
                  <a:pt x="204516" y="133042"/>
                </a:cubicBezTo>
                <a:close/>
                <a:moveTo>
                  <a:pt x="270759" y="115896"/>
                </a:moveTo>
                <a:cubicBezTo>
                  <a:pt x="264795" y="112989"/>
                  <a:pt x="260215" y="108930"/>
                  <a:pt x="257020" y="103718"/>
                </a:cubicBezTo>
                <a:cubicBezTo>
                  <a:pt x="253825" y="98506"/>
                  <a:pt x="252228" y="92744"/>
                  <a:pt x="252228" y="86432"/>
                </a:cubicBezTo>
                <a:cubicBezTo>
                  <a:pt x="252228" y="76789"/>
                  <a:pt x="255867" y="68493"/>
                  <a:pt x="263144" y="61544"/>
                </a:cubicBezTo>
                <a:cubicBezTo>
                  <a:pt x="270422" y="54595"/>
                  <a:pt x="279741" y="51120"/>
                  <a:pt x="291101" y="51120"/>
                </a:cubicBezTo>
                <a:cubicBezTo>
                  <a:pt x="300402" y="51120"/>
                  <a:pt x="308460" y="53392"/>
                  <a:pt x="315276" y="57936"/>
                </a:cubicBezTo>
                <a:lnTo>
                  <a:pt x="335937" y="57936"/>
                </a:lnTo>
                <a:cubicBezTo>
                  <a:pt x="338990" y="57936"/>
                  <a:pt x="340765" y="58024"/>
                  <a:pt x="341262" y="58199"/>
                </a:cubicBezTo>
                <a:cubicBezTo>
                  <a:pt x="341759" y="58374"/>
                  <a:pt x="342114" y="58673"/>
                  <a:pt x="342327" y="59094"/>
                </a:cubicBezTo>
                <a:cubicBezTo>
                  <a:pt x="342753" y="59727"/>
                  <a:pt x="342966" y="60851"/>
                  <a:pt x="342966" y="62466"/>
                </a:cubicBezTo>
                <a:cubicBezTo>
                  <a:pt x="342966" y="64290"/>
                  <a:pt x="342789" y="65553"/>
                  <a:pt x="342434" y="66257"/>
                </a:cubicBezTo>
                <a:cubicBezTo>
                  <a:pt x="342221" y="66607"/>
                  <a:pt x="341848" y="66888"/>
                  <a:pt x="341315" y="67099"/>
                </a:cubicBezTo>
                <a:cubicBezTo>
                  <a:pt x="340783" y="67309"/>
                  <a:pt x="338990" y="67415"/>
                  <a:pt x="335937" y="67415"/>
                </a:cubicBezTo>
                <a:lnTo>
                  <a:pt x="323264" y="67415"/>
                </a:lnTo>
                <a:cubicBezTo>
                  <a:pt x="327240" y="72538"/>
                  <a:pt x="329228" y="79083"/>
                  <a:pt x="329228" y="87051"/>
                </a:cubicBezTo>
                <a:cubicBezTo>
                  <a:pt x="329228" y="96156"/>
                  <a:pt x="325749" y="103947"/>
                  <a:pt x="318791" y="110421"/>
                </a:cubicBezTo>
                <a:cubicBezTo>
                  <a:pt x="311833" y="116895"/>
                  <a:pt x="302496" y="120132"/>
                  <a:pt x="290781" y="120132"/>
                </a:cubicBezTo>
                <a:cubicBezTo>
                  <a:pt x="285953" y="120132"/>
                  <a:pt x="281019" y="119408"/>
                  <a:pt x="275978" y="117959"/>
                </a:cubicBezTo>
                <a:cubicBezTo>
                  <a:pt x="272853" y="120655"/>
                  <a:pt x="270741" y="123015"/>
                  <a:pt x="269641" y="125038"/>
                </a:cubicBezTo>
                <a:cubicBezTo>
                  <a:pt x="268540" y="127059"/>
                  <a:pt x="267990" y="128779"/>
                  <a:pt x="267990" y="130197"/>
                </a:cubicBezTo>
                <a:cubicBezTo>
                  <a:pt x="267990" y="131404"/>
                  <a:pt x="268576" y="132575"/>
                  <a:pt x="269747" y="133711"/>
                </a:cubicBezTo>
                <a:cubicBezTo>
                  <a:pt x="270919" y="134845"/>
                  <a:pt x="273209" y="135660"/>
                  <a:pt x="276617" y="136157"/>
                </a:cubicBezTo>
                <a:cubicBezTo>
                  <a:pt x="278605" y="136441"/>
                  <a:pt x="283575" y="136690"/>
                  <a:pt x="291527" y="136903"/>
                </a:cubicBezTo>
                <a:cubicBezTo>
                  <a:pt x="306153" y="137256"/>
                  <a:pt x="315631" y="137752"/>
                  <a:pt x="319962" y="138391"/>
                </a:cubicBezTo>
                <a:cubicBezTo>
                  <a:pt x="326565" y="139314"/>
                  <a:pt x="331837" y="141762"/>
                  <a:pt x="335777" y="145736"/>
                </a:cubicBezTo>
                <a:cubicBezTo>
                  <a:pt x="339718" y="149707"/>
                  <a:pt x="341688" y="154602"/>
                  <a:pt x="341688" y="160419"/>
                </a:cubicBezTo>
                <a:cubicBezTo>
                  <a:pt x="341688" y="168436"/>
                  <a:pt x="337925" y="175956"/>
                  <a:pt x="330399" y="182981"/>
                </a:cubicBezTo>
                <a:cubicBezTo>
                  <a:pt x="319323" y="193338"/>
                  <a:pt x="304875" y="198517"/>
                  <a:pt x="287054" y="198517"/>
                </a:cubicBezTo>
                <a:cubicBezTo>
                  <a:pt x="273351" y="198517"/>
                  <a:pt x="261777" y="195433"/>
                  <a:pt x="252334" y="189264"/>
                </a:cubicBezTo>
                <a:cubicBezTo>
                  <a:pt x="247009" y="185719"/>
                  <a:pt x="244347" y="182031"/>
                  <a:pt x="244347" y="178202"/>
                </a:cubicBezTo>
                <a:cubicBezTo>
                  <a:pt x="244347" y="176502"/>
                  <a:pt x="244737" y="174801"/>
                  <a:pt x="245518" y="173100"/>
                </a:cubicBezTo>
                <a:cubicBezTo>
                  <a:pt x="246725" y="170475"/>
                  <a:pt x="249210" y="166823"/>
                  <a:pt x="252973" y="162143"/>
                </a:cubicBezTo>
                <a:cubicBezTo>
                  <a:pt x="253470" y="161507"/>
                  <a:pt x="257091" y="157678"/>
                  <a:pt x="263836" y="150658"/>
                </a:cubicBezTo>
                <a:cubicBezTo>
                  <a:pt x="260144" y="148455"/>
                  <a:pt x="257535" y="146482"/>
                  <a:pt x="256009" y="144741"/>
                </a:cubicBezTo>
                <a:cubicBezTo>
                  <a:pt x="254482" y="142999"/>
                  <a:pt x="253719" y="141026"/>
                  <a:pt x="253719" y="138823"/>
                </a:cubicBezTo>
                <a:cubicBezTo>
                  <a:pt x="253719" y="136334"/>
                  <a:pt x="254731" y="133418"/>
                  <a:pt x="256754" y="130077"/>
                </a:cubicBezTo>
                <a:cubicBezTo>
                  <a:pt x="258778" y="126735"/>
                  <a:pt x="263446" y="122008"/>
                  <a:pt x="270759" y="115896"/>
                </a:cubicBezTo>
                <a:moveTo>
                  <a:pt x="289290" y="56445"/>
                </a:moveTo>
                <a:cubicBezTo>
                  <a:pt x="284036" y="56445"/>
                  <a:pt x="279634" y="58529"/>
                  <a:pt x="276084" y="62695"/>
                </a:cubicBezTo>
                <a:cubicBezTo>
                  <a:pt x="272534" y="66860"/>
                  <a:pt x="270759" y="73250"/>
                  <a:pt x="270759" y="81865"/>
                </a:cubicBezTo>
                <a:cubicBezTo>
                  <a:pt x="270759" y="93024"/>
                  <a:pt x="273173" y="101673"/>
                  <a:pt x="278001" y="107815"/>
                </a:cubicBezTo>
                <a:cubicBezTo>
                  <a:pt x="281693" y="112477"/>
                  <a:pt x="286379" y="114807"/>
                  <a:pt x="292059" y="114807"/>
                </a:cubicBezTo>
                <a:cubicBezTo>
                  <a:pt x="297455" y="114807"/>
                  <a:pt x="301893" y="112795"/>
                  <a:pt x="305372" y="108770"/>
                </a:cubicBezTo>
                <a:cubicBezTo>
                  <a:pt x="308851" y="104745"/>
                  <a:pt x="310590" y="98425"/>
                  <a:pt x="310590" y="89810"/>
                </a:cubicBezTo>
                <a:cubicBezTo>
                  <a:pt x="310590" y="78583"/>
                  <a:pt x="308141" y="69791"/>
                  <a:pt x="303242" y="63434"/>
                </a:cubicBezTo>
                <a:cubicBezTo>
                  <a:pt x="299621" y="58775"/>
                  <a:pt x="294970" y="56445"/>
                  <a:pt x="289290" y="56445"/>
                </a:cubicBezTo>
                <a:moveTo>
                  <a:pt x="269694" y="151507"/>
                </a:moveTo>
                <a:cubicBezTo>
                  <a:pt x="266357" y="155121"/>
                  <a:pt x="263836" y="158487"/>
                  <a:pt x="262132" y="161604"/>
                </a:cubicBezTo>
                <a:cubicBezTo>
                  <a:pt x="260428" y="164724"/>
                  <a:pt x="259576" y="167595"/>
                  <a:pt x="259576" y="170217"/>
                </a:cubicBezTo>
                <a:cubicBezTo>
                  <a:pt x="259576" y="173619"/>
                  <a:pt x="261635" y="176595"/>
                  <a:pt x="265753" y="179147"/>
                </a:cubicBezTo>
                <a:cubicBezTo>
                  <a:pt x="272853" y="183540"/>
                  <a:pt x="283113" y="185737"/>
                  <a:pt x="296532" y="185737"/>
                </a:cubicBezTo>
                <a:cubicBezTo>
                  <a:pt x="309312" y="185737"/>
                  <a:pt x="318737" y="183486"/>
                  <a:pt x="324808" y="178984"/>
                </a:cubicBezTo>
                <a:cubicBezTo>
                  <a:pt x="330878" y="174484"/>
                  <a:pt x="333914" y="169684"/>
                  <a:pt x="333914" y="164583"/>
                </a:cubicBezTo>
                <a:cubicBezTo>
                  <a:pt x="333914" y="160898"/>
                  <a:pt x="332103" y="158275"/>
                  <a:pt x="328482" y="156715"/>
                </a:cubicBezTo>
                <a:cubicBezTo>
                  <a:pt x="324790" y="155155"/>
                  <a:pt x="317477" y="154235"/>
                  <a:pt x="306543" y="153953"/>
                </a:cubicBezTo>
                <a:cubicBezTo>
                  <a:pt x="290568" y="153527"/>
                  <a:pt x="278285" y="152711"/>
                  <a:pt x="269694" y="151507"/>
                </a:cubicBezTo>
                <a:close/>
                <a:moveTo>
                  <a:pt x="370124" y="90738"/>
                </a:moveTo>
                <a:cubicBezTo>
                  <a:pt x="370053" y="105189"/>
                  <a:pt x="373567" y="116524"/>
                  <a:pt x="380667" y="124742"/>
                </a:cubicBezTo>
                <a:cubicBezTo>
                  <a:pt x="387767" y="132958"/>
                  <a:pt x="396110" y="137066"/>
                  <a:pt x="405695" y="137066"/>
                </a:cubicBezTo>
                <a:cubicBezTo>
                  <a:pt x="412085" y="137066"/>
                  <a:pt x="417641" y="135309"/>
                  <a:pt x="422362" y="131794"/>
                </a:cubicBezTo>
                <a:cubicBezTo>
                  <a:pt x="427084" y="128280"/>
                  <a:pt x="431042" y="122262"/>
                  <a:pt x="434237" y="113742"/>
                </a:cubicBezTo>
                <a:lnTo>
                  <a:pt x="437538" y="115872"/>
                </a:lnTo>
                <a:cubicBezTo>
                  <a:pt x="436047" y="125599"/>
                  <a:pt x="431716" y="134457"/>
                  <a:pt x="424545" y="142444"/>
                </a:cubicBezTo>
                <a:cubicBezTo>
                  <a:pt x="417374" y="150432"/>
                  <a:pt x="408393" y="154425"/>
                  <a:pt x="397601" y="154425"/>
                </a:cubicBezTo>
                <a:cubicBezTo>
                  <a:pt x="385886" y="154425"/>
                  <a:pt x="375857" y="149874"/>
                  <a:pt x="367514" y="140770"/>
                </a:cubicBezTo>
                <a:cubicBezTo>
                  <a:pt x="359172" y="131664"/>
                  <a:pt x="355001" y="119423"/>
                  <a:pt x="355001" y="104047"/>
                </a:cubicBezTo>
                <a:cubicBezTo>
                  <a:pt x="355001" y="87398"/>
                  <a:pt x="359278" y="74415"/>
                  <a:pt x="367834" y="65098"/>
                </a:cubicBezTo>
                <a:cubicBezTo>
                  <a:pt x="376389" y="55780"/>
                  <a:pt x="387128" y="51120"/>
                  <a:pt x="400050" y="51120"/>
                </a:cubicBezTo>
                <a:cubicBezTo>
                  <a:pt x="410984" y="51120"/>
                  <a:pt x="419966" y="54715"/>
                  <a:pt x="426995" y="61903"/>
                </a:cubicBezTo>
                <a:cubicBezTo>
                  <a:pt x="434024" y="69090"/>
                  <a:pt x="437538" y="78702"/>
                  <a:pt x="437538" y="90738"/>
                </a:cubicBezTo>
                <a:lnTo>
                  <a:pt x="370124" y="90738"/>
                </a:lnTo>
                <a:moveTo>
                  <a:pt x="370124" y="84561"/>
                </a:moveTo>
                <a:lnTo>
                  <a:pt x="415280" y="84561"/>
                </a:lnTo>
                <a:cubicBezTo>
                  <a:pt x="414925" y="78313"/>
                  <a:pt x="414179" y="73911"/>
                  <a:pt x="413043" y="71355"/>
                </a:cubicBezTo>
                <a:cubicBezTo>
                  <a:pt x="411268" y="67379"/>
                  <a:pt x="408624" y="64255"/>
                  <a:pt x="405109" y="61983"/>
                </a:cubicBezTo>
                <a:cubicBezTo>
                  <a:pt x="401595" y="59711"/>
                  <a:pt x="397920" y="58575"/>
                  <a:pt x="394086" y="58575"/>
                </a:cubicBezTo>
                <a:cubicBezTo>
                  <a:pt x="388193" y="58575"/>
                  <a:pt x="382921" y="60865"/>
                  <a:pt x="378271" y="65444"/>
                </a:cubicBezTo>
                <a:cubicBezTo>
                  <a:pt x="373620" y="70024"/>
                  <a:pt x="370905" y="76396"/>
                  <a:pt x="370124" y="845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Coverage">
            <a:extLst xmlns:a="http://schemas.openxmlformats.org/drawingml/2006/main">
              <a:ext uri="{FF2B5EF4-FFF2-40B4-BE49-F238E27FC236}">
                <a16:creationId xmlns:a16="http://schemas.microsoft.com/office/drawing/2014/main" id="{28090A12-49B2-471C-9B69-E9878938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900" y="1266414"/>
            <a:ext cx="821717" cy="194683"/>
          </a:xfrm>
          <a:custGeom xmlns:a="http://schemas.openxmlformats.org/drawingml/2006/main">
            <a:pathLst>
              <a:path w="821717" h="194683">
                <a:moveTo>
                  <a:pt x="123434" y="0"/>
                </a:moveTo>
                <a:lnTo>
                  <a:pt x="126735" y="48990"/>
                </a:lnTo>
                <a:lnTo>
                  <a:pt x="123434" y="48990"/>
                </a:lnTo>
                <a:cubicBezTo>
                  <a:pt x="119032" y="34255"/>
                  <a:pt x="112748" y="23650"/>
                  <a:pt x="104583" y="17173"/>
                </a:cubicBezTo>
                <a:cubicBezTo>
                  <a:pt x="96418" y="10694"/>
                  <a:pt x="86620" y="7455"/>
                  <a:pt x="75189" y="7455"/>
                </a:cubicBezTo>
                <a:cubicBezTo>
                  <a:pt x="65604" y="7455"/>
                  <a:pt x="56942" y="9889"/>
                  <a:pt x="49203" y="14757"/>
                </a:cubicBezTo>
                <a:cubicBezTo>
                  <a:pt x="41464" y="19623"/>
                  <a:pt x="35376" y="27385"/>
                  <a:pt x="30938" y="38044"/>
                </a:cubicBezTo>
                <a:cubicBezTo>
                  <a:pt x="26501" y="48703"/>
                  <a:pt x="24282" y="61955"/>
                  <a:pt x="24282" y="77802"/>
                </a:cubicBezTo>
                <a:cubicBezTo>
                  <a:pt x="24282" y="90875"/>
                  <a:pt x="26377" y="102208"/>
                  <a:pt x="30566" y="111802"/>
                </a:cubicBezTo>
                <a:cubicBezTo>
                  <a:pt x="34755" y="121394"/>
                  <a:pt x="41056" y="128748"/>
                  <a:pt x="49469" y="133864"/>
                </a:cubicBezTo>
                <a:cubicBezTo>
                  <a:pt x="57883" y="138981"/>
                  <a:pt x="67486" y="141539"/>
                  <a:pt x="78278" y="141539"/>
                </a:cubicBezTo>
                <a:cubicBezTo>
                  <a:pt x="87650" y="141539"/>
                  <a:pt x="95921" y="139533"/>
                  <a:pt x="103092" y="135522"/>
                </a:cubicBezTo>
                <a:cubicBezTo>
                  <a:pt x="110263" y="131510"/>
                  <a:pt x="118144" y="123540"/>
                  <a:pt x="126735" y="111612"/>
                </a:cubicBezTo>
                <a:lnTo>
                  <a:pt x="130037" y="113736"/>
                </a:lnTo>
                <a:cubicBezTo>
                  <a:pt x="122795" y="126553"/>
                  <a:pt x="114346" y="135937"/>
                  <a:pt x="104690" y="141885"/>
                </a:cubicBezTo>
                <a:cubicBezTo>
                  <a:pt x="95034" y="147831"/>
                  <a:pt x="83567" y="150804"/>
                  <a:pt x="70290" y="150804"/>
                </a:cubicBezTo>
                <a:cubicBezTo>
                  <a:pt x="46363" y="150804"/>
                  <a:pt x="27832" y="141942"/>
                  <a:pt x="14697" y="124216"/>
                </a:cubicBezTo>
                <a:cubicBezTo>
                  <a:pt x="4899" y="111030"/>
                  <a:pt x="0" y="95503"/>
                  <a:pt x="0" y="77635"/>
                </a:cubicBezTo>
                <a:cubicBezTo>
                  <a:pt x="0" y="63242"/>
                  <a:pt x="3231" y="50020"/>
                  <a:pt x="9692" y="37967"/>
                </a:cubicBezTo>
                <a:cubicBezTo>
                  <a:pt x="16153" y="25915"/>
                  <a:pt x="25045" y="16574"/>
                  <a:pt x="36370" y="9944"/>
                </a:cubicBezTo>
                <a:cubicBezTo>
                  <a:pt x="47694" y="3315"/>
                  <a:pt x="60066" y="0"/>
                  <a:pt x="73485" y="0"/>
                </a:cubicBezTo>
                <a:cubicBezTo>
                  <a:pt x="83922" y="0"/>
                  <a:pt x="94217" y="2556"/>
                  <a:pt x="104370" y="7668"/>
                </a:cubicBezTo>
                <a:cubicBezTo>
                  <a:pt x="107352" y="9230"/>
                  <a:pt x="109482" y="10011"/>
                  <a:pt x="110760" y="10011"/>
                </a:cubicBezTo>
                <a:cubicBezTo>
                  <a:pt x="112677" y="10011"/>
                  <a:pt x="114346" y="9337"/>
                  <a:pt x="115766" y="7988"/>
                </a:cubicBezTo>
                <a:cubicBezTo>
                  <a:pt x="117612" y="6071"/>
                  <a:pt x="118925" y="3408"/>
                  <a:pt x="119706" y="0"/>
                </a:cubicBezTo>
                <a:lnTo>
                  <a:pt x="123434" y="0"/>
                </a:lnTo>
                <a:close/>
                <a:moveTo>
                  <a:pt x="192128" y="47286"/>
                </a:moveTo>
                <a:cubicBezTo>
                  <a:pt x="206896" y="47286"/>
                  <a:pt x="218753" y="52890"/>
                  <a:pt x="227699" y="64097"/>
                </a:cubicBezTo>
                <a:cubicBezTo>
                  <a:pt x="235296" y="73670"/>
                  <a:pt x="239095" y="84664"/>
                  <a:pt x="239095" y="97078"/>
                </a:cubicBezTo>
                <a:cubicBezTo>
                  <a:pt x="239095" y="105803"/>
                  <a:pt x="237000" y="114633"/>
                  <a:pt x="232811" y="123570"/>
                </a:cubicBezTo>
                <a:cubicBezTo>
                  <a:pt x="228622" y="132505"/>
                  <a:pt x="222854" y="139243"/>
                  <a:pt x="215505" y="143782"/>
                </a:cubicBezTo>
                <a:cubicBezTo>
                  <a:pt x="208156" y="148322"/>
                  <a:pt x="199974" y="150591"/>
                  <a:pt x="190957" y="150591"/>
                </a:cubicBezTo>
                <a:cubicBezTo>
                  <a:pt x="176260" y="150591"/>
                  <a:pt x="164580" y="144739"/>
                  <a:pt x="155918" y="133036"/>
                </a:cubicBezTo>
                <a:cubicBezTo>
                  <a:pt x="148605" y="123178"/>
                  <a:pt x="144949" y="112114"/>
                  <a:pt x="144949" y="99844"/>
                </a:cubicBezTo>
                <a:cubicBezTo>
                  <a:pt x="144949" y="90907"/>
                  <a:pt x="147167" y="82023"/>
                  <a:pt x="151605" y="73192"/>
                </a:cubicBezTo>
                <a:cubicBezTo>
                  <a:pt x="156042" y="64362"/>
                  <a:pt x="161882" y="57836"/>
                  <a:pt x="169124" y="53616"/>
                </a:cubicBezTo>
                <a:cubicBezTo>
                  <a:pt x="176366" y="49396"/>
                  <a:pt x="184034" y="47286"/>
                  <a:pt x="192128" y="47286"/>
                </a:cubicBezTo>
                <a:moveTo>
                  <a:pt x="188827" y="54315"/>
                </a:moveTo>
                <a:cubicBezTo>
                  <a:pt x="185064" y="54315"/>
                  <a:pt x="181283" y="55432"/>
                  <a:pt x="177484" y="57667"/>
                </a:cubicBezTo>
                <a:cubicBezTo>
                  <a:pt x="173686" y="59901"/>
                  <a:pt x="170615" y="63819"/>
                  <a:pt x="168272" y="69422"/>
                </a:cubicBezTo>
                <a:cubicBezTo>
                  <a:pt x="165929" y="75024"/>
                  <a:pt x="164758" y="82222"/>
                  <a:pt x="164758" y="91015"/>
                </a:cubicBezTo>
                <a:cubicBezTo>
                  <a:pt x="164758" y="105197"/>
                  <a:pt x="167580" y="117430"/>
                  <a:pt x="173224" y="127714"/>
                </a:cubicBezTo>
                <a:cubicBezTo>
                  <a:pt x="178869" y="137996"/>
                  <a:pt x="186306" y="143136"/>
                  <a:pt x="195536" y="143136"/>
                </a:cubicBezTo>
                <a:cubicBezTo>
                  <a:pt x="202423" y="143136"/>
                  <a:pt x="208103" y="140300"/>
                  <a:pt x="212576" y="134626"/>
                </a:cubicBezTo>
                <a:cubicBezTo>
                  <a:pt x="217049" y="128953"/>
                  <a:pt x="219286" y="119203"/>
                  <a:pt x="219286" y="105375"/>
                </a:cubicBezTo>
                <a:cubicBezTo>
                  <a:pt x="219286" y="88071"/>
                  <a:pt x="215558" y="74455"/>
                  <a:pt x="208103" y="64526"/>
                </a:cubicBezTo>
                <a:cubicBezTo>
                  <a:pt x="203062" y="57719"/>
                  <a:pt x="196637" y="54315"/>
                  <a:pt x="188827" y="54315"/>
                </a:cubicBezTo>
                <a:close/>
                <a:moveTo>
                  <a:pt x="248467" y="50055"/>
                </a:moveTo>
                <a:lnTo>
                  <a:pt x="294369" y="50055"/>
                </a:lnTo>
                <a:lnTo>
                  <a:pt x="294369" y="53996"/>
                </a:lnTo>
                <a:lnTo>
                  <a:pt x="291387" y="53996"/>
                </a:lnTo>
                <a:cubicBezTo>
                  <a:pt x="288618" y="53996"/>
                  <a:pt x="286505" y="54670"/>
                  <a:pt x="285050" y="56019"/>
                </a:cubicBezTo>
                <a:cubicBezTo>
                  <a:pt x="283594" y="57368"/>
                  <a:pt x="282867" y="59179"/>
                  <a:pt x="282867" y="61451"/>
                </a:cubicBezTo>
                <a:cubicBezTo>
                  <a:pt x="282867" y="63936"/>
                  <a:pt x="283612" y="66882"/>
                  <a:pt x="285103" y="70290"/>
                </a:cubicBezTo>
                <a:lnTo>
                  <a:pt x="307788" y="124179"/>
                </a:lnTo>
                <a:lnTo>
                  <a:pt x="330579" y="68267"/>
                </a:lnTo>
                <a:cubicBezTo>
                  <a:pt x="332212" y="64291"/>
                  <a:pt x="333028" y="61273"/>
                  <a:pt x="333028" y="59214"/>
                </a:cubicBezTo>
                <a:cubicBezTo>
                  <a:pt x="333028" y="58220"/>
                  <a:pt x="332744" y="57404"/>
                  <a:pt x="332176" y="56765"/>
                </a:cubicBezTo>
                <a:cubicBezTo>
                  <a:pt x="331395" y="55700"/>
                  <a:pt x="330401" y="54972"/>
                  <a:pt x="329194" y="54581"/>
                </a:cubicBezTo>
                <a:cubicBezTo>
                  <a:pt x="327987" y="54191"/>
                  <a:pt x="325538" y="53996"/>
                  <a:pt x="321846" y="53996"/>
                </a:cubicBezTo>
                <a:lnTo>
                  <a:pt x="321846" y="50055"/>
                </a:lnTo>
                <a:lnTo>
                  <a:pt x="353689" y="50055"/>
                </a:lnTo>
                <a:lnTo>
                  <a:pt x="353689" y="53996"/>
                </a:lnTo>
                <a:cubicBezTo>
                  <a:pt x="349997" y="54280"/>
                  <a:pt x="347441" y="55025"/>
                  <a:pt x="346021" y="56232"/>
                </a:cubicBezTo>
                <a:cubicBezTo>
                  <a:pt x="343536" y="58362"/>
                  <a:pt x="341300" y="61912"/>
                  <a:pt x="339312" y="66882"/>
                </a:cubicBezTo>
                <a:lnTo>
                  <a:pt x="304699" y="150591"/>
                </a:lnTo>
                <a:lnTo>
                  <a:pt x="300333" y="150591"/>
                </a:lnTo>
                <a:lnTo>
                  <a:pt x="265507" y="68267"/>
                </a:lnTo>
                <a:cubicBezTo>
                  <a:pt x="263945" y="64433"/>
                  <a:pt x="262454" y="61681"/>
                  <a:pt x="261034" y="60013"/>
                </a:cubicBezTo>
                <a:cubicBezTo>
                  <a:pt x="259614" y="58344"/>
                  <a:pt x="257804" y="56942"/>
                  <a:pt x="255603" y="55806"/>
                </a:cubicBezTo>
                <a:cubicBezTo>
                  <a:pt x="254396" y="55167"/>
                  <a:pt x="252017" y="54564"/>
                  <a:pt x="248467" y="53996"/>
                </a:cubicBezTo>
                <a:lnTo>
                  <a:pt x="248467" y="50055"/>
                </a:lnTo>
                <a:close/>
                <a:moveTo>
                  <a:pt x="378930" y="86904"/>
                </a:moveTo>
                <a:cubicBezTo>
                  <a:pt x="378859" y="101355"/>
                  <a:pt x="382373" y="112690"/>
                  <a:pt x="389473" y="120908"/>
                </a:cubicBezTo>
                <a:cubicBezTo>
                  <a:pt x="396573" y="129124"/>
                  <a:pt x="404916" y="133232"/>
                  <a:pt x="414501" y="133232"/>
                </a:cubicBezTo>
                <a:cubicBezTo>
                  <a:pt x="420891" y="133232"/>
                  <a:pt x="426447" y="131475"/>
                  <a:pt x="431168" y="127960"/>
                </a:cubicBezTo>
                <a:cubicBezTo>
                  <a:pt x="435890" y="124446"/>
                  <a:pt x="439848" y="118428"/>
                  <a:pt x="443043" y="109908"/>
                </a:cubicBezTo>
                <a:lnTo>
                  <a:pt x="446344" y="112038"/>
                </a:lnTo>
                <a:cubicBezTo>
                  <a:pt x="444853" y="121765"/>
                  <a:pt x="440522" y="130623"/>
                  <a:pt x="433351" y="138610"/>
                </a:cubicBezTo>
                <a:cubicBezTo>
                  <a:pt x="426180" y="146598"/>
                  <a:pt x="417199" y="150591"/>
                  <a:pt x="406407" y="150591"/>
                </a:cubicBezTo>
                <a:cubicBezTo>
                  <a:pt x="394692" y="150591"/>
                  <a:pt x="384663" y="146040"/>
                  <a:pt x="376321" y="136936"/>
                </a:cubicBezTo>
                <a:cubicBezTo>
                  <a:pt x="367978" y="127830"/>
                  <a:pt x="363807" y="115589"/>
                  <a:pt x="363807" y="100213"/>
                </a:cubicBezTo>
                <a:cubicBezTo>
                  <a:pt x="363807" y="83564"/>
                  <a:pt x="368084" y="70581"/>
                  <a:pt x="376640" y="61264"/>
                </a:cubicBezTo>
                <a:cubicBezTo>
                  <a:pt x="385196" y="51946"/>
                  <a:pt x="395934" y="47286"/>
                  <a:pt x="408856" y="47286"/>
                </a:cubicBezTo>
                <a:cubicBezTo>
                  <a:pt x="419790" y="47286"/>
                  <a:pt x="428772" y="50881"/>
                  <a:pt x="435801" y="58069"/>
                </a:cubicBezTo>
                <a:cubicBezTo>
                  <a:pt x="442830" y="65256"/>
                  <a:pt x="446344" y="74868"/>
                  <a:pt x="446344" y="86904"/>
                </a:cubicBezTo>
                <a:lnTo>
                  <a:pt x="378930" y="86904"/>
                </a:lnTo>
                <a:moveTo>
                  <a:pt x="378930" y="80727"/>
                </a:moveTo>
                <a:lnTo>
                  <a:pt x="424086" y="80727"/>
                </a:lnTo>
                <a:cubicBezTo>
                  <a:pt x="423731" y="74479"/>
                  <a:pt x="422985" y="70077"/>
                  <a:pt x="421849" y="67521"/>
                </a:cubicBezTo>
                <a:cubicBezTo>
                  <a:pt x="420074" y="63545"/>
                  <a:pt x="417430" y="60421"/>
                  <a:pt x="413915" y="58149"/>
                </a:cubicBezTo>
                <a:cubicBezTo>
                  <a:pt x="410401" y="55877"/>
                  <a:pt x="406726" y="54741"/>
                  <a:pt x="402892" y="54741"/>
                </a:cubicBezTo>
                <a:cubicBezTo>
                  <a:pt x="396999" y="54741"/>
                  <a:pt x="391728" y="57031"/>
                  <a:pt x="387077" y="61610"/>
                </a:cubicBezTo>
                <a:cubicBezTo>
                  <a:pt x="382427" y="66190"/>
                  <a:pt x="379711" y="72562"/>
                  <a:pt x="378930" y="80727"/>
                </a:cubicBezTo>
                <a:close/>
                <a:moveTo>
                  <a:pt x="487913" y="47286"/>
                </a:moveTo>
                <a:lnTo>
                  <a:pt x="487913" y="69225"/>
                </a:lnTo>
                <a:cubicBezTo>
                  <a:pt x="496078" y="54599"/>
                  <a:pt x="504456" y="47286"/>
                  <a:pt x="513047" y="47286"/>
                </a:cubicBezTo>
                <a:cubicBezTo>
                  <a:pt x="516952" y="47286"/>
                  <a:pt x="520183" y="48475"/>
                  <a:pt x="522739" y="50854"/>
                </a:cubicBezTo>
                <a:cubicBezTo>
                  <a:pt x="525295" y="53232"/>
                  <a:pt x="526573" y="55984"/>
                  <a:pt x="526573" y="59108"/>
                </a:cubicBezTo>
                <a:cubicBezTo>
                  <a:pt x="526573" y="61877"/>
                  <a:pt x="525650" y="64220"/>
                  <a:pt x="523804" y="66137"/>
                </a:cubicBezTo>
                <a:cubicBezTo>
                  <a:pt x="521958" y="68054"/>
                  <a:pt x="519757" y="69012"/>
                  <a:pt x="517201" y="69012"/>
                </a:cubicBezTo>
                <a:cubicBezTo>
                  <a:pt x="514716" y="69012"/>
                  <a:pt x="511929" y="67787"/>
                  <a:pt x="508841" y="65338"/>
                </a:cubicBezTo>
                <a:cubicBezTo>
                  <a:pt x="505752" y="62888"/>
                  <a:pt x="503462" y="61664"/>
                  <a:pt x="501971" y="61664"/>
                </a:cubicBezTo>
                <a:cubicBezTo>
                  <a:pt x="500693" y="61664"/>
                  <a:pt x="499309" y="62371"/>
                  <a:pt x="497818" y="63787"/>
                </a:cubicBezTo>
                <a:cubicBezTo>
                  <a:pt x="494623" y="66691"/>
                  <a:pt x="491321" y="71472"/>
                  <a:pt x="487913" y="78128"/>
                </a:cubicBezTo>
                <a:lnTo>
                  <a:pt x="487913" y="124762"/>
                </a:lnTo>
                <a:cubicBezTo>
                  <a:pt x="487913" y="130142"/>
                  <a:pt x="488588" y="134214"/>
                  <a:pt x="489937" y="136976"/>
                </a:cubicBezTo>
                <a:cubicBezTo>
                  <a:pt x="490860" y="138889"/>
                  <a:pt x="492493" y="140483"/>
                  <a:pt x="494836" y="141759"/>
                </a:cubicBezTo>
                <a:cubicBezTo>
                  <a:pt x="497179" y="143032"/>
                  <a:pt x="500551" y="143669"/>
                  <a:pt x="504953" y="143669"/>
                </a:cubicBezTo>
                <a:lnTo>
                  <a:pt x="504953" y="147609"/>
                </a:lnTo>
                <a:lnTo>
                  <a:pt x="455005" y="147609"/>
                </a:lnTo>
                <a:lnTo>
                  <a:pt x="455005" y="143669"/>
                </a:lnTo>
                <a:cubicBezTo>
                  <a:pt x="459975" y="143669"/>
                  <a:pt x="463667" y="142890"/>
                  <a:pt x="466081" y="141333"/>
                </a:cubicBezTo>
                <a:cubicBezTo>
                  <a:pt x="467856" y="140199"/>
                  <a:pt x="469098" y="138392"/>
                  <a:pt x="469808" y="135911"/>
                </a:cubicBezTo>
                <a:cubicBezTo>
                  <a:pt x="470163" y="134706"/>
                  <a:pt x="470341" y="131271"/>
                  <a:pt x="470341" y="125604"/>
                </a:cubicBezTo>
                <a:lnTo>
                  <a:pt x="470341" y="87879"/>
                </a:lnTo>
                <a:cubicBezTo>
                  <a:pt x="470341" y="76544"/>
                  <a:pt x="470110" y="69797"/>
                  <a:pt x="469648" y="67638"/>
                </a:cubicBezTo>
                <a:cubicBezTo>
                  <a:pt x="469187" y="65477"/>
                  <a:pt x="468335" y="63900"/>
                  <a:pt x="467092" y="62908"/>
                </a:cubicBezTo>
                <a:cubicBezTo>
                  <a:pt x="465850" y="61917"/>
                  <a:pt x="464306" y="61421"/>
                  <a:pt x="462460" y="61421"/>
                </a:cubicBezTo>
                <a:cubicBezTo>
                  <a:pt x="460259" y="61421"/>
                  <a:pt x="457774" y="61952"/>
                  <a:pt x="455005" y="63015"/>
                </a:cubicBezTo>
                <a:lnTo>
                  <a:pt x="453940" y="59188"/>
                </a:lnTo>
                <a:lnTo>
                  <a:pt x="483440" y="47286"/>
                </a:lnTo>
                <a:lnTo>
                  <a:pt x="487913" y="47286"/>
                </a:lnTo>
                <a:close/>
                <a:moveTo>
                  <a:pt x="587276" y="133551"/>
                </a:moveTo>
                <a:cubicBezTo>
                  <a:pt x="577265" y="141290"/>
                  <a:pt x="570982" y="145763"/>
                  <a:pt x="568426" y="146970"/>
                </a:cubicBezTo>
                <a:cubicBezTo>
                  <a:pt x="564592" y="148816"/>
                  <a:pt x="560509" y="149739"/>
                  <a:pt x="556178" y="149739"/>
                </a:cubicBezTo>
                <a:cubicBezTo>
                  <a:pt x="549433" y="149739"/>
                  <a:pt x="543877" y="147432"/>
                  <a:pt x="539511" y="142817"/>
                </a:cubicBezTo>
                <a:cubicBezTo>
                  <a:pt x="535144" y="138202"/>
                  <a:pt x="532961" y="132131"/>
                  <a:pt x="532961" y="124605"/>
                </a:cubicBezTo>
                <a:cubicBezTo>
                  <a:pt x="532961" y="119848"/>
                  <a:pt x="534026" y="115730"/>
                  <a:pt x="536156" y="112251"/>
                </a:cubicBezTo>
                <a:cubicBezTo>
                  <a:pt x="539067" y="107423"/>
                  <a:pt x="544126" y="102879"/>
                  <a:pt x="551332" y="98619"/>
                </a:cubicBezTo>
                <a:cubicBezTo>
                  <a:pt x="558539" y="94359"/>
                  <a:pt x="570520" y="89176"/>
                  <a:pt x="587276" y="83070"/>
                </a:cubicBezTo>
                <a:lnTo>
                  <a:pt x="587276" y="79236"/>
                </a:lnTo>
                <a:cubicBezTo>
                  <a:pt x="587276" y="69509"/>
                  <a:pt x="585732" y="62835"/>
                  <a:pt x="582643" y="59214"/>
                </a:cubicBezTo>
                <a:cubicBezTo>
                  <a:pt x="579555" y="55593"/>
                  <a:pt x="575064" y="53783"/>
                  <a:pt x="569171" y="53783"/>
                </a:cubicBezTo>
                <a:cubicBezTo>
                  <a:pt x="564698" y="53783"/>
                  <a:pt x="561148" y="54985"/>
                  <a:pt x="558521" y="57390"/>
                </a:cubicBezTo>
                <a:cubicBezTo>
                  <a:pt x="555823" y="59795"/>
                  <a:pt x="554474" y="62555"/>
                  <a:pt x="554474" y="65667"/>
                </a:cubicBezTo>
                <a:lnTo>
                  <a:pt x="554687" y="71821"/>
                </a:lnTo>
                <a:cubicBezTo>
                  <a:pt x="554687" y="75074"/>
                  <a:pt x="553853" y="77584"/>
                  <a:pt x="552184" y="79353"/>
                </a:cubicBezTo>
                <a:cubicBezTo>
                  <a:pt x="550516" y="81121"/>
                  <a:pt x="548333" y="82005"/>
                  <a:pt x="545635" y="82005"/>
                </a:cubicBezTo>
                <a:cubicBezTo>
                  <a:pt x="543008" y="82005"/>
                  <a:pt x="540860" y="81086"/>
                  <a:pt x="539191" y="79246"/>
                </a:cubicBezTo>
                <a:cubicBezTo>
                  <a:pt x="537523" y="77405"/>
                  <a:pt x="536688" y="74891"/>
                  <a:pt x="536688" y="71705"/>
                </a:cubicBezTo>
                <a:cubicBezTo>
                  <a:pt x="536688" y="65619"/>
                  <a:pt x="539813" y="60027"/>
                  <a:pt x="546061" y="54931"/>
                </a:cubicBezTo>
                <a:cubicBezTo>
                  <a:pt x="552309" y="49834"/>
                  <a:pt x="561077" y="47286"/>
                  <a:pt x="572366" y="47286"/>
                </a:cubicBezTo>
                <a:cubicBezTo>
                  <a:pt x="581028" y="47286"/>
                  <a:pt x="588128" y="48739"/>
                  <a:pt x="593666" y="51646"/>
                </a:cubicBezTo>
                <a:cubicBezTo>
                  <a:pt x="597855" y="53845"/>
                  <a:pt x="600944" y="57285"/>
                  <a:pt x="602932" y="61967"/>
                </a:cubicBezTo>
                <a:cubicBezTo>
                  <a:pt x="604210" y="65015"/>
                  <a:pt x="604849" y="71255"/>
                  <a:pt x="604849" y="80687"/>
                </a:cubicBezTo>
                <a:lnTo>
                  <a:pt x="604849" y="113769"/>
                </a:lnTo>
                <a:cubicBezTo>
                  <a:pt x="604849" y="123059"/>
                  <a:pt x="605026" y="128750"/>
                  <a:pt x="605381" y="130842"/>
                </a:cubicBezTo>
                <a:cubicBezTo>
                  <a:pt x="605736" y="132935"/>
                  <a:pt x="606322" y="134336"/>
                  <a:pt x="607138" y="135046"/>
                </a:cubicBezTo>
                <a:cubicBezTo>
                  <a:pt x="607955" y="135754"/>
                  <a:pt x="608896" y="136107"/>
                  <a:pt x="609961" y="136107"/>
                </a:cubicBezTo>
                <a:cubicBezTo>
                  <a:pt x="611097" y="136107"/>
                  <a:pt x="612091" y="135859"/>
                  <a:pt x="612943" y="135362"/>
                </a:cubicBezTo>
                <a:cubicBezTo>
                  <a:pt x="614434" y="134439"/>
                  <a:pt x="617309" y="131847"/>
                  <a:pt x="621569" y="127587"/>
                </a:cubicBezTo>
                <a:lnTo>
                  <a:pt x="621569" y="133551"/>
                </a:lnTo>
                <a:cubicBezTo>
                  <a:pt x="613617" y="144201"/>
                  <a:pt x="606020" y="149526"/>
                  <a:pt x="598778" y="149526"/>
                </a:cubicBezTo>
                <a:cubicBezTo>
                  <a:pt x="595299" y="149526"/>
                  <a:pt x="592530" y="148319"/>
                  <a:pt x="590471" y="145905"/>
                </a:cubicBezTo>
                <a:cubicBezTo>
                  <a:pt x="588412" y="143491"/>
                  <a:pt x="587347" y="139373"/>
                  <a:pt x="587276" y="133551"/>
                </a:cubicBezTo>
                <a:moveTo>
                  <a:pt x="587276" y="126569"/>
                </a:moveTo>
                <a:lnTo>
                  <a:pt x="587276" y="89567"/>
                </a:lnTo>
                <a:cubicBezTo>
                  <a:pt x="576555" y="93807"/>
                  <a:pt x="569633" y="96811"/>
                  <a:pt x="566509" y="98579"/>
                </a:cubicBezTo>
                <a:cubicBezTo>
                  <a:pt x="560900" y="101690"/>
                  <a:pt x="556888" y="104942"/>
                  <a:pt x="554474" y="108334"/>
                </a:cubicBezTo>
                <a:cubicBezTo>
                  <a:pt x="552060" y="111727"/>
                  <a:pt x="550853" y="115437"/>
                  <a:pt x="550853" y="119467"/>
                </a:cubicBezTo>
                <a:cubicBezTo>
                  <a:pt x="550853" y="124557"/>
                  <a:pt x="552380" y="128780"/>
                  <a:pt x="555433" y="132137"/>
                </a:cubicBezTo>
                <a:cubicBezTo>
                  <a:pt x="558486" y="135494"/>
                  <a:pt x="562000" y="137172"/>
                  <a:pt x="565976" y="137172"/>
                </a:cubicBezTo>
                <a:cubicBezTo>
                  <a:pt x="571372" y="137172"/>
                  <a:pt x="578472" y="133638"/>
                  <a:pt x="587276" y="126569"/>
                </a:cubicBezTo>
                <a:close/>
                <a:moveTo>
                  <a:pt x="654937" y="112062"/>
                </a:moveTo>
                <a:cubicBezTo>
                  <a:pt x="648973" y="109155"/>
                  <a:pt x="644394" y="105096"/>
                  <a:pt x="641199" y="99884"/>
                </a:cubicBezTo>
                <a:cubicBezTo>
                  <a:pt x="638004" y="94672"/>
                  <a:pt x="636406" y="88910"/>
                  <a:pt x="636406" y="82598"/>
                </a:cubicBezTo>
                <a:cubicBezTo>
                  <a:pt x="636406" y="72955"/>
                  <a:pt x="640045" y="64659"/>
                  <a:pt x="647322" y="57710"/>
                </a:cubicBezTo>
                <a:cubicBezTo>
                  <a:pt x="654600" y="50761"/>
                  <a:pt x="663919" y="47286"/>
                  <a:pt x="675279" y="47286"/>
                </a:cubicBezTo>
                <a:cubicBezTo>
                  <a:pt x="684580" y="47286"/>
                  <a:pt x="692638" y="49558"/>
                  <a:pt x="699454" y="54102"/>
                </a:cubicBezTo>
                <a:lnTo>
                  <a:pt x="720115" y="54102"/>
                </a:lnTo>
                <a:cubicBezTo>
                  <a:pt x="723168" y="54102"/>
                  <a:pt x="724943" y="54190"/>
                  <a:pt x="725440" y="54365"/>
                </a:cubicBezTo>
                <a:cubicBezTo>
                  <a:pt x="725937" y="54540"/>
                  <a:pt x="726292" y="54839"/>
                  <a:pt x="726505" y="55260"/>
                </a:cubicBezTo>
                <a:cubicBezTo>
                  <a:pt x="726931" y="55893"/>
                  <a:pt x="727144" y="57016"/>
                  <a:pt x="727144" y="58632"/>
                </a:cubicBezTo>
                <a:cubicBezTo>
                  <a:pt x="727144" y="60456"/>
                  <a:pt x="726967" y="61719"/>
                  <a:pt x="726612" y="62423"/>
                </a:cubicBezTo>
                <a:cubicBezTo>
                  <a:pt x="726399" y="62773"/>
                  <a:pt x="726026" y="63054"/>
                  <a:pt x="725494" y="63265"/>
                </a:cubicBezTo>
                <a:cubicBezTo>
                  <a:pt x="724961" y="63475"/>
                  <a:pt x="723168" y="63581"/>
                  <a:pt x="720115" y="63581"/>
                </a:cubicBezTo>
                <a:lnTo>
                  <a:pt x="707442" y="63581"/>
                </a:lnTo>
                <a:cubicBezTo>
                  <a:pt x="711418" y="68704"/>
                  <a:pt x="713406" y="75249"/>
                  <a:pt x="713406" y="83217"/>
                </a:cubicBezTo>
                <a:cubicBezTo>
                  <a:pt x="713406" y="92322"/>
                  <a:pt x="709927" y="100113"/>
                  <a:pt x="702969" y="106587"/>
                </a:cubicBezTo>
                <a:cubicBezTo>
                  <a:pt x="696011" y="113061"/>
                  <a:pt x="686674" y="116298"/>
                  <a:pt x="674959" y="116298"/>
                </a:cubicBezTo>
                <a:cubicBezTo>
                  <a:pt x="670131" y="116298"/>
                  <a:pt x="665197" y="115574"/>
                  <a:pt x="660156" y="114125"/>
                </a:cubicBezTo>
                <a:cubicBezTo>
                  <a:pt x="657032" y="116821"/>
                  <a:pt x="654919" y="119181"/>
                  <a:pt x="653819" y="121204"/>
                </a:cubicBezTo>
                <a:cubicBezTo>
                  <a:pt x="652718" y="123225"/>
                  <a:pt x="652168" y="124945"/>
                  <a:pt x="652168" y="126363"/>
                </a:cubicBezTo>
                <a:cubicBezTo>
                  <a:pt x="652168" y="127570"/>
                  <a:pt x="652754" y="128741"/>
                  <a:pt x="653925" y="129877"/>
                </a:cubicBezTo>
                <a:cubicBezTo>
                  <a:pt x="655097" y="131011"/>
                  <a:pt x="657387" y="131826"/>
                  <a:pt x="660795" y="132323"/>
                </a:cubicBezTo>
                <a:cubicBezTo>
                  <a:pt x="662783" y="132607"/>
                  <a:pt x="667753" y="132856"/>
                  <a:pt x="675705" y="133069"/>
                </a:cubicBezTo>
                <a:cubicBezTo>
                  <a:pt x="690331" y="133422"/>
                  <a:pt x="699809" y="133918"/>
                  <a:pt x="704140" y="134557"/>
                </a:cubicBezTo>
                <a:cubicBezTo>
                  <a:pt x="710743" y="135480"/>
                  <a:pt x="716015" y="137928"/>
                  <a:pt x="719956" y="141902"/>
                </a:cubicBezTo>
                <a:cubicBezTo>
                  <a:pt x="723896" y="145873"/>
                  <a:pt x="725866" y="150768"/>
                  <a:pt x="725866" y="156585"/>
                </a:cubicBezTo>
                <a:cubicBezTo>
                  <a:pt x="725866" y="164602"/>
                  <a:pt x="722103" y="172122"/>
                  <a:pt x="714577" y="179147"/>
                </a:cubicBezTo>
                <a:cubicBezTo>
                  <a:pt x="703501" y="189504"/>
                  <a:pt x="689053" y="194683"/>
                  <a:pt x="671232" y="194683"/>
                </a:cubicBezTo>
                <a:cubicBezTo>
                  <a:pt x="657529" y="194683"/>
                  <a:pt x="645956" y="191599"/>
                  <a:pt x="636513" y="185430"/>
                </a:cubicBezTo>
                <a:cubicBezTo>
                  <a:pt x="631188" y="181885"/>
                  <a:pt x="628525" y="178197"/>
                  <a:pt x="628525" y="174368"/>
                </a:cubicBezTo>
                <a:cubicBezTo>
                  <a:pt x="628525" y="172668"/>
                  <a:pt x="628916" y="170967"/>
                  <a:pt x="629697" y="169266"/>
                </a:cubicBezTo>
                <a:cubicBezTo>
                  <a:pt x="630904" y="166641"/>
                  <a:pt x="633389" y="162989"/>
                  <a:pt x="637152" y="158309"/>
                </a:cubicBezTo>
                <a:cubicBezTo>
                  <a:pt x="637649" y="157673"/>
                  <a:pt x="641270" y="153844"/>
                  <a:pt x="648015" y="146824"/>
                </a:cubicBezTo>
                <a:cubicBezTo>
                  <a:pt x="644323" y="144621"/>
                  <a:pt x="641713" y="142648"/>
                  <a:pt x="640187" y="140907"/>
                </a:cubicBezTo>
                <a:cubicBezTo>
                  <a:pt x="638660" y="139165"/>
                  <a:pt x="637897" y="137192"/>
                  <a:pt x="637897" y="134989"/>
                </a:cubicBezTo>
                <a:cubicBezTo>
                  <a:pt x="637897" y="132500"/>
                  <a:pt x="638909" y="129584"/>
                  <a:pt x="640932" y="126243"/>
                </a:cubicBezTo>
                <a:cubicBezTo>
                  <a:pt x="642956" y="122901"/>
                  <a:pt x="647624" y="118174"/>
                  <a:pt x="654937" y="112062"/>
                </a:cubicBezTo>
                <a:moveTo>
                  <a:pt x="673468" y="52611"/>
                </a:moveTo>
                <a:cubicBezTo>
                  <a:pt x="668214" y="52611"/>
                  <a:pt x="663812" y="54695"/>
                  <a:pt x="660262" y="58861"/>
                </a:cubicBezTo>
                <a:cubicBezTo>
                  <a:pt x="656712" y="63026"/>
                  <a:pt x="654937" y="69416"/>
                  <a:pt x="654937" y="78031"/>
                </a:cubicBezTo>
                <a:cubicBezTo>
                  <a:pt x="654937" y="89190"/>
                  <a:pt x="657351" y="97839"/>
                  <a:pt x="662179" y="103981"/>
                </a:cubicBezTo>
                <a:cubicBezTo>
                  <a:pt x="665871" y="108643"/>
                  <a:pt x="670557" y="110973"/>
                  <a:pt x="676237" y="110973"/>
                </a:cubicBezTo>
                <a:cubicBezTo>
                  <a:pt x="681633" y="110973"/>
                  <a:pt x="686071" y="108961"/>
                  <a:pt x="689550" y="104936"/>
                </a:cubicBezTo>
                <a:cubicBezTo>
                  <a:pt x="693029" y="100911"/>
                  <a:pt x="694768" y="94591"/>
                  <a:pt x="694768" y="85976"/>
                </a:cubicBezTo>
                <a:cubicBezTo>
                  <a:pt x="694768" y="74749"/>
                  <a:pt x="692319" y="65957"/>
                  <a:pt x="687420" y="59600"/>
                </a:cubicBezTo>
                <a:cubicBezTo>
                  <a:pt x="683799" y="54941"/>
                  <a:pt x="679148" y="52611"/>
                  <a:pt x="673468" y="52611"/>
                </a:cubicBezTo>
                <a:moveTo>
                  <a:pt x="653872" y="147673"/>
                </a:moveTo>
                <a:cubicBezTo>
                  <a:pt x="650535" y="151287"/>
                  <a:pt x="648015" y="154653"/>
                  <a:pt x="646311" y="157770"/>
                </a:cubicBezTo>
                <a:cubicBezTo>
                  <a:pt x="644607" y="160890"/>
                  <a:pt x="643755" y="163761"/>
                  <a:pt x="643755" y="166383"/>
                </a:cubicBezTo>
                <a:cubicBezTo>
                  <a:pt x="643755" y="169785"/>
                  <a:pt x="645814" y="172761"/>
                  <a:pt x="649932" y="175313"/>
                </a:cubicBezTo>
                <a:cubicBezTo>
                  <a:pt x="657032" y="179706"/>
                  <a:pt x="667291" y="181903"/>
                  <a:pt x="680710" y="181903"/>
                </a:cubicBezTo>
                <a:cubicBezTo>
                  <a:pt x="693490" y="181903"/>
                  <a:pt x="702916" y="179652"/>
                  <a:pt x="708986" y="175150"/>
                </a:cubicBezTo>
                <a:cubicBezTo>
                  <a:pt x="715057" y="170650"/>
                  <a:pt x="718092" y="165850"/>
                  <a:pt x="718092" y="160749"/>
                </a:cubicBezTo>
                <a:cubicBezTo>
                  <a:pt x="718092" y="157064"/>
                  <a:pt x="716281" y="154441"/>
                  <a:pt x="712660" y="152881"/>
                </a:cubicBezTo>
                <a:cubicBezTo>
                  <a:pt x="708968" y="151321"/>
                  <a:pt x="701655" y="150401"/>
                  <a:pt x="690721" y="150119"/>
                </a:cubicBezTo>
                <a:cubicBezTo>
                  <a:pt x="674746" y="149693"/>
                  <a:pt x="662463" y="148877"/>
                  <a:pt x="653872" y="147673"/>
                </a:cubicBezTo>
                <a:close/>
                <a:moveTo>
                  <a:pt x="754302" y="86904"/>
                </a:moveTo>
                <a:cubicBezTo>
                  <a:pt x="754231" y="101355"/>
                  <a:pt x="757746" y="112690"/>
                  <a:pt x="764846" y="120908"/>
                </a:cubicBezTo>
                <a:cubicBezTo>
                  <a:pt x="771946" y="129124"/>
                  <a:pt x="780288" y="133232"/>
                  <a:pt x="789873" y="133232"/>
                </a:cubicBezTo>
                <a:cubicBezTo>
                  <a:pt x="796263" y="133232"/>
                  <a:pt x="801819" y="131475"/>
                  <a:pt x="806541" y="127960"/>
                </a:cubicBezTo>
                <a:cubicBezTo>
                  <a:pt x="811262" y="124446"/>
                  <a:pt x="815220" y="118428"/>
                  <a:pt x="818415" y="109908"/>
                </a:cubicBezTo>
                <a:lnTo>
                  <a:pt x="821717" y="112038"/>
                </a:lnTo>
                <a:cubicBezTo>
                  <a:pt x="820226" y="121765"/>
                  <a:pt x="815895" y="130623"/>
                  <a:pt x="808724" y="138610"/>
                </a:cubicBezTo>
                <a:cubicBezTo>
                  <a:pt x="801553" y="146598"/>
                  <a:pt x="792571" y="150591"/>
                  <a:pt x="781779" y="150591"/>
                </a:cubicBezTo>
                <a:cubicBezTo>
                  <a:pt x="770064" y="150591"/>
                  <a:pt x="760035" y="146040"/>
                  <a:pt x="751693" y="136936"/>
                </a:cubicBezTo>
                <a:cubicBezTo>
                  <a:pt x="743350" y="127830"/>
                  <a:pt x="739179" y="115589"/>
                  <a:pt x="739179" y="100213"/>
                </a:cubicBezTo>
                <a:cubicBezTo>
                  <a:pt x="739179" y="83564"/>
                  <a:pt x="743457" y="70581"/>
                  <a:pt x="752012" y="61264"/>
                </a:cubicBezTo>
                <a:cubicBezTo>
                  <a:pt x="760568" y="51946"/>
                  <a:pt x="771307" y="47286"/>
                  <a:pt x="784229" y="47286"/>
                </a:cubicBezTo>
                <a:cubicBezTo>
                  <a:pt x="795163" y="47286"/>
                  <a:pt x="804144" y="50881"/>
                  <a:pt x="811173" y="58069"/>
                </a:cubicBezTo>
                <a:cubicBezTo>
                  <a:pt x="818202" y="65256"/>
                  <a:pt x="821717" y="74868"/>
                  <a:pt x="821717" y="86904"/>
                </a:cubicBezTo>
                <a:lnTo>
                  <a:pt x="754302" y="86904"/>
                </a:lnTo>
                <a:moveTo>
                  <a:pt x="754302" y="80727"/>
                </a:moveTo>
                <a:lnTo>
                  <a:pt x="799458" y="80727"/>
                </a:lnTo>
                <a:cubicBezTo>
                  <a:pt x="799103" y="74479"/>
                  <a:pt x="798358" y="70077"/>
                  <a:pt x="797222" y="67521"/>
                </a:cubicBezTo>
                <a:cubicBezTo>
                  <a:pt x="795447" y="63545"/>
                  <a:pt x="792802" y="60421"/>
                  <a:pt x="789287" y="58149"/>
                </a:cubicBezTo>
                <a:cubicBezTo>
                  <a:pt x="785773" y="55877"/>
                  <a:pt x="782099" y="54741"/>
                  <a:pt x="778265" y="54741"/>
                </a:cubicBezTo>
                <a:cubicBezTo>
                  <a:pt x="772372" y="54741"/>
                  <a:pt x="767100" y="57031"/>
                  <a:pt x="762449" y="61610"/>
                </a:cubicBezTo>
                <a:cubicBezTo>
                  <a:pt x="757799" y="66190"/>
                  <a:pt x="755083" y="72562"/>
                  <a:pt x="754302" y="807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Reduced">
            <a:extLst xmlns:a="http://schemas.openxmlformats.org/drawingml/2006/main">
              <a:ext uri="{FF2B5EF4-FFF2-40B4-BE49-F238E27FC236}">
                <a16:creationId xmlns:a16="http://schemas.microsoft.com/office/drawing/2014/main" id="{55969F60-143C-4263-9292-A508FDF6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443" y="1011931"/>
            <a:ext cx="759982" cy="154425"/>
          </a:xfrm>
          <a:custGeom xmlns:a="http://schemas.openxmlformats.org/drawingml/2006/main">
            <a:pathLst>
              <a:path w="759982" h="154425">
                <a:moveTo>
                  <a:pt x="143669" y="151443"/>
                </a:moveTo>
                <a:lnTo>
                  <a:pt x="105116" y="151443"/>
                </a:lnTo>
                <a:lnTo>
                  <a:pt x="56232" y="83709"/>
                </a:lnTo>
                <a:cubicBezTo>
                  <a:pt x="52611" y="83851"/>
                  <a:pt x="49665" y="83922"/>
                  <a:pt x="47393" y="83922"/>
                </a:cubicBezTo>
                <a:cubicBezTo>
                  <a:pt x="46470" y="83922"/>
                  <a:pt x="45476" y="83905"/>
                  <a:pt x="44411" y="83869"/>
                </a:cubicBezTo>
                <a:cubicBezTo>
                  <a:pt x="43346" y="83834"/>
                  <a:pt x="42245" y="83780"/>
                  <a:pt x="41109" y="83709"/>
                </a:cubicBezTo>
                <a:lnTo>
                  <a:pt x="41109" y="125810"/>
                </a:lnTo>
                <a:cubicBezTo>
                  <a:pt x="41109" y="134929"/>
                  <a:pt x="42103" y="140593"/>
                  <a:pt x="44091" y="142800"/>
                </a:cubicBezTo>
                <a:cubicBezTo>
                  <a:pt x="46789" y="145935"/>
                  <a:pt x="50836" y="147503"/>
                  <a:pt x="56232" y="147503"/>
                </a:cubicBezTo>
                <a:lnTo>
                  <a:pt x="61877" y="147503"/>
                </a:lnTo>
                <a:lnTo>
                  <a:pt x="61877" y="151443"/>
                </a:lnTo>
                <a:lnTo>
                  <a:pt x="0" y="151443"/>
                </a:lnTo>
                <a:lnTo>
                  <a:pt x="0" y="147503"/>
                </a:lnTo>
                <a:lnTo>
                  <a:pt x="5432" y="147503"/>
                </a:lnTo>
                <a:cubicBezTo>
                  <a:pt x="11538" y="147503"/>
                  <a:pt x="15904" y="145515"/>
                  <a:pt x="18531" y="141539"/>
                </a:cubicBezTo>
                <a:cubicBezTo>
                  <a:pt x="20022" y="139338"/>
                  <a:pt x="20768" y="134119"/>
                  <a:pt x="20768" y="125883"/>
                </a:cubicBezTo>
                <a:lnTo>
                  <a:pt x="20768" y="32589"/>
                </a:lnTo>
                <a:cubicBezTo>
                  <a:pt x="20768" y="23501"/>
                  <a:pt x="19774" y="17857"/>
                  <a:pt x="17786" y="15656"/>
                </a:cubicBezTo>
                <a:cubicBezTo>
                  <a:pt x="15017" y="12532"/>
                  <a:pt x="10899" y="10970"/>
                  <a:pt x="5432" y="10970"/>
                </a:cubicBezTo>
                <a:lnTo>
                  <a:pt x="0" y="10970"/>
                </a:lnTo>
                <a:lnTo>
                  <a:pt x="0" y="7029"/>
                </a:lnTo>
                <a:lnTo>
                  <a:pt x="52611" y="7029"/>
                </a:lnTo>
                <a:cubicBezTo>
                  <a:pt x="67947" y="7029"/>
                  <a:pt x="79254" y="8144"/>
                  <a:pt x="86532" y="10374"/>
                </a:cubicBezTo>
                <a:cubicBezTo>
                  <a:pt x="93809" y="12604"/>
                  <a:pt x="99986" y="16711"/>
                  <a:pt x="105063" y="22695"/>
                </a:cubicBezTo>
                <a:cubicBezTo>
                  <a:pt x="110139" y="28676"/>
                  <a:pt x="112677" y="35809"/>
                  <a:pt x="112677" y="44091"/>
                </a:cubicBezTo>
                <a:cubicBezTo>
                  <a:pt x="112677" y="52940"/>
                  <a:pt x="109784" y="60621"/>
                  <a:pt x="103998" y="67135"/>
                </a:cubicBezTo>
                <a:cubicBezTo>
                  <a:pt x="98211" y="73647"/>
                  <a:pt x="89247" y="78249"/>
                  <a:pt x="77106" y="80940"/>
                </a:cubicBezTo>
                <a:lnTo>
                  <a:pt x="106926" y="122502"/>
                </a:lnTo>
                <a:cubicBezTo>
                  <a:pt x="113742" y="132047"/>
                  <a:pt x="119600" y="138387"/>
                  <a:pt x="124499" y="141522"/>
                </a:cubicBezTo>
                <a:cubicBezTo>
                  <a:pt x="129398" y="144655"/>
                  <a:pt x="135788" y="146649"/>
                  <a:pt x="143669" y="147503"/>
                </a:cubicBezTo>
                <a:lnTo>
                  <a:pt x="143669" y="151443"/>
                </a:lnTo>
                <a:moveTo>
                  <a:pt x="41109" y="77213"/>
                </a:moveTo>
                <a:cubicBezTo>
                  <a:pt x="42458" y="77213"/>
                  <a:pt x="43630" y="77230"/>
                  <a:pt x="44624" y="77266"/>
                </a:cubicBezTo>
                <a:cubicBezTo>
                  <a:pt x="45618" y="77301"/>
                  <a:pt x="46434" y="77319"/>
                  <a:pt x="47073" y="77319"/>
                </a:cubicBezTo>
                <a:cubicBezTo>
                  <a:pt x="60847" y="77319"/>
                  <a:pt x="71231" y="74337"/>
                  <a:pt x="78225" y="68373"/>
                </a:cubicBezTo>
                <a:cubicBezTo>
                  <a:pt x="85218" y="62409"/>
                  <a:pt x="88715" y="54812"/>
                  <a:pt x="88715" y="45582"/>
                </a:cubicBezTo>
                <a:cubicBezTo>
                  <a:pt x="88715" y="36565"/>
                  <a:pt x="85893" y="29234"/>
                  <a:pt x="80248" y="23590"/>
                </a:cubicBezTo>
                <a:cubicBezTo>
                  <a:pt x="74603" y="17945"/>
                  <a:pt x="67131" y="15123"/>
                  <a:pt x="57830" y="15123"/>
                </a:cubicBezTo>
                <a:cubicBezTo>
                  <a:pt x="53712" y="15123"/>
                  <a:pt x="48138" y="15798"/>
                  <a:pt x="41109" y="17147"/>
                </a:cubicBezTo>
                <a:lnTo>
                  <a:pt x="41109" y="77213"/>
                </a:lnTo>
                <a:close/>
                <a:moveTo>
                  <a:pt x="164971" y="90738"/>
                </a:moveTo>
                <a:cubicBezTo>
                  <a:pt x="164900" y="105189"/>
                  <a:pt x="168414" y="116524"/>
                  <a:pt x="175514" y="124742"/>
                </a:cubicBezTo>
                <a:cubicBezTo>
                  <a:pt x="182614" y="132958"/>
                  <a:pt x="190957" y="137066"/>
                  <a:pt x="200542" y="137066"/>
                </a:cubicBezTo>
                <a:cubicBezTo>
                  <a:pt x="206932" y="137066"/>
                  <a:pt x="212488" y="135309"/>
                  <a:pt x="217209" y="131794"/>
                </a:cubicBezTo>
                <a:cubicBezTo>
                  <a:pt x="221931" y="128280"/>
                  <a:pt x="225889" y="122262"/>
                  <a:pt x="229084" y="113742"/>
                </a:cubicBezTo>
                <a:lnTo>
                  <a:pt x="232386" y="115872"/>
                </a:lnTo>
                <a:cubicBezTo>
                  <a:pt x="230895" y="125599"/>
                  <a:pt x="226564" y="134457"/>
                  <a:pt x="219393" y="142444"/>
                </a:cubicBezTo>
                <a:cubicBezTo>
                  <a:pt x="212222" y="150432"/>
                  <a:pt x="203240" y="154425"/>
                  <a:pt x="192448" y="154425"/>
                </a:cubicBezTo>
                <a:cubicBezTo>
                  <a:pt x="180733" y="154425"/>
                  <a:pt x="170704" y="149874"/>
                  <a:pt x="162362" y="140770"/>
                </a:cubicBezTo>
                <a:cubicBezTo>
                  <a:pt x="154019" y="131664"/>
                  <a:pt x="149848" y="119423"/>
                  <a:pt x="149848" y="104047"/>
                </a:cubicBezTo>
                <a:cubicBezTo>
                  <a:pt x="149848" y="87398"/>
                  <a:pt x="154126" y="74415"/>
                  <a:pt x="162681" y="65098"/>
                </a:cubicBezTo>
                <a:cubicBezTo>
                  <a:pt x="171237" y="55780"/>
                  <a:pt x="181975" y="51120"/>
                  <a:pt x="194897" y="51120"/>
                </a:cubicBezTo>
                <a:cubicBezTo>
                  <a:pt x="205832" y="51120"/>
                  <a:pt x="214813" y="54715"/>
                  <a:pt x="221842" y="61903"/>
                </a:cubicBezTo>
                <a:cubicBezTo>
                  <a:pt x="228871" y="69090"/>
                  <a:pt x="232386" y="78702"/>
                  <a:pt x="232386" y="90738"/>
                </a:cubicBezTo>
                <a:lnTo>
                  <a:pt x="164971" y="90738"/>
                </a:lnTo>
                <a:moveTo>
                  <a:pt x="164971" y="84561"/>
                </a:moveTo>
                <a:lnTo>
                  <a:pt x="210127" y="84561"/>
                </a:lnTo>
                <a:cubicBezTo>
                  <a:pt x="209772" y="78313"/>
                  <a:pt x="209027" y="73911"/>
                  <a:pt x="207891" y="71355"/>
                </a:cubicBezTo>
                <a:cubicBezTo>
                  <a:pt x="206116" y="67379"/>
                  <a:pt x="203471" y="64255"/>
                  <a:pt x="199956" y="61983"/>
                </a:cubicBezTo>
                <a:cubicBezTo>
                  <a:pt x="196442" y="59711"/>
                  <a:pt x="192767" y="58575"/>
                  <a:pt x="188933" y="58575"/>
                </a:cubicBezTo>
                <a:cubicBezTo>
                  <a:pt x="183040" y="58575"/>
                  <a:pt x="177769" y="60865"/>
                  <a:pt x="173118" y="65444"/>
                </a:cubicBezTo>
                <a:cubicBezTo>
                  <a:pt x="168468" y="70024"/>
                  <a:pt x="165752" y="76396"/>
                  <a:pt x="164971" y="84561"/>
                </a:cubicBezTo>
                <a:close/>
                <a:moveTo>
                  <a:pt x="314318" y="140474"/>
                </a:moveTo>
                <a:cubicBezTo>
                  <a:pt x="309561" y="145444"/>
                  <a:pt x="304910" y="149012"/>
                  <a:pt x="300366" y="151177"/>
                </a:cubicBezTo>
                <a:cubicBezTo>
                  <a:pt x="295822" y="153343"/>
                  <a:pt x="290923" y="154425"/>
                  <a:pt x="285669" y="154425"/>
                </a:cubicBezTo>
                <a:cubicBezTo>
                  <a:pt x="275019" y="154425"/>
                  <a:pt x="265718" y="149980"/>
                  <a:pt x="257766" y="141090"/>
                </a:cubicBezTo>
                <a:cubicBezTo>
                  <a:pt x="249814" y="132197"/>
                  <a:pt x="245838" y="120770"/>
                  <a:pt x="245838" y="106810"/>
                </a:cubicBezTo>
                <a:cubicBezTo>
                  <a:pt x="245838" y="92852"/>
                  <a:pt x="250240" y="80080"/>
                  <a:pt x="259044" y="68496"/>
                </a:cubicBezTo>
                <a:cubicBezTo>
                  <a:pt x="267848" y="56912"/>
                  <a:pt x="279173" y="51120"/>
                  <a:pt x="293018" y="51120"/>
                </a:cubicBezTo>
                <a:cubicBezTo>
                  <a:pt x="301609" y="51120"/>
                  <a:pt x="308709" y="53854"/>
                  <a:pt x="314318" y="59321"/>
                </a:cubicBezTo>
                <a:lnTo>
                  <a:pt x="314318" y="41282"/>
                </a:lnTo>
                <a:cubicBezTo>
                  <a:pt x="314318" y="30089"/>
                  <a:pt x="314052" y="23208"/>
                  <a:pt x="313519" y="20641"/>
                </a:cubicBezTo>
                <a:cubicBezTo>
                  <a:pt x="312987" y="18074"/>
                  <a:pt x="312152" y="16328"/>
                  <a:pt x="311016" y="15403"/>
                </a:cubicBezTo>
                <a:cubicBezTo>
                  <a:pt x="309880" y="14475"/>
                  <a:pt x="308460" y="14011"/>
                  <a:pt x="306756" y="14011"/>
                </a:cubicBezTo>
                <a:cubicBezTo>
                  <a:pt x="304910" y="14011"/>
                  <a:pt x="302461" y="14582"/>
                  <a:pt x="299408" y="15722"/>
                </a:cubicBezTo>
                <a:lnTo>
                  <a:pt x="298023" y="11978"/>
                </a:lnTo>
                <a:lnTo>
                  <a:pt x="327098" y="0"/>
                </a:lnTo>
                <a:lnTo>
                  <a:pt x="331890" y="0"/>
                </a:lnTo>
                <a:lnTo>
                  <a:pt x="331890" y="112784"/>
                </a:lnTo>
                <a:cubicBezTo>
                  <a:pt x="331890" y="124215"/>
                  <a:pt x="332157" y="131191"/>
                  <a:pt x="332689" y="133711"/>
                </a:cubicBezTo>
                <a:cubicBezTo>
                  <a:pt x="333222" y="136232"/>
                  <a:pt x="334074" y="137989"/>
                  <a:pt x="335245" y="138983"/>
                </a:cubicBezTo>
                <a:cubicBezTo>
                  <a:pt x="336417" y="139977"/>
                  <a:pt x="337783" y="140474"/>
                  <a:pt x="339345" y="140474"/>
                </a:cubicBezTo>
                <a:cubicBezTo>
                  <a:pt x="341262" y="140474"/>
                  <a:pt x="343818" y="139870"/>
                  <a:pt x="347013" y="138663"/>
                </a:cubicBezTo>
                <a:lnTo>
                  <a:pt x="348185" y="142391"/>
                </a:lnTo>
                <a:lnTo>
                  <a:pt x="319217" y="154425"/>
                </a:lnTo>
                <a:lnTo>
                  <a:pt x="314318" y="154425"/>
                </a:lnTo>
                <a:lnTo>
                  <a:pt x="314318" y="140474"/>
                </a:lnTo>
                <a:moveTo>
                  <a:pt x="314318" y="133042"/>
                </a:moveTo>
                <a:lnTo>
                  <a:pt x="314318" y="82901"/>
                </a:lnTo>
                <a:cubicBezTo>
                  <a:pt x="313892" y="78084"/>
                  <a:pt x="312614" y="73693"/>
                  <a:pt x="310484" y="69728"/>
                </a:cubicBezTo>
                <a:cubicBezTo>
                  <a:pt x="308354" y="65761"/>
                  <a:pt x="305532" y="62769"/>
                  <a:pt x="302017" y="60752"/>
                </a:cubicBezTo>
                <a:cubicBezTo>
                  <a:pt x="298503" y="58733"/>
                  <a:pt x="295077" y="57723"/>
                  <a:pt x="291740" y="57723"/>
                </a:cubicBezTo>
                <a:cubicBezTo>
                  <a:pt x="285492" y="57723"/>
                  <a:pt x="279918" y="60521"/>
                  <a:pt x="275019" y="66117"/>
                </a:cubicBezTo>
                <a:cubicBezTo>
                  <a:pt x="268558" y="73481"/>
                  <a:pt x="265328" y="84245"/>
                  <a:pt x="265328" y="98410"/>
                </a:cubicBezTo>
                <a:cubicBezTo>
                  <a:pt x="265328" y="112716"/>
                  <a:pt x="268452" y="123677"/>
                  <a:pt x="274700" y="131292"/>
                </a:cubicBezTo>
                <a:cubicBezTo>
                  <a:pt x="280948" y="138904"/>
                  <a:pt x="287906" y="142710"/>
                  <a:pt x="295574" y="142710"/>
                </a:cubicBezTo>
                <a:cubicBezTo>
                  <a:pt x="302035" y="142710"/>
                  <a:pt x="308283" y="139488"/>
                  <a:pt x="314318" y="133042"/>
                </a:cubicBezTo>
                <a:close/>
                <a:moveTo>
                  <a:pt x="439988" y="53889"/>
                </a:moveTo>
                <a:lnTo>
                  <a:pt x="439988" y="112997"/>
                </a:lnTo>
                <a:cubicBezTo>
                  <a:pt x="439988" y="124286"/>
                  <a:pt x="440254" y="131191"/>
                  <a:pt x="440787" y="133711"/>
                </a:cubicBezTo>
                <a:cubicBezTo>
                  <a:pt x="441319" y="136232"/>
                  <a:pt x="442171" y="137989"/>
                  <a:pt x="443343" y="138983"/>
                </a:cubicBezTo>
                <a:cubicBezTo>
                  <a:pt x="444514" y="139977"/>
                  <a:pt x="445881" y="140474"/>
                  <a:pt x="447443" y="140474"/>
                </a:cubicBezTo>
                <a:cubicBezTo>
                  <a:pt x="449644" y="140474"/>
                  <a:pt x="452129" y="139870"/>
                  <a:pt x="454898" y="138663"/>
                </a:cubicBezTo>
                <a:lnTo>
                  <a:pt x="456389" y="142391"/>
                </a:lnTo>
                <a:lnTo>
                  <a:pt x="427208" y="154425"/>
                </a:lnTo>
                <a:lnTo>
                  <a:pt x="422416" y="154425"/>
                </a:lnTo>
                <a:lnTo>
                  <a:pt x="422416" y="133764"/>
                </a:lnTo>
                <a:cubicBezTo>
                  <a:pt x="414038" y="142852"/>
                  <a:pt x="407648" y="148568"/>
                  <a:pt x="403246" y="150911"/>
                </a:cubicBezTo>
                <a:cubicBezTo>
                  <a:pt x="398844" y="153254"/>
                  <a:pt x="394193" y="154425"/>
                  <a:pt x="389294" y="154425"/>
                </a:cubicBezTo>
                <a:cubicBezTo>
                  <a:pt x="383827" y="154425"/>
                  <a:pt x="379088" y="152846"/>
                  <a:pt x="375076" y="149686"/>
                </a:cubicBezTo>
                <a:cubicBezTo>
                  <a:pt x="371065" y="146527"/>
                  <a:pt x="368278" y="142462"/>
                  <a:pt x="366716" y="137492"/>
                </a:cubicBezTo>
                <a:cubicBezTo>
                  <a:pt x="365154" y="132522"/>
                  <a:pt x="364373" y="125493"/>
                  <a:pt x="364373" y="116405"/>
                </a:cubicBezTo>
                <a:lnTo>
                  <a:pt x="364373" y="72846"/>
                </a:lnTo>
                <a:cubicBezTo>
                  <a:pt x="364373" y="68231"/>
                  <a:pt x="363876" y="65036"/>
                  <a:pt x="362882" y="63261"/>
                </a:cubicBezTo>
                <a:cubicBezTo>
                  <a:pt x="361888" y="61486"/>
                  <a:pt x="360415" y="60119"/>
                  <a:pt x="358462" y="59161"/>
                </a:cubicBezTo>
                <a:cubicBezTo>
                  <a:pt x="356510" y="58202"/>
                  <a:pt x="352977" y="57759"/>
                  <a:pt x="347865" y="57830"/>
                </a:cubicBezTo>
                <a:lnTo>
                  <a:pt x="347865" y="53889"/>
                </a:lnTo>
                <a:lnTo>
                  <a:pt x="382052" y="53889"/>
                </a:lnTo>
                <a:lnTo>
                  <a:pt x="382052" y="119014"/>
                </a:lnTo>
                <a:cubicBezTo>
                  <a:pt x="382052" y="128080"/>
                  <a:pt x="383632" y="134030"/>
                  <a:pt x="386791" y="136863"/>
                </a:cubicBezTo>
                <a:cubicBezTo>
                  <a:pt x="389951" y="139696"/>
                  <a:pt x="393767" y="141113"/>
                  <a:pt x="398240" y="141113"/>
                </a:cubicBezTo>
                <a:cubicBezTo>
                  <a:pt x="401293" y="141113"/>
                  <a:pt x="404754" y="140157"/>
                  <a:pt x="408624" y="138244"/>
                </a:cubicBezTo>
                <a:cubicBezTo>
                  <a:pt x="412493" y="136332"/>
                  <a:pt x="417091" y="132685"/>
                  <a:pt x="422416" y="127305"/>
                </a:cubicBezTo>
                <a:lnTo>
                  <a:pt x="422416" y="72171"/>
                </a:lnTo>
                <a:cubicBezTo>
                  <a:pt x="422416" y="66646"/>
                  <a:pt x="421404" y="62911"/>
                  <a:pt x="419380" y="60965"/>
                </a:cubicBezTo>
                <a:cubicBezTo>
                  <a:pt x="417357" y="59017"/>
                  <a:pt x="413150" y="57972"/>
                  <a:pt x="406760" y="57830"/>
                </a:cubicBezTo>
                <a:lnTo>
                  <a:pt x="406760" y="53889"/>
                </a:lnTo>
                <a:lnTo>
                  <a:pt x="439988" y="53889"/>
                </a:lnTo>
                <a:close/>
                <a:moveTo>
                  <a:pt x="546382" y="114381"/>
                </a:moveTo>
                <a:cubicBezTo>
                  <a:pt x="543755" y="127232"/>
                  <a:pt x="538608" y="137119"/>
                  <a:pt x="530940" y="144042"/>
                </a:cubicBezTo>
                <a:cubicBezTo>
                  <a:pt x="523272" y="150964"/>
                  <a:pt x="514787" y="154425"/>
                  <a:pt x="505486" y="154425"/>
                </a:cubicBezTo>
                <a:cubicBezTo>
                  <a:pt x="494410" y="154425"/>
                  <a:pt x="484754" y="149781"/>
                  <a:pt x="476518" y="140491"/>
                </a:cubicBezTo>
                <a:cubicBezTo>
                  <a:pt x="468282" y="131198"/>
                  <a:pt x="464164" y="118644"/>
                  <a:pt x="464164" y="102826"/>
                </a:cubicBezTo>
                <a:cubicBezTo>
                  <a:pt x="464164" y="87506"/>
                  <a:pt x="468726" y="75058"/>
                  <a:pt x="477849" y="65484"/>
                </a:cubicBezTo>
                <a:cubicBezTo>
                  <a:pt x="486973" y="55908"/>
                  <a:pt x="497925" y="51120"/>
                  <a:pt x="510705" y="51120"/>
                </a:cubicBezTo>
                <a:cubicBezTo>
                  <a:pt x="520290" y="51120"/>
                  <a:pt x="528171" y="53651"/>
                  <a:pt x="534348" y="58712"/>
                </a:cubicBezTo>
                <a:cubicBezTo>
                  <a:pt x="540525" y="63770"/>
                  <a:pt x="543613" y="69024"/>
                  <a:pt x="543613" y="74474"/>
                </a:cubicBezTo>
                <a:cubicBezTo>
                  <a:pt x="543613" y="77163"/>
                  <a:pt x="542743" y="79339"/>
                  <a:pt x="541004" y="81003"/>
                </a:cubicBezTo>
                <a:cubicBezTo>
                  <a:pt x="539264" y="82665"/>
                  <a:pt x="536833" y="83496"/>
                  <a:pt x="533709" y="83496"/>
                </a:cubicBezTo>
                <a:cubicBezTo>
                  <a:pt x="529520" y="83496"/>
                  <a:pt x="526360" y="82147"/>
                  <a:pt x="524230" y="79449"/>
                </a:cubicBezTo>
                <a:cubicBezTo>
                  <a:pt x="523023" y="77958"/>
                  <a:pt x="522224" y="75118"/>
                  <a:pt x="521834" y="70929"/>
                </a:cubicBezTo>
                <a:cubicBezTo>
                  <a:pt x="521443" y="66740"/>
                  <a:pt x="520006" y="63545"/>
                  <a:pt x="517521" y="61344"/>
                </a:cubicBezTo>
                <a:cubicBezTo>
                  <a:pt x="515036" y="59214"/>
                  <a:pt x="511592" y="58149"/>
                  <a:pt x="507190" y="58149"/>
                </a:cubicBezTo>
                <a:cubicBezTo>
                  <a:pt x="500090" y="58149"/>
                  <a:pt x="494375" y="60776"/>
                  <a:pt x="490043" y="66030"/>
                </a:cubicBezTo>
                <a:cubicBezTo>
                  <a:pt x="484292" y="72988"/>
                  <a:pt x="481417" y="82183"/>
                  <a:pt x="481417" y="93614"/>
                </a:cubicBezTo>
                <a:cubicBezTo>
                  <a:pt x="481417" y="105258"/>
                  <a:pt x="484275" y="115535"/>
                  <a:pt x="489990" y="124446"/>
                </a:cubicBezTo>
                <a:cubicBezTo>
                  <a:pt x="495706" y="133356"/>
                  <a:pt x="503427" y="137811"/>
                  <a:pt x="513154" y="137811"/>
                </a:cubicBezTo>
                <a:cubicBezTo>
                  <a:pt x="520112" y="137811"/>
                  <a:pt x="526360" y="135433"/>
                  <a:pt x="531898" y="130676"/>
                </a:cubicBezTo>
                <a:cubicBezTo>
                  <a:pt x="535803" y="127410"/>
                  <a:pt x="539602" y="121481"/>
                  <a:pt x="543294" y="112890"/>
                </a:cubicBezTo>
                <a:lnTo>
                  <a:pt x="546382" y="114381"/>
                </a:lnTo>
                <a:close/>
                <a:moveTo>
                  <a:pt x="576768" y="90738"/>
                </a:moveTo>
                <a:cubicBezTo>
                  <a:pt x="576697" y="105189"/>
                  <a:pt x="580212" y="116524"/>
                  <a:pt x="587312" y="124742"/>
                </a:cubicBezTo>
                <a:cubicBezTo>
                  <a:pt x="594412" y="132958"/>
                  <a:pt x="602754" y="137066"/>
                  <a:pt x="612339" y="137066"/>
                </a:cubicBezTo>
                <a:cubicBezTo>
                  <a:pt x="618729" y="137066"/>
                  <a:pt x="624285" y="135309"/>
                  <a:pt x="629006" y="131794"/>
                </a:cubicBezTo>
                <a:cubicBezTo>
                  <a:pt x="633728" y="128280"/>
                  <a:pt x="637686" y="122262"/>
                  <a:pt x="640881" y="113742"/>
                </a:cubicBezTo>
                <a:lnTo>
                  <a:pt x="644183" y="115872"/>
                </a:lnTo>
                <a:cubicBezTo>
                  <a:pt x="642692" y="125599"/>
                  <a:pt x="638361" y="134457"/>
                  <a:pt x="631190" y="142444"/>
                </a:cubicBezTo>
                <a:cubicBezTo>
                  <a:pt x="624019" y="150432"/>
                  <a:pt x="615037" y="154425"/>
                  <a:pt x="604245" y="154425"/>
                </a:cubicBezTo>
                <a:cubicBezTo>
                  <a:pt x="592530" y="154425"/>
                  <a:pt x="582501" y="149874"/>
                  <a:pt x="574159" y="140770"/>
                </a:cubicBezTo>
                <a:cubicBezTo>
                  <a:pt x="565816" y="131664"/>
                  <a:pt x="561645" y="119423"/>
                  <a:pt x="561645" y="104047"/>
                </a:cubicBezTo>
                <a:cubicBezTo>
                  <a:pt x="561645" y="87398"/>
                  <a:pt x="565923" y="74415"/>
                  <a:pt x="574478" y="65098"/>
                </a:cubicBezTo>
                <a:cubicBezTo>
                  <a:pt x="583034" y="55780"/>
                  <a:pt x="593773" y="51120"/>
                  <a:pt x="606695" y="51120"/>
                </a:cubicBezTo>
                <a:cubicBezTo>
                  <a:pt x="617629" y="51120"/>
                  <a:pt x="626610" y="54715"/>
                  <a:pt x="633639" y="61903"/>
                </a:cubicBezTo>
                <a:cubicBezTo>
                  <a:pt x="640668" y="69090"/>
                  <a:pt x="644183" y="78702"/>
                  <a:pt x="644183" y="90738"/>
                </a:cubicBezTo>
                <a:lnTo>
                  <a:pt x="576768" y="90738"/>
                </a:lnTo>
                <a:moveTo>
                  <a:pt x="576768" y="84561"/>
                </a:moveTo>
                <a:lnTo>
                  <a:pt x="621924" y="84561"/>
                </a:lnTo>
                <a:cubicBezTo>
                  <a:pt x="621569" y="78313"/>
                  <a:pt x="620824" y="73911"/>
                  <a:pt x="619688" y="71355"/>
                </a:cubicBezTo>
                <a:cubicBezTo>
                  <a:pt x="617913" y="67379"/>
                  <a:pt x="615268" y="64255"/>
                  <a:pt x="611753" y="61983"/>
                </a:cubicBezTo>
                <a:cubicBezTo>
                  <a:pt x="608239" y="59711"/>
                  <a:pt x="604565" y="58575"/>
                  <a:pt x="600731" y="58575"/>
                </a:cubicBezTo>
                <a:cubicBezTo>
                  <a:pt x="594838" y="58575"/>
                  <a:pt x="589566" y="60865"/>
                  <a:pt x="584915" y="65444"/>
                </a:cubicBezTo>
                <a:cubicBezTo>
                  <a:pt x="580265" y="70024"/>
                  <a:pt x="577549" y="76396"/>
                  <a:pt x="576768" y="84561"/>
                </a:cubicBezTo>
                <a:close/>
                <a:moveTo>
                  <a:pt x="726115" y="140474"/>
                </a:moveTo>
                <a:cubicBezTo>
                  <a:pt x="721358" y="145444"/>
                  <a:pt x="716707" y="149012"/>
                  <a:pt x="712163" y="151177"/>
                </a:cubicBezTo>
                <a:cubicBezTo>
                  <a:pt x="707619" y="153343"/>
                  <a:pt x="702720" y="154425"/>
                  <a:pt x="697466" y="154425"/>
                </a:cubicBezTo>
                <a:cubicBezTo>
                  <a:pt x="686816" y="154425"/>
                  <a:pt x="677515" y="149980"/>
                  <a:pt x="669563" y="141090"/>
                </a:cubicBezTo>
                <a:cubicBezTo>
                  <a:pt x="661611" y="132197"/>
                  <a:pt x="657635" y="120770"/>
                  <a:pt x="657635" y="106810"/>
                </a:cubicBezTo>
                <a:cubicBezTo>
                  <a:pt x="657635" y="92852"/>
                  <a:pt x="662037" y="80080"/>
                  <a:pt x="670841" y="68496"/>
                </a:cubicBezTo>
                <a:cubicBezTo>
                  <a:pt x="679645" y="56912"/>
                  <a:pt x="690970" y="51120"/>
                  <a:pt x="704815" y="51120"/>
                </a:cubicBezTo>
                <a:cubicBezTo>
                  <a:pt x="713406" y="51120"/>
                  <a:pt x="720506" y="53854"/>
                  <a:pt x="726115" y="59321"/>
                </a:cubicBezTo>
                <a:lnTo>
                  <a:pt x="726115" y="41282"/>
                </a:lnTo>
                <a:cubicBezTo>
                  <a:pt x="726115" y="30089"/>
                  <a:pt x="725849" y="23208"/>
                  <a:pt x="725316" y="20641"/>
                </a:cubicBezTo>
                <a:cubicBezTo>
                  <a:pt x="724784" y="18074"/>
                  <a:pt x="723949" y="16328"/>
                  <a:pt x="722813" y="15403"/>
                </a:cubicBezTo>
                <a:cubicBezTo>
                  <a:pt x="721677" y="14475"/>
                  <a:pt x="720257" y="14011"/>
                  <a:pt x="718553" y="14011"/>
                </a:cubicBezTo>
                <a:cubicBezTo>
                  <a:pt x="716707" y="14011"/>
                  <a:pt x="714258" y="14582"/>
                  <a:pt x="711205" y="15722"/>
                </a:cubicBezTo>
                <a:lnTo>
                  <a:pt x="709820" y="11978"/>
                </a:lnTo>
                <a:lnTo>
                  <a:pt x="738895" y="0"/>
                </a:lnTo>
                <a:lnTo>
                  <a:pt x="743687" y="0"/>
                </a:lnTo>
                <a:lnTo>
                  <a:pt x="743687" y="112784"/>
                </a:lnTo>
                <a:cubicBezTo>
                  <a:pt x="743687" y="124215"/>
                  <a:pt x="743954" y="131191"/>
                  <a:pt x="744486" y="133711"/>
                </a:cubicBezTo>
                <a:cubicBezTo>
                  <a:pt x="745019" y="136232"/>
                  <a:pt x="745871" y="137989"/>
                  <a:pt x="747042" y="138983"/>
                </a:cubicBezTo>
                <a:cubicBezTo>
                  <a:pt x="748214" y="139977"/>
                  <a:pt x="749580" y="140474"/>
                  <a:pt x="751142" y="140474"/>
                </a:cubicBezTo>
                <a:cubicBezTo>
                  <a:pt x="753059" y="140474"/>
                  <a:pt x="755615" y="139870"/>
                  <a:pt x="758810" y="138663"/>
                </a:cubicBezTo>
                <a:lnTo>
                  <a:pt x="759982" y="142391"/>
                </a:lnTo>
                <a:lnTo>
                  <a:pt x="731014" y="154425"/>
                </a:lnTo>
                <a:lnTo>
                  <a:pt x="726115" y="154425"/>
                </a:lnTo>
                <a:lnTo>
                  <a:pt x="726115" y="140474"/>
                </a:lnTo>
                <a:moveTo>
                  <a:pt x="726115" y="133042"/>
                </a:moveTo>
                <a:lnTo>
                  <a:pt x="726115" y="82901"/>
                </a:lnTo>
                <a:cubicBezTo>
                  <a:pt x="725689" y="78084"/>
                  <a:pt x="724411" y="73693"/>
                  <a:pt x="722281" y="69728"/>
                </a:cubicBezTo>
                <a:cubicBezTo>
                  <a:pt x="720151" y="65761"/>
                  <a:pt x="717329" y="62769"/>
                  <a:pt x="713814" y="60752"/>
                </a:cubicBezTo>
                <a:cubicBezTo>
                  <a:pt x="710300" y="58733"/>
                  <a:pt x="706874" y="57723"/>
                  <a:pt x="703537" y="57723"/>
                </a:cubicBezTo>
                <a:cubicBezTo>
                  <a:pt x="697289" y="57723"/>
                  <a:pt x="691715" y="60521"/>
                  <a:pt x="686816" y="66117"/>
                </a:cubicBezTo>
                <a:cubicBezTo>
                  <a:pt x="680355" y="73481"/>
                  <a:pt x="677125" y="84245"/>
                  <a:pt x="677125" y="98410"/>
                </a:cubicBezTo>
                <a:cubicBezTo>
                  <a:pt x="677125" y="112716"/>
                  <a:pt x="680249" y="123677"/>
                  <a:pt x="686497" y="131292"/>
                </a:cubicBezTo>
                <a:cubicBezTo>
                  <a:pt x="692745" y="138904"/>
                  <a:pt x="699703" y="142710"/>
                  <a:pt x="707371" y="142710"/>
                </a:cubicBezTo>
                <a:cubicBezTo>
                  <a:pt x="713832" y="142710"/>
                  <a:pt x="720080" y="139488"/>
                  <a:pt x="726115" y="1330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Dimension">
            <a:extLst xmlns:a="http://schemas.openxmlformats.org/drawingml/2006/main">
              <a:ext uri="{FF2B5EF4-FFF2-40B4-BE49-F238E27FC236}">
                <a16:creationId xmlns:a16="http://schemas.microsoft.com/office/drawing/2014/main" id="{B00A820B-9D40-42E2-8C70-EBC9D23D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368" y="1284572"/>
            <a:ext cx="952611" cy="154425"/>
          </a:xfrm>
          <a:custGeom xmlns:a="http://schemas.openxmlformats.org/drawingml/2006/main">
            <a:pathLst>
              <a:path w="952611" h="154425">
                <a:moveTo>
                  <a:pt x="0" y="151443"/>
                </a:moveTo>
                <a:lnTo>
                  <a:pt x="0" y="147503"/>
                </a:lnTo>
                <a:lnTo>
                  <a:pt x="5432" y="147503"/>
                </a:lnTo>
                <a:cubicBezTo>
                  <a:pt x="11538" y="147503"/>
                  <a:pt x="15869" y="145550"/>
                  <a:pt x="18425" y="141645"/>
                </a:cubicBezTo>
                <a:cubicBezTo>
                  <a:pt x="19987" y="139302"/>
                  <a:pt x="20768" y="134048"/>
                  <a:pt x="20768" y="125883"/>
                </a:cubicBezTo>
                <a:lnTo>
                  <a:pt x="20768" y="32589"/>
                </a:lnTo>
                <a:cubicBezTo>
                  <a:pt x="20768" y="23572"/>
                  <a:pt x="19774" y="17928"/>
                  <a:pt x="17786" y="15656"/>
                </a:cubicBezTo>
                <a:cubicBezTo>
                  <a:pt x="15017" y="12532"/>
                  <a:pt x="10899" y="10970"/>
                  <a:pt x="5432" y="10970"/>
                </a:cubicBezTo>
                <a:lnTo>
                  <a:pt x="0" y="10970"/>
                </a:lnTo>
                <a:lnTo>
                  <a:pt x="0" y="7029"/>
                </a:lnTo>
                <a:lnTo>
                  <a:pt x="58788" y="7029"/>
                </a:lnTo>
                <a:cubicBezTo>
                  <a:pt x="80372" y="7029"/>
                  <a:pt x="96791" y="9479"/>
                  <a:pt x="108045" y="14378"/>
                </a:cubicBezTo>
                <a:cubicBezTo>
                  <a:pt x="119298" y="19277"/>
                  <a:pt x="128351" y="27442"/>
                  <a:pt x="135202" y="38873"/>
                </a:cubicBezTo>
                <a:cubicBezTo>
                  <a:pt x="142054" y="50304"/>
                  <a:pt x="145479" y="63510"/>
                  <a:pt x="145479" y="78491"/>
                </a:cubicBezTo>
                <a:cubicBezTo>
                  <a:pt x="145479" y="98584"/>
                  <a:pt x="139373" y="115375"/>
                  <a:pt x="127161" y="128865"/>
                </a:cubicBezTo>
                <a:cubicBezTo>
                  <a:pt x="113458" y="143917"/>
                  <a:pt x="92584" y="151443"/>
                  <a:pt x="64539" y="151443"/>
                </a:cubicBezTo>
                <a:lnTo>
                  <a:pt x="0" y="151443"/>
                </a:lnTo>
                <a:moveTo>
                  <a:pt x="41216" y="141113"/>
                </a:moveTo>
                <a:cubicBezTo>
                  <a:pt x="50233" y="143030"/>
                  <a:pt x="57794" y="143988"/>
                  <a:pt x="63900" y="143988"/>
                </a:cubicBezTo>
                <a:cubicBezTo>
                  <a:pt x="80372" y="143988"/>
                  <a:pt x="94040" y="138202"/>
                  <a:pt x="104903" y="126629"/>
                </a:cubicBezTo>
                <a:cubicBezTo>
                  <a:pt x="115766" y="115056"/>
                  <a:pt x="121197" y="99365"/>
                  <a:pt x="121197" y="79556"/>
                </a:cubicBezTo>
                <a:cubicBezTo>
                  <a:pt x="121197" y="59605"/>
                  <a:pt x="115766" y="43878"/>
                  <a:pt x="104903" y="32376"/>
                </a:cubicBezTo>
                <a:cubicBezTo>
                  <a:pt x="94040" y="20874"/>
                  <a:pt x="80088" y="15123"/>
                  <a:pt x="63048" y="15123"/>
                </a:cubicBezTo>
                <a:cubicBezTo>
                  <a:pt x="56658" y="15123"/>
                  <a:pt x="49381" y="16153"/>
                  <a:pt x="41216" y="18212"/>
                </a:cubicBezTo>
                <a:lnTo>
                  <a:pt x="41216" y="141113"/>
                </a:lnTo>
                <a:close/>
                <a:moveTo>
                  <a:pt x="185381" y="0"/>
                </a:moveTo>
                <a:cubicBezTo>
                  <a:pt x="188363" y="0"/>
                  <a:pt x="190901" y="1053"/>
                  <a:pt x="192996" y="3158"/>
                </a:cubicBezTo>
                <a:cubicBezTo>
                  <a:pt x="195090" y="5262"/>
                  <a:pt x="196137" y="7812"/>
                  <a:pt x="196137" y="10810"/>
                </a:cubicBezTo>
                <a:cubicBezTo>
                  <a:pt x="196137" y="13807"/>
                  <a:pt x="195090" y="16377"/>
                  <a:pt x="192996" y="18518"/>
                </a:cubicBezTo>
                <a:cubicBezTo>
                  <a:pt x="190901" y="20657"/>
                  <a:pt x="188363" y="21726"/>
                  <a:pt x="185381" y="21726"/>
                </a:cubicBezTo>
                <a:cubicBezTo>
                  <a:pt x="182399" y="21726"/>
                  <a:pt x="179843" y="20657"/>
                  <a:pt x="177713" y="18518"/>
                </a:cubicBezTo>
                <a:cubicBezTo>
                  <a:pt x="175583" y="16377"/>
                  <a:pt x="174518" y="13807"/>
                  <a:pt x="174518" y="10810"/>
                </a:cubicBezTo>
                <a:cubicBezTo>
                  <a:pt x="174518" y="7812"/>
                  <a:pt x="175565" y="5262"/>
                  <a:pt x="177659" y="3158"/>
                </a:cubicBezTo>
                <a:cubicBezTo>
                  <a:pt x="179754" y="1053"/>
                  <a:pt x="182328" y="0"/>
                  <a:pt x="185381" y="0"/>
                </a:cubicBezTo>
                <a:moveTo>
                  <a:pt x="194220" y="51120"/>
                </a:moveTo>
                <a:lnTo>
                  <a:pt x="194220" y="129331"/>
                </a:lnTo>
                <a:cubicBezTo>
                  <a:pt x="194220" y="135424"/>
                  <a:pt x="194664" y="139480"/>
                  <a:pt x="195552" y="141499"/>
                </a:cubicBezTo>
                <a:cubicBezTo>
                  <a:pt x="196439" y="143518"/>
                  <a:pt x="197753" y="145024"/>
                  <a:pt x="199492" y="146015"/>
                </a:cubicBezTo>
                <a:cubicBezTo>
                  <a:pt x="201232" y="147007"/>
                  <a:pt x="204409" y="147503"/>
                  <a:pt x="209024" y="147503"/>
                </a:cubicBezTo>
                <a:lnTo>
                  <a:pt x="209024" y="151443"/>
                </a:lnTo>
                <a:lnTo>
                  <a:pt x="161631" y="151443"/>
                </a:lnTo>
                <a:lnTo>
                  <a:pt x="161631" y="147503"/>
                </a:lnTo>
                <a:cubicBezTo>
                  <a:pt x="166388" y="147503"/>
                  <a:pt x="169583" y="147043"/>
                  <a:pt x="171216" y="146122"/>
                </a:cubicBezTo>
                <a:cubicBezTo>
                  <a:pt x="172849" y="145201"/>
                  <a:pt x="174145" y="143678"/>
                  <a:pt x="175103" y="141552"/>
                </a:cubicBezTo>
                <a:cubicBezTo>
                  <a:pt x="176062" y="139427"/>
                  <a:pt x="176541" y="135353"/>
                  <a:pt x="176541" y="129331"/>
                </a:cubicBezTo>
                <a:lnTo>
                  <a:pt x="176541" y="91820"/>
                </a:lnTo>
                <a:cubicBezTo>
                  <a:pt x="176541" y="81263"/>
                  <a:pt x="176222" y="74427"/>
                  <a:pt x="175583" y="71312"/>
                </a:cubicBezTo>
                <a:cubicBezTo>
                  <a:pt x="175086" y="69044"/>
                  <a:pt x="174305" y="67468"/>
                  <a:pt x="173240" y="66583"/>
                </a:cubicBezTo>
                <a:cubicBezTo>
                  <a:pt x="172175" y="65697"/>
                  <a:pt x="170719" y="65255"/>
                  <a:pt x="168873" y="65255"/>
                </a:cubicBezTo>
                <a:cubicBezTo>
                  <a:pt x="166885" y="65255"/>
                  <a:pt x="164471" y="65786"/>
                  <a:pt x="161631" y="66849"/>
                </a:cubicBezTo>
                <a:lnTo>
                  <a:pt x="160140" y="63022"/>
                </a:lnTo>
                <a:lnTo>
                  <a:pt x="189534" y="51120"/>
                </a:lnTo>
                <a:lnTo>
                  <a:pt x="194220" y="51120"/>
                </a:lnTo>
                <a:close/>
                <a:moveTo>
                  <a:pt x="250170" y="71888"/>
                </a:moveTo>
                <a:cubicBezTo>
                  <a:pt x="257270" y="64788"/>
                  <a:pt x="261459" y="60705"/>
                  <a:pt x="262737" y="59640"/>
                </a:cubicBezTo>
                <a:cubicBezTo>
                  <a:pt x="265932" y="56942"/>
                  <a:pt x="269375" y="54848"/>
                  <a:pt x="273067" y="53357"/>
                </a:cubicBezTo>
                <a:cubicBezTo>
                  <a:pt x="276759" y="51866"/>
                  <a:pt x="280416" y="51120"/>
                  <a:pt x="284037" y="51120"/>
                </a:cubicBezTo>
                <a:cubicBezTo>
                  <a:pt x="290143" y="51120"/>
                  <a:pt x="295397" y="52895"/>
                  <a:pt x="299799" y="56445"/>
                </a:cubicBezTo>
                <a:cubicBezTo>
                  <a:pt x="304201" y="59995"/>
                  <a:pt x="307147" y="65143"/>
                  <a:pt x="308638" y="71888"/>
                </a:cubicBezTo>
                <a:cubicBezTo>
                  <a:pt x="315951" y="63368"/>
                  <a:pt x="322128" y="57776"/>
                  <a:pt x="327169" y="55114"/>
                </a:cubicBezTo>
                <a:cubicBezTo>
                  <a:pt x="332210" y="52451"/>
                  <a:pt x="337393" y="51120"/>
                  <a:pt x="342718" y="51120"/>
                </a:cubicBezTo>
                <a:cubicBezTo>
                  <a:pt x="347901" y="51120"/>
                  <a:pt x="352499" y="52449"/>
                  <a:pt x="356510" y="55107"/>
                </a:cubicBezTo>
                <a:cubicBezTo>
                  <a:pt x="360522" y="57763"/>
                  <a:pt x="363699" y="62102"/>
                  <a:pt x="366042" y="68124"/>
                </a:cubicBezTo>
                <a:cubicBezTo>
                  <a:pt x="367604" y="72233"/>
                  <a:pt x="368385" y="78679"/>
                  <a:pt x="368385" y="87463"/>
                </a:cubicBezTo>
                <a:lnTo>
                  <a:pt x="368385" y="129331"/>
                </a:lnTo>
                <a:cubicBezTo>
                  <a:pt x="368385" y="135424"/>
                  <a:pt x="368846" y="139604"/>
                  <a:pt x="369769" y="141872"/>
                </a:cubicBezTo>
                <a:cubicBezTo>
                  <a:pt x="370479" y="143429"/>
                  <a:pt x="371793" y="144757"/>
                  <a:pt x="373710" y="145856"/>
                </a:cubicBezTo>
                <a:cubicBezTo>
                  <a:pt x="375627" y="146954"/>
                  <a:pt x="378751" y="147503"/>
                  <a:pt x="383082" y="147503"/>
                </a:cubicBezTo>
                <a:lnTo>
                  <a:pt x="383082" y="151443"/>
                </a:lnTo>
                <a:lnTo>
                  <a:pt x="334944" y="151443"/>
                </a:lnTo>
                <a:lnTo>
                  <a:pt x="334944" y="147503"/>
                </a:lnTo>
                <a:lnTo>
                  <a:pt x="336967" y="147503"/>
                </a:lnTo>
                <a:cubicBezTo>
                  <a:pt x="341156" y="147503"/>
                  <a:pt x="344422" y="146691"/>
                  <a:pt x="346765" y="145067"/>
                </a:cubicBezTo>
                <a:cubicBezTo>
                  <a:pt x="348398" y="143935"/>
                  <a:pt x="349570" y="142134"/>
                  <a:pt x="350280" y="139662"/>
                </a:cubicBezTo>
                <a:cubicBezTo>
                  <a:pt x="350564" y="138462"/>
                  <a:pt x="350706" y="135036"/>
                  <a:pt x="350706" y="129385"/>
                </a:cubicBezTo>
                <a:lnTo>
                  <a:pt x="350706" y="87636"/>
                </a:lnTo>
                <a:cubicBezTo>
                  <a:pt x="350706" y="79724"/>
                  <a:pt x="349747" y="74144"/>
                  <a:pt x="347830" y="70896"/>
                </a:cubicBezTo>
                <a:cubicBezTo>
                  <a:pt x="345061" y="66374"/>
                  <a:pt x="340624" y="64113"/>
                  <a:pt x="334518" y="64113"/>
                </a:cubicBezTo>
                <a:cubicBezTo>
                  <a:pt x="330755" y="64113"/>
                  <a:pt x="326974" y="65050"/>
                  <a:pt x="323176" y="66922"/>
                </a:cubicBezTo>
                <a:cubicBezTo>
                  <a:pt x="319377" y="68793"/>
                  <a:pt x="314780" y="72272"/>
                  <a:pt x="309384" y="77359"/>
                </a:cubicBezTo>
                <a:lnTo>
                  <a:pt x="309171" y="78524"/>
                </a:lnTo>
                <a:lnTo>
                  <a:pt x="309384" y="83080"/>
                </a:lnTo>
                <a:lnTo>
                  <a:pt x="309384" y="129385"/>
                </a:lnTo>
                <a:cubicBezTo>
                  <a:pt x="309384" y="136025"/>
                  <a:pt x="309757" y="140158"/>
                  <a:pt x="310502" y="141782"/>
                </a:cubicBezTo>
                <a:cubicBezTo>
                  <a:pt x="311248" y="143406"/>
                  <a:pt x="312650" y="144766"/>
                  <a:pt x="314709" y="145862"/>
                </a:cubicBezTo>
                <a:cubicBezTo>
                  <a:pt x="316768" y="146956"/>
                  <a:pt x="320282" y="147503"/>
                  <a:pt x="325252" y="147503"/>
                </a:cubicBezTo>
                <a:lnTo>
                  <a:pt x="325252" y="151443"/>
                </a:lnTo>
                <a:lnTo>
                  <a:pt x="275943" y="151443"/>
                </a:lnTo>
                <a:lnTo>
                  <a:pt x="275943" y="147503"/>
                </a:lnTo>
                <a:cubicBezTo>
                  <a:pt x="281339" y="147503"/>
                  <a:pt x="285048" y="146867"/>
                  <a:pt x="287072" y="145596"/>
                </a:cubicBezTo>
                <a:cubicBezTo>
                  <a:pt x="289095" y="144325"/>
                  <a:pt x="290498" y="142418"/>
                  <a:pt x="291279" y="139875"/>
                </a:cubicBezTo>
                <a:cubicBezTo>
                  <a:pt x="291634" y="138672"/>
                  <a:pt x="291811" y="135176"/>
                  <a:pt x="291811" y="129385"/>
                </a:cubicBezTo>
                <a:lnTo>
                  <a:pt x="291811" y="87636"/>
                </a:lnTo>
                <a:cubicBezTo>
                  <a:pt x="291811" y="79724"/>
                  <a:pt x="290640" y="74038"/>
                  <a:pt x="288297" y="70576"/>
                </a:cubicBezTo>
                <a:cubicBezTo>
                  <a:pt x="285173" y="66055"/>
                  <a:pt x="280806" y="63794"/>
                  <a:pt x="275197" y="63794"/>
                </a:cubicBezTo>
                <a:cubicBezTo>
                  <a:pt x="271363" y="63794"/>
                  <a:pt x="267565" y="64818"/>
                  <a:pt x="263802" y="66866"/>
                </a:cubicBezTo>
                <a:cubicBezTo>
                  <a:pt x="257909" y="69974"/>
                  <a:pt x="253365" y="73471"/>
                  <a:pt x="250170" y="77356"/>
                </a:cubicBezTo>
                <a:lnTo>
                  <a:pt x="250170" y="129385"/>
                </a:lnTo>
                <a:cubicBezTo>
                  <a:pt x="250170" y="135741"/>
                  <a:pt x="250613" y="139874"/>
                  <a:pt x="251501" y="141782"/>
                </a:cubicBezTo>
                <a:cubicBezTo>
                  <a:pt x="252388" y="143688"/>
                  <a:pt x="253702" y="145118"/>
                  <a:pt x="255441" y="146072"/>
                </a:cubicBezTo>
                <a:cubicBezTo>
                  <a:pt x="257181" y="147026"/>
                  <a:pt x="260713" y="147503"/>
                  <a:pt x="266038" y="147503"/>
                </a:cubicBezTo>
                <a:lnTo>
                  <a:pt x="266038" y="151443"/>
                </a:lnTo>
                <a:lnTo>
                  <a:pt x="217793" y="151443"/>
                </a:lnTo>
                <a:lnTo>
                  <a:pt x="217793" y="147503"/>
                </a:lnTo>
                <a:cubicBezTo>
                  <a:pt x="222266" y="147503"/>
                  <a:pt x="225390" y="147025"/>
                  <a:pt x="227166" y="146069"/>
                </a:cubicBezTo>
                <a:cubicBezTo>
                  <a:pt x="228941" y="145112"/>
                  <a:pt x="230290" y="143589"/>
                  <a:pt x="231213" y="141499"/>
                </a:cubicBezTo>
                <a:cubicBezTo>
                  <a:pt x="232136" y="139409"/>
                  <a:pt x="232597" y="135353"/>
                  <a:pt x="232597" y="129331"/>
                </a:cubicBezTo>
                <a:lnTo>
                  <a:pt x="232597" y="92139"/>
                </a:lnTo>
                <a:cubicBezTo>
                  <a:pt x="232597" y="81441"/>
                  <a:pt x="232278" y="74534"/>
                  <a:pt x="231639" y="71418"/>
                </a:cubicBezTo>
                <a:cubicBezTo>
                  <a:pt x="231142" y="69080"/>
                  <a:pt x="230361" y="67468"/>
                  <a:pt x="229296" y="66583"/>
                </a:cubicBezTo>
                <a:cubicBezTo>
                  <a:pt x="228231" y="65697"/>
                  <a:pt x="226775" y="65255"/>
                  <a:pt x="224929" y="65255"/>
                </a:cubicBezTo>
                <a:cubicBezTo>
                  <a:pt x="222941" y="65255"/>
                  <a:pt x="220562" y="65786"/>
                  <a:pt x="217793" y="66849"/>
                </a:cubicBezTo>
                <a:lnTo>
                  <a:pt x="216196" y="63022"/>
                </a:lnTo>
                <a:lnTo>
                  <a:pt x="245590" y="51120"/>
                </a:lnTo>
                <a:lnTo>
                  <a:pt x="250170" y="51120"/>
                </a:lnTo>
                <a:lnTo>
                  <a:pt x="250170" y="71888"/>
                </a:lnTo>
                <a:close/>
                <a:moveTo>
                  <a:pt x="407294" y="90738"/>
                </a:moveTo>
                <a:cubicBezTo>
                  <a:pt x="407223" y="105189"/>
                  <a:pt x="410738" y="116524"/>
                  <a:pt x="417838" y="124742"/>
                </a:cubicBezTo>
                <a:cubicBezTo>
                  <a:pt x="424938" y="132958"/>
                  <a:pt x="433280" y="137066"/>
                  <a:pt x="442865" y="137066"/>
                </a:cubicBezTo>
                <a:cubicBezTo>
                  <a:pt x="449255" y="137066"/>
                  <a:pt x="454811" y="135309"/>
                  <a:pt x="459532" y="131794"/>
                </a:cubicBezTo>
                <a:cubicBezTo>
                  <a:pt x="464254" y="128280"/>
                  <a:pt x="468212" y="122262"/>
                  <a:pt x="471407" y="113742"/>
                </a:cubicBezTo>
                <a:lnTo>
                  <a:pt x="474709" y="115872"/>
                </a:lnTo>
                <a:cubicBezTo>
                  <a:pt x="473218" y="125599"/>
                  <a:pt x="468887" y="134457"/>
                  <a:pt x="461716" y="142444"/>
                </a:cubicBezTo>
                <a:cubicBezTo>
                  <a:pt x="454545" y="150432"/>
                  <a:pt x="445563" y="154425"/>
                  <a:pt x="434771" y="154425"/>
                </a:cubicBezTo>
                <a:cubicBezTo>
                  <a:pt x="423056" y="154425"/>
                  <a:pt x="413027" y="149874"/>
                  <a:pt x="404685" y="140770"/>
                </a:cubicBezTo>
                <a:cubicBezTo>
                  <a:pt x="396342" y="131664"/>
                  <a:pt x="392171" y="119423"/>
                  <a:pt x="392171" y="104047"/>
                </a:cubicBezTo>
                <a:cubicBezTo>
                  <a:pt x="392171" y="87398"/>
                  <a:pt x="396449" y="74415"/>
                  <a:pt x="405004" y="65098"/>
                </a:cubicBezTo>
                <a:cubicBezTo>
                  <a:pt x="413560" y="55780"/>
                  <a:pt x="424299" y="51120"/>
                  <a:pt x="437221" y="51120"/>
                </a:cubicBezTo>
                <a:cubicBezTo>
                  <a:pt x="448155" y="51120"/>
                  <a:pt x="457136" y="54715"/>
                  <a:pt x="464165" y="61903"/>
                </a:cubicBezTo>
                <a:cubicBezTo>
                  <a:pt x="471194" y="69090"/>
                  <a:pt x="474709" y="78702"/>
                  <a:pt x="474709" y="90738"/>
                </a:cubicBezTo>
                <a:lnTo>
                  <a:pt x="407294" y="90738"/>
                </a:lnTo>
                <a:moveTo>
                  <a:pt x="407294" y="84561"/>
                </a:moveTo>
                <a:lnTo>
                  <a:pt x="452450" y="84561"/>
                </a:lnTo>
                <a:cubicBezTo>
                  <a:pt x="452095" y="78313"/>
                  <a:pt x="451350" y="73911"/>
                  <a:pt x="450214" y="71355"/>
                </a:cubicBezTo>
                <a:cubicBezTo>
                  <a:pt x="448439" y="67379"/>
                  <a:pt x="445794" y="64255"/>
                  <a:pt x="442279" y="61983"/>
                </a:cubicBezTo>
                <a:cubicBezTo>
                  <a:pt x="438765" y="59711"/>
                  <a:pt x="435091" y="58575"/>
                  <a:pt x="431257" y="58575"/>
                </a:cubicBezTo>
                <a:cubicBezTo>
                  <a:pt x="425364" y="58575"/>
                  <a:pt x="420092" y="60865"/>
                  <a:pt x="415441" y="65444"/>
                </a:cubicBezTo>
                <a:cubicBezTo>
                  <a:pt x="410791" y="70024"/>
                  <a:pt x="408075" y="76396"/>
                  <a:pt x="407294" y="84561"/>
                </a:cubicBezTo>
                <a:close/>
                <a:moveTo>
                  <a:pt x="516171" y="71781"/>
                </a:moveTo>
                <a:cubicBezTo>
                  <a:pt x="527602" y="58007"/>
                  <a:pt x="538500" y="51120"/>
                  <a:pt x="548866" y="51120"/>
                </a:cubicBezTo>
                <a:cubicBezTo>
                  <a:pt x="554191" y="51120"/>
                  <a:pt x="558771" y="52449"/>
                  <a:pt x="562605" y="55107"/>
                </a:cubicBezTo>
                <a:cubicBezTo>
                  <a:pt x="566439" y="57763"/>
                  <a:pt x="569492" y="62137"/>
                  <a:pt x="571764" y="68230"/>
                </a:cubicBezTo>
                <a:cubicBezTo>
                  <a:pt x="573326" y="72479"/>
                  <a:pt x="574107" y="78997"/>
                  <a:pt x="574107" y="87783"/>
                </a:cubicBezTo>
                <a:lnTo>
                  <a:pt x="574107" y="129331"/>
                </a:lnTo>
                <a:cubicBezTo>
                  <a:pt x="574107" y="135495"/>
                  <a:pt x="574604" y="139675"/>
                  <a:pt x="575598" y="141872"/>
                </a:cubicBezTo>
                <a:cubicBezTo>
                  <a:pt x="576379" y="143642"/>
                  <a:pt x="577639" y="145024"/>
                  <a:pt x="579379" y="146015"/>
                </a:cubicBezTo>
                <a:cubicBezTo>
                  <a:pt x="581118" y="147007"/>
                  <a:pt x="584331" y="147503"/>
                  <a:pt x="589017" y="147503"/>
                </a:cubicBezTo>
                <a:lnTo>
                  <a:pt x="589017" y="151443"/>
                </a:lnTo>
                <a:lnTo>
                  <a:pt x="540772" y="151443"/>
                </a:lnTo>
                <a:lnTo>
                  <a:pt x="540772" y="147503"/>
                </a:lnTo>
                <a:lnTo>
                  <a:pt x="542796" y="147503"/>
                </a:lnTo>
                <a:cubicBezTo>
                  <a:pt x="547340" y="147503"/>
                  <a:pt x="550517" y="146814"/>
                  <a:pt x="552328" y="145436"/>
                </a:cubicBezTo>
                <a:cubicBezTo>
                  <a:pt x="554138" y="144058"/>
                  <a:pt x="555398" y="142028"/>
                  <a:pt x="556108" y="139346"/>
                </a:cubicBezTo>
                <a:cubicBezTo>
                  <a:pt x="556392" y="138285"/>
                  <a:pt x="556534" y="134965"/>
                  <a:pt x="556534" y="129385"/>
                </a:cubicBezTo>
                <a:lnTo>
                  <a:pt x="556534" y="89650"/>
                </a:lnTo>
                <a:cubicBezTo>
                  <a:pt x="556534" y="80822"/>
                  <a:pt x="555381" y="74412"/>
                  <a:pt x="553073" y="70420"/>
                </a:cubicBezTo>
                <a:cubicBezTo>
                  <a:pt x="550766" y="66428"/>
                  <a:pt x="546878" y="64433"/>
                  <a:pt x="541411" y="64433"/>
                </a:cubicBezTo>
                <a:cubicBezTo>
                  <a:pt x="532962" y="64433"/>
                  <a:pt x="524549" y="69024"/>
                  <a:pt x="516171" y="78208"/>
                </a:cubicBezTo>
                <a:lnTo>
                  <a:pt x="516171" y="129385"/>
                </a:lnTo>
                <a:cubicBezTo>
                  <a:pt x="516171" y="135954"/>
                  <a:pt x="516561" y="140016"/>
                  <a:pt x="517342" y="141569"/>
                </a:cubicBezTo>
                <a:cubicBezTo>
                  <a:pt x="518336" y="143617"/>
                  <a:pt x="519703" y="145118"/>
                  <a:pt x="521442" y="146072"/>
                </a:cubicBezTo>
                <a:cubicBezTo>
                  <a:pt x="523182" y="147026"/>
                  <a:pt x="526714" y="147503"/>
                  <a:pt x="532039" y="147503"/>
                </a:cubicBezTo>
                <a:lnTo>
                  <a:pt x="532039" y="151443"/>
                </a:lnTo>
                <a:lnTo>
                  <a:pt x="483795" y="151443"/>
                </a:lnTo>
                <a:lnTo>
                  <a:pt x="483795" y="147503"/>
                </a:lnTo>
                <a:lnTo>
                  <a:pt x="485925" y="147503"/>
                </a:lnTo>
                <a:cubicBezTo>
                  <a:pt x="490895" y="147503"/>
                  <a:pt x="494249" y="146246"/>
                  <a:pt x="495989" y="143732"/>
                </a:cubicBezTo>
                <a:cubicBezTo>
                  <a:pt x="497728" y="141216"/>
                  <a:pt x="498598" y="136416"/>
                  <a:pt x="498598" y="129331"/>
                </a:cubicBezTo>
                <a:lnTo>
                  <a:pt x="498598" y="93201"/>
                </a:lnTo>
                <a:cubicBezTo>
                  <a:pt x="498598" y="81513"/>
                  <a:pt x="498332" y="74394"/>
                  <a:pt x="497799" y="71844"/>
                </a:cubicBezTo>
                <a:cubicBezTo>
                  <a:pt x="497267" y="69293"/>
                  <a:pt x="496450" y="67557"/>
                  <a:pt x="495350" y="66636"/>
                </a:cubicBezTo>
                <a:cubicBezTo>
                  <a:pt x="494249" y="65715"/>
                  <a:pt x="492776" y="65255"/>
                  <a:pt x="490930" y="65255"/>
                </a:cubicBezTo>
                <a:cubicBezTo>
                  <a:pt x="488942" y="65255"/>
                  <a:pt x="486564" y="65786"/>
                  <a:pt x="483795" y="66849"/>
                </a:cubicBezTo>
                <a:lnTo>
                  <a:pt x="482197" y="63022"/>
                </a:lnTo>
                <a:lnTo>
                  <a:pt x="511591" y="51120"/>
                </a:lnTo>
                <a:lnTo>
                  <a:pt x="516171" y="51120"/>
                </a:lnTo>
                <a:lnTo>
                  <a:pt x="516171" y="71781"/>
                </a:lnTo>
                <a:close/>
                <a:moveTo>
                  <a:pt x="659840" y="51120"/>
                </a:moveTo>
                <a:lnTo>
                  <a:pt x="659840" y="84135"/>
                </a:lnTo>
                <a:lnTo>
                  <a:pt x="656325" y="84135"/>
                </a:lnTo>
                <a:cubicBezTo>
                  <a:pt x="653627" y="73780"/>
                  <a:pt x="650166" y="66737"/>
                  <a:pt x="645941" y="63005"/>
                </a:cubicBezTo>
                <a:cubicBezTo>
                  <a:pt x="641717" y="59271"/>
                  <a:pt x="636339" y="57404"/>
                  <a:pt x="629807" y="57404"/>
                </a:cubicBezTo>
                <a:cubicBezTo>
                  <a:pt x="624837" y="57404"/>
                  <a:pt x="620825" y="58716"/>
                  <a:pt x="617772" y="61341"/>
                </a:cubicBezTo>
                <a:cubicBezTo>
                  <a:pt x="614719" y="63963"/>
                  <a:pt x="613193" y="66871"/>
                  <a:pt x="613193" y="70064"/>
                </a:cubicBezTo>
                <a:cubicBezTo>
                  <a:pt x="613193" y="74035"/>
                  <a:pt x="614329" y="77439"/>
                  <a:pt x="616601" y="80275"/>
                </a:cubicBezTo>
                <a:cubicBezTo>
                  <a:pt x="618802" y="83183"/>
                  <a:pt x="623275" y="86269"/>
                  <a:pt x="630020" y="89530"/>
                </a:cubicBezTo>
                <a:lnTo>
                  <a:pt x="645569" y="97085"/>
                </a:lnTo>
                <a:cubicBezTo>
                  <a:pt x="659982" y="104105"/>
                  <a:pt x="667188" y="113361"/>
                  <a:pt x="667188" y="124852"/>
                </a:cubicBezTo>
                <a:cubicBezTo>
                  <a:pt x="667188" y="133716"/>
                  <a:pt x="663834" y="140861"/>
                  <a:pt x="657124" y="146288"/>
                </a:cubicBezTo>
                <a:cubicBezTo>
                  <a:pt x="650414" y="151713"/>
                  <a:pt x="642906" y="154425"/>
                  <a:pt x="634599" y="154425"/>
                </a:cubicBezTo>
                <a:cubicBezTo>
                  <a:pt x="628635" y="154425"/>
                  <a:pt x="621819" y="153360"/>
                  <a:pt x="614151" y="151230"/>
                </a:cubicBezTo>
                <a:cubicBezTo>
                  <a:pt x="611808" y="150520"/>
                  <a:pt x="609891" y="150165"/>
                  <a:pt x="608400" y="150165"/>
                </a:cubicBezTo>
                <a:cubicBezTo>
                  <a:pt x="606767" y="150165"/>
                  <a:pt x="605489" y="151088"/>
                  <a:pt x="604566" y="152934"/>
                </a:cubicBezTo>
                <a:lnTo>
                  <a:pt x="601052" y="152934"/>
                </a:lnTo>
                <a:lnTo>
                  <a:pt x="601052" y="118002"/>
                </a:lnTo>
                <a:lnTo>
                  <a:pt x="604566" y="118002"/>
                </a:lnTo>
                <a:cubicBezTo>
                  <a:pt x="606554" y="127978"/>
                  <a:pt x="610353" y="135495"/>
                  <a:pt x="615962" y="140554"/>
                </a:cubicBezTo>
                <a:cubicBezTo>
                  <a:pt x="621571" y="145613"/>
                  <a:pt x="627854" y="148142"/>
                  <a:pt x="634812" y="148142"/>
                </a:cubicBezTo>
                <a:cubicBezTo>
                  <a:pt x="639711" y="148142"/>
                  <a:pt x="643705" y="146706"/>
                  <a:pt x="646793" y="143835"/>
                </a:cubicBezTo>
                <a:cubicBezTo>
                  <a:pt x="649882" y="140962"/>
                  <a:pt x="651426" y="137504"/>
                  <a:pt x="651426" y="133462"/>
                </a:cubicBezTo>
                <a:cubicBezTo>
                  <a:pt x="651426" y="128567"/>
                  <a:pt x="649704" y="124453"/>
                  <a:pt x="646261" y="121121"/>
                </a:cubicBezTo>
                <a:cubicBezTo>
                  <a:pt x="642817" y="117788"/>
                  <a:pt x="635948" y="113569"/>
                  <a:pt x="625653" y="108464"/>
                </a:cubicBezTo>
                <a:cubicBezTo>
                  <a:pt x="615358" y="103356"/>
                  <a:pt x="608613" y="98746"/>
                  <a:pt x="605418" y="94632"/>
                </a:cubicBezTo>
                <a:cubicBezTo>
                  <a:pt x="602223" y="90590"/>
                  <a:pt x="600626" y="85483"/>
                  <a:pt x="600626" y="79313"/>
                </a:cubicBezTo>
                <a:cubicBezTo>
                  <a:pt x="600626" y="71299"/>
                  <a:pt x="603377" y="64597"/>
                  <a:pt x="608879" y="59208"/>
                </a:cubicBezTo>
                <a:cubicBezTo>
                  <a:pt x="614382" y="53816"/>
                  <a:pt x="621500" y="51120"/>
                  <a:pt x="630233" y="51120"/>
                </a:cubicBezTo>
                <a:cubicBezTo>
                  <a:pt x="634067" y="51120"/>
                  <a:pt x="638717" y="51937"/>
                  <a:pt x="644184" y="53570"/>
                </a:cubicBezTo>
                <a:cubicBezTo>
                  <a:pt x="647805" y="54635"/>
                  <a:pt x="650219" y="55167"/>
                  <a:pt x="651426" y="55167"/>
                </a:cubicBezTo>
                <a:cubicBezTo>
                  <a:pt x="652562" y="55167"/>
                  <a:pt x="653450" y="54919"/>
                  <a:pt x="654089" y="54422"/>
                </a:cubicBezTo>
                <a:cubicBezTo>
                  <a:pt x="654728" y="53925"/>
                  <a:pt x="655473" y="52824"/>
                  <a:pt x="656325" y="51120"/>
                </a:cubicBezTo>
                <a:lnTo>
                  <a:pt x="659840" y="51120"/>
                </a:lnTo>
                <a:close/>
                <a:moveTo>
                  <a:pt x="706452" y="0"/>
                </a:moveTo>
                <a:cubicBezTo>
                  <a:pt x="709434" y="0"/>
                  <a:pt x="711972" y="1053"/>
                  <a:pt x="714067" y="3158"/>
                </a:cubicBezTo>
                <a:cubicBezTo>
                  <a:pt x="716161" y="5262"/>
                  <a:pt x="717208" y="7812"/>
                  <a:pt x="717208" y="10810"/>
                </a:cubicBezTo>
                <a:cubicBezTo>
                  <a:pt x="717208" y="13807"/>
                  <a:pt x="716161" y="16377"/>
                  <a:pt x="714067" y="18518"/>
                </a:cubicBezTo>
                <a:cubicBezTo>
                  <a:pt x="711972" y="20657"/>
                  <a:pt x="709434" y="21726"/>
                  <a:pt x="706452" y="21726"/>
                </a:cubicBezTo>
                <a:cubicBezTo>
                  <a:pt x="703470" y="21726"/>
                  <a:pt x="700914" y="20657"/>
                  <a:pt x="698784" y="18518"/>
                </a:cubicBezTo>
                <a:cubicBezTo>
                  <a:pt x="696654" y="16377"/>
                  <a:pt x="695589" y="13807"/>
                  <a:pt x="695589" y="10810"/>
                </a:cubicBezTo>
                <a:cubicBezTo>
                  <a:pt x="695589" y="7812"/>
                  <a:pt x="696636" y="5262"/>
                  <a:pt x="698731" y="3158"/>
                </a:cubicBezTo>
                <a:cubicBezTo>
                  <a:pt x="700825" y="1053"/>
                  <a:pt x="703399" y="0"/>
                  <a:pt x="706452" y="0"/>
                </a:cubicBezTo>
                <a:moveTo>
                  <a:pt x="715291" y="51120"/>
                </a:moveTo>
                <a:lnTo>
                  <a:pt x="715291" y="129331"/>
                </a:lnTo>
                <a:cubicBezTo>
                  <a:pt x="715291" y="135424"/>
                  <a:pt x="715735" y="139480"/>
                  <a:pt x="716623" y="141499"/>
                </a:cubicBezTo>
                <a:cubicBezTo>
                  <a:pt x="717510" y="143518"/>
                  <a:pt x="718824" y="145024"/>
                  <a:pt x="720563" y="146015"/>
                </a:cubicBezTo>
                <a:cubicBezTo>
                  <a:pt x="722303" y="147007"/>
                  <a:pt x="725480" y="147503"/>
                  <a:pt x="730095" y="147503"/>
                </a:cubicBezTo>
                <a:lnTo>
                  <a:pt x="730095" y="151443"/>
                </a:lnTo>
                <a:lnTo>
                  <a:pt x="682702" y="151443"/>
                </a:lnTo>
                <a:lnTo>
                  <a:pt x="682702" y="147503"/>
                </a:lnTo>
                <a:cubicBezTo>
                  <a:pt x="687459" y="147503"/>
                  <a:pt x="690654" y="147043"/>
                  <a:pt x="692287" y="146122"/>
                </a:cubicBezTo>
                <a:cubicBezTo>
                  <a:pt x="693920" y="145201"/>
                  <a:pt x="695216" y="143678"/>
                  <a:pt x="696175" y="141552"/>
                </a:cubicBezTo>
                <a:cubicBezTo>
                  <a:pt x="697133" y="139427"/>
                  <a:pt x="697612" y="135353"/>
                  <a:pt x="697612" y="129331"/>
                </a:cubicBezTo>
                <a:lnTo>
                  <a:pt x="697612" y="91820"/>
                </a:lnTo>
                <a:cubicBezTo>
                  <a:pt x="697612" y="81263"/>
                  <a:pt x="697293" y="74427"/>
                  <a:pt x="696654" y="71312"/>
                </a:cubicBezTo>
                <a:cubicBezTo>
                  <a:pt x="696157" y="69044"/>
                  <a:pt x="695376" y="67468"/>
                  <a:pt x="694311" y="66583"/>
                </a:cubicBezTo>
                <a:cubicBezTo>
                  <a:pt x="693246" y="65697"/>
                  <a:pt x="691790" y="65255"/>
                  <a:pt x="689944" y="65255"/>
                </a:cubicBezTo>
                <a:cubicBezTo>
                  <a:pt x="687956" y="65255"/>
                  <a:pt x="685542" y="65786"/>
                  <a:pt x="682702" y="66849"/>
                </a:cubicBezTo>
                <a:lnTo>
                  <a:pt x="681211" y="63022"/>
                </a:lnTo>
                <a:lnTo>
                  <a:pt x="710605" y="51120"/>
                </a:lnTo>
                <a:lnTo>
                  <a:pt x="715291" y="51120"/>
                </a:lnTo>
                <a:close/>
                <a:moveTo>
                  <a:pt x="789985" y="51120"/>
                </a:moveTo>
                <a:cubicBezTo>
                  <a:pt x="804753" y="51120"/>
                  <a:pt x="816610" y="56724"/>
                  <a:pt x="825556" y="67931"/>
                </a:cubicBezTo>
                <a:cubicBezTo>
                  <a:pt x="833153" y="77505"/>
                  <a:pt x="836951" y="88498"/>
                  <a:pt x="836951" y="100912"/>
                </a:cubicBezTo>
                <a:cubicBezTo>
                  <a:pt x="836951" y="109637"/>
                  <a:pt x="834857" y="118467"/>
                  <a:pt x="830668" y="127404"/>
                </a:cubicBezTo>
                <a:cubicBezTo>
                  <a:pt x="826479" y="136339"/>
                  <a:pt x="820710" y="143077"/>
                  <a:pt x="813362" y="147616"/>
                </a:cubicBezTo>
                <a:cubicBezTo>
                  <a:pt x="806013" y="152156"/>
                  <a:pt x="797830" y="154425"/>
                  <a:pt x="788813" y="154425"/>
                </a:cubicBezTo>
                <a:cubicBezTo>
                  <a:pt x="774116" y="154425"/>
                  <a:pt x="762437" y="148574"/>
                  <a:pt x="753775" y="136870"/>
                </a:cubicBezTo>
                <a:cubicBezTo>
                  <a:pt x="746462" y="127012"/>
                  <a:pt x="742805" y="115948"/>
                  <a:pt x="742805" y="103678"/>
                </a:cubicBezTo>
                <a:cubicBezTo>
                  <a:pt x="742805" y="94741"/>
                  <a:pt x="745024" y="85857"/>
                  <a:pt x="749461" y="77026"/>
                </a:cubicBezTo>
                <a:cubicBezTo>
                  <a:pt x="753899" y="68196"/>
                  <a:pt x="759739" y="61670"/>
                  <a:pt x="766981" y="57450"/>
                </a:cubicBezTo>
                <a:cubicBezTo>
                  <a:pt x="774223" y="53230"/>
                  <a:pt x="781891" y="51120"/>
                  <a:pt x="789985" y="51120"/>
                </a:cubicBezTo>
                <a:moveTo>
                  <a:pt x="786683" y="58149"/>
                </a:moveTo>
                <a:cubicBezTo>
                  <a:pt x="782920" y="58149"/>
                  <a:pt x="779139" y="59266"/>
                  <a:pt x="775341" y="61501"/>
                </a:cubicBezTo>
                <a:cubicBezTo>
                  <a:pt x="771542" y="63735"/>
                  <a:pt x="768472" y="67653"/>
                  <a:pt x="766129" y="73256"/>
                </a:cubicBezTo>
                <a:cubicBezTo>
                  <a:pt x="763786" y="78858"/>
                  <a:pt x="762614" y="86056"/>
                  <a:pt x="762614" y="94849"/>
                </a:cubicBezTo>
                <a:cubicBezTo>
                  <a:pt x="762614" y="109031"/>
                  <a:pt x="765436" y="121264"/>
                  <a:pt x="771081" y="131548"/>
                </a:cubicBezTo>
                <a:cubicBezTo>
                  <a:pt x="776725" y="141830"/>
                  <a:pt x="784163" y="146970"/>
                  <a:pt x="793393" y="146970"/>
                </a:cubicBezTo>
                <a:cubicBezTo>
                  <a:pt x="800280" y="146970"/>
                  <a:pt x="805960" y="144134"/>
                  <a:pt x="810433" y="138460"/>
                </a:cubicBezTo>
                <a:cubicBezTo>
                  <a:pt x="814906" y="132787"/>
                  <a:pt x="817142" y="123037"/>
                  <a:pt x="817142" y="109209"/>
                </a:cubicBezTo>
                <a:cubicBezTo>
                  <a:pt x="817142" y="91905"/>
                  <a:pt x="813415" y="78289"/>
                  <a:pt x="805960" y="68360"/>
                </a:cubicBezTo>
                <a:cubicBezTo>
                  <a:pt x="800919" y="61553"/>
                  <a:pt x="794493" y="58149"/>
                  <a:pt x="786683" y="58149"/>
                </a:cubicBezTo>
                <a:close/>
                <a:moveTo>
                  <a:pt x="879765" y="71781"/>
                </a:moveTo>
                <a:cubicBezTo>
                  <a:pt x="891196" y="58007"/>
                  <a:pt x="902094" y="51120"/>
                  <a:pt x="912460" y="51120"/>
                </a:cubicBezTo>
                <a:cubicBezTo>
                  <a:pt x="917785" y="51120"/>
                  <a:pt x="922365" y="52449"/>
                  <a:pt x="926199" y="55107"/>
                </a:cubicBezTo>
                <a:cubicBezTo>
                  <a:pt x="930033" y="57763"/>
                  <a:pt x="933086" y="62137"/>
                  <a:pt x="935358" y="68230"/>
                </a:cubicBezTo>
                <a:cubicBezTo>
                  <a:pt x="936920" y="72479"/>
                  <a:pt x="937701" y="78997"/>
                  <a:pt x="937701" y="87783"/>
                </a:cubicBezTo>
                <a:lnTo>
                  <a:pt x="937701" y="129331"/>
                </a:lnTo>
                <a:cubicBezTo>
                  <a:pt x="937701" y="135495"/>
                  <a:pt x="938198" y="139675"/>
                  <a:pt x="939192" y="141872"/>
                </a:cubicBezTo>
                <a:cubicBezTo>
                  <a:pt x="939973" y="143642"/>
                  <a:pt x="941233" y="145024"/>
                  <a:pt x="942973" y="146015"/>
                </a:cubicBezTo>
                <a:cubicBezTo>
                  <a:pt x="944712" y="147007"/>
                  <a:pt x="947925" y="147503"/>
                  <a:pt x="952611" y="147503"/>
                </a:cubicBezTo>
                <a:lnTo>
                  <a:pt x="952611" y="151443"/>
                </a:lnTo>
                <a:lnTo>
                  <a:pt x="904366" y="151443"/>
                </a:lnTo>
                <a:lnTo>
                  <a:pt x="904366" y="147503"/>
                </a:lnTo>
                <a:lnTo>
                  <a:pt x="906390" y="147503"/>
                </a:lnTo>
                <a:cubicBezTo>
                  <a:pt x="910934" y="147503"/>
                  <a:pt x="914111" y="146814"/>
                  <a:pt x="915922" y="145436"/>
                </a:cubicBezTo>
                <a:cubicBezTo>
                  <a:pt x="917732" y="144058"/>
                  <a:pt x="918992" y="142028"/>
                  <a:pt x="919702" y="139346"/>
                </a:cubicBezTo>
                <a:cubicBezTo>
                  <a:pt x="919986" y="138285"/>
                  <a:pt x="920128" y="134965"/>
                  <a:pt x="920128" y="129385"/>
                </a:cubicBezTo>
                <a:lnTo>
                  <a:pt x="920128" y="89650"/>
                </a:lnTo>
                <a:cubicBezTo>
                  <a:pt x="920128" y="80822"/>
                  <a:pt x="918975" y="74412"/>
                  <a:pt x="916667" y="70420"/>
                </a:cubicBezTo>
                <a:cubicBezTo>
                  <a:pt x="914360" y="66428"/>
                  <a:pt x="910472" y="64433"/>
                  <a:pt x="905005" y="64433"/>
                </a:cubicBezTo>
                <a:cubicBezTo>
                  <a:pt x="896556" y="64433"/>
                  <a:pt x="888143" y="69024"/>
                  <a:pt x="879765" y="78208"/>
                </a:cubicBezTo>
                <a:lnTo>
                  <a:pt x="879765" y="129385"/>
                </a:lnTo>
                <a:cubicBezTo>
                  <a:pt x="879765" y="135954"/>
                  <a:pt x="880155" y="140016"/>
                  <a:pt x="880936" y="141569"/>
                </a:cubicBezTo>
                <a:cubicBezTo>
                  <a:pt x="881930" y="143617"/>
                  <a:pt x="883297" y="145118"/>
                  <a:pt x="885036" y="146072"/>
                </a:cubicBezTo>
                <a:cubicBezTo>
                  <a:pt x="886776" y="147026"/>
                  <a:pt x="890308" y="147503"/>
                  <a:pt x="895633" y="147503"/>
                </a:cubicBezTo>
                <a:lnTo>
                  <a:pt x="895633" y="151443"/>
                </a:lnTo>
                <a:lnTo>
                  <a:pt x="847389" y="151443"/>
                </a:lnTo>
                <a:lnTo>
                  <a:pt x="847389" y="147503"/>
                </a:lnTo>
                <a:lnTo>
                  <a:pt x="849519" y="147503"/>
                </a:lnTo>
                <a:cubicBezTo>
                  <a:pt x="854489" y="147503"/>
                  <a:pt x="857843" y="146246"/>
                  <a:pt x="859583" y="143732"/>
                </a:cubicBezTo>
                <a:cubicBezTo>
                  <a:pt x="861322" y="141216"/>
                  <a:pt x="862192" y="136416"/>
                  <a:pt x="862192" y="129331"/>
                </a:cubicBezTo>
                <a:lnTo>
                  <a:pt x="862192" y="93201"/>
                </a:lnTo>
                <a:cubicBezTo>
                  <a:pt x="862192" y="81513"/>
                  <a:pt x="861926" y="74394"/>
                  <a:pt x="861393" y="71844"/>
                </a:cubicBezTo>
                <a:cubicBezTo>
                  <a:pt x="860861" y="69293"/>
                  <a:pt x="860044" y="67557"/>
                  <a:pt x="858944" y="66636"/>
                </a:cubicBezTo>
                <a:cubicBezTo>
                  <a:pt x="857843" y="65715"/>
                  <a:pt x="856370" y="65255"/>
                  <a:pt x="854524" y="65255"/>
                </a:cubicBezTo>
                <a:cubicBezTo>
                  <a:pt x="852536" y="65255"/>
                  <a:pt x="850158" y="65786"/>
                  <a:pt x="847389" y="66849"/>
                </a:cubicBezTo>
                <a:lnTo>
                  <a:pt x="845791" y="63022"/>
                </a:lnTo>
                <a:lnTo>
                  <a:pt x="875185" y="51120"/>
                </a:lnTo>
                <a:lnTo>
                  <a:pt x="879765" y="51120"/>
                </a:lnTo>
                <a:lnTo>
                  <a:pt x="879765" y="717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9D944A-FA22-4FD0-B8A3-D0DB3F5A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526" y="1225051"/>
            <a:ext cx="539974" cy="3974"/>
          </a:xfrm>
          <a:custGeom xmlns:a="http://schemas.openxmlformats.org/drawingml/2006/main">
            <a:pathLst>
              <a:path w="539974" h="3974" fill="none">
                <a:moveTo>
                  <a:pt x="0" y="3974"/>
                </a:moveTo>
                <a:lnTo>
                  <a:pt x="5399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432" cap="flat">
            <a:solidFill>
              <a:srgbClr val="000000"/>
            </a:solidFill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48918F-41AE-445B-94D0-44ACCFB5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660" y="1176960"/>
            <a:ext cx="169922" cy="96939"/>
          </a:xfrm>
          <a:custGeom xmlns:a="http://schemas.openxmlformats.org/drawingml/2006/main">
            <a:pathLst>
              <a:path w="169922" h="96939">
                <a:moveTo>
                  <a:pt x="48845" y="48093"/>
                </a:moveTo>
                <a:lnTo>
                  <a:pt x="0" y="0"/>
                </a:lnTo>
                <a:lnTo>
                  <a:pt x="169922" y="47238"/>
                </a:lnTo>
                <a:lnTo>
                  <a:pt x="752" y="96939"/>
                </a:lnTo>
                <a:lnTo>
                  <a:pt x="48845" y="48093"/>
                </a:lnTo>
                <a:close/>
                <a:moveTo>
                  <a:pt x="48845" y="480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C1578A-54A2-4194-892F-5D9989EA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660" y="1176960"/>
            <a:ext cx="169922" cy="96939"/>
          </a:xfrm>
          <a:custGeom xmlns:a="http://schemas.openxmlformats.org/drawingml/2006/main">
            <a:pathLst>
              <a:path w="169922" h="96939" fill="none">
                <a:moveTo>
                  <a:pt x="48845" y="48093"/>
                </a:moveTo>
                <a:lnTo>
                  <a:pt x="752" y="96939"/>
                </a:lnTo>
                <a:lnTo>
                  <a:pt x="169922" y="47238"/>
                </a:lnTo>
                <a:lnTo>
                  <a:pt x="0" y="0"/>
                </a:lnTo>
                <a:lnTo>
                  <a:pt x="48845" y="48093"/>
                </a:lnTo>
                <a:close/>
                <a:moveTo>
                  <a:pt x="48845" y="48093"/>
                </a:moveTo>
              </a:path>
            </a:pathLst>
          </a:custGeom>
          <a:noFill xmlns:a="http://schemas.openxmlformats.org/drawingml/2006/main"/>
          <a:ln xmlns:a="http://schemas.openxmlformats.org/drawingml/2006/main" w="9690" cap="flat">
            <a:solidFill>
              <a:srgbClr val="000000"/>
            </a:solidFill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BCD3EB-6971-48F1-9303-B08F0B5F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841" y="1208378"/>
            <a:ext cx="539974" cy="3878"/>
          </a:xfrm>
          <a:custGeom xmlns:a="http://schemas.openxmlformats.org/drawingml/2006/main">
            <a:pathLst>
              <a:path w="539974" h="3878" fill="none">
                <a:moveTo>
                  <a:pt x="0" y="3878"/>
                </a:moveTo>
                <a:lnTo>
                  <a:pt x="5399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432" cap="flat">
            <a:solidFill>
              <a:srgbClr val="000000"/>
            </a:solidFill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37947C-2AEF-45B5-97C3-E8BD431E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067" y="1160294"/>
            <a:ext cx="169922" cy="96939"/>
          </a:xfrm>
          <a:custGeom xmlns:a="http://schemas.openxmlformats.org/drawingml/2006/main">
            <a:pathLst>
              <a:path w="169922" h="96939">
                <a:moveTo>
                  <a:pt x="48748" y="48094"/>
                </a:moveTo>
                <a:lnTo>
                  <a:pt x="0" y="0"/>
                </a:lnTo>
                <a:lnTo>
                  <a:pt x="169922" y="47238"/>
                </a:lnTo>
                <a:lnTo>
                  <a:pt x="655" y="96939"/>
                </a:lnTo>
                <a:lnTo>
                  <a:pt x="48748" y="48094"/>
                </a:lnTo>
                <a:close/>
                <a:moveTo>
                  <a:pt x="48748" y="4809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3E9428-E3A6-496A-9FCD-CAAE6DD1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067" y="1160294"/>
            <a:ext cx="169922" cy="96939"/>
          </a:xfrm>
          <a:custGeom xmlns:a="http://schemas.openxmlformats.org/drawingml/2006/main">
            <a:pathLst>
              <a:path w="169922" h="96939" fill="none">
                <a:moveTo>
                  <a:pt x="48748" y="48094"/>
                </a:moveTo>
                <a:lnTo>
                  <a:pt x="655" y="96939"/>
                </a:lnTo>
                <a:lnTo>
                  <a:pt x="169922" y="47238"/>
                </a:lnTo>
                <a:lnTo>
                  <a:pt x="0" y="0"/>
                </a:lnTo>
                <a:lnTo>
                  <a:pt x="48748" y="48094"/>
                </a:lnTo>
                <a:close/>
                <a:moveTo>
                  <a:pt x="48748" y="48094"/>
                </a:moveTo>
              </a:path>
            </a:pathLst>
          </a:custGeom>
          <a:noFill xmlns:a="http://schemas.openxmlformats.org/drawingml/2006/main"/>
          <a:ln xmlns:a="http://schemas.openxmlformats.org/drawingml/2006/main" w="9690" cap="flat">
            <a:solidFill>
              <a:srgbClr val="000000"/>
            </a:solidFill>
            <a:miter/>
          </a:ln>
        </p:spPr>
      </p:sp>
      <p:sp>
        <p:nvSpPr>
          <p:cNvPr id="41" name="Text ➊">
            <a:extLst xmlns:a="http://schemas.openxmlformats.org/drawingml/2006/main">
              <a:ext uri="{FF2B5EF4-FFF2-40B4-BE49-F238E27FC236}">
                <a16:creationId xmlns:a16="http://schemas.microsoft.com/office/drawing/2014/main" id="{920319AF-694D-44FB-B53B-027610E1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872" y="669113"/>
            <a:ext cx="168470" cy="168470"/>
          </a:xfrm>
          <a:custGeom xmlns:a="http://schemas.openxmlformats.org/drawingml/2006/main">
            <a:pathLst>
              <a:path w="168470" h="168470">
                <a:moveTo>
                  <a:pt x="0" y="84178"/>
                </a:moveTo>
                <a:cubicBezTo>
                  <a:pt x="0" y="76453"/>
                  <a:pt x="966" y="68993"/>
                  <a:pt x="2897" y="61799"/>
                </a:cubicBezTo>
                <a:cubicBezTo>
                  <a:pt x="4828" y="54604"/>
                  <a:pt x="7573" y="47902"/>
                  <a:pt x="11133" y="41691"/>
                </a:cubicBezTo>
                <a:cubicBezTo>
                  <a:pt x="14692" y="35481"/>
                  <a:pt x="18990" y="29801"/>
                  <a:pt x="24027" y="24651"/>
                </a:cubicBezTo>
                <a:cubicBezTo>
                  <a:pt x="29063" y="19501"/>
                  <a:pt x="34705" y="15109"/>
                  <a:pt x="40953" y="11474"/>
                </a:cubicBezTo>
                <a:cubicBezTo>
                  <a:pt x="47201" y="7838"/>
                  <a:pt x="53979" y="5017"/>
                  <a:pt x="61287" y="3010"/>
                </a:cubicBezTo>
                <a:cubicBezTo>
                  <a:pt x="68596" y="1003"/>
                  <a:pt x="76264" y="0"/>
                  <a:pt x="84292" y="0"/>
                </a:cubicBezTo>
                <a:cubicBezTo>
                  <a:pt x="92395" y="0"/>
                  <a:pt x="100101" y="1003"/>
                  <a:pt x="107409" y="3010"/>
                </a:cubicBezTo>
                <a:cubicBezTo>
                  <a:pt x="114718" y="5017"/>
                  <a:pt x="121496" y="7838"/>
                  <a:pt x="127744" y="11474"/>
                </a:cubicBezTo>
                <a:cubicBezTo>
                  <a:pt x="133992" y="15109"/>
                  <a:pt x="139615" y="19501"/>
                  <a:pt x="144613" y="24651"/>
                </a:cubicBezTo>
                <a:cubicBezTo>
                  <a:pt x="149612" y="29801"/>
                  <a:pt x="153891" y="35481"/>
                  <a:pt x="157450" y="41691"/>
                </a:cubicBezTo>
                <a:cubicBezTo>
                  <a:pt x="161010" y="47902"/>
                  <a:pt x="163736" y="54604"/>
                  <a:pt x="165630" y="61799"/>
                </a:cubicBezTo>
                <a:cubicBezTo>
                  <a:pt x="167523" y="68993"/>
                  <a:pt x="168470" y="76453"/>
                  <a:pt x="168470" y="84178"/>
                </a:cubicBezTo>
                <a:cubicBezTo>
                  <a:pt x="168470" y="91979"/>
                  <a:pt x="167523" y="99457"/>
                  <a:pt x="165630" y="106614"/>
                </a:cubicBezTo>
                <a:cubicBezTo>
                  <a:pt x="163736" y="113771"/>
                  <a:pt x="161010" y="120473"/>
                  <a:pt x="157450" y="126721"/>
                </a:cubicBezTo>
                <a:cubicBezTo>
                  <a:pt x="153891" y="132969"/>
                  <a:pt x="149612" y="138649"/>
                  <a:pt x="144613" y="143761"/>
                </a:cubicBezTo>
                <a:cubicBezTo>
                  <a:pt x="139615" y="148873"/>
                  <a:pt x="133992" y="153266"/>
                  <a:pt x="127744" y="156939"/>
                </a:cubicBezTo>
                <a:cubicBezTo>
                  <a:pt x="121496" y="160612"/>
                  <a:pt x="114718" y="163452"/>
                  <a:pt x="107409" y="165459"/>
                </a:cubicBezTo>
                <a:cubicBezTo>
                  <a:pt x="100101" y="167466"/>
                  <a:pt x="92395" y="168470"/>
                  <a:pt x="84292" y="168470"/>
                </a:cubicBezTo>
                <a:cubicBezTo>
                  <a:pt x="76188" y="168470"/>
                  <a:pt x="68501" y="167466"/>
                  <a:pt x="61231" y="165459"/>
                </a:cubicBezTo>
                <a:cubicBezTo>
                  <a:pt x="53960" y="163452"/>
                  <a:pt x="47201" y="160612"/>
                  <a:pt x="40953" y="156939"/>
                </a:cubicBezTo>
                <a:cubicBezTo>
                  <a:pt x="34705" y="153266"/>
                  <a:pt x="29063" y="148873"/>
                  <a:pt x="24027" y="143761"/>
                </a:cubicBezTo>
                <a:cubicBezTo>
                  <a:pt x="18990" y="138649"/>
                  <a:pt x="14692" y="132969"/>
                  <a:pt x="11133" y="126721"/>
                </a:cubicBezTo>
                <a:cubicBezTo>
                  <a:pt x="7573" y="120473"/>
                  <a:pt x="4828" y="113752"/>
                  <a:pt x="2897" y="106557"/>
                </a:cubicBezTo>
                <a:cubicBezTo>
                  <a:pt x="966" y="99363"/>
                  <a:pt x="0" y="91903"/>
                  <a:pt x="0" y="84178"/>
                </a:cubicBezTo>
                <a:moveTo>
                  <a:pt x="91562" y="34762"/>
                </a:moveTo>
                <a:lnTo>
                  <a:pt x="86336" y="34762"/>
                </a:lnTo>
                <a:cubicBezTo>
                  <a:pt x="82701" y="38624"/>
                  <a:pt x="79009" y="41691"/>
                  <a:pt x="75260" y="43963"/>
                </a:cubicBezTo>
                <a:cubicBezTo>
                  <a:pt x="71512" y="46235"/>
                  <a:pt x="67365" y="48318"/>
                  <a:pt x="62821" y="50211"/>
                </a:cubicBezTo>
                <a:lnTo>
                  <a:pt x="62821" y="60776"/>
                </a:lnTo>
                <a:cubicBezTo>
                  <a:pt x="64033" y="60473"/>
                  <a:pt x="65453" y="59981"/>
                  <a:pt x="67081" y="59299"/>
                </a:cubicBezTo>
                <a:cubicBezTo>
                  <a:pt x="68709" y="58618"/>
                  <a:pt x="70338" y="57804"/>
                  <a:pt x="71966" y="56857"/>
                </a:cubicBezTo>
                <a:cubicBezTo>
                  <a:pt x="73594" y="55910"/>
                  <a:pt x="75185" y="54831"/>
                  <a:pt x="76737" y="53619"/>
                </a:cubicBezTo>
                <a:cubicBezTo>
                  <a:pt x="78290" y="52408"/>
                  <a:pt x="79634" y="51120"/>
                  <a:pt x="80770" y="49757"/>
                </a:cubicBezTo>
                <a:lnTo>
                  <a:pt x="80770" y="135412"/>
                </a:lnTo>
                <a:lnTo>
                  <a:pt x="91562" y="135412"/>
                </a:lnTo>
                <a:lnTo>
                  <a:pt x="91562" y="347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➋">
            <a:extLst xmlns:a="http://schemas.openxmlformats.org/drawingml/2006/main">
              <a:ext uri="{FF2B5EF4-FFF2-40B4-BE49-F238E27FC236}">
                <a16:creationId xmlns:a16="http://schemas.microsoft.com/office/drawing/2014/main" id="{71D3C69A-98D3-451D-A188-8183F005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261" y="669113"/>
            <a:ext cx="168470" cy="168470"/>
          </a:xfrm>
          <a:custGeom xmlns:a="http://schemas.openxmlformats.org/drawingml/2006/main">
            <a:pathLst>
              <a:path w="168470" h="168470">
                <a:moveTo>
                  <a:pt x="0" y="84178"/>
                </a:moveTo>
                <a:cubicBezTo>
                  <a:pt x="0" y="76453"/>
                  <a:pt x="966" y="68993"/>
                  <a:pt x="2897" y="61799"/>
                </a:cubicBezTo>
                <a:cubicBezTo>
                  <a:pt x="4828" y="54604"/>
                  <a:pt x="7573" y="47902"/>
                  <a:pt x="11133" y="41691"/>
                </a:cubicBezTo>
                <a:cubicBezTo>
                  <a:pt x="14692" y="35481"/>
                  <a:pt x="18990" y="29801"/>
                  <a:pt x="24027" y="24651"/>
                </a:cubicBezTo>
                <a:cubicBezTo>
                  <a:pt x="29063" y="19501"/>
                  <a:pt x="34705" y="15109"/>
                  <a:pt x="40953" y="11474"/>
                </a:cubicBezTo>
                <a:cubicBezTo>
                  <a:pt x="47201" y="7838"/>
                  <a:pt x="53979" y="5017"/>
                  <a:pt x="61287" y="3010"/>
                </a:cubicBezTo>
                <a:cubicBezTo>
                  <a:pt x="68596" y="1003"/>
                  <a:pt x="76264" y="0"/>
                  <a:pt x="84292" y="0"/>
                </a:cubicBezTo>
                <a:cubicBezTo>
                  <a:pt x="92395" y="0"/>
                  <a:pt x="100101" y="1003"/>
                  <a:pt x="107409" y="3010"/>
                </a:cubicBezTo>
                <a:cubicBezTo>
                  <a:pt x="114718" y="5017"/>
                  <a:pt x="121496" y="7838"/>
                  <a:pt x="127744" y="11474"/>
                </a:cubicBezTo>
                <a:cubicBezTo>
                  <a:pt x="133992" y="15109"/>
                  <a:pt x="139615" y="19501"/>
                  <a:pt x="144613" y="24651"/>
                </a:cubicBezTo>
                <a:cubicBezTo>
                  <a:pt x="149612" y="29801"/>
                  <a:pt x="153891" y="35481"/>
                  <a:pt x="157450" y="41691"/>
                </a:cubicBezTo>
                <a:cubicBezTo>
                  <a:pt x="161010" y="47902"/>
                  <a:pt x="163736" y="54604"/>
                  <a:pt x="165630" y="61799"/>
                </a:cubicBezTo>
                <a:cubicBezTo>
                  <a:pt x="167523" y="68993"/>
                  <a:pt x="168470" y="76453"/>
                  <a:pt x="168470" y="84178"/>
                </a:cubicBezTo>
                <a:cubicBezTo>
                  <a:pt x="168470" y="91979"/>
                  <a:pt x="167523" y="99457"/>
                  <a:pt x="165630" y="106614"/>
                </a:cubicBezTo>
                <a:cubicBezTo>
                  <a:pt x="163736" y="113771"/>
                  <a:pt x="161010" y="120473"/>
                  <a:pt x="157450" y="126721"/>
                </a:cubicBezTo>
                <a:cubicBezTo>
                  <a:pt x="153891" y="132969"/>
                  <a:pt x="149612" y="138649"/>
                  <a:pt x="144613" y="143761"/>
                </a:cubicBezTo>
                <a:cubicBezTo>
                  <a:pt x="139615" y="148873"/>
                  <a:pt x="133992" y="153266"/>
                  <a:pt x="127744" y="156939"/>
                </a:cubicBezTo>
                <a:cubicBezTo>
                  <a:pt x="121496" y="160612"/>
                  <a:pt x="114718" y="163452"/>
                  <a:pt x="107409" y="165459"/>
                </a:cubicBezTo>
                <a:cubicBezTo>
                  <a:pt x="100101" y="167466"/>
                  <a:pt x="92395" y="168470"/>
                  <a:pt x="84292" y="168470"/>
                </a:cubicBezTo>
                <a:cubicBezTo>
                  <a:pt x="76188" y="168470"/>
                  <a:pt x="68501" y="167466"/>
                  <a:pt x="61231" y="165459"/>
                </a:cubicBezTo>
                <a:cubicBezTo>
                  <a:pt x="53960" y="163452"/>
                  <a:pt x="47201" y="160612"/>
                  <a:pt x="40953" y="156939"/>
                </a:cubicBezTo>
                <a:cubicBezTo>
                  <a:pt x="34705" y="153266"/>
                  <a:pt x="29063" y="148873"/>
                  <a:pt x="24027" y="143761"/>
                </a:cubicBezTo>
                <a:cubicBezTo>
                  <a:pt x="18990" y="138649"/>
                  <a:pt x="14692" y="132969"/>
                  <a:pt x="11133" y="126721"/>
                </a:cubicBezTo>
                <a:cubicBezTo>
                  <a:pt x="7573" y="120473"/>
                  <a:pt x="4828" y="113752"/>
                  <a:pt x="2897" y="106557"/>
                </a:cubicBezTo>
                <a:cubicBezTo>
                  <a:pt x="966" y="99363"/>
                  <a:pt x="0" y="91903"/>
                  <a:pt x="0" y="84178"/>
                </a:cubicBezTo>
                <a:moveTo>
                  <a:pt x="85996" y="34762"/>
                </a:moveTo>
                <a:cubicBezTo>
                  <a:pt x="84405" y="34762"/>
                  <a:pt x="82606" y="34970"/>
                  <a:pt x="80600" y="35387"/>
                </a:cubicBezTo>
                <a:cubicBezTo>
                  <a:pt x="78593" y="35803"/>
                  <a:pt x="76605" y="36390"/>
                  <a:pt x="74636" y="37147"/>
                </a:cubicBezTo>
                <a:cubicBezTo>
                  <a:pt x="72666" y="37905"/>
                  <a:pt x="70773" y="38832"/>
                  <a:pt x="68955" y="39931"/>
                </a:cubicBezTo>
                <a:cubicBezTo>
                  <a:pt x="67138" y="41029"/>
                  <a:pt x="65585" y="42297"/>
                  <a:pt x="64298" y="43736"/>
                </a:cubicBezTo>
                <a:lnTo>
                  <a:pt x="64298" y="56119"/>
                </a:lnTo>
                <a:cubicBezTo>
                  <a:pt x="65358" y="54528"/>
                  <a:pt x="66646" y="53014"/>
                  <a:pt x="68160" y="51575"/>
                </a:cubicBezTo>
                <a:cubicBezTo>
                  <a:pt x="69675" y="50136"/>
                  <a:pt x="71284" y="48867"/>
                  <a:pt x="72988" y="47769"/>
                </a:cubicBezTo>
                <a:cubicBezTo>
                  <a:pt x="74692" y="46671"/>
                  <a:pt x="76453" y="45819"/>
                  <a:pt x="78271" y="45213"/>
                </a:cubicBezTo>
                <a:cubicBezTo>
                  <a:pt x="80088" y="44607"/>
                  <a:pt x="81792" y="44304"/>
                  <a:pt x="83383" y="44304"/>
                </a:cubicBezTo>
                <a:cubicBezTo>
                  <a:pt x="87472" y="44304"/>
                  <a:pt x="90786" y="45932"/>
                  <a:pt x="93323" y="49189"/>
                </a:cubicBezTo>
                <a:cubicBezTo>
                  <a:pt x="95860" y="52446"/>
                  <a:pt x="97128" y="56914"/>
                  <a:pt x="97128" y="62594"/>
                </a:cubicBezTo>
                <a:cubicBezTo>
                  <a:pt x="97128" y="66078"/>
                  <a:pt x="96712" y="69145"/>
                  <a:pt x="95879" y="71796"/>
                </a:cubicBezTo>
                <a:cubicBezTo>
                  <a:pt x="95046" y="74446"/>
                  <a:pt x="93910" y="76908"/>
                  <a:pt x="92471" y="79180"/>
                </a:cubicBezTo>
                <a:cubicBezTo>
                  <a:pt x="91032" y="81452"/>
                  <a:pt x="89309" y="83572"/>
                  <a:pt x="87302" y="85541"/>
                </a:cubicBezTo>
                <a:cubicBezTo>
                  <a:pt x="85295" y="87510"/>
                  <a:pt x="83156" y="89555"/>
                  <a:pt x="80884" y="91676"/>
                </a:cubicBezTo>
                <a:cubicBezTo>
                  <a:pt x="78157" y="94175"/>
                  <a:pt x="75639" y="96750"/>
                  <a:pt x="73329" y="99400"/>
                </a:cubicBezTo>
                <a:cubicBezTo>
                  <a:pt x="71019" y="102051"/>
                  <a:pt x="69050" y="104910"/>
                  <a:pt x="67422" y="107977"/>
                </a:cubicBezTo>
                <a:cubicBezTo>
                  <a:pt x="65794" y="111044"/>
                  <a:pt x="64506" y="114415"/>
                  <a:pt x="63559" y="118088"/>
                </a:cubicBezTo>
                <a:cubicBezTo>
                  <a:pt x="62613" y="121761"/>
                  <a:pt x="62139" y="125869"/>
                  <a:pt x="62139" y="130413"/>
                </a:cubicBezTo>
                <a:lnTo>
                  <a:pt x="62139" y="135412"/>
                </a:lnTo>
                <a:lnTo>
                  <a:pt x="107352" y="135412"/>
                </a:lnTo>
                <a:lnTo>
                  <a:pt x="107352" y="125415"/>
                </a:lnTo>
                <a:lnTo>
                  <a:pt x="72023" y="125415"/>
                </a:lnTo>
                <a:cubicBezTo>
                  <a:pt x="72023" y="122764"/>
                  <a:pt x="72534" y="120151"/>
                  <a:pt x="73556" y="117576"/>
                </a:cubicBezTo>
                <a:cubicBezTo>
                  <a:pt x="74579" y="115002"/>
                  <a:pt x="75904" y="112540"/>
                  <a:pt x="77532" y="110192"/>
                </a:cubicBezTo>
                <a:cubicBezTo>
                  <a:pt x="79161" y="107845"/>
                  <a:pt x="80959" y="105630"/>
                  <a:pt x="82928" y="103547"/>
                </a:cubicBezTo>
                <a:cubicBezTo>
                  <a:pt x="84897" y="101464"/>
                  <a:pt x="86829" y="99514"/>
                  <a:pt x="88722" y="97696"/>
                </a:cubicBezTo>
                <a:cubicBezTo>
                  <a:pt x="90918" y="95652"/>
                  <a:pt x="93152" y="93342"/>
                  <a:pt x="95424" y="90767"/>
                </a:cubicBezTo>
                <a:cubicBezTo>
                  <a:pt x="97696" y="88192"/>
                  <a:pt x="99760" y="85390"/>
                  <a:pt x="101616" y="82360"/>
                </a:cubicBezTo>
                <a:cubicBezTo>
                  <a:pt x="103471" y="79331"/>
                  <a:pt x="104986" y="76093"/>
                  <a:pt x="106160" y="72648"/>
                </a:cubicBezTo>
                <a:cubicBezTo>
                  <a:pt x="107334" y="69202"/>
                  <a:pt x="107920" y="65547"/>
                  <a:pt x="107920" y="61685"/>
                </a:cubicBezTo>
                <a:cubicBezTo>
                  <a:pt x="107920" y="57747"/>
                  <a:pt x="107371" y="54112"/>
                  <a:pt x="106273" y="50779"/>
                </a:cubicBezTo>
                <a:cubicBezTo>
                  <a:pt x="105175" y="47447"/>
                  <a:pt x="103642" y="44607"/>
                  <a:pt x="101672" y="42259"/>
                </a:cubicBezTo>
                <a:cubicBezTo>
                  <a:pt x="99703" y="39912"/>
                  <a:pt x="97393" y="38075"/>
                  <a:pt x="94743" y="36750"/>
                </a:cubicBezTo>
                <a:cubicBezTo>
                  <a:pt x="92092" y="35424"/>
                  <a:pt x="89176" y="34762"/>
                  <a:pt x="85996" y="347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Traces">
            <a:extLst xmlns:a="http://schemas.openxmlformats.org/drawingml/2006/main">
              <a:ext uri="{FF2B5EF4-FFF2-40B4-BE49-F238E27FC236}">
                <a16:creationId xmlns:a16="http://schemas.microsoft.com/office/drawing/2014/main" id="{5EF72B02-9FA5-4670-B680-EF5F8838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830" y="1123460"/>
            <a:ext cx="559401" cy="147396"/>
          </a:xfrm>
          <a:custGeom xmlns:a="http://schemas.openxmlformats.org/drawingml/2006/main">
            <a:pathLst>
              <a:path w="559401" h="147396">
                <a:moveTo>
                  <a:pt x="119600" y="0"/>
                </a:moveTo>
                <a:lnTo>
                  <a:pt x="121197" y="33867"/>
                </a:lnTo>
                <a:lnTo>
                  <a:pt x="117150" y="33867"/>
                </a:lnTo>
                <a:cubicBezTo>
                  <a:pt x="116369" y="27903"/>
                  <a:pt x="115304" y="23643"/>
                  <a:pt x="113955" y="21087"/>
                </a:cubicBezTo>
                <a:cubicBezTo>
                  <a:pt x="111754" y="16969"/>
                  <a:pt x="108826" y="13934"/>
                  <a:pt x="105169" y="11981"/>
                </a:cubicBezTo>
                <a:cubicBezTo>
                  <a:pt x="101513" y="10029"/>
                  <a:pt x="96702" y="9053"/>
                  <a:pt x="90738" y="9053"/>
                </a:cubicBezTo>
                <a:lnTo>
                  <a:pt x="70397" y="9053"/>
                </a:lnTo>
                <a:lnTo>
                  <a:pt x="70397" y="119387"/>
                </a:lnTo>
                <a:cubicBezTo>
                  <a:pt x="70397" y="128262"/>
                  <a:pt x="71355" y="133800"/>
                  <a:pt x="73272" y="136001"/>
                </a:cubicBezTo>
                <a:cubicBezTo>
                  <a:pt x="75970" y="138983"/>
                  <a:pt x="80124" y="140474"/>
                  <a:pt x="85733" y="140474"/>
                </a:cubicBezTo>
                <a:lnTo>
                  <a:pt x="90738" y="140474"/>
                </a:lnTo>
                <a:lnTo>
                  <a:pt x="90738" y="144414"/>
                </a:lnTo>
                <a:lnTo>
                  <a:pt x="29501" y="144414"/>
                </a:lnTo>
                <a:lnTo>
                  <a:pt x="29501" y="140474"/>
                </a:lnTo>
                <a:lnTo>
                  <a:pt x="34613" y="140474"/>
                </a:lnTo>
                <a:cubicBezTo>
                  <a:pt x="40719" y="140474"/>
                  <a:pt x="45050" y="138628"/>
                  <a:pt x="47606" y="134936"/>
                </a:cubicBezTo>
                <a:cubicBezTo>
                  <a:pt x="49168" y="132664"/>
                  <a:pt x="49949" y="127481"/>
                  <a:pt x="49949" y="119387"/>
                </a:cubicBezTo>
                <a:lnTo>
                  <a:pt x="49949" y="9053"/>
                </a:lnTo>
                <a:lnTo>
                  <a:pt x="32589" y="9053"/>
                </a:lnTo>
                <a:cubicBezTo>
                  <a:pt x="25844" y="9053"/>
                  <a:pt x="21052" y="9550"/>
                  <a:pt x="18212" y="10544"/>
                </a:cubicBezTo>
                <a:cubicBezTo>
                  <a:pt x="14520" y="11893"/>
                  <a:pt x="11360" y="14484"/>
                  <a:pt x="8733" y="18318"/>
                </a:cubicBezTo>
                <a:cubicBezTo>
                  <a:pt x="6106" y="22152"/>
                  <a:pt x="4544" y="27335"/>
                  <a:pt x="4047" y="33867"/>
                </a:cubicBezTo>
                <a:lnTo>
                  <a:pt x="0" y="33867"/>
                </a:lnTo>
                <a:lnTo>
                  <a:pt x="1704" y="0"/>
                </a:lnTo>
                <a:lnTo>
                  <a:pt x="119600" y="0"/>
                </a:lnTo>
                <a:close/>
                <a:moveTo>
                  <a:pt x="154387" y="44091"/>
                </a:moveTo>
                <a:lnTo>
                  <a:pt x="154387" y="66030"/>
                </a:lnTo>
                <a:cubicBezTo>
                  <a:pt x="162552" y="51404"/>
                  <a:pt x="170930" y="44091"/>
                  <a:pt x="179521" y="44091"/>
                </a:cubicBezTo>
                <a:cubicBezTo>
                  <a:pt x="183426" y="44091"/>
                  <a:pt x="186657" y="45280"/>
                  <a:pt x="189213" y="47659"/>
                </a:cubicBezTo>
                <a:cubicBezTo>
                  <a:pt x="191769" y="50037"/>
                  <a:pt x="193047" y="52789"/>
                  <a:pt x="193047" y="55913"/>
                </a:cubicBezTo>
                <a:cubicBezTo>
                  <a:pt x="193047" y="58682"/>
                  <a:pt x="192124" y="61025"/>
                  <a:pt x="190278" y="62942"/>
                </a:cubicBezTo>
                <a:cubicBezTo>
                  <a:pt x="188432" y="64859"/>
                  <a:pt x="186231" y="65817"/>
                  <a:pt x="183675" y="65817"/>
                </a:cubicBezTo>
                <a:cubicBezTo>
                  <a:pt x="181190" y="65817"/>
                  <a:pt x="178403" y="64592"/>
                  <a:pt x="175315" y="62143"/>
                </a:cubicBezTo>
                <a:cubicBezTo>
                  <a:pt x="172226" y="59693"/>
                  <a:pt x="169936" y="58469"/>
                  <a:pt x="168445" y="58469"/>
                </a:cubicBezTo>
                <a:cubicBezTo>
                  <a:pt x="167167" y="58469"/>
                  <a:pt x="165783" y="59176"/>
                  <a:pt x="164292" y="60592"/>
                </a:cubicBezTo>
                <a:cubicBezTo>
                  <a:pt x="161097" y="63496"/>
                  <a:pt x="157795" y="68277"/>
                  <a:pt x="154387" y="74933"/>
                </a:cubicBezTo>
                <a:lnTo>
                  <a:pt x="154387" y="121567"/>
                </a:lnTo>
                <a:cubicBezTo>
                  <a:pt x="154387" y="126947"/>
                  <a:pt x="155062" y="131019"/>
                  <a:pt x="156411" y="133781"/>
                </a:cubicBezTo>
                <a:cubicBezTo>
                  <a:pt x="157334" y="135694"/>
                  <a:pt x="158967" y="137288"/>
                  <a:pt x="161310" y="138564"/>
                </a:cubicBezTo>
                <a:cubicBezTo>
                  <a:pt x="163653" y="139837"/>
                  <a:pt x="167025" y="140474"/>
                  <a:pt x="171427" y="140474"/>
                </a:cubicBezTo>
                <a:lnTo>
                  <a:pt x="171427" y="144414"/>
                </a:lnTo>
                <a:lnTo>
                  <a:pt x="121479" y="144414"/>
                </a:lnTo>
                <a:lnTo>
                  <a:pt x="121479" y="140474"/>
                </a:lnTo>
                <a:cubicBezTo>
                  <a:pt x="126449" y="140474"/>
                  <a:pt x="130141" y="139695"/>
                  <a:pt x="132555" y="138138"/>
                </a:cubicBezTo>
                <a:cubicBezTo>
                  <a:pt x="134330" y="137004"/>
                  <a:pt x="135572" y="135197"/>
                  <a:pt x="136282" y="132716"/>
                </a:cubicBezTo>
                <a:cubicBezTo>
                  <a:pt x="136637" y="131511"/>
                  <a:pt x="136815" y="128076"/>
                  <a:pt x="136815" y="122409"/>
                </a:cubicBezTo>
                <a:lnTo>
                  <a:pt x="136815" y="84684"/>
                </a:lnTo>
                <a:cubicBezTo>
                  <a:pt x="136815" y="73349"/>
                  <a:pt x="136584" y="66602"/>
                  <a:pt x="136123" y="64443"/>
                </a:cubicBezTo>
                <a:cubicBezTo>
                  <a:pt x="135661" y="62282"/>
                  <a:pt x="134809" y="60705"/>
                  <a:pt x="133567" y="59713"/>
                </a:cubicBezTo>
                <a:cubicBezTo>
                  <a:pt x="132324" y="58722"/>
                  <a:pt x="130780" y="58226"/>
                  <a:pt x="128934" y="58226"/>
                </a:cubicBezTo>
                <a:cubicBezTo>
                  <a:pt x="126733" y="58226"/>
                  <a:pt x="124248" y="58757"/>
                  <a:pt x="121479" y="59820"/>
                </a:cubicBezTo>
                <a:lnTo>
                  <a:pt x="120414" y="55993"/>
                </a:lnTo>
                <a:lnTo>
                  <a:pt x="149914" y="44091"/>
                </a:lnTo>
                <a:lnTo>
                  <a:pt x="154387" y="44091"/>
                </a:lnTo>
                <a:close/>
                <a:moveTo>
                  <a:pt x="253751" y="130356"/>
                </a:moveTo>
                <a:cubicBezTo>
                  <a:pt x="243740" y="138095"/>
                  <a:pt x="237456" y="142568"/>
                  <a:pt x="234900" y="143775"/>
                </a:cubicBezTo>
                <a:cubicBezTo>
                  <a:pt x="231066" y="145621"/>
                  <a:pt x="226984" y="146544"/>
                  <a:pt x="222653" y="146544"/>
                </a:cubicBezTo>
                <a:cubicBezTo>
                  <a:pt x="215908" y="146544"/>
                  <a:pt x="210352" y="144237"/>
                  <a:pt x="205985" y="139622"/>
                </a:cubicBezTo>
                <a:cubicBezTo>
                  <a:pt x="201619" y="135007"/>
                  <a:pt x="199436" y="128936"/>
                  <a:pt x="199436" y="121410"/>
                </a:cubicBezTo>
                <a:cubicBezTo>
                  <a:pt x="199436" y="116653"/>
                  <a:pt x="200501" y="112535"/>
                  <a:pt x="202631" y="109056"/>
                </a:cubicBezTo>
                <a:cubicBezTo>
                  <a:pt x="205542" y="104228"/>
                  <a:pt x="210600" y="99684"/>
                  <a:pt x="217807" y="95424"/>
                </a:cubicBezTo>
                <a:cubicBezTo>
                  <a:pt x="225014" y="91164"/>
                  <a:pt x="236995" y="85981"/>
                  <a:pt x="253751" y="79875"/>
                </a:cubicBezTo>
                <a:lnTo>
                  <a:pt x="253751" y="76041"/>
                </a:lnTo>
                <a:cubicBezTo>
                  <a:pt x="253751" y="66314"/>
                  <a:pt x="252207" y="59640"/>
                  <a:pt x="249118" y="56019"/>
                </a:cubicBezTo>
                <a:cubicBezTo>
                  <a:pt x="246030" y="52398"/>
                  <a:pt x="241539" y="50588"/>
                  <a:pt x="235646" y="50588"/>
                </a:cubicBezTo>
                <a:cubicBezTo>
                  <a:pt x="231173" y="50588"/>
                  <a:pt x="227623" y="51790"/>
                  <a:pt x="224996" y="54195"/>
                </a:cubicBezTo>
                <a:cubicBezTo>
                  <a:pt x="222298" y="56600"/>
                  <a:pt x="220949" y="59360"/>
                  <a:pt x="220949" y="62472"/>
                </a:cubicBezTo>
                <a:lnTo>
                  <a:pt x="221162" y="68626"/>
                </a:lnTo>
                <a:cubicBezTo>
                  <a:pt x="221162" y="71879"/>
                  <a:pt x="220328" y="74389"/>
                  <a:pt x="218659" y="76158"/>
                </a:cubicBezTo>
                <a:cubicBezTo>
                  <a:pt x="216991" y="77926"/>
                  <a:pt x="214807" y="78810"/>
                  <a:pt x="212109" y="78810"/>
                </a:cubicBezTo>
                <a:cubicBezTo>
                  <a:pt x="209482" y="78810"/>
                  <a:pt x="207334" y="77891"/>
                  <a:pt x="205666" y="76051"/>
                </a:cubicBezTo>
                <a:cubicBezTo>
                  <a:pt x="203997" y="74210"/>
                  <a:pt x="203163" y="71696"/>
                  <a:pt x="203163" y="68510"/>
                </a:cubicBezTo>
                <a:cubicBezTo>
                  <a:pt x="203163" y="62424"/>
                  <a:pt x="206287" y="56832"/>
                  <a:pt x="212535" y="51736"/>
                </a:cubicBezTo>
                <a:cubicBezTo>
                  <a:pt x="218783" y="46639"/>
                  <a:pt x="227552" y="44091"/>
                  <a:pt x="238841" y="44091"/>
                </a:cubicBezTo>
                <a:cubicBezTo>
                  <a:pt x="247503" y="44091"/>
                  <a:pt x="254603" y="45544"/>
                  <a:pt x="260141" y="48451"/>
                </a:cubicBezTo>
                <a:cubicBezTo>
                  <a:pt x="264330" y="50650"/>
                  <a:pt x="267418" y="54090"/>
                  <a:pt x="269406" y="58772"/>
                </a:cubicBezTo>
                <a:cubicBezTo>
                  <a:pt x="270684" y="61820"/>
                  <a:pt x="271323" y="68060"/>
                  <a:pt x="271323" y="77492"/>
                </a:cubicBezTo>
                <a:lnTo>
                  <a:pt x="271323" y="110574"/>
                </a:lnTo>
                <a:cubicBezTo>
                  <a:pt x="271323" y="119864"/>
                  <a:pt x="271501" y="125555"/>
                  <a:pt x="271856" y="127647"/>
                </a:cubicBezTo>
                <a:cubicBezTo>
                  <a:pt x="272211" y="129740"/>
                  <a:pt x="272797" y="131141"/>
                  <a:pt x="273613" y="131851"/>
                </a:cubicBezTo>
                <a:cubicBezTo>
                  <a:pt x="274430" y="132559"/>
                  <a:pt x="275370" y="132912"/>
                  <a:pt x="276435" y="132912"/>
                </a:cubicBezTo>
                <a:cubicBezTo>
                  <a:pt x="277571" y="132912"/>
                  <a:pt x="278565" y="132664"/>
                  <a:pt x="279417" y="132167"/>
                </a:cubicBezTo>
                <a:cubicBezTo>
                  <a:pt x="280908" y="131244"/>
                  <a:pt x="283784" y="128652"/>
                  <a:pt x="288044" y="124392"/>
                </a:cubicBezTo>
                <a:lnTo>
                  <a:pt x="288044" y="130356"/>
                </a:lnTo>
                <a:cubicBezTo>
                  <a:pt x="280092" y="141006"/>
                  <a:pt x="272495" y="146331"/>
                  <a:pt x="265253" y="146331"/>
                </a:cubicBezTo>
                <a:cubicBezTo>
                  <a:pt x="261774" y="146331"/>
                  <a:pt x="259005" y="145124"/>
                  <a:pt x="256946" y="142710"/>
                </a:cubicBezTo>
                <a:cubicBezTo>
                  <a:pt x="254887" y="140296"/>
                  <a:pt x="253822" y="136178"/>
                  <a:pt x="253751" y="130356"/>
                </a:cubicBezTo>
                <a:moveTo>
                  <a:pt x="253751" y="123374"/>
                </a:moveTo>
                <a:lnTo>
                  <a:pt x="253751" y="86372"/>
                </a:lnTo>
                <a:cubicBezTo>
                  <a:pt x="243030" y="90612"/>
                  <a:pt x="236107" y="93616"/>
                  <a:pt x="232983" y="95384"/>
                </a:cubicBezTo>
                <a:cubicBezTo>
                  <a:pt x="227374" y="98495"/>
                  <a:pt x="223363" y="101747"/>
                  <a:pt x="220949" y="105139"/>
                </a:cubicBezTo>
                <a:cubicBezTo>
                  <a:pt x="218535" y="108532"/>
                  <a:pt x="217328" y="112242"/>
                  <a:pt x="217328" y="116272"/>
                </a:cubicBezTo>
                <a:cubicBezTo>
                  <a:pt x="217328" y="121362"/>
                  <a:pt x="218854" y="125585"/>
                  <a:pt x="221907" y="128942"/>
                </a:cubicBezTo>
                <a:cubicBezTo>
                  <a:pt x="224960" y="132299"/>
                  <a:pt x="228475" y="133977"/>
                  <a:pt x="232451" y="133977"/>
                </a:cubicBezTo>
                <a:cubicBezTo>
                  <a:pt x="237847" y="133977"/>
                  <a:pt x="244947" y="130443"/>
                  <a:pt x="253751" y="123374"/>
                </a:cubicBezTo>
                <a:close/>
                <a:moveTo>
                  <a:pt x="378177" y="107352"/>
                </a:moveTo>
                <a:cubicBezTo>
                  <a:pt x="375550" y="120203"/>
                  <a:pt x="370402" y="130090"/>
                  <a:pt x="362734" y="137013"/>
                </a:cubicBezTo>
                <a:cubicBezTo>
                  <a:pt x="355066" y="143935"/>
                  <a:pt x="346581" y="147396"/>
                  <a:pt x="337280" y="147396"/>
                </a:cubicBezTo>
                <a:cubicBezTo>
                  <a:pt x="326204" y="147396"/>
                  <a:pt x="316548" y="142751"/>
                  <a:pt x="308312" y="133462"/>
                </a:cubicBezTo>
                <a:cubicBezTo>
                  <a:pt x="300076" y="124169"/>
                  <a:pt x="295958" y="111615"/>
                  <a:pt x="295958" y="95797"/>
                </a:cubicBezTo>
                <a:cubicBezTo>
                  <a:pt x="295958" y="80477"/>
                  <a:pt x="300520" y="68029"/>
                  <a:pt x="309644" y="58455"/>
                </a:cubicBezTo>
                <a:cubicBezTo>
                  <a:pt x="318767" y="48879"/>
                  <a:pt x="329719" y="44091"/>
                  <a:pt x="342499" y="44091"/>
                </a:cubicBezTo>
                <a:cubicBezTo>
                  <a:pt x="352084" y="44091"/>
                  <a:pt x="359965" y="46622"/>
                  <a:pt x="366142" y="51683"/>
                </a:cubicBezTo>
                <a:cubicBezTo>
                  <a:pt x="372319" y="56741"/>
                  <a:pt x="375408" y="61995"/>
                  <a:pt x="375408" y="67445"/>
                </a:cubicBezTo>
                <a:cubicBezTo>
                  <a:pt x="375408" y="70134"/>
                  <a:pt x="374538" y="72310"/>
                  <a:pt x="372798" y="73974"/>
                </a:cubicBezTo>
                <a:cubicBezTo>
                  <a:pt x="371059" y="75636"/>
                  <a:pt x="368627" y="76467"/>
                  <a:pt x="365503" y="76467"/>
                </a:cubicBezTo>
                <a:cubicBezTo>
                  <a:pt x="361314" y="76467"/>
                  <a:pt x="358155" y="75118"/>
                  <a:pt x="356025" y="72420"/>
                </a:cubicBezTo>
                <a:cubicBezTo>
                  <a:pt x="354818" y="70929"/>
                  <a:pt x="354019" y="68089"/>
                  <a:pt x="353628" y="63900"/>
                </a:cubicBezTo>
                <a:cubicBezTo>
                  <a:pt x="353238" y="59711"/>
                  <a:pt x="351800" y="56516"/>
                  <a:pt x="349315" y="54315"/>
                </a:cubicBezTo>
                <a:cubicBezTo>
                  <a:pt x="346830" y="52185"/>
                  <a:pt x="343386" y="51120"/>
                  <a:pt x="338984" y="51120"/>
                </a:cubicBezTo>
                <a:cubicBezTo>
                  <a:pt x="331884" y="51120"/>
                  <a:pt x="326169" y="53747"/>
                  <a:pt x="321838" y="59001"/>
                </a:cubicBezTo>
                <a:cubicBezTo>
                  <a:pt x="316087" y="65959"/>
                  <a:pt x="313211" y="75154"/>
                  <a:pt x="313211" y="86585"/>
                </a:cubicBezTo>
                <a:cubicBezTo>
                  <a:pt x="313211" y="98229"/>
                  <a:pt x="316069" y="108506"/>
                  <a:pt x="321785" y="117417"/>
                </a:cubicBezTo>
                <a:cubicBezTo>
                  <a:pt x="327500" y="126327"/>
                  <a:pt x="335221" y="130782"/>
                  <a:pt x="344948" y="130782"/>
                </a:cubicBezTo>
                <a:cubicBezTo>
                  <a:pt x="351906" y="130782"/>
                  <a:pt x="358155" y="128404"/>
                  <a:pt x="363693" y="123647"/>
                </a:cubicBezTo>
                <a:cubicBezTo>
                  <a:pt x="367598" y="120381"/>
                  <a:pt x="371396" y="114452"/>
                  <a:pt x="375088" y="105861"/>
                </a:cubicBezTo>
                <a:lnTo>
                  <a:pt x="378177" y="107352"/>
                </a:lnTo>
                <a:close/>
                <a:moveTo>
                  <a:pt x="408562" y="83709"/>
                </a:moveTo>
                <a:cubicBezTo>
                  <a:pt x="408491" y="98160"/>
                  <a:pt x="412006" y="109495"/>
                  <a:pt x="419106" y="117713"/>
                </a:cubicBezTo>
                <a:cubicBezTo>
                  <a:pt x="426206" y="125929"/>
                  <a:pt x="434549" y="130037"/>
                  <a:pt x="444134" y="130037"/>
                </a:cubicBezTo>
                <a:cubicBezTo>
                  <a:pt x="450524" y="130037"/>
                  <a:pt x="456079" y="128280"/>
                  <a:pt x="460801" y="124765"/>
                </a:cubicBezTo>
                <a:cubicBezTo>
                  <a:pt x="465522" y="121251"/>
                  <a:pt x="469481" y="115233"/>
                  <a:pt x="472676" y="106713"/>
                </a:cubicBezTo>
                <a:lnTo>
                  <a:pt x="475977" y="108843"/>
                </a:lnTo>
                <a:cubicBezTo>
                  <a:pt x="474486" y="118570"/>
                  <a:pt x="470155" y="127428"/>
                  <a:pt x="462984" y="135415"/>
                </a:cubicBezTo>
                <a:cubicBezTo>
                  <a:pt x="455813" y="143403"/>
                  <a:pt x="446832" y="147396"/>
                  <a:pt x="436040" y="147396"/>
                </a:cubicBezTo>
                <a:cubicBezTo>
                  <a:pt x="424325" y="147396"/>
                  <a:pt x="414296" y="142845"/>
                  <a:pt x="405953" y="133741"/>
                </a:cubicBezTo>
                <a:cubicBezTo>
                  <a:pt x="397611" y="124635"/>
                  <a:pt x="393439" y="112394"/>
                  <a:pt x="393439" y="97018"/>
                </a:cubicBezTo>
                <a:cubicBezTo>
                  <a:pt x="393439" y="80369"/>
                  <a:pt x="397717" y="67386"/>
                  <a:pt x="406273" y="58069"/>
                </a:cubicBezTo>
                <a:cubicBezTo>
                  <a:pt x="414828" y="48751"/>
                  <a:pt x="425567" y="44091"/>
                  <a:pt x="438489" y="44091"/>
                </a:cubicBezTo>
                <a:cubicBezTo>
                  <a:pt x="449423" y="44091"/>
                  <a:pt x="458405" y="47686"/>
                  <a:pt x="465434" y="54874"/>
                </a:cubicBezTo>
                <a:cubicBezTo>
                  <a:pt x="472463" y="62061"/>
                  <a:pt x="475977" y="71673"/>
                  <a:pt x="475977" y="83709"/>
                </a:cubicBezTo>
                <a:lnTo>
                  <a:pt x="408562" y="83709"/>
                </a:lnTo>
                <a:moveTo>
                  <a:pt x="408562" y="77532"/>
                </a:moveTo>
                <a:lnTo>
                  <a:pt x="453719" y="77532"/>
                </a:lnTo>
                <a:cubicBezTo>
                  <a:pt x="453364" y="71284"/>
                  <a:pt x="452618" y="66882"/>
                  <a:pt x="451482" y="64326"/>
                </a:cubicBezTo>
                <a:cubicBezTo>
                  <a:pt x="449707" y="60350"/>
                  <a:pt x="447062" y="57226"/>
                  <a:pt x="443548" y="54954"/>
                </a:cubicBezTo>
                <a:cubicBezTo>
                  <a:pt x="440033" y="52682"/>
                  <a:pt x="436359" y="51546"/>
                  <a:pt x="432525" y="51546"/>
                </a:cubicBezTo>
                <a:cubicBezTo>
                  <a:pt x="426632" y="51546"/>
                  <a:pt x="421360" y="53836"/>
                  <a:pt x="416710" y="58415"/>
                </a:cubicBezTo>
                <a:cubicBezTo>
                  <a:pt x="412059" y="62995"/>
                  <a:pt x="409343" y="69367"/>
                  <a:pt x="408562" y="77532"/>
                </a:cubicBezTo>
                <a:close/>
                <a:moveTo>
                  <a:pt x="552052" y="44091"/>
                </a:moveTo>
                <a:lnTo>
                  <a:pt x="552052" y="77106"/>
                </a:lnTo>
                <a:lnTo>
                  <a:pt x="548538" y="77106"/>
                </a:lnTo>
                <a:cubicBezTo>
                  <a:pt x="545839" y="66751"/>
                  <a:pt x="542378" y="59708"/>
                  <a:pt x="538154" y="55976"/>
                </a:cubicBezTo>
                <a:cubicBezTo>
                  <a:pt x="533929" y="52242"/>
                  <a:pt x="528551" y="50375"/>
                  <a:pt x="522019" y="50375"/>
                </a:cubicBezTo>
                <a:cubicBezTo>
                  <a:pt x="517049" y="50375"/>
                  <a:pt x="513037" y="51687"/>
                  <a:pt x="509984" y="54312"/>
                </a:cubicBezTo>
                <a:cubicBezTo>
                  <a:pt x="506931" y="56934"/>
                  <a:pt x="505405" y="59842"/>
                  <a:pt x="505405" y="63035"/>
                </a:cubicBezTo>
                <a:cubicBezTo>
                  <a:pt x="505405" y="67006"/>
                  <a:pt x="506541" y="70410"/>
                  <a:pt x="508813" y="73246"/>
                </a:cubicBezTo>
                <a:cubicBezTo>
                  <a:pt x="511014" y="76154"/>
                  <a:pt x="515487" y="79240"/>
                  <a:pt x="522232" y="82501"/>
                </a:cubicBezTo>
                <a:lnTo>
                  <a:pt x="537781" y="90056"/>
                </a:lnTo>
                <a:cubicBezTo>
                  <a:pt x="552194" y="97076"/>
                  <a:pt x="559401" y="106332"/>
                  <a:pt x="559401" y="117823"/>
                </a:cubicBezTo>
                <a:cubicBezTo>
                  <a:pt x="559401" y="126687"/>
                  <a:pt x="556046" y="133832"/>
                  <a:pt x="549336" y="139259"/>
                </a:cubicBezTo>
                <a:cubicBezTo>
                  <a:pt x="542627" y="144684"/>
                  <a:pt x="535118" y="147396"/>
                  <a:pt x="526811" y="147396"/>
                </a:cubicBezTo>
                <a:cubicBezTo>
                  <a:pt x="520847" y="147396"/>
                  <a:pt x="514031" y="146331"/>
                  <a:pt x="506363" y="144201"/>
                </a:cubicBezTo>
                <a:cubicBezTo>
                  <a:pt x="504020" y="143491"/>
                  <a:pt x="502103" y="143136"/>
                  <a:pt x="500612" y="143136"/>
                </a:cubicBezTo>
                <a:cubicBezTo>
                  <a:pt x="498979" y="143136"/>
                  <a:pt x="497701" y="144059"/>
                  <a:pt x="496778" y="145905"/>
                </a:cubicBezTo>
                <a:lnTo>
                  <a:pt x="493264" y="145905"/>
                </a:lnTo>
                <a:lnTo>
                  <a:pt x="493264" y="110973"/>
                </a:lnTo>
                <a:lnTo>
                  <a:pt x="496778" y="110973"/>
                </a:lnTo>
                <a:cubicBezTo>
                  <a:pt x="498766" y="120949"/>
                  <a:pt x="502565" y="128466"/>
                  <a:pt x="508174" y="133525"/>
                </a:cubicBezTo>
                <a:cubicBezTo>
                  <a:pt x="513783" y="138584"/>
                  <a:pt x="520066" y="141113"/>
                  <a:pt x="527024" y="141113"/>
                </a:cubicBezTo>
                <a:cubicBezTo>
                  <a:pt x="531923" y="141113"/>
                  <a:pt x="535917" y="139677"/>
                  <a:pt x="539006" y="136806"/>
                </a:cubicBezTo>
                <a:cubicBezTo>
                  <a:pt x="542094" y="133933"/>
                  <a:pt x="543638" y="130475"/>
                  <a:pt x="543638" y="126433"/>
                </a:cubicBezTo>
                <a:cubicBezTo>
                  <a:pt x="543638" y="121538"/>
                  <a:pt x="541917" y="117424"/>
                  <a:pt x="538473" y="114092"/>
                </a:cubicBezTo>
                <a:cubicBezTo>
                  <a:pt x="535030" y="110759"/>
                  <a:pt x="528160" y="106540"/>
                  <a:pt x="517865" y="101435"/>
                </a:cubicBezTo>
                <a:cubicBezTo>
                  <a:pt x="507570" y="96327"/>
                  <a:pt x="500825" y="91717"/>
                  <a:pt x="497630" y="87603"/>
                </a:cubicBezTo>
                <a:cubicBezTo>
                  <a:pt x="494435" y="83561"/>
                  <a:pt x="492838" y="78454"/>
                  <a:pt x="492838" y="72284"/>
                </a:cubicBezTo>
                <a:cubicBezTo>
                  <a:pt x="492838" y="64270"/>
                  <a:pt x="495589" y="57568"/>
                  <a:pt x="501092" y="52179"/>
                </a:cubicBezTo>
                <a:cubicBezTo>
                  <a:pt x="506594" y="46787"/>
                  <a:pt x="513712" y="44091"/>
                  <a:pt x="522445" y="44091"/>
                </a:cubicBezTo>
                <a:cubicBezTo>
                  <a:pt x="526279" y="44091"/>
                  <a:pt x="530929" y="44908"/>
                  <a:pt x="536396" y="46541"/>
                </a:cubicBezTo>
                <a:cubicBezTo>
                  <a:pt x="540017" y="47606"/>
                  <a:pt x="542431" y="48138"/>
                  <a:pt x="543638" y="48138"/>
                </a:cubicBezTo>
                <a:cubicBezTo>
                  <a:pt x="544774" y="48138"/>
                  <a:pt x="545662" y="47890"/>
                  <a:pt x="546301" y="47393"/>
                </a:cubicBezTo>
                <a:cubicBezTo>
                  <a:pt x="546940" y="46896"/>
                  <a:pt x="547685" y="45795"/>
                  <a:pt x="548538" y="44091"/>
                </a:cubicBezTo>
                <a:lnTo>
                  <a:pt x="552052" y="440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(C/NC)">
            <a:extLst xmlns:a="http://schemas.openxmlformats.org/drawingml/2006/main">
              <a:ext uri="{FF2B5EF4-FFF2-40B4-BE49-F238E27FC236}">
                <a16:creationId xmlns:a16="http://schemas.microsoft.com/office/drawing/2014/main" id="{B7A13DE5-F275-48E2-9D35-22136F02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756" y="1389072"/>
            <a:ext cx="636448" cy="198091"/>
          </a:xfrm>
          <a:custGeom xmlns:a="http://schemas.openxmlformats.org/drawingml/2006/main">
            <a:pathLst>
              <a:path w="636448" h="198091">
                <a:moveTo>
                  <a:pt x="270298" y="0"/>
                </a:moveTo>
                <a:lnTo>
                  <a:pt x="261778" y="0"/>
                </a:lnTo>
                <a:lnTo>
                  <a:pt x="209486" y="154425"/>
                </a:lnTo>
                <a:lnTo>
                  <a:pt x="218006" y="154425"/>
                </a:lnTo>
                <a:lnTo>
                  <a:pt x="266927" y="9955"/>
                </a:lnTo>
                <a:lnTo>
                  <a:pt x="266927" y="10970"/>
                </a:lnTo>
                <a:lnTo>
                  <a:pt x="267445" y="10971"/>
                </a:lnTo>
                <a:lnTo>
                  <a:pt x="267952" y="10976"/>
                </a:lnTo>
                <a:lnTo>
                  <a:pt x="268448" y="10985"/>
                </a:lnTo>
                <a:lnTo>
                  <a:pt x="268933" y="10996"/>
                </a:lnTo>
                <a:lnTo>
                  <a:pt x="269406" y="11011"/>
                </a:lnTo>
                <a:lnTo>
                  <a:pt x="269869" y="11029"/>
                </a:lnTo>
                <a:lnTo>
                  <a:pt x="270321" y="11051"/>
                </a:lnTo>
                <a:lnTo>
                  <a:pt x="270761" y="11076"/>
                </a:lnTo>
                <a:lnTo>
                  <a:pt x="271190" y="11104"/>
                </a:lnTo>
                <a:lnTo>
                  <a:pt x="271609" y="11136"/>
                </a:lnTo>
                <a:lnTo>
                  <a:pt x="272016" y="11171"/>
                </a:lnTo>
                <a:lnTo>
                  <a:pt x="272412" y="11209"/>
                </a:lnTo>
                <a:lnTo>
                  <a:pt x="272797" y="11251"/>
                </a:lnTo>
                <a:lnTo>
                  <a:pt x="273171" y="11296"/>
                </a:lnTo>
                <a:lnTo>
                  <a:pt x="273533" y="11344"/>
                </a:lnTo>
                <a:lnTo>
                  <a:pt x="273885" y="11396"/>
                </a:lnTo>
                <a:lnTo>
                  <a:pt x="274226" y="11450"/>
                </a:lnTo>
                <a:lnTo>
                  <a:pt x="274555" y="11509"/>
                </a:lnTo>
                <a:lnTo>
                  <a:pt x="274873" y="11570"/>
                </a:lnTo>
                <a:lnTo>
                  <a:pt x="275181" y="11635"/>
                </a:lnTo>
                <a:lnTo>
                  <a:pt x="275477" y="11703"/>
                </a:lnTo>
                <a:lnTo>
                  <a:pt x="275762" y="11775"/>
                </a:lnTo>
                <a:lnTo>
                  <a:pt x="276036" y="11850"/>
                </a:lnTo>
                <a:lnTo>
                  <a:pt x="276299" y="11928"/>
                </a:lnTo>
                <a:lnTo>
                  <a:pt x="276817" y="12097"/>
                </a:lnTo>
                <a:lnTo>
                  <a:pt x="277325" y="12268"/>
                </a:lnTo>
                <a:lnTo>
                  <a:pt x="277822" y="12439"/>
                </a:lnTo>
                <a:lnTo>
                  <a:pt x="278309" y="12611"/>
                </a:lnTo>
                <a:lnTo>
                  <a:pt x="278785" y="12785"/>
                </a:lnTo>
                <a:lnTo>
                  <a:pt x="279251" y="12960"/>
                </a:lnTo>
                <a:lnTo>
                  <a:pt x="279706" y="13136"/>
                </a:lnTo>
                <a:lnTo>
                  <a:pt x="280151" y="13313"/>
                </a:lnTo>
                <a:lnTo>
                  <a:pt x="280585" y="13491"/>
                </a:lnTo>
                <a:lnTo>
                  <a:pt x="281008" y="13670"/>
                </a:lnTo>
                <a:lnTo>
                  <a:pt x="281421" y="13850"/>
                </a:lnTo>
                <a:lnTo>
                  <a:pt x="281824" y="14031"/>
                </a:lnTo>
                <a:lnTo>
                  <a:pt x="282216" y="14214"/>
                </a:lnTo>
                <a:lnTo>
                  <a:pt x="282597" y="14398"/>
                </a:lnTo>
                <a:lnTo>
                  <a:pt x="282968" y="14582"/>
                </a:lnTo>
                <a:lnTo>
                  <a:pt x="283328" y="14768"/>
                </a:lnTo>
                <a:lnTo>
                  <a:pt x="283678" y="14955"/>
                </a:lnTo>
                <a:lnTo>
                  <a:pt x="284017" y="15143"/>
                </a:lnTo>
                <a:lnTo>
                  <a:pt x="284346" y="15332"/>
                </a:lnTo>
                <a:lnTo>
                  <a:pt x="284664" y="15522"/>
                </a:lnTo>
                <a:lnTo>
                  <a:pt x="284971" y="15714"/>
                </a:lnTo>
                <a:lnTo>
                  <a:pt x="285268" y="15906"/>
                </a:lnTo>
                <a:lnTo>
                  <a:pt x="285555" y="16100"/>
                </a:lnTo>
                <a:lnTo>
                  <a:pt x="285831" y="16295"/>
                </a:lnTo>
                <a:lnTo>
                  <a:pt x="286107" y="16498"/>
                </a:lnTo>
                <a:lnTo>
                  <a:pt x="286393" y="16720"/>
                </a:lnTo>
                <a:lnTo>
                  <a:pt x="286690" y="16959"/>
                </a:lnTo>
                <a:lnTo>
                  <a:pt x="286998" y="17215"/>
                </a:lnTo>
                <a:lnTo>
                  <a:pt x="287316" y="17488"/>
                </a:lnTo>
                <a:lnTo>
                  <a:pt x="287645" y="17779"/>
                </a:lnTo>
                <a:lnTo>
                  <a:pt x="287984" y="18087"/>
                </a:lnTo>
                <a:lnTo>
                  <a:pt x="288334" y="18413"/>
                </a:lnTo>
                <a:lnTo>
                  <a:pt x="288694" y="18756"/>
                </a:lnTo>
                <a:lnTo>
                  <a:pt x="289065" y="19116"/>
                </a:lnTo>
                <a:lnTo>
                  <a:pt x="289446" y="19494"/>
                </a:lnTo>
                <a:lnTo>
                  <a:pt x="289838" y="19889"/>
                </a:lnTo>
                <a:lnTo>
                  <a:pt x="290240" y="20301"/>
                </a:lnTo>
                <a:lnTo>
                  <a:pt x="290653" y="20731"/>
                </a:lnTo>
                <a:lnTo>
                  <a:pt x="291077" y="21179"/>
                </a:lnTo>
                <a:lnTo>
                  <a:pt x="291511" y="21643"/>
                </a:lnTo>
                <a:lnTo>
                  <a:pt x="291955" y="22125"/>
                </a:lnTo>
                <a:lnTo>
                  <a:pt x="292411" y="22625"/>
                </a:lnTo>
                <a:lnTo>
                  <a:pt x="292876" y="23141"/>
                </a:lnTo>
                <a:lnTo>
                  <a:pt x="293352" y="23676"/>
                </a:lnTo>
                <a:lnTo>
                  <a:pt x="293839" y="24227"/>
                </a:lnTo>
                <a:lnTo>
                  <a:pt x="294336" y="24796"/>
                </a:lnTo>
                <a:lnTo>
                  <a:pt x="294844" y="25382"/>
                </a:lnTo>
                <a:lnTo>
                  <a:pt x="295363" y="25986"/>
                </a:lnTo>
                <a:lnTo>
                  <a:pt x="295363" y="126416"/>
                </a:lnTo>
                <a:lnTo>
                  <a:pt x="295359" y="127412"/>
                </a:lnTo>
                <a:lnTo>
                  <a:pt x="295346" y="128379"/>
                </a:lnTo>
                <a:lnTo>
                  <a:pt x="295326" y="129315"/>
                </a:lnTo>
                <a:lnTo>
                  <a:pt x="295298" y="130220"/>
                </a:lnTo>
                <a:lnTo>
                  <a:pt x="295261" y="131096"/>
                </a:lnTo>
                <a:lnTo>
                  <a:pt x="295216" y="131941"/>
                </a:lnTo>
                <a:lnTo>
                  <a:pt x="295163" y="132755"/>
                </a:lnTo>
                <a:lnTo>
                  <a:pt x="295102" y="133540"/>
                </a:lnTo>
                <a:lnTo>
                  <a:pt x="295033" y="134294"/>
                </a:lnTo>
                <a:lnTo>
                  <a:pt x="294956" y="135017"/>
                </a:lnTo>
                <a:lnTo>
                  <a:pt x="294870" y="135711"/>
                </a:lnTo>
                <a:lnTo>
                  <a:pt x="294777" y="136374"/>
                </a:lnTo>
                <a:lnTo>
                  <a:pt x="294675" y="137006"/>
                </a:lnTo>
                <a:lnTo>
                  <a:pt x="294565" y="137609"/>
                </a:lnTo>
                <a:lnTo>
                  <a:pt x="294447" y="138181"/>
                </a:lnTo>
                <a:lnTo>
                  <a:pt x="294321" y="138723"/>
                </a:lnTo>
                <a:lnTo>
                  <a:pt x="294187" y="139234"/>
                </a:lnTo>
                <a:lnTo>
                  <a:pt x="294045" y="139715"/>
                </a:lnTo>
                <a:lnTo>
                  <a:pt x="293894" y="140166"/>
                </a:lnTo>
                <a:lnTo>
                  <a:pt x="293736" y="140586"/>
                </a:lnTo>
                <a:lnTo>
                  <a:pt x="293569" y="140976"/>
                </a:lnTo>
                <a:lnTo>
                  <a:pt x="293394" y="141336"/>
                </a:lnTo>
                <a:lnTo>
                  <a:pt x="293211" y="141666"/>
                </a:lnTo>
                <a:lnTo>
                  <a:pt x="293020" y="141965"/>
                </a:lnTo>
                <a:lnTo>
                  <a:pt x="292691" y="142417"/>
                </a:lnTo>
                <a:lnTo>
                  <a:pt x="292343" y="142849"/>
                </a:lnTo>
                <a:lnTo>
                  <a:pt x="291976" y="143263"/>
                </a:lnTo>
                <a:lnTo>
                  <a:pt x="291591" y="143657"/>
                </a:lnTo>
                <a:lnTo>
                  <a:pt x="291186" y="144032"/>
                </a:lnTo>
                <a:lnTo>
                  <a:pt x="290763" y="144388"/>
                </a:lnTo>
                <a:lnTo>
                  <a:pt x="290321" y="144724"/>
                </a:lnTo>
                <a:lnTo>
                  <a:pt x="289860" y="145042"/>
                </a:lnTo>
                <a:lnTo>
                  <a:pt x="289380" y="145340"/>
                </a:lnTo>
                <a:lnTo>
                  <a:pt x="288882" y="145618"/>
                </a:lnTo>
                <a:lnTo>
                  <a:pt x="288364" y="145878"/>
                </a:lnTo>
                <a:lnTo>
                  <a:pt x="287828" y="146118"/>
                </a:lnTo>
                <a:lnTo>
                  <a:pt x="287272" y="146340"/>
                </a:lnTo>
                <a:lnTo>
                  <a:pt x="286698" y="146542"/>
                </a:lnTo>
                <a:lnTo>
                  <a:pt x="286105" y="146724"/>
                </a:lnTo>
                <a:lnTo>
                  <a:pt x="285494" y="146888"/>
                </a:lnTo>
                <a:lnTo>
                  <a:pt x="284863" y="147032"/>
                </a:lnTo>
                <a:lnTo>
                  <a:pt x="284213" y="147157"/>
                </a:lnTo>
                <a:lnTo>
                  <a:pt x="283545" y="147263"/>
                </a:lnTo>
                <a:lnTo>
                  <a:pt x="282858" y="147349"/>
                </a:lnTo>
                <a:lnTo>
                  <a:pt x="282152" y="147416"/>
                </a:lnTo>
                <a:lnTo>
                  <a:pt x="281427" y="147465"/>
                </a:lnTo>
                <a:lnTo>
                  <a:pt x="280683" y="147493"/>
                </a:lnTo>
                <a:lnTo>
                  <a:pt x="279920" y="147503"/>
                </a:lnTo>
                <a:lnTo>
                  <a:pt x="274915" y="147503"/>
                </a:lnTo>
                <a:lnTo>
                  <a:pt x="274915" y="151443"/>
                </a:lnTo>
                <a:lnTo>
                  <a:pt x="325183" y="151443"/>
                </a:lnTo>
                <a:lnTo>
                  <a:pt x="325183" y="147503"/>
                </a:lnTo>
                <a:lnTo>
                  <a:pt x="320071" y="147503"/>
                </a:lnTo>
                <a:lnTo>
                  <a:pt x="319377" y="147495"/>
                </a:lnTo>
                <a:lnTo>
                  <a:pt x="318699" y="147472"/>
                </a:lnTo>
                <a:lnTo>
                  <a:pt x="318036" y="147433"/>
                </a:lnTo>
                <a:lnTo>
                  <a:pt x="317387" y="147379"/>
                </a:lnTo>
                <a:lnTo>
                  <a:pt x="316755" y="147309"/>
                </a:lnTo>
                <a:lnTo>
                  <a:pt x="316137" y="147223"/>
                </a:lnTo>
                <a:lnTo>
                  <a:pt x="315534" y="147122"/>
                </a:lnTo>
                <a:lnTo>
                  <a:pt x="314947" y="147006"/>
                </a:lnTo>
                <a:lnTo>
                  <a:pt x="314375" y="146874"/>
                </a:lnTo>
                <a:lnTo>
                  <a:pt x="313817" y="146726"/>
                </a:lnTo>
                <a:lnTo>
                  <a:pt x="313276" y="146563"/>
                </a:lnTo>
                <a:lnTo>
                  <a:pt x="312749" y="146385"/>
                </a:lnTo>
                <a:lnTo>
                  <a:pt x="312237" y="146191"/>
                </a:lnTo>
                <a:lnTo>
                  <a:pt x="311741" y="145981"/>
                </a:lnTo>
                <a:lnTo>
                  <a:pt x="311259" y="145756"/>
                </a:lnTo>
                <a:lnTo>
                  <a:pt x="310793" y="145515"/>
                </a:lnTo>
                <a:lnTo>
                  <a:pt x="310342" y="145259"/>
                </a:lnTo>
                <a:lnTo>
                  <a:pt x="309907" y="144987"/>
                </a:lnTo>
                <a:lnTo>
                  <a:pt x="309486" y="144700"/>
                </a:lnTo>
                <a:lnTo>
                  <a:pt x="309080" y="144397"/>
                </a:lnTo>
                <a:lnTo>
                  <a:pt x="308690" y="144078"/>
                </a:lnTo>
                <a:lnTo>
                  <a:pt x="308315" y="143744"/>
                </a:lnTo>
                <a:lnTo>
                  <a:pt x="307955" y="143395"/>
                </a:lnTo>
                <a:lnTo>
                  <a:pt x="307610" y="143030"/>
                </a:lnTo>
                <a:lnTo>
                  <a:pt x="307376" y="142737"/>
                </a:lnTo>
                <a:lnTo>
                  <a:pt x="307151" y="142410"/>
                </a:lnTo>
                <a:lnTo>
                  <a:pt x="306936" y="142048"/>
                </a:lnTo>
                <a:lnTo>
                  <a:pt x="306732" y="141651"/>
                </a:lnTo>
                <a:lnTo>
                  <a:pt x="306537" y="141220"/>
                </a:lnTo>
                <a:lnTo>
                  <a:pt x="306352" y="140754"/>
                </a:lnTo>
                <a:lnTo>
                  <a:pt x="306177" y="140252"/>
                </a:lnTo>
                <a:lnTo>
                  <a:pt x="306013" y="139717"/>
                </a:lnTo>
                <a:lnTo>
                  <a:pt x="305858" y="139146"/>
                </a:lnTo>
                <a:lnTo>
                  <a:pt x="305713" y="138541"/>
                </a:lnTo>
                <a:lnTo>
                  <a:pt x="305578" y="137901"/>
                </a:lnTo>
                <a:lnTo>
                  <a:pt x="305454" y="137226"/>
                </a:lnTo>
                <a:lnTo>
                  <a:pt x="305339" y="136516"/>
                </a:lnTo>
                <a:lnTo>
                  <a:pt x="305234" y="135772"/>
                </a:lnTo>
                <a:lnTo>
                  <a:pt x="305139" y="134993"/>
                </a:lnTo>
                <a:lnTo>
                  <a:pt x="305054" y="134179"/>
                </a:lnTo>
                <a:lnTo>
                  <a:pt x="304979" y="133330"/>
                </a:lnTo>
                <a:lnTo>
                  <a:pt x="304914" y="132446"/>
                </a:lnTo>
                <a:lnTo>
                  <a:pt x="304859" y="131528"/>
                </a:lnTo>
                <a:lnTo>
                  <a:pt x="304815" y="130575"/>
                </a:lnTo>
                <a:lnTo>
                  <a:pt x="304780" y="129588"/>
                </a:lnTo>
                <a:lnTo>
                  <a:pt x="304755" y="128565"/>
                </a:lnTo>
                <a:lnTo>
                  <a:pt x="304740" y="127508"/>
                </a:lnTo>
                <a:lnTo>
                  <a:pt x="304735" y="126416"/>
                </a:lnTo>
                <a:lnTo>
                  <a:pt x="304735" y="37488"/>
                </a:lnTo>
                <a:lnTo>
                  <a:pt x="399946" y="153786"/>
                </a:lnTo>
                <a:lnTo>
                  <a:pt x="403780" y="153786"/>
                </a:lnTo>
                <a:lnTo>
                  <a:pt x="403780" y="32057"/>
                </a:lnTo>
                <a:lnTo>
                  <a:pt x="403784" y="31060"/>
                </a:lnTo>
                <a:lnTo>
                  <a:pt x="403796" y="30094"/>
                </a:lnTo>
                <a:lnTo>
                  <a:pt x="403817" y="29158"/>
                </a:lnTo>
                <a:lnTo>
                  <a:pt x="403845" y="28252"/>
                </a:lnTo>
                <a:lnTo>
                  <a:pt x="403882" y="27377"/>
                </a:lnTo>
                <a:lnTo>
                  <a:pt x="403926" y="26532"/>
                </a:lnTo>
                <a:lnTo>
                  <a:pt x="403979" y="25717"/>
                </a:lnTo>
                <a:lnTo>
                  <a:pt x="404040" y="24933"/>
                </a:lnTo>
                <a:lnTo>
                  <a:pt x="404109" y="24179"/>
                </a:lnTo>
                <a:lnTo>
                  <a:pt x="404187" y="23455"/>
                </a:lnTo>
                <a:lnTo>
                  <a:pt x="404272" y="22762"/>
                </a:lnTo>
                <a:lnTo>
                  <a:pt x="404366" y="22099"/>
                </a:lnTo>
                <a:lnTo>
                  <a:pt x="404467" y="21466"/>
                </a:lnTo>
                <a:lnTo>
                  <a:pt x="404577" y="20864"/>
                </a:lnTo>
                <a:lnTo>
                  <a:pt x="404695" y="20292"/>
                </a:lnTo>
                <a:lnTo>
                  <a:pt x="404821" y="19750"/>
                </a:lnTo>
                <a:lnTo>
                  <a:pt x="404956" y="19238"/>
                </a:lnTo>
                <a:lnTo>
                  <a:pt x="405098" y="18757"/>
                </a:lnTo>
                <a:lnTo>
                  <a:pt x="405248" y="18307"/>
                </a:lnTo>
                <a:lnTo>
                  <a:pt x="405407" y="17886"/>
                </a:lnTo>
                <a:lnTo>
                  <a:pt x="405574" y="17496"/>
                </a:lnTo>
                <a:lnTo>
                  <a:pt x="405749" y="17136"/>
                </a:lnTo>
                <a:lnTo>
                  <a:pt x="405932" y="16807"/>
                </a:lnTo>
                <a:lnTo>
                  <a:pt x="406123" y="16508"/>
                </a:lnTo>
                <a:lnTo>
                  <a:pt x="406452" y="16056"/>
                </a:lnTo>
                <a:lnTo>
                  <a:pt x="406799" y="15623"/>
                </a:lnTo>
                <a:lnTo>
                  <a:pt x="407165" y="15210"/>
                </a:lnTo>
                <a:lnTo>
                  <a:pt x="407549" y="14815"/>
                </a:lnTo>
                <a:lnTo>
                  <a:pt x="407952" y="14440"/>
                </a:lnTo>
                <a:lnTo>
                  <a:pt x="408373" y="14085"/>
                </a:lnTo>
                <a:lnTo>
                  <a:pt x="408812" y="13748"/>
                </a:lnTo>
                <a:lnTo>
                  <a:pt x="409271" y="13431"/>
                </a:lnTo>
                <a:lnTo>
                  <a:pt x="409747" y="13133"/>
                </a:lnTo>
                <a:lnTo>
                  <a:pt x="410242" y="12854"/>
                </a:lnTo>
                <a:lnTo>
                  <a:pt x="410756" y="12594"/>
                </a:lnTo>
                <a:lnTo>
                  <a:pt x="411288" y="12354"/>
                </a:lnTo>
                <a:lnTo>
                  <a:pt x="411839" y="12133"/>
                </a:lnTo>
                <a:lnTo>
                  <a:pt x="412408" y="11931"/>
                </a:lnTo>
                <a:lnTo>
                  <a:pt x="412996" y="11748"/>
                </a:lnTo>
                <a:lnTo>
                  <a:pt x="413602" y="11585"/>
                </a:lnTo>
                <a:lnTo>
                  <a:pt x="414226" y="11441"/>
                </a:lnTo>
                <a:lnTo>
                  <a:pt x="414869" y="11316"/>
                </a:lnTo>
                <a:lnTo>
                  <a:pt x="415531" y="11210"/>
                </a:lnTo>
                <a:lnTo>
                  <a:pt x="416211" y="11123"/>
                </a:lnTo>
                <a:lnTo>
                  <a:pt x="416909" y="11056"/>
                </a:lnTo>
                <a:lnTo>
                  <a:pt x="417626" y="11008"/>
                </a:lnTo>
                <a:lnTo>
                  <a:pt x="418362" y="10979"/>
                </a:lnTo>
                <a:lnTo>
                  <a:pt x="419116" y="10970"/>
                </a:lnTo>
                <a:lnTo>
                  <a:pt x="424228" y="10970"/>
                </a:lnTo>
                <a:lnTo>
                  <a:pt x="424228" y="7029"/>
                </a:lnTo>
                <a:lnTo>
                  <a:pt x="373960" y="7029"/>
                </a:lnTo>
                <a:lnTo>
                  <a:pt x="373960" y="10970"/>
                </a:lnTo>
                <a:lnTo>
                  <a:pt x="378965" y="10970"/>
                </a:lnTo>
                <a:lnTo>
                  <a:pt x="379667" y="10977"/>
                </a:lnTo>
                <a:lnTo>
                  <a:pt x="380354" y="11001"/>
                </a:lnTo>
                <a:lnTo>
                  <a:pt x="381024" y="11039"/>
                </a:lnTo>
                <a:lnTo>
                  <a:pt x="381678" y="11094"/>
                </a:lnTo>
                <a:lnTo>
                  <a:pt x="382317" y="11164"/>
                </a:lnTo>
                <a:lnTo>
                  <a:pt x="382939" y="11249"/>
                </a:lnTo>
                <a:lnTo>
                  <a:pt x="383546" y="11350"/>
                </a:lnTo>
                <a:lnTo>
                  <a:pt x="384137" y="11467"/>
                </a:lnTo>
                <a:lnTo>
                  <a:pt x="384711" y="11599"/>
                </a:lnTo>
                <a:lnTo>
                  <a:pt x="385270" y="11746"/>
                </a:lnTo>
                <a:lnTo>
                  <a:pt x="385813" y="11909"/>
                </a:lnTo>
                <a:lnTo>
                  <a:pt x="386341" y="12088"/>
                </a:lnTo>
                <a:lnTo>
                  <a:pt x="386852" y="12282"/>
                </a:lnTo>
                <a:lnTo>
                  <a:pt x="387347" y="12492"/>
                </a:lnTo>
                <a:lnTo>
                  <a:pt x="387827" y="12717"/>
                </a:lnTo>
                <a:lnTo>
                  <a:pt x="388290" y="12958"/>
                </a:lnTo>
                <a:lnTo>
                  <a:pt x="388738" y="13214"/>
                </a:lnTo>
                <a:lnTo>
                  <a:pt x="389169" y="13486"/>
                </a:lnTo>
                <a:lnTo>
                  <a:pt x="389585" y="13773"/>
                </a:lnTo>
                <a:lnTo>
                  <a:pt x="389985" y="14076"/>
                </a:lnTo>
                <a:lnTo>
                  <a:pt x="390369" y="14394"/>
                </a:lnTo>
                <a:lnTo>
                  <a:pt x="390737" y="14728"/>
                </a:lnTo>
                <a:lnTo>
                  <a:pt x="391090" y="15078"/>
                </a:lnTo>
                <a:lnTo>
                  <a:pt x="391426" y="15443"/>
                </a:lnTo>
                <a:lnTo>
                  <a:pt x="391669" y="15735"/>
                </a:lnTo>
                <a:lnTo>
                  <a:pt x="391902" y="16062"/>
                </a:lnTo>
                <a:lnTo>
                  <a:pt x="392125" y="16424"/>
                </a:lnTo>
                <a:lnTo>
                  <a:pt x="392337" y="16821"/>
                </a:lnTo>
                <a:lnTo>
                  <a:pt x="392539" y="17253"/>
                </a:lnTo>
                <a:lnTo>
                  <a:pt x="392731" y="17719"/>
                </a:lnTo>
                <a:lnTo>
                  <a:pt x="392912" y="18220"/>
                </a:lnTo>
                <a:lnTo>
                  <a:pt x="393083" y="18756"/>
                </a:lnTo>
                <a:lnTo>
                  <a:pt x="393243" y="19326"/>
                </a:lnTo>
                <a:lnTo>
                  <a:pt x="393393" y="19932"/>
                </a:lnTo>
                <a:lnTo>
                  <a:pt x="393533" y="20572"/>
                </a:lnTo>
                <a:lnTo>
                  <a:pt x="393662" y="21247"/>
                </a:lnTo>
                <a:lnTo>
                  <a:pt x="393782" y="21956"/>
                </a:lnTo>
                <a:lnTo>
                  <a:pt x="393890" y="22701"/>
                </a:lnTo>
                <a:lnTo>
                  <a:pt x="393989" y="23480"/>
                </a:lnTo>
                <a:lnTo>
                  <a:pt x="394077" y="24294"/>
                </a:lnTo>
                <a:lnTo>
                  <a:pt x="394154" y="25143"/>
                </a:lnTo>
                <a:lnTo>
                  <a:pt x="394222" y="26026"/>
                </a:lnTo>
                <a:lnTo>
                  <a:pt x="394279" y="26944"/>
                </a:lnTo>
                <a:lnTo>
                  <a:pt x="394325" y="27897"/>
                </a:lnTo>
                <a:lnTo>
                  <a:pt x="394361" y="28885"/>
                </a:lnTo>
                <a:lnTo>
                  <a:pt x="394387" y="29907"/>
                </a:lnTo>
                <a:lnTo>
                  <a:pt x="394403" y="30965"/>
                </a:lnTo>
                <a:lnTo>
                  <a:pt x="394408" y="32057"/>
                </a:lnTo>
                <a:lnTo>
                  <a:pt x="394408" y="115340"/>
                </a:lnTo>
                <a:lnTo>
                  <a:pt x="306119" y="7029"/>
                </a:lnTo>
                <a:lnTo>
                  <a:pt x="267918" y="7029"/>
                </a:lnTo>
                <a:lnTo>
                  <a:pt x="270298" y="0"/>
                </a:lnTo>
                <a:close/>
                <a:moveTo>
                  <a:pt x="191066" y="4670"/>
                </a:moveTo>
                <a:lnTo>
                  <a:pt x="190955" y="5077"/>
                </a:lnTo>
                <a:lnTo>
                  <a:pt x="190838" y="5476"/>
                </a:lnTo>
                <a:lnTo>
                  <a:pt x="190715" y="5867"/>
                </a:lnTo>
                <a:lnTo>
                  <a:pt x="190587" y="6250"/>
                </a:lnTo>
                <a:lnTo>
                  <a:pt x="190453" y="6626"/>
                </a:lnTo>
                <a:lnTo>
                  <a:pt x="190314" y="6994"/>
                </a:lnTo>
                <a:lnTo>
                  <a:pt x="190169" y="7354"/>
                </a:lnTo>
                <a:lnTo>
                  <a:pt x="190019" y="7706"/>
                </a:lnTo>
                <a:lnTo>
                  <a:pt x="189863" y="8050"/>
                </a:lnTo>
                <a:lnTo>
                  <a:pt x="189702" y="8387"/>
                </a:lnTo>
                <a:lnTo>
                  <a:pt x="189535" y="8716"/>
                </a:lnTo>
                <a:lnTo>
                  <a:pt x="189362" y="9037"/>
                </a:lnTo>
                <a:lnTo>
                  <a:pt x="189184" y="9350"/>
                </a:lnTo>
                <a:lnTo>
                  <a:pt x="189001" y="9656"/>
                </a:lnTo>
                <a:lnTo>
                  <a:pt x="188812" y="9954"/>
                </a:lnTo>
                <a:lnTo>
                  <a:pt x="188617" y="10244"/>
                </a:lnTo>
                <a:lnTo>
                  <a:pt x="188417" y="10526"/>
                </a:lnTo>
                <a:lnTo>
                  <a:pt x="188211" y="10801"/>
                </a:lnTo>
                <a:lnTo>
                  <a:pt x="188000" y="11068"/>
                </a:lnTo>
                <a:lnTo>
                  <a:pt x="187783" y="11327"/>
                </a:lnTo>
                <a:lnTo>
                  <a:pt x="187560" y="11578"/>
                </a:lnTo>
                <a:lnTo>
                  <a:pt x="187332" y="11822"/>
                </a:lnTo>
                <a:lnTo>
                  <a:pt x="187153" y="11987"/>
                </a:lnTo>
                <a:lnTo>
                  <a:pt x="186972" y="12145"/>
                </a:lnTo>
                <a:lnTo>
                  <a:pt x="186788" y="12296"/>
                </a:lnTo>
                <a:lnTo>
                  <a:pt x="186602" y="12440"/>
                </a:lnTo>
                <a:lnTo>
                  <a:pt x="186412" y="12577"/>
                </a:lnTo>
                <a:lnTo>
                  <a:pt x="186221" y="12707"/>
                </a:lnTo>
                <a:lnTo>
                  <a:pt x="186026" y="12830"/>
                </a:lnTo>
                <a:lnTo>
                  <a:pt x="185829" y="12946"/>
                </a:lnTo>
                <a:lnTo>
                  <a:pt x="185630" y="13055"/>
                </a:lnTo>
                <a:lnTo>
                  <a:pt x="185428" y="13156"/>
                </a:lnTo>
                <a:lnTo>
                  <a:pt x="185223" y="13251"/>
                </a:lnTo>
                <a:lnTo>
                  <a:pt x="185016" y="13339"/>
                </a:lnTo>
                <a:lnTo>
                  <a:pt x="184806" y="13420"/>
                </a:lnTo>
                <a:lnTo>
                  <a:pt x="184594" y="13494"/>
                </a:lnTo>
                <a:lnTo>
                  <a:pt x="184379" y="13560"/>
                </a:lnTo>
                <a:lnTo>
                  <a:pt x="184161" y="13620"/>
                </a:lnTo>
                <a:lnTo>
                  <a:pt x="183941" y="13673"/>
                </a:lnTo>
                <a:lnTo>
                  <a:pt x="183718" y="13719"/>
                </a:lnTo>
                <a:lnTo>
                  <a:pt x="183492" y="13757"/>
                </a:lnTo>
                <a:lnTo>
                  <a:pt x="183265" y="13789"/>
                </a:lnTo>
                <a:lnTo>
                  <a:pt x="183034" y="13813"/>
                </a:lnTo>
                <a:lnTo>
                  <a:pt x="182801" y="13831"/>
                </a:lnTo>
                <a:lnTo>
                  <a:pt x="182565" y="13842"/>
                </a:lnTo>
                <a:lnTo>
                  <a:pt x="182327" y="13845"/>
                </a:lnTo>
                <a:lnTo>
                  <a:pt x="182163" y="13841"/>
                </a:lnTo>
                <a:lnTo>
                  <a:pt x="181989" y="13829"/>
                </a:lnTo>
                <a:lnTo>
                  <a:pt x="181808" y="13808"/>
                </a:lnTo>
                <a:lnTo>
                  <a:pt x="181617" y="13780"/>
                </a:lnTo>
                <a:lnTo>
                  <a:pt x="181417" y="13743"/>
                </a:lnTo>
                <a:lnTo>
                  <a:pt x="181208" y="13699"/>
                </a:lnTo>
                <a:lnTo>
                  <a:pt x="180991" y="13646"/>
                </a:lnTo>
                <a:lnTo>
                  <a:pt x="180765" y="13585"/>
                </a:lnTo>
                <a:lnTo>
                  <a:pt x="180530" y="13516"/>
                </a:lnTo>
                <a:lnTo>
                  <a:pt x="180285" y="13438"/>
                </a:lnTo>
                <a:lnTo>
                  <a:pt x="180033" y="13353"/>
                </a:lnTo>
                <a:lnTo>
                  <a:pt x="179771" y="13259"/>
                </a:lnTo>
                <a:lnTo>
                  <a:pt x="179500" y="13158"/>
                </a:lnTo>
                <a:lnTo>
                  <a:pt x="179220" y="13048"/>
                </a:lnTo>
                <a:lnTo>
                  <a:pt x="178932" y="12930"/>
                </a:lnTo>
                <a:lnTo>
                  <a:pt x="178635" y="12804"/>
                </a:lnTo>
                <a:lnTo>
                  <a:pt x="178329" y="12669"/>
                </a:lnTo>
                <a:lnTo>
                  <a:pt x="178013" y="12527"/>
                </a:lnTo>
                <a:lnTo>
                  <a:pt x="177690" y="12377"/>
                </a:lnTo>
                <a:lnTo>
                  <a:pt x="177357" y="12218"/>
                </a:lnTo>
                <a:lnTo>
                  <a:pt x="177015" y="12051"/>
                </a:lnTo>
                <a:lnTo>
                  <a:pt x="176664" y="11876"/>
                </a:lnTo>
                <a:lnTo>
                  <a:pt x="176305" y="11693"/>
                </a:lnTo>
                <a:lnTo>
                  <a:pt x="175937" y="11502"/>
                </a:lnTo>
                <a:lnTo>
                  <a:pt x="174667" y="10876"/>
                </a:lnTo>
                <a:lnTo>
                  <a:pt x="173395" y="10277"/>
                </a:lnTo>
                <a:lnTo>
                  <a:pt x="172123" y="9705"/>
                </a:lnTo>
                <a:lnTo>
                  <a:pt x="170848" y="9159"/>
                </a:lnTo>
                <a:lnTo>
                  <a:pt x="169573" y="8640"/>
                </a:lnTo>
                <a:lnTo>
                  <a:pt x="168295" y="8147"/>
                </a:lnTo>
                <a:lnTo>
                  <a:pt x="167017" y="7681"/>
                </a:lnTo>
                <a:lnTo>
                  <a:pt x="165736" y="7242"/>
                </a:lnTo>
                <a:lnTo>
                  <a:pt x="164455" y="6829"/>
                </a:lnTo>
                <a:lnTo>
                  <a:pt x="163171" y="6443"/>
                </a:lnTo>
                <a:lnTo>
                  <a:pt x="161887" y="6084"/>
                </a:lnTo>
                <a:lnTo>
                  <a:pt x="160601" y="5751"/>
                </a:lnTo>
                <a:lnTo>
                  <a:pt x="159313" y="5445"/>
                </a:lnTo>
                <a:lnTo>
                  <a:pt x="158024" y="5165"/>
                </a:lnTo>
                <a:lnTo>
                  <a:pt x="156733" y="4912"/>
                </a:lnTo>
                <a:lnTo>
                  <a:pt x="155441" y="4686"/>
                </a:lnTo>
                <a:lnTo>
                  <a:pt x="154148" y="4486"/>
                </a:lnTo>
                <a:lnTo>
                  <a:pt x="152853" y="4313"/>
                </a:lnTo>
                <a:lnTo>
                  <a:pt x="151556" y="4167"/>
                </a:lnTo>
                <a:lnTo>
                  <a:pt x="150258" y="4047"/>
                </a:lnTo>
                <a:lnTo>
                  <a:pt x="148959" y="3954"/>
                </a:lnTo>
                <a:lnTo>
                  <a:pt x="147658" y="3887"/>
                </a:lnTo>
                <a:lnTo>
                  <a:pt x="146355" y="3847"/>
                </a:lnTo>
                <a:lnTo>
                  <a:pt x="145052" y="3834"/>
                </a:lnTo>
                <a:lnTo>
                  <a:pt x="143380" y="3851"/>
                </a:lnTo>
                <a:lnTo>
                  <a:pt x="141719" y="3903"/>
                </a:lnTo>
                <a:lnTo>
                  <a:pt x="140069" y="3989"/>
                </a:lnTo>
                <a:lnTo>
                  <a:pt x="138429" y="4110"/>
                </a:lnTo>
                <a:lnTo>
                  <a:pt x="136801" y="4266"/>
                </a:lnTo>
                <a:lnTo>
                  <a:pt x="135184" y="4456"/>
                </a:lnTo>
                <a:lnTo>
                  <a:pt x="133577" y="4680"/>
                </a:lnTo>
                <a:lnTo>
                  <a:pt x="131982" y="4939"/>
                </a:lnTo>
                <a:lnTo>
                  <a:pt x="130397" y="5232"/>
                </a:lnTo>
                <a:lnTo>
                  <a:pt x="128823" y="5560"/>
                </a:lnTo>
                <a:lnTo>
                  <a:pt x="127260" y="5923"/>
                </a:lnTo>
                <a:lnTo>
                  <a:pt x="125708" y="6320"/>
                </a:lnTo>
                <a:lnTo>
                  <a:pt x="124167" y="6752"/>
                </a:lnTo>
                <a:lnTo>
                  <a:pt x="122637" y="7218"/>
                </a:lnTo>
                <a:lnTo>
                  <a:pt x="121118" y="7719"/>
                </a:lnTo>
                <a:lnTo>
                  <a:pt x="119610" y="8254"/>
                </a:lnTo>
                <a:lnTo>
                  <a:pt x="118112" y="8824"/>
                </a:lnTo>
                <a:lnTo>
                  <a:pt x="116626" y="9428"/>
                </a:lnTo>
                <a:lnTo>
                  <a:pt x="115150" y="10067"/>
                </a:lnTo>
                <a:lnTo>
                  <a:pt x="113686" y="10740"/>
                </a:lnTo>
                <a:lnTo>
                  <a:pt x="112232" y="11448"/>
                </a:lnTo>
                <a:lnTo>
                  <a:pt x="110789" y="12190"/>
                </a:lnTo>
                <a:lnTo>
                  <a:pt x="109357" y="12967"/>
                </a:lnTo>
                <a:lnTo>
                  <a:pt x="107936" y="13778"/>
                </a:lnTo>
                <a:lnTo>
                  <a:pt x="106533" y="14621"/>
                </a:lnTo>
                <a:lnTo>
                  <a:pt x="105156" y="15492"/>
                </a:lnTo>
                <a:lnTo>
                  <a:pt x="103804" y="16392"/>
                </a:lnTo>
                <a:lnTo>
                  <a:pt x="102477" y="17319"/>
                </a:lnTo>
                <a:lnTo>
                  <a:pt x="101175" y="18275"/>
                </a:lnTo>
                <a:lnTo>
                  <a:pt x="99899" y="19259"/>
                </a:lnTo>
                <a:lnTo>
                  <a:pt x="98648" y="20271"/>
                </a:lnTo>
                <a:lnTo>
                  <a:pt x="97422" y="21312"/>
                </a:lnTo>
                <a:lnTo>
                  <a:pt x="96222" y="22381"/>
                </a:lnTo>
                <a:lnTo>
                  <a:pt x="95047" y="23478"/>
                </a:lnTo>
                <a:lnTo>
                  <a:pt x="93898" y="24603"/>
                </a:lnTo>
                <a:lnTo>
                  <a:pt x="92773" y="25756"/>
                </a:lnTo>
                <a:lnTo>
                  <a:pt x="91674" y="26938"/>
                </a:lnTo>
                <a:lnTo>
                  <a:pt x="90601" y="28148"/>
                </a:lnTo>
                <a:lnTo>
                  <a:pt x="89552" y="29386"/>
                </a:lnTo>
                <a:lnTo>
                  <a:pt x="88529" y="30653"/>
                </a:lnTo>
                <a:lnTo>
                  <a:pt x="87532" y="31948"/>
                </a:lnTo>
                <a:lnTo>
                  <a:pt x="86560" y="33271"/>
                </a:lnTo>
                <a:lnTo>
                  <a:pt x="85613" y="34622"/>
                </a:lnTo>
                <a:lnTo>
                  <a:pt x="84691" y="36001"/>
                </a:lnTo>
                <a:lnTo>
                  <a:pt x="83795" y="37409"/>
                </a:lnTo>
                <a:lnTo>
                  <a:pt x="82924" y="38845"/>
                </a:lnTo>
                <a:lnTo>
                  <a:pt x="82078" y="40309"/>
                </a:lnTo>
                <a:lnTo>
                  <a:pt x="81258" y="41801"/>
                </a:lnTo>
                <a:lnTo>
                  <a:pt x="80467" y="43314"/>
                </a:lnTo>
                <a:lnTo>
                  <a:pt x="79710" y="44839"/>
                </a:lnTo>
                <a:lnTo>
                  <a:pt x="78986" y="46376"/>
                </a:lnTo>
                <a:lnTo>
                  <a:pt x="78297" y="47925"/>
                </a:lnTo>
                <a:lnTo>
                  <a:pt x="77640" y="49486"/>
                </a:lnTo>
                <a:lnTo>
                  <a:pt x="77018" y="51060"/>
                </a:lnTo>
                <a:lnTo>
                  <a:pt x="76429" y="52646"/>
                </a:lnTo>
                <a:lnTo>
                  <a:pt x="75874" y="54244"/>
                </a:lnTo>
                <a:lnTo>
                  <a:pt x="75352" y="55854"/>
                </a:lnTo>
                <a:lnTo>
                  <a:pt x="74864" y="57476"/>
                </a:lnTo>
                <a:lnTo>
                  <a:pt x="74410" y="59111"/>
                </a:lnTo>
                <a:lnTo>
                  <a:pt x="73989" y="60758"/>
                </a:lnTo>
                <a:lnTo>
                  <a:pt x="73602" y="62417"/>
                </a:lnTo>
                <a:lnTo>
                  <a:pt x="73249" y="64088"/>
                </a:lnTo>
                <a:lnTo>
                  <a:pt x="72929" y="65771"/>
                </a:lnTo>
                <a:lnTo>
                  <a:pt x="72643" y="67466"/>
                </a:lnTo>
                <a:lnTo>
                  <a:pt x="72391" y="69174"/>
                </a:lnTo>
                <a:lnTo>
                  <a:pt x="72172" y="70894"/>
                </a:lnTo>
                <a:lnTo>
                  <a:pt x="71987" y="72626"/>
                </a:lnTo>
                <a:lnTo>
                  <a:pt x="71836" y="74370"/>
                </a:lnTo>
                <a:lnTo>
                  <a:pt x="71718" y="76127"/>
                </a:lnTo>
                <a:lnTo>
                  <a:pt x="71634" y="77896"/>
                </a:lnTo>
                <a:lnTo>
                  <a:pt x="71583" y="79676"/>
                </a:lnTo>
                <a:lnTo>
                  <a:pt x="71566" y="81469"/>
                </a:lnTo>
                <a:lnTo>
                  <a:pt x="71592" y="83691"/>
                </a:lnTo>
                <a:lnTo>
                  <a:pt x="71668" y="85888"/>
                </a:lnTo>
                <a:lnTo>
                  <a:pt x="71796" y="88060"/>
                </a:lnTo>
                <a:lnTo>
                  <a:pt x="71975" y="90208"/>
                </a:lnTo>
                <a:lnTo>
                  <a:pt x="72204" y="92332"/>
                </a:lnTo>
                <a:lnTo>
                  <a:pt x="72485" y="94431"/>
                </a:lnTo>
                <a:lnTo>
                  <a:pt x="72817" y="96506"/>
                </a:lnTo>
                <a:lnTo>
                  <a:pt x="73199" y="98557"/>
                </a:lnTo>
                <a:lnTo>
                  <a:pt x="73633" y="100583"/>
                </a:lnTo>
                <a:lnTo>
                  <a:pt x="74118" y="102585"/>
                </a:lnTo>
                <a:lnTo>
                  <a:pt x="74654" y="104562"/>
                </a:lnTo>
                <a:lnTo>
                  <a:pt x="75241" y="106515"/>
                </a:lnTo>
                <a:lnTo>
                  <a:pt x="75879" y="108444"/>
                </a:lnTo>
                <a:lnTo>
                  <a:pt x="76567" y="110348"/>
                </a:lnTo>
                <a:lnTo>
                  <a:pt x="77307" y="112228"/>
                </a:lnTo>
                <a:lnTo>
                  <a:pt x="78098" y="114084"/>
                </a:lnTo>
                <a:lnTo>
                  <a:pt x="78940" y="115915"/>
                </a:lnTo>
                <a:lnTo>
                  <a:pt x="79833" y="117722"/>
                </a:lnTo>
                <a:lnTo>
                  <a:pt x="80778" y="119504"/>
                </a:lnTo>
                <a:lnTo>
                  <a:pt x="81773" y="121262"/>
                </a:lnTo>
                <a:lnTo>
                  <a:pt x="82819" y="122996"/>
                </a:lnTo>
                <a:lnTo>
                  <a:pt x="83916" y="124705"/>
                </a:lnTo>
                <a:lnTo>
                  <a:pt x="85064" y="126390"/>
                </a:lnTo>
                <a:lnTo>
                  <a:pt x="86263" y="128050"/>
                </a:lnTo>
                <a:lnTo>
                  <a:pt x="87933" y="130220"/>
                </a:lnTo>
                <a:lnTo>
                  <a:pt x="89660" y="132297"/>
                </a:lnTo>
                <a:lnTo>
                  <a:pt x="91442" y="134282"/>
                </a:lnTo>
                <a:lnTo>
                  <a:pt x="93281" y="136174"/>
                </a:lnTo>
                <a:lnTo>
                  <a:pt x="95175" y="137975"/>
                </a:lnTo>
                <a:lnTo>
                  <a:pt x="97126" y="139682"/>
                </a:lnTo>
                <a:lnTo>
                  <a:pt x="99134" y="141298"/>
                </a:lnTo>
                <a:lnTo>
                  <a:pt x="101197" y="142821"/>
                </a:lnTo>
                <a:lnTo>
                  <a:pt x="103317" y="144252"/>
                </a:lnTo>
                <a:lnTo>
                  <a:pt x="105493" y="145591"/>
                </a:lnTo>
                <a:lnTo>
                  <a:pt x="107725" y="146837"/>
                </a:lnTo>
                <a:lnTo>
                  <a:pt x="110013" y="147991"/>
                </a:lnTo>
                <a:lnTo>
                  <a:pt x="112357" y="149053"/>
                </a:lnTo>
                <a:lnTo>
                  <a:pt x="114758" y="150022"/>
                </a:lnTo>
                <a:lnTo>
                  <a:pt x="117215" y="150899"/>
                </a:lnTo>
                <a:lnTo>
                  <a:pt x="119728" y="151684"/>
                </a:lnTo>
                <a:lnTo>
                  <a:pt x="122298" y="152377"/>
                </a:lnTo>
                <a:lnTo>
                  <a:pt x="124923" y="152977"/>
                </a:lnTo>
                <a:lnTo>
                  <a:pt x="127605" y="153484"/>
                </a:lnTo>
                <a:lnTo>
                  <a:pt x="130343" y="153900"/>
                </a:lnTo>
                <a:lnTo>
                  <a:pt x="133137" y="154223"/>
                </a:lnTo>
                <a:lnTo>
                  <a:pt x="135987" y="154454"/>
                </a:lnTo>
                <a:lnTo>
                  <a:pt x="138894" y="154592"/>
                </a:lnTo>
                <a:lnTo>
                  <a:pt x="141857" y="154638"/>
                </a:lnTo>
                <a:lnTo>
                  <a:pt x="143507" y="154623"/>
                </a:lnTo>
                <a:lnTo>
                  <a:pt x="145138" y="154577"/>
                </a:lnTo>
                <a:lnTo>
                  <a:pt x="146751" y="154499"/>
                </a:lnTo>
                <a:lnTo>
                  <a:pt x="148344" y="154391"/>
                </a:lnTo>
                <a:lnTo>
                  <a:pt x="149919" y="154251"/>
                </a:lnTo>
                <a:lnTo>
                  <a:pt x="151475" y="154081"/>
                </a:lnTo>
                <a:lnTo>
                  <a:pt x="153012" y="153880"/>
                </a:lnTo>
                <a:lnTo>
                  <a:pt x="154530" y="153647"/>
                </a:lnTo>
                <a:lnTo>
                  <a:pt x="156029" y="153384"/>
                </a:lnTo>
                <a:lnTo>
                  <a:pt x="157510" y="153090"/>
                </a:lnTo>
                <a:lnTo>
                  <a:pt x="158972" y="152765"/>
                </a:lnTo>
                <a:lnTo>
                  <a:pt x="160414" y="152409"/>
                </a:lnTo>
                <a:lnTo>
                  <a:pt x="161838" y="152022"/>
                </a:lnTo>
                <a:lnTo>
                  <a:pt x="163243" y="151603"/>
                </a:lnTo>
                <a:lnTo>
                  <a:pt x="164629" y="151154"/>
                </a:lnTo>
                <a:lnTo>
                  <a:pt x="165997" y="150674"/>
                </a:lnTo>
                <a:lnTo>
                  <a:pt x="167345" y="150163"/>
                </a:lnTo>
                <a:lnTo>
                  <a:pt x="168675" y="149621"/>
                </a:lnTo>
                <a:lnTo>
                  <a:pt x="169985" y="149048"/>
                </a:lnTo>
                <a:lnTo>
                  <a:pt x="171277" y="148444"/>
                </a:lnTo>
                <a:lnTo>
                  <a:pt x="172550" y="147810"/>
                </a:lnTo>
                <a:lnTo>
                  <a:pt x="173804" y="147144"/>
                </a:lnTo>
                <a:lnTo>
                  <a:pt x="175040" y="146447"/>
                </a:lnTo>
                <a:lnTo>
                  <a:pt x="176256" y="145719"/>
                </a:lnTo>
                <a:lnTo>
                  <a:pt x="177457" y="144958"/>
                </a:lnTo>
                <a:lnTo>
                  <a:pt x="178645" y="144160"/>
                </a:lnTo>
                <a:lnTo>
                  <a:pt x="179821" y="143327"/>
                </a:lnTo>
                <a:lnTo>
                  <a:pt x="180984" y="142459"/>
                </a:lnTo>
                <a:lnTo>
                  <a:pt x="182134" y="141554"/>
                </a:lnTo>
                <a:lnTo>
                  <a:pt x="183272" y="140614"/>
                </a:lnTo>
                <a:lnTo>
                  <a:pt x="184397" y="139638"/>
                </a:lnTo>
                <a:lnTo>
                  <a:pt x="185510" y="138626"/>
                </a:lnTo>
                <a:lnTo>
                  <a:pt x="186610" y="137578"/>
                </a:lnTo>
                <a:lnTo>
                  <a:pt x="187698" y="136495"/>
                </a:lnTo>
                <a:lnTo>
                  <a:pt x="188773" y="135375"/>
                </a:lnTo>
                <a:lnTo>
                  <a:pt x="189835" y="134220"/>
                </a:lnTo>
                <a:lnTo>
                  <a:pt x="190885" y="133030"/>
                </a:lnTo>
                <a:lnTo>
                  <a:pt x="191922" y="131803"/>
                </a:lnTo>
                <a:lnTo>
                  <a:pt x="192947" y="130541"/>
                </a:lnTo>
                <a:lnTo>
                  <a:pt x="193959" y="129243"/>
                </a:lnTo>
                <a:lnTo>
                  <a:pt x="194958" y="127909"/>
                </a:lnTo>
                <a:lnTo>
                  <a:pt x="195945" y="126539"/>
                </a:lnTo>
                <a:lnTo>
                  <a:pt x="196920" y="125134"/>
                </a:lnTo>
                <a:lnTo>
                  <a:pt x="197882" y="123692"/>
                </a:lnTo>
                <a:lnTo>
                  <a:pt x="198831" y="122215"/>
                </a:lnTo>
                <a:lnTo>
                  <a:pt x="199768" y="120703"/>
                </a:lnTo>
                <a:lnTo>
                  <a:pt x="200692" y="119154"/>
                </a:lnTo>
                <a:lnTo>
                  <a:pt x="201603" y="117570"/>
                </a:lnTo>
                <a:lnTo>
                  <a:pt x="198302" y="115446"/>
                </a:lnTo>
                <a:lnTo>
                  <a:pt x="197232" y="116917"/>
                </a:lnTo>
                <a:lnTo>
                  <a:pt x="196169" y="118346"/>
                </a:lnTo>
                <a:lnTo>
                  <a:pt x="195113" y="119734"/>
                </a:lnTo>
                <a:lnTo>
                  <a:pt x="194065" y="121081"/>
                </a:lnTo>
                <a:lnTo>
                  <a:pt x="193025" y="122386"/>
                </a:lnTo>
                <a:lnTo>
                  <a:pt x="191992" y="123650"/>
                </a:lnTo>
                <a:lnTo>
                  <a:pt x="190966" y="124873"/>
                </a:lnTo>
                <a:lnTo>
                  <a:pt x="189947" y="126055"/>
                </a:lnTo>
                <a:lnTo>
                  <a:pt x="188936" y="127196"/>
                </a:lnTo>
                <a:lnTo>
                  <a:pt x="187933" y="128295"/>
                </a:lnTo>
                <a:lnTo>
                  <a:pt x="186937" y="129353"/>
                </a:lnTo>
                <a:lnTo>
                  <a:pt x="185948" y="130370"/>
                </a:lnTo>
                <a:lnTo>
                  <a:pt x="184966" y="131345"/>
                </a:lnTo>
                <a:lnTo>
                  <a:pt x="183992" y="132280"/>
                </a:lnTo>
                <a:lnTo>
                  <a:pt x="183026" y="133173"/>
                </a:lnTo>
                <a:lnTo>
                  <a:pt x="182066" y="134025"/>
                </a:lnTo>
                <a:lnTo>
                  <a:pt x="181115" y="134835"/>
                </a:lnTo>
                <a:lnTo>
                  <a:pt x="180170" y="135605"/>
                </a:lnTo>
                <a:lnTo>
                  <a:pt x="179233" y="136333"/>
                </a:lnTo>
                <a:lnTo>
                  <a:pt x="178303" y="137020"/>
                </a:lnTo>
                <a:lnTo>
                  <a:pt x="177381" y="137666"/>
                </a:lnTo>
                <a:lnTo>
                  <a:pt x="176466" y="138270"/>
                </a:lnTo>
                <a:lnTo>
                  <a:pt x="175559" y="138834"/>
                </a:lnTo>
                <a:lnTo>
                  <a:pt x="174659" y="139356"/>
                </a:lnTo>
                <a:lnTo>
                  <a:pt x="173757" y="139847"/>
                </a:lnTo>
                <a:lnTo>
                  <a:pt x="172843" y="140317"/>
                </a:lnTo>
                <a:lnTo>
                  <a:pt x="171918" y="140766"/>
                </a:lnTo>
                <a:lnTo>
                  <a:pt x="170981" y="141194"/>
                </a:lnTo>
                <a:lnTo>
                  <a:pt x="170034" y="141602"/>
                </a:lnTo>
                <a:lnTo>
                  <a:pt x="169074" y="141988"/>
                </a:lnTo>
                <a:lnTo>
                  <a:pt x="168103" y="142354"/>
                </a:lnTo>
                <a:lnTo>
                  <a:pt x="167121" y="142699"/>
                </a:lnTo>
                <a:lnTo>
                  <a:pt x="166127" y="143022"/>
                </a:lnTo>
                <a:lnTo>
                  <a:pt x="165122" y="143325"/>
                </a:lnTo>
                <a:lnTo>
                  <a:pt x="164105" y="143607"/>
                </a:lnTo>
                <a:lnTo>
                  <a:pt x="163077" y="143869"/>
                </a:lnTo>
                <a:lnTo>
                  <a:pt x="162037" y="144109"/>
                </a:lnTo>
                <a:lnTo>
                  <a:pt x="160986" y="144328"/>
                </a:lnTo>
                <a:lnTo>
                  <a:pt x="159923" y="144527"/>
                </a:lnTo>
                <a:lnTo>
                  <a:pt x="158849" y="144704"/>
                </a:lnTo>
                <a:lnTo>
                  <a:pt x="157764" y="144861"/>
                </a:lnTo>
                <a:lnTo>
                  <a:pt x="156667" y="144997"/>
                </a:lnTo>
                <a:lnTo>
                  <a:pt x="155558" y="145112"/>
                </a:lnTo>
                <a:lnTo>
                  <a:pt x="154438" y="145206"/>
                </a:lnTo>
                <a:lnTo>
                  <a:pt x="153307" y="145279"/>
                </a:lnTo>
                <a:lnTo>
                  <a:pt x="152164" y="145331"/>
                </a:lnTo>
                <a:lnTo>
                  <a:pt x="151010" y="145363"/>
                </a:lnTo>
                <a:lnTo>
                  <a:pt x="149844" y="145373"/>
                </a:lnTo>
                <a:lnTo>
                  <a:pt x="148501" y="145360"/>
                </a:lnTo>
                <a:lnTo>
                  <a:pt x="147171" y="145320"/>
                </a:lnTo>
                <a:lnTo>
                  <a:pt x="145853" y="145253"/>
                </a:lnTo>
                <a:lnTo>
                  <a:pt x="144547" y="145160"/>
                </a:lnTo>
                <a:lnTo>
                  <a:pt x="143254" y="145040"/>
                </a:lnTo>
                <a:lnTo>
                  <a:pt x="141973" y="144893"/>
                </a:lnTo>
                <a:lnTo>
                  <a:pt x="140705" y="144720"/>
                </a:lnTo>
                <a:lnTo>
                  <a:pt x="139448" y="144520"/>
                </a:lnTo>
                <a:lnTo>
                  <a:pt x="138205" y="144294"/>
                </a:lnTo>
                <a:lnTo>
                  <a:pt x="136973" y="144041"/>
                </a:lnTo>
                <a:lnTo>
                  <a:pt x="135755" y="143761"/>
                </a:lnTo>
                <a:lnTo>
                  <a:pt x="134548" y="143454"/>
                </a:lnTo>
                <a:lnTo>
                  <a:pt x="133354" y="143121"/>
                </a:lnTo>
                <a:lnTo>
                  <a:pt x="132172" y="142761"/>
                </a:lnTo>
                <a:lnTo>
                  <a:pt x="131003" y="142375"/>
                </a:lnTo>
                <a:lnTo>
                  <a:pt x="129846" y="141962"/>
                </a:lnTo>
                <a:lnTo>
                  <a:pt x="128701" y="141522"/>
                </a:lnTo>
                <a:lnTo>
                  <a:pt x="127569" y="141056"/>
                </a:lnTo>
                <a:lnTo>
                  <a:pt x="126449" y="140563"/>
                </a:lnTo>
                <a:lnTo>
                  <a:pt x="125342" y="140043"/>
                </a:lnTo>
                <a:lnTo>
                  <a:pt x="124247" y="139497"/>
                </a:lnTo>
                <a:lnTo>
                  <a:pt x="123164" y="138924"/>
                </a:lnTo>
                <a:lnTo>
                  <a:pt x="122094" y="138325"/>
                </a:lnTo>
                <a:lnTo>
                  <a:pt x="121036" y="137698"/>
                </a:lnTo>
                <a:lnTo>
                  <a:pt x="119995" y="137047"/>
                </a:lnTo>
                <a:lnTo>
                  <a:pt x="118976" y="136373"/>
                </a:lnTo>
                <a:lnTo>
                  <a:pt x="117980" y="135675"/>
                </a:lnTo>
                <a:lnTo>
                  <a:pt x="117005" y="134954"/>
                </a:lnTo>
                <a:lnTo>
                  <a:pt x="116052" y="134209"/>
                </a:lnTo>
                <a:lnTo>
                  <a:pt x="115122" y="133441"/>
                </a:lnTo>
                <a:lnTo>
                  <a:pt x="114213" y="132650"/>
                </a:lnTo>
                <a:lnTo>
                  <a:pt x="113326" y="131836"/>
                </a:lnTo>
                <a:lnTo>
                  <a:pt x="112462" y="130998"/>
                </a:lnTo>
                <a:lnTo>
                  <a:pt x="111619" y="130137"/>
                </a:lnTo>
                <a:lnTo>
                  <a:pt x="110798" y="129253"/>
                </a:lnTo>
                <a:lnTo>
                  <a:pt x="110000" y="128345"/>
                </a:lnTo>
                <a:lnTo>
                  <a:pt x="109223" y="127414"/>
                </a:lnTo>
                <a:lnTo>
                  <a:pt x="108468" y="126460"/>
                </a:lnTo>
                <a:lnTo>
                  <a:pt x="107736" y="125483"/>
                </a:lnTo>
                <a:lnTo>
                  <a:pt x="107025" y="124482"/>
                </a:lnTo>
                <a:lnTo>
                  <a:pt x="106336" y="123458"/>
                </a:lnTo>
                <a:lnTo>
                  <a:pt x="105670" y="122410"/>
                </a:lnTo>
                <a:lnTo>
                  <a:pt x="105025" y="121340"/>
                </a:lnTo>
                <a:lnTo>
                  <a:pt x="104402" y="120245"/>
                </a:lnTo>
                <a:lnTo>
                  <a:pt x="103802" y="119128"/>
                </a:lnTo>
                <a:lnTo>
                  <a:pt x="103223" y="117987"/>
                </a:lnTo>
                <a:lnTo>
                  <a:pt x="102667" y="116823"/>
                </a:lnTo>
                <a:lnTo>
                  <a:pt x="102132" y="115636"/>
                </a:lnTo>
                <a:lnTo>
                  <a:pt x="101619" y="114428"/>
                </a:lnTo>
                <a:lnTo>
                  <a:pt x="101128" y="113201"/>
                </a:lnTo>
                <a:lnTo>
                  <a:pt x="100659" y="111957"/>
                </a:lnTo>
                <a:lnTo>
                  <a:pt x="100212" y="110694"/>
                </a:lnTo>
                <a:lnTo>
                  <a:pt x="99787" y="109413"/>
                </a:lnTo>
                <a:lnTo>
                  <a:pt x="99383" y="108114"/>
                </a:lnTo>
                <a:lnTo>
                  <a:pt x="99001" y="106797"/>
                </a:lnTo>
                <a:lnTo>
                  <a:pt x="98641" y="105462"/>
                </a:lnTo>
                <a:lnTo>
                  <a:pt x="98303" y="104109"/>
                </a:lnTo>
                <a:lnTo>
                  <a:pt x="97987" y="102738"/>
                </a:lnTo>
                <a:lnTo>
                  <a:pt x="97692" y="101348"/>
                </a:lnTo>
                <a:lnTo>
                  <a:pt x="97419" y="99941"/>
                </a:lnTo>
                <a:lnTo>
                  <a:pt x="97168" y="98515"/>
                </a:lnTo>
                <a:lnTo>
                  <a:pt x="96939" y="97071"/>
                </a:lnTo>
                <a:lnTo>
                  <a:pt x="96732" y="95609"/>
                </a:lnTo>
                <a:lnTo>
                  <a:pt x="96547" y="94129"/>
                </a:lnTo>
                <a:lnTo>
                  <a:pt x="96383" y="92631"/>
                </a:lnTo>
                <a:lnTo>
                  <a:pt x="96241" y="91114"/>
                </a:lnTo>
                <a:lnTo>
                  <a:pt x="96121" y="89580"/>
                </a:lnTo>
                <a:lnTo>
                  <a:pt x="96023" y="88027"/>
                </a:lnTo>
                <a:lnTo>
                  <a:pt x="95947" y="86457"/>
                </a:lnTo>
                <a:lnTo>
                  <a:pt x="95892" y="84868"/>
                </a:lnTo>
                <a:lnTo>
                  <a:pt x="95859" y="83261"/>
                </a:lnTo>
                <a:lnTo>
                  <a:pt x="95848" y="81636"/>
                </a:lnTo>
                <a:lnTo>
                  <a:pt x="95860" y="79669"/>
                </a:lnTo>
                <a:lnTo>
                  <a:pt x="95895" y="77728"/>
                </a:lnTo>
                <a:lnTo>
                  <a:pt x="95952" y="75815"/>
                </a:lnTo>
                <a:lnTo>
                  <a:pt x="96033" y="73929"/>
                </a:lnTo>
                <a:lnTo>
                  <a:pt x="96137" y="72070"/>
                </a:lnTo>
                <a:lnTo>
                  <a:pt x="96264" y="70237"/>
                </a:lnTo>
                <a:lnTo>
                  <a:pt x="96415" y="68432"/>
                </a:lnTo>
                <a:lnTo>
                  <a:pt x="96588" y="66654"/>
                </a:lnTo>
                <a:lnTo>
                  <a:pt x="96784" y="64903"/>
                </a:lnTo>
                <a:lnTo>
                  <a:pt x="97004" y="63179"/>
                </a:lnTo>
                <a:lnTo>
                  <a:pt x="97247" y="61482"/>
                </a:lnTo>
                <a:lnTo>
                  <a:pt x="97513" y="59812"/>
                </a:lnTo>
                <a:lnTo>
                  <a:pt x="97801" y="58169"/>
                </a:lnTo>
                <a:lnTo>
                  <a:pt x="98113" y="56552"/>
                </a:lnTo>
                <a:lnTo>
                  <a:pt x="98449" y="54963"/>
                </a:lnTo>
                <a:lnTo>
                  <a:pt x="98807" y="53401"/>
                </a:lnTo>
                <a:lnTo>
                  <a:pt x="99188" y="51866"/>
                </a:lnTo>
                <a:lnTo>
                  <a:pt x="99593" y="50358"/>
                </a:lnTo>
                <a:lnTo>
                  <a:pt x="100020" y="48877"/>
                </a:lnTo>
                <a:lnTo>
                  <a:pt x="100471" y="47424"/>
                </a:lnTo>
                <a:lnTo>
                  <a:pt x="100945" y="45997"/>
                </a:lnTo>
                <a:lnTo>
                  <a:pt x="101442" y="44597"/>
                </a:lnTo>
                <a:lnTo>
                  <a:pt x="101962" y="43224"/>
                </a:lnTo>
                <a:lnTo>
                  <a:pt x="102505" y="41878"/>
                </a:lnTo>
                <a:lnTo>
                  <a:pt x="103068" y="40561"/>
                </a:lnTo>
                <a:lnTo>
                  <a:pt x="103648" y="39274"/>
                </a:lnTo>
                <a:lnTo>
                  <a:pt x="104246" y="38017"/>
                </a:lnTo>
                <a:lnTo>
                  <a:pt x="104861" y="36790"/>
                </a:lnTo>
                <a:lnTo>
                  <a:pt x="105493" y="35593"/>
                </a:lnTo>
                <a:lnTo>
                  <a:pt x="106142" y="34427"/>
                </a:lnTo>
                <a:lnTo>
                  <a:pt x="106809" y="33291"/>
                </a:lnTo>
                <a:lnTo>
                  <a:pt x="107492" y="32185"/>
                </a:lnTo>
                <a:lnTo>
                  <a:pt x="108193" y="31109"/>
                </a:lnTo>
                <a:lnTo>
                  <a:pt x="108911" y="30063"/>
                </a:lnTo>
                <a:lnTo>
                  <a:pt x="109647" y="29047"/>
                </a:lnTo>
                <a:lnTo>
                  <a:pt x="110399" y="28062"/>
                </a:lnTo>
                <a:lnTo>
                  <a:pt x="111169" y="27107"/>
                </a:lnTo>
                <a:lnTo>
                  <a:pt x="111956" y="26182"/>
                </a:lnTo>
                <a:lnTo>
                  <a:pt x="112760" y="25287"/>
                </a:lnTo>
                <a:lnTo>
                  <a:pt x="113581" y="24422"/>
                </a:lnTo>
                <a:lnTo>
                  <a:pt x="114419" y="23588"/>
                </a:lnTo>
                <a:lnTo>
                  <a:pt x="115275" y="22783"/>
                </a:lnTo>
                <a:lnTo>
                  <a:pt x="116148" y="22009"/>
                </a:lnTo>
                <a:lnTo>
                  <a:pt x="117038" y="21265"/>
                </a:lnTo>
                <a:lnTo>
                  <a:pt x="117945" y="20551"/>
                </a:lnTo>
                <a:lnTo>
                  <a:pt x="118869" y="19868"/>
                </a:lnTo>
                <a:lnTo>
                  <a:pt x="119811" y="19214"/>
                </a:lnTo>
                <a:lnTo>
                  <a:pt x="120770" y="18591"/>
                </a:lnTo>
                <a:lnTo>
                  <a:pt x="121742" y="17995"/>
                </a:lnTo>
                <a:lnTo>
                  <a:pt x="122724" y="17425"/>
                </a:lnTo>
                <a:lnTo>
                  <a:pt x="123715" y="16880"/>
                </a:lnTo>
                <a:lnTo>
                  <a:pt x="124716" y="16360"/>
                </a:lnTo>
                <a:lnTo>
                  <a:pt x="125727" y="15865"/>
                </a:lnTo>
                <a:lnTo>
                  <a:pt x="126747" y="15396"/>
                </a:lnTo>
                <a:lnTo>
                  <a:pt x="127777" y="14953"/>
                </a:lnTo>
                <a:lnTo>
                  <a:pt x="128816" y="14534"/>
                </a:lnTo>
                <a:lnTo>
                  <a:pt x="129865" y="14141"/>
                </a:lnTo>
                <a:lnTo>
                  <a:pt x="130924" y="13774"/>
                </a:lnTo>
                <a:lnTo>
                  <a:pt x="131992" y="13431"/>
                </a:lnTo>
                <a:lnTo>
                  <a:pt x="133070" y="13115"/>
                </a:lnTo>
                <a:lnTo>
                  <a:pt x="134158" y="12823"/>
                </a:lnTo>
                <a:lnTo>
                  <a:pt x="135255" y="12557"/>
                </a:lnTo>
                <a:lnTo>
                  <a:pt x="136362" y="12316"/>
                </a:lnTo>
                <a:lnTo>
                  <a:pt x="137478" y="12100"/>
                </a:lnTo>
                <a:lnTo>
                  <a:pt x="138604" y="11910"/>
                </a:lnTo>
                <a:lnTo>
                  <a:pt x="139740" y="11745"/>
                </a:lnTo>
                <a:lnTo>
                  <a:pt x="140885" y="11606"/>
                </a:lnTo>
                <a:lnTo>
                  <a:pt x="142040" y="11492"/>
                </a:lnTo>
                <a:lnTo>
                  <a:pt x="143204" y="11403"/>
                </a:lnTo>
                <a:lnTo>
                  <a:pt x="144379" y="11340"/>
                </a:lnTo>
                <a:lnTo>
                  <a:pt x="145562" y="11302"/>
                </a:lnTo>
                <a:lnTo>
                  <a:pt x="146756" y="11289"/>
                </a:lnTo>
                <a:lnTo>
                  <a:pt x="148176" y="11306"/>
                </a:lnTo>
                <a:lnTo>
                  <a:pt x="149579" y="11357"/>
                </a:lnTo>
                <a:lnTo>
                  <a:pt x="150966" y="11441"/>
                </a:lnTo>
                <a:lnTo>
                  <a:pt x="152335" y="11559"/>
                </a:lnTo>
                <a:lnTo>
                  <a:pt x="153687" y="11711"/>
                </a:lnTo>
                <a:lnTo>
                  <a:pt x="155023" y="11896"/>
                </a:lnTo>
                <a:lnTo>
                  <a:pt x="156341" y="12116"/>
                </a:lnTo>
                <a:lnTo>
                  <a:pt x="157642" y="12369"/>
                </a:lnTo>
                <a:lnTo>
                  <a:pt x="158927" y="12656"/>
                </a:lnTo>
                <a:lnTo>
                  <a:pt x="160194" y="12976"/>
                </a:lnTo>
                <a:lnTo>
                  <a:pt x="161444" y="13331"/>
                </a:lnTo>
                <a:lnTo>
                  <a:pt x="162677" y="13719"/>
                </a:lnTo>
                <a:lnTo>
                  <a:pt x="163894" y="14140"/>
                </a:lnTo>
                <a:lnTo>
                  <a:pt x="165093" y="14596"/>
                </a:lnTo>
                <a:lnTo>
                  <a:pt x="166275" y="15085"/>
                </a:lnTo>
                <a:lnTo>
                  <a:pt x="167440" y="15608"/>
                </a:lnTo>
                <a:lnTo>
                  <a:pt x="168589" y="16165"/>
                </a:lnTo>
                <a:lnTo>
                  <a:pt x="169720" y="16755"/>
                </a:lnTo>
                <a:lnTo>
                  <a:pt x="170834" y="17380"/>
                </a:lnTo>
                <a:lnTo>
                  <a:pt x="171931" y="18038"/>
                </a:lnTo>
                <a:lnTo>
                  <a:pt x="173011" y="18729"/>
                </a:lnTo>
                <a:lnTo>
                  <a:pt x="174074" y="19455"/>
                </a:lnTo>
                <a:lnTo>
                  <a:pt x="175121" y="20214"/>
                </a:lnTo>
                <a:lnTo>
                  <a:pt x="176150" y="21007"/>
                </a:lnTo>
                <a:lnTo>
                  <a:pt x="177161" y="21838"/>
                </a:lnTo>
                <a:lnTo>
                  <a:pt x="178152" y="22712"/>
                </a:lnTo>
                <a:lnTo>
                  <a:pt x="179123" y="23629"/>
                </a:lnTo>
                <a:lnTo>
                  <a:pt x="180075" y="24590"/>
                </a:lnTo>
                <a:lnTo>
                  <a:pt x="181008" y="25593"/>
                </a:lnTo>
                <a:lnTo>
                  <a:pt x="181921" y="26639"/>
                </a:lnTo>
                <a:lnTo>
                  <a:pt x="182814" y="27728"/>
                </a:lnTo>
                <a:lnTo>
                  <a:pt x="183688" y="28860"/>
                </a:lnTo>
                <a:lnTo>
                  <a:pt x="184542" y="30035"/>
                </a:lnTo>
                <a:lnTo>
                  <a:pt x="185376" y="31253"/>
                </a:lnTo>
                <a:lnTo>
                  <a:pt x="186191" y="32515"/>
                </a:lnTo>
                <a:lnTo>
                  <a:pt x="186986" y="33819"/>
                </a:lnTo>
                <a:lnTo>
                  <a:pt x="187762" y="35166"/>
                </a:lnTo>
                <a:lnTo>
                  <a:pt x="188518" y="36556"/>
                </a:lnTo>
                <a:lnTo>
                  <a:pt x="189254" y="37990"/>
                </a:lnTo>
                <a:lnTo>
                  <a:pt x="189971" y="39466"/>
                </a:lnTo>
                <a:lnTo>
                  <a:pt x="190668" y="40985"/>
                </a:lnTo>
                <a:lnTo>
                  <a:pt x="191346" y="42547"/>
                </a:lnTo>
                <a:lnTo>
                  <a:pt x="192004" y="44153"/>
                </a:lnTo>
                <a:lnTo>
                  <a:pt x="192642" y="45801"/>
                </a:lnTo>
                <a:lnTo>
                  <a:pt x="193261" y="47492"/>
                </a:lnTo>
                <a:lnTo>
                  <a:pt x="193861" y="49226"/>
                </a:lnTo>
                <a:lnTo>
                  <a:pt x="194440" y="51004"/>
                </a:lnTo>
                <a:lnTo>
                  <a:pt x="195000" y="52824"/>
                </a:lnTo>
                <a:lnTo>
                  <a:pt x="198302" y="52824"/>
                </a:lnTo>
                <a:lnTo>
                  <a:pt x="195000" y="3834"/>
                </a:lnTo>
                <a:lnTo>
                  <a:pt x="191273" y="3834"/>
                </a:lnTo>
                <a:lnTo>
                  <a:pt x="191172" y="4256"/>
                </a:lnTo>
                <a:lnTo>
                  <a:pt x="191066" y="4670"/>
                </a:lnTo>
                <a:close/>
                <a:moveTo>
                  <a:pt x="554660" y="4670"/>
                </a:moveTo>
                <a:lnTo>
                  <a:pt x="554549" y="5077"/>
                </a:lnTo>
                <a:lnTo>
                  <a:pt x="554432" y="5476"/>
                </a:lnTo>
                <a:lnTo>
                  <a:pt x="554309" y="5867"/>
                </a:lnTo>
                <a:lnTo>
                  <a:pt x="554181" y="6250"/>
                </a:lnTo>
                <a:lnTo>
                  <a:pt x="554047" y="6626"/>
                </a:lnTo>
                <a:lnTo>
                  <a:pt x="553908" y="6994"/>
                </a:lnTo>
                <a:lnTo>
                  <a:pt x="553763" y="7354"/>
                </a:lnTo>
                <a:lnTo>
                  <a:pt x="553613" y="7706"/>
                </a:lnTo>
                <a:lnTo>
                  <a:pt x="553457" y="8050"/>
                </a:lnTo>
                <a:lnTo>
                  <a:pt x="553296" y="8387"/>
                </a:lnTo>
                <a:lnTo>
                  <a:pt x="553129" y="8716"/>
                </a:lnTo>
                <a:lnTo>
                  <a:pt x="552956" y="9037"/>
                </a:lnTo>
                <a:lnTo>
                  <a:pt x="552778" y="9350"/>
                </a:lnTo>
                <a:lnTo>
                  <a:pt x="552595" y="9656"/>
                </a:lnTo>
                <a:lnTo>
                  <a:pt x="552406" y="9954"/>
                </a:lnTo>
                <a:lnTo>
                  <a:pt x="552211" y="10244"/>
                </a:lnTo>
                <a:lnTo>
                  <a:pt x="552011" y="10526"/>
                </a:lnTo>
                <a:lnTo>
                  <a:pt x="551805" y="10801"/>
                </a:lnTo>
                <a:lnTo>
                  <a:pt x="551594" y="11068"/>
                </a:lnTo>
                <a:lnTo>
                  <a:pt x="551377" y="11327"/>
                </a:lnTo>
                <a:lnTo>
                  <a:pt x="551154" y="11578"/>
                </a:lnTo>
                <a:lnTo>
                  <a:pt x="550926" y="11822"/>
                </a:lnTo>
                <a:lnTo>
                  <a:pt x="550747" y="11987"/>
                </a:lnTo>
                <a:lnTo>
                  <a:pt x="550566" y="12145"/>
                </a:lnTo>
                <a:lnTo>
                  <a:pt x="550382" y="12296"/>
                </a:lnTo>
                <a:lnTo>
                  <a:pt x="550196" y="12440"/>
                </a:lnTo>
                <a:lnTo>
                  <a:pt x="550006" y="12577"/>
                </a:lnTo>
                <a:lnTo>
                  <a:pt x="549815" y="12707"/>
                </a:lnTo>
                <a:lnTo>
                  <a:pt x="549620" y="12830"/>
                </a:lnTo>
                <a:lnTo>
                  <a:pt x="549423" y="12946"/>
                </a:lnTo>
                <a:lnTo>
                  <a:pt x="549224" y="13055"/>
                </a:lnTo>
                <a:lnTo>
                  <a:pt x="549022" y="13156"/>
                </a:lnTo>
                <a:lnTo>
                  <a:pt x="548817" y="13251"/>
                </a:lnTo>
                <a:lnTo>
                  <a:pt x="548610" y="13339"/>
                </a:lnTo>
                <a:lnTo>
                  <a:pt x="548400" y="13420"/>
                </a:lnTo>
                <a:lnTo>
                  <a:pt x="548188" y="13494"/>
                </a:lnTo>
                <a:lnTo>
                  <a:pt x="547973" y="13560"/>
                </a:lnTo>
                <a:lnTo>
                  <a:pt x="547755" y="13620"/>
                </a:lnTo>
                <a:lnTo>
                  <a:pt x="547535" y="13673"/>
                </a:lnTo>
                <a:lnTo>
                  <a:pt x="547312" y="13719"/>
                </a:lnTo>
                <a:lnTo>
                  <a:pt x="547087" y="13757"/>
                </a:lnTo>
                <a:lnTo>
                  <a:pt x="546859" y="13789"/>
                </a:lnTo>
                <a:lnTo>
                  <a:pt x="546628" y="13813"/>
                </a:lnTo>
                <a:lnTo>
                  <a:pt x="546395" y="13831"/>
                </a:lnTo>
                <a:lnTo>
                  <a:pt x="546159" y="13842"/>
                </a:lnTo>
                <a:lnTo>
                  <a:pt x="545921" y="13845"/>
                </a:lnTo>
                <a:lnTo>
                  <a:pt x="545757" y="13841"/>
                </a:lnTo>
                <a:lnTo>
                  <a:pt x="545583" y="13829"/>
                </a:lnTo>
                <a:lnTo>
                  <a:pt x="545402" y="13808"/>
                </a:lnTo>
                <a:lnTo>
                  <a:pt x="545211" y="13780"/>
                </a:lnTo>
                <a:lnTo>
                  <a:pt x="545011" y="13743"/>
                </a:lnTo>
                <a:lnTo>
                  <a:pt x="544802" y="13699"/>
                </a:lnTo>
                <a:lnTo>
                  <a:pt x="544585" y="13646"/>
                </a:lnTo>
                <a:lnTo>
                  <a:pt x="544359" y="13585"/>
                </a:lnTo>
                <a:lnTo>
                  <a:pt x="544124" y="13516"/>
                </a:lnTo>
                <a:lnTo>
                  <a:pt x="543879" y="13438"/>
                </a:lnTo>
                <a:lnTo>
                  <a:pt x="543627" y="13353"/>
                </a:lnTo>
                <a:lnTo>
                  <a:pt x="543365" y="13259"/>
                </a:lnTo>
                <a:lnTo>
                  <a:pt x="543094" y="13158"/>
                </a:lnTo>
                <a:lnTo>
                  <a:pt x="542814" y="13048"/>
                </a:lnTo>
                <a:lnTo>
                  <a:pt x="542526" y="12930"/>
                </a:lnTo>
                <a:lnTo>
                  <a:pt x="542229" y="12804"/>
                </a:lnTo>
                <a:lnTo>
                  <a:pt x="541923" y="12669"/>
                </a:lnTo>
                <a:lnTo>
                  <a:pt x="541607" y="12527"/>
                </a:lnTo>
                <a:lnTo>
                  <a:pt x="541284" y="12377"/>
                </a:lnTo>
                <a:lnTo>
                  <a:pt x="540951" y="12218"/>
                </a:lnTo>
                <a:lnTo>
                  <a:pt x="540609" y="12051"/>
                </a:lnTo>
                <a:lnTo>
                  <a:pt x="540258" y="11876"/>
                </a:lnTo>
                <a:lnTo>
                  <a:pt x="539899" y="11693"/>
                </a:lnTo>
                <a:lnTo>
                  <a:pt x="539531" y="11502"/>
                </a:lnTo>
                <a:lnTo>
                  <a:pt x="538261" y="10876"/>
                </a:lnTo>
                <a:lnTo>
                  <a:pt x="536989" y="10277"/>
                </a:lnTo>
                <a:lnTo>
                  <a:pt x="535717" y="9705"/>
                </a:lnTo>
                <a:lnTo>
                  <a:pt x="534442" y="9159"/>
                </a:lnTo>
                <a:lnTo>
                  <a:pt x="533167" y="8640"/>
                </a:lnTo>
                <a:lnTo>
                  <a:pt x="531889" y="8147"/>
                </a:lnTo>
                <a:lnTo>
                  <a:pt x="530611" y="7681"/>
                </a:lnTo>
                <a:lnTo>
                  <a:pt x="529330" y="7242"/>
                </a:lnTo>
                <a:lnTo>
                  <a:pt x="528049" y="6829"/>
                </a:lnTo>
                <a:lnTo>
                  <a:pt x="526765" y="6443"/>
                </a:lnTo>
                <a:lnTo>
                  <a:pt x="525481" y="6084"/>
                </a:lnTo>
                <a:lnTo>
                  <a:pt x="524195" y="5751"/>
                </a:lnTo>
                <a:lnTo>
                  <a:pt x="522907" y="5445"/>
                </a:lnTo>
                <a:lnTo>
                  <a:pt x="521618" y="5165"/>
                </a:lnTo>
                <a:lnTo>
                  <a:pt x="520327" y="4912"/>
                </a:lnTo>
                <a:lnTo>
                  <a:pt x="519035" y="4686"/>
                </a:lnTo>
                <a:lnTo>
                  <a:pt x="517742" y="4486"/>
                </a:lnTo>
                <a:lnTo>
                  <a:pt x="516447" y="4313"/>
                </a:lnTo>
                <a:lnTo>
                  <a:pt x="515150" y="4167"/>
                </a:lnTo>
                <a:lnTo>
                  <a:pt x="513852" y="4047"/>
                </a:lnTo>
                <a:lnTo>
                  <a:pt x="512553" y="3954"/>
                </a:lnTo>
                <a:lnTo>
                  <a:pt x="511252" y="3887"/>
                </a:lnTo>
                <a:lnTo>
                  <a:pt x="509950" y="3847"/>
                </a:lnTo>
                <a:lnTo>
                  <a:pt x="508646" y="3834"/>
                </a:lnTo>
                <a:lnTo>
                  <a:pt x="506974" y="3851"/>
                </a:lnTo>
                <a:lnTo>
                  <a:pt x="505313" y="3903"/>
                </a:lnTo>
                <a:lnTo>
                  <a:pt x="503663" y="3989"/>
                </a:lnTo>
                <a:lnTo>
                  <a:pt x="502023" y="4110"/>
                </a:lnTo>
                <a:lnTo>
                  <a:pt x="500395" y="4266"/>
                </a:lnTo>
                <a:lnTo>
                  <a:pt x="498778" y="4456"/>
                </a:lnTo>
                <a:lnTo>
                  <a:pt x="497171" y="4680"/>
                </a:lnTo>
                <a:lnTo>
                  <a:pt x="495576" y="4939"/>
                </a:lnTo>
                <a:lnTo>
                  <a:pt x="493991" y="5232"/>
                </a:lnTo>
                <a:lnTo>
                  <a:pt x="492417" y="5560"/>
                </a:lnTo>
                <a:lnTo>
                  <a:pt x="490854" y="5923"/>
                </a:lnTo>
                <a:lnTo>
                  <a:pt x="489302" y="6320"/>
                </a:lnTo>
                <a:lnTo>
                  <a:pt x="487761" y="6752"/>
                </a:lnTo>
                <a:lnTo>
                  <a:pt x="486231" y="7218"/>
                </a:lnTo>
                <a:lnTo>
                  <a:pt x="484712" y="7719"/>
                </a:lnTo>
                <a:lnTo>
                  <a:pt x="483204" y="8254"/>
                </a:lnTo>
                <a:lnTo>
                  <a:pt x="481706" y="8824"/>
                </a:lnTo>
                <a:lnTo>
                  <a:pt x="480220" y="9428"/>
                </a:lnTo>
                <a:lnTo>
                  <a:pt x="478744" y="10067"/>
                </a:lnTo>
                <a:lnTo>
                  <a:pt x="477280" y="10740"/>
                </a:lnTo>
                <a:lnTo>
                  <a:pt x="475826" y="11448"/>
                </a:lnTo>
                <a:lnTo>
                  <a:pt x="474383" y="12190"/>
                </a:lnTo>
                <a:lnTo>
                  <a:pt x="472951" y="12967"/>
                </a:lnTo>
                <a:lnTo>
                  <a:pt x="471530" y="13778"/>
                </a:lnTo>
                <a:lnTo>
                  <a:pt x="470127" y="14621"/>
                </a:lnTo>
                <a:lnTo>
                  <a:pt x="468750" y="15492"/>
                </a:lnTo>
                <a:lnTo>
                  <a:pt x="467398" y="16392"/>
                </a:lnTo>
                <a:lnTo>
                  <a:pt x="466071" y="17319"/>
                </a:lnTo>
                <a:lnTo>
                  <a:pt x="464769" y="18275"/>
                </a:lnTo>
                <a:lnTo>
                  <a:pt x="463493" y="19259"/>
                </a:lnTo>
                <a:lnTo>
                  <a:pt x="462242" y="20271"/>
                </a:lnTo>
                <a:lnTo>
                  <a:pt x="461016" y="21312"/>
                </a:lnTo>
                <a:lnTo>
                  <a:pt x="459816" y="22381"/>
                </a:lnTo>
                <a:lnTo>
                  <a:pt x="458641" y="23478"/>
                </a:lnTo>
                <a:lnTo>
                  <a:pt x="457492" y="24603"/>
                </a:lnTo>
                <a:lnTo>
                  <a:pt x="456367" y="25756"/>
                </a:lnTo>
                <a:lnTo>
                  <a:pt x="455268" y="26938"/>
                </a:lnTo>
                <a:lnTo>
                  <a:pt x="454195" y="28148"/>
                </a:lnTo>
                <a:lnTo>
                  <a:pt x="453146" y="29386"/>
                </a:lnTo>
                <a:lnTo>
                  <a:pt x="452124" y="30653"/>
                </a:lnTo>
                <a:lnTo>
                  <a:pt x="451126" y="31948"/>
                </a:lnTo>
                <a:lnTo>
                  <a:pt x="450154" y="33271"/>
                </a:lnTo>
                <a:lnTo>
                  <a:pt x="449207" y="34622"/>
                </a:lnTo>
                <a:lnTo>
                  <a:pt x="448285" y="36001"/>
                </a:lnTo>
                <a:lnTo>
                  <a:pt x="447389" y="37409"/>
                </a:lnTo>
                <a:lnTo>
                  <a:pt x="446518" y="38845"/>
                </a:lnTo>
                <a:lnTo>
                  <a:pt x="445672" y="40309"/>
                </a:lnTo>
                <a:lnTo>
                  <a:pt x="444852" y="41801"/>
                </a:lnTo>
                <a:lnTo>
                  <a:pt x="444061" y="43314"/>
                </a:lnTo>
                <a:lnTo>
                  <a:pt x="443304" y="44839"/>
                </a:lnTo>
                <a:lnTo>
                  <a:pt x="442580" y="46376"/>
                </a:lnTo>
                <a:lnTo>
                  <a:pt x="441891" y="47925"/>
                </a:lnTo>
                <a:lnTo>
                  <a:pt x="441234" y="49486"/>
                </a:lnTo>
                <a:lnTo>
                  <a:pt x="440612" y="51060"/>
                </a:lnTo>
                <a:lnTo>
                  <a:pt x="440023" y="52646"/>
                </a:lnTo>
                <a:lnTo>
                  <a:pt x="439468" y="54244"/>
                </a:lnTo>
                <a:lnTo>
                  <a:pt x="438946" y="55854"/>
                </a:lnTo>
                <a:lnTo>
                  <a:pt x="438458" y="57476"/>
                </a:lnTo>
                <a:lnTo>
                  <a:pt x="438004" y="59111"/>
                </a:lnTo>
                <a:lnTo>
                  <a:pt x="437583" y="60758"/>
                </a:lnTo>
                <a:lnTo>
                  <a:pt x="437196" y="62417"/>
                </a:lnTo>
                <a:lnTo>
                  <a:pt x="436843" y="64088"/>
                </a:lnTo>
                <a:lnTo>
                  <a:pt x="436523" y="65771"/>
                </a:lnTo>
                <a:lnTo>
                  <a:pt x="436237" y="67466"/>
                </a:lnTo>
                <a:lnTo>
                  <a:pt x="435985" y="69174"/>
                </a:lnTo>
                <a:lnTo>
                  <a:pt x="435766" y="70894"/>
                </a:lnTo>
                <a:lnTo>
                  <a:pt x="435581" y="72626"/>
                </a:lnTo>
                <a:lnTo>
                  <a:pt x="435430" y="74370"/>
                </a:lnTo>
                <a:lnTo>
                  <a:pt x="435312" y="76127"/>
                </a:lnTo>
                <a:lnTo>
                  <a:pt x="435228" y="77896"/>
                </a:lnTo>
                <a:lnTo>
                  <a:pt x="435177" y="79676"/>
                </a:lnTo>
                <a:lnTo>
                  <a:pt x="435160" y="81469"/>
                </a:lnTo>
                <a:lnTo>
                  <a:pt x="435186" y="83691"/>
                </a:lnTo>
                <a:lnTo>
                  <a:pt x="435262" y="85888"/>
                </a:lnTo>
                <a:lnTo>
                  <a:pt x="435390" y="88060"/>
                </a:lnTo>
                <a:lnTo>
                  <a:pt x="435569" y="90208"/>
                </a:lnTo>
                <a:lnTo>
                  <a:pt x="435798" y="92332"/>
                </a:lnTo>
                <a:lnTo>
                  <a:pt x="436079" y="94431"/>
                </a:lnTo>
                <a:lnTo>
                  <a:pt x="436411" y="96506"/>
                </a:lnTo>
                <a:lnTo>
                  <a:pt x="436793" y="98557"/>
                </a:lnTo>
                <a:lnTo>
                  <a:pt x="437227" y="100583"/>
                </a:lnTo>
                <a:lnTo>
                  <a:pt x="437712" y="102585"/>
                </a:lnTo>
                <a:lnTo>
                  <a:pt x="438248" y="104562"/>
                </a:lnTo>
                <a:lnTo>
                  <a:pt x="438835" y="106515"/>
                </a:lnTo>
                <a:lnTo>
                  <a:pt x="439473" y="108444"/>
                </a:lnTo>
                <a:lnTo>
                  <a:pt x="440161" y="110348"/>
                </a:lnTo>
                <a:lnTo>
                  <a:pt x="440901" y="112228"/>
                </a:lnTo>
                <a:lnTo>
                  <a:pt x="441692" y="114084"/>
                </a:lnTo>
                <a:lnTo>
                  <a:pt x="442534" y="115915"/>
                </a:lnTo>
                <a:lnTo>
                  <a:pt x="443427" y="117722"/>
                </a:lnTo>
                <a:lnTo>
                  <a:pt x="444372" y="119504"/>
                </a:lnTo>
                <a:lnTo>
                  <a:pt x="445367" y="121262"/>
                </a:lnTo>
                <a:lnTo>
                  <a:pt x="446413" y="122996"/>
                </a:lnTo>
                <a:lnTo>
                  <a:pt x="447510" y="124705"/>
                </a:lnTo>
                <a:lnTo>
                  <a:pt x="448658" y="126390"/>
                </a:lnTo>
                <a:lnTo>
                  <a:pt x="449857" y="128050"/>
                </a:lnTo>
                <a:lnTo>
                  <a:pt x="451527" y="130220"/>
                </a:lnTo>
                <a:lnTo>
                  <a:pt x="453254" y="132297"/>
                </a:lnTo>
                <a:lnTo>
                  <a:pt x="455036" y="134282"/>
                </a:lnTo>
                <a:lnTo>
                  <a:pt x="456875" y="136174"/>
                </a:lnTo>
                <a:lnTo>
                  <a:pt x="458769" y="137975"/>
                </a:lnTo>
                <a:lnTo>
                  <a:pt x="460720" y="139682"/>
                </a:lnTo>
                <a:lnTo>
                  <a:pt x="462728" y="141298"/>
                </a:lnTo>
                <a:lnTo>
                  <a:pt x="464791" y="142821"/>
                </a:lnTo>
                <a:lnTo>
                  <a:pt x="466911" y="144252"/>
                </a:lnTo>
                <a:lnTo>
                  <a:pt x="469087" y="145591"/>
                </a:lnTo>
                <a:lnTo>
                  <a:pt x="471319" y="146837"/>
                </a:lnTo>
                <a:lnTo>
                  <a:pt x="473607" y="147991"/>
                </a:lnTo>
                <a:lnTo>
                  <a:pt x="475951" y="149053"/>
                </a:lnTo>
                <a:lnTo>
                  <a:pt x="478352" y="150022"/>
                </a:lnTo>
                <a:lnTo>
                  <a:pt x="480809" y="150899"/>
                </a:lnTo>
                <a:lnTo>
                  <a:pt x="483322" y="151684"/>
                </a:lnTo>
                <a:lnTo>
                  <a:pt x="485892" y="152377"/>
                </a:lnTo>
                <a:lnTo>
                  <a:pt x="488517" y="152977"/>
                </a:lnTo>
                <a:lnTo>
                  <a:pt x="491199" y="153484"/>
                </a:lnTo>
                <a:lnTo>
                  <a:pt x="493937" y="153900"/>
                </a:lnTo>
                <a:lnTo>
                  <a:pt x="496731" y="154223"/>
                </a:lnTo>
                <a:lnTo>
                  <a:pt x="499581" y="154454"/>
                </a:lnTo>
                <a:lnTo>
                  <a:pt x="502488" y="154592"/>
                </a:lnTo>
                <a:lnTo>
                  <a:pt x="505451" y="154638"/>
                </a:lnTo>
                <a:lnTo>
                  <a:pt x="507101" y="154623"/>
                </a:lnTo>
                <a:lnTo>
                  <a:pt x="508732" y="154577"/>
                </a:lnTo>
                <a:lnTo>
                  <a:pt x="510345" y="154499"/>
                </a:lnTo>
                <a:lnTo>
                  <a:pt x="511938" y="154391"/>
                </a:lnTo>
                <a:lnTo>
                  <a:pt x="513513" y="154251"/>
                </a:lnTo>
                <a:lnTo>
                  <a:pt x="515069" y="154081"/>
                </a:lnTo>
                <a:lnTo>
                  <a:pt x="516606" y="153880"/>
                </a:lnTo>
                <a:lnTo>
                  <a:pt x="518124" y="153647"/>
                </a:lnTo>
                <a:lnTo>
                  <a:pt x="519623" y="153384"/>
                </a:lnTo>
                <a:lnTo>
                  <a:pt x="521104" y="153090"/>
                </a:lnTo>
                <a:lnTo>
                  <a:pt x="522566" y="152765"/>
                </a:lnTo>
                <a:lnTo>
                  <a:pt x="524008" y="152409"/>
                </a:lnTo>
                <a:lnTo>
                  <a:pt x="525432" y="152022"/>
                </a:lnTo>
                <a:lnTo>
                  <a:pt x="526837" y="151603"/>
                </a:lnTo>
                <a:lnTo>
                  <a:pt x="528223" y="151154"/>
                </a:lnTo>
                <a:lnTo>
                  <a:pt x="529591" y="150674"/>
                </a:lnTo>
                <a:lnTo>
                  <a:pt x="530939" y="150163"/>
                </a:lnTo>
                <a:lnTo>
                  <a:pt x="532269" y="149621"/>
                </a:lnTo>
                <a:lnTo>
                  <a:pt x="533579" y="149048"/>
                </a:lnTo>
                <a:lnTo>
                  <a:pt x="534871" y="148444"/>
                </a:lnTo>
                <a:lnTo>
                  <a:pt x="536144" y="147810"/>
                </a:lnTo>
                <a:lnTo>
                  <a:pt x="537398" y="147144"/>
                </a:lnTo>
                <a:lnTo>
                  <a:pt x="538634" y="146447"/>
                </a:lnTo>
                <a:lnTo>
                  <a:pt x="539850" y="145719"/>
                </a:lnTo>
                <a:lnTo>
                  <a:pt x="541051" y="144958"/>
                </a:lnTo>
                <a:lnTo>
                  <a:pt x="542239" y="144160"/>
                </a:lnTo>
                <a:lnTo>
                  <a:pt x="543415" y="143327"/>
                </a:lnTo>
                <a:lnTo>
                  <a:pt x="544578" y="142459"/>
                </a:lnTo>
                <a:lnTo>
                  <a:pt x="545728" y="141554"/>
                </a:lnTo>
                <a:lnTo>
                  <a:pt x="546866" y="140614"/>
                </a:lnTo>
                <a:lnTo>
                  <a:pt x="547991" y="139638"/>
                </a:lnTo>
                <a:lnTo>
                  <a:pt x="549104" y="138626"/>
                </a:lnTo>
                <a:lnTo>
                  <a:pt x="550204" y="137578"/>
                </a:lnTo>
                <a:lnTo>
                  <a:pt x="551292" y="136495"/>
                </a:lnTo>
                <a:lnTo>
                  <a:pt x="552367" y="135375"/>
                </a:lnTo>
                <a:lnTo>
                  <a:pt x="553429" y="134220"/>
                </a:lnTo>
                <a:lnTo>
                  <a:pt x="554479" y="133030"/>
                </a:lnTo>
                <a:lnTo>
                  <a:pt x="555516" y="131803"/>
                </a:lnTo>
                <a:lnTo>
                  <a:pt x="556541" y="130541"/>
                </a:lnTo>
                <a:lnTo>
                  <a:pt x="557553" y="129243"/>
                </a:lnTo>
                <a:lnTo>
                  <a:pt x="558552" y="127909"/>
                </a:lnTo>
                <a:lnTo>
                  <a:pt x="559539" y="126539"/>
                </a:lnTo>
                <a:lnTo>
                  <a:pt x="560514" y="125134"/>
                </a:lnTo>
                <a:lnTo>
                  <a:pt x="561476" y="123692"/>
                </a:lnTo>
                <a:lnTo>
                  <a:pt x="562425" y="122215"/>
                </a:lnTo>
                <a:lnTo>
                  <a:pt x="563362" y="120703"/>
                </a:lnTo>
                <a:lnTo>
                  <a:pt x="564286" y="119154"/>
                </a:lnTo>
                <a:lnTo>
                  <a:pt x="565197" y="117570"/>
                </a:lnTo>
                <a:lnTo>
                  <a:pt x="561896" y="115446"/>
                </a:lnTo>
                <a:lnTo>
                  <a:pt x="560826" y="116917"/>
                </a:lnTo>
                <a:lnTo>
                  <a:pt x="559763" y="118346"/>
                </a:lnTo>
                <a:lnTo>
                  <a:pt x="558707" y="119734"/>
                </a:lnTo>
                <a:lnTo>
                  <a:pt x="557659" y="121081"/>
                </a:lnTo>
                <a:lnTo>
                  <a:pt x="556619" y="122386"/>
                </a:lnTo>
                <a:lnTo>
                  <a:pt x="555586" y="123650"/>
                </a:lnTo>
                <a:lnTo>
                  <a:pt x="554560" y="124873"/>
                </a:lnTo>
                <a:lnTo>
                  <a:pt x="553541" y="126055"/>
                </a:lnTo>
                <a:lnTo>
                  <a:pt x="552530" y="127196"/>
                </a:lnTo>
                <a:lnTo>
                  <a:pt x="551527" y="128295"/>
                </a:lnTo>
                <a:lnTo>
                  <a:pt x="550531" y="129353"/>
                </a:lnTo>
                <a:lnTo>
                  <a:pt x="549542" y="130370"/>
                </a:lnTo>
                <a:lnTo>
                  <a:pt x="548560" y="131345"/>
                </a:lnTo>
                <a:lnTo>
                  <a:pt x="547586" y="132280"/>
                </a:lnTo>
                <a:lnTo>
                  <a:pt x="546620" y="133173"/>
                </a:lnTo>
                <a:lnTo>
                  <a:pt x="545660" y="134025"/>
                </a:lnTo>
                <a:lnTo>
                  <a:pt x="544709" y="134835"/>
                </a:lnTo>
                <a:lnTo>
                  <a:pt x="543764" y="135605"/>
                </a:lnTo>
                <a:lnTo>
                  <a:pt x="542827" y="136333"/>
                </a:lnTo>
                <a:lnTo>
                  <a:pt x="541897" y="137020"/>
                </a:lnTo>
                <a:lnTo>
                  <a:pt x="540975" y="137666"/>
                </a:lnTo>
                <a:lnTo>
                  <a:pt x="540060" y="138270"/>
                </a:lnTo>
                <a:lnTo>
                  <a:pt x="539153" y="138834"/>
                </a:lnTo>
                <a:lnTo>
                  <a:pt x="538253" y="139356"/>
                </a:lnTo>
                <a:lnTo>
                  <a:pt x="537351" y="139847"/>
                </a:lnTo>
                <a:lnTo>
                  <a:pt x="536437" y="140317"/>
                </a:lnTo>
                <a:lnTo>
                  <a:pt x="535512" y="140766"/>
                </a:lnTo>
                <a:lnTo>
                  <a:pt x="534575" y="141194"/>
                </a:lnTo>
                <a:lnTo>
                  <a:pt x="533628" y="141602"/>
                </a:lnTo>
                <a:lnTo>
                  <a:pt x="532668" y="141988"/>
                </a:lnTo>
                <a:lnTo>
                  <a:pt x="531697" y="142354"/>
                </a:lnTo>
                <a:lnTo>
                  <a:pt x="530715" y="142699"/>
                </a:lnTo>
                <a:lnTo>
                  <a:pt x="529721" y="143022"/>
                </a:lnTo>
                <a:lnTo>
                  <a:pt x="528716" y="143325"/>
                </a:lnTo>
                <a:lnTo>
                  <a:pt x="527699" y="143607"/>
                </a:lnTo>
                <a:lnTo>
                  <a:pt x="526671" y="143869"/>
                </a:lnTo>
                <a:lnTo>
                  <a:pt x="525631" y="144109"/>
                </a:lnTo>
                <a:lnTo>
                  <a:pt x="524580" y="144328"/>
                </a:lnTo>
                <a:lnTo>
                  <a:pt x="523517" y="144527"/>
                </a:lnTo>
                <a:lnTo>
                  <a:pt x="522443" y="144704"/>
                </a:lnTo>
                <a:lnTo>
                  <a:pt x="521358" y="144861"/>
                </a:lnTo>
                <a:lnTo>
                  <a:pt x="520261" y="144997"/>
                </a:lnTo>
                <a:lnTo>
                  <a:pt x="519152" y="145112"/>
                </a:lnTo>
                <a:lnTo>
                  <a:pt x="518032" y="145206"/>
                </a:lnTo>
                <a:lnTo>
                  <a:pt x="516901" y="145279"/>
                </a:lnTo>
                <a:lnTo>
                  <a:pt x="515758" y="145331"/>
                </a:lnTo>
                <a:lnTo>
                  <a:pt x="514604" y="145363"/>
                </a:lnTo>
                <a:lnTo>
                  <a:pt x="513438" y="145373"/>
                </a:lnTo>
                <a:lnTo>
                  <a:pt x="512095" y="145360"/>
                </a:lnTo>
                <a:lnTo>
                  <a:pt x="510765" y="145320"/>
                </a:lnTo>
                <a:lnTo>
                  <a:pt x="509447" y="145253"/>
                </a:lnTo>
                <a:lnTo>
                  <a:pt x="508141" y="145160"/>
                </a:lnTo>
                <a:lnTo>
                  <a:pt x="506848" y="145040"/>
                </a:lnTo>
                <a:lnTo>
                  <a:pt x="505567" y="144893"/>
                </a:lnTo>
                <a:lnTo>
                  <a:pt x="504299" y="144720"/>
                </a:lnTo>
                <a:lnTo>
                  <a:pt x="503043" y="144520"/>
                </a:lnTo>
                <a:lnTo>
                  <a:pt x="501799" y="144294"/>
                </a:lnTo>
                <a:lnTo>
                  <a:pt x="500567" y="144041"/>
                </a:lnTo>
                <a:lnTo>
                  <a:pt x="499349" y="143761"/>
                </a:lnTo>
                <a:lnTo>
                  <a:pt x="498142" y="143454"/>
                </a:lnTo>
                <a:lnTo>
                  <a:pt x="496948" y="143121"/>
                </a:lnTo>
                <a:lnTo>
                  <a:pt x="495766" y="142761"/>
                </a:lnTo>
                <a:lnTo>
                  <a:pt x="494597" y="142375"/>
                </a:lnTo>
                <a:lnTo>
                  <a:pt x="493440" y="141962"/>
                </a:lnTo>
                <a:lnTo>
                  <a:pt x="492295" y="141522"/>
                </a:lnTo>
                <a:lnTo>
                  <a:pt x="491163" y="141056"/>
                </a:lnTo>
                <a:lnTo>
                  <a:pt x="490043" y="140563"/>
                </a:lnTo>
                <a:lnTo>
                  <a:pt x="488936" y="140043"/>
                </a:lnTo>
                <a:lnTo>
                  <a:pt x="487841" y="139497"/>
                </a:lnTo>
                <a:lnTo>
                  <a:pt x="486758" y="138924"/>
                </a:lnTo>
                <a:lnTo>
                  <a:pt x="485688" y="138325"/>
                </a:lnTo>
                <a:lnTo>
                  <a:pt x="484630" y="137698"/>
                </a:lnTo>
                <a:lnTo>
                  <a:pt x="483589" y="137047"/>
                </a:lnTo>
                <a:lnTo>
                  <a:pt x="482570" y="136373"/>
                </a:lnTo>
                <a:lnTo>
                  <a:pt x="481574" y="135675"/>
                </a:lnTo>
                <a:lnTo>
                  <a:pt x="480599" y="134954"/>
                </a:lnTo>
                <a:lnTo>
                  <a:pt x="479646" y="134209"/>
                </a:lnTo>
                <a:lnTo>
                  <a:pt x="478716" y="133441"/>
                </a:lnTo>
                <a:lnTo>
                  <a:pt x="477807" y="132650"/>
                </a:lnTo>
                <a:lnTo>
                  <a:pt x="476920" y="131836"/>
                </a:lnTo>
                <a:lnTo>
                  <a:pt x="476056" y="130998"/>
                </a:lnTo>
                <a:lnTo>
                  <a:pt x="475213" y="130137"/>
                </a:lnTo>
                <a:lnTo>
                  <a:pt x="474392" y="129253"/>
                </a:lnTo>
                <a:lnTo>
                  <a:pt x="473594" y="128345"/>
                </a:lnTo>
                <a:lnTo>
                  <a:pt x="472817" y="127414"/>
                </a:lnTo>
                <a:lnTo>
                  <a:pt x="472062" y="126460"/>
                </a:lnTo>
                <a:lnTo>
                  <a:pt x="471330" y="125483"/>
                </a:lnTo>
                <a:lnTo>
                  <a:pt x="470619" y="124482"/>
                </a:lnTo>
                <a:lnTo>
                  <a:pt x="469930" y="123458"/>
                </a:lnTo>
                <a:lnTo>
                  <a:pt x="469264" y="122410"/>
                </a:lnTo>
                <a:lnTo>
                  <a:pt x="468619" y="121340"/>
                </a:lnTo>
                <a:lnTo>
                  <a:pt x="467997" y="120245"/>
                </a:lnTo>
                <a:lnTo>
                  <a:pt x="467396" y="119128"/>
                </a:lnTo>
                <a:lnTo>
                  <a:pt x="466817" y="117987"/>
                </a:lnTo>
                <a:lnTo>
                  <a:pt x="466261" y="116823"/>
                </a:lnTo>
                <a:lnTo>
                  <a:pt x="465726" y="115636"/>
                </a:lnTo>
                <a:lnTo>
                  <a:pt x="465213" y="114428"/>
                </a:lnTo>
                <a:lnTo>
                  <a:pt x="464722" y="113201"/>
                </a:lnTo>
                <a:lnTo>
                  <a:pt x="464253" y="111957"/>
                </a:lnTo>
                <a:lnTo>
                  <a:pt x="463806" y="110694"/>
                </a:lnTo>
                <a:lnTo>
                  <a:pt x="463381" y="109413"/>
                </a:lnTo>
                <a:lnTo>
                  <a:pt x="462977" y="108114"/>
                </a:lnTo>
                <a:lnTo>
                  <a:pt x="462595" y="106797"/>
                </a:lnTo>
                <a:lnTo>
                  <a:pt x="462235" y="105462"/>
                </a:lnTo>
                <a:lnTo>
                  <a:pt x="461897" y="104109"/>
                </a:lnTo>
                <a:lnTo>
                  <a:pt x="461581" y="102738"/>
                </a:lnTo>
                <a:lnTo>
                  <a:pt x="461286" y="101348"/>
                </a:lnTo>
                <a:lnTo>
                  <a:pt x="461013" y="99941"/>
                </a:lnTo>
                <a:lnTo>
                  <a:pt x="460762" y="98515"/>
                </a:lnTo>
                <a:lnTo>
                  <a:pt x="460533" y="97071"/>
                </a:lnTo>
                <a:lnTo>
                  <a:pt x="460326" y="95609"/>
                </a:lnTo>
                <a:lnTo>
                  <a:pt x="460141" y="94129"/>
                </a:lnTo>
                <a:lnTo>
                  <a:pt x="459977" y="92631"/>
                </a:lnTo>
                <a:lnTo>
                  <a:pt x="459835" y="91114"/>
                </a:lnTo>
                <a:lnTo>
                  <a:pt x="459715" y="89580"/>
                </a:lnTo>
                <a:lnTo>
                  <a:pt x="459617" y="88027"/>
                </a:lnTo>
                <a:lnTo>
                  <a:pt x="459541" y="86457"/>
                </a:lnTo>
                <a:lnTo>
                  <a:pt x="459486" y="84868"/>
                </a:lnTo>
                <a:lnTo>
                  <a:pt x="459453" y="83261"/>
                </a:lnTo>
                <a:lnTo>
                  <a:pt x="459442" y="81636"/>
                </a:lnTo>
                <a:lnTo>
                  <a:pt x="459454" y="79669"/>
                </a:lnTo>
                <a:lnTo>
                  <a:pt x="459489" y="77728"/>
                </a:lnTo>
                <a:lnTo>
                  <a:pt x="459546" y="75815"/>
                </a:lnTo>
                <a:lnTo>
                  <a:pt x="459627" y="73929"/>
                </a:lnTo>
                <a:lnTo>
                  <a:pt x="459731" y="72070"/>
                </a:lnTo>
                <a:lnTo>
                  <a:pt x="459858" y="70237"/>
                </a:lnTo>
                <a:lnTo>
                  <a:pt x="460009" y="68432"/>
                </a:lnTo>
                <a:lnTo>
                  <a:pt x="460182" y="66654"/>
                </a:lnTo>
                <a:lnTo>
                  <a:pt x="460378" y="64903"/>
                </a:lnTo>
                <a:lnTo>
                  <a:pt x="460598" y="63179"/>
                </a:lnTo>
                <a:lnTo>
                  <a:pt x="460841" y="61482"/>
                </a:lnTo>
                <a:lnTo>
                  <a:pt x="461107" y="59812"/>
                </a:lnTo>
                <a:lnTo>
                  <a:pt x="461395" y="58169"/>
                </a:lnTo>
                <a:lnTo>
                  <a:pt x="461707" y="56552"/>
                </a:lnTo>
                <a:lnTo>
                  <a:pt x="462043" y="54963"/>
                </a:lnTo>
                <a:lnTo>
                  <a:pt x="462401" y="53401"/>
                </a:lnTo>
                <a:lnTo>
                  <a:pt x="462782" y="51866"/>
                </a:lnTo>
                <a:lnTo>
                  <a:pt x="463187" y="50358"/>
                </a:lnTo>
                <a:lnTo>
                  <a:pt x="463614" y="48877"/>
                </a:lnTo>
                <a:lnTo>
                  <a:pt x="464065" y="47424"/>
                </a:lnTo>
                <a:lnTo>
                  <a:pt x="464539" y="45997"/>
                </a:lnTo>
                <a:lnTo>
                  <a:pt x="465036" y="44597"/>
                </a:lnTo>
                <a:lnTo>
                  <a:pt x="465556" y="43224"/>
                </a:lnTo>
                <a:lnTo>
                  <a:pt x="466099" y="41878"/>
                </a:lnTo>
                <a:lnTo>
                  <a:pt x="466662" y="40561"/>
                </a:lnTo>
                <a:lnTo>
                  <a:pt x="467242" y="39274"/>
                </a:lnTo>
                <a:lnTo>
                  <a:pt x="467840" y="38017"/>
                </a:lnTo>
                <a:lnTo>
                  <a:pt x="468455" y="36790"/>
                </a:lnTo>
                <a:lnTo>
                  <a:pt x="469087" y="35593"/>
                </a:lnTo>
                <a:lnTo>
                  <a:pt x="469736" y="34427"/>
                </a:lnTo>
                <a:lnTo>
                  <a:pt x="470403" y="33291"/>
                </a:lnTo>
                <a:lnTo>
                  <a:pt x="471086" y="32185"/>
                </a:lnTo>
                <a:lnTo>
                  <a:pt x="471787" y="31109"/>
                </a:lnTo>
                <a:lnTo>
                  <a:pt x="472505" y="30063"/>
                </a:lnTo>
                <a:lnTo>
                  <a:pt x="473241" y="29047"/>
                </a:lnTo>
                <a:lnTo>
                  <a:pt x="473993" y="28062"/>
                </a:lnTo>
                <a:lnTo>
                  <a:pt x="474763" y="27107"/>
                </a:lnTo>
                <a:lnTo>
                  <a:pt x="475550" y="26182"/>
                </a:lnTo>
                <a:lnTo>
                  <a:pt x="476354" y="25287"/>
                </a:lnTo>
                <a:lnTo>
                  <a:pt x="477175" y="24422"/>
                </a:lnTo>
                <a:lnTo>
                  <a:pt x="478013" y="23588"/>
                </a:lnTo>
                <a:lnTo>
                  <a:pt x="478869" y="22783"/>
                </a:lnTo>
                <a:lnTo>
                  <a:pt x="479742" y="22009"/>
                </a:lnTo>
                <a:lnTo>
                  <a:pt x="480632" y="21265"/>
                </a:lnTo>
                <a:lnTo>
                  <a:pt x="481539" y="20551"/>
                </a:lnTo>
                <a:lnTo>
                  <a:pt x="482463" y="19868"/>
                </a:lnTo>
                <a:lnTo>
                  <a:pt x="483405" y="19214"/>
                </a:lnTo>
                <a:lnTo>
                  <a:pt x="484364" y="18591"/>
                </a:lnTo>
                <a:lnTo>
                  <a:pt x="485336" y="17995"/>
                </a:lnTo>
                <a:lnTo>
                  <a:pt x="486318" y="17425"/>
                </a:lnTo>
                <a:lnTo>
                  <a:pt x="487309" y="16880"/>
                </a:lnTo>
                <a:lnTo>
                  <a:pt x="488310" y="16360"/>
                </a:lnTo>
                <a:lnTo>
                  <a:pt x="489321" y="15865"/>
                </a:lnTo>
                <a:lnTo>
                  <a:pt x="490341" y="15396"/>
                </a:lnTo>
                <a:lnTo>
                  <a:pt x="491371" y="14953"/>
                </a:lnTo>
                <a:lnTo>
                  <a:pt x="492410" y="14534"/>
                </a:lnTo>
                <a:lnTo>
                  <a:pt x="493459" y="14141"/>
                </a:lnTo>
                <a:lnTo>
                  <a:pt x="494518" y="13774"/>
                </a:lnTo>
                <a:lnTo>
                  <a:pt x="495586" y="13431"/>
                </a:lnTo>
                <a:lnTo>
                  <a:pt x="496664" y="13115"/>
                </a:lnTo>
                <a:lnTo>
                  <a:pt x="497752" y="12823"/>
                </a:lnTo>
                <a:lnTo>
                  <a:pt x="498849" y="12557"/>
                </a:lnTo>
                <a:lnTo>
                  <a:pt x="499956" y="12316"/>
                </a:lnTo>
                <a:lnTo>
                  <a:pt x="501072" y="12100"/>
                </a:lnTo>
                <a:lnTo>
                  <a:pt x="502198" y="11910"/>
                </a:lnTo>
                <a:lnTo>
                  <a:pt x="503334" y="11745"/>
                </a:lnTo>
                <a:lnTo>
                  <a:pt x="504479" y="11606"/>
                </a:lnTo>
                <a:lnTo>
                  <a:pt x="505634" y="11492"/>
                </a:lnTo>
                <a:lnTo>
                  <a:pt x="506798" y="11403"/>
                </a:lnTo>
                <a:lnTo>
                  <a:pt x="507973" y="11340"/>
                </a:lnTo>
                <a:lnTo>
                  <a:pt x="509156" y="11302"/>
                </a:lnTo>
                <a:lnTo>
                  <a:pt x="510350" y="11289"/>
                </a:lnTo>
                <a:lnTo>
                  <a:pt x="511770" y="11306"/>
                </a:lnTo>
                <a:lnTo>
                  <a:pt x="513173" y="11357"/>
                </a:lnTo>
                <a:lnTo>
                  <a:pt x="514560" y="11441"/>
                </a:lnTo>
                <a:lnTo>
                  <a:pt x="515929" y="11559"/>
                </a:lnTo>
                <a:lnTo>
                  <a:pt x="517281" y="11711"/>
                </a:lnTo>
                <a:lnTo>
                  <a:pt x="518617" y="11896"/>
                </a:lnTo>
                <a:lnTo>
                  <a:pt x="519935" y="12116"/>
                </a:lnTo>
                <a:lnTo>
                  <a:pt x="521236" y="12369"/>
                </a:lnTo>
                <a:lnTo>
                  <a:pt x="522521" y="12656"/>
                </a:lnTo>
                <a:lnTo>
                  <a:pt x="523788" y="12976"/>
                </a:lnTo>
                <a:lnTo>
                  <a:pt x="525038" y="13331"/>
                </a:lnTo>
                <a:lnTo>
                  <a:pt x="526271" y="13719"/>
                </a:lnTo>
                <a:lnTo>
                  <a:pt x="527488" y="14140"/>
                </a:lnTo>
                <a:lnTo>
                  <a:pt x="528687" y="14596"/>
                </a:lnTo>
                <a:lnTo>
                  <a:pt x="529869" y="15085"/>
                </a:lnTo>
                <a:lnTo>
                  <a:pt x="531034" y="15608"/>
                </a:lnTo>
                <a:lnTo>
                  <a:pt x="532183" y="16165"/>
                </a:lnTo>
                <a:lnTo>
                  <a:pt x="533314" y="16755"/>
                </a:lnTo>
                <a:lnTo>
                  <a:pt x="534428" y="17380"/>
                </a:lnTo>
                <a:lnTo>
                  <a:pt x="535525" y="18038"/>
                </a:lnTo>
                <a:lnTo>
                  <a:pt x="536605" y="18729"/>
                </a:lnTo>
                <a:lnTo>
                  <a:pt x="537668" y="19455"/>
                </a:lnTo>
                <a:lnTo>
                  <a:pt x="538715" y="20214"/>
                </a:lnTo>
                <a:lnTo>
                  <a:pt x="539744" y="21007"/>
                </a:lnTo>
                <a:lnTo>
                  <a:pt x="540755" y="21838"/>
                </a:lnTo>
                <a:lnTo>
                  <a:pt x="541746" y="22712"/>
                </a:lnTo>
                <a:lnTo>
                  <a:pt x="542717" y="23629"/>
                </a:lnTo>
                <a:lnTo>
                  <a:pt x="543669" y="24590"/>
                </a:lnTo>
                <a:lnTo>
                  <a:pt x="544602" y="25593"/>
                </a:lnTo>
                <a:lnTo>
                  <a:pt x="545515" y="26639"/>
                </a:lnTo>
                <a:lnTo>
                  <a:pt x="546408" y="27728"/>
                </a:lnTo>
                <a:lnTo>
                  <a:pt x="547282" y="28860"/>
                </a:lnTo>
                <a:lnTo>
                  <a:pt x="548136" y="30035"/>
                </a:lnTo>
                <a:lnTo>
                  <a:pt x="548970" y="31253"/>
                </a:lnTo>
                <a:lnTo>
                  <a:pt x="549785" y="32515"/>
                </a:lnTo>
                <a:lnTo>
                  <a:pt x="550580" y="33819"/>
                </a:lnTo>
                <a:lnTo>
                  <a:pt x="551356" y="35166"/>
                </a:lnTo>
                <a:lnTo>
                  <a:pt x="552112" y="36556"/>
                </a:lnTo>
                <a:lnTo>
                  <a:pt x="552848" y="37990"/>
                </a:lnTo>
                <a:lnTo>
                  <a:pt x="553565" y="39466"/>
                </a:lnTo>
                <a:lnTo>
                  <a:pt x="554262" y="40985"/>
                </a:lnTo>
                <a:lnTo>
                  <a:pt x="554940" y="42547"/>
                </a:lnTo>
                <a:lnTo>
                  <a:pt x="555598" y="44153"/>
                </a:lnTo>
                <a:lnTo>
                  <a:pt x="556236" y="45801"/>
                </a:lnTo>
                <a:lnTo>
                  <a:pt x="556855" y="47492"/>
                </a:lnTo>
                <a:lnTo>
                  <a:pt x="557455" y="49226"/>
                </a:lnTo>
                <a:lnTo>
                  <a:pt x="558034" y="51004"/>
                </a:lnTo>
                <a:lnTo>
                  <a:pt x="558594" y="52824"/>
                </a:lnTo>
                <a:lnTo>
                  <a:pt x="561896" y="52824"/>
                </a:lnTo>
                <a:lnTo>
                  <a:pt x="558594" y="3834"/>
                </a:lnTo>
                <a:lnTo>
                  <a:pt x="554867" y="3834"/>
                </a:lnTo>
                <a:lnTo>
                  <a:pt x="554766" y="4256"/>
                </a:lnTo>
                <a:lnTo>
                  <a:pt x="554660" y="4670"/>
                </a:lnTo>
                <a:close/>
                <a:moveTo>
                  <a:pt x="56163" y="192275"/>
                </a:moveTo>
                <a:lnTo>
                  <a:pt x="55317" y="191644"/>
                </a:lnTo>
                <a:lnTo>
                  <a:pt x="54484" y="191011"/>
                </a:lnTo>
                <a:lnTo>
                  <a:pt x="53666" y="190376"/>
                </a:lnTo>
                <a:lnTo>
                  <a:pt x="52862" y="189738"/>
                </a:lnTo>
                <a:lnTo>
                  <a:pt x="52073" y="189097"/>
                </a:lnTo>
                <a:lnTo>
                  <a:pt x="51297" y="188454"/>
                </a:lnTo>
                <a:lnTo>
                  <a:pt x="50536" y="187808"/>
                </a:lnTo>
                <a:lnTo>
                  <a:pt x="49789" y="187160"/>
                </a:lnTo>
                <a:lnTo>
                  <a:pt x="49057" y="186509"/>
                </a:lnTo>
                <a:lnTo>
                  <a:pt x="48338" y="185855"/>
                </a:lnTo>
                <a:lnTo>
                  <a:pt x="47634" y="185199"/>
                </a:lnTo>
                <a:lnTo>
                  <a:pt x="46944" y="184540"/>
                </a:lnTo>
                <a:lnTo>
                  <a:pt x="46268" y="183879"/>
                </a:lnTo>
                <a:lnTo>
                  <a:pt x="45607" y="183215"/>
                </a:lnTo>
                <a:lnTo>
                  <a:pt x="44960" y="182548"/>
                </a:lnTo>
                <a:lnTo>
                  <a:pt x="44327" y="181879"/>
                </a:lnTo>
                <a:lnTo>
                  <a:pt x="43708" y="181207"/>
                </a:lnTo>
                <a:lnTo>
                  <a:pt x="43104" y="180533"/>
                </a:lnTo>
                <a:lnTo>
                  <a:pt x="42513" y="179856"/>
                </a:lnTo>
                <a:lnTo>
                  <a:pt x="41937" y="179177"/>
                </a:lnTo>
                <a:lnTo>
                  <a:pt x="41375" y="178495"/>
                </a:lnTo>
                <a:lnTo>
                  <a:pt x="40825" y="177810"/>
                </a:lnTo>
                <a:lnTo>
                  <a:pt x="40285" y="177123"/>
                </a:lnTo>
                <a:lnTo>
                  <a:pt x="39754" y="176434"/>
                </a:lnTo>
                <a:lnTo>
                  <a:pt x="39232" y="175742"/>
                </a:lnTo>
                <a:lnTo>
                  <a:pt x="38720" y="175048"/>
                </a:lnTo>
                <a:lnTo>
                  <a:pt x="38217" y="174351"/>
                </a:lnTo>
                <a:lnTo>
                  <a:pt x="37724" y="173652"/>
                </a:lnTo>
                <a:lnTo>
                  <a:pt x="37240" y="172951"/>
                </a:lnTo>
                <a:lnTo>
                  <a:pt x="36765" y="172247"/>
                </a:lnTo>
                <a:lnTo>
                  <a:pt x="36300" y="171541"/>
                </a:lnTo>
                <a:lnTo>
                  <a:pt x="35844" y="170832"/>
                </a:lnTo>
                <a:lnTo>
                  <a:pt x="35398" y="170121"/>
                </a:lnTo>
                <a:lnTo>
                  <a:pt x="34961" y="169408"/>
                </a:lnTo>
                <a:lnTo>
                  <a:pt x="34534" y="168692"/>
                </a:lnTo>
                <a:lnTo>
                  <a:pt x="34116" y="167973"/>
                </a:lnTo>
                <a:lnTo>
                  <a:pt x="33707" y="167253"/>
                </a:lnTo>
                <a:lnTo>
                  <a:pt x="33308" y="166530"/>
                </a:lnTo>
                <a:lnTo>
                  <a:pt x="32919" y="165804"/>
                </a:lnTo>
                <a:lnTo>
                  <a:pt x="32538" y="165077"/>
                </a:lnTo>
                <a:lnTo>
                  <a:pt x="32168" y="164346"/>
                </a:lnTo>
                <a:lnTo>
                  <a:pt x="31806" y="163614"/>
                </a:lnTo>
                <a:lnTo>
                  <a:pt x="31454" y="162879"/>
                </a:lnTo>
                <a:lnTo>
                  <a:pt x="31112" y="162141"/>
                </a:lnTo>
                <a:lnTo>
                  <a:pt x="30779" y="161401"/>
                </a:lnTo>
                <a:lnTo>
                  <a:pt x="30452" y="160650"/>
                </a:lnTo>
                <a:lnTo>
                  <a:pt x="30130" y="159879"/>
                </a:lnTo>
                <a:lnTo>
                  <a:pt x="29812" y="159087"/>
                </a:lnTo>
                <a:lnTo>
                  <a:pt x="29498" y="158276"/>
                </a:lnTo>
                <a:lnTo>
                  <a:pt x="29188" y="157444"/>
                </a:lnTo>
                <a:lnTo>
                  <a:pt x="28882" y="156592"/>
                </a:lnTo>
                <a:lnTo>
                  <a:pt x="28580" y="155720"/>
                </a:lnTo>
                <a:lnTo>
                  <a:pt x="28282" y="154828"/>
                </a:lnTo>
                <a:lnTo>
                  <a:pt x="27988" y="153915"/>
                </a:lnTo>
                <a:lnTo>
                  <a:pt x="27698" y="152983"/>
                </a:lnTo>
                <a:lnTo>
                  <a:pt x="27413" y="152030"/>
                </a:lnTo>
                <a:lnTo>
                  <a:pt x="27131" y="151057"/>
                </a:lnTo>
                <a:lnTo>
                  <a:pt x="26853" y="150064"/>
                </a:lnTo>
                <a:lnTo>
                  <a:pt x="26580" y="149051"/>
                </a:lnTo>
                <a:lnTo>
                  <a:pt x="26311" y="148018"/>
                </a:lnTo>
                <a:lnTo>
                  <a:pt x="26045" y="146965"/>
                </a:lnTo>
                <a:lnTo>
                  <a:pt x="25784" y="145891"/>
                </a:lnTo>
                <a:lnTo>
                  <a:pt x="25527" y="144797"/>
                </a:lnTo>
                <a:lnTo>
                  <a:pt x="25274" y="143683"/>
                </a:lnTo>
                <a:lnTo>
                  <a:pt x="25025" y="142549"/>
                </a:lnTo>
                <a:lnTo>
                  <a:pt x="24780" y="141395"/>
                </a:lnTo>
                <a:lnTo>
                  <a:pt x="24539" y="140221"/>
                </a:lnTo>
                <a:lnTo>
                  <a:pt x="24302" y="139026"/>
                </a:lnTo>
                <a:lnTo>
                  <a:pt x="24069" y="137811"/>
                </a:lnTo>
                <a:lnTo>
                  <a:pt x="23782" y="136251"/>
                </a:lnTo>
                <a:lnTo>
                  <a:pt x="23508" y="134676"/>
                </a:lnTo>
                <a:lnTo>
                  <a:pt x="23245" y="133087"/>
                </a:lnTo>
                <a:lnTo>
                  <a:pt x="22995" y="131484"/>
                </a:lnTo>
                <a:lnTo>
                  <a:pt x="22757" y="129866"/>
                </a:lnTo>
                <a:lnTo>
                  <a:pt x="22531" y="128233"/>
                </a:lnTo>
                <a:lnTo>
                  <a:pt x="22318" y="126586"/>
                </a:lnTo>
                <a:lnTo>
                  <a:pt x="22117" y="124925"/>
                </a:lnTo>
                <a:lnTo>
                  <a:pt x="21927" y="123249"/>
                </a:lnTo>
                <a:lnTo>
                  <a:pt x="21750" y="121559"/>
                </a:lnTo>
                <a:lnTo>
                  <a:pt x="21586" y="119854"/>
                </a:lnTo>
                <a:lnTo>
                  <a:pt x="21433" y="118135"/>
                </a:lnTo>
                <a:lnTo>
                  <a:pt x="21293" y="116402"/>
                </a:lnTo>
                <a:lnTo>
                  <a:pt x="21165" y="114654"/>
                </a:lnTo>
                <a:lnTo>
                  <a:pt x="21049" y="112892"/>
                </a:lnTo>
                <a:lnTo>
                  <a:pt x="20945" y="111115"/>
                </a:lnTo>
                <a:lnTo>
                  <a:pt x="20854" y="109324"/>
                </a:lnTo>
                <a:lnTo>
                  <a:pt x="20774" y="107519"/>
                </a:lnTo>
                <a:lnTo>
                  <a:pt x="20707" y="105699"/>
                </a:lnTo>
                <a:lnTo>
                  <a:pt x="20652" y="103864"/>
                </a:lnTo>
                <a:lnTo>
                  <a:pt x="20609" y="102016"/>
                </a:lnTo>
                <a:lnTo>
                  <a:pt x="20579" y="100152"/>
                </a:lnTo>
                <a:lnTo>
                  <a:pt x="20561" y="98275"/>
                </a:lnTo>
                <a:lnTo>
                  <a:pt x="20555" y="96383"/>
                </a:lnTo>
                <a:lnTo>
                  <a:pt x="20562" y="94637"/>
                </a:lnTo>
                <a:lnTo>
                  <a:pt x="20583" y="92898"/>
                </a:lnTo>
                <a:lnTo>
                  <a:pt x="20619" y="91164"/>
                </a:lnTo>
                <a:lnTo>
                  <a:pt x="20670" y="89437"/>
                </a:lnTo>
                <a:lnTo>
                  <a:pt x="20735" y="87715"/>
                </a:lnTo>
                <a:lnTo>
                  <a:pt x="20814" y="85999"/>
                </a:lnTo>
                <a:lnTo>
                  <a:pt x="20908" y="84289"/>
                </a:lnTo>
                <a:lnTo>
                  <a:pt x="21016" y="82585"/>
                </a:lnTo>
                <a:lnTo>
                  <a:pt x="21139" y="80887"/>
                </a:lnTo>
                <a:lnTo>
                  <a:pt x="21276" y="79195"/>
                </a:lnTo>
                <a:lnTo>
                  <a:pt x="21427" y="77509"/>
                </a:lnTo>
                <a:lnTo>
                  <a:pt x="21593" y="75828"/>
                </a:lnTo>
                <a:lnTo>
                  <a:pt x="21773" y="74154"/>
                </a:lnTo>
                <a:lnTo>
                  <a:pt x="21968" y="72485"/>
                </a:lnTo>
                <a:lnTo>
                  <a:pt x="22177" y="70823"/>
                </a:lnTo>
                <a:lnTo>
                  <a:pt x="22401" y="69166"/>
                </a:lnTo>
                <a:lnTo>
                  <a:pt x="22639" y="67515"/>
                </a:lnTo>
                <a:lnTo>
                  <a:pt x="22891" y="65870"/>
                </a:lnTo>
                <a:lnTo>
                  <a:pt x="23158" y="64232"/>
                </a:lnTo>
                <a:lnTo>
                  <a:pt x="23439" y="62599"/>
                </a:lnTo>
                <a:lnTo>
                  <a:pt x="23735" y="60971"/>
                </a:lnTo>
                <a:lnTo>
                  <a:pt x="24045" y="59350"/>
                </a:lnTo>
                <a:lnTo>
                  <a:pt x="24369" y="57735"/>
                </a:lnTo>
                <a:lnTo>
                  <a:pt x="24708" y="56126"/>
                </a:lnTo>
                <a:lnTo>
                  <a:pt x="25062" y="54531"/>
                </a:lnTo>
                <a:lnTo>
                  <a:pt x="25430" y="52960"/>
                </a:lnTo>
                <a:lnTo>
                  <a:pt x="25813" y="51411"/>
                </a:lnTo>
                <a:lnTo>
                  <a:pt x="26211" y="49887"/>
                </a:lnTo>
                <a:lnTo>
                  <a:pt x="26624" y="48385"/>
                </a:lnTo>
                <a:lnTo>
                  <a:pt x="27051" y="46907"/>
                </a:lnTo>
                <a:lnTo>
                  <a:pt x="27493" y="45452"/>
                </a:lnTo>
                <a:lnTo>
                  <a:pt x="27950" y="44020"/>
                </a:lnTo>
                <a:lnTo>
                  <a:pt x="28422" y="42612"/>
                </a:lnTo>
                <a:lnTo>
                  <a:pt x="28909" y="41227"/>
                </a:lnTo>
                <a:lnTo>
                  <a:pt x="29410" y="39865"/>
                </a:lnTo>
                <a:lnTo>
                  <a:pt x="29927" y="38526"/>
                </a:lnTo>
                <a:lnTo>
                  <a:pt x="30458" y="37211"/>
                </a:lnTo>
                <a:lnTo>
                  <a:pt x="31003" y="35919"/>
                </a:lnTo>
                <a:lnTo>
                  <a:pt x="31564" y="34651"/>
                </a:lnTo>
                <a:lnTo>
                  <a:pt x="32139" y="33406"/>
                </a:lnTo>
                <a:lnTo>
                  <a:pt x="32730" y="32184"/>
                </a:lnTo>
                <a:lnTo>
                  <a:pt x="33335" y="30985"/>
                </a:lnTo>
                <a:lnTo>
                  <a:pt x="33954" y="29810"/>
                </a:lnTo>
                <a:lnTo>
                  <a:pt x="34589" y="28657"/>
                </a:lnTo>
                <a:lnTo>
                  <a:pt x="35238" y="27529"/>
                </a:lnTo>
                <a:lnTo>
                  <a:pt x="35902" y="26423"/>
                </a:lnTo>
                <a:lnTo>
                  <a:pt x="36581" y="25341"/>
                </a:lnTo>
                <a:lnTo>
                  <a:pt x="37275" y="24282"/>
                </a:lnTo>
                <a:lnTo>
                  <a:pt x="37984" y="23244"/>
                </a:lnTo>
                <a:lnTo>
                  <a:pt x="38710" y="22225"/>
                </a:lnTo>
                <a:lnTo>
                  <a:pt x="39452" y="21224"/>
                </a:lnTo>
                <a:lnTo>
                  <a:pt x="40210" y="20241"/>
                </a:lnTo>
                <a:lnTo>
                  <a:pt x="40984" y="19277"/>
                </a:lnTo>
                <a:lnTo>
                  <a:pt x="41775" y="18331"/>
                </a:lnTo>
                <a:lnTo>
                  <a:pt x="42582" y="17404"/>
                </a:lnTo>
                <a:lnTo>
                  <a:pt x="43405" y="16496"/>
                </a:lnTo>
                <a:lnTo>
                  <a:pt x="44244" y="15606"/>
                </a:lnTo>
                <a:lnTo>
                  <a:pt x="45100" y="14734"/>
                </a:lnTo>
                <a:lnTo>
                  <a:pt x="45972" y="13881"/>
                </a:lnTo>
                <a:lnTo>
                  <a:pt x="46860" y="13046"/>
                </a:lnTo>
                <a:lnTo>
                  <a:pt x="47765" y="12230"/>
                </a:lnTo>
                <a:lnTo>
                  <a:pt x="48685" y="11433"/>
                </a:lnTo>
                <a:lnTo>
                  <a:pt x="49623" y="10653"/>
                </a:lnTo>
                <a:lnTo>
                  <a:pt x="50576" y="9893"/>
                </a:lnTo>
                <a:lnTo>
                  <a:pt x="51545" y="9151"/>
                </a:lnTo>
                <a:lnTo>
                  <a:pt x="52531" y="8427"/>
                </a:lnTo>
                <a:lnTo>
                  <a:pt x="53533" y="7722"/>
                </a:lnTo>
                <a:lnTo>
                  <a:pt x="54552" y="7035"/>
                </a:lnTo>
                <a:lnTo>
                  <a:pt x="55587" y="6367"/>
                </a:lnTo>
                <a:lnTo>
                  <a:pt x="56637" y="5717"/>
                </a:lnTo>
                <a:lnTo>
                  <a:pt x="57705" y="5086"/>
                </a:lnTo>
                <a:lnTo>
                  <a:pt x="58788" y="4473"/>
                </a:lnTo>
                <a:lnTo>
                  <a:pt x="58788" y="0"/>
                </a:lnTo>
                <a:lnTo>
                  <a:pt x="56622" y="1003"/>
                </a:lnTo>
                <a:lnTo>
                  <a:pt x="54490" y="2060"/>
                </a:lnTo>
                <a:lnTo>
                  <a:pt x="52393" y="3171"/>
                </a:lnTo>
                <a:lnTo>
                  <a:pt x="50330" y="4335"/>
                </a:lnTo>
                <a:lnTo>
                  <a:pt x="48302" y="5554"/>
                </a:lnTo>
                <a:lnTo>
                  <a:pt x="46308" y="6826"/>
                </a:lnTo>
                <a:lnTo>
                  <a:pt x="44348" y="8152"/>
                </a:lnTo>
                <a:lnTo>
                  <a:pt x="42423" y="9532"/>
                </a:lnTo>
                <a:lnTo>
                  <a:pt x="40532" y="10965"/>
                </a:lnTo>
                <a:lnTo>
                  <a:pt x="38675" y="12453"/>
                </a:lnTo>
                <a:lnTo>
                  <a:pt x="36853" y="13994"/>
                </a:lnTo>
                <a:lnTo>
                  <a:pt x="35065" y="15589"/>
                </a:lnTo>
                <a:lnTo>
                  <a:pt x="33312" y="17238"/>
                </a:lnTo>
                <a:lnTo>
                  <a:pt x="31593" y="18940"/>
                </a:lnTo>
                <a:lnTo>
                  <a:pt x="29908" y="20697"/>
                </a:lnTo>
                <a:lnTo>
                  <a:pt x="28258" y="22507"/>
                </a:lnTo>
                <a:lnTo>
                  <a:pt x="26642" y="24371"/>
                </a:lnTo>
                <a:lnTo>
                  <a:pt x="25061" y="26289"/>
                </a:lnTo>
                <a:lnTo>
                  <a:pt x="23514" y="28261"/>
                </a:lnTo>
                <a:lnTo>
                  <a:pt x="22001" y="30286"/>
                </a:lnTo>
                <a:lnTo>
                  <a:pt x="20523" y="32365"/>
                </a:lnTo>
                <a:lnTo>
                  <a:pt x="19079" y="34498"/>
                </a:lnTo>
                <a:lnTo>
                  <a:pt x="17670" y="36685"/>
                </a:lnTo>
                <a:lnTo>
                  <a:pt x="16295" y="38926"/>
                </a:lnTo>
                <a:lnTo>
                  <a:pt x="14965" y="41204"/>
                </a:lnTo>
                <a:lnTo>
                  <a:pt x="13692" y="43501"/>
                </a:lnTo>
                <a:lnTo>
                  <a:pt x="12476" y="45819"/>
                </a:lnTo>
                <a:lnTo>
                  <a:pt x="11316" y="48157"/>
                </a:lnTo>
                <a:lnTo>
                  <a:pt x="10212" y="50516"/>
                </a:lnTo>
                <a:lnTo>
                  <a:pt x="9166" y="52894"/>
                </a:lnTo>
                <a:lnTo>
                  <a:pt x="8176" y="55293"/>
                </a:lnTo>
                <a:lnTo>
                  <a:pt x="7242" y="57711"/>
                </a:lnTo>
                <a:lnTo>
                  <a:pt x="6365" y="60150"/>
                </a:lnTo>
                <a:lnTo>
                  <a:pt x="5545" y="62609"/>
                </a:lnTo>
                <a:lnTo>
                  <a:pt x="4781" y="65088"/>
                </a:lnTo>
                <a:lnTo>
                  <a:pt x="4074" y="67588"/>
                </a:lnTo>
                <a:lnTo>
                  <a:pt x="3423" y="70107"/>
                </a:lnTo>
                <a:lnTo>
                  <a:pt x="2829" y="72647"/>
                </a:lnTo>
                <a:lnTo>
                  <a:pt x="2291" y="75207"/>
                </a:lnTo>
                <a:lnTo>
                  <a:pt x="1811" y="77787"/>
                </a:lnTo>
                <a:lnTo>
                  <a:pt x="1386" y="80387"/>
                </a:lnTo>
                <a:lnTo>
                  <a:pt x="1018" y="83007"/>
                </a:lnTo>
                <a:lnTo>
                  <a:pt x="707" y="85647"/>
                </a:lnTo>
                <a:lnTo>
                  <a:pt x="453" y="88308"/>
                </a:lnTo>
                <a:lnTo>
                  <a:pt x="255" y="90989"/>
                </a:lnTo>
                <a:lnTo>
                  <a:pt x="113" y="93690"/>
                </a:lnTo>
                <a:lnTo>
                  <a:pt x="28" y="96411"/>
                </a:lnTo>
                <a:lnTo>
                  <a:pt x="0" y="99152"/>
                </a:lnTo>
                <a:lnTo>
                  <a:pt x="14" y="101031"/>
                </a:lnTo>
                <a:lnTo>
                  <a:pt x="58" y="102904"/>
                </a:lnTo>
                <a:lnTo>
                  <a:pt x="130" y="104771"/>
                </a:lnTo>
                <a:lnTo>
                  <a:pt x="231" y="106633"/>
                </a:lnTo>
                <a:lnTo>
                  <a:pt x="361" y="108490"/>
                </a:lnTo>
                <a:lnTo>
                  <a:pt x="519" y="110341"/>
                </a:lnTo>
                <a:lnTo>
                  <a:pt x="707" y="112186"/>
                </a:lnTo>
                <a:lnTo>
                  <a:pt x="923" y="114026"/>
                </a:lnTo>
                <a:lnTo>
                  <a:pt x="1168" y="115861"/>
                </a:lnTo>
                <a:lnTo>
                  <a:pt x="1442" y="117690"/>
                </a:lnTo>
                <a:lnTo>
                  <a:pt x="1745" y="119513"/>
                </a:lnTo>
                <a:lnTo>
                  <a:pt x="2077" y="121331"/>
                </a:lnTo>
                <a:lnTo>
                  <a:pt x="2437" y="123143"/>
                </a:lnTo>
                <a:lnTo>
                  <a:pt x="2827" y="124949"/>
                </a:lnTo>
                <a:lnTo>
                  <a:pt x="3245" y="126750"/>
                </a:lnTo>
                <a:lnTo>
                  <a:pt x="3692" y="128546"/>
                </a:lnTo>
                <a:lnTo>
                  <a:pt x="4168" y="130336"/>
                </a:lnTo>
                <a:lnTo>
                  <a:pt x="4673" y="132120"/>
                </a:lnTo>
                <a:lnTo>
                  <a:pt x="5206" y="133899"/>
                </a:lnTo>
                <a:lnTo>
                  <a:pt x="5769" y="135673"/>
                </a:lnTo>
                <a:lnTo>
                  <a:pt x="6360" y="137440"/>
                </a:lnTo>
                <a:lnTo>
                  <a:pt x="6980" y="139203"/>
                </a:lnTo>
                <a:lnTo>
                  <a:pt x="7629" y="140959"/>
                </a:lnTo>
                <a:lnTo>
                  <a:pt x="8307" y="142710"/>
                </a:lnTo>
                <a:lnTo>
                  <a:pt x="9011" y="144449"/>
                </a:lnTo>
                <a:lnTo>
                  <a:pt x="9740" y="146169"/>
                </a:lnTo>
                <a:lnTo>
                  <a:pt x="10494" y="147869"/>
                </a:lnTo>
                <a:lnTo>
                  <a:pt x="11271" y="149550"/>
                </a:lnTo>
                <a:lnTo>
                  <a:pt x="12073" y="151212"/>
                </a:lnTo>
                <a:lnTo>
                  <a:pt x="12900" y="152855"/>
                </a:lnTo>
                <a:lnTo>
                  <a:pt x="13751" y="154478"/>
                </a:lnTo>
                <a:lnTo>
                  <a:pt x="14626" y="156082"/>
                </a:lnTo>
                <a:lnTo>
                  <a:pt x="15526" y="157667"/>
                </a:lnTo>
                <a:lnTo>
                  <a:pt x="16450" y="159233"/>
                </a:lnTo>
                <a:lnTo>
                  <a:pt x="17398" y="160779"/>
                </a:lnTo>
                <a:lnTo>
                  <a:pt x="18371" y="162307"/>
                </a:lnTo>
                <a:lnTo>
                  <a:pt x="19369" y="163815"/>
                </a:lnTo>
                <a:lnTo>
                  <a:pt x="20390" y="165303"/>
                </a:lnTo>
                <a:lnTo>
                  <a:pt x="21437" y="166773"/>
                </a:lnTo>
                <a:lnTo>
                  <a:pt x="22507" y="168223"/>
                </a:lnTo>
                <a:lnTo>
                  <a:pt x="23602" y="169654"/>
                </a:lnTo>
                <a:lnTo>
                  <a:pt x="24721" y="171066"/>
                </a:lnTo>
                <a:lnTo>
                  <a:pt x="25865" y="172459"/>
                </a:lnTo>
                <a:lnTo>
                  <a:pt x="27033" y="173832"/>
                </a:lnTo>
                <a:lnTo>
                  <a:pt x="28226" y="175186"/>
                </a:lnTo>
                <a:lnTo>
                  <a:pt x="29443" y="176521"/>
                </a:lnTo>
                <a:lnTo>
                  <a:pt x="30684" y="177837"/>
                </a:lnTo>
                <a:lnTo>
                  <a:pt x="31950" y="179134"/>
                </a:lnTo>
                <a:lnTo>
                  <a:pt x="32856" y="180034"/>
                </a:lnTo>
                <a:lnTo>
                  <a:pt x="33780" y="180925"/>
                </a:lnTo>
                <a:lnTo>
                  <a:pt x="34722" y="181806"/>
                </a:lnTo>
                <a:lnTo>
                  <a:pt x="35684" y="182678"/>
                </a:lnTo>
                <a:lnTo>
                  <a:pt x="36663" y="183540"/>
                </a:lnTo>
                <a:lnTo>
                  <a:pt x="37661" y="184392"/>
                </a:lnTo>
                <a:lnTo>
                  <a:pt x="38678" y="185235"/>
                </a:lnTo>
                <a:lnTo>
                  <a:pt x="39713" y="186068"/>
                </a:lnTo>
                <a:lnTo>
                  <a:pt x="40766" y="186891"/>
                </a:lnTo>
                <a:lnTo>
                  <a:pt x="41838" y="187705"/>
                </a:lnTo>
                <a:lnTo>
                  <a:pt x="42929" y="188510"/>
                </a:lnTo>
                <a:lnTo>
                  <a:pt x="44038" y="189304"/>
                </a:lnTo>
                <a:lnTo>
                  <a:pt x="45165" y="190089"/>
                </a:lnTo>
                <a:lnTo>
                  <a:pt x="46311" y="190865"/>
                </a:lnTo>
                <a:lnTo>
                  <a:pt x="47476" y="191631"/>
                </a:lnTo>
                <a:lnTo>
                  <a:pt x="48659" y="192387"/>
                </a:lnTo>
                <a:lnTo>
                  <a:pt x="49860" y="193134"/>
                </a:lnTo>
                <a:lnTo>
                  <a:pt x="51080" y="193871"/>
                </a:lnTo>
                <a:lnTo>
                  <a:pt x="52319" y="194598"/>
                </a:lnTo>
                <a:lnTo>
                  <a:pt x="53576" y="195316"/>
                </a:lnTo>
                <a:lnTo>
                  <a:pt x="54851" y="196024"/>
                </a:lnTo>
                <a:lnTo>
                  <a:pt x="56145" y="196722"/>
                </a:lnTo>
                <a:lnTo>
                  <a:pt x="57457" y="197411"/>
                </a:lnTo>
                <a:lnTo>
                  <a:pt x="58788" y="198091"/>
                </a:lnTo>
                <a:lnTo>
                  <a:pt x="58788" y="194150"/>
                </a:lnTo>
                <a:lnTo>
                  <a:pt x="57899" y="193528"/>
                </a:lnTo>
                <a:lnTo>
                  <a:pt x="57024" y="192902"/>
                </a:lnTo>
                <a:lnTo>
                  <a:pt x="56163" y="192275"/>
                </a:lnTo>
                <a:close/>
                <a:moveTo>
                  <a:pt x="580309" y="6348"/>
                </a:moveTo>
                <a:lnTo>
                  <a:pt x="581162" y="6979"/>
                </a:lnTo>
                <a:lnTo>
                  <a:pt x="582001" y="7612"/>
                </a:lnTo>
                <a:lnTo>
                  <a:pt x="582825" y="8247"/>
                </a:lnTo>
                <a:lnTo>
                  <a:pt x="583634" y="8885"/>
                </a:lnTo>
                <a:lnTo>
                  <a:pt x="584428" y="9526"/>
                </a:lnTo>
                <a:lnTo>
                  <a:pt x="585208" y="10169"/>
                </a:lnTo>
                <a:lnTo>
                  <a:pt x="585972" y="10815"/>
                </a:lnTo>
                <a:lnTo>
                  <a:pt x="586722" y="11463"/>
                </a:lnTo>
                <a:lnTo>
                  <a:pt x="587457" y="12114"/>
                </a:lnTo>
                <a:lnTo>
                  <a:pt x="588178" y="12768"/>
                </a:lnTo>
                <a:lnTo>
                  <a:pt x="588883" y="13424"/>
                </a:lnTo>
                <a:lnTo>
                  <a:pt x="589574" y="14083"/>
                </a:lnTo>
                <a:lnTo>
                  <a:pt x="590250" y="14744"/>
                </a:lnTo>
                <a:lnTo>
                  <a:pt x="590911" y="15408"/>
                </a:lnTo>
                <a:lnTo>
                  <a:pt x="591558" y="16075"/>
                </a:lnTo>
                <a:lnTo>
                  <a:pt x="592189" y="16744"/>
                </a:lnTo>
                <a:lnTo>
                  <a:pt x="592806" y="17416"/>
                </a:lnTo>
                <a:lnTo>
                  <a:pt x="593408" y="18090"/>
                </a:lnTo>
                <a:lnTo>
                  <a:pt x="593995" y="18767"/>
                </a:lnTo>
                <a:lnTo>
                  <a:pt x="594568" y="19446"/>
                </a:lnTo>
                <a:lnTo>
                  <a:pt x="595125" y="20129"/>
                </a:lnTo>
                <a:lnTo>
                  <a:pt x="595671" y="20813"/>
                </a:lnTo>
                <a:lnTo>
                  <a:pt x="596208" y="21500"/>
                </a:lnTo>
                <a:lnTo>
                  <a:pt x="596735" y="22189"/>
                </a:lnTo>
                <a:lnTo>
                  <a:pt x="597254" y="22880"/>
                </a:lnTo>
                <a:lnTo>
                  <a:pt x="597763" y="23573"/>
                </a:lnTo>
                <a:lnTo>
                  <a:pt x="598264" y="24269"/>
                </a:lnTo>
                <a:lnTo>
                  <a:pt x="598755" y="24967"/>
                </a:lnTo>
                <a:lnTo>
                  <a:pt x="599238" y="25667"/>
                </a:lnTo>
                <a:lnTo>
                  <a:pt x="599711" y="26369"/>
                </a:lnTo>
                <a:lnTo>
                  <a:pt x="600175" y="27073"/>
                </a:lnTo>
                <a:lnTo>
                  <a:pt x="600630" y="27780"/>
                </a:lnTo>
                <a:lnTo>
                  <a:pt x="601076" y="28489"/>
                </a:lnTo>
                <a:lnTo>
                  <a:pt x="601513" y="29200"/>
                </a:lnTo>
                <a:lnTo>
                  <a:pt x="601941" y="29913"/>
                </a:lnTo>
                <a:lnTo>
                  <a:pt x="602360" y="30629"/>
                </a:lnTo>
                <a:lnTo>
                  <a:pt x="602770" y="31347"/>
                </a:lnTo>
                <a:lnTo>
                  <a:pt x="603171" y="32067"/>
                </a:lnTo>
                <a:lnTo>
                  <a:pt x="603562" y="32789"/>
                </a:lnTo>
                <a:lnTo>
                  <a:pt x="603945" y="33513"/>
                </a:lnTo>
                <a:lnTo>
                  <a:pt x="604319" y="34240"/>
                </a:lnTo>
                <a:lnTo>
                  <a:pt x="604683" y="34969"/>
                </a:lnTo>
                <a:lnTo>
                  <a:pt x="605038" y="35700"/>
                </a:lnTo>
                <a:lnTo>
                  <a:pt x="605385" y="36433"/>
                </a:lnTo>
                <a:lnTo>
                  <a:pt x="605722" y="37169"/>
                </a:lnTo>
                <a:lnTo>
                  <a:pt x="606053" y="37915"/>
                </a:lnTo>
                <a:lnTo>
                  <a:pt x="606379" y="38683"/>
                </a:lnTo>
                <a:lnTo>
                  <a:pt x="606700" y="39470"/>
                </a:lnTo>
                <a:lnTo>
                  <a:pt x="607017" y="40278"/>
                </a:lnTo>
                <a:lnTo>
                  <a:pt x="607329" y="41106"/>
                </a:lnTo>
                <a:lnTo>
                  <a:pt x="607636" y="41954"/>
                </a:lnTo>
                <a:lnTo>
                  <a:pt x="607939" y="42823"/>
                </a:lnTo>
                <a:lnTo>
                  <a:pt x="608237" y="43712"/>
                </a:lnTo>
                <a:lnTo>
                  <a:pt x="608530" y="44622"/>
                </a:lnTo>
                <a:lnTo>
                  <a:pt x="608819" y="45552"/>
                </a:lnTo>
                <a:lnTo>
                  <a:pt x="609104" y="46502"/>
                </a:lnTo>
                <a:lnTo>
                  <a:pt x="609383" y="47473"/>
                </a:lnTo>
                <a:lnTo>
                  <a:pt x="609658" y="48463"/>
                </a:lnTo>
                <a:lnTo>
                  <a:pt x="609929" y="49475"/>
                </a:lnTo>
                <a:lnTo>
                  <a:pt x="610194" y="50506"/>
                </a:lnTo>
                <a:lnTo>
                  <a:pt x="610456" y="51558"/>
                </a:lnTo>
                <a:lnTo>
                  <a:pt x="610712" y="52630"/>
                </a:lnTo>
                <a:lnTo>
                  <a:pt x="610964" y="53723"/>
                </a:lnTo>
                <a:lnTo>
                  <a:pt x="611211" y="54836"/>
                </a:lnTo>
                <a:lnTo>
                  <a:pt x="611454" y="55969"/>
                </a:lnTo>
                <a:lnTo>
                  <a:pt x="611692" y="57122"/>
                </a:lnTo>
                <a:lnTo>
                  <a:pt x="611926" y="58296"/>
                </a:lnTo>
                <a:lnTo>
                  <a:pt x="612154" y="59491"/>
                </a:lnTo>
                <a:lnTo>
                  <a:pt x="612379" y="60705"/>
                </a:lnTo>
                <a:lnTo>
                  <a:pt x="612665" y="62274"/>
                </a:lnTo>
                <a:lnTo>
                  <a:pt x="612940" y="63857"/>
                </a:lnTo>
                <a:lnTo>
                  <a:pt x="613202" y="65453"/>
                </a:lnTo>
                <a:lnTo>
                  <a:pt x="613452" y="67063"/>
                </a:lnTo>
                <a:lnTo>
                  <a:pt x="613690" y="68686"/>
                </a:lnTo>
                <a:lnTo>
                  <a:pt x="613916" y="70324"/>
                </a:lnTo>
                <a:lnTo>
                  <a:pt x="614130" y="71974"/>
                </a:lnTo>
                <a:lnTo>
                  <a:pt x="614331" y="73639"/>
                </a:lnTo>
                <a:lnTo>
                  <a:pt x="614520" y="75317"/>
                </a:lnTo>
                <a:lnTo>
                  <a:pt x="614697" y="77009"/>
                </a:lnTo>
                <a:lnTo>
                  <a:pt x="614862" y="78715"/>
                </a:lnTo>
                <a:lnTo>
                  <a:pt x="615014" y="80434"/>
                </a:lnTo>
                <a:lnTo>
                  <a:pt x="615155" y="82167"/>
                </a:lnTo>
                <a:lnTo>
                  <a:pt x="615283" y="83914"/>
                </a:lnTo>
                <a:lnTo>
                  <a:pt x="615399" y="85675"/>
                </a:lnTo>
                <a:lnTo>
                  <a:pt x="615503" y="87449"/>
                </a:lnTo>
                <a:lnTo>
                  <a:pt x="615594" y="89236"/>
                </a:lnTo>
                <a:lnTo>
                  <a:pt x="615673" y="91038"/>
                </a:lnTo>
                <a:lnTo>
                  <a:pt x="615740" y="92853"/>
                </a:lnTo>
                <a:lnTo>
                  <a:pt x="615795" y="94682"/>
                </a:lnTo>
                <a:lnTo>
                  <a:pt x="615838" y="96524"/>
                </a:lnTo>
                <a:lnTo>
                  <a:pt x="615869" y="98380"/>
                </a:lnTo>
                <a:lnTo>
                  <a:pt x="615887" y="100250"/>
                </a:lnTo>
                <a:lnTo>
                  <a:pt x="615893" y="102134"/>
                </a:lnTo>
                <a:lnTo>
                  <a:pt x="615886" y="103879"/>
                </a:lnTo>
                <a:lnTo>
                  <a:pt x="615865" y="105619"/>
                </a:lnTo>
                <a:lnTo>
                  <a:pt x="615829" y="107353"/>
                </a:lnTo>
                <a:lnTo>
                  <a:pt x="615779" y="109081"/>
                </a:lnTo>
                <a:lnTo>
                  <a:pt x="615715" y="110804"/>
                </a:lnTo>
                <a:lnTo>
                  <a:pt x="615637" y="112521"/>
                </a:lnTo>
                <a:lnTo>
                  <a:pt x="615544" y="114232"/>
                </a:lnTo>
                <a:lnTo>
                  <a:pt x="615437" y="115937"/>
                </a:lnTo>
                <a:lnTo>
                  <a:pt x="615316" y="117637"/>
                </a:lnTo>
                <a:lnTo>
                  <a:pt x="615181" y="119331"/>
                </a:lnTo>
                <a:lnTo>
                  <a:pt x="615032" y="121019"/>
                </a:lnTo>
                <a:lnTo>
                  <a:pt x="614868" y="122702"/>
                </a:lnTo>
                <a:lnTo>
                  <a:pt x="614690" y="124378"/>
                </a:lnTo>
                <a:lnTo>
                  <a:pt x="614498" y="126049"/>
                </a:lnTo>
                <a:lnTo>
                  <a:pt x="614291" y="127715"/>
                </a:lnTo>
                <a:lnTo>
                  <a:pt x="614071" y="129374"/>
                </a:lnTo>
                <a:lnTo>
                  <a:pt x="613836" y="131028"/>
                </a:lnTo>
                <a:lnTo>
                  <a:pt x="613587" y="132676"/>
                </a:lnTo>
                <a:lnTo>
                  <a:pt x="613323" y="134318"/>
                </a:lnTo>
                <a:lnTo>
                  <a:pt x="613046" y="135955"/>
                </a:lnTo>
                <a:lnTo>
                  <a:pt x="612754" y="137586"/>
                </a:lnTo>
                <a:lnTo>
                  <a:pt x="612448" y="139211"/>
                </a:lnTo>
                <a:lnTo>
                  <a:pt x="612127" y="140831"/>
                </a:lnTo>
                <a:lnTo>
                  <a:pt x="611793" y="142444"/>
                </a:lnTo>
                <a:lnTo>
                  <a:pt x="611443" y="144043"/>
                </a:lnTo>
                <a:lnTo>
                  <a:pt x="611079" y="145618"/>
                </a:lnTo>
                <a:lnTo>
                  <a:pt x="610699" y="147170"/>
                </a:lnTo>
                <a:lnTo>
                  <a:pt x="610305" y="148698"/>
                </a:lnTo>
                <a:lnTo>
                  <a:pt x="609895" y="150202"/>
                </a:lnTo>
                <a:lnTo>
                  <a:pt x="609470" y="151683"/>
                </a:lnTo>
                <a:lnTo>
                  <a:pt x="609029" y="153140"/>
                </a:lnTo>
                <a:lnTo>
                  <a:pt x="608574" y="154573"/>
                </a:lnTo>
                <a:lnTo>
                  <a:pt x="608104" y="155983"/>
                </a:lnTo>
                <a:lnTo>
                  <a:pt x="607618" y="157369"/>
                </a:lnTo>
                <a:lnTo>
                  <a:pt x="607117" y="158731"/>
                </a:lnTo>
                <a:lnTo>
                  <a:pt x="606601" y="160070"/>
                </a:lnTo>
                <a:lnTo>
                  <a:pt x="606070" y="161385"/>
                </a:lnTo>
                <a:lnTo>
                  <a:pt x="605523" y="162676"/>
                </a:lnTo>
                <a:lnTo>
                  <a:pt x="604962" y="163944"/>
                </a:lnTo>
                <a:lnTo>
                  <a:pt x="604385" y="165188"/>
                </a:lnTo>
                <a:lnTo>
                  <a:pt x="603793" y="166408"/>
                </a:lnTo>
                <a:lnTo>
                  <a:pt x="603186" y="167605"/>
                </a:lnTo>
                <a:lnTo>
                  <a:pt x="602564" y="168778"/>
                </a:lnTo>
                <a:lnTo>
                  <a:pt x="601927" y="169927"/>
                </a:lnTo>
                <a:lnTo>
                  <a:pt x="601274" y="171053"/>
                </a:lnTo>
                <a:lnTo>
                  <a:pt x="600607" y="172155"/>
                </a:lnTo>
                <a:lnTo>
                  <a:pt x="599924" y="173233"/>
                </a:lnTo>
                <a:lnTo>
                  <a:pt x="599226" y="174288"/>
                </a:lnTo>
                <a:lnTo>
                  <a:pt x="598512" y="175322"/>
                </a:lnTo>
                <a:lnTo>
                  <a:pt x="597782" y="176338"/>
                </a:lnTo>
                <a:lnTo>
                  <a:pt x="597037" y="177336"/>
                </a:lnTo>
                <a:lnTo>
                  <a:pt x="596275" y="178316"/>
                </a:lnTo>
                <a:lnTo>
                  <a:pt x="595497" y="179278"/>
                </a:lnTo>
                <a:lnTo>
                  <a:pt x="594703" y="180222"/>
                </a:lnTo>
                <a:lnTo>
                  <a:pt x="593893" y="181148"/>
                </a:lnTo>
                <a:lnTo>
                  <a:pt x="593066" y="182056"/>
                </a:lnTo>
                <a:lnTo>
                  <a:pt x="592224" y="182947"/>
                </a:lnTo>
                <a:lnTo>
                  <a:pt x="591366" y="183819"/>
                </a:lnTo>
                <a:lnTo>
                  <a:pt x="590491" y="184674"/>
                </a:lnTo>
                <a:lnTo>
                  <a:pt x="589601" y="185510"/>
                </a:lnTo>
                <a:lnTo>
                  <a:pt x="588694" y="186329"/>
                </a:lnTo>
                <a:lnTo>
                  <a:pt x="587771" y="187130"/>
                </a:lnTo>
                <a:lnTo>
                  <a:pt x="586833" y="187912"/>
                </a:lnTo>
                <a:lnTo>
                  <a:pt x="585878" y="188677"/>
                </a:lnTo>
                <a:lnTo>
                  <a:pt x="584907" y="189424"/>
                </a:lnTo>
                <a:lnTo>
                  <a:pt x="583920" y="190153"/>
                </a:lnTo>
                <a:lnTo>
                  <a:pt x="582916" y="190864"/>
                </a:lnTo>
                <a:lnTo>
                  <a:pt x="581897" y="191557"/>
                </a:lnTo>
                <a:lnTo>
                  <a:pt x="580862" y="192232"/>
                </a:lnTo>
                <a:lnTo>
                  <a:pt x="579810" y="192889"/>
                </a:lnTo>
                <a:lnTo>
                  <a:pt x="578743" y="193529"/>
                </a:lnTo>
                <a:lnTo>
                  <a:pt x="577659" y="194150"/>
                </a:lnTo>
                <a:lnTo>
                  <a:pt x="577659" y="198091"/>
                </a:lnTo>
                <a:lnTo>
                  <a:pt x="579834" y="197087"/>
                </a:lnTo>
                <a:lnTo>
                  <a:pt x="581974" y="196031"/>
                </a:lnTo>
                <a:lnTo>
                  <a:pt x="584079" y="194920"/>
                </a:lnTo>
                <a:lnTo>
                  <a:pt x="586148" y="193755"/>
                </a:lnTo>
                <a:lnTo>
                  <a:pt x="588183" y="192537"/>
                </a:lnTo>
                <a:lnTo>
                  <a:pt x="590183" y="191265"/>
                </a:lnTo>
                <a:lnTo>
                  <a:pt x="592148" y="189939"/>
                </a:lnTo>
                <a:lnTo>
                  <a:pt x="594078" y="188559"/>
                </a:lnTo>
                <a:lnTo>
                  <a:pt x="595973" y="187125"/>
                </a:lnTo>
                <a:lnTo>
                  <a:pt x="597833" y="185638"/>
                </a:lnTo>
                <a:lnTo>
                  <a:pt x="599659" y="184097"/>
                </a:lnTo>
                <a:lnTo>
                  <a:pt x="601449" y="182502"/>
                </a:lnTo>
                <a:lnTo>
                  <a:pt x="603204" y="180853"/>
                </a:lnTo>
                <a:lnTo>
                  <a:pt x="604925" y="179150"/>
                </a:lnTo>
                <a:lnTo>
                  <a:pt x="606610" y="177394"/>
                </a:lnTo>
                <a:lnTo>
                  <a:pt x="608261" y="175584"/>
                </a:lnTo>
                <a:lnTo>
                  <a:pt x="609876" y="173720"/>
                </a:lnTo>
                <a:lnTo>
                  <a:pt x="611457" y="171802"/>
                </a:lnTo>
                <a:lnTo>
                  <a:pt x="613002" y="169830"/>
                </a:lnTo>
                <a:lnTo>
                  <a:pt x="614513" y="167805"/>
                </a:lnTo>
                <a:lnTo>
                  <a:pt x="615989" y="165725"/>
                </a:lnTo>
                <a:lnTo>
                  <a:pt x="617430" y="163592"/>
                </a:lnTo>
                <a:lnTo>
                  <a:pt x="618835" y="161405"/>
                </a:lnTo>
                <a:lnTo>
                  <a:pt x="620206" y="159165"/>
                </a:lnTo>
                <a:lnTo>
                  <a:pt x="621532" y="156887"/>
                </a:lnTo>
                <a:lnTo>
                  <a:pt x="622800" y="154589"/>
                </a:lnTo>
                <a:lnTo>
                  <a:pt x="624013" y="152271"/>
                </a:lnTo>
                <a:lnTo>
                  <a:pt x="625169" y="149933"/>
                </a:lnTo>
                <a:lnTo>
                  <a:pt x="626269" y="147575"/>
                </a:lnTo>
                <a:lnTo>
                  <a:pt x="627312" y="145197"/>
                </a:lnTo>
                <a:lnTo>
                  <a:pt x="628299" y="142798"/>
                </a:lnTo>
                <a:lnTo>
                  <a:pt x="629229" y="140379"/>
                </a:lnTo>
                <a:lnTo>
                  <a:pt x="630103" y="137940"/>
                </a:lnTo>
                <a:lnTo>
                  <a:pt x="630921" y="135481"/>
                </a:lnTo>
                <a:lnTo>
                  <a:pt x="631682" y="133002"/>
                </a:lnTo>
                <a:lnTo>
                  <a:pt x="632387" y="130503"/>
                </a:lnTo>
                <a:lnTo>
                  <a:pt x="633036" y="127983"/>
                </a:lnTo>
                <a:lnTo>
                  <a:pt x="633628" y="125444"/>
                </a:lnTo>
                <a:lnTo>
                  <a:pt x="634164" y="122884"/>
                </a:lnTo>
                <a:lnTo>
                  <a:pt x="634643" y="120304"/>
                </a:lnTo>
                <a:lnTo>
                  <a:pt x="635066" y="117704"/>
                </a:lnTo>
                <a:lnTo>
                  <a:pt x="635433" y="115084"/>
                </a:lnTo>
                <a:lnTo>
                  <a:pt x="635743" y="112443"/>
                </a:lnTo>
                <a:lnTo>
                  <a:pt x="635996" y="109783"/>
                </a:lnTo>
                <a:lnTo>
                  <a:pt x="636194" y="107102"/>
                </a:lnTo>
                <a:lnTo>
                  <a:pt x="636335" y="104401"/>
                </a:lnTo>
                <a:lnTo>
                  <a:pt x="636419" y="101680"/>
                </a:lnTo>
                <a:lnTo>
                  <a:pt x="636448" y="98939"/>
                </a:lnTo>
                <a:lnTo>
                  <a:pt x="636433" y="97051"/>
                </a:lnTo>
                <a:lnTo>
                  <a:pt x="636390" y="95170"/>
                </a:lnTo>
                <a:lnTo>
                  <a:pt x="636318" y="93295"/>
                </a:lnTo>
                <a:lnTo>
                  <a:pt x="636217" y="91426"/>
                </a:lnTo>
                <a:lnTo>
                  <a:pt x="636087" y="89563"/>
                </a:lnTo>
                <a:lnTo>
                  <a:pt x="635928" y="87706"/>
                </a:lnTo>
                <a:lnTo>
                  <a:pt x="635741" y="85856"/>
                </a:lnTo>
                <a:lnTo>
                  <a:pt x="635525" y="84011"/>
                </a:lnTo>
                <a:lnTo>
                  <a:pt x="635279" y="82172"/>
                </a:lnTo>
                <a:lnTo>
                  <a:pt x="635005" y="80340"/>
                </a:lnTo>
                <a:lnTo>
                  <a:pt x="634703" y="78514"/>
                </a:lnTo>
                <a:lnTo>
                  <a:pt x="634371" y="76694"/>
                </a:lnTo>
                <a:lnTo>
                  <a:pt x="634010" y="74879"/>
                </a:lnTo>
                <a:lnTo>
                  <a:pt x="633621" y="73071"/>
                </a:lnTo>
                <a:lnTo>
                  <a:pt x="633203" y="71270"/>
                </a:lnTo>
                <a:lnTo>
                  <a:pt x="632756" y="69474"/>
                </a:lnTo>
                <a:lnTo>
                  <a:pt x="632280" y="67684"/>
                </a:lnTo>
                <a:lnTo>
                  <a:pt x="631775" y="65900"/>
                </a:lnTo>
                <a:lnTo>
                  <a:pt x="631241" y="64123"/>
                </a:lnTo>
                <a:lnTo>
                  <a:pt x="630679" y="62352"/>
                </a:lnTo>
                <a:lnTo>
                  <a:pt x="630088" y="60586"/>
                </a:lnTo>
                <a:lnTo>
                  <a:pt x="629467" y="58827"/>
                </a:lnTo>
                <a:lnTo>
                  <a:pt x="628818" y="57074"/>
                </a:lnTo>
                <a:lnTo>
                  <a:pt x="628141" y="55327"/>
                </a:lnTo>
                <a:lnTo>
                  <a:pt x="627436" y="53592"/>
                </a:lnTo>
                <a:lnTo>
                  <a:pt x="626708" y="51876"/>
                </a:lnTo>
                <a:lnTo>
                  <a:pt x="625956" y="50179"/>
                </a:lnTo>
                <a:lnTo>
                  <a:pt x="625179" y="48501"/>
                </a:lnTo>
                <a:lnTo>
                  <a:pt x="624379" y="46841"/>
                </a:lnTo>
                <a:lnTo>
                  <a:pt x="623554" y="45199"/>
                </a:lnTo>
                <a:lnTo>
                  <a:pt x="622706" y="43577"/>
                </a:lnTo>
                <a:lnTo>
                  <a:pt x="621833" y="41973"/>
                </a:lnTo>
                <a:lnTo>
                  <a:pt x="620937" y="40388"/>
                </a:lnTo>
                <a:lnTo>
                  <a:pt x="620016" y="38821"/>
                </a:lnTo>
                <a:lnTo>
                  <a:pt x="619072" y="37273"/>
                </a:lnTo>
                <a:lnTo>
                  <a:pt x="618103" y="35744"/>
                </a:lnTo>
                <a:lnTo>
                  <a:pt x="617110" y="34234"/>
                </a:lnTo>
                <a:lnTo>
                  <a:pt x="616093" y="32742"/>
                </a:lnTo>
                <a:lnTo>
                  <a:pt x="615053" y="31269"/>
                </a:lnTo>
                <a:lnTo>
                  <a:pt x="613988" y="29814"/>
                </a:lnTo>
                <a:lnTo>
                  <a:pt x="612899" y="28378"/>
                </a:lnTo>
                <a:lnTo>
                  <a:pt x="611786" y="26961"/>
                </a:lnTo>
                <a:lnTo>
                  <a:pt x="610649" y="25563"/>
                </a:lnTo>
                <a:lnTo>
                  <a:pt x="609488" y="24183"/>
                </a:lnTo>
                <a:lnTo>
                  <a:pt x="608303" y="22822"/>
                </a:lnTo>
                <a:lnTo>
                  <a:pt x="607094" y="21479"/>
                </a:lnTo>
                <a:lnTo>
                  <a:pt x="605861" y="20156"/>
                </a:lnTo>
                <a:lnTo>
                  <a:pt x="604604" y="18851"/>
                </a:lnTo>
                <a:lnTo>
                  <a:pt x="603698" y="17950"/>
                </a:lnTo>
                <a:lnTo>
                  <a:pt x="602774" y="17060"/>
                </a:lnTo>
                <a:lnTo>
                  <a:pt x="601830" y="16180"/>
                </a:lnTo>
                <a:lnTo>
                  <a:pt x="600868" y="15309"/>
                </a:lnTo>
                <a:lnTo>
                  <a:pt x="599886" y="14449"/>
                </a:lnTo>
                <a:lnTo>
                  <a:pt x="598886" y="13599"/>
                </a:lnTo>
                <a:lnTo>
                  <a:pt x="597867" y="12758"/>
                </a:lnTo>
                <a:lnTo>
                  <a:pt x="596829" y="11928"/>
                </a:lnTo>
                <a:lnTo>
                  <a:pt x="595773" y="11108"/>
                </a:lnTo>
                <a:lnTo>
                  <a:pt x="594697" y="10297"/>
                </a:lnTo>
                <a:lnTo>
                  <a:pt x="593603" y="9497"/>
                </a:lnTo>
                <a:lnTo>
                  <a:pt x="592490" y="8706"/>
                </a:lnTo>
                <a:lnTo>
                  <a:pt x="591357" y="7926"/>
                </a:lnTo>
                <a:lnTo>
                  <a:pt x="590206" y="7155"/>
                </a:lnTo>
                <a:lnTo>
                  <a:pt x="589037" y="6395"/>
                </a:lnTo>
                <a:lnTo>
                  <a:pt x="587848" y="5645"/>
                </a:lnTo>
                <a:lnTo>
                  <a:pt x="586640" y="4904"/>
                </a:lnTo>
                <a:lnTo>
                  <a:pt x="585414" y="4173"/>
                </a:lnTo>
                <a:lnTo>
                  <a:pt x="584169" y="3453"/>
                </a:lnTo>
                <a:lnTo>
                  <a:pt x="582905" y="2742"/>
                </a:lnTo>
                <a:lnTo>
                  <a:pt x="581622" y="2042"/>
                </a:lnTo>
                <a:lnTo>
                  <a:pt x="580320" y="1351"/>
                </a:lnTo>
                <a:lnTo>
                  <a:pt x="578999" y="671"/>
                </a:lnTo>
                <a:lnTo>
                  <a:pt x="577659" y="0"/>
                </a:lnTo>
                <a:lnTo>
                  <a:pt x="577659" y="4473"/>
                </a:lnTo>
                <a:lnTo>
                  <a:pt x="578557" y="5096"/>
                </a:lnTo>
                <a:lnTo>
                  <a:pt x="579440" y="5721"/>
                </a:lnTo>
                <a:lnTo>
                  <a:pt x="580309" y="63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24BCFC-FB7F-46F7-9450-5C3DC2EC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452" y="947200"/>
            <a:ext cx="137750" cy="137653"/>
          </a:xfrm>
          <a:custGeom xmlns:a="http://schemas.openxmlformats.org/drawingml/2006/main">
            <a:pathLst>
              <a:path w="137750" h="137653">
                <a:moveTo>
                  <a:pt x="0" y="0"/>
                </a:moveTo>
                <a:lnTo>
                  <a:pt x="137750" y="0"/>
                </a:lnTo>
                <a:lnTo>
                  <a:pt x="137750" y="137653"/>
                </a:lnTo>
                <a:lnTo>
                  <a:pt x="0" y="137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F7BA89-20CA-4E0B-9BD5-47375926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452" y="947200"/>
            <a:ext cx="137750" cy="137653"/>
          </a:xfrm>
          <a:custGeom xmlns:a="http://schemas.openxmlformats.org/drawingml/2006/main">
            <a:pathLst>
              <a:path w="137750" h="137653" fill="none">
                <a:moveTo>
                  <a:pt x="0" y="0"/>
                </a:moveTo>
                <a:lnTo>
                  <a:pt x="137750" y="0"/>
                </a:lnTo>
                <a:lnTo>
                  <a:pt x="137750" y="137653"/>
                </a:lnTo>
                <a:lnTo>
                  <a:pt x="0" y="13765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9" cap="flat">
            <a:solidFill>
              <a:srgbClr val="000000"/>
            </a:solidFill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BCF247-C201-45EB-BE1B-4E6D9F25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9081" y="947200"/>
            <a:ext cx="137750" cy="137653"/>
          </a:xfrm>
          <a:custGeom xmlns:a="http://schemas.openxmlformats.org/drawingml/2006/main">
            <a:pathLst>
              <a:path w="137750" h="137653">
                <a:moveTo>
                  <a:pt x="0" y="0"/>
                </a:moveTo>
                <a:lnTo>
                  <a:pt x="137750" y="0"/>
                </a:lnTo>
                <a:lnTo>
                  <a:pt x="137750" y="137653"/>
                </a:lnTo>
                <a:lnTo>
                  <a:pt x="0" y="137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5A3BA5-09F4-4789-A6DF-D3002467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9081" y="947200"/>
            <a:ext cx="137750" cy="137653"/>
          </a:xfrm>
          <a:custGeom xmlns:a="http://schemas.openxmlformats.org/drawingml/2006/main">
            <a:pathLst>
              <a:path w="137750" h="137653" fill="none">
                <a:moveTo>
                  <a:pt x="0" y="0"/>
                </a:moveTo>
                <a:lnTo>
                  <a:pt x="137750" y="0"/>
                </a:lnTo>
                <a:lnTo>
                  <a:pt x="137750" y="137653"/>
                </a:lnTo>
                <a:lnTo>
                  <a:pt x="0" y="13765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9" cap="flat">
            <a:solidFill>
              <a:srgbClr val="000000"/>
            </a:solidFill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90CF92-ECA4-4850-8E68-ACD2A8DF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831" y="947200"/>
            <a:ext cx="137750" cy="137653"/>
          </a:xfrm>
          <a:custGeom xmlns:a="http://schemas.openxmlformats.org/drawingml/2006/main">
            <a:pathLst>
              <a:path w="137750" h="137653">
                <a:moveTo>
                  <a:pt x="0" y="0"/>
                </a:moveTo>
                <a:lnTo>
                  <a:pt x="137750" y="0"/>
                </a:lnTo>
                <a:lnTo>
                  <a:pt x="137750" y="137653"/>
                </a:lnTo>
                <a:lnTo>
                  <a:pt x="0" y="137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664713-BCA1-4808-8E64-00FD045F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831" y="947200"/>
            <a:ext cx="137750" cy="137653"/>
          </a:xfrm>
          <a:custGeom xmlns:a="http://schemas.openxmlformats.org/drawingml/2006/main">
            <a:pathLst>
              <a:path w="137750" h="137653" fill="none">
                <a:moveTo>
                  <a:pt x="0" y="0"/>
                </a:moveTo>
                <a:lnTo>
                  <a:pt x="137750" y="0"/>
                </a:lnTo>
                <a:lnTo>
                  <a:pt x="137750" y="137653"/>
                </a:lnTo>
                <a:lnTo>
                  <a:pt x="0" y="13765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9" cap="flat">
            <a:solidFill>
              <a:srgbClr val="000000"/>
            </a:solidFill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8512F8-71A8-419E-B277-F59C9019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4712" y="908957"/>
            <a:ext cx="137750" cy="137750"/>
          </a:xfrm>
          <a:custGeom xmlns:a="http://schemas.openxmlformats.org/drawingml/2006/main">
            <a:pathLst>
              <a:path w="137750" h="137750">
                <a:moveTo>
                  <a:pt x="0" y="0"/>
                </a:moveTo>
                <a:lnTo>
                  <a:pt x="137750" y="0"/>
                </a:lnTo>
                <a:lnTo>
                  <a:pt x="137750" y="137750"/>
                </a:lnTo>
                <a:lnTo>
                  <a:pt x="0" y="1377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7E41E6-0BD2-4AD1-AE34-E39FAB11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4712" y="908957"/>
            <a:ext cx="137750" cy="137750"/>
          </a:xfrm>
          <a:custGeom xmlns:a="http://schemas.openxmlformats.org/drawingml/2006/main">
            <a:pathLst>
              <a:path w="137750" h="137750" fill="none">
                <a:moveTo>
                  <a:pt x="0" y="0"/>
                </a:moveTo>
                <a:lnTo>
                  <a:pt x="137750" y="0"/>
                </a:lnTo>
                <a:lnTo>
                  <a:pt x="137750" y="137750"/>
                </a:lnTo>
                <a:lnTo>
                  <a:pt x="0" y="1377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9" cap="flat">
            <a:solidFill>
              <a:srgbClr val="000000"/>
            </a:solidFill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2B6550-E5F6-457B-99ED-4364B3E0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462" y="908957"/>
            <a:ext cx="137750" cy="137750"/>
          </a:xfrm>
          <a:custGeom xmlns:a="http://schemas.openxmlformats.org/drawingml/2006/main">
            <a:pathLst>
              <a:path w="137750" h="137750">
                <a:moveTo>
                  <a:pt x="0" y="0"/>
                </a:moveTo>
                <a:lnTo>
                  <a:pt x="137750" y="0"/>
                </a:lnTo>
                <a:lnTo>
                  <a:pt x="137750" y="137750"/>
                </a:lnTo>
                <a:lnTo>
                  <a:pt x="0" y="1377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4F91FF-7867-4FB5-861A-D1C6A9D0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462" y="908957"/>
            <a:ext cx="137750" cy="137750"/>
          </a:xfrm>
          <a:custGeom xmlns:a="http://schemas.openxmlformats.org/drawingml/2006/main">
            <a:pathLst>
              <a:path w="137750" h="137750" fill="none">
                <a:moveTo>
                  <a:pt x="0" y="0"/>
                </a:moveTo>
                <a:lnTo>
                  <a:pt x="137750" y="0"/>
                </a:lnTo>
                <a:lnTo>
                  <a:pt x="137750" y="137750"/>
                </a:lnTo>
                <a:lnTo>
                  <a:pt x="0" y="1377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9" cap="flat">
            <a:solidFill>
              <a:srgbClr val="000000"/>
            </a:solidFill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3AEB09-8703-45E2-AE71-A2D2A1BE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0188" y="908957"/>
            <a:ext cx="137653" cy="137750"/>
          </a:xfrm>
          <a:custGeom xmlns:a="http://schemas.openxmlformats.org/drawingml/2006/main">
            <a:pathLst>
              <a:path w="137653" h="137750">
                <a:moveTo>
                  <a:pt x="0" y="0"/>
                </a:moveTo>
                <a:lnTo>
                  <a:pt x="137653" y="0"/>
                </a:lnTo>
                <a:lnTo>
                  <a:pt x="137653" y="137750"/>
                </a:lnTo>
                <a:lnTo>
                  <a:pt x="0" y="1377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632D0B-883A-4CA9-B740-5200D7FB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0188" y="908957"/>
            <a:ext cx="137653" cy="137750"/>
          </a:xfrm>
          <a:custGeom xmlns:a="http://schemas.openxmlformats.org/drawingml/2006/main">
            <a:pathLst>
              <a:path w="137653" h="137750" fill="none">
                <a:moveTo>
                  <a:pt x="0" y="0"/>
                </a:moveTo>
                <a:lnTo>
                  <a:pt x="137653" y="0"/>
                </a:lnTo>
                <a:lnTo>
                  <a:pt x="137653" y="137750"/>
                </a:lnTo>
                <a:lnTo>
                  <a:pt x="0" y="1377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9" cap="flat">
            <a:solidFill>
              <a:srgbClr val="000000"/>
            </a:solidFill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546920-9281-4C0D-B237-E0D7D4B0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360" y="872969"/>
            <a:ext cx="137750" cy="137750"/>
          </a:xfrm>
          <a:custGeom xmlns:a="http://schemas.openxmlformats.org/drawingml/2006/main">
            <a:pathLst>
              <a:path w="137750" h="137750">
                <a:moveTo>
                  <a:pt x="0" y="0"/>
                </a:moveTo>
                <a:lnTo>
                  <a:pt x="137750" y="0"/>
                </a:lnTo>
                <a:lnTo>
                  <a:pt x="137750" y="137750"/>
                </a:lnTo>
                <a:lnTo>
                  <a:pt x="0" y="1377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F868E5-2E3D-4806-BED1-0B6BA5E7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360" y="872969"/>
            <a:ext cx="137750" cy="137750"/>
          </a:xfrm>
          <a:custGeom xmlns:a="http://schemas.openxmlformats.org/drawingml/2006/main">
            <a:pathLst>
              <a:path w="137750" h="137750" fill="none">
                <a:moveTo>
                  <a:pt x="0" y="0"/>
                </a:moveTo>
                <a:lnTo>
                  <a:pt x="137750" y="0"/>
                </a:lnTo>
                <a:lnTo>
                  <a:pt x="137750" y="137750"/>
                </a:lnTo>
                <a:lnTo>
                  <a:pt x="0" y="1377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9" cap="flat">
            <a:solidFill>
              <a:srgbClr val="000000"/>
            </a:solidFill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B26C80-BF92-4E57-80B4-814E95E5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110" y="872969"/>
            <a:ext cx="137750" cy="137750"/>
          </a:xfrm>
          <a:custGeom xmlns:a="http://schemas.openxmlformats.org/drawingml/2006/main">
            <a:pathLst>
              <a:path w="137750" h="137750">
                <a:moveTo>
                  <a:pt x="0" y="0"/>
                </a:moveTo>
                <a:lnTo>
                  <a:pt x="137750" y="0"/>
                </a:lnTo>
                <a:lnTo>
                  <a:pt x="137750" y="137750"/>
                </a:lnTo>
                <a:lnTo>
                  <a:pt x="0" y="1377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62F779-96FA-4E95-99D5-081576FD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110" y="872969"/>
            <a:ext cx="137750" cy="137750"/>
          </a:xfrm>
          <a:custGeom xmlns:a="http://schemas.openxmlformats.org/drawingml/2006/main">
            <a:pathLst>
              <a:path w="137750" h="137750" fill="none">
                <a:moveTo>
                  <a:pt x="0" y="0"/>
                </a:moveTo>
                <a:lnTo>
                  <a:pt x="137750" y="0"/>
                </a:lnTo>
                <a:lnTo>
                  <a:pt x="137750" y="137750"/>
                </a:lnTo>
                <a:lnTo>
                  <a:pt x="0" y="1377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9" cap="flat">
            <a:solidFill>
              <a:srgbClr val="000000"/>
            </a:solidFill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41B9C0-2A73-45C1-BA20-F78B0419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836" y="872969"/>
            <a:ext cx="137653" cy="137750"/>
          </a:xfrm>
          <a:custGeom xmlns:a="http://schemas.openxmlformats.org/drawingml/2006/main">
            <a:pathLst>
              <a:path w="137653" h="137750">
                <a:moveTo>
                  <a:pt x="0" y="0"/>
                </a:moveTo>
                <a:lnTo>
                  <a:pt x="137653" y="0"/>
                </a:lnTo>
                <a:lnTo>
                  <a:pt x="137653" y="137750"/>
                </a:lnTo>
                <a:lnTo>
                  <a:pt x="0" y="1377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D71464-E772-4C9B-A52A-E32EBF1C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836" y="872969"/>
            <a:ext cx="137653" cy="137750"/>
          </a:xfrm>
          <a:custGeom xmlns:a="http://schemas.openxmlformats.org/drawingml/2006/main">
            <a:pathLst>
              <a:path w="137653" h="137750" fill="none">
                <a:moveTo>
                  <a:pt x="0" y="0"/>
                </a:moveTo>
                <a:lnTo>
                  <a:pt x="137653" y="0"/>
                </a:lnTo>
                <a:lnTo>
                  <a:pt x="137653" y="137750"/>
                </a:lnTo>
                <a:lnTo>
                  <a:pt x="0" y="1377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9" cap="flat">
            <a:solidFill>
              <a:srgbClr val="000000"/>
            </a:solidFill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C2DCB8-E391-439E-911B-2973DB9C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6051" y="1193813"/>
            <a:ext cx="802025" cy="3878"/>
          </a:xfrm>
          <a:custGeom xmlns:a="http://schemas.openxmlformats.org/drawingml/2006/main">
            <a:pathLst>
              <a:path w="802025" h="3878" fill="none">
                <a:moveTo>
                  <a:pt x="0" y="3878"/>
                </a:moveTo>
                <a:lnTo>
                  <a:pt x="802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432" cap="flat">
            <a:solidFill>
              <a:srgbClr val="000000"/>
            </a:solidFill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D07911-A8E2-490B-B28F-8BC476FA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9308" y="1145515"/>
            <a:ext cx="169832" cy="96939"/>
          </a:xfrm>
          <a:custGeom xmlns:a="http://schemas.openxmlformats.org/drawingml/2006/main">
            <a:pathLst>
              <a:path w="169832" h="96939">
                <a:moveTo>
                  <a:pt x="48755" y="48281"/>
                </a:moveTo>
                <a:lnTo>
                  <a:pt x="0" y="0"/>
                </a:lnTo>
                <a:lnTo>
                  <a:pt x="169832" y="47713"/>
                </a:lnTo>
                <a:lnTo>
                  <a:pt x="474" y="96939"/>
                </a:lnTo>
                <a:lnTo>
                  <a:pt x="48755" y="48281"/>
                </a:lnTo>
                <a:close/>
                <a:moveTo>
                  <a:pt x="48755" y="4828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DB7F46-02D1-4460-967A-8A5A8F7B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9308" y="1145515"/>
            <a:ext cx="169832" cy="96939"/>
          </a:xfrm>
          <a:custGeom xmlns:a="http://schemas.openxmlformats.org/drawingml/2006/main">
            <a:pathLst>
              <a:path w="169832" h="96939" fill="none">
                <a:moveTo>
                  <a:pt x="48755" y="48281"/>
                </a:moveTo>
                <a:lnTo>
                  <a:pt x="474" y="96939"/>
                </a:lnTo>
                <a:lnTo>
                  <a:pt x="169832" y="47713"/>
                </a:lnTo>
                <a:lnTo>
                  <a:pt x="0" y="0"/>
                </a:lnTo>
                <a:lnTo>
                  <a:pt x="48755" y="48281"/>
                </a:lnTo>
                <a:close/>
                <a:moveTo>
                  <a:pt x="48755" y="48281"/>
                </a:moveTo>
              </a:path>
            </a:pathLst>
          </a:custGeom>
          <a:noFill xmlns:a="http://schemas.openxmlformats.org/drawingml/2006/main"/>
          <a:ln xmlns:a="http://schemas.openxmlformats.org/drawingml/2006/main" w="9690" cap="flat">
            <a:solidFill>
              <a:srgbClr val="000000"/>
            </a:solidFill>
            <a:miter/>
          </a:ln>
        </p:spPr>
      </p:sp>
      <p:sp>
        <p:nvSpPr>
          <p:cNvPr id="66" name="Text ➌">
            <a:extLst xmlns:a="http://schemas.openxmlformats.org/drawingml/2006/main">
              <a:ext uri="{FF2B5EF4-FFF2-40B4-BE49-F238E27FC236}">
                <a16:creationId xmlns:a16="http://schemas.microsoft.com/office/drawing/2014/main" id="{91636B45-398D-45F3-B9CB-E5940660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054" y="365755"/>
            <a:ext cx="168470" cy="168470"/>
          </a:xfrm>
          <a:custGeom xmlns:a="http://schemas.openxmlformats.org/drawingml/2006/main">
            <a:pathLst>
              <a:path w="168470" h="168470">
                <a:moveTo>
                  <a:pt x="0" y="84178"/>
                </a:moveTo>
                <a:cubicBezTo>
                  <a:pt x="0" y="76453"/>
                  <a:pt x="966" y="68993"/>
                  <a:pt x="2897" y="61799"/>
                </a:cubicBezTo>
                <a:cubicBezTo>
                  <a:pt x="4828" y="54604"/>
                  <a:pt x="7573" y="47902"/>
                  <a:pt x="11133" y="41691"/>
                </a:cubicBezTo>
                <a:cubicBezTo>
                  <a:pt x="14692" y="35481"/>
                  <a:pt x="18990" y="29801"/>
                  <a:pt x="24027" y="24651"/>
                </a:cubicBezTo>
                <a:cubicBezTo>
                  <a:pt x="29063" y="19501"/>
                  <a:pt x="34705" y="15109"/>
                  <a:pt x="40953" y="11474"/>
                </a:cubicBezTo>
                <a:cubicBezTo>
                  <a:pt x="47201" y="7838"/>
                  <a:pt x="53979" y="5017"/>
                  <a:pt x="61287" y="3010"/>
                </a:cubicBezTo>
                <a:cubicBezTo>
                  <a:pt x="68596" y="1003"/>
                  <a:pt x="76264" y="0"/>
                  <a:pt x="84292" y="0"/>
                </a:cubicBezTo>
                <a:cubicBezTo>
                  <a:pt x="92395" y="0"/>
                  <a:pt x="100101" y="1003"/>
                  <a:pt x="107409" y="3010"/>
                </a:cubicBezTo>
                <a:cubicBezTo>
                  <a:pt x="114718" y="5017"/>
                  <a:pt x="121496" y="7838"/>
                  <a:pt x="127744" y="11474"/>
                </a:cubicBezTo>
                <a:cubicBezTo>
                  <a:pt x="133992" y="15109"/>
                  <a:pt x="139615" y="19501"/>
                  <a:pt x="144613" y="24651"/>
                </a:cubicBezTo>
                <a:cubicBezTo>
                  <a:pt x="149612" y="29801"/>
                  <a:pt x="153891" y="35481"/>
                  <a:pt x="157450" y="41691"/>
                </a:cubicBezTo>
                <a:cubicBezTo>
                  <a:pt x="161010" y="47902"/>
                  <a:pt x="163736" y="54604"/>
                  <a:pt x="165630" y="61799"/>
                </a:cubicBezTo>
                <a:cubicBezTo>
                  <a:pt x="167523" y="68993"/>
                  <a:pt x="168470" y="76453"/>
                  <a:pt x="168470" y="84178"/>
                </a:cubicBezTo>
                <a:cubicBezTo>
                  <a:pt x="168470" y="91979"/>
                  <a:pt x="167523" y="99457"/>
                  <a:pt x="165630" y="106614"/>
                </a:cubicBezTo>
                <a:cubicBezTo>
                  <a:pt x="163736" y="113771"/>
                  <a:pt x="161010" y="120473"/>
                  <a:pt x="157450" y="126721"/>
                </a:cubicBezTo>
                <a:cubicBezTo>
                  <a:pt x="153891" y="132969"/>
                  <a:pt x="149612" y="138649"/>
                  <a:pt x="144613" y="143761"/>
                </a:cubicBezTo>
                <a:cubicBezTo>
                  <a:pt x="139615" y="148873"/>
                  <a:pt x="133992" y="153266"/>
                  <a:pt x="127744" y="156939"/>
                </a:cubicBezTo>
                <a:cubicBezTo>
                  <a:pt x="121496" y="160612"/>
                  <a:pt x="114718" y="163452"/>
                  <a:pt x="107409" y="165459"/>
                </a:cubicBezTo>
                <a:cubicBezTo>
                  <a:pt x="100101" y="167466"/>
                  <a:pt x="92395" y="168470"/>
                  <a:pt x="84292" y="168470"/>
                </a:cubicBezTo>
                <a:cubicBezTo>
                  <a:pt x="76188" y="168470"/>
                  <a:pt x="68501" y="167466"/>
                  <a:pt x="61231" y="165459"/>
                </a:cubicBezTo>
                <a:cubicBezTo>
                  <a:pt x="53960" y="163452"/>
                  <a:pt x="47201" y="160612"/>
                  <a:pt x="40953" y="156939"/>
                </a:cubicBezTo>
                <a:cubicBezTo>
                  <a:pt x="34705" y="153266"/>
                  <a:pt x="29063" y="148873"/>
                  <a:pt x="24027" y="143761"/>
                </a:cubicBezTo>
                <a:cubicBezTo>
                  <a:pt x="18990" y="138649"/>
                  <a:pt x="14692" y="132969"/>
                  <a:pt x="11133" y="126721"/>
                </a:cubicBezTo>
                <a:cubicBezTo>
                  <a:pt x="7573" y="120473"/>
                  <a:pt x="4828" y="113752"/>
                  <a:pt x="2897" y="106557"/>
                </a:cubicBezTo>
                <a:cubicBezTo>
                  <a:pt x="966" y="99363"/>
                  <a:pt x="0" y="91903"/>
                  <a:pt x="0" y="84178"/>
                </a:cubicBezTo>
                <a:moveTo>
                  <a:pt x="63503" y="132345"/>
                </a:moveTo>
                <a:cubicBezTo>
                  <a:pt x="68122" y="135904"/>
                  <a:pt x="74257" y="137684"/>
                  <a:pt x="81906" y="137684"/>
                </a:cubicBezTo>
                <a:cubicBezTo>
                  <a:pt x="86223" y="137684"/>
                  <a:pt x="90199" y="136964"/>
                  <a:pt x="93834" y="135525"/>
                </a:cubicBezTo>
                <a:cubicBezTo>
                  <a:pt x="97469" y="134086"/>
                  <a:pt x="100612" y="132061"/>
                  <a:pt x="103263" y="129448"/>
                </a:cubicBezTo>
                <a:cubicBezTo>
                  <a:pt x="105914" y="126835"/>
                  <a:pt x="107977" y="123730"/>
                  <a:pt x="109454" y="120133"/>
                </a:cubicBezTo>
                <a:cubicBezTo>
                  <a:pt x="110931" y="116535"/>
                  <a:pt x="111669" y="112540"/>
                  <a:pt x="111669" y="108148"/>
                </a:cubicBezTo>
                <a:cubicBezTo>
                  <a:pt x="111669" y="105118"/>
                  <a:pt x="111177" y="102259"/>
                  <a:pt x="110192" y="99571"/>
                </a:cubicBezTo>
                <a:cubicBezTo>
                  <a:pt x="109208" y="96882"/>
                  <a:pt x="107845" y="94497"/>
                  <a:pt x="106103" y="92414"/>
                </a:cubicBezTo>
                <a:cubicBezTo>
                  <a:pt x="104361" y="90331"/>
                  <a:pt x="102222" y="88627"/>
                  <a:pt x="99684" y="87302"/>
                </a:cubicBezTo>
                <a:cubicBezTo>
                  <a:pt x="97147" y="85977"/>
                  <a:pt x="94364" y="85125"/>
                  <a:pt x="91335" y="84746"/>
                </a:cubicBezTo>
                <a:lnTo>
                  <a:pt x="91335" y="84519"/>
                </a:lnTo>
                <a:cubicBezTo>
                  <a:pt x="96788" y="82625"/>
                  <a:pt x="101067" y="79445"/>
                  <a:pt x="104172" y="74976"/>
                </a:cubicBezTo>
                <a:cubicBezTo>
                  <a:pt x="107277" y="70508"/>
                  <a:pt x="108829" y="65055"/>
                  <a:pt x="108829" y="58618"/>
                </a:cubicBezTo>
                <a:cubicBezTo>
                  <a:pt x="108829" y="55210"/>
                  <a:pt x="108223" y="52048"/>
                  <a:pt x="107012" y="49132"/>
                </a:cubicBezTo>
                <a:cubicBezTo>
                  <a:pt x="105800" y="46216"/>
                  <a:pt x="104153" y="43698"/>
                  <a:pt x="102070" y="41578"/>
                </a:cubicBezTo>
                <a:cubicBezTo>
                  <a:pt x="99987" y="39457"/>
                  <a:pt x="97488" y="37791"/>
                  <a:pt x="94572" y="36579"/>
                </a:cubicBezTo>
                <a:cubicBezTo>
                  <a:pt x="91657" y="35368"/>
                  <a:pt x="88495" y="34762"/>
                  <a:pt x="85087" y="34762"/>
                </a:cubicBezTo>
                <a:cubicBezTo>
                  <a:pt x="78044" y="34762"/>
                  <a:pt x="71871" y="36655"/>
                  <a:pt x="66570" y="40442"/>
                </a:cubicBezTo>
                <a:lnTo>
                  <a:pt x="66570" y="51347"/>
                </a:lnTo>
                <a:cubicBezTo>
                  <a:pt x="71720" y="46652"/>
                  <a:pt x="77135" y="44304"/>
                  <a:pt x="82815" y="44304"/>
                </a:cubicBezTo>
                <a:cubicBezTo>
                  <a:pt x="87965" y="44304"/>
                  <a:pt x="91808" y="45762"/>
                  <a:pt x="94345" y="48678"/>
                </a:cubicBezTo>
                <a:cubicBezTo>
                  <a:pt x="96882" y="51594"/>
                  <a:pt x="98151" y="55816"/>
                  <a:pt x="98151" y="61344"/>
                </a:cubicBezTo>
                <a:cubicBezTo>
                  <a:pt x="98151" y="67403"/>
                  <a:pt x="96485" y="72117"/>
                  <a:pt x="93152" y="75488"/>
                </a:cubicBezTo>
                <a:cubicBezTo>
                  <a:pt x="89820" y="78858"/>
                  <a:pt x="84784" y="80543"/>
                  <a:pt x="78044" y="80543"/>
                </a:cubicBezTo>
                <a:lnTo>
                  <a:pt x="71568" y="80543"/>
                </a:lnTo>
                <a:lnTo>
                  <a:pt x="71568" y="89972"/>
                </a:lnTo>
                <a:lnTo>
                  <a:pt x="78384" y="89972"/>
                </a:lnTo>
                <a:cubicBezTo>
                  <a:pt x="93455" y="89972"/>
                  <a:pt x="100991" y="96371"/>
                  <a:pt x="100991" y="109170"/>
                </a:cubicBezTo>
                <a:cubicBezTo>
                  <a:pt x="100991" y="115002"/>
                  <a:pt x="99306" y="119640"/>
                  <a:pt x="95936" y="123086"/>
                </a:cubicBezTo>
                <a:cubicBezTo>
                  <a:pt x="92565" y="126532"/>
                  <a:pt x="88040" y="128255"/>
                  <a:pt x="82360" y="128255"/>
                </a:cubicBezTo>
                <a:cubicBezTo>
                  <a:pt x="75317" y="128255"/>
                  <a:pt x="69031" y="125604"/>
                  <a:pt x="63503" y="120303"/>
                </a:cubicBezTo>
                <a:lnTo>
                  <a:pt x="63503" y="1323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Choose">
            <a:extLst xmlns:a="http://schemas.openxmlformats.org/drawingml/2006/main">
              <a:ext uri="{FF2B5EF4-FFF2-40B4-BE49-F238E27FC236}">
                <a16:creationId xmlns:a16="http://schemas.microsoft.com/office/drawing/2014/main" id="{A3F3C3F6-ADED-44EF-A767-7880F66E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0099" y="1337748"/>
            <a:ext cx="640246" cy="154638"/>
          </a:xfrm>
          <a:custGeom xmlns:a="http://schemas.openxmlformats.org/drawingml/2006/main">
            <a:pathLst>
              <a:path w="640246" h="154638">
                <a:moveTo>
                  <a:pt x="123434" y="3834"/>
                </a:moveTo>
                <a:lnTo>
                  <a:pt x="126735" y="52824"/>
                </a:lnTo>
                <a:lnTo>
                  <a:pt x="123434" y="52824"/>
                </a:lnTo>
                <a:cubicBezTo>
                  <a:pt x="119032" y="38089"/>
                  <a:pt x="112748" y="27484"/>
                  <a:pt x="104583" y="21007"/>
                </a:cubicBezTo>
                <a:cubicBezTo>
                  <a:pt x="96418" y="14528"/>
                  <a:pt x="86620" y="11289"/>
                  <a:pt x="75189" y="11289"/>
                </a:cubicBezTo>
                <a:cubicBezTo>
                  <a:pt x="65604" y="11289"/>
                  <a:pt x="56942" y="13723"/>
                  <a:pt x="49203" y="18591"/>
                </a:cubicBezTo>
                <a:cubicBezTo>
                  <a:pt x="41464" y="23457"/>
                  <a:pt x="35376" y="31219"/>
                  <a:pt x="30938" y="41878"/>
                </a:cubicBezTo>
                <a:cubicBezTo>
                  <a:pt x="26501" y="52537"/>
                  <a:pt x="24282" y="65789"/>
                  <a:pt x="24282" y="81636"/>
                </a:cubicBezTo>
                <a:cubicBezTo>
                  <a:pt x="24282" y="94709"/>
                  <a:pt x="26377" y="106042"/>
                  <a:pt x="30566" y="115636"/>
                </a:cubicBezTo>
                <a:cubicBezTo>
                  <a:pt x="34755" y="125228"/>
                  <a:pt x="41056" y="132582"/>
                  <a:pt x="49469" y="137698"/>
                </a:cubicBezTo>
                <a:cubicBezTo>
                  <a:pt x="57883" y="142815"/>
                  <a:pt x="67486" y="145373"/>
                  <a:pt x="78278" y="145373"/>
                </a:cubicBezTo>
                <a:cubicBezTo>
                  <a:pt x="87650" y="145373"/>
                  <a:pt x="95921" y="143367"/>
                  <a:pt x="103092" y="139356"/>
                </a:cubicBezTo>
                <a:cubicBezTo>
                  <a:pt x="110263" y="135344"/>
                  <a:pt x="118144" y="127374"/>
                  <a:pt x="126735" y="115446"/>
                </a:cubicBezTo>
                <a:lnTo>
                  <a:pt x="130037" y="117570"/>
                </a:lnTo>
                <a:cubicBezTo>
                  <a:pt x="122795" y="130387"/>
                  <a:pt x="114346" y="139771"/>
                  <a:pt x="104690" y="145719"/>
                </a:cubicBezTo>
                <a:cubicBezTo>
                  <a:pt x="95034" y="151665"/>
                  <a:pt x="83567" y="154638"/>
                  <a:pt x="70290" y="154638"/>
                </a:cubicBezTo>
                <a:cubicBezTo>
                  <a:pt x="46363" y="154638"/>
                  <a:pt x="27832" y="145776"/>
                  <a:pt x="14697" y="128050"/>
                </a:cubicBezTo>
                <a:cubicBezTo>
                  <a:pt x="4899" y="114864"/>
                  <a:pt x="0" y="99337"/>
                  <a:pt x="0" y="81469"/>
                </a:cubicBezTo>
                <a:cubicBezTo>
                  <a:pt x="0" y="67076"/>
                  <a:pt x="3231" y="53854"/>
                  <a:pt x="9692" y="41801"/>
                </a:cubicBezTo>
                <a:cubicBezTo>
                  <a:pt x="16153" y="29749"/>
                  <a:pt x="25045" y="20408"/>
                  <a:pt x="36370" y="13778"/>
                </a:cubicBezTo>
                <a:cubicBezTo>
                  <a:pt x="47694" y="7149"/>
                  <a:pt x="60066" y="3834"/>
                  <a:pt x="73485" y="3834"/>
                </a:cubicBezTo>
                <a:cubicBezTo>
                  <a:pt x="83922" y="3834"/>
                  <a:pt x="94217" y="6390"/>
                  <a:pt x="104370" y="11502"/>
                </a:cubicBezTo>
                <a:cubicBezTo>
                  <a:pt x="107352" y="13064"/>
                  <a:pt x="109482" y="13845"/>
                  <a:pt x="110760" y="13845"/>
                </a:cubicBezTo>
                <a:cubicBezTo>
                  <a:pt x="112677" y="13845"/>
                  <a:pt x="114346" y="13171"/>
                  <a:pt x="115766" y="11822"/>
                </a:cubicBezTo>
                <a:cubicBezTo>
                  <a:pt x="117612" y="9905"/>
                  <a:pt x="118925" y="7242"/>
                  <a:pt x="119706" y="3834"/>
                </a:cubicBezTo>
                <a:lnTo>
                  <a:pt x="123434" y="3834"/>
                </a:lnTo>
                <a:close/>
                <a:moveTo>
                  <a:pt x="173064" y="0"/>
                </a:moveTo>
                <a:lnTo>
                  <a:pt x="173064" y="71462"/>
                </a:lnTo>
                <a:cubicBezTo>
                  <a:pt x="180945" y="62800"/>
                  <a:pt x="187193" y="57244"/>
                  <a:pt x="191808" y="54794"/>
                </a:cubicBezTo>
                <a:cubicBezTo>
                  <a:pt x="196423" y="52345"/>
                  <a:pt x="201038" y="51120"/>
                  <a:pt x="205653" y="51120"/>
                </a:cubicBezTo>
                <a:cubicBezTo>
                  <a:pt x="211191" y="51120"/>
                  <a:pt x="215948" y="52643"/>
                  <a:pt x="219924" y="55690"/>
                </a:cubicBezTo>
                <a:cubicBezTo>
                  <a:pt x="223901" y="58736"/>
                  <a:pt x="226847" y="63517"/>
                  <a:pt x="228764" y="70034"/>
                </a:cubicBezTo>
                <a:cubicBezTo>
                  <a:pt x="230113" y="74569"/>
                  <a:pt x="230788" y="82858"/>
                  <a:pt x="230788" y="94902"/>
                </a:cubicBezTo>
                <a:lnTo>
                  <a:pt x="230788" y="129331"/>
                </a:lnTo>
                <a:cubicBezTo>
                  <a:pt x="230788" y="135495"/>
                  <a:pt x="231285" y="139711"/>
                  <a:pt x="232279" y="141978"/>
                </a:cubicBezTo>
                <a:cubicBezTo>
                  <a:pt x="232989" y="143678"/>
                  <a:pt x="234196" y="145024"/>
                  <a:pt x="235900" y="146015"/>
                </a:cubicBezTo>
                <a:cubicBezTo>
                  <a:pt x="237604" y="147007"/>
                  <a:pt x="240728" y="147503"/>
                  <a:pt x="245272" y="147503"/>
                </a:cubicBezTo>
                <a:lnTo>
                  <a:pt x="245272" y="151443"/>
                </a:lnTo>
                <a:lnTo>
                  <a:pt x="197346" y="151443"/>
                </a:lnTo>
                <a:lnTo>
                  <a:pt x="197346" y="147503"/>
                </a:lnTo>
                <a:lnTo>
                  <a:pt x="199583" y="147503"/>
                </a:lnTo>
                <a:cubicBezTo>
                  <a:pt x="204127" y="147503"/>
                  <a:pt x="207286" y="146811"/>
                  <a:pt x="209061" y="145426"/>
                </a:cubicBezTo>
                <a:cubicBezTo>
                  <a:pt x="210836" y="144042"/>
                  <a:pt x="212079" y="142000"/>
                  <a:pt x="212789" y="139302"/>
                </a:cubicBezTo>
                <a:cubicBezTo>
                  <a:pt x="213002" y="138166"/>
                  <a:pt x="213108" y="134829"/>
                  <a:pt x="213108" y="129291"/>
                </a:cubicBezTo>
                <a:lnTo>
                  <a:pt x="213108" y="94785"/>
                </a:lnTo>
                <a:cubicBezTo>
                  <a:pt x="213108" y="84135"/>
                  <a:pt x="212558" y="77142"/>
                  <a:pt x="211458" y="73805"/>
                </a:cubicBezTo>
                <a:cubicBezTo>
                  <a:pt x="210357" y="70468"/>
                  <a:pt x="208600" y="67965"/>
                  <a:pt x="206186" y="66296"/>
                </a:cubicBezTo>
                <a:cubicBezTo>
                  <a:pt x="203772" y="64628"/>
                  <a:pt x="200861" y="63794"/>
                  <a:pt x="197453" y="63794"/>
                </a:cubicBezTo>
                <a:cubicBezTo>
                  <a:pt x="193974" y="63794"/>
                  <a:pt x="190353" y="64717"/>
                  <a:pt x="186590" y="66563"/>
                </a:cubicBezTo>
                <a:cubicBezTo>
                  <a:pt x="182827" y="68409"/>
                  <a:pt x="178318" y="72136"/>
                  <a:pt x="173064" y="77745"/>
                </a:cubicBezTo>
                <a:lnTo>
                  <a:pt x="173064" y="129291"/>
                </a:lnTo>
                <a:cubicBezTo>
                  <a:pt x="173064" y="135965"/>
                  <a:pt x="173437" y="140119"/>
                  <a:pt x="174183" y="141752"/>
                </a:cubicBezTo>
                <a:cubicBezTo>
                  <a:pt x="174928" y="143385"/>
                  <a:pt x="176313" y="144752"/>
                  <a:pt x="178336" y="145852"/>
                </a:cubicBezTo>
                <a:cubicBezTo>
                  <a:pt x="180360" y="146953"/>
                  <a:pt x="183856" y="147503"/>
                  <a:pt x="188826" y="147503"/>
                </a:cubicBezTo>
                <a:lnTo>
                  <a:pt x="188826" y="151443"/>
                </a:lnTo>
                <a:lnTo>
                  <a:pt x="140475" y="151443"/>
                </a:lnTo>
                <a:lnTo>
                  <a:pt x="140475" y="147503"/>
                </a:lnTo>
                <a:cubicBezTo>
                  <a:pt x="144806" y="147503"/>
                  <a:pt x="148214" y="146828"/>
                  <a:pt x="150699" y="145479"/>
                </a:cubicBezTo>
                <a:cubicBezTo>
                  <a:pt x="152119" y="144772"/>
                  <a:pt x="153255" y="143425"/>
                  <a:pt x="154107" y="141439"/>
                </a:cubicBezTo>
                <a:cubicBezTo>
                  <a:pt x="154959" y="139451"/>
                  <a:pt x="155385" y="135406"/>
                  <a:pt x="155385" y="129305"/>
                </a:cubicBezTo>
                <a:lnTo>
                  <a:pt x="155385" y="41079"/>
                </a:lnTo>
                <a:cubicBezTo>
                  <a:pt x="155385" y="29941"/>
                  <a:pt x="155119" y="23095"/>
                  <a:pt x="154587" y="20541"/>
                </a:cubicBezTo>
                <a:cubicBezTo>
                  <a:pt x="154054" y="17985"/>
                  <a:pt x="153238" y="16247"/>
                  <a:pt x="152137" y="15326"/>
                </a:cubicBezTo>
                <a:cubicBezTo>
                  <a:pt x="151037" y="14403"/>
                  <a:pt x="149563" y="13942"/>
                  <a:pt x="147717" y="13942"/>
                </a:cubicBezTo>
                <a:cubicBezTo>
                  <a:pt x="146226" y="13942"/>
                  <a:pt x="143812" y="14510"/>
                  <a:pt x="140475" y="15646"/>
                </a:cubicBezTo>
                <a:lnTo>
                  <a:pt x="138984" y="11918"/>
                </a:lnTo>
                <a:lnTo>
                  <a:pt x="168165" y="0"/>
                </a:lnTo>
                <a:lnTo>
                  <a:pt x="173064" y="0"/>
                </a:lnTo>
                <a:close/>
                <a:moveTo>
                  <a:pt x="301183" y="51120"/>
                </a:moveTo>
                <a:cubicBezTo>
                  <a:pt x="315951" y="51120"/>
                  <a:pt x="327808" y="56724"/>
                  <a:pt x="336754" y="67931"/>
                </a:cubicBezTo>
                <a:cubicBezTo>
                  <a:pt x="344351" y="77505"/>
                  <a:pt x="348150" y="88498"/>
                  <a:pt x="348150" y="100912"/>
                </a:cubicBezTo>
                <a:cubicBezTo>
                  <a:pt x="348150" y="109637"/>
                  <a:pt x="346055" y="118467"/>
                  <a:pt x="341866" y="127404"/>
                </a:cubicBezTo>
                <a:cubicBezTo>
                  <a:pt x="337677" y="136339"/>
                  <a:pt x="331909" y="143077"/>
                  <a:pt x="324560" y="147616"/>
                </a:cubicBezTo>
                <a:cubicBezTo>
                  <a:pt x="317212" y="152156"/>
                  <a:pt x="309029" y="154425"/>
                  <a:pt x="300012" y="154425"/>
                </a:cubicBezTo>
                <a:cubicBezTo>
                  <a:pt x="285315" y="154425"/>
                  <a:pt x="273635" y="148574"/>
                  <a:pt x="264973" y="136870"/>
                </a:cubicBezTo>
                <a:cubicBezTo>
                  <a:pt x="257660" y="127012"/>
                  <a:pt x="254004" y="115948"/>
                  <a:pt x="254004" y="103678"/>
                </a:cubicBezTo>
                <a:cubicBezTo>
                  <a:pt x="254004" y="94741"/>
                  <a:pt x="256222" y="85857"/>
                  <a:pt x="260660" y="77026"/>
                </a:cubicBezTo>
                <a:cubicBezTo>
                  <a:pt x="265097" y="68196"/>
                  <a:pt x="270937" y="61670"/>
                  <a:pt x="278179" y="57450"/>
                </a:cubicBezTo>
                <a:cubicBezTo>
                  <a:pt x="285421" y="53230"/>
                  <a:pt x="293089" y="51120"/>
                  <a:pt x="301183" y="51120"/>
                </a:cubicBezTo>
                <a:moveTo>
                  <a:pt x="297882" y="58149"/>
                </a:moveTo>
                <a:cubicBezTo>
                  <a:pt x="294119" y="58149"/>
                  <a:pt x="290338" y="59266"/>
                  <a:pt x="286539" y="61501"/>
                </a:cubicBezTo>
                <a:cubicBezTo>
                  <a:pt x="282741" y="63735"/>
                  <a:pt x="279670" y="67653"/>
                  <a:pt x="277327" y="73256"/>
                </a:cubicBezTo>
                <a:cubicBezTo>
                  <a:pt x="274984" y="78858"/>
                  <a:pt x="273813" y="86056"/>
                  <a:pt x="273813" y="94849"/>
                </a:cubicBezTo>
                <a:cubicBezTo>
                  <a:pt x="273813" y="109031"/>
                  <a:pt x="276635" y="121264"/>
                  <a:pt x="282279" y="131548"/>
                </a:cubicBezTo>
                <a:cubicBezTo>
                  <a:pt x="287924" y="141830"/>
                  <a:pt x="295361" y="146970"/>
                  <a:pt x="304591" y="146970"/>
                </a:cubicBezTo>
                <a:cubicBezTo>
                  <a:pt x="311478" y="146970"/>
                  <a:pt x="317158" y="144134"/>
                  <a:pt x="321631" y="138460"/>
                </a:cubicBezTo>
                <a:cubicBezTo>
                  <a:pt x="326104" y="132787"/>
                  <a:pt x="328341" y="123037"/>
                  <a:pt x="328341" y="109209"/>
                </a:cubicBezTo>
                <a:cubicBezTo>
                  <a:pt x="328341" y="91905"/>
                  <a:pt x="324613" y="78289"/>
                  <a:pt x="317158" y="68360"/>
                </a:cubicBezTo>
                <a:cubicBezTo>
                  <a:pt x="312117" y="61553"/>
                  <a:pt x="305692" y="58149"/>
                  <a:pt x="297882" y="58149"/>
                </a:cubicBezTo>
                <a:close/>
                <a:moveTo>
                  <a:pt x="410240" y="51120"/>
                </a:moveTo>
                <a:cubicBezTo>
                  <a:pt x="425008" y="51120"/>
                  <a:pt x="436865" y="56724"/>
                  <a:pt x="445811" y="67931"/>
                </a:cubicBezTo>
                <a:cubicBezTo>
                  <a:pt x="453408" y="77505"/>
                  <a:pt x="457207" y="88498"/>
                  <a:pt x="457207" y="100912"/>
                </a:cubicBezTo>
                <a:cubicBezTo>
                  <a:pt x="457207" y="109637"/>
                  <a:pt x="455112" y="118467"/>
                  <a:pt x="450923" y="127404"/>
                </a:cubicBezTo>
                <a:cubicBezTo>
                  <a:pt x="446734" y="136339"/>
                  <a:pt x="440965" y="143077"/>
                  <a:pt x="433617" y="147616"/>
                </a:cubicBezTo>
                <a:cubicBezTo>
                  <a:pt x="426268" y="152156"/>
                  <a:pt x="418086" y="154425"/>
                  <a:pt x="409069" y="154425"/>
                </a:cubicBezTo>
                <a:cubicBezTo>
                  <a:pt x="394371" y="154425"/>
                  <a:pt x="382692" y="148574"/>
                  <a:pt x="374030" y="136870"/>
                </a:cubicBezTo>
                <a:cubicBezTo>
                  <a:pt x="366717" y="127012"/>
                  <a:pt x="363060" y="115948"/>
                  <a:pt x="363060" y="103678"/>
                </a:cubicBezTo>
                <a:cubicBezTo>
                  <a:pt x="363060" y="94741"/>
                  <a:pt x="365279" y="85857"/>
                  <a:pt x="369717" y="77026"/>
                </a:cubicBezTo>
                <a:cubicBezTo>
                  <a:pt x="374154" y="68196"/>
                  <a:pt x="379994" y="61670"/>
                  <a:pt x="387236" y="57450"/>
                </a:cubicBezTo>
                <a:cubicBezTo>
                  <a:pt x="394478" y="53230"/>
                  <a:pt x="402146" y="51120"/>
                  <a:pt x="410240" y="51120"/>
                </a:cubicBezTo>
                <a:moveTo>
                  <a:pt x="406939" y="58149"/>
                </a:moveTo>
                <a:cubicBezTo>
                  <a:pt x="403175" y="58149"/>
                  <a:pt x="399395" y="59266"/>
                  <a:pt x="395596" y="61501"/>
                </a:cubicBezTo>
                <a:cubicBezTo>
                  <a:pt x="391798" y="63735"/>
                  <a:pt x="388727" y="67653"/>
                  <a:pt x="386384" y="73256"/>
                </a:cubicBezTo>
                <a:cubicBezTo>
                  <a:pt x="384041" y="78858"/>
                  <a:pt x="382869" y="86056"/>
                  <a:pt x="382869" y="94849"/>
                </a:cubicBezTo>
                <a:cubicBezTo>
                  <a:pt x="382869" y="109031"/>
                  <a:pt x="385692" y="121264"/>
                  <a:pt x="391336" y="131548"/>
                </a:cubicBezTo>
                <a:cubicBezTo>
                  <a:pt x="396981" y="141830"/>
                  <a:pt x="404418" y="146970"/>
                  <a:pt x="413648" y="146970"/>
                </a:cubicBezTo>
                <a:cubicBezTo>
                  <a:pt x="420535" y="146970"/>
                  <a:pt x="426215" y="144134"/>
                  <a:pt x="430688" y="138460"/>
                </a:cubicBezTo>
                <a:cubicBezTo>
                  <a:pt x="435161" y="132787"/>
                  <a:pt x="437398" y="123037"/>
                  <a:pt x="437398" y="109209"/>
                </a:cubicBezTo>
                <a:cubicBezTo>
                  <a:pt x="437398" y="91905"/>
                  <a:pt x="433670" y="78289"/>
                  <a:pt x="426215" y="68360"/>
                </a:cubicBezTo>
                <a:cubicBezTo>
                  <a:pt x="421174" y="61553"/>
                  <a:pt x="414749" y="58149"/>
                  <a:pt x="406939" y="58149"/>
                </a:cubicBezTo>
                <a:close/>
                <a:moveTo>
                  <a:pt x="534632" y="51120"/>
                </a:moveTo>
                <a:lnTo>
                  <a:pt x="534632" y="84135"/>
                </a:lnTo>
                <a:lnTo>
                  <a:pt x="531118" y="84135"/>
                </a:lnTo>
                <a:cubicBezTo>
                  <a:pt x="528420" y="73780"/>
                  <a:pt x="524958" y="66737"/>
                  <a:pt x="520734" y="63005"/>
                </a:cubicBezTo>
                <a:cubicBezTo>
                  <a:pt x="516509" y="59271"/>
                  <a:pt x="511131" y="57404"/>
                  <a:pt x="504599" y="57404"/>
                </a:cubicBezTo>
                <a:cubicBezTo>
                  <a:pt x="499629" y="57404"/>
                  <a:pt x="495618" y="58716"/>
                  <a:pt x="492565" y="61341"/>
                </a:cubicBezTo>
                <a:cubicBezTo>
                  <a:pt x="489512" y="63963"/>
                  <a:pt x="487985" y="66871"/>
                  <a:pt x="487985" y="70064"/>
                </a:cubicBezTo>
                <a:cubicBezTo>
                  <a:pt x="487985" y="74035"/>
                  <a:pt x="489121" y="77439"/>
                  <a:pt x="491393" y="80275"/>
                </a:cubicBezTo>
                <a:cubicBezTo>
                  <a:pt x="493594" y="83183"/>
                  <a:pt x="498067" y="86269"/>
                  <a:pt x="504812" y="89530"/>
                </a:cubicBezTo>
                <a:lnTo>
                  <a:pt x="520361" y="97085"/>
                </a:lnTo>
                <a:cubicBezTo>
                  <a:pt x="534774" y="104105"/>
                  <a:pt x="541981" y="113361"/>
                  <a:pt x="541981" y="124852"/>
                </a:cubicBezTo>
                <a:cubicBezTo>
                  <a:pt x="541981" y="133716"/>
                  <a:pt x="538626" y="140861"/>
                  <a:pt x="531917" y="146288"/>
                </a:cubicBezTo>
                <a:cubicBezTo>
                  <a:pt x="525207" y="151713"/>
                  <a:pt x="517699" y="154425"/>
                  <a:pt x="509392" y="154425"/>
                </a:cubicBezTo>
                <a:cubicBezTo>
                  <a:pt x="503428" y="154425"/>
                  <a:pt x="496612" y="153360"/>
                  <a:pt x="488944" y="151230"/>
                </a:cubicBezTo>
                <a:cubicBezTo>
                  <a:pt x="486601" y="150520"/>
                  <a:pt x="484684" y="150165"/>
                  <a:pt x="483193" y="150165"/>
                </a:cubicBezTo>
                <a:cubicBezTo>
                  <a:pt x="481560" y="150165"/>
                  <a:pt x="480282" y="151088"/>
                  <a:pt x="479359" y="152934"/>
                </a:cubicBezTo>
                <a:lnTo>
                  <a:pt x="475844" y="152934"/>
                </a:lnTo>
                <a:lnTo>
                  <a:pt x="475844" y="118002"/>
                </a:lnTo>
                <a:lnTo>
                  <a:pt x="479359" y="118002"/>
                </a:lnTo>
                <a:cubicBezTo>
                  <a:pt x="481347" y="127978"/>
                  <a:pt x="485145" y="135495"/>
                  <a:pt x="490754" y="140554"/>
                </a:cubicBezTo>
                <a:cubicBezTo>
                  <a:pt x="496363" y="145613"/>
                  <a:pt x="502647" y="148142"/>
                  <a:pt x="509605" y="148142"/>
                </a:cubicBezTo>
                <a:cubicBezTo>
                  <a:pt x="514504" y="148142"/>
                  <a:pt x="518497" y="146706"/>
                  <a:pt x="521586" y="143835"/>
                </a:cubicBezTo>
                <a:cubicBezTo>
                  <a:pt x="524674" y="140962"/>
                  <a:pt x="526219" y="137504"/>
                  <a:pt x="526219" y="133462"/>
                </a:cubicBezTo>
                <a:cubicBezTo>
                  <a:pt x="526219" y="128567"/>
                  <a:pt x="524497" y="124453"/>
                  <a:pt x="521053" y="121121"/>
                </a:cubicBezTo>
                <a:cubicBezTo>
                  <a:pt x="517610" y="117788"/>
                  <a:pt x="510741" y="113569"/>
                  <a:pt x="500446" y="108464"/>
                </a:cubicBezTo>
                <a:cubicBezTo>
                  <a:pt x="490151" y="103356"/>
                  <a:pt x="483406" y="98746"/>
                  <a:pt x="480211" y="94632"/>
                </a:cubicBezTo>
                <a:cubicBezTo>
                  <a:pt x="477016" y="90590"/>
                  <a:pt x="475418" y="85483"/>
                  <a:pt x="475418" y="79313"/>
                </a:cubicBezTo>
                <a:cubicBezTo>
                  <a:pt x="475418" y="71299"/>
                  <a:pt x="478169" y="64597"/>
                  <a:pt x="483672" y="59208"/>
                </a:cubicBezTo>
                <a:cubicBezTo>
                  <a:pt x="489174" y="53816"/>
                  <a:pt x="496292" y="51120"/>
                  <a:pt x="505025" y="51120"/>
                </a:cubicBezTo>
                <a:cubicBezTo>
                  <a:pt x="508859" y="51120"/>
                  <a:pt x="513510" y="51937"/>
                  <a:pt x="518977" y="53570"/>
                </a:cubicBezTo>
                <a:cubicBezTo>
                  <a:pt x="522598" y="54635"/>
                  <a:pt x="525012" y="55167"/>
                  <a:pt x="526219" y="55167"/>
                </a:cubicBezTo>
                <a:cubicBezTo>
                  <a:pt x="527355" y="55167"/>
                  <a:pt x="528242" y="54919"/>
                  <a:pt x="528881" y="54422"/>
                </a:cubicBezTo>
                <a:cubicBezTo>
                  <a:pt x="529520" y="53925"/>
                  <a:pt x="530266" y="52824"/>
                  <a:pt x="531118" y="51120"/>
                </a:cubicBezTo>
                <a:lnTo>
                  <a:pt x="534632" y="51120"/>
                </a:lnTo>
                <a:close/>
                <a:moveTo>
                  <a:pt x="572831" y="90738"/>
                </a:moveTo>
                <a:cubicBezTo>
                  <a:pt x="572760" y="105189"/>
                  <a:pt x="576275" y="116524"/>
                  <a:pt x="583375" y="124742"/>
                </a:cubicBezTo>
                <a:cubicBezTo>
                  <a:pt x="590475" y="132958"/>
                  <a:pt x="598817" y="137066"/>
                  <a:pt x="608402" y="137066"/>
                </a:cubicBezTo>
                <a:cubicBezTo>
                  <a:pt x="614792" y="137066"/>
                  <a:pt x="620348" y="135309"/>
                  <a:pt x="625070" y="131794"/>
                </a:cubicBezTo>
                <a:cubicBezTo>
                  <a:pt x="629791" y="128280"/>
                  <a:pt x="633749" y="122262"/>
                  <a:pt x="636944" y="113742"/>
                </a:cubicBezTo>
                <a:lnTo>
                  <a:pt x="640246" y="115872"/>
                </a:lnTo>
                <a:cubicBezTo>
                  <a:pt x="638755" y="125599"/>
                  <a:pt x="634424" y="134457"/>
                  <a:pt x="627253" y="142444"/>
                </a:cubicBezTo>
                <a:cubicBezTo>
                  <a:pt x="620082" y="150432"/>
                  <a:pt x="611100" y="154425"/>
                  <a:pt x="600308" y="154425"/>
                </a:cubicBezTo>
                <a:cubicBezTo>
                  <a:pt x="588593" y="154425"/>
                  <a:pt x="578564" y="149874"/>
                  <a:pt x="570222" y="140770"/>
                </a:cubicBezTo>
                <a:cubicBezTo>
                  <a:pt x="561879" y="131664"/>
                  <a:pt x="557708" y="119423"/>
                  <a:pt x="557708" y="104047"/>
                </a:cubicBezTo>
                <a:cubicBezTo>
                  <a:pt x="557708" y="87398"/>
                  <a:pt x="561986" y="74415"/>
                  <a:pt x="570541" y="65098"/>
                </a:cubicBezTo>
                <a:cubicBezTo>
                  <a:pt x="579097" y="55780"/>
                  <a:pt x="589836" y="51120"/>
                  <a:pt x="602758" y="51120"/>
                </a:cubicBezTo>
                <a:cubicBezTo>
                  <a:pt x="613692" y="51120"/>
                  <a:pt x="622673" y="54715"/>
                  <a:pt x="629702" y="61903"/>
                </a:cubicBezTo>
                <a:cubicBezTo>
                  <a:pt x="636731" y="69090"/>
                  <a:pt x="640246" y="78702"/>
                  <a:pt x="640246" y="90738"/>
                </a:cubicBezTo>
                <a:lnTo>
                  <a:pt x="572831" y="90738"/>
                </a:lnTo>
                <a:moveTo>
                  <a:pt x="572831" y="84561"/>
                </a:moveTo>
                <a:lnTo>
                  <a:pt x="617987" y="84561"/>
                </a:lnTo>
                <a:cubicBezTo>
                  <a:pt x="617632" y="78313"/>
                  <a:pt x="616887" y="73911"/>
                  <a:pt x="615751" y="71355"/>
                </a:cubicBezTo>
                <a:cubicBezTo>
                  <a:pt x="613976" y="67379"/>
                  <a:pt x="611331" y="64255"/>
                  <a:pt x="607817" y="61983"/>
                </a:cubicBezTo>
                <a:cubicBezTo>
                  <a:pt x="604302" y="59711"/>
                  <a:pt x="600628" y="58575"/>
                  <a:pt x="596794" y="58575"/>
                </a:cubicBezTo>
                <a:cubicBezTo>
                  <a:pt x="590901" y="58575"/>
                  <a:pt x="585629" y="60865"/>
                  <a:pt x="580978" y="65444"/>
                </a:cubicBezTo>
                <a:cubicBezTo>
                  <a:pt x="576328" y="70024"/>
                  <a:pt x="573612" y="76396"/>
                  <a:pt x="572831" y="845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F5DAF4-81F8-4B87-8BE2-045E5A17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2964" y="1444472"/>
            <a:ext cx="904634" cy="3878"/>
          </a:xfrm>
          <a:custGeom xmlns:a="http://schemas.openxmlformats.org/drawingml/2006/main">
            <a:pathLst>
              <a:path w="904634" h="3878" fill="none">
                <a:moveTo>
                  <a:pt x="0" y="3878"/>
                </a:moveTo>
                <a:lnTo>
                  <a:pt x="9046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432" cap="flat">
            <a:solidFill>
              <a:srgbClr val="000000"/>
            </a:solidFill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3AA38A-C2C7-4AA7-9F57-976DE62F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8931" y="1396198"/>
            <a:ext cx="169829" cy="96939"/>
          </a:xfrm>
          <a:custGeom xmlns:a="http://schemas.openxmlformats.org/drawingml/2006/main">
            <a:pathLst>
              <a:path w="169829" h="96939">
                <a:moveTo>
                  <a:pt x="48655" y="48284"/>
                </a:moveTo>
                <a:lnTo>
                  <a:pt x="0" y="0"/>
                </a:lnTo>
                <a:lnTo>
                  <a:pt x="169829" y="47710"/>
                </a:lnTo>
                <a:lnTo>
                  <a:pt x="469" y="96939"/>
                </a:lnTo>
                <a:lnTo>
                  <a:pt x="48655" y="48284"/>
                </a:lnTo>
                <a:close/>
                <a:moveTo>
                  <a:pt x="48655" y="482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66B428-BC39-461A-AB31-3FDF4063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8931" y="1396198"/>
            <a:ext cx="169829" cy="96939"/>
          </a:xfrm>
          <a:custGeom xmlns:a="http://schemas.openxmlformats.org/drawingml/2006/main">
            <a:pathLst>
              <a:path w="169829" h="96939" fill="none">
                <a:moveTo>
                  <a:pt x="48655" y="48284"/>
                </a:moveTo>
                <a:lnTo>
                  <a:pt x="469" y="96939"/>
                </a:lnTo>
                <a:lnTo>
                  <a:pt x="169829" y="47710"/>
                </a:lnTo>
                <a:lnTo>
                  <a:pt x="0" y="0"/>
                </a:lnTo>
                <a:lnTo>
                  <a:pt x="48655" y="48284"/>
                </a:lnTo>
                <a:close/>
                <a:moveTo>
                  <a:pt x="48655" y="48284"/>
                </a:moveTo>
              </a:path>
            </a:pathLst>
          </a:custGeom>
          <a:noFill xmlns:a="http://schemas.openxmlformats.org/drawingml/2006/main"/>
          <a:ln xmlns:a="http://schemas.openxmlformats.org/drawingml/2006/main" w="9690" cap="flat">
            <a:solidFill>
              <a:srgbClr val="000000"/>
            </a:solidFill>
            <a:miter/>
          </a:ln>
        </p:spPr>
      </p:sp>
      <p:sp>
        <p:nvSpPr>
          <p:cNvPr id="71" name="Text Contradict">
            <a:extLst xmlns:a="http://schemas.openxmlformats.org/drawingml/2006/main">
              <a:ext uri="{FF2B5EF4-FFF2-40B4-BE49-F238E27FC236}">
                <a16:creationId xmlns:a16="http://schemas.microsoft.com/office/drawing/2014/main" id="{8797FB03-B038-49B7-82EE-17E9341C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898" y="407374"/>
            <a:ext cx="913273" cy="154638"/>
          </a:xfrm>
          <a:custGeom xmlns:a="http://schemas.openxmlformats.org/drawingml/2006/main">
            <a:pathLst>
              <a:path w="913273" h="154638">
                <a:moveTo>
                  <a:pt x="123434" y="3834"/>
                </a:moveTo>
                <a:lnTo>
                  <a:pt x="126735" y="52824"/>
                </a:lnTo>
                <a:lnTo>
                  <a:pt x="123434" y="52824"/>
                </a:lnTo>
                <a:cubicBezTo>
                  <a:pt x="119032" y="38089"/>
                  <a:pt x="112748" y="27484"/>
                  <a:pt x="104583" y="21007"/>
                </a:cubicBezTo>
                <a:cubicBezTo>
                  <a:pt x="96418" y="14528"/>
                  <a:pt x="86620" y="11289"/>
                  <a:pt x="75189" y="11289"/>
                </a:cubicBezTo>
                <a:cubicBezTo>
                  <a:pt x="65604" y="11289"/>
                  <a:pt x="56942" y="13723"/>
                  <a:pt x="49203" y="18591"/>
                </a:cubicBezTo>
                <a:cubicBezTo>
                  <a:pt x="41464" y="23457"/>
                  <a:pt x="35376" y="31219"/>
                  <a:pt x="30938" y="41878"/>
                </a:cubicBezTo>
                <a:cubicBezTo>
                  <a:pt x="26501" y="52537"/>
                  <a:pt x="24282" y="65789"/>
                  <a:pt x="24282" y="81636"/>
                </a:cubicBezTo>
                <a:cubicBezTo>
                  <a:pt x="24282" y="94709"/>
                  <a:pt x="26377" y="106042"/>
                  <a:pt x="30566" y="115636"/>
                </a:cubicBezTo>
                <a:cubicBezTo>
                  <a:pt x="34755" y="125228"/>
                  <a:pt x="41056" y="132582"/>
                  <a:pt x="49469" y="137698"/>
                </a:cubicBezTo>
                <a:cubicBezTo>
                  <a:pt x="57883" y="142815"/>
                  <a:pt x="67486" y="145373"/>
                  <a:pt x="78278" y="145373"/>
                </a:cubicBezTo>
                <a:cubicBezTo>
                  <a:pt x="87650" y="145373"/>
                  <a:pt x="95921" y="143367"/>
                  <a:pt x="103092" y="139356"/>
                </a:cubicBezTo>
                <a:cubicBezTo>
                  <a:pt x="110263" y="135344"/>
                  <a:pt x="118144" y="127374"/>
                  <a:pt x="126735" y="115446"/>
                </a:cubicBezTo>
                <a:lnTo>
                  <a:pt x="130037" y="117570"/>
                </a:lnTo>
                <a:cubicBezTo>
                  <a:pt x="122795" y="130387"/>
                  <a:pt x="114346" y="139771"/>
                  <a:pt x="104690" y="145719"/>
                </a:cubicBezTo>
                <a:cubicBezTo>
                  <a:pt x="95034" y="151665"/>
                  <a:pt x="83567" y="154638"/>
                  <a:pt x="70290" y="154638"/>
                </a:cubicBezTo>
                <a:cubicBezTo>
                  <a:pt x="46363" y="154638"/>
                  <a:pt x="27832" y="145776"/>
                  <a:pt x="14697" y="128050"/>
                </a:cubicBezTo>
                <a:cubicBezTo>
                  <a:pt x="4899" y="114864"/>
                  <a:pt x="0" y="99337"/>
                  <a:pt x="0" y="81469"/>
                </a:cubicBezTo>
                <a:cubicBezTo>
                  <a:pt x="0" y="67076"/>
                  <a:pt x="3231" y="53854"/>
                  <a:pt x="9692" y="41801"/>
                </a:cubicBezTo>
                <a:cubicBezTo>
                  <a:pt x="16153" y="29749"/>
                  <a:pt x="25045" y="20408"/>
                  <a:pt x="36370" y="13778"/>
                </a:cubicBezTo>
                <a:cubicBezTo>
                  <a:pt x="47694" y="7149"/>
                  <a:pt x="60066" y="3834"/>
                  <a:pt x="73485" y="3834"/>
                </a:cubicBezTo>
                <a:cubicBezTo>
                  <a:pt x="83922" y="3834"/>
                  <a:pt x="94217" y="6390"/>
                  <a:pt x="104370" y="11502"/>
                </a:cubicBezTo>
                <a:cubicBezTo>
                  <a:pt x="107352" y="13064"/>
                  <a:pt x="109482" y="13845"/>
                  <a:pt x="110760" y="13845"/>
                </a:cubicBezTo>
                <a:cubicBezTo>
                  <a:pt x="112677" y="13845"/>
                  <a:pt x="114346" y="13171"/>
                  <a:pt x="115766" y="11822"/>
                </a:cubicBezTo>
                <a:cubicBezTo>
                  <a:pt x="117612" y="9905"/>
                  <a:pt x="118925" y="7242"/>
                  <a:pt x="119706" y="3834"/>
                </a:cubicBezTo>
                <a:lnTo>
                  <a:pt x="123434" y="3834"/>
                </a:lnTo>
                <a:close/>
                <a:moveTo>
                  <a:pt x="192128" y="51120"/>
                </a:moveTo>
                <a:cubicBezTo>
                  <a:pt x="206896" y="51120"/>
                  <a:pt x="218753" y="56724"/>
                  <a:pt x="227699" y="67931"/>
                </a:cubicBezTo>
                <a:cubicBezTo>
                  <a:pt x="235296" y="77505"/>
                  <a:pt x="239095" y="88498"/>
                  <a:pt x="239095" y="100912"/>
                </a:cubicBezTo>
                <a:cubicBezTo>
                  <a:pt x="239095" y="109637"/>
                  <a:pt x="237000" y="118467"/>
                  <a:pt x="232811" y="127404"/>
                </a:cubicBezTo>
                <a:cubicBezTo>
                  <a:pt x="228622" y="136339"/>
                  <a:pt x="222854" y="143077"/>
                  <a:pt x="215505" y="147616"/>
                </a:cubicBezTo>
                <a:cubicBezTo>
                  <a:pt x="208156" y="152156"/>
                  <a:pt x="199974" y="154425"/>
                  <a:pt x="190957" y="154425"/>
                </a:cubicBezTo>
                <a:cubicBezTo>
                  <a:pt x="176260" y="154425"/>
                  <a:pt x="164580" y="148574"/>
                  <a:pt x="155918" y="136870"/>
                </a:cubicBezTo>
                <a:cubicBezTo>
                  <a:pt x="148605" y="127012"/>
                  <a:pt x="144949" y="115948"/>
                  <a:pt x="144949" y="103678"/>
                </a:cubicBezTo>
                <a:cubicBezTo>
                  <a:pt x="144949" y="94741"/>
                  <a:pt x="147167" y="85857"/>
                  <a:pt x="151605" y="77026"/>
                </a:cubicBezTo>
                <a:cubicBezTo>
                  <a:pt x="156042" y="68196"/>
                  <a:pt x="161882" y="61670"/>
                  <a:pt x="169124" y="57450"/>
                </a:cubicBezTo>
                <a:cubicBezTo>
                  <a:pt x="176366" y="53230"/>
                  <a:pt x="184034" y="51120"/>
                  <a:pt x="192128" y="51120"/>
                </a:cubicBezTo>
                <a:moveTo>
                  <a:pt x="188827" y="58149"/>
                </a:moveTo>
                <a:cubicBezTo>
                  <a:pt x="185064" y="58149"/>
                  <a:pt x="181283" y="59266"/>
                  <a:pt x="177484" y="61501"/>
                </a:cubicBezTo>
                <a:cubicBezTo>
                  <a:pt x="173686" y="63735"/>
                  <a:pt x="170615" y="67653"/>
                  <a:pt x="168272" y="73256"/>
                </a:cubicBezTo>
                <a:cubicBezTo>
                  <a:pt x="165929" y="78858"/>
                  <a:pt x="164758" y="86056"/>
                  <a:pt x="164758" y="94849"/>
                </a:cubicBezTo>
                <a:cubicBezTo>
                  <a:pt x="164758" y="109031"/>
                  <a:pt x="167580" y="121264"/>
                  <a:pt x="173224" y="131548"/>
                </a:cubicBezTo>
                <a:cubicBezTo>
                  <a:pt x="178869" y="141830"/>
                  <a:pt x="186306" y="146970"/>
                  <a:pt x="195536" y="146970"/>
                </a:cubicBezTo>
                <a:cubicBezTo>
                  <a:pt x="202423" y="146970"/>
                  <a:pt x="208103" y="144134"/>
                  <a:pt x="212576" y="138460"/>
                </a:cubicBezTo>
                <a:cubicBezTo>
                  <a:pt x="217049" y="132787"/>
                  <a:pt x="219286" y="123037"/>
                  <a:pt x="219286" y="109209"/>
                </a:cubicBezTo>
                <a:cubicBezTo>
                  <a:pt x="219286" y="91905"/>
                  <a:pt x="215558" y="78289"/>
                  <a:pt x="208103" y="68360"/>
                </a:cubicBezTo>
                <a:cubicBezTo>
                  <a:pt x="203062" y="61553"/>
                  <a:pt x="196637" y="58149"/>
                  <a:pt x="188827" y="58149"/>
                </a:cubicBezTo>
                <a:close/>
                <a:moveTo>
                  <a:pt x="281907" y="71781"/>
                </a:moveTo>
                <a:cubicBezTo>
                  <a:pt x="293338" y="58007"/>
                  <a:pt x="304237" y="51120"/>
                  <a:pt x="314603" y="51120"/>
                </a:cubicBezTo>
                <a:cubicBezTo>
                  <a:pt x="319928" y="51120"/>
                  <a:pt x="324507" y="52449"/>
                  <a:pt x="328341" y="55107"/>
                </a:cubicBezTo>
                <a:cubicBezTo>
                  <a:pt x="332175" y="57763"/>
                  <a:pt x="335228" y="62137"/>
                  <a:pt x="337500" y="68230"/>
                </a:cubicBezTo>
                <a:cubicBezTo>
                  <a:pt x="339062" y="72479"/>
                  <a:pt x="339843" y="78997"/>
                  <a:pt x="339843" y="87783"/>
                </a:cubicBezTo>
                <a:lnTo>
                  <a:pt x="339843" y="129331"/>
                </a:lnTo>
                <a:cubicBezTo>
                  <a:pt x="339843" y="135495"/>
                  <a:pt x="340340" y="139675"/>
                  <a:pt x="341334" y="141872"/>
                </a:cubicBezTo>
                <a:cubicBezTo>
                  <a:pt x="342115" y="143642"/>
                  <a:pt x="343376" y="145024"/>
                  <a:pt x="345115" y="146015"/>
                </a:cubicBezTo>
                <a:cubicBezTo>
                  <a:pt x="346855" y="147007"/>
                  <a:pt x="350067" y="147503"/>
                  <a:pt x="354753" y="147503"/>
                </a:cubicBezTo>
                <a:lnTo>
                  <a:pt x="354753" y="151443"/>
                </a:lnTo>
                <a:lnTo>
                  <a:pt x="306509" y="151443"/>
                </a:lnTo>
                <a:lnTo>
                  <a:pt x="306509" y="147503"/>
                </a:lnTo>
                <a:lnTo>
                  <a:pt x="308532" y="147503"/>
                </a:lnTo>
                <a:cubicBezTo>
                  <a:pt x="313076" y="147503"/>
                  <a:pt x="316254" y="146814"/>
                  <a:pt x="318064" y="145436"/>
                </a:cubicBezTo>
                <a:cubicBezTo>
                  <a:pt x="319875" y="144058"/>
                  <a:pt x="321135" y="142028"/>
                  <a:pt x="321845" y="139346"/>
                </a:cubicBezTo>
                <a:cubicBezTo>
                  <a:pt x="322129" y="138285"/>
                  <a:pt x="322271" y="134965"/>
                  <a:pt x="322271" y="129385"/>
                </a:cubicBezTo>
                <a:lnTo>
                  <a:pt x="322271" y="89650"/>
                </a:lnTo>
                <a:cubicBezTo>
                  <a:pt x="322271" y="80822"/>
                  <a:pt x="321117" y="74412"/>
                  <a:pt x="318810" y="70420"/>
                </a:cubicBezTo>
                <a:cubicBezTo>
                  <a:pt x="316502" y="66428"/>
                  <a:pt x="312615" y="64433"/>
                  <a:pt x="307148" y="64433"/>
                </a:cubicBezTo>
                <a:cubicBezTo>
                  <a:pt x="298699" y="64433"/>
                  <a:pt x="290285" y="69024"/>
                  <a:pt x="281907" y="78208"/>
                </a:cubicBezTo>
                <a:lnTo>
                  <a:pt x="281907" y="129385"/>
                </a:lnTo>
                <a:cubicBezTo>
                  <a:pt x="281907" y="135954"/>
                  <a:pt x="282298" y="140016"/>
                  <a:pt x="283079" y="141569"/>
                </a:cubicBezTo>
                <a:cubicBezTo>
                  <a:pt x="284073" y="143617"/>
                  <a:pt x="285440" y="145118"/>
                  <a:pt x="287179" y="146072"/>
                </a:cubicBezTo>
                <a:cubicBezTo>
                  <a:pt x="288919" y="147026"/>
                  <a:pt x="292451" y="147503"/>
                  <a:pt x="297776" y="147503"/>
                </a:cubicBezTo>
                <a:lnTo>
                  <a:pt x="297776" y="151443"/>
                </a:lnTo>
                <a:lnTo>
                  <a:pt x="249531" y="151443"/>
                </a:lnTo>
                <a:lnTo>
                  <a:pt x="249531" y="147503"/>
                </a:lnTo>
                <a:lnTo>
                  <a:pt x="251661" y="147503"/>
                </a:lnTo>
                <a:cubicBezTo>
                  <a:pt x="256631" y="147503"/>
                  <a:pt x="259986" y="146246"/>
                  <a:pt x="261725" y="143732"/>
                </a:cubicBezTo>
                <a:cubicBezTo>
                  <a:pt x="263465" y="141216"/>
                  <a:pt x="264335" y="136416"/>
                  <a:pt x="264335" y="129331"/>
                </a:cubicBezTo>
                <a:lnTo>
                  <a:pt x="264335" y="93201"/>
                </a:lnTo>
                <a:cubicBezTo>
                  <a:pt x="264335" y="81513"/>
                  <a:pt x="264068" y="74394"/>
                  <a:pt x="263536" y="71844"/>
                </a:cubicBezTo>
                <a:cubicBezTo>
                  <a:pt x="263003" y="69293"/>
                  <a:pt x="262187" y="67557"/>
                  <a:pt x="261086" y="66636"/>
                </a:cubicBezTo>
                <a:cubicBezTo>
                  <a:pt x="259986" y="65715"/>
                  <a:pt x="258513" y="65255"/>
                  <a:pt x="256667" y="65255"/>
                </a:cubicBezTo>
                <a:cubicBezTo>
                  <a:pt x="254679" y="65255"/>
                  <a:pt x="252300" y="65786"/>
                  <a:pt x="249531" y="66849"/>
                </a:cubicBezTo>
                <a:lnTo>
                  <a:pt x="247934" y="63022"/>
                </a:lnTo>
                <a:lnTo>
                  <a:pt x="277328" y="51120"/>
                </a:lnTo>
                <a:lnTo>
                  <a:pt x="281907" y="51120"/>
                </a:lnTo>
                <a:lnTo>
                  <a:pt x="281907" y="71781"/>
                </a:lnTo>
                <a:close/>
                <a:moveTo>
                  <a:pt x="390858" y="21726"/>
                </a:moveTo>
                <a:lnTo>
                  <a:pt x="390858" y="53889"/>
                </a:lnTo>
                <a:lnTo>
                  <a:pt x="413649" y="53889"/>
                </a:lnTo>
                <a:lnTo>
                  <a:pt x="413649" y="61344"/>
                </a:lnTo>
                <a:lnTo>
                  <a:pt x="390858" y="61344"/>
                </a:lnTo>
                <a:lnTo>
                  <a:pt x="390858" y="124519"/>
                </a:lnTo>
                <a:cubicBezTo>
                  <a:pt x="390858" y="130831"/>
                  <a:pt x="391763" y="135087"/>
                  <a:pt x="393574" y="137286"/>
                </a:cubicBezTo>
                <a:cubicBezTo>
                  <a:pt x="395384" y="139482"/>
                  <a:pt x="397709" y="140580"/>
                  <a:pt x="400549" y="140580"/>
                </a:cubicBezTo>
                <a:cubicBezTo>
                  <a:pt x="402892" y="140580"/>
                  <a:pt x="405164" y="139853"/>
                  <a:pt x="407365" y="138397"/>
                </a:cubicBezTo>
                <a:cubicBezTo>
                  <a:pt x="409566" y="136942"/>
                  <a:pt x="411270" y="134794"/>
                  <a:pt x="412477" y="131954"/>
                </a:cubicBezTo>
                <a:lnTo>
                  <a:pt x="416631" y="131954"/>
                </a:lnTo>
                <a:cubicBezTo>
                  <a:pt x="414146" y="138932"/>
                  <a:pt x="410631" y="144209"/>
                  <a:pt x="406087" y="147786"/>
                </a:cubicBezTo>
                <a:cubicBezTo>
                  <a:pt x="401543" y="151360"/>
                  <a:pt x="396857" y="153147"/>
                  <a:pt x="392029" y="153147"/>
                </a:cubicBezTo>
                <a:cubicBezTo>
                  <a:pt x="388763" y="153147"/>
                  <a:pt x="385568" y="152241"/>
                  <a:pt x="382444" y="150428"/>
                </a:cubicBezTo>
                <a:cubicBezTo>
                  <a:pt x="379320" y="148616"/>
                  <a:pt x="377013" y="146022"/>
                  <a:pt x="375522" y="142647"/>
                </a:cubicBezTo>
                <a:cubicBezTo>
                  <a:pt x="374031" y="139270"/>
                  <a:pt x="373285" y="134063"/>
                  <a:pt x="373285" y="127025"/>
                </a:cubicBezTo>
                <a:lnTo>
                  <a:pt x="373285" y="61344"/>
                </a:lnTo>
                <a:lnTo>
                  <a:pt x="357843" y="61344"/>
                </a:lnTo>
                <a:lnTo>
                  <a:pt x="357843" y="57830"/>
                </a:lnTo>
                <a:cubicBezTo>
                  <a:pt x="361748" y="56263"/>
                  <a:pt x="365741" y="53611"/>
                  <a:pt x="369824" y="49872"/>
                </a:cubicBezTo>
                <a:cubicBezTo>
                  <a:pt x="373907" y="46134"/>
                  <a:pt x="377545" y="41700"/>
                  <a:pt x="380740" y="36573"/>
                </a:cubicBezTo>
                <a:cubicBezTo>
                  <a:pt x="382373" y="33868"/>
                  <a:pt x="384645" y="28919"/>
                  <a:pt x="387556" y="21726"/>
                </a:cubicBezTo>
                <a:lnTo>
                  <a:pt x="390858" y="21726"/>
                </a:lnTo>
                <a:close/>
                <a:moveTo>
                  <a:pt x="451706" y="51120"/>
                </a:moveTo>
                <a:lnTo>
                  <a:pt x="451706" y="73059"/>
                </a:lnTo>
                <a:cubicBezTo>
                  <a:pt x="459871" y="58433"/>
                  <a:pt x="468249" y="51120"/>
                  <a:pt x="476840" y="51120"/>
                </a:cubicBezTo>
                <a:cubicBezTo>
                  <a:pt x="480745" y="51120"/>
                  <a:pt x="483975" y="52309"/>
                  <a:pt x="486531" y="54688"/>
                </a:cubicBezTo>
                <a:cubicBezTo>
                  <a:pt x="489087" y="57066"/>
                  <a:pt x="490365" y="59818"/>
                  <a:pt x="490365" y="62942"/>
                </a:cubicBezTo>
                <a:cubicBezTo>
                  <a:pt x="490365" y="65711"/>
                  <a:pt x="489442" y="68054"/>
                  <a:pt x="487596" y="69971"/>
                </a:cubicBezTo>
                <a:cubicBezTo>
                  <a:pt x="485750" y="71888"/>
                  <a:pt x="483549" y="72846"/>
                  <a:pt x="480993" y="72846"/>
                </a:cubicBezTo>
                <a:cubicBezTo>
                  <a:pt x="478508" y="72846"/>
                  <a:pt x="475721" y="71621"/>
                  <a:pt x="472633" y="69172"/>
                </a:cubicBezTo>
                <a:cubicBezTo>
                  <a:pt x="469544" y="66722"/>
                  <a:pt x="467255" y="65498"/>
                  <a:pt x="465764" y="65498"/>
                </a:cubicBezTo>
                <a:cubicBezTo>
                  <a:pt x="464486" y="65498"/>
                  <a:pt x="463101" y="66205"/>
                  <a:pt x="461610" y="67621"/>
                </a:cubicBezTo>
                <a:cubicBezTo>
                  <a:pt x="458415" y="70525"/>
                  <a:pt x="455114" y="75306"/>
                  <a:pt x="451706" y="81962"/>
                </a:cubicBezTo>
                <a:lnTo>
                  <a:pt x="451706" y="128596"/>
                </a:lnTo>
                <a:cubicBezTo>
                  <a:pt x="451706" y="133976"/>
                  <a:pt x="452380" y="138048"/>
                  <a:pt x="453729" y="140810"/>
                </a:cubicBezTo>
                <a:cubicBezTo>
                  <a:pt x="454652" y="142723"/>
                  <a:pt x="456285" y="144317"/>
                  <a:pt x="458628" y="145593"/>
                </a:cubicBezTo>
                <a:cubicBezTo>
                  <a:pt x="460971" y="146866"/>
                  <a:pt x="464344" y="147503"/>
                  <a:pt x="468746" y="147503"/>
                </a:cubicBezTo>
                <a:lnTo>
                  <a:pt x="468746" y="151443"/>
                </a:lnTo>
                <a:lnTo>
                  <a:pt x="418797" y="151443"/>
                </a:lnTo>
                <a:lnTo>
                  <a:pt x="418797" y="147503"/>
                </a:lnTo>
                <a:cubicBezTo>
                  <a:pt x="423767" y="147503"/>
                  <a:pt x="427459" y="146724"/>
                  <a:pt x="429873" y="145167"/>
                </a:cubicBezTo>
                <a:cubicBezTo>
                  <a:pt x="431648" y="144033"/>
                  <a:pt x="432890" y="142226"/>
                  <a:pt x="433600" y="139745"/>
                </a:cubicBezTo>
                <a:cubicBezTo>
                  <a:pt x="433955" y="138540"/>
                  <a:pt x="434133" y="135105"/>
                  <a:pt x="434133" y="129438"/>
                </a:cubicBezTo>
                <a:lnTo>
                  <a:pt x="434133" y="91713"/>
                </a:lnTo>
                <a:cubicBezTo>
                  <a:pt x="434133" y="80378"/>
                  <a:pt x="433902" y="73631"/>
                  <a:pt x="433441" y="71472"/>
                </a:cubicBezTo>
                <a:cubicBezTo>
                  <a:pt x="432979" y="69311"/>
                  <a:pt x="432127" y="67734"/>
                  <a:pt x="430885" y="66742"/>
                </a:cubicBezTo>
                <a:cubicBezTo>
                  <a:pt x="429642" y="65751"/>
                  <a:pt x="428098" y="65255"/>
                  <a:pt x="426252" y="65255"/>
                </a:cubicBezTo>
                <a:cubicBezTo>
                  <a:pt x="424051" y="65255"/>
                  <a:pt x="421566" y="65786"/>
                  <a:pt x="418797" y="66849"/>
                </a:cubicBezTo>
                <a:lnTo>
                  <a:pt x="417732" y="63022"/>
                </a:lnTo>
                <a:lnTo>
                  <a:pt x="447233" y="51120"/>
                </a:lnTo>
                <a:lnTo>
                  <a:pt x="451706" y="51120"/>
                </a:lnTo>
                <a:close/>
                <a:moveTo>
                  <a:pt x="551069" y="137385"/>
                </a:moveTo>
                <a:cubicBezTo>
                  <a:pt x="541058" y="145124"/>
                  <a:pt x="534775" y="149597"/>
                  <a:pt x="532219" y="150804"/>
                </a:cubicBezTo>
                <a:cubicBezTo>
                  <a:pt x="528385" y="152650"/>
                  <a:pt x="524302" y="153573"/>
                  <a:pt x="519971" y="153573"/>
                </a:cubicBezTo>
                <a:cubicBezTo>
                  <a:pt x="513226" y="153573"/>
                  <a:pt x="507670" y="151266"/>
                  <a:pt x="503304" y="146651"/>
                </a:cubicBezTo>
                <a:cubicBezTo>
                  <a:pt x="498937" y="142036"/>
                  <a:pt x="496754" y="135965"/>
                  <a:pt x="496754" y="128439"/>
                </a:cubicBezTo>
                <a:cubicBezTo>
                  <a:pt x="496754" y="123682"/>
                  <a:pt x="497819" y="119564"/>
                  <a:pt x="499949" y="116085"/>
                </a:cubicBezTo>
                <a:cubicBezTo>
                  <a:pt x="502860" y="111257"/>
                  <a:pt x="507919" y="106713"/>
                  <a:pt x="515125" y="102453"/>
                </a:cubicBezTo>
                <a:cubicBezTo>
                  <a:pt x="522332" y="98193"/>
                  <a:pt x="534313" y="93010"/>
                  <a:pt x="551069" y="86904"/>
                </a:cubicBezTo>
                <a:lnTo>
                  <a:pt x="551069" y="83070"/>
                </a:lnTo>
                <a:cubicBezTo>
                  <a:pt x="551069" y="73343"/>
                  <a:pt x="549525" y="66669"/>
                  <a:pt x="546437" y="63048"/>
                </a:cubicBezTo>
                <a:cubicBezTo>
                  <a:pt x="543348" y="59427"/>
                  <a:pt x="538857" y="57617"/>
                  <a:pt x="532964" y="57617"/>
                </a:cubicBezTo>
                <a:cubicBezTo>
                  <a:pt x="528491" y="57617"/>
                  <a:pt x="524941" y="58819"/>
                  <a:pt x="522314" y="61224"/>
                </a:cubicBezTo>
                <a:cubicBezTo>
                  <a:pt x="519616" y="63630"/>
                  <a:pt x="518267" y="66389"/>
                  <a:pt x="518267" y="69501"/>
                </a:cubicBezTo>
                <a:lnTo>
                  <a:pt x="518480" y="75655"/>
                </a:lnTo>
                <a:cubicBezTo>
                  <a:pt x="518480" y="78908"/>
                  <a:pt x="517646" y="81418"/>
                  <a:pt x="515977" y="83187"/>
                </a:cubicBezTo>
                <a:cubicBezTo>
                  <a:pt x="514309" y="84955"/>
                  <a:pt x="512126" y="85839"/>
                  <a:pt x="509428" y="85839"/>
                </a:cubicBezTo>
                <a:cubicBezTo>
                  <a:pt x="506801" y="85839"/>
                  <a:pt x="504653" y="84920"/>
                  <a:pt x="502984" y="83080"/>
                </a:cubicBezTo>
                <a:cubicBezTo>
                  <a:pt x="501316" y="81239"/>
                  <a:pt x="500482" y="78725"/>
                  <a:pt x="500482" y="75539"/>
                </a:cubicBezTo>
                <a:cubicBezTo>
                  <a:pt x="500482" y="69453"/>
                  <a:pt x="503606" y="63861"/>
                  <a:pt x="509854" y="58765"/>
                </a:cubicBezTo>
                <a:cubicBezTo>
                  <a:pt x="516102" y="53668"/>
                  <a:pt x="524870" y="51120"/>
                  <a:pt x="536159" y="51120"/>
                </a:cubicBezTo>
                <a:cubicBezTo>
                  <a:pt x="544821" y="51120"/>
                  <a:pt x="551921" y="52573"/>
                  <a:pt x="557459" y="55480"/>
                </a:cubicBezTo>
                <a:cubicBezTo>
                  <a:pt x="561648" y="57679"/>
                  <a:pt x="564737" y="61119"/>
                  <a:pt x="566725" y="65801"/>
                </a:cubicBezTo>
                <a:cubicBezTo>
                  <a:pt x="568003" y="68849"/>
                  <a:pt x="568642" y="75089"/>
                  <a:pt x="568642" y="84521"/>
                </a:cubicBezTo>
                <a:lnTo>
                  <a:pt x="568642" y="117603"/>
                </a:lnTo>
                <a:cubicBezTo>
                  <a:pt x="568642" y="126893"/>
                  <a:pt x="568819" y="132584"/>
                  <a:pt x="569174" y="134676"/>
                </a:cubicBezTo>
                <a:cubicBezTo>
                  <a:pt x="569529" y="136769"/>
                  <a:pt x="570115" y="138170"/>
                  <a:pt x="570932" y="138880"/>
                </a:cubicBezTo>
                <a:cubicBezTo>
                  <a:pt x="571748" y="139588"/>
                  <a:pt x="572689" y="139941"/>
                  <a:pt x="573754" y="139941"/>
                </a:cubicBezTo>
                <a:cubicBezTo>
                  <a:pt x="574890" y="139941"/>
                  <a:pt x="575884" y="139693"/>
                  <a:pt x="576736" y="139196"/>
                </a:cubicBezTo>
                <a:cubicBezTo>
                  <a:pt x="578227" y="138273"/>
                  <a:pt x="581102" y="135681"/>
                  <a:pt x="585362" y="131421"/>
                </a:cubicBezTo>
                <a:lnTo>
                  <a:pt x="585362" y="137385"/>
                </a:lnTo>
                <a:cubicBezTo>
                  <a:pt x="577410" y="148035"/>
                  <a:pt x="569813" y="153360"/>
                  <a:pt x="562571" y="153360"/>
                </a:cubicBezTo>
                <a:cubicBezTo>
                  <a:pt x="559092" y="153360"/>
                  <a:pt x="556323" y="152153"/>
                  <a:pt x="554264" y="149739"/>
                </a:cubicBezTo>
                <a:cubicBezTo>
                  <a:pt x="552205" y="147325"/>
                  <a:pt x="551140" y="143207"/>
                  <a:pt x="551069" y="137385"/>
                </a:cubicBezTo>
                <a:moveTo>
                  <a:pt x="551069" y="130403"/>
                </a:moveTo>
                <a:lnTo>
                  <a:pt x="551069" y="93401"/>
                </a:lnTo>
                <a:cubicBezTo>
                  <a:pt x="540348" y="97641"/>
                  <a:pt x="533426" y="100645"/>
                  <a:pt x="530302" y="102413"/>
                </a:cubicBezTo>
                <a:cubicBezTo>
                  <a:pt x="524693" y="105524"/>
                  <a:pt x="520681" y="108776"/>
                  <a:pt x="518267" y="112168"/>
                </a:cubicBezTo>
                <a:cubicBezTo>
                  <a:pt x="515853" y="115561"/>
                  <a:pt x="514646" y="119271"/>
                  <a:pt x="514646" y="123301"/>
                </a:cubicBezTo>
                <a:cubicBezTo>
                  <a:pt x="514646" y="128391"/>
                  <a:pt x="516173" y="132614"/>
                  <a:pt x="519226" y="135971"/>
                </a:cubicBezTo>
                <a:cubicBezTo>
                  <a:pt x="522279" y="139328"/>
                  <a:pt x="525793" y="141006"/>
                  <a:pt x="529769" y="141006"/>
                </a:cubicBezTo>
                <a:cubicBezTo>
                  <a:pt x="535165" y="141006"/>
                  <a:pt x="542265" y="137472"/>
                  <a:pt x="551069" y="130403"/>
                </a:cubicBezTo>
                <a:close/>
                <a:moveTo>
                  <a:pt x="661543" y="140474"/>
                </a:moveTo>
                <a:cubicBezTo>
                  <a:pt x="656786" y="145444"/>
                  <a:pt x="652136" y="149012"/>
                  <a:pt x="647592" y="151177"/>
                </a:cubicBezTo>
                <a:cubicBezTo>
                  <a:pt x="643048" y="153343"/>
                  <a:pt x="638149" y="154425"/>
                  <a:pt x="632895" y="154425"/>
                </a:cubicBezTo>
                <a:cubicBezTo>
                  <a:pt x="622245" y="154425"/>
                  <a:pt x="612944" y="149980"/>
                  <a:pt x="604992" y="141090"/>
                </a:cubicBezTo>
                <a:cubicBezTo>
                  <a:pt x="597040" y="132197"/>
                  <a:pt x="593063" y="120770"/>
                  <a:pt x="593063" y="106810"/>
                </a:cubicBezTo>
                <a:cubicBezTo>
                  <a:pt x="593063" y="92852"/>
                  <a:pt x="597466" y="80080"/>
                  <a:pt x="606270" y="68496"/>
                </a:cubicBezTo>
                <a:cubicBezTo>
                  <a:pt x="615074" y="56912"/>
                  <a:pt x="626398" y="51120"/>
                  <a:pt x="640243" y="51120"/>
                </a:cubicBezTo>
                <a:cubicBezTo>
                  <a:pt x="648834" y="51120"/>
                  <a:pt x="655934" y="53854"/>
                  <a:pt x="661543" y="59321"/>
                </a:cubicBezTo>
                <a:lnTo>
                  <a:pt x="661543" y="41282"/>
                </a:lnTo>
                <a:cubicBezTo>
                  <a:pt x="661543" y="30089"/>
                  <a:pt x="661277" y="23208"/>
                  <a:pt x="660744" y="20641"/>
                </a:cubicBezTo>
                <a:cubicBezTo>
                  <a:pt x="660212" y="18074"/>
                  <a:pt x="659378" y="16328"/>
                  <a:pt x="658242" y="15403"/>
                </a:cubicBezTo>
                <a:cubicBezTo>
                  <a:pt x="657106" y="14475"/>
                  <a:pt x="655686" y="14011"/>
                  <a:pt x="653982" y="14011"/>
                </a:cubicBezTo>
                <a:cubicBezTo>
                  <a:pt x="652136" y="14011"/>
                  <a:pt x="649686" y="14582"/>
                  <a:pt x="646633" y="15722"/>
                </a:cubicBezTo>
                <a:lnTo>
                  <a:pt x="645249" y="11978"/>
                </a:lnTo>
                <a:lnTo>
                  <a:pt x="674323" y="0"/>
                </a:lnTo>
                <a:lnTo>
                  <a:pt x="679116" y="0"/>
                </a:lnTo>
                <a:lnTo>
                  <a:pt x="679116" y="112784"/>
                </a:lnTo>
                <a:cubicBezTo>
                  <a:pt x="679116" y="124215"/>
                  <a:pt x="679382" y="131191"/>
                  <a:pt x="679915" y="133711"/>
                </a:cubicBezTo>
                <a:cubicBezTo>
                  <a:pt x="680447" y="136232"/>
                  <a:pt x="681299" y="137989"/>
                  <a:pt x="682471" y="138983"/>
                </a:cubicBezTo>
                <a:cubicBezTo>
                  <a:pt x="683642" y="139977"/>
                  <a:pt x="685009" y="140474"/>
                  <a:pt x="686571" y="140474"/>
                </a:cubicBezTo>
                <a:cubicBezTo>
                  <a:pt x="688488" y="140474"/>
                  <a:pt x="691044" y="139870"/>
                  <a:pt x="694239" y="138663"/>
                </a:cubicBezTo>
                <a:lnTo>
                  <a:pt x="695410" y="142391"/>
                </a:lnTo>
                <a:lnTo>
                  <a:pt x="666442" y="154425"/>
                </a:lnTo>
                <a:lnTo>
                  <a:pt x="661543" y="154425"/>
                </a:lnTo>
                <a:lnTo>
                  <a:pt x="661543" y="140474"/>
                </a:lnTo>
                <a:moveTo>
                  <a:pt x="661543" y="133042"/>
                </a:moveTo>
                <a:lnTo>
                  <a:pt x="661543" y="82901"/>
                </a:lnTo>
                <a:cubicBezTo>
                  <a:pt x="661117" y="78084"/>
                  <a:pt x="659839" y="73693"/>
                  <a:pt x="657709" y="69728"/>
                </a:cubicBezTo>
                <a:cubicBezTo>
                  <a:pt x="655579" y="65761"/>
                  <a:pt x="652757" y="62769"/>
                  <a:pt x="649242" y="60752"/>
                </a:cubicBezTo>
                <a:cubicBezTo>
                  <a:pt x="645728" y="58733"/>
                  <a:pt x="642302" y="57723"/>
                  <a:pt x="638965" y="57723"/>
                </a:cubicBezTo>
                <a:cubicBezTo>
                  <a:pt x="632717" y="57723"/>
                  <a:pt x="627144" y="60521"/>
                  <a:pt x="622245" y="66117"/>
                </a:cubicBezTo>
                <a:cubicBezTo>
                  <a:pt x="615784" y="73481"/>
                  <a:pt x="612553" y="84245"/>
                  <a:pt x="612553" y="98410"/>
                </a:cubicBezTo>
                <a:cubicBezTo>
                  <a:pt x="612553" y="112716"/>
                  <a:pt x="615677" y="123677"/>
                  <a:pt x="621925" y="131292"/>
                </a:cubicBezTo>
                <a:cubicBezTo>
                  <a:pt x="628173" y="138904"/>
                  <a:pt x="635131" y="142710"/>
                  <a:pt x="642799" y="142710"/>
                </a:cubicBezTo>
                <a:cubicBezTo>
                  <a:pt x="649260" y="142710"/>
                  <a:pt x="655508" y="139488"/>
                  <a:pt x="661543" y="133042"/>
                </a:cubicBezTo>
                <a:close/>
                <a:moveTo>
                  <a:pt x="726509" y="0"/>
                </a:moveTo>
                <a:cubicBezTo>
                  <a:pt x="729491" y="0"/>
                  <a:pt x="732029" y="1053"/>
                  <a:pt x="734124" y="3158"/>
                </a:cubicBezTo>
                <a:cubicBezTo>
                  <a:pt x="736218" y="5262"/>
                  <a:pt x="737265" y="7812"/>
                  <a:pt x="737265" y="10810"/>
                </a:cubicBezTo>
                <a:cubicBezTo>
                  <a:pt x="737265" y="13807"/>
                  <a:pt x="736218" y="16377"/>
                  <a:pt x="734124" y="18518"/>
                </a:cubicBezTo>
                <a:cubicBezTo>
                  <a:pt x="732029" y="20657"/>
                  <a:pt x="729491" y="21726"/>
                  <a:pt x="726509" y="21726"/>
                </a:cubicBezTo>
                <a:cubicBezTo>
                  <a:pt x="723527" y="21726"/>
                  <a:pt x="720971" y="20657"/>
                  <a:pt x="718841" y="18518"/>
                </a:cubicBezTo>
                <a:cubicBezTo>
                  <a:pt x="716711" y="16377"/>
                  <a:pt x="715646" y="13807"/>
                  <a:pt x="715646" y="10810"/>
                </a:cubicBezTo>
                <a:cubicBezTo>
                  <a:pt x="715646" y="7812"/>
                  <a:pt x="716693" y="5262"/>
                  <a:pt x="718788" y="3158"/>
                </a:cubicBezTo>
                <a:cubicBezTo>
                  <a:pt x="720882" y="1053"/>
                  <a:pt x="723456" y="0"/>
                  <a:pt x="726509" y="0"/>
                </a:cubicBezTo>
                <a:moveTo>
                  <a:pt x="735348" y="51120"/>
                </a:moveTo>
                <a:lnTo>
                  <a:pt x="735348" y="129331"/>
                </a:lnTo>
                <a:cubicBezTo>
                  <a:pt x="735348" y="135424"/>
                  <a:pt x="735792" y="139480"/>
                  <a:pt x="736680" y="141499"/>
                </a:cubicBezTo>
                <a:cubicBezTo>
                  <a:pt x="737567" y="143518"/>
                  <a:pt x="738881" y="145024"/>
                  <a:pt x="740620" y="146015"/>
                </a:cubicBezTo>
                <a:cubicBezTo>
                  <a:pt x="742360" y="147007"/>
                  <a:pt x="745537" y="147503"/>
                  <a:pt x="750152" y="147503"/>
                </a:cubicBezTo>
                <a:lnTo>
                  <a:pt x="750152" y="151443"/>
                </a:lnTo>
                <a:lnTo>
                  <a:pt x="702759" y="151443"/>
                </a:lnTo>
                <a:lnTo>
                  <a:pt x="702759" y="147503"/>
                </a:lnTo>
                <a:cubicBezTo>
                  <a:pt x="707516" y="147503"/>
                  <a:pt x="710711" y="147043"/>
                  <a:pt x="712344" y="146122"/>
                </a:cubicBezTo>
                <a:cubicBezTo>
                  <a:pt x="713977" y="145201"/>
                  <a:pt x="715273" y="143678"/>
                  <a:pt x="716232" y="141552"/>
                </a:cubicBezTo>
                <a:cubicBezTo>
                  <a:pt x="717190" y="139427"/>
                  <a:pt x="717669" y="135353"/>
                  <a:pt x="717669" y="129331"/>
                </a:cubicBezTo>
                <a:lnTo>
                  <a:pt x="717669" y="91820"/>
                </a:lnTo>
                <a:cubicBezTo>
                  <a:pt x="717669" y="81263"/>
                  <a:pt x="717350" y="74427"/>
                  <a:pt x="716711" y="71312"/>
                </a:cubicBezTo>
                <a:cubicBezTo>
                  <a:pt x="716214" y="69044"/>
                  <a:pt x="715433" y="67468"/>
                  <a:pt x="714368" y="66583"/>
                </a:cubicBezTo>
                <a:cubicBezTo>
                  <a:pt x="713303" y="65697"/>
                  <a:pt x="711847" y="65255"/>
                  <a:pt x="710001" y="65255"/>
                </a:cubicBezTo>
                <a:cubicBezTo>
                  <a:pt x="708013" y="65255"/>
                  <a:pt x="705599" y="65786"/>
                  <a:pt x="702759" y="66849"/>
                </a:cubicBezTo>
                <a:lnTo>
                  <a:pt x="701268" y="63022"/>
                </a:lnTo>
                <a:lnTo>
                  <a:pt x="730662" y="51120"/>
                </a:lnTo>
                <a:lnTo>
                  <a:pt x="735348" y="51120"/>
                </a:lnTo>
                <a:close/>
                <a:moveTo>
                  <a:pt x="845187" y="114381"/>
                </a:moveTo>
                <a:cubicBezTo>
                  <a:pt x="842560" y="127232"/>
                  <a:pt x="837412" y="137119"/>
                  <a:pt x="829744" y="144042"/>
                </a:cubicBezTo>
                <a:cubicBezTo>
                  <a:pt x="822076" y="150964"/>
                  <a:pt x="813592" y="154425"/>
                  <a:pt x="804291" y="154425"/>
                </a:cubicBezTo>
                <a:cubicBezTo>
                  <a:pt x="793215" y="154425"/>
                  <a:pt x="783559" y="149781"/>
                  <a:pt x="775323" y="140491"/>
                </a:cubicBezTo>
                <a:cubicBezTo>
                  <a:pt x="767087" y="131198"/>
                  <a:pt x="762969" y="118644"/>
                  <a:pt x="762969" y="102826"/>
                </a:cubicBezTo>
                <a:cubicBezTo>
                  <a:pt x="762969" y="87506"/>
                  <a:pt x="767530" y="75058"/>
                  <a:pt x="776654" y="65484"/>
                </a:cubicBezTo>
                <a:cubicBezTo>
                  <a:pt x="785777" y="55908"/>
                  <a:pt x="796729" y="51120"/>
                  <a:pt x="809509" y="51120"/>
                </a:cubicBezTo>
                <a:cubicBezTo>
                  <a:pt x="819094" y="51120"/>
                  <a:pt x="826975" y="53651"/>
                  <a:pt x="833152" y="58712"/>
                </a:cubicBezTo>
                <a:cubicBezTo>
                  <a:pt x="839329" y="63770"/>
                  <a:pt x="842418" y="69024"/>
                  <a:pt x="842418" y="74474"/>
                </a:cubicBezTo>
                <a:cubicBezTo>
                  <a:pt x="842418" y="77163"/>
                  <a:pt x="841548" y="79339"/>
                  <a:pt x="839809" y="81003"/>
                </a:cubicBezTo>
                <a:cubicBezTo>
                  <a:pt x="838069" y="82665"/>
                  <a:pt x="835637" y="83496"/>
                  <a:pt x="832513" y="83496"/>
                </a:cubicBezTo>
                <a:cubicBezTo>
                  <a:pt x="828324" y="83496"/>
                  <a:pt x="825165" y="82147"/>
                  <a:pt x="823035" y="79449"/>
                </a:cubicBezTo>
                <a:cubicBezTo>
                  <a:pt x="821828" y="77958"/>
                  <a:pt x="821029" y="75118"/>
                  <a:pt x="820638" y="70929"/>
                </a:cubicBezTo>
                <a:cubicBezTo>
                  <a:pt x="820248" y="66740"/>
                  <a:pt x="818810" y="63545"/>
                  <a:pt x="816325" y="61344"/>
                </a:cubicBezTo>
                <a:cubicBezTo>
                  <a:pt x="813840" y="59214"/>
                  <a:pt x="810397" y="58149"/>
                  <a:pt x="805995" y="58149"/>
                </a:cubicBezTo>
                <a:cubicBezTo>
                  <a:pt x="798895" y="58149"/>
                  <a:pt x="793179" y="60776"/>
                  <a:pt x="788848" y="66030"/>
                </a:cubicBezTo>
                <a:cubicBezTo>
                  <a:pt x="783097" y="72988"/>
                  <a:pt x="780222" y="82183"/>
                  <a:pt x="780222" y="93614"/>
                </a:cubicBezTo>
                <a:cubicBezTo>
                  <a:pt x="780222" y="105258"/>
                  <a:pt x="783079" y="115535"/>
                  <a:pt x="788795" y="124446"/>
                </a:cubicBezTo>
                <a:cubicBezTo>
                  <a:pt x="794510" y="133356"/>
                  <a:pt x="802232" y="137811"/>
                  <a:pt x="811959" y="137811"/>
                </a:cubicBezTo>
                <a:cubicBezTo>
                  <a:pt x="818917" y="137811"/>
                  <a:pt x="825165" y="135433"/>
                  <a:pt x="830703" y="130676"/>
                </a:cubicBezTo>
                <a:cubicBezTo>
                  <a:pt x="834608" y="127410"/>
                  <a:pt x="838406" y="121481"/>
                  <a:pt x="842098" y="112890"/>
                </a:cubicBezTo>
                <a:lnTo>
                  <a:pt x="845187" y="114381"/>
                </a:lnTo>
                <a:close/>
                <a:moveTo>
                  <a:pt x="887500" y="21726"/>
                </a:moveTo>
                <a:lnTo>
                  <a:pt x="887500" y="53889"/>
                </a:lnTo>
                <a:lnTo>
                  <a:pt x="910291" y="53889"/>
                </a:lnTo>
                <a:lnTo>
                  <a:pt x="910291" y="61344"/>
                </a:lnTo>
                <a:lnTo>
                  <a:pt x="887500" y="61344"/>
                </a:lnTo>
                <a:lnTo>
                  <a:pt x="887500" y="124519"/>
                </a:lnTo>
                <a:cubicBezTo>
                  <a:pt x="887500" y="130831"/>
                  <a:pt x="888405" y="135087"/>
                  <a:pt x="890216" y="137286"/>
                </a:cubicBezTo>
                <a:cubicBezTo>
                  <a:pt x="892026" y="139482"/>
                  <a:pt x="894352" y="140580"/>
                  <a:pt x="897192" y="140580"/>
                </a:cubicBezTo>
                <a:cubicBezTo>
                  <a:pt x="899535" y="140580"/>
                  <a:pt x="901807" y="139853"/>
                  <a:pt x="904008" y="138397"/>
                </a:cubicBezTo>
                <a:cubicBezTo>
                  <a:pt x="906209" y="136942"/>
                  <a:pt x="907913" y="134794"/>
                  <a:pt x="909120" y="131954"/>
                </a:cubicBezTo>
                <a:lnTo>
                  <a:pt x="913273" y="131954"/>
                </a:lnTo>
                <a:cubicBezTo>
                  <a:pt x="910788" y="138932"/>
                  <a:pt x="907274" y="144209"/>
                  <a:pt x="902730" y="147786"/>
                </a:cubicBezTo>
                <a:cubicBezTo>
                  <a:pt x="898186" y="151360"/>
                  <a:pt x="893500" y="153147"/>
                  <a:pt x="888672" y="153147"/>
                </a:cubicBezTo>
                <a:cubicBezTo>
                  <a:pt x="885406" y="153147"/>
                  <a:pt x="882211" y="152241"/>
                  <a:pt x="879087" y="150428"/>
                </a:cubicBezTo>
                <a:cubicBezTo>
                  <a:pt x="875963" y="148616"/>
                  <a:pt x="873655" y="146022"/>
                  <a:pt x="872164" y="142647"/>
                </a:cubicBezTo>
                <a:cubicBezTo>
                  <a:pt x="870673" y="139270"/>
                  <a:pt x="869928" y="134063"/>
                  <a:pt x="869928" y="127025"/>
                </a:cubicBezTo>
                <a:lnTo>
                  <a:pt x="869928" y="61344"/>
                </a:lnTo>
                <a:lnTo>
                  <a:pt x="854485" y="61344"/>
                </a:lnTo>
                <a:lnTo>
                  <a:pt x="854485" y="57830"/>
                </a:lnTo>
                <a:cubicBezTo>
                  <a:pt x="858390" y="56263"/>
                  <a:pt x="862384" y="53611"/>
                  <a:pt x="866466" y="49872"/>
                </a:cubicBezTo>
                <a:cubicBezTo>
                  <a:pt x="870549" y="46134"/>
                  <a:pt x="874188" y="41700"/>
                  <a:pt x="877383" y="36573"/>
                </a:cubicBezTo>
                <a:cubicBezTo>
                  <a:pt x="879016" y="33868"/>
                  <a:pt x="881288" y="28919"/>
                  <a:pt x="884199" y="21726"/>
                </a:cubicBezTo>
                <a:lnTo>
                  <a:pt x="887500" y="21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9B4505-6391-4D84-9636-74DDD341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7970" y="690263"/>
            <a:ext cx="754500" cy="3974"/>
          </a:xfrm>
          <a:custGeom xmlns:a="http://schemas.openxmlformats.org/drawingml/2006/main">
            <a:pathLst>
              <a:path w="754500" h="3974" fill="none">
                <a:moveTo>
                  <a:pt x="0" y="3974"/>
                </a:moveTo>
                <a:lnTo>
                  <a:pt x="754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432" cap="flat">
            <a:solidFill>
              <a:srgbClr val="000000"/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439399-3399-41F6-BCE7-308ED44F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897" y="645502"/>
            <a:ext cx="169823" cy="96939"/>
          </a:xfrm>
          <a:custGeom xmlns:a="http://schemas.openxmlformats.org/drawingml/2006/main">
            <a:pathLst>
              <a:path w="169823" h="96939">
                <a:moveTo>
                  <a:pt x="121077" y="48745"/>
                </a:moveTo>
                <a:lnTo>
                  <a:pt x="169823" y="96939"/>
                </a:lnTo>
                <a:lnTo>
                  <a:pt x="0" y="49302"/>
                </a:lnTo>
                <a:lnTo>
                  <a:pt x="169246" y="0"/>
                </a:lnTo>
                <a:lnTo>
                  <a:pt x="121077" y="48745"/>
                </a:lnTo>
                <a:close/>
                <a:moveTo>
                  <a:pt x="121077" y="4874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582F0F-8498-44C2-AAC5-ECBD9AB3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897" y="645502"/>
            <a:ext cx="169823" cy="96939"/>
          </a:xfrm>
          <a:custGeom xmlns:a="http://schemas.openxmlformats.org/drawingml/2006/main">
            <a:pathLst>
              <a:path w="169823" h="96939" fill="none">
                <a:moveTo>
                  <a:pt x="121077" y="48745"/>
                </a:moveTo>
                <a:lnTo>
                  <a:pt x="169246" y="0"/>
                </a:lnTo>
                <a:lnTo>
                  <a:pt x="0" y="49302"/>
                </a:lnTo>
                <a:lnTo>
                  <a:pt x="169823" y="96939"/>
                </a:lnTo>
                <a:lnTo>
                  <a:pt x="121077" y="48745"/>
                </a:lnTo>
                <a:close/>
                <a:moveTo>
                  <a:pt x="121077" y="48745"/>
                </a:moveTo>
              </a:path>
            </a:pathLst>
          </a:custGeom>
          <a:noFill xmlns:a="http://schemas.openxmlformats.org/drawingml/2006/main"/>
          <a:ln xmlns:a="http://schemas.openxmlformats.org/drawingml/2006/main" w="9690" cap="flat">
            <a:solidFill>
              <a:srgbClr val="000000"/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64731E-2184-4A22-AC74-B27C621A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704" y="642085"/>
            <a:ext cx="169847" cy="96939"/>
          </a:xfrm>
          <a:custGeom xmlns:a="http://schemas.openxmlformats.org/drawingml/2006/main">
            <a:pathLst>
              <a:path w="169847" h="96939">
                <a:moveTo>
                  <a:pt x="48770" y="48193"/>
                </a:moveTo>
                <a:lnTo>
                  <a:pt x="0" y="0"/>
                </a:lnTo>
                <a:lnTo>
                  <a:pt x="169847" y="47613"/>
                </a:lnTo>
                <a:lnTo>
                  <a:pt x="479" y="96939"/>
                </a:lnTo>
                <a:lnTo>
                  <a:pt x="48770" y="48193"/>
                </a:lnTo>
                <a:close/>
                <a:moveTo>
                  <a:pt x="48770" y="481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363221-8544-4380-9E65-D37FBB51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704" y="642085"/>
            <a:ext cx="169847" cy="96939"/>
          </a:xfrm>
          <a:custGeom xmlns:a="http://schemas.openxmlformats.org/drawingml/2006/main">
            <a:pathLst>
              <a:path w="169847" h="96939" fill="none">
                <a:moveTo>
                  <a:pt x="48770" y="48193"/>
                </a:moveTo>
                <a:lnTo>
                  <a:pt x="479" y="96939"/>
                </a:lnTo>
                <a:lnTo>
                  <a:pt x="169847" y="47613"/>
                </a:lnTo>
                <a:lnTo>
                  <a:pt x="0" y="0"/>
                </a:lnTo>
                <a:lnTo>
                  <a:pt x="48770" y="48193"/>
                </a:lnTo>
                <a:close/>
                <a:moveTo>
                  <a:pt x="48770" y="48193"/>
                </a:moveTo>
              </a:path>
            </a:pathLst>
          </a:custGeom>
          <a:noFill xmlns:a="http://schemas.openxmlformats.org/drawingml/2006/main"/>
          <a:ln xmlns:a="http://schemas.openxmlformats.org/drawingml/2006/main" w="9690" cap="flat">
            <a:solidFill>
              <a:srgbClr val="000000"/>
            </a:solidFill>
            <a:miter/>
          </a:ln>
        </p:spPr>
      </p:sp>
      <p:sp>
        <p:nvSpPr>
          <p:cNvPr id="77" name="Text Common">
            <a:extLst xmlns:a="http://schemas.openxmlformats.org/drawingml/2006/main">
              <a:ext uri="{FF2B5EF4-FFF2-40B4-BE49-F238E27FC236}">
                <a16:creationId xmlns:a16="http://schemas.microsoft.com/office/drawing/2014/main" id="{CA3EF179-DDD6-480F-864D-541B99E3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0486" y="445078"/>
            <a:ext cx="803194" cy="150804"/>
          </a:xfrm>
          <a:custGeom xmlns:a="http://schemas.openxmlformats.org/drawingml/2006/main">
            <a:pathLst>
              <a:path w="803194" h="150804">
                <a:moveTo>
                  <a:pt x="123434" y="0"/>
                </a:moveTo>
                <a:lnTo>
                  <a:pt x="126735" y="48990"/>
                </a:lnTo>
                <a:lnTo>
                  <a:pt x="123434" y="48990"/>
                </a:lnTo>
                <a:cubicBezTo>
                  <a:pt x="119032" y="34255"/>
                  <a:pt x="112748" y="23650"/>
                  <a:pt x="104583" y="17173"/>
                </a:cubicBezTo>
                <a:cubicBezTo>
                  <a:pt x="96418" y="10694"/>
                  <a:pt x="86620" y="7455"/>
                  <a:pt x="75189" y="7455"/>
                </a:cubicBezTo>
                <a:cubicBezTo>
                  <a:pt x="65604" y="7455"/>
                  <a:pt x="56942" y="9889"/>
                  <a:pt x="49203" y="14757"/>
                </a:cubicBezTo>
                <a:cubicBezTo>
                  <a:pt x="41464" y="19623"/>
                  <a:pt x="35376" y="27385"/>
                  <a:pt x="30938" y="38044"/>
                </a:cubicBezTo>
                <a:cubicBezTo>
                  <a:pt x="26501" y="48703"/>
                  <a:pt x="24282" y="61955"/>
                  <a:pt x="24282" y="77802"/>
                </a:cubicBezTo>
                <a:cubicBezTo>
                  <a:pt x="24282" y="90875"/>
                  <a:pt x="26377" y="102208"/>
                  <a:pt x="30566" y="111802"/>
                </a:cubicBezTo>
                <a:cubicBezTo>
                  <a:pt x="34755" y="121394"/>
                  <a:pt x="41056" y="128748"/>
                  <a:pt x="49469" y="133864"/>
                </a:cubicBezTo>
                <a:cubicBezTo>
                  <a:pt x="57883" y="138981"/>
                  <a:pt x="67486" y="141539"/>
                  <a:pt x="78278" y="141539"/>
                </a:cubicBezTo>
                <a:cubicBezTo>
                  <a:pt x="87650" y="141539"/>
                  <a:pt x="95921" y="139533"/>
                  <a:pt x="103092" y="135522"/>
                </a:cubicBezTo>
                <a:cubicBezTo>
                  <a:pt x="110263" y="131510"/>
                  <a:pt x="118144" y="123540"/>
                  <a:pt x="126735" y="111612"/>
                </a:cubicBezTo>
                <a:lnTo>
                  <a:pt x="130037" y="113736"/>
                </a:lnTo>
                <a:cubicBezTo>
                  <a:pt x="122795" y="126553"/>
                  <a:pt x="114346" y="135937"/>
                  <a:pt x="104690" y="141885"/>
                </a:cubicBezTo>
                <a:cubicBezTo>
                  <a:pt x="95034" y="147831"/>
                  <a:pt x="83567" y="150804"/>
                  <a:pt x="70290" y="150804"/>
                </a:cubicBezTo>
                <a:cubicBezTo>
                  <a:pt x="46363" y="150804"/>
                  <a:pt x="27832" y="141942"/>
                  <a:pt x="14697" y="124216"/>
                </a:cubicBezTo>
                <a:cubicBezTo>
                  <a:pt x="4899" y="111030"/>
                  <a:pt x="0" y="95503"/>
                  <a:pt x="0" y="77635"/>
                </a:cubicBezTo>
                <a:cubicBezTo>
                  <a:pt x="0" y="63242"/>
                  <a:pt x="3231" y="50020"/>
                  <a:pt x="9692" y="37967"/>
                </a:cubicBezTo>
                <a:cubicBezTo>
                  <a:pt x="16153" y="25915"/>
                  <a:pt x="25045" y="16574"/>
                  <a:pt x="36370" y="9944"/>
                </a:cubicBezTo>
                <a:cubicBezTo>
                  <a:pt x="47694" y="3315"/>
                  <a:pt x="60066" y="0"/>
                  <a:pt x="73485" y="0"/>
                </a:cubicBezTo>
                <a:cubicBezTo>
                  <a:pt x="83922" y="0"/>
                  <a:pt x="94217" y="2556"/>
                  <a:pt x="104370" y="7668"/>
                </a:cubicBezTo>
                <a:cubicBezTo>
                  <a:pt x="107352" y="9230"/>
                  <a:pt x="109482" y="10011"/>
                  <a:pt x="110760" y="10011"/>
                </a:cubicBezTo>
                <a:cubicBezTo>
                  <a:pt x="112677" y="10011"/>
                  <a:pt x="114346" y="9337"/>
                  <a:pt x="115766" y="7988"/>
                </a:cubicBezTo>
                <a:cubicBezTo>
                  <a:pt x="117612" y="6071"/>
                  <a:pt x="118925" y="3408"/>
                  <a:pt x="119706" y="0"/>
                </a:cubicBezTo>
                <a:lnTo>
                  <a:pt x="123434" y="0"/>
                </a:lnTo>
                <a:close/>
                <a:moveTo>
                  <a:pt x="192128" y="47286"/>
                </a:moveTo>
                <a:cubicBezTo>
                  <a:pt x="206896" y="47286"/>
                  <a:pt x="218753" y="52890"/>
                  <a:pt x="227699" y="64097"/>
                </a:cubicBezTo>
                <a:cubicBezTo>
                  <a:pt x="235296" y="73670"/>
                  <a:pt x="239095" y="84664"/>
                  <a:pt x="239095" y="97078"/>
                </a:cubicBezTo>
                <a:cubicBezTo>
                  <a:pt x="239095" y="105803"/>
                  <a:pt x="237000" y="114633"/>
                  <a:pt x="232811" y="123570"/>
                </a:cubicBezTo>
                <a:cubicBezTo>
                  <a:pt x="228622" y="132505"/>
                  <a:pt x="222853" y="139243"/>
                  <a:pt x="215505" y="143782"/>
                </a:cubicBezTo>
                <a:cubicBezTo>
                  <a:pt x="208156" y="148322"/>
                  <a:pt x="199973" y="150591"/>
                  <a:pt x="190956" y="150591"/>
                </a:cubicBezTo>
                <a:cubicBezTo>
                  <a:pt x="176259" y="150591"/>
                  <a:pt x="164580" y="144739"/>
                  <a:pt x="155918" y="133036"/>
                </a:cubicBezTo>
                <a:cubicBezTo>
                  <a:pt x="148605" y="123178"/>
                  <a:pt x="144948" y="112114"/>
                  <a:pt x="144948" y="99844"/>
                </a:cubicBezTo>
                <a:cubicBezTo>
                  <a:pt x="144948" y="90907"/>
                  <a:pt x="147167" y="82023"/>
                  <a:pt x="151605" y="73192"/>
                </a:cubicBezTo>
                <a:cubicBezTo>
                  <a:pt x="156042" y="64362"/>
                  <a:pt x="161882" y="57836"/>
                  <a:pt x="169124" y="53616"/>
                </a:cubicBezTo>
                <a:cubicBezTo>
                  <a:pt x="176366" y="49396"/>
                  <a:pt x="184034" y="47286"/>
                  <a:pt x="192128" y="47286"/>
                </a:cubicBezTo>
                <a:moveTo>
                  <a:pt x="188826" y="54315"/>
                </a:moveTo>
                <a:cubicBezTo>
                  <a:pt x="185063" y="54315"/>
                  <a:pt x="181283" y="55432"/>
                  <a:pt x="177484" y="57667"/>
                </a:cubicBezTo>
                <a:cubicBezTo>
                  <a:pt x="173686" y="59901"/>
                  <a:pt x="170615" y="63819"/>
                  <a:pt x="168272" y="69422"/>
                </a:cubicBezTo>
                <a:cubicBezTo>
                  <a:pt x="165929" y="75024"/>
                  <a:pt x="164757" y="82222"/>
                  <a:pt x="164757" y="91015"/>
                </a:cubicBezTo>
                <a:cubicBezTo>
                  <a:pt x="164757" y="105197"/>
                  <a:pt x="167580" y="117430"/>
                  <a:pt x="173224" y="127714"/>
                </a:cubicBezTo>
                <a:cubicBezTo>
                  <a:pt x="178869" y="137996"/>
                  <a:pt x="186306" y="143136"/>
                  <a:pt x="195536" y="143136"/>
                </a:cubicBezTo>
                <a:cubicBezTo>
                  <a:pt x="202423" y="143136"/>
                  <a:pt x="208103" y="140300"/>
                  <a:pt x="212576" y="134626"/>
                </a:cubicBezTo>
                <a:cubicBezTo>
                  <a:pt x="217049" y="128953"/>
                  <a:pt x="219285" y="119203"/>
                  <a:pt x="219285" y="105375"/>
                </a:cubicBezTo>
                <a:cubicBezTo>
                  <a:pt x="219285" y="88071"/>
                  <a:pt x="215558" y="74455"/>
                  <a:pt x="208103" y="64526"/>
                </a:cubicBezTo>
                <a:cubicBezTo>
                  <a:pt x="203062" y="57719"/>
                  <a:pt x="196636" y="54315"/>
                  <a:pt x="188826" y="54315"/>
                </a:cubicBezTo>
                <a:close/>
                <a:moveTo>
                  <a:pt x="282439" y="68054"/>
                </a:moveTo>
                <a:cubicBezTo>
                  <a:pt x="289539" y="60954"/>
                  <a:pt x="293728" y="56871"/>
                  <a:pt x="295006" y="55806"/>
                </a:cubicBezTo>
                <a:cubicBezTo>
                  <a:pt x="298201" y="53108"/>
                  <a:pt x="301645" y="51014"/>
                  <a:pt x="305337" y="49523"/>
                </a:cubicBezTo>
                <a:cubicBezTo>
                  <a:pt x="309029" y="48032"/>
                  <a:pt x="312685" y="47286"/>
                  <a:pt x="316306" y="47286"/>
                </a:cubicBezTo>
                <a:cubicBezTo>
                  <a:pt x="322412" y="47286"/>
                  <a:pt x="327666" y="49061"/>
                  <a:pt x="332068" y="52611"/>
                </a:cubicBezTo>
                <a:cubicBezTo>
                  <a:pt x="336470" y="56161"/>
                  <a:pt x="339417" y="61309"/>
                  <a:pt x="340908" y="68054"/>
                </a:cubicBezTo>
                <a:cubicBezTo>
                  <a:pt x="348221" y="59534"/>
                  <a:pt x="354398" y="53942"/>
                  <a:pt x="359439" y="51280"/>
                </a:cubicBezTo>
                <a:cubicBezTo>
                  <a:pt x="364480" y="48617"/>
                  <a:pt x="369663" y="47286"/>
                  <a:pt x="374988" y="47286"/>
                </a:cubicBezTo>
                <a:cubicBezTo>
                  <a:pt x="380171" y="47286"/>
                  <a:pt x="384768" y="48615"/>
                  <a:pt x="388780" y="51273"/>
                </a:cubicBezTo>
                <a:cubicBezTo>
                  <a:pt x="392791" y="53929"/>
                  <a:pt x="395969" y="58268"/>
                  <a:pt x="398312" y="64290"/>
                </a:cubicBezTo>
                <a:cubicBezTo>
                  <a:pt x="399874" y="68399"/>
                  <a:pt x="400655" y="74845"/>
                  <a:pt x="400655" y="83629"/>
                </a:cubicBezTo>
                <a:lnTo>
                  <a:pt x="400655" y="125497"/>
                </a:lnTo>
                <a:cubicBezTo>
                  <a:pt x="400655" y="131590"/>
                  <a:pt x="401116" y="135770"/>
                  <a:pt x="402039" y="138038"/>
                </a:cubicBezTo>
                <a:cubicBezTo>
                  <a:pt x="402749" y="139595"/>
                  <a:pt x="404063" y="140923"/>
                  <a:pt x="405980" y="142022"/>
                </a:cubicBezTo>
                <a:cubicBezTo>
                  <a:pt x="407897" y="143120"/>
                  <a:pt x="411021" y="143669"/>
                  <a:pt x="415352" y="143669"/>
                </a:cubicBezTo>
                <a:lnTo>
                  <a:pt x="415352" y="147609"/>
                </a:lnTo>
                <a:lnTo>
                  <a:pt x="367213" y="147609"/>
                </a:lnTo>
                <a:lnTo>
                  <a:pt x="367213" y="143669"/>
                </a:lnTo>
                <a:lnTo>
                  <a:pt x="369237" y="143669"/>
                </a:lnTo>
                <a:cubicBezTo>
                  <a:pt x="373426" y="143669"/>
                  <a:pt x="376692" y="142857"/>
                  <a:pt x="379035" y="141233"/>
                </a:cubicBezTo>
                <a:cubicBezTo>
                  <a:pt x="380668" y="140101"/>
                  <a:pt x="381840" y="138300"/>
                  <a:pt x="382550" y="135828"/>
                </a:cubicBezTo>
                <a:cubicBezTo>
                  <a:pt x="382834" y="134628"/>
                  <a:pt x="382976" y="131202"/>
                  <a:pt x="382976" y="125551"/>
                </a:cubicBezTo>
                <a:lnTo>
                  <a:pt x="382976" y="83802"/>
                </a:lnTo>
                <a:cubicBezTo>
                  <a:pt x="382976" y="75890"/>
                  <a:pt x="382017" y="70310"/>
                  <a:pt x="380100" y="67062"/>
                </a:cubicBezTo>
                <a:cubicBezTo>
                  <a:pt x="377331" y="62540"/>
                  <a:pt x="372893" y="60279"/>
                  <a:pt x="366787" y="60279"/>
                </a:cubicBezTo>
                <a:cubicBezTo>
                  <a:pt x="363024" y="60279"/>
                  <a:pt x="359244" y="61216"/>
                  <a:pt x="355445" y="63088"/>
                </a:cubicBezTo>
                <a:cubicBezTo>
                  <a:pt x="351647" y="64959"/>
                  <a:pt x="347049" y="68438"/>
                  <a:pt x="341653" y="73525"/>
                </a:cubicBezTo>
                <a:lnTo>
                  <a:pt x="341440" y="74690"/>
                </a:lnTo>
                <a:lnTo>
                  <a:pt x="341653" y="79246"/>
                </a:lnTo>
                <a:lnTo>
                  <a:pt x="341653" y="125551"/>
                </a:lnTo>
                <a:cubicBezTo>
                  <a:pt x="341653" y="132191"/>
                  <a:pt x="342026" y="136324"/>
                  <a:pt x="342772" y="137948"/>
                </a:cubicBezTo>
                <a:cubicBezTo>
                  <a:pt x="343517" y="139572"/>
                  <a:pt x="344919" y="140932"/>
                  <a:pt x="346978" y="142028"/>
                </a:cubicBezTo>
                <a:cubicBezTo>
                  <a:pt x="349037" y="143122"/>
                  <a:pt x="352552" y="143669"/>
                  <a:pt x="357522" y="143669"/>
                </a:cubicBezTo>
                <a:lnTo>
                  <a:pt x="357522" y="147609"/>
                </a:lnTo>
                <a:lnTo>
                  <a:pt x="308212" y="147609"/>
                </a:lnTo>
                <a:lnTo>
                  <a:pt x="308212" y="143669"/>
                </a:lnTo>
                <a:cubicBezTo>
                  <a:pt x="313608" y="143669"/>
                  <a:pt x="317318" y="143033"/>
                  <a:pt x="319342" y="141762"/>
                </a:cubicBezTo>
                <a:cubicBezTo>
                  <a:pt x="321365" y="140491"/>
                  <a:pt x="322767" y="138584"/>
                  <a:pt x="323548" y="136041"/>
                </a:cubicBezTo>
                <a:cubicBezTo>
                  <a:pt x="323903" y="134838"/>
                  <a:pt x="324081" y="131342"/>
                  <a:pt x="324081" y="125551"/>
                </a:cubicBezTo>
                <a:lnTo>
                  <a:pt x="324081" y="83802"/>
                </a:lnTo>
                <a:cubicBezTo>
                  <a:pt x="324081" y="75890"/>
                  <a:pt x="322909" y="70204"/>
                  <a:pt x="320566" y="66742"/>
                </a:cubicBezTo>
                <a:cubicBezTo>
                  <a:pt x="317442" y="62221"/>
                  <a:pt x="313076" y="59960"/>
                  <a:pt x="307467" y="59960"/>
                </a:cubicBezTo>
                <a:cubicBezTo>
                  <a:pt x="303633" y="59960"/>
                  <a:pt x="299834" y="60984"/>
                  <a:pt x="296071" y="63032"/>
                </a:cubicBezTo>
                <a:cubicBezTo>
                  <a:pt x="290178" y="66140"/>
                  <a:pt x="285634" y="69637"/>
                  <a:pt x="282439" y="73522"/>
                </a:cubicBezTo>
                <a:lnTo>
                  <a:pt x="282439" y="125551"/>
                </a:lnTo>
                <a:cubicBezTo>
                  <a:pt x="282439" y="131907"/>
                  <a:pt x="282883" y="136040"/>
                  <a:pt x="283770" y="137948"/>
                </a:cubicBezTo>
                <a:cubicBezTo>
                  <a:pt x="284658" y="139854"/>
                  <a:pt x="285971" y="141284"/>
                  <a:pt x="287711" y="142238"/>
                </a:cubicBezTo>
                <a:cubicBezTo>
                  <a:pt x="289450" y="143192"/>
                  <a:pt x="292983" y="143669"/>
                  <a:pt x="298308" y="143669"/>
                </a:cubicBezTo>
                <a:lnTo>
                  <a:pt x="298308" y="147609"/>
                </a:lnTo>
                <a:lnTo>
                  <a:pt x="250063" y="147609"/>
                </a:lnTo>
                <a:lnTo>
                  <a:pt x="250063" y="143669"/>
                </a:lnTo>
                <a:cubicBezTo>
                  <a:pt x="254536" y="143669"/>
                  <a:pt x="257660" y="143191"/>
                  <a:pt x="259435" y="142235"/>
                </a:cubicBezTo>
                <a:cubicBezTo>
                  <a:pt x="261210" y="141278"/>
                  <a:pt x="262559" y="139755"/>
                  <a:pt x="263482" y="137665"/>
                </a:cubicBezTo>
                <a:cubicBezTo>
                  <a:pt x="264405" y="135575"/>
                  <a:pt x="264867" y="131519"/>
                  <a:pt x="264867" y="125497"/>
                </a:cubicBezTo>
                <a:lnTo>
                  <a:pt x="264867" y="88305"/>
                </a:lnTo>
                <a:cubicBezTo>
                  <a:pt x="264867" y="77607"/>
                  <a:pt x="264547" y="70700"/>
                  <a:pt x="263908" y="67584"/>
                </a:cubicBezTo>
                <a:cubicBezTo>
                  <a:pt x="263411" y="65246"/>
                  <a:pt x="262630" y="63634"/>
                  <a:pt x="261565" y="62749"/>
                </a:cubicBezTo>
                <a:cubicBezTo>
                  <a:pt x="260500" y="61863"/>
                  <a:pt x="259045" y="61421"/>
                  <a:pt x="257199" y="61421"/>
                </a:cubicBezTo>
                <a:cubicBezTo>
                  <a:pt x="255211" y="61421"/>
                  <a:pt x="252832" y="61952"/>
                  <a:pt x="250063" y="63015"/>
                </a:cubicBezTo>
                <a:lnTo>
                  <a:pt x="248466" y="59188"/>
                </a:lnTo>
                <a:lnTo>
                  <a:pt x="277860" y="47286"/>
                </a:lnTo>
                <a:lnTo>
                  <a:pt x="282439" y="47286"/>
                </a:lnTo>
                <a:lnTo>
                  <a:pt x="282439" y="68054"/>
                </a:lnTo>
                <a:close/>
                <a:moveTo>
                  <a:pt x="452131" y="68054"/>
                </a:moveTo>
                <a:cubicBezTo>
                  <a:pt x="459231" y="60954"/>
                  <a:pt x="463420" y="56871"/>
                  <a:pt x="464698" y="55806"/>
                </a:cubicBezTo>
                <a:cubicBezTo>
                  <a:pt x="467893" y="53108"/>
                  <a:pt x="471337" y="51014"/>
                  <a:pt x="475029" y="49523"/>
                </a:cubicBezTo>
                <a:cubicBezTo>
                  <a:pt x="478721" y="48032"/>
                  <a:pt x="482377" y="47286"/>
                  <a:pt x="485998" y="47286"/>
                </a:cubicBezTo>
                <a:cubicBezTo>
                  <a:pt x="492104" y="47286"/>
                  <a:pt x="497358" y="49061"/>
                  <a:pt x="501760" y="52611"/>
                </a:cubicBezTo>
                <a:cubicBezTo>
                  <a:pt x="506162" y="56161"/>
                  <a:pt x="509109" y="61309"/>
                  <a:pt x="510600" y="68054"/>
                </a:cubicBezTo>
                <a:cubicBezTo>
                  <a:pt x="517913" y="59534"/>
                  <a:pt x="524090" y="53942"/>
                  <a:pt x="529131" y="51280"/>
                </a:cubicBezTo>
                <a:cubicBezTo>
                  <a:pt x="534172" y="48617"/>
                  <a:pt x="539355" y="47286"/>
                  <a:pt x="544680" y="47286"/>
                </a:cubicBezTo>
                <a:cubicBezTo>
                  <a:pt x="549863" y="47286"/>
                  <a:pt x="554460" y="48615"/>
                  <a:pt x="558472" y="51273"/>
                </a:cubicBezTo>
                <a:cubicBezTo>
                  <a:pt x="562483" y="53929"/>
                  <a:pt x="565660" y="58268"/>
                  <a:pt x="568003" y="64290"/>
                </a:cubicBezTo>
                <a:cubicBezTo>
                  <a:pt x="569565" y="68399"/>
                  <a:pt x="570346" y="74845"/>
                  <a:pt x="570346" y="83629"/>
                </a:cubicBezTo>
                <a:lnTo>
                  <a:pt x="570346" y="125497"/>
                </a:lnTo>
                <a:cubicBezTo>
                  <a:pt x="570346" y="131590"/>
                  <a:pt x="570808" y="135770"/>
                  <a:pt x="571731" y="138038"/>
                </a:cubicBezTo>
                <a:cubicBezTo>
                  <a:pt x="572441" y="139595"/>
                  <a:pt x="573754" y="140923"/>
                  <a:pt x="575671" y="142022"/>
                </a:cubicBezTo>
                <a:cubicBezTo>
                  <a:pt x="577588" y="143120"/>
                  <a:pt x="580712" y="143669"/>
                  <a:pt x="585043" y="143669"/>
                </a:cubicBezTo>
                <a:lnTo>
                  <a:pt x="585043" y="147609"/>
                </a:lnTo>
                <a:lnTo>
                  <a:pt x="536905" y="147609"/>
                </a:lnTo>
                <a:lnTo>
                  <a:pt x="536905" y="143669"/>
                </a:lnTo>
                <a:lnTo>
                  <a:pt x="538929" y="143669"/>
                </a:lnTo>
                <a:cubicBezTo>
                  <a:pt x="543118" y="143669"/>
                  <a:pt x="546384" y="142857"/>
                  <a:pt x="548727" y="141233"/>
                </a:cubicBezTo>
                <a:cubicBezTo>
                  <a:pt x="550360" y="140101"/>
                  <a:pt x="551531" y="138300"/>
                  <a:pt x="552241" y="135828"/>
                </a:cubicBezTo>
                <a:cubicBezTo>
                  <a:pt x="552525" y="134628"/>
                  <a:pt x="552667" y="131202"/>
                  <a:pt x="552667" y="125551"/>
                </a:cubicBezTo>
                <a:lnTo>
                  <a:pt x="552667" y="83802"/>
                </a:lnTo>
                <a:cubicBezTo>
                  <a:pt x="552667" y="75890"/>
                  <a:pt x="551709" y="70310"/>
                  <a:pt x="549792" y="67062"/>
                </a:cubicBezTo>
                <a:cubicBezTo>
                  <a:pt x="547023" y="62540"/>
                  <a:pt x="542585" y="60279"/>
                  <a:pt x="536479" y="60279"/>
                </a:cubicBezTo>
                <a:cubicBezTo>
                  <a:pt x="532716" y="60279"/>
                  <a:pt x="528935" y="61216"/>
                  <a:pt x="525137" y="63088"/>
                </a:cubicBezTo>
                <a:cubicBezTo>
                  <a:pt x="521338" y="64959"/>
                  <a:pt x="516741" y="68438"/>
                  <a:pt x="511345" y="73525"/>
                </a:cubicBezTo>
                <a:lnTo>
                  <a:pt x="511132" y="74690"/>
                </a:lnTo>
                <a:lnTo>
                  <a:pt x="511345" y="79246"/>
                </a:lnTo>
                <a:lnTo>
                  <a:pt x="511345" y="125551"/>
                </a:lnTo>
                <a:cubicBezTo>
                  <a:pt x="511345" y="132191"/>
                  <a:pt x="511718" y="136324"/>
                  <a:pt x="512463" y="137948"/>
                </a:cubicBezTo>
                <a:cubicBezTo>
                  <a:pt x="513209" y="139572"/>
                  <a:pt x="514611" y="140932"/>
                  <a:pt x="516670" y="142028"/>
                </a:cubicBezTo>
                <a:cubicBezTo>
                  <a:pt x="518729" y="143122"/>
                  <a:pt x="522244" y="143669"/>
                  <a:pt x="527214" y="143669"/>
                </a:cubicBezTo>
                <a:lnTo>
                  <a:pt x="527214" y="147609"/>
                </a:lnTo>
                <a:lnTo>
                  <a:pt x="477904" y="147609"/>
                </a:lnTo>
                <a:lnTo>
                  <a:pt x="477904" y="143669"/>
                </a:lnTo>
                <a:cubicBezTo>
                  <a:pt x="483300" y="143669"/>
                  <a:pt x="487010" y="143033"/>
                  <a:pt x="489033" y="141762"/>
                </a:cubicBezTo>
                <a:cubicBezTo>
                  <a:pt x="491057" y="140491"/>
                  <a:pt x="492459" y="138584"/>
                  <a:pt x="493240" y="136041"/>
                </a:cubicBezTo>
                <a:cubicBezTo>
                  <a:pt x="493595" y="134838"/>
                  <a:pt x="493773" y="131342"/>
                  <a:pt x="493773" y="125551"/>
                </a:cubicBezTo>
                <a:lnTo>
                  <a:pt x="493773" y="83802"/>
                </a:lnTo>
                <a:cubicBezTo>
                  <a:pt x="493773" y="75890"/>
                  <a:pt x="492601" y="70204"/>
                  <a:pt x="490258" y="66742"/>
                </a:cubicBezTo>
                <a:cubicBezTo>
                  <a:pt x="487134" y="62221"/>
                  <a:pt x="482768" y="59960"/>
                  <a:pt x="477159" y="59960"/>
                </a:cubicBezTo>
                <a:cubicBezTo>
                  <a:pt x="473325" y="59960"/>
                  <a:pt x="469526" y="60984"/>
                  <a:pt x="465763" y="63032"/>
                </a:cubicBezTo>
                <a:cubicBezTo>
                  <a:pt x="459870" y="66140"/>
                  <a:pt x="455326" y="69637"/>
                  <a:pt x="452131" y="73522"/>
                </a:cubicBezTo>
                <a:lnTo>
                  <a:pt x="452131" y="125551"/>
                </a:lnTo>
                <a:cubicBezTo>
                  <a:pt x="452131" y="131907"/>
                  <a:pt x="452575" y="136040"/>
                  <a:pt x="453462" y="137948"/>
                </a:cubicBezTo>
                <a:cubicBezTo>
                  <a:pt x="454350" y="139854"/>
                  <a:pt x="455663" y="141284"/>
                  <a:pt x="457403" y="142238"/>
                </a:cubicBezTo>
                <a:cubicBezTo>
                  <a:pt x="459142" y="143192"/>
                  <a:pt x="462675" y="143669"/>
                  <a:pt x="468000" y="143669"/>
                </a:cubicBezTo>
                <a:lnTo>
                  <a:pt x="468000" y="147609"/>
                </a:lnTo>
                <a:lnTo>
                  <a:pt x="419755" y="147609"/>
                </a:lnTo>
                <a:lnTo>
                  <a:pt x="419755" y="143669"/>
                </a:lnTo>
                <a:cubicBezTo>
                  <a:pt x="424228" y="143669"/>
                  <a:pt x="427352" y="143191"/>
                  <a:pt x="429127" y="142235"/>
                </a:cubicBezTo>
                <a:cubicBezTo>
                  <a:pt x="430902" y="141278"/>
                  <a:pt x="432251" y="139755"/>
                  <a:pt x="433174" y="137665"/>
                </a:cubicBezTo>
                <a:cubicBezTo>
                  <a:pt x="434097" y="135575"/>
                  <a:pt x="434558" y="131519"/>
                  <a:pt x="434558" y="125497"/>
                </a:cubicBezTo>
                <a:lnTo>
                  <a:pt x="434558" y="88305"/>
                </a:lnTo>
                <a:cubicBezTo>
                  <a:pt x="434558" y="77607"/>
                  <a:pt x="434239" y="70700"/>
                  <a:pt x="433600" y="67584"/>
                </a:cubicBezTo>
                <a:cubicBezTo>
                  <a:pt x="433103" y="65246"/>
                  <a:pt x="432322" y="63634"/>
                  <a:pt x="431257" y="62749"/>
                </a:cubicBezTo>
                <a:cubicBezTo>
                  <a:pt x="430192" y="61863"/>
                  <a:pt x="428736" y="61421"/>
                  <a:pt x="426890" y="61421"/>
                </a:cubicBezTo>
                <a:cubicBezTo>
                  <a:pt x="424902" y="61421"/>
                  <a:pt x="422524" y="61952"/>
                  <a:pt x="419755" y="63015"/>
                </a:cubicBezTo>
                <a:lnTo>
                  <a:pt x="418157" y="59188"/>
                </a:lnTo>
                <a:lnTo>
                  <a:pt x="447551" y="47286"/>
                </a:lnTo>
                <a:lnTo>
                  <a:pt x="452131" y="47286"/>
                </a:lnTo>
                <a:lnTo>
                  <a:pt x="452131" y="68054"/>
                </a:lnTo>
                <a:close/>
                <a:moveTo>
                  <a:pt x="640567" y="47286"/>
                </a:moveTo>
                <a:cubicBezTo>
                  <a:pt x="655335" y="47286"/>
                  <a:pt x="667192" y="52890"/>
                  <a:pt x="676138" y="64097"/>
                </a:cubicBezTo>
                <a:cubicBezTo>
                  <a:pt x="683736" y="73670"/>
                  <a:pt x="687534" y="84664"/>
                  <a:pt x="687534" y="97078"/>
                </a:cubicBezTo>
                <a:cubicBezTo>
                  <a:pt x="687534" y="105803"/>
                  <a:pt x="685440" y="114633"/>
                  <a:pt x="681251" y="123570"/>
                </a:cubicBezTo>
                <a:cubicBezTo>
                  <a:pt x="677062" y="132505"/>
                  <a:pt x="671293" y="139243"/>
                  <a:pt x="663944" y="143782"/>
                </a:cubicBezTo>
                <a:cubicBezTo>
                  <a:pt x="656596" y="148322"/>
                  <a:pt x="648413" y="150591"/>
                  <a:pt x="639396" y="150591"/>
                </a:cubicBezTo>
                <a:cubicBezTo>
                  <a:pt x="624699" y="150591"/>
                  <a:pt x="613019" y="144739"/>
                  <a:pt x="604357" y="133036"/>
                </a:cubicBezTo>
                <a:cubicBezTo>
                  <a:pt x="597044" y="123178"/>
                  <a:pt x="593388" y="112114"/>
                  <a:pt x="593388" y="99844"/>
                </a:cubicBezTo>
                <a:cubicBezTo>
                  <a:pt x="593388" y="90907"/>
                  <a:pt x="595606" y="82023"/>
                  <a:pt x="600044" y="73192"/>
                </a:cubicBezTo>
                <a:cubicBezTo>
                  <a:pt x="604482" y="64362"/>
                  <a:pt x="610321" y="57836"/>
                  <a:pt x="617563" y="53616"/>
                </a:cubicBezTo>
                <a:cubicBezTo>
                  <a:pt x="624805" y="49396"/>
                  <a:pt x="632473" y="47286"/>
                  <a:pt x="640567" y="47286"/>
                </a:cubicBezTo>
                <a:moveTo>
                  <a:pt x="637266" y="54315"/>
                </a:moveTo>
                <a:cubicBezTo>
                  <a:pt x="633503" y="54315"/>
                  <a:pt x="629722" y="55432"/>
                  <a:pt x="625924" y="57667"/>
                </a:cubicBezTo>
                <a:cubicBezTo>
                  <a:pt x="622125" y="59901"/>
                  <a:pt x="619054" y="63819"/>
                  <a:pt x="616711" y="69422"/>
                </a:cubicBezTo>
                <a:cubicBezTo>
                  <a:pt x="614368" y="75024"/>
                  <a:pt x="613197" y="82222"/>
                  <a:pt x="613197" y="91015"/>
                </a:cubicBezTo>
                <a:cubicBezTo>
                  <a:pt x="613197" y="105197"/>
                  <a:pt x="616019" y="117430"/>
                  <a:pt x="621664" y="127714"/>
                </a:cubicBezTo>
                <a:cubicBezTo>
                  <a:pt x="627308" y="137996"/>
                  <a:pt x="634745" y="143136"/>
                  <a:pt x="643975" y="143136"/>
                </a:cubicBezTo>
                <a:cubicBezTo>
                  <a:pt x="650862" y="143136"/>
                  <a:pt x="656542" y="140300"/>
                  <a:pt x="661015" y="134626"/>
                </a:cubicBezTo>
                <a:cubicBezTo>
                  <a:pt x="665488" y="128953"/>
                  <a:pt x="667725" y="119203"/>
                  <a:pt x="667725" y="105375"/>
                </a:cubicBezTo>
                <a:cubicBezTo>
                  <a:pt x="667725" y="88071"/>
                  <a:pt x="663997" y="74455"/>
                  <a:pt x="656542" y="64526"/>
                </a:cubicBezTo>
                <a:cubicBezTo>
                  <a:pt x="651501" y="57719"/>
                  <a:pt x="645076" y="54315"/>
                  <a:pt x="637266" y="54315"/>
                </a:cubicBezTo>
                <a:close/>
                <a:moveTo>
                  <a:pt x="730348" y="67947"/>
                </a:moveTo>
                <a:cubicBezTo>
                  <a:pt x="741779" y="54173"/>
                  <a:pt x="752677" y="47286"/>
                  <a:pt x="763043" y="47286"/>
                </a:cubicBezTo>
                <a:cubicBezTo>
                  <a:pt x="768368" y="47286"/>
                  <a:pt x="772948" y="48615"/>
                  <a:pt x="776782" y="51273"/>
                </a:cubicBezTo>
                <a:cubicBezTo>
                  <a:pt x="780616" y="53929"/>
                  <a:pt x="783669" y="58303"/>
                  <a:pt x="785941" y="64396"/>
                </a:cubicBezTo>
                <a:cubicBezTo>
                  <a:pt x="787503" y="68645"/>
                  <a:pt x="788284" y="75163"/>
                  <a:pt x="788284" y="83949"/>
                </a:cubicBezTo>
                <a:lnTo>
                  <a:pt x="788284" y="125497"/>
                </a:lnTo>
                <a:cubicBezTo>
                  <a:pt x="788284" y="131661"/>
                  <a:pt x="788781" y="135841"/>
                  <a:pt x="789775" y="138038"/>
                </a:cubicBezTo>
                <a:cubicBezTo>
                  <a:pt x="790556" y="139808"/>
                  <a:pt x="791816" y="141189"/>
                  <a:pt x="793556" y="142181"/>
                </a:cubicBezTo>
                <a:cubicBezTo>
                  <a:pt x="795295" y="143173"/>
                  <a:pt x="798508" y="143669"/>
                  <a:pt x="803194" y="143669"/>
                </a:cubicBezTo>
                <a:lnTo>
                  <a:pt x="803194" y="147609"/>
                </a:lnTo>
                <a:lnTo>
                  <a:pt x="754949" y="147609"/>
                </a:lnTo>
                <a:lnTo>
                  <a:pt x="754949" y="143669"/>
                </a:lnTo>
                <a:lnTo>
                  <a:pt x="756973" y="143669"/>
                </a:lnTo>
                <a:cubicBezTo>
                  <a:pt x="761517" y="143669"/>
                  <a:pt x="764694" y="142980"/>
                  <a:pt x="766504" y="141602"/>
                </a:cubicBezTo>
                <a:cubicBezTo>
                  <a:pt x="768315" y="140224"/>
                  <a:pt x="769575" y="138194"/>
                  <a:pt x="770285" y="135512"/>
                </a:cubicBezTo>
                <a:cubicBezTo>
                  <a:pt x="770569" y="134451"/>
                  <a:pt x="770711" y="131131"/>
                  <a:pt x="770711" y="125551"/>
                </a:cubicBezTo>
                <a:lnTo>
                  <a:pt x="770711" y="85816"/>
                </a:lnTo>
                <a:cubicBezTo>
                  <a:pt x="770711" y="76988"/>
                  <a:pt x="769557" y="70578"/>
                  <a:pt x="767250" y="66586"/>
                </a:cubicBezTo>
                <a:cubicBezTo>
                  <a:pt x="764942" y="62594"/>
                  <a:pt x="761055" y="60599"/>
                  <a:pt x="755588" y="60599"/>
                </a:cubicBezTo>
                <a:cubicBezTo>
                  <a:pt x="747139" y="60599"/>
                  <a:pt x="738726" y="65190"/>
                  <a:pt x="730348" y="74374"/>
                </a:cubicBezTo>
                <a:lnTo>
                  <a:pt x="730348" y="125551"/>
                </a:lnTo>
                <a:cubicBezTo>
                  <a:pt x="730348" y="132120"/>
                  <a:pt x="730738" y="136182"/>
                  <a:pt x="731519" y="137735"/>
                </a:cubicBezTo>
                <a:cubicBezTo>
                  <a:pt x="732513" y="139783"/>
                  <a:pt x="733880" y="141284"/>
                  <a:pt x="735619" y="142238"/>
                </a:cubicBezTo>
                <a:cubicBezTo>
                  <a:pt x="737359" y="143192"/>
                  <a:pt x="740891" y="143669"/>
                  <a:pt x="746216" y="143669"/>
                </a:cubicBezTo>
                <a:lnTo>
                  <a:pt x="746216" y="147609"/>
                </a:lnTo>
                <a:lnTo>
                  <a:pt x="697971" y="147609"/>
                </a:lnTo>
                <a:lnTo>
                  <a:pt x="697971" y="143669"/>
                </a:lnTo>
                <a:lnTo>
                  <a:pt x="700101" y="143669"/>
                </a:lnTo>
                <a:cubicBezTo>
                  <a:pt x="705072" y="143669"/>
                  <a:pt x="708426" y="142412"/>
                  <a:pt x="710166" y="139898"/>
                </a:cubicBezTo>
                <a:cubicBezTo>
                  <a:pt x="711905" y="137382"/>
                  <a:pt x="712775" y="132582"/>
                  <a:pt x="712775" y="125497"/>
                </a:cubicBezTo>
                <a:lnTo>
                  <a:pt x="712775" y="89367"/>
                </a:lnTo>
                <a:cubicBezTo>
                  <a:pt x="712775" y="77679"/>
                  <a:pt x="712509" y="70560"/>
                  <a:pt x="711976" y="68010"/>
                </a:cubicBezTo>
                <a:cubicBezTo>
                  <a:pt x="711444" y="65459"/>
                  <a:pt x="710627" y="63723"/>
                  <a:pt x="709527" y="62802"/>
                </a:cubicBezTo>
                <a:cubicBezTo>
                  <a:pt x="708426" y="61881"/>
                  <a:pt x="706953" y="61421"/>
                  <a:pt x="705107" y="61421"/>
                </a:cubicBezTo>
                <a:cubicBezTo>
                  <a:pt x="703119" y="61421"/>
                  <a:pt x="700740" y="61952"/>
                  <a:pt x="697971" y="63015"/>
                </a:cubicBezTo>
                <a:lnTo>
                  <a:pt x="696374" y="59188"/>
                </a:lnTo>
                <a:lnTo>
                  <a:pt x="725768" y="47286"/>
                </a:lnTo>
                <a:lnTo>
                  <a:pt x="730348" y="47286"/>
                </a:lnTo>
                <a:lnTo>
                  <a:pt x="730348" y="679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CrashingCondition">
            <a:extLst xmlns:a="http://schemas.openxmlformats.org/drawingml/2006/main">
              <a:ext uri="{FF2B5EF4-FFF2-40B4-BE49-F238E27FC236}">
                <a16:creationId xmlns:a16="http://schemas.microsoft.com/office/drawing/2014/main" id="{17DEAEF6-4891-462D-A124-4A136DA9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9137" y="713885"/>
            <a:ext cx="1705963" cy="198517"/>
          </a:xfrm>
          <a:custGeom xmlns:a="http://schemas.openxmlformats.org/drawingml/2006/main">
            <a:pathLst>
              <a:path w="1705963" h="198517">
                <a:moveTo>
                  <a:pt x="123434" y="3834"/>
                </a:moveTo>
                <a:lnTo>
                  <a:pt x="126735" y="52824"/>
                </a:lnTo>
                <a:lnTo>
                  <a:pt x="123434" y="52824"/>
                </a:lnTo>
                <a:cubicBezTo>
                  <a:pt x="119032" y="38089"/>
                  <a:pt x="112748" y="27484"/>
                  <a:pt x="104583" y="21007"/>
                </a:cubicBezTo>
                <a:cubicBezTo>
                  <a:pt x="96418" y="14528"/>
                  <a:pt x="86620" y="11289"/>
                  <a:pt x="75189" y="11289"/>
                </a:cubicBezTo>
                <a:cubicBezTo>
                  <a:pt x="65604" y="11289"/>
                  <a:pt x="56942" y="13723"/>
                  <a:pt x="49203" y="18591"/>
                </a:cubicBezTo>
                <a:cubicBezTo>
                  <a:pt x="41464" y="23457"/>
                  <a:pt x="35376" y="31219"/>
                  <a:pt x="30938" y="41878"/>
                </a:cubicBezTo>
                <a:cubicBezTo>
                  <a:pt x="26501" y="52537"/>
                  <a:pt x="24282" y="65789"/>
                  <a:pt x="24282" y="81636"/>
                </a:cubicBezTo>
                <a:cubicBezTo>
                  <a:pt x="24282" y="94709"/>
                  <a:pt x="26377" y="106042"/>
                  <a:pt x="30566" y="115636"/>
                </a:cubicBezTo>
                <a:cubicBezTo>
                  <a:pt x="34755" y="125228"/>
                  <a:pt x="41056" y="132582"/>
                  <a:pt x="49469" y="137698"/>
                </a:cubicBezTo>
                <a:cubicBezTo>
                  <a:pt x="57883" y="142815"/>
                  <a:pt x="67486" y="145373"/>
                  <a:pt x="78278" y="145373"/>
                </a:cubicBezTo>
                <a:cubicBezTo>
                  <a:pt x="87650" y="145373"/>
                  <a:pt x="95921" y="143367"/>
                  <a:pt x="103092" y="139356"/>
                </a:cubicBezTo>
                <a:cubicBezTo>
                  <a:pt x="110263" y="135344"/>
                  <a:pt x="118144" y="127374"/>
                  <a:pt x="126735" y="115446"/>
                </a:cubicBezTo>
                <a:lnTo>
                  <a:pt x="130037" y="117570"/>
                </a:lnTo>
                <a:cubicBezTo>
                  <a:pt x="122795" y="130387"/>
                  <a:pt x="114346" y="139771"/>
                  <a:pt x="104690" y="145719"/>
                </a:cubicBezTo>
                <a:cubicBezTo>
                  <a:pt x="95034" y="151665"/>
                  <a:pt x="83567" y="154638"/>
                  <a:pt x="70290" y="154638"/>
                </a:cubicBezTo>
                <a:cubicBezTo>
                  <a:pt x="46363" y="154638"/>
                  <a:pt x="27832" y="145776"/>
                  <a:pt x="14697" y="128050"/>
                </a:cubicBezTo>
                <a:cubicBezTo>
                  <a:pt x="4899" y="114864"/>
                  <a:pt x="0" y="99337"/>
                  <a:pt x="0" y="81469"/>
                </a:cubicBezTo>
                <a:cubicBezTo>
                  <a:pt x="0" y="67076"/>
                  <a:pt x="3231" y="53854"/>
                  <a:pt x="9692" y="41801"/>
                </a:cubicBezTo>
                <a:cubicBezTo>
                  <a:pt x="16153" y="29749"/>
                  <a:pt x="25045" y="20408"/>
                  <a:pt x="36370" y="13778"/>
                </a:cubicBezTo>
                <a:cubicBezTo>
                  <a:pt x="47694" y="7149"/>
                  <a:pt x="60066" y="3834"/>
                  <a:pt x="73485" y="3834"/>
                </a:cubicBezTo>
                <a:cubicBezTo>
                  <a:pt x="83922" y="3834"/>
                  <a:pt x="94217" y="6390"/>
                  <a:pt x="104370" y="11502"/>
                </a:cubicBezTo>
                <a:cubicBezTo>
                  <a:pt x="107352" y="13064"/>
                  <a:pt x="109482" y="13845"/>
                  <a:pt x="110760" y="13845"/>
                </a:cubicBezTo>
                <a:cubicBezTo>
                  <a:pt x="112677" y="13845"/>
                  <a:pt x="114346" y="13171"/>
                  <a:pt x="115766" y="11822"/>
                </a:cubicBezTo>
                <a:cubicBezTo>
                  <a:pt x="117612" y="9905"/>
                  <a:pt x="118925" y="7242"/>
                  <a:pt x="119706" y="3834"/>
                </a:cubicBezTo>
                <a:lnTo>
                  <a:pt x="123434" y="3834"/>
                </a:lnTo>
                <a:close/>
                <a:moveTo>
                  <a:pt x="172958" y="51120"/>
                </a:moveTo>
                <a:lnTo>
                  <a:pt x="172958" y="73059"/>
                </a:lnTo>
                <a:cubicBezTo>
                  <a:pt x="181123" y="58433"/>
                  <a:pt x="189501" y="51120"/>
                  <a:pt x="198092" y="51120"/>
                </a:cubicBezTo>
                <a:cubicBezTo>
                  <a:pt x="201997" y="51120"/>
                  <a:pt x="205227" y="52309"/>
                  <a:pt x="207783" y="54688"/>
                </a:cubicBezTo>
                <a:cubicBezTo>
                  <a:pt x="210339" y="57066"/>
                  <a:pt x="211617" y="59818"/>
                  <a:pt x="211617" y="62942"/>
                </a:cubicBezTo>
                <a:cubicBezTo>
                  <a:pt x="211617" y="65711"/>
                  <a:pt x="210694" y="68054"/>
                  <a:pt x="208848" y="69971"/>
                </a:cubicBezTo>
                <a:cubicBezTo>
                  <a:pt x="207002" y="71888"/>
                  <a:pt x="204801" y="72846"/>
                  <a:pt x="202245" y="72846"/>
                </a:cubicBezTo>
                <a:cubicBezTo>
                  <a:pt x="199760" y="72846"/>
                  <a:pt x="196974" y="71621"/>
                  <a:pt x="193885" y="69172"/>
                </a:cubicBezTo>
                <a:cubicBezTo>
                  <a:pt x="190797" y="66722"/>
                  <a:pt x="188507" y="65498"/>
                  <a:pt x="187016" y="65498"/>
                </a:cubicBezTo>
                <a:cubicBezTo>
                  <a:pt x="185738" y="65498"/>
                  <a:pt x="184353" y="66205"/>
                  <a:pt x="182862" y="67621"/>
                </a:cubicBezTo>
                <a:cubicBezTo>
                  <a:pt x="179667" y="70525"/>
                  <a:pt x="176366" y="75306"/>
                  <a:pt x="172958" y="81962"/>
                </a:cubicBezTo>
                <a:lnTo>
                  <a:pt x="172958" y="128596"/>
                </a:lnTo>
                <a:cubicBezTo>
                  <a:pt x="172958" y="133976"/>
                  <a:pt x="173632" y="138048"/>
                  <a:pt x="174981" y="140810"/>
                </a:cubicBezTo>
                <a:cubicBezTo>
                  <a:pt x="175904" y="142723"/>
                  <a:pt x="177537" y="144317"/>
                  <a:pt x="179880" y="145593"/>
                </a:cubicBezTo>
                <a:cubicBezTo>
                  <a:pt x="182223" y="146866"/>
                  <a:pt x="185596" y="147503"/>
                  <a:pt x="189998" y="147503"/>
                </a:cubicBezTo>
                <a:lnTo>
                  <a:pt x="189998" y="151443"/>
                </a:lnTo>
                <a:lnTo>
                  <a:pt x="140049" y="151443"/>
                </a:lnTo>
                <a:lnTo>
                  <a:pt x="140049" y="147503"/>
                </a:lnTo>
                <a:cubicBezTo>
                  <a:pt x="145019" y="147503"/>
                  <a:pt x="148711" y="146724"/>
                  <a:pt x="151125" y="145167"/>
                </a:cubicBezTo>
                <a:cubicBezTo>
                  <a:pt x="152900" y="144033"/>
                  <a:pt x="154143" y="142226"/>
                  <a:pt x="154853" y="139745"/>
                </a:cubicBezTo>
                <a:cubicBezTo>
                  <a:pt x="155208" y="138540"/>
                  <a:pt x="155385" y="135105"/>
                  <a:pt x="155385" y="129438"/>
                </a:cubicBezTo>
                <a:lnTo>
                  <a:pt x="155385" y="91713"/>
                </a:lnTo>
                <a:cubicBezTo>
                  <a:pt x="155385" y="80378"/>
                  <a:pt x="155155" y="73631"/>
                  <a:pt x="154693" y="71472"/>
                </a:cubicBezTo>
                <a:cubicBezTo>
                  <a:pt x="154232" y="69311"/>
                  <a:pt x="153380" y="67734"/>
                  <a:pt x="152137" y="66742"/>
                </a:cubicBezTo>
                <a:cubicBezTo>
                  <a:pt x="150895" y="65751"/>
                  <a:pt x="149350" y="65255"/>
                  <a:pt x="147504" y="65255"/>
                </a:cubicBezTo>
                <a:cubicBezTo>
                  <a:pt x="145303" y="65255"/>
                  <a:pt x="142818" y="65786"/>
                  <a:pt x="140049" y="66849"/>
                </a:cubicBezTo>
                <a:lnTo>
                  <a:pt x="138984" y="63022"/>
                </a:lnTo>
                <a:lnTo>
                  <a:pt x="168485" y="51120"/>
                </a:lnTo>
                <a:lnTo>
                  <a:pt x="172958" y="51120"/>
                </a:lnTo>
                <a:close/>
                <a:moveTo>
                  <a:pt x="272322" y="137385"/>
                </a:moveTo>
                <a:cubicBezTo>
                  <a:pt x="262311" y="145124"/>
                  <a:pt x="256027" y="149597"/>
                  <a:pt x="253471" y="150804"/>
                </a:cubicBezTo>
                <a:cubicBezTo>
                  <a:pt x="249637" y="152650"/>
                  <a:pt x="245555" y="153573"/>
                  <a:pt x="241224" y="153573"/>
                </a:cubicBezTo>
                <a:cubicBezTo>
                  <a:pt x="234479" y="153573"/>
                  <a:pt x="228923" y="151266"/>
                  <a:pt x="224556" y="146651"/>
                </a:cubicBezTo>
                <a:cubicBezTo>
                  <a:pt x="220190" y="142036"/>
                  <a:pt x="218006" y="135965"/>
                  <a:pt x="218006" y="128439"/>
                </a:cubicBezTo>
                <a:cubicBezTo>
                  <a:pt x="218006" y="123682"/>
                  <a:pt x="219071" y="119564"/>
                  <a:pt x="221201" y="116085"/>
                </a:cubicBezTo>
                <a:cubicBezTo>
                  <a:pt x="224112" y="111257"/>
                  <a:pt x="229171" y="106713"/>
                  <a:pt x="236378" y="102453"/>
                </a:cubicBezTo>
                <a:cubicBezTo>
                  <a:pt x="243584" y="98193"/>
                  <a:pt x="255566" y="93010"/>
                  <a:pt x="272322" y="86904"/>
                </a:cubicBezTo>
                <a:lnTo>
                  <a:pt x="272322" y="83070"/>
                </a:lnTo>
                <a:cubicBezTo>
                  <a:pt x="272322" y="73343"/>
                  <a:pt x="270777" y="66669"/>
                  <a:pt x="267689" y="63048"/>
                </a:cubicBezTo>
                <a:cubicBezTo>
                  <a:pt x="264600" y="59427"/>
                  <a:pt x="260110" y="57617"/>
                  <a:pt x="254217" y="57617"/>
                </a:cubicBezTo>
                <a:cubicBezTo>
                  <a:pt x="249744" y="57617"/>
                  <a:pt x="246194" y="58819"/>
                  <a:pt x="243567" y="61224"/>
                </a:cubicBezTo>
                <a:cubicBezTo>
                  <a:pt x="240869" y="63630"/>
                  <a:pt x="239520" y="66389"/>
                  <a:pt x="239520" y="69501"/>
                </a:cubicBezTo>
                <a:lnTo>
                  <a:pt x="239733" y="75655"/>
                </a:lnTo>
                <a:cubicBezTo>
                  <a:pt x="239733" y="78908"/>
                  <a:pt x="238898" y="81418"/>
                  <a:pt x="237230" y="83187"/>
                </a:cubicBezTo>
                <a:cubicBezTo>
                  <a:pt x="235561" y="84955"/>
                  <a:pt x="233378" y="85839"/>
                  <a:pt x="230680" y="85839"/>
                </a:cubicBezTo>
                <a:cubicBezTo>
                  <a:pt x="228053" y="85839"/>
                  <a:pt x="225905" y="84920"/>
                  <a:pt x="224237" y="83080"/>
                </a:cubicBezTo>
                <a:cubicBezTo>
                  <a:pt x="222568" y="81239"/>
                  <a:pt x="221734" y="78725"/>
                  <a:pt x="221734" y="75539"/>
                </a:cubicBezTo>
                <a:cubicBezTo>
                  <a:pt x="221734" y="69453"/>
                  <a:pt x="224858" y="63861"/>
                  <a:pt x="231106" y="58765"/>
                </a:cubicBezTo>
                <a:cubicBezTo>
                  <a:pt x="237354" y="53668"/>
                  <a:pt x="246123" y="51120"/>
                  <a:pt x="257412" y="51120"/>
                </a:cubicBezTo>
                <a:cubicBezTo>
                  <a:pt x="266074" y="51120"/>
                  <a:pt x="273174" y="52573"/>
                  <a:pt x="278712" y="55480"/>
                </a:cubicBezTo>
                <a:cubicBezTo>
                  <a:pt x="282901" y="57679"/>
                  <a:pt x="285989" y="61119"/>
                  <a:pt x="287977" y="65801"/>
                </a:cubicBezTo>
                <a:cubicBezTo>
                  <a:pt x="289255" y="68849"/>
                  <a:pt x="289894" y="75089"/>
                  <a:pt x="289894" y="84521"/>
                </a:cubicBezTo>
                <a:lnTo>
                  <a:pt x="289894" y="117603"/>
                </a:lnTo>
                <a:cubicBezTo>
                  <a:pt x="289894" y="126893"/>
                  <a:pt x="290072" y="132584"/>
                  <a:pt x="290427" y="134676"/>
                </a:cubicBezTo>
                <a:cubicBezTo>
                  <a:pt x="290782" y="136769"/>
                  <a:pt x="291367" y="138170"/>
                  <a:pt x="292184" y="138880"/>
                </a:cubicBezTo>
                <a:cubicBezTo>
                  <a:pt x="293000" y="139588"/>
                  <a:pt x="293941" y="139941"/>
                  <a:pt x="295006" y="139941"/>
                </a:cubicBezTo>
                <a:cubicBezTo>
                  <a:pt x="296142" y="139941"/>
                  <a:pt x="297136" y="139693"/>
                  <a:pt x="297988" y="139196"/>
                </a:cubicBezTo>
                <a:cubicBezTo>
                  <a:pt x="299479" y="138273"/>
                  <a:pt x="302355" y="135681"/>
                  <a:pt x="306615" y="131421"/>
                </a:cubicBezTo>
                <a:lnTo>
                  <a:pt x="306615" y="137385"/>
                </a:lnTo>
                <a:cubicBezTo>
                  <a:pt x="298663" y="148035"/>
                  <a:pt x="291066" y="153360"/>
                  <a:pt x="283824" y="153360"/>
                </a:cubicBezTo>
                <a:cubicBezTo>
                  <a:pt x="280345" y="153360"/>
                  <a:pt x="277576" y="152153"/>
                  <a:pt x="275517" y="149739"/>
                </a:cubicBezTo>
                <a:cubicBezTo>
                  <a:pt x="273458" y="147325"/>
                  <a:pt x="272393" y="143207"/>
                  <a:pt x="272322" y="137385"/>
                </a:cubicBezTo>
                <a:moveTo>
                  <a:pt x="272322" y="130403"/>
                </a:moveTo>
                <a:lnTo>
                  <a:pt x="272322" y="93401"/>
                </a:lnTo>
                <a:cubicBezTo>
                  <a:pt x="261601" y="97641"/>
                  <a:pt x="254678" y="100645"/>
                  <a:pt x="251554" y="102413"/>
                </a:cubicBezTo>
                <a:cubicBezTo>
                  <a:pt x="245945" y="105524"/>
                  <a:pt x="241934" y="108776"/>
                  <a:pt x="239520" y="112168"/>
                </a:cubicBezTo>
                <a:cubicBezTo>
                  <a:pt x="237106" y="115561"/>
                  <a:pt x="235899" y="119271"/>
                  <a:pt x="235899" y="123301"/>
                </a:cubicBezTo>
                <a:cubicBezTo>
                  <a:pt x="235899" y="128391"/>
                  <a:pt x="237425" y="132614"/>
                  <a:pt x="240478" y="135971"/>
                </a:cubicBezTo>
                <a:cubicBezTo>
                  <a:pt x="243531" y="139328"/>
                  <a:pt x="247046" y="141006"/>
                  <a:pt x="251022" y="141006"/>
                </a:cubicBezTo>
                <a:cubicBezTo>
                  <a:pt x="256418" y="141006"/>
                  <a:pt x="263518" y="137472"/>
                  <a:pt x="272322" y="130403"/>
                </a:cubicBezTo>
                <a:close/>
                <a:moveTo>
                  <a:pt x="376938" y="51120"/>
                </a:moveTo>
                <a:lnTo>
                  <a:pt x="376938" y="84135"/>
                </a:lnTo>
                <a:lnTo>
                  <a:pt x="373423" y="84135"/>
                </a:lnTo>
                <a:cubicBezTo>
                  <a:pt x="370725" y="73780"/>
                  <a:pt x="367264" y="66737"/>
                  <a:pt x="363040" y="63005"/>
                </a:cubicBezTo>
                <a:cubicBezTo>
                  <a:pt x="358815" y="59271"/>
                  <a:pt x="353437" y="57404"/>
                  <a:pt x="346905" y="57404"/>
                </a:cubicBezTo>
                <a:cubicBezTo>
                  <a:pt x="341935" y="57404"/>
                  <a:pt x="337923" y="58716"/>
                  <a:pt x="334870" y="61341"/>
                </a:cubicBezTo>
                <a:cubicBezTo>
                  <a:pt x="331817" y="63963"/>
                  <a:pt x="330291" y="66871"/>
                  <a:pt x="330291" y="70064"/>
                </a:cubicBezTo>
                <a:cubicBezTo>
                  <a:pt x="330291" y="74035"/>
                  <a:pt x="331427" y="77439"/>
                  <a:pt x="333699" y="80275"/>
                </a:cubicBezTo>
                <a:cubicBezTo>
                  <a:pt x="335900" y="83183"/>
                  <a:pt x="340373" y="86269"/>
                  <a:pt x="347118" y="89530"/>
                </a:cubicBezTo>
                <a:lnTo>
                  <a:pt x="362667" y="97085"/>
                </a:lnTo>
                <a:cubicBezTo>
                  <a:pt x="377080" y="104105"/>
                  <a:pt x="384287" y="113361"/>
                  <a:pt x="384287" y="124852"/>
                </a:cubicBezTo>
                <a:cubicBezTo>
                  <a:pt x="384287" y="133716"/>
                  <a:pt x="380932" y="140861"/>
                  <a:pt x="374222" y="146288"/>
                </a:cubicBezTo>
                <a:cubicBezTo>
                  <a:pt x="367513" y="151713"/>
                  <a:pt x="360004" y="154425"/>
                  <a:pt x="351697" y="154425"/>
                </a:cubicBezTo>
                <a:cubicBezTo>
                  <a:pt x="345733" y="154425"/>
                  <a:pt x="338917" y="153360"/>
                  <a:pt x="331249" y="151230"/>
                </a:cubicBezTo>
                <a:cubicBezTo>
                  <a:pt x="328906" y="150520"/>
                  <a:pt x="326989" y="150165"/>
                  <a:pt x="325498" y="150165"/>
                </a:cubicBezTo>
                <a:cubicBezTo>
                  <a:pt x="323865" y="150165"/>
                  <a:pt x="322587" y="151088"/>
                  <a:pt x="321664" y="152934"/>
                </a:cubicBezTo>
                <a:lnTo>
                  <a:pt x="318150" y="152934"/>
                </a:lnTo>
                <a:lnTo>
                  <a:pt x="318150" y="118002"/>
                </a:lnTo>
                <a:lnTo>
                  <a:pt x="321664" y="118002"/>
                </a:lnTo>
                <a:cubicBezTo>
                  <a:pt x="323652" y="127978"/>
                  <a:pt x="327451" y="135495"/>
                  <a:pt x="333060" y="140554"/>
                </a:cubicBezTo>
                <a:cubicBezTo>
                  <a:pt x="338669" y="145613"/>
                  <a:pt x="344952" y="148142"/>
                  <a:pt x="351910" y="148142"/>
                </a:cubicBezTo>
                <a:cubicBezTo>
                  <a:pt x="356809" y="148142"/>
                  <a:pt x="360803" y="146706"/>
                  <a:pt x="363892" y="143835"/>
                </a:cubicBezTo>
                <a:cubicBezTo>
                  <a:pt x="366980" y="140962"/>
                  <a:pt x="368524" y="137504"/>
                  <a:pt x="368524" y="133462"/>
                </a:cubicBezTo>
                <a:cubicBezTo>
                  <a:pt x="368524" y="128567"/>
                  <a:pt x="366803" y="124453"/>
                  <a:pt x="363359" y="121121"/>
                </a:cubicBezTo>
                <a:cubicBezTo>
                  <a:pt x="359916" y="117788"/>
                  <a:pt x="353046" y="113569"/>
                  <a:pt x="342751" y="108464"/>
                </a:cubicBezTo>
                <a:cubicBezTo>
                  <a:pt x="332456" y="103356"/>
                  <a:pt x="325711" y="98746"/>
                  <a:pt x="322516" y="94632"/>
                </a:cubicBezTo>
                <a:cubicBezTo>
                  <a:pt x="319321" y="90590"/>
                  <a:pt x="317724" y="85483"/>
                  <a:pt x="317724" y="79313"/>
                </a:cubicBezTo>
                <a:cubicBezTo>
                  <a:pt x="317724" y="71299"/>
                  <a:pt x="320475" y="64597"/>
                  <a:pt x="325978" y="59208"/>
                </a:cubicBezTo>
                <a:cubicBezTo>
                  <a:pt x="331480" y="53816"/>
                  <a:pt x="338598" y="51120"/>
                  <a:pt x="347331" y="51120"/>
                </a:cubicBezTo>
                <a:cubicBezTo>
                  <a:pt x="351165" y="51120"/>
                  <a:pt x="355815" y="51937"/>
                  <a:pt x="361282" y="53570"/>
                </a:cubicBezTo>
                <a:cubicBezTo>
                  <a:pt x="364903" y="54635"/>
                  <a:pt x="367317" y="55167"/>
                  <a:pt x="368524" y="55167"/>
                </a:cubicBezTo>
                <a:cubicBezTo>
                  <a:pt x="369660" y="55167"/>
                  <a:pt x="370548" y="54919"/>
                  <a:pt x="371187" y="54422"/>
                </a:cubicBezTo>
                <a:cubicBezTo>
                  <a:pt x="371826" y="53925"/>
                  <a:pt x="372571" y="52824"/>
                  <a:pt x="373423" y="51120"/>
                </a:cubicBezTo>
                <a:lnTo>
                  <a:pt x="376938" y="51120"/>
                </a:lnTo>
                <a:close/>
                <a:moveTo>
                  <a:pt x="427384" y="0"/>
                </a:moveTo>
                <a:lnTo>
                  <a:pt x="427384" y="71462"/>
                </a:lnTo>
                <a:cubicBezTo>
                  <a:pt x="435265" y="62800"/>
                  <a:pt x="441513" y="57244"/>
                  <a:pt x="446128" y="54794"/>
                </a:cubicBezTo>
                <a:cubicBezTo>
                  <a:pt x="450743" y="52345"/>
                  <a:pt x="455358" y="51120"/>
                  <a:pt x="459973" y="51120"/>
                </a:cubicBezTo>
                <a:cubicBezTo>
                  <a:pt x="465511" y="51120"/>
                  <a:pt x="470268" y="52643"/>
                  <a:pt x="474244" y="55690"/>
                </a:cubicBezTo>
                <a:cubicBezTo>
                  <a:pt x="478220" y="58736"/>
                  <a:pt x="481166" y="63517"/>
                  <a:pt x="483083" y="70034"/>
                </a:cubicBezTo>
                <a:cubicBezTo>
                  <a:pt x="484432" y="74569"/>
                  <a:pt x="485107" y="82858"/>
                  <a:pt x="485107" y="94902"/>
                </a:cubicBezTo>
                <a:lnTo>
                  <a:pt x="485107" y="129331"/>
                </a:lnTo>
                <a:cubicBezTo>
                  <a:pt x="485107" y="135495"/>
                  <a:pt x="485604" y="139711"/>
                  <a:pt x="486598" y="141978"/>
                </a:cubicBezTo>
                <a:cubicBezTo>
                  <a:pt x="487308" y="143678"/>
                  <a:pt x="488515" y="145024"/>
                  <a:pt x="490219" y="146015"/>
                </a:cubicBezTo>
                <a:cubicBezTo>
                  <a:pt x="491923" y="147007"/>
                  <a:pt x="495047" y="147503"/>
                  <a:pt x="499591" y="147503"/>
                </a:cubicBezTo>
                <a:lnTo>
                  <a:pt x="499591" y="151443"/>
                </a:lnTo>
                <a:lnTo>
                  <a:pt x="451666" y="151443"/>
                </a:lnTo>
                <a:lnTo>
                  <a:pt x="451666" y="147503"/>
                </a:lnTo>
                <a:lnTo>
                  <a:pt x="453902" y="147503"/>
                </a:lnTo>
                <a:cubicBezTo>
                  <a:pt x="458446" y="147503"/>
                  <a:pt x="461606" y="146811"/>
                  <a:pt x="463381" y="145426"/>
                </a:cubicBezTo>
                <a:cubicBezTo>
                  <a:pt x="465156" y="144042"/>
                  <a:pt x="466398" y="142000"/>
                  <a:pt x="467108" y="139302"/>
                </a:cubicBezTo>
                <a:cubicBezTo>
                  <a:pt x="467321" y="138166"/>
                  <a:pt x="467428" y="134829"/>
                  <a:pt x="467428" y="129291"/>
                </a:cubicBezTo>
                <a:lnTo>
                  <a:pt x="467428" y="94785"/>
                </a:lnTo>
                <a:cubicBezTo>
                  <a:pt x="467428" y="84135"/>
                  <a:pt x="466877" y="77142"/>
                  <a:pt x="465777" y="73805"/>
                </a:cubicBezTo>
                <a:cubicBezTo>
                  <a:pt x="464676" y="70468"/>
                  <a:pt x="462919" y="67965"/>
                  <a:pt x="460505" y="66296"/>
                </a:cubicBezTo>
                <a:cubicBezTo>
                  <a:pt x="458091" y="64628"/>
                  <a:pt x="455180" y="63794"/>
                  <a:pt x="451772" y="63794"/>
                </a:cubicBezTo>
                <a:cubicBezTo>
                  <a:pt x="448293" y="63794"/>
                  <a:pt x="444672" y="64717"/>
                  <a:pt x="440909" y="66563"/>
                </a:cubicBezTo>
                <a:cubicBezTo>
                  <a:pt x="437146" y="68409"/>
                  <a:pt x="432638" y="72136"/>
                  <a:pt x="427384" y="77745"/>
                </a:cubicBezTo>
                <a:lnTo>
                  <a:pt x="427384" y="129291"/>
                </a:lnTo>
                <a:cubicBezTo>
                  <a:pt x="427384" y="135965"/>
                  <a:pt x="427756" y="140119"/>
                  <a:pt x="428502" y="141752"/>
                </a:cubicBezTo>
                <a:cubicBezTo>
                  <a:pt x="429247" y="143385"/>
                  <a:pt x="430632" y="144752"/>
                  <a:pt x="432655" y="145852"/>
                </a:cubicBezTo>
                <a:cubicBezTo>
                  <a:pt x="434679" y="146953"/>
                  <a:pt x="438176" y="147503"/>
                  <a:pt x="443146" y="147503"/>
                </a:cubicBezTo>
                <a:lnTo>
                  <a:pt x="443146" y="151443"/>
                </a:lnTo>
                <a:lnTo>
                  <a:pt x="394794" y="151443"/>
                </a:lnTo>
                <a:lnTo>
                  <a:pt x="394794" y="147503"/>
                </a:lnTo>
                <a:cubicBezTo>
                  <a:pt x="399125" y="147503"/>
                  <a:pt x="402533" y="146828"/>
                  <a:pt x="405018" y="145479"/>
                </a:cubicBezTo>
                <a:cubicBezTo>
                  <a:pt x="406438" y="144772"/>
                  <a:pt x="407574" y="143425"/>
                  <a:pt x="408426" y="141439"/>
                </a:cubicBezTo>
                <a:cubicBezTo>
                  <a:pt x="409278" y="139451"/>
                  <a:pt x="409705" y="135406"/>
                  <a:pt x="409705" y="129305"/>
                </a:cubicBezTo>
                <a:lnTo>
                  <a:pt x="409705" y="41079"/>
                </a:lnTo>
                <a:cubicBezTo>
                  <a:pt x="409705" y="29941"/>
                  <a:pt x="409438" y="23095"/>
                  <a:pt x="408906" y="20541"/>
                </a:cubicBezTo>
                <a:cubicBezTo>
                  <a:pt x="408373" y="17985"/>
                  <a:pt x="407557" y="16247"/>
                  <a:pt x="406456" y="15326"/>
                </a:cubicBezTo>
                <a:cubicBezTo>
                  <a:pt x="405356" y="14403"/>
                  <a:pt x="403882" y="13942"/>
                  <a:pt x="402036" y="13942"/>
                </a:cubicBezTo>
                <a:cubicBezTo>
                  <a:pt x="400545" y="13942"/>
                  <a:pt x="398131" y="14510"/>
                  <a:pt x="394794" y="15646"/>
                </a:cubicBezTo>
                <a:lnTo>
                  <a:pt x="393303" y="11918"/>
                </a:lnTo>
                <a:lnTo>
                  <a:pt x="422485" y="0"/>
                </a:lnTo>
                <a:lnTo>
                  <a:pt x="427384" y="0"/>
                </a:lnTo>
                <a:close/>
                <a:moveTo>
                  <a:pt x="532606" y="0"/>
                </a:moveTo>
                <a:cubicBezTo>
                  <a:pt x="535588" y="0"/>
                  <a:pt x="538126" y="1053"/>
                  <a:pt x="540221" y="3158"/>
                </a:cubicBezTo>
                <a:cubicBezTo>
                  <a:pt x="542315" y="5262"/>
                  <a:pt x="543362" y="7812"/>
                  <a:pt x="543362" y="10810"/>
                </a:cubicBezTo>
                <a:cubicBezTo>
                  <a:pt x="543362" y="13807"/>
                  <a:pt x="542315" y="16377"/>
                  <a:pt x="540221" y="18518"/>
                </a:cubicBezTo>
                <a:cubicBezTo>
                  <a:pt x="538126" y="20657"/>
                  <a:pt x="535588" y="21726"/>
                  <a:pt x="532606" y="21726"/>
                </a:cubicBezTo>
                <a:cubicBezTo>
                  <a:pt x="529624" y="21726"/>
                  <a:pt x="527068" y="20657"/>
                  <a:pt x="524938" y="18518"/>
                </a:cubicBezTo>
                <a:cubicBezTo>
                  <a:pt x="522808" y="16377"/>
                  <a:pt x="521743" y="13807"/>
                  <a:pt x="521743" y="10810"/>
                </a:cubicBezTo>
                <a:cubicBezTo>
                  <a:pt x="521743" y="7812"/>
                  <a:pt x="522790" y="5262"/>
                  <a:pt x="524884" y="3158"/>
                </a:cubicBezTo>
                <a:cubicBezTo>
                  <a:pt x="526979" y="1053"/>
                  <a:pt x="529553" y="0"/>
                  <a:pt x="532606" y="0"/>
                </a:cubicBezTo>
                <a:moveTo>
                  <a:pt x="541445" y="51120"/>
                </a:moveTo>
                <a:lnTo>
                  <a:pt x="541445" y="129331"/>
                </a:lnTo>
                <a:cubicBezTo>
                  <a:pt x="541445" y="135424"/>
                  <a:pt x="541889" y="139480"/>
                  <a:pt x="542777" y="141499"/>
                </a:cubicBezTo>
                <a:cubicBezTo>
                  <a:pt x="543664" y="143518"/>
                  <a:pt x="544978" y="145024"/>
                  <a:pt x="546717" y="146015"/>
                </a:cubicBezTo>
                <a:cubicBezTo>
                  <a:pt x="548457" y="147007"/>
                  <a:pt x="551634" y="147503"/>
                  <a:pt x="556249" y="147503"/>
                </a:cubicBezTo>
                <a:lnTo>
                  <a:pt x="556249" y="151443"/>
                </a:lnTo>
                <a:lnTo>
                  <a:pt x="508856" y="151443"/>
                </a:lnTo>
                <a:lnTo>
                  <a:pt x="508856" y="147503"/>
                </a:lnTo>
                <a:cubicBezTo>
                  <a:pt x="513613" y="147503"/>
                  <a:pt x="516808" y="147043"/>
                  <a:pt x="518441" y="146122"/>
                </a:cubicBezTo>
                <a:cubicBezTo>
                  <a:pt x="520074" y="145201"/>
                  <a:pt x="521370" y="143678"/>
                  <a:pt x="522328" y="141552"/>
                </a:cubicBezTo>
                <a:cubicBezTo>
                  <a:pt x="523287" y="139427"/>
                  <a:pt x="523766" y="135353"/>
                  <a:pt x="523766" y="129331"/>
                </a:cubicBezTo>
                <a:lnTo>
                  <a:pt x="523766" y="91820"/>
                </a:lnTo>
                <a:cubicBezTo>
                  <a:pt x="523766" y="81263"/>
                  <a:pt x="523447" y="74427"/>
                  <a:pt x="522808" y="71312"/>
                </a:cubicBezTo>
                <a:cubicBezTo>
                  <a:pt x="522311" y="69044"/>
                  <a:pt x="521530" y="67468"/>
                  <a:pt x="520465" y="66583"/>
                </a:cubicBezTo>
                <a:cubicBezTo>
                  <a:pt x="519400" y="65697"/>
                  <a:pt x="517944" y="65255"/>
                  <a:pt x="516098" y="65255"/>
                </a:cubicBezTo>
                <a:cubicBezTo>
                  <a:pt x="514110" y="65255"/>
                  <a:pt x="511696" y="65786"/>
                  <a:pt x="508856" y="66849"/>
                </a:cubicBezTo>
                <a:lnTo>
                  <a:pt x="507365" y="63022"/>
                </a:lnTo>
                <a:lnTo>
                  <a:pt x="536759" y="51120"/>
                </a:lnTo>
                <a:lnTo>
                  <a:pt x="541445" y="51120"/>
                </a:lnTo>
                <a:close/>
                <a:moveTo>
                  <a:pt x="596863" y="71781"/>
                </a:moveTo>
                <a:cubicBezTo>
                  <a:pt x="608294" y="58007"/>
                  <a:pt x="619193" y="51120"/>
                  <a:pt x="629559" y="51120"/>
                </a:cubicBezTo>
                <a:cubicBezTo>
                  <a:pt x="634884" y="51120"/>
                  <a:pt x="639463" y="52449"/>
                  <a:pt x="643297" y="55107"/>
                </a:cubicBezTo>
                <a:cubicBezTo>
                  <a:pt x="647131" y="57763"/>
                  <a:pt x="650184" y="62137"/>
                  <a:pt x="652456" y="68230"/>
                </a:cubicBezTo>
                <a:cubicBezTo>
                  <a:pt x="654018" y="72479"/>
                  <a:pt x="654799" y="78997"/>
                  <a:pt x="654799" y="87783"/>
                </a:cubicBezTo>
                <a:lnTo>
                  <a:pt x="654799" y="129331"/>
                </a:lnTo>
                <a:cubicBezTo>
                  <a:pt x="654799" y="135495"/>
                  <a:pt x="655296" y="139675"/>
                  <a:pt x="656290" y="141872"/>
                </a:cubicBezTo>
                <a:cubicBezTo>
                  <a:pt x="657071" y="143642"/>
                  <a:pt x="658332" y="145024"/>
                  <a:pt x="660071" y="146015"/>
                </a:cubicBezTo>
                <a:cubicBezTo>
                  <a:pt x="661811" y="147007"/>
                  <a:pt x="665023" y="147503"/>
                  <a:pt x="669709" y="147503"/>
                </a:cubicBezTo>
                <a:lnTo>
                  <a:pt x="669709" y="151443"/>
                </a:lnTo>
                <a:lnTo>
                  <a:pt x="621465" y="151443"/>
                </a:lnTo>
                <a:lnTo>
                  <a:pt x="621465" y="147503"/>
                </a:lnTo>
                <a:lnTo>
                  <a:pt x="623488" y="147503"/>
                </a:lnTo>
                <a:cubicBezTo>
                  <a:pt x="628032" y="147503"/>
                  <a:pt x="631210" y="146814"/>
                  <a:pt x="633020" y="145436"/>
                </a:cubicBezTo>
                <a:cubicBezTo>
                  <a:pt x="634831" y="144058"/>
                  <a:pt x="636091" y="142028"/>
                  <a:pt x="636801" y="139346"/>
                </a:cubicBezTo>
                <a:cubicBezTo>
                  <a:pt x="637085" y="138285"/>
                  <a:pt x="637227" y="134965"/>
                  <a:pt x="637227" y="129385"/>
                </a:cubicBezTo>
                <a:lnTo>
                  <a:pt x="637227" y="89650"/>
                </a:lnTo>
                <a:cubicBezTo>
                  <a:pt x="637227" y="80822"/>
                  <a:pt x="636073" y="74412"/>
                  <a:pt x="633766" y="70420"/>
                </a:cubicBezTo>
                <a:cubicBezTo>
                  <a:pt x="631458" y="66428"/>
                  <a:pt x="627571" y="64433"/>
                  <a:pt x="622104" y="64433"/>
                </a:cubicBezTo>
                <a:cubicBezTo>
                  <a:pt x="613655" y="64433"/>
                  <a:pt x="605241" y="69024"/>
                  <a:pt x="596863" y="78208"/>
                </a:cubicBezTo>
                <a:lnTo>
                  <a:pt x="596863" y="129385"/>
                </a:lnTo>
                <a:cubicBezTo>
                  <a:pt x="596863" y="135954"/>
                  <a:pt x="597254" y="140016"/>
                  <a:pt x="598035" y="141569"/>
                </a:cubicBezTo>
                <a:cubicBezTo>
                  <a:pt x="599029" y="143617"/>
                  <a:pt x="600395" y="145118"/>
                  <a:pt x="602135" y="146072"/>
                </a:cubicBezTo>
                <a:cubicBezTo>
                  <a:pt x="603874" y="147026"/>
                  <a:pt x="607407" y="147503"/>
                  <a:pt x="612732" y="147503"/>
                </a:cubicBezTo>
                <a:lnTo>
                  <a:pt x="612732" y="151443"/>
                </a:lnTo>
                <a:lnTo>
                  <a:pt x="564487" y="151443"/>
                </a:lnTo>
                <a:lnTo>
                  <a:pt x="564487" y="147503"/>
                </a:lnTo>
                <a:lnTo>
                  <a:pt x="566617" y="147503"/>
                </a:lnTo>
                <a:cubicBezTo>
                  <a:pt x="571587" y="147503"/>
                  <a:pt x="574942" y="146246"/>
                  <a:pt x="576681" y="143732"/>
                </a:cubicBezTo>
                <a:cubicBezTo>
                  <a:pt x="578421" y="141216"/>
                  <a:pt x="579291" y="136416"/>
                  <a:pt x="579291" y="129331"/>
                </a:cubicBezTo>
                <a:lnTo>
                  <a:pt x="579291" y="93201"/>
                </a:lnTo>
                <a:cubicBezTo>
                  <a:pt x="579291" y="81513"/>
                  <a:pt x="579024" y="74394"/>
                  <a:pt x="578492" y="71844"/>
                </a:cubicBezTo>
                <a:cubicBezTo>
                  <a:pt x="577959" y="69293"/>
                  <a:pt x="577143" y="67557"/>
                  <a:pt x="576042" y="66636"/>
                </a:cubicBezTo>
                <a:cubicBezTo>
                  <a:pt x="574942" y="65715"/>
                  <a:pt x="573469" y="65255"/>
                  <a:pt x="571623" y="65255"/>
                </a:cubicBezTo>
                <a:cubicBezTo>
                  <a:pt x="569635" y="65255"/>
                  <a:pt x="567256" y="65786"/>
                  <a:pt x="564487" y="66849"/>
                </a:cubicBezTo>
                <a:lnTo>
                  <a:pt x="562890" y="63022"/>
                </a:lnTo>
                <a:lnTo>
                  <a:pt x="592284" y="51120"/>
                </a:lnTo>
                <a:lnTo>
                  <a:pt x="596863" y="51120"/>
                </a:lnTo>
                <a:lnTo>
                  <a:pt x="596863" y="71781"/>
                </a:lnTo>
                <a:close/>
                <a:moveTo>
                  <a:pt x="703576" y="115896"/>
                </a:moveTo>
                <a:cubicBezTo>
                  <a:pt x="697612" y="112989"/>
                  <a:pt x="693032" y="108930"/>
                  <a:pt x="689837" y="103718"/>
                </a:cubicBezTo>
                <a:cubicBezTo>
                  <a:pt x="686642" y="98506"/>
                  <a:pt x="685045" y="92744"/>
                  <a:pt x="685045" y="86432"/>
                </a:cubicBezTo>
                <a:cubicBezTo>
                  <a:pt x="685045" y="76789"/>
                  <a:pt x="688684" y="68493"/>
                  <a:pt x="695961" y="61544"/>
                </a:cubicBezTo>
                <a:cubicBezTo>
                  <a:pt x="703239" y="54595"/>
                  <a:pt x="712557" y="51120"/>
                  <a:pt x="723917" y="51120"/>
                </a:cubicBezTo>
                <a:cubicBezTo>
                  <a:pt x="733218" y="51120"/>
                  <a:pt x="741277" y="53392"/>
                  <a:pt x="748093" y="57936"/>
                </a:cubicBezTo>
                <a:lnTo>
                  <a:pt x="768754" y="57936"/>
                </a:lnTo>
                <a:cubicBezTo>
                  <a:pt x="771807" y="57936"/>
                  <a:pt x="773582" y="58024"/>
                  <a:pt x="774079" y="58199"/>
                </a:cubicBezTo>
                <a:cubicBezTo>
                  <a:pt x="774576" y="58374"/>
                  <a:pt x="774931" y="58673"/>
                  <a:pt x="775144" y="59094"/>
                </a:cubicBezTo>
                <a:cubicBezTo>
                  <a:pt x="775570" y="59727"/>
                  <a:pt x="775783" y="60851"/>
                  <a:pt x="775783" y="62466"/>
                </a:cubicBezTo>
                <a:cubicBezTo>
                  <a:pt x="775783" y="64290"/>
                  <a:pt x="775606" y="65553"/>
                  <a:pt x="775251" y="66257"/>
                </a:cubicBezTo>
                <a:cubicBezTo>
                  <a:pt x="775038" y="66607"/>
                  <a:pt x="774665" y="66888"/>
                  <a:pt x="774132" y="67099"/>
                </a:cubicBezTo>
                <a:cubicBezTo>
                  <a:pt x="773600" y="67309"/>
                  <a:pt x="771807" y="67415"/>
                  <a:pt x="768754" y="67415"/>
                </a:cubicBezTo>
                <a:lnTo>
                  <a:pt x="756080" y="67415"/>
                </a:lnTo>
                <a:cubicBezTo>
                  <a:pt x="760056" y="72538"/>
                  <a:pt x="762045" y="79083"/>
                  <a:pt x="762045" y="87051"/>
                </a:cubicBezTo>
                <a:cubicBezTo>
                  <a:pt x="762045" y="96156"/>
                  <a:pt x="758565" y="103947"/>
                  <a:pt x="751607" y="110421"/>
                </a:cubicBezTo>
                <a:cubicBezTo>
                  <a:pt x="744649" y="116895"/>
                  <a:pt x="735313" y="120132"/>
                  <a:pt x="723598" y="120132"/>
                </a:cubicBezTo>
                <a:cubicBezTo>
                  <a:pt x="718770" y="120132"/>
                  <a:pt x="713835" y="119408"/>
                  <a:pt x="708794" y="117959"/>
                </a:cubicBezTo>
                <a:cubicBezTo>
                  <a:pt x="705670" y="120655"/>
                  <a:pt x="703558" y="123015"/>
                  <a:pt x="702458" y="125038"/>
                </a:cubicBezTo>
                <a:cubicBezTo>
                  <a:pt x="701357" y="127059"/>
                  <a:pt x="700807" y="128779"/>
                  <a:pt x="700807" y="130197"/>
                </a:cubicBezTo>
                <a:cubicBezTo>
                  <a:pt x="700807" y="131404"/>
                  <a:pt x="701393" y="132575"/>
                  <a:pt x="702564" y="133711"/>
                </a:cubicBezTo>
                <a:cubicBezTo>
                  <a:pt x="703736" y="134845"/>
                  <a:pt x="706025" y="135660"/>
                  <a:pt x="709433" y="136157"/>
                </a:cubicBezTo>
                <a:cubicBezTo>
                  <a:pt x="711421" y="136441"/>
                  <a:pt x="716391" y="136690"/>
                  <a:pt x="724343" y="136903"/>
                </a:cubicBezTo>
                <a:cubicBezTo>
                  <a:pt x="738969" y="137256"/>
                  <a:pt x="748448" y="137752"/>
                  <a:pt x="752779" y="138391"/>
                </a:cubicBezTo>
                <a:cubicBezTo>
                  <a:pt x="759382" y="139314"/>
                  <a:pt x="764654" y="141762"/>
                  <a:pt x="768594" y="145736"/>
                </a:cubicBezTo>
                <a:cubicBezTo>
                  <a:pt x="772535" y="149707"/>
                  <a:pt x="774505" y="154602"/>
                  <a:pt x="774505" y="160419"/>
                </a:cubicBezTo>
                <a:cubicBezTo>
                  <a:pt x="774505" y="168436"/>
                  <a:pt x="770742" y="175956"/>
                  <a:pt x="763216" y="182981"/>
                </a:cubicBezTo>
                <a:cubicBezTo>
                  <a:pt x="752140" y="193338"/>
                  <a:pt x="737691" y="198517"/>
                  <a:pt x="719870" y="198517"/>
                </a:cubicBezTo>
                <a:cubicBezTo>
                  <a:pt x="706167" y="198517"/>
                  <a:pt x="694594" y="195433"/>
                  <a:pt x="685151" y="189264"/>
                </a:cubicBezTo>
                <a:cubicBezTo>
                  <a:pt x="679826" y="185719"/>
                  <a:pt x="677164" y="182031"/>
                  <a:pt x="677164" y="178202"/>
                </a:cubicBezTo>
                <a:cubicBezTo>
                  <a:pt x="677164" y="176502"/>
                  <a:pt x="677554" y="174801"/>
                  <a:pt x="678335" y="173100"/>
                </a:cubicBezTo>
                <a:cubicBezTo>
                  <a:pt x="679542" y="170475"/>
                  <a:pt x="682027" y="166823"/>
                  <a:pt x="685790" y="162143"/>
                </a:cubicBezTo>
                <a:cubicBezTo>
                  <a:pt x="686287" y="161507"/>
                  <a:pt x="689908" y="157678"/>
                  <a:pt x="696653" y="150658"/>
                </a:cubicBezTo>
                <a:cubicBezTo>
                  <a:pt x="692961" y="148455"/>
                  <a:pt x="690352" y="146482"/>
                  <a:pt x="688826" y="144741"/>
                </a:cubicBezTo>
                <a:cubicBezTo>
                  <a:pt x="687299" y="142999"/>
                  <a:pt x="686536" y="141026"/>
                  <a:pt x="686536" y="138823"/>
                </a:cubicBezTo>
                <a:cubicBezTo>
                  <a:pt x="686536" y="136334"/>
                  <a:pt x="687548" y="133418"/>
                  <a:pt x="689571" y="130077"/>
                </a:cubicBezTo>
                <a:cubicBezTo>
                  <a:pt x="691595" y="126735"/>
                  <a:pt x="696263" y="122008"/>
                  <a:pt x="703576" y="115896"/>
                </a:cubicBezTo>
                <a:moveTo>
                  <a:pt x="722107" y="56445"/>
                </a:moveTo>
                <a:cubicBezTo>
                  <a:pt x="716853" y="56445"/>
                  <a:pt x="712451" y="58529"/>
                  <a:pt x="708901" y="62695"/>
                </a:cubicBezTo>
                <a:cubicBezTo>
                  <a:pt x="705351" y="66860"/>
                  <a:pt x="703576" y="73250"/>
                  <a:pt x="703576" y="81865"/>
                </a:cubicBezTo>
                <a:cubicBezTo>
                  <a:pt x="703576" y="93024"/>
                  <a:pt x="705990" y="101673"/>
                  <a:pt x="710818" y="107815"/>
                </a:cubicBezTo>
                <a:cubicBezTo>
                  <a:pt x="714510" y="112477"/>
                  <a:pt x="719196" y="114807"/>
                  <a:pt x="724876" y="114807"/>
                </a:cubicBezTo>
                <a:cubicBezTo>
                  <a:pt x="730272" y="114807"/>
                  <a:pt x="734709" y="112795"/>
                  <a:pt x="738188" y="108770"/>
                </a:cubicBezTo>
                <a:cubicBezTo>
                  <a:pt x="741667" y="104745"/>
                  <a:pt x="743407" y="98425"/>
                  <a:pt x="743407" y="89810"/>
                </a:cubicBezTo>
                <a:cubicBezTo>
                  <a:pt x="743407" y="78583"/>
                  <a:pt x="740957" y="69791"/>
                  <a:pt x="736058" y="63434"/>
                </a:cubicBezTo>
                <a:cubicBezTo>
                  <a:pt x="732437" y="58775"/>
                  <a:pt x="727787" y="56445"/>
                  <a:pt x="722107" y="56445"/>
                </a:cubicBezTo>
                <a:moveTo>
                  <a:pt x="702511" y="151507"/>
                </a:moveTo>
                <a:cubicBezTo>
                  <a:pt x="699174" y="155121"/>
                  <a:pt x="696653" y="158487"/>
                  <a:pt x="694949" y="161604"/>
                </a:cubicBezTo>
                <a:cubicBezTo>
                  <a:pt x="693245" y="164724"/>
                  <a:pt x="692393" y="167595"/>
                  <a:pt x="692393" y="170217"/>
                </a:cubicBezTo>
                <a:cubicBezTo>
                  <a:pt x="692393" y="173619"/>
                  <a:pt x="694452" y="176595"/>
                  <a:pt x="698570" y="179147"/>
                </a:cubicBezTo>
                <a:cubicBezTo>
                  <a:pt x="705670" y="183540"/>
                  <a:pt x="715930" y="185737"/>
                  <a:pt x="729349" y="185737"/>
                </a:cubicBezTo>
                <a:cubicBezTo>
                  <a:pt x="742129" y="185737"/>
                  <a:pt x="751554" y="183486"/>
                  <a:pt x="757625" y="178984"/>
                </a:cubicBezTo>
                <a:cubicBezTo>
                  <a:pt x="763695" y="174484"/>
                  <a:pt x="766731" y="169684"/>
                  <a:pt x="766731" y="164583"/>
                </a:cubicBezTo>
                <a:cubicBezTo>
                  <a:pt x="766731" y="160898"/>
                  <a:pt x="764920" y="158275"/>
                  <a:pt x="761299" y="156715"/>
                </a:cubicBezTo>
                <a:cubicBezTo>
                  <a:pt x="757607" y="155155"/>
                  <a:pt x="750294" y="154235"/>
                  <a:pt x="739360" y="153953"/>
                </a:cubicBezTo>
                <a:cubicBezTo>
                  <a:pt x="723385" y="153527"/>
                  <a:pt x="711102" y="152711"/>
                  <a:pt x="702511" y="151507"/>
                </a:cubicBezTo>
                <a:close/>
                <a:moveTo>
                  <a:pt x="965566" y="3834"/>
                </a:moveTo>
                <a:lnTo>
                  <a:pt x="968868" y="52824"/>
                </a:lnTo>
                <a:lnTo>
                  <a:pt x="965566" y="52824"/>
                </a:lnTo>
                <a:cubicBezTo>
                  <a:pt x="961164" y="38089"/>
                  <a:pt x="954881" y="27484"/>
                  <a:pt x="946716" y="21007"/>
                </a:cubicBezTo>
                <a:cubicBezTo>
                  <a:pt x="938551" y="14528"/>
                  <a:pt x="928753" y="11289"/>
                  <a:pt x="917322" y="11289"/>
                </a:cubicBezTo>
                <a:cubicBezTo>
                  <a:pt x="907737" y="11289"/>
                  <a:pt x="899075" y="13723"/>
                  <a:pt x="891336" y="18591"/>
                </a:cubicBezTo>
                <a:cubicBezTo>
                  <a:pt x="883597" y="23457"/>
                  <a:pt x="877508" y="31219"/>
                  <a:pt x="873071" y="41878"/>
                </a:cubicBezTo>
                <a:cubicBezTo>
                  <a:pt x="868633" y="52537"/>
                  <a:pt x="866414" y="65789"/>
                  <a:pt x="866414" y="81636"/>
                </a:cubicBezTo>
                <a:cubicBezTo>
                  <a:pt x="866414" y="94709"/>
                  <a:pt x="868509" y="106042"/>
                  <a:pt x="872698" y="115636"/>
                </a:cubicBezTo>
                <a:cubicBezTo>
                  <a:pt x="876887" y="125228"/>
                  <a:pt x="883188" y="132582"/>
                  <a:pt x="891602" y="137698"/>
                </a:cubicBezTo>
                <a:cubicBezTo>
                  <a:pt x="900015" y="142815"/>
                  <a:pt x="909618" y="145373"/>
                  <a:pt x="920410" y="145373"/>
                </a:cubicBezTo>
                <a:cubicBezTo>
                  <a:pt x="929782" y="145373"/>
                  <a:pt x="938054" y="143367"/>
                  <a:pt x="945225" y="139356"/>
                </a:cubicBezTo>
                <a:cubicBezTo>
                  <a:pt x="952396" y="135344"/>
                  <a:pt x="960277" y="127374"/>
                  <a:pt x="968868" y="115446"/>
                </a:cubicBezTo>
                <a:lnTo>
                  <a:pt x="972169" y="117570"/>
                </a:lnTo>
                <a:cubicBezTo>
                  <a:pt x="964927" y="130387"/>
                  <a:pt x="956478" y="139771"/>
                  <a:pt x="946822" y="145719"/>
                </a:cubicBezTo>
                <a:cubicBezTo>
                  <a:pt x="937166" y="151665"/>
                  <a:pt x="925700" y="154638"/>
                  <a:pt x="912423" y="154638"/>
                </a:cubicBezTo>
                <a:cubicBezTo>
                  <a:pt x="888496" y="154638"/>
                  <a:pt x="869964" y="145776"/>
                  <a:pt x="856829" y="128050"/>
                </a:cubicBezTo>
                <a:cubicBezTo>
                  <a:pt x="847031" y="114864"/>
                  <a:pt x="842132" y="99337"/>
                  <a:pt x="842132" y="81469"/>
                </a:cubicBezTo>
                <a:cubicBezTo>
                  <a:pt x="842132" y="67076"/>
                  <a:pt x="845363" y="53854"/>
                  <a:pt x="851824" y="41801"/>
                </a:cubicBezTo>
                <a:cubicBezTo>
                  <a:pt x="858285" y="29749"/>
                  <a:pt x="867178" y="20408"/>
                  <a:pt x="878502" y="13778"/>
                </a:cubicBezTo>
                <a:cubicBezTo>
                  <a:pt x="889827" y="7149"/>
                  <a:pt x="902199" y="3834"/>
                  <a:pt x="915618" y="3834"/>
                </a:cubicBezTo>
                <a:cubicBezTo>
                  <a:pt x="926055" y="3834"/>
                  <a:pt x="936350" y="6390"/>
                  <a:pt x="946503" y="11502"/>
                </a:cubicBezTo>
                <a:cubicBezTo>
                  <a:pt x="949485" y="13064"/>
                  <a:pt x="951615" y="13845"/>
                  <a:pt x="952893" y="13845"/>
                </a:cubicBezTo>
                <a:cubicBezTo>
                  <a:pt x="954810" y="13845"/>
                  <a:pt x="956478" y="13171"/>
                  <a:pt x="957898" y="11822"/>
                </a:cubicBezTo>
                <a:cubicBezTo>
                  <a:pt x="959744" y="9905"/>
                  <a:pt x="961058" y="7242"/>
                  <a:pt x="961839" y="3834"/>
                </a:cubicBezTo>
                <a:lnTo>
                  <a:pt x="965566" y="3834"/>
                </a:lnTo>
                <a:close/>
                <a:moveTo>
                  <a:pt x="1034262" y="51120"/>
                </a:moveTo>
                <a:cubicBezTo>
                  <a:pt x="1049030" y="51120"/>
                  <a:pt x="1060887" y="56724"/>
                  <a:pt x="1069833" y="67931"/>
                </a:cubicBezTo>
                <a:cubicBezTo>
                  <a:pt x="1077430" y="77505"/>
                  <a:pt x="1081229" y="88498"/>
                  <a:pt x="1081229" y="100912"/>
                </a:cubicBezTo>
                <a:cubicBezTo>
                  <a:pt x="1081229" y="109637"/>
                  <a:pt x="1079134" y="118467"/>
                  <a:pt x="1074945" y="127404"/>
                </a:cubicBezTo>
                <a:cubicBezTo>
                  <a:pt x="1070756" y="136339"/>
                  <a:pt x="1064987" y="143077"/>
                  <a:pt x="1057639" y="147616"/>
                </a:cubicBezTo>
                <a:cubicBezTo>
                  <a:pt x="1050290" y="152156"/>
                  <a:pt x="1042108" y="154425"/>
                  <a:pt x="1033091" y="154425"/>
                </a:cubicBezTo>
                <a:cubicBezTo>
                  <a:pt x="1018393" y="154425"/>
                  <a:pt x="1006714" y="148574"/>
                  <a:pt x="998052" y="136870"/>
                </a:cubicBezTo>
                <a:cubicBezTo>
                  <a:pt x="990739" y="127012"/>
                  <a:pt x="987082" y="115948"/>
                  <a:pt x="987082" y="103678"/>
                </a:cubicBezTo>
                <a:cubicBezTo>
                  <a:pt x="987082" y="94741"/>
                  <a:pt x="989301" y="85857"/>
                  <a:pt x="993739" y="77026"/>
                </a:cubicBezTo>
                <a:cubicBezTo>
                  <a:pt x="998176" y="68196"/>
                  <a:pt x="1004016" y="61670"/>
                  <a:pt x="1011258" y="57450"/>
                </a:cubicBezTo>
                <a:cubicBezTo>
                  <a:pt x="1018500" y="53230"/>
                  <a:pt x="1026168" y="51120"/>
                  <a:pt x="1034262" y="51120"/>
                </a:cubicBezTo>
                <a:moveTo>
                  <a:pt x="1030961" y="58149"/>
                </a:moveTo>
                <a:cubicBezTo>
                  <a:pt x="1027197" y="58149"/>
                  <a:pt x="1023417" y="59266"/>
                  <a:pt x="1019618" y="61501"/>
                </a:cubicBezTo>
                <a:cubicBezTo>
                  <a:pt x="1015820" y="63735"/>
                  <a:pt x="1012749" y="67653"/>
                  <a:pt x="1010406" y="73256"/>
                </a:cubicBezTo>
                <a:cubicBezTo>
                  <a:pt x="1008063" y="78858"/>
                  <a:pt x="1006891" y="86056"/>
                  <a:pt x="1006891" y="94849"/>
                </a:cubicBezTo>
                <a:cubicBezTo>
                  <a:pt x="1006891" y="109031"/>
                  <a:pt x="1009714" y="121264"/>
                  <a:pt x="1015358" y="131548"/>
                </a:cubicBezTo>
                <a:cubicBezTo>
                  <a:pt x="1021003" y="141830"/>
                  <a:pt x="1028440" y="146970"/>
                  <a:pt x="1037670" y="146970"/>
                </a:cubicBezTo>
                <a:cubicBezTo>
                  <a:pt x="1044557" y="146970"/>
                  <a:pt x="1050237" y="144134"/>
                  <a:pt x="1054710" y="138460"/>
                </a:cubicBezTo>
                <a:cubicBezTo>
                  <a:pt x="1059183" y="132787"/>
                  <a:pt x="1061420" y="123037"/>
                  <a:pt x="1061420" y="109209"/>
                </a:cubicBezTo>
                <a:cubicBezTo>
                  <a:pt x="1061420" y="91905"/>
                  <a:pt x="1057692" y="78289"/>
                  <a:pt x="1050237" y="68360"/>
                </a:cubicBezTo>
                <a:cubicBezTo>
                  <a:pt x="1045196" y="61553"/>
                  <a:pt x="1038771" y="58149"/>
                  <a:pt x="1030961" y="58149"/>
                </a:cubicBezTo>
                <a:close/>
                <a:moveTo>
                  <a:pt x="1124041" y="71781"/>
                </a:moveTo>
                <a:cubicBezTo>
                  <a:pt x="1135472" y="58007"/>
                  <a:pt x="1146370" y="51120"/>
                  <a:pt x="1156736" y="51120"/>
                </a:cubicBezTo>
                <a:cubicBezTo>
                  <a:pt x="1162061" y="51120"/>
                  <a:pt x="1166641" y="52449"/>
                  <a:pt x="1170475" y="55107"/>
                </a:cubicBezTo>
                <a:cubicBezTo>
                  <a:pt x="1174309" y="57763"/>
                  <a:pt x="1177362" y="62137"/>
                  <a:pt x="1179634" y="68230"/>
                </a:cubicBezTo>
                <a:cubicBezTo>
                  <a:pt x="1181196" y="72479"/>
                  <a:pt x="1181977" y="78997"/>
                  <a:pt x="1181977" y="87783"/>
                </a:cubicBezTo>
                <a:lnTo>
                  <a:pt x="1181977" y="129331"/>
                </a:lnTo>
                <a:cubicBezTo>
                  <a:pt x="1181977" y="135495"/>
                  <a:pt x="1182474" y="139675"/>
                  <a:pt x="1183468" y="141872"/>
                </a:cubicBezTo>
                <a:cubicBezTo>
                  <a:pt x="1184249" y="143642"/>
                  <a:pt x="1185509" y="145024"/>
                  <a:pt x="1187248" y="146015"/>
                </a:cubicBezTo>
                <a:cubicBezTo>
                  <a:pt x="1188988" y="147007"/>
                  <a:pt x="1192201" y="147503"/>
                  <a:pt x="1196887" y="147503"/>
                </a:cubicBezTo>
                <a:lnTo>
                  <a:pt x="1196887" y="151443"/>
                </a:lnTo>
                <a:lnTo>
                  <a:pt x="1148642" y="151443"/>
                </a:lnTo>
                <a:lnTo>
                  <a:pt x="1148642" y="147503"/>
                </a:lnTo>
                <a:lnTo>
                  <a:pt x="1150666" y="147503"/>
                </a:lnTo>
                <a:cubicBezTo>
                  <a:pt x="1155210" y="147503"/>
                  <a:pt x="1158387" y="146814"/>
                  <a:pt x="1160197" y="145436"/>
                </a:cubicBezTo>
                <a:cubicBezTo>
                  <a:pt x="1162008" y="144058"/>
                  <a:pt x="1163268" y="142028"/>
                  <a:pt x="1163978" y="139346"/>
                </a:cubicBezTo>
                <a:cubicBezTo>
                  <a:pt x="1164262" y="138285"/>
                  <a:pt x="1164404" y="134965"/>
                  <a:pt x="1164404" y="129385"/>
                </a:cubicBezTo>
                <a:lnTo>
                  <a:pt x="1164404" y="89650"/>
                </a:lnTo>
                <a:cubicBezTo>
                  <a:pt x="1164404" y="80822"/>
                  <a:pt x="1163250" y="74412"/>
                  <a:pt x="1160943" y="70420"/>
                </a:cubicBezTo>
                <a:cubicBezTo>
                  <a:pt x="1158635" y="66428"/>
                  <a:pt x="1154748" y="64433"/>
                  <a:pt x="1149281" y="64433"/>
                </a:cubicBezTo>
                <a:cubicBezTo>
                  <a:pt x="1140832" y="64433"/>
                  <a:pt x="1132419" y="69024"/>
                  <a:pt x="1124041" y="78208"/>
                </a:cubicBezTo>
                <a:lnTo>
                  <a:pt x="1124041" y="129385"/>
                </a:lnTo>
                <a:cubicBezTo>
                  <a:pt x="1124041" y="135954"/>
                  <a:pt x="1124431" y="140016"/>
                  <a:pt x="1125212" y="141569"/>
                </a:cubicBezTo>
                <a:cubicBezTo>
                  <a:pt x="1126206" y="143617"/>
                  <a:pt x="1127573" y="145118"/>
                  <a:pt x="1129312" y="146072"/>
                </a:cubicBezTo>
                <a:cubicBezTo>
                  <a:pt x="1131052" y="147026"/>
                  <a:pt x="1134584" y="147503"/>
                  <a:pt x="1139909" y="147503"/>
                </a:cubicBezTo>
                <a:lnTo>
                  <a:pt x="1139909" y="151443"/>
                </a:lnTo>
                <a:lnTo>
                  <a:pt x="1091664" y="151443"/>
                </a:lnTo>
                <a:lnTo>
                  <a:pt x="1091664" y="147503"/>
                </a:lnTo>
                <a:lnTo>
                  <a:pt x="1093794" y="147503"/>
                </a:lnTo>
                <a:cubicBezTo>
                  <a:pt x="1098764" y="147503"/>
                  <a:pt x="1102119" y="146246"/>
                  <a:pt x="1103859" y="143732"/>
                </a:cubicBezTo>
                <a:cubicBezTo>
                  <a:pt x="1105598" y="141216"/>
                  <a:pt x="1106468" y="136416"/>
                  <a:pt x="1106468" y="129331"/>
                </a:cubicBezTo>
                <a:lnTo>
                  <a:pt x="1106468" y="93201"/>
                </a:lnTo>
                <a:cubicBezTo>
                  <a:pt x="1106468" y="81513"/>
                  <a:pt x="1106202" y="74394"/>
                  <a:pt x="1105669" y="71844"/>
                </a:cubicBezTo>
                <a:cubicBezTo>
                  <a:pt x="1105137" y="69293"/>
                  <a:pt x="1104320" y="67557"/>
                  <a:pt x="1103220" y="66636"/>
                </a:cubicBezTo>
                <a:cubicBezTo>
                  <a:pt x="1102119" y="65715"/>
                  <a:pt x="1100646" y="65255"/>
                  <a:pt x="1098800" y="65255"/>
                </a:cubicBezTo>
                <a:cubicBezTo>
                  <a:pt x="1096812" y="65255"/>
                  <a:pt x="1094433" y="65786"/>
                  <a:pt x="1091664" y="66849"/>
                </a:cubicBezTo>
                <a:lnTo>
                  <a:pt x="1090067" y="63022"/>
                </a:lnTo>
                <a:lnTo>
                  <a:pt x="1119461" y="51120"/>
                </a:lnTo>
                <a:lnTo>
                  <a:pt x="1124041" y="51120"/>
                </a:lnTo>
                <a:lnTo>
                  <a:pt x="1124041" y="71781"/>
                </a:lnTo>
                <a:close/>
                <a:moveTo>
                  <a:pt x="1273568" y="140474"/>
                </a:moveTo>
                <a:cubicBezTo>
                  <a:pt x="1268811" y="145444"/>
                  <a:pt x="1264161" y="149012"/>
                  <a:pt x="1259617" y="151177"/>
                </a:cubicBezTo>
                <a:cubicBezTo>
                  <a:pt x="1255073" y="153343"/>
                  <a:pt x="1250174" y="154425"/>
                  <a:pt x="1244920" y="154425"/>
                </a:cubicBezTo>
                <a:cubicBezTo>
                  <a:pt x="1234270" y="154425"/>
                  <a:pt x="1224969" y="149980"/>
                  <a:pt x="1217017" y="141090"/>
                </a:cubicBezTo>
                <a:cubicBezTo>
                  <a:pt x="1209065" y="132197"/>
                  <a:pt x="1205089" y="120770"/>
                  <a:pt x="1205089" y="106810"/>
                </a:cubicBezTo>
                <a:cubicBezTo>
                  <a:pt x="1205089" y="92852"/>
                  <a:pt x="1209491" y="80080"/>
                  <a:pt x="1218295" y="68496"/>
                </a:cubicBezTo>
                <a:cubicBezTo>
                  <a:pt x="1227099" y="56912"/>
                  <a:pt x="1238423" y="51120"/>
                  <a:pt x="1252268" y="51120"/>
                </a:cubicBezTo>
                <a:cubicBezTo>
                  <a:pt x="1260859" y="51120"/>
                  <a:pt x="1267959" y="53854"/>
                  <a:pt x="1273568" y="59321"/>
                </a:cubicBezTo>
                <a:lnTo>
                  <a:pt x="1273568" y="41282"/>
                </a:lnTo>
                <a:cubicBezTo>
                  <a:pt x="1273568" y="30089"/>
                  <a:pt x="1273302" y="23208"/>
                  <a:pt x="1272770" y="20641"/>
                </a:cubicBezTo>
                <a:cubicBezTo>
                  <a:pt x="1272237" y="18074"/>
                  <a:pt x="1271403" y="16328"/>
                  <a:pt x="1270267" y="15403"/>
                </a:cubicBezTo>
                <a:cubicBezTo>
                  <a:pt x="1269131" y="14475"/>
                  <a:pt x="1267711" y="14011"/>
                  <a:pt x="1266007" y="14011"/>
                </a:cubicBezTo>
                <a:cubicBezTo>
                  <a:pt x="1264161" y="14011"/>
                  <a:pt x="1261711" y="14582"/>
                  <a:pt x="1258658" y="15722"/>
                </a:cubicBezTo>
                <a:lnTo>
                  <a:pt x="1257274" y="11978"/>
                </a:lnTo>
                <a:lnTo>
                  <a:pt x="1286348" y="0"/>
                </a:lnTo>
                <a:lnTo>
                  <a:pt x="1291141" y="0"/>
                </a:lnTo>
                <a:lnTo>
                  <a:pt x="1291141" y="112784"/>
                </a:lnTo>
                <a:cubicBezTo>
                  <a:pt x="1291141" y="124215"/>
                  <a:pt x="1291407" y="131191"/>
                  <a:pt x="1291940" y="133711"/>
                </a:cubicBezTo>
                <a:cubicBezTo>
                  <a:pt x="1292472" y="136232"/>
                  <a:pt x="1293324" y="137989"/>
                  <a:pt x="1294496" y="138983"/>
                </a:cubicBezTo>
                <a:cubicBezTo>
                  <a:pt x="1295667" y="139977"/>
                  <a:pt x="1297034" y="140474"/>
                  <a:pt x="1298596" y="140474"/>
                </a:cubicBezTo>
                <a:cubicBezTo>
                  <a:pt x="1300513" y="140474"/>
                  <a:pt x="1303069" y="139870"/>
                  <a:pt x="1306264" y="138663"/>
                </a:cubicBezTo>
                <a:lnTo>
                  <a:pt x="1307435" y="142391"/>
                </a:lnTo>
                <a:lnTo>
                  <a:pt x="1278467" y="154425"/>
                </a:lnTo>
                <a:lnTo>
                  <a:pt x="1273568" y="154425"/>
                </a:lnTo>
                <a:lnTo>
                  <a:pt x="1273568" y="140474"/>
                </a:lnTo>
                <a:moveTo>
                  <a:pt x="1273568" y="133042"/>
                </a:moveTo>
                <a:lnTo>
                  <a:pt x="1273568" y="82901"/>
                </a:lnTo>
                <a:cubicBezTo>
                  <a:pt x="1273142" y="78084"/>
                  <a:pt x="1271864" y="73693"/>
                  <a:pt x="1269734" y="69728"/>
                </a:cubicBezTo>
                <a:cubicBezTo>
                  <a:pt x="1267604" y="65761"/>
                  <a:pt x="1264782" y="62769"/>
                  <a:pt x="1261267" y="60752"/>
                </a:cubicBezTo>
                <a:cubicBezTo>
                  <a:pt x="1257753" y="58733"/>
                  <a:pt x="1254327" y="57723"/>
                  <a:pt x="1250990" y="57723"/>
                </a:cubicBezTo>
                <a:cubicBezTo>
                  <a:pt x="1244742" y="57723"/>
                  <a:pt x="1239169" y="60521"/>
                  <a:pt x="1234270" y="66117"/>
                </a:cubicBezTo>
                <a:cubicBezTo>
                  <a:pt x="1227809" y="73481"/>
                  <a:pt x="1224578" y="84245"/>
                  <a:pt x="1224578" y="98410"/>
                </a:cubicBezTo>
                <a:cubicBezTo>
                  <a:pt x="1224578" y="112716"/>
                  <a:pt x="1227702" y="123677"/>
                  <a:pt x="1233950" y="131292"/>
                </a:cubicBezTo>
                <a:cubicBezTo>
                  <a:pt x="1240198" y="138904"/>
                  <a:pt x="1247156" y="142710"/>
                  <a:pt x="1254824" y="142710"/>
                </a:cubicBezTo>
                <a:cubicBezTo>
                  <a:pt x="1261285" y="142710"/>
                  <a:pt x="1267533" y="139488"/>
                  <a:pt x="1273568" y="133042"/>
                </a:cubicBezTo>
                <a:close/>
                <a:moveTo>
                  <a:pt x="1338532" y="0"/>
                </a:moveTo>
                <a:cubicBezTo>
                  <a:pt x="1341514" y="0"/>
                  <a:pt x="1344053" y="1053"/>
                  <a:pt x="1346147" y="3158"/>
                </a:cubicBezTo>
                <a:cubicBezTo>
                  <a:pt x="1348242" y="5262"/>
                  <a:pt x="1349289" y="7812"/>
                  <a:pt x="1349289" y="10810"/>
                </a:cubicBezTo>
                <a:cubicBezTo>
                  <a:pt x="1349289" y="13807"/>
                  <a:pt x="1348242" y="16377"/>
                  <a:pt x="1346147" y="18518"/>
                </a:cubicBezTo>
                <a:cubicBezTo>
                  <a:pt x="1344053" y="20657"/>
                  <a:pt x="1341514" y="21726"/>
                  <a:pt x="1338532" y="21726"/>
                </a:cubicBezTo>
                <a:cubicBezTo>
                  <a:pt x="1335550" y="21726"/>
                  <a:pt x="1332994" y="20657"/>
                  <a:pt x="1330864" y="18518"/>
                </a:cubicBezTo>
                <a:cubicBezTo>
                  <a:pt x="1328734" y="16377"/>
                  <a:pt x="1327669" y="13807"/>
                  <a:pt x="1327669" y="10810"/>
                </a:cubicBezTo>
                <a:cubicBezTo>
                  <a:pt x="1327669" y="7812"/>
                  <a:pt x="1328717" y="5262"/>
                  <a:pt x="1330811" y="3158"/>
                </a:cubicBezTo>
                <a:cubicBezTo>
                  <a:pt x="1332906" y="1053"/>
                  <a:pt x="1335479" y="0"/>
                  <a:pt x="1338532" y="0"/>
                </a:cubicBezTo>
                <a:moveTo>
                  <a:pt x="1347372" y="51120"/>
                </a:moveTo>
                <a:lnTo>
                  <a:pt x="1347372" y="129331"/>
                </a:lnTo>
                <a:cubicBezTo>
                  <a:pt x="1347372" y="135424"/>
                  <a:pt x="1347816" y="139480"/>
                  <a:pt x="1348703" y="141499"/>
                </a:cubicBezTo>
                <a:cubicBezTo>
                  <a:pt x="1349591" y="143518"/>
                  <a:pt x="1350904" y="145024"/>
                  <a:pt x="1352644" y="146015"/>
                </a:cubicBezTo>
                <a:cubicBezTo>
                  <a:pt x="1354383" y="147007"/>
                  <a:pt x="1357561" y="147503"/>
                  <a:pt x="1362176" y="147503"/>
                </a:cubicBezTo>
                <a:lnTo>
                  <a:pt x="1362176" y="151443"/>
                </a:lnTo>
                <a:lnTo>
                  <a:pt x="1314783" y="151443"/>
                </a:lnTo>
                <a:lnTo>
                  <a:pt x="1314783" y="147503"/>
                </a:lnTo>
                <a:cubicBezTo>
                  <a:pt x="1319540" y="147503"/>
                  <a:pt x="1322735" y="147043"/>
                  <a:pt x="1324368" y="146122"/>
                </a:cubicBezTo>
                <a:cubicBezTo>
                  <a:pt x="1326001" y="145201"/>
                  <a:pt x="1327297" y="143678"/>
                  <a:pt x="1328255" y="141552"/>
                </a:cubicBezTo>
                <a:cubicBezTo>
                  <a:pt x="1329214" y="139427"/>
                  <a:pt x="1329693" y="135353"/>
                  <a:pt x="1329693" y="129331"/>
                </a:cubicBezTo>
                <a:lnTo>
                  <a:pt x="1329693" y="91820"/>
                </a:lnTo>
                <a:cubicBezTo>
                  <a:pt x="1329693" y="81263"/>
                  <a:pt x="1329373" y="74427"/>
                  <a:pt x="1328734" y="71312"/>
                </a:cubicBezTo>
                <a:cubicBezTo>
                  <a:pt x="1328237" y="69044"/>
                  <a:pt x="1327456" y="67468"/>
                  <a:pt x="1326391" y="66583"/>
                </a:cubicBezTo>
                <a:cubicBezTo>
                  <a:pt x="1325326" y="65697"/>
                  <a:pt x="1323871" y="65255"/>
                  <a:pt x="1322025" y="65255"/>
                </a:cubicBezTo>
                <a:cubicBezTo>
                  <a:pt x="1320037" y="65255"/>
                  <a:pt x="1317623" y="65786"/>
                  <a:pt x="1314783" y="66849"/>
                </a:cubicBezTo>
                <a:lnTo>
                  <a:pt x="1313292" y="63022"/>
                </a:lnTo>
                <a:lnTo>
                  <a:pt x="1342686" y="51120"/>
                </a:lnTo>
                <a:lnTo>
                  <a:pt x="1347372" y="51120"/>
                </a:lnTo>
                <a:close/>
                <a:moveTo>
                  <a:pt x="1402683" y="21726"/>
                </a:moveTo>
                <a:lnTo>
                  <a:pt x="1402683" y="53889"/>
                </a:lnTo>
                <a:lnTo>
                  <a:pt x="1425474" y="53889"/>
                </a:lnTo>
                <a:lnTo>
                  <a:pt x="1425474" y="61344"/>
                </a:lnTo>
                <a:lnTo>
                  <a:pt x="1402683" y="61344"/>
                </a:lnTo>
                <a:lnTo>
                  <a:pt x="1402683" y="124519"/>
                </a:lnTo>
                <a:cubicBezTo>
                  <a:pt x="1402683" y="130831"/>
                  <a:pt x="1403588" y="135087"/>
                  <a:pt x="1405399" y="137286"/>
                </a:cubicBezTo>
                <a:cubicBezTo>
                  <a:pt x="1407209" y="139482"/>
                  <a:pt x="1409535" y="140580"/>
                  <a:pt x="1412375" y="140580"/>
                </a:cubicBezTo>
                <a:cubicBezTo>
                  <a:pt x="1414718" y="140580"/>
                  <a:pt x="1416990" y="139853"/>
                  <a:pt x="1419191" y="138397"/>
                </a:cubicBezTo>
                <a:cubicBezTo>
                  <a:pt x="1421392" y="136942"/>
                  <a:pt x="1423096" y="134794"/>
                  <a:pt x="1424303" y="131954"/>
                </a:cubicBezTo>
                <a:lnTo>
                  <a:pt x="1428456" y="131954"/>
                </a:lnTo>
                <a:cubicBezTo>
                  <a:pt x="1425971" y="138932"/>
                  <a:pt x="1422457" y="144209"/>
                  <a:pt x="1417913" y="147786"/>
                </a:cubicBezTo>
                <a:cubicBezTo>
                  <a:pt x="1413369" y="151360"/>
                  <a:pt x="1408683" y="153147"/>
                  <a:pt x="1403855" y="153147"/>
                </a:cubicBezTo>
                <a:cubicBezTo>
                  <a:pt x="1400589" y="153147"/>
                  <a:pt x="1397394" y="152241"/>
                  <a:pt x="1394270" y="150428"/>
                </a:cubicBezTo>
                <a:cubicBezTo>
                  <a:pt x="1391146" y="148616"/>
                  <a:pt x="1388838" y="146022"/>
                  <a:pt x="1387347" y="142647"/>
                </a:cubicBezTo>
                <a:cubicBezTo>
                  <a:pt x="1385856" y="139270"/>
                  <a:pt x="1385111" y="134063"/>
                  <a:pt x="1385111" y="127025"/>
                </a:cubicBezTo>
                <a:lnTo>
                  <a:pt x="1385111" y="61344"/>
                </a:lnTo>
                <a:lnTo>
                  <a:pt x="1369668" y="61344"/>
                </a:lnTo>
                <a:lnTo>
                  <a:pt x="1369668" y="57830"/>
                </a:lnTo>
                <a:cubicBezTo>
                  <a:pt x="1373573" y="56263"/>
                  <a:pt x="1377567" y="53611"/>
                  <a:pt x="1381649" y="49872"/>
                </a:cubicBezTo>
                <a:cubicBezTo>
                  <a:pt x="1385732" y="46134"/>
                  <a:pt x="1389371" y="41700"/>
                  <a:pt x="1392566" y="36573"/>
                </a:cubicBezTo>
                <a:cubicBezTo>
                  <a:pt x="1394199" y="33868"/>
                  <a:pt x="1396471" y="28919"/>
                  <a:pt x="1399382" y="21726"/>
                </a:cubicBezTo>
                <a:lnTo>
                  <a:pt x="1402683" y="21726"/>
                </a:lnTo>
                <a:close/>
                <a:moveTo>
                  <a:pt x="1459804" y="0"/>
                </a:moveTo>
                <a:cubicBezTo>
                  <a:pt x="1462786" y="0"/>
                  <a:pt x="1465324" y="1053"/>
                  <a:pt x="1467419" y="3158"/>
                </a:cubicBezTo>
                <a:cubicBezTo>
                  <a:pt x="1469513" y="5262"/>
                  <a:pt x="1470560" y="7812"/>
                  <a:pt x="1470560" y="10810"/>
                </a:cubicBezTo>
                <a:cubicBezTo>
                  <a:pt x="1470560" y="13807"/>
                  <a:pt x="1469513" y="16377"/>
                  <a:pt x="1467419" y="18518"/>
                </a:cubicBezTo>
                <a:cubicBezTo>
                  <a:pt x="1465324" y="20657"/>
                  <a:pt x="1462786" y="21726"/>
                  <a:pt x="1459804" y="21726"/>
                </a:cubicBezTo>
                <a:cubicBezTo>
                  <a:pt x="1456822" y="21726"/>
                  <a:pt x="1454266" y="20657"/>
                  <a:pt x="1452136" y="18518"/>
                </a:cubicBezTo>
                <a:cubicBezTo>
                  <a:pt x="1450006" y="16377"/>
                  <a:pt x="1448941" y="13807"/>
                  <a:pt x="1448941" y="10810"/>
                </a:cubicBezTo>
                <a:cubicBezTo>
                  <a:pt x="1448941" y="7812"/>
                  <a:pt x="1449988" y="5262"/>
                  <a:pt x="1452083" y="3158"/>
                </a:cubicBezTo>
                <a:cubicBezTo>
                  <a:pt x="1454177" y="1053"/>
                  <a:pt x="1456751" y="0"/>
                  <a:pt x="1459804" y="0"/>
                </a:cubicBezTo>
                <a:moveTo>
                  <a:pt x="1468643" y="51120"/>
                </a:moveTo>
                <a:lnTo>
                  <a:pt x="1468643" y="129331"/>
                </a:lnTo>
                <a:cubicBezTo>
                  <a:pt x="1468643" y="135424"/>
                  <a:pt x="1469087" y="139480"/>
                  <a:pt x="1469975" y="141499"/>
                </a:cubicBezTo>
                <a:cubicBezTo>
                  <a:pt x="1470862" y="143518"/>
                  <a:pt x="1472176" y="145024"/>
                  <a:pt x="1473915" y="146015"/>
                </a:cubicBezTo>
                <a:cubicBezTo>
                  <a:pt x="1475655" y="147007"/>
                  <a:pt x="1478832" y="147503"/>
                  <a:pt x="1483447" y="147503"/>
                </a:cubicBezTo>
                <a:lnTo>
                  <a:pt x="1483447" y="151443"/>
                </a:lnTo>
                <a:lnTo>
                  <a:pt x="1436054" y="151443"/>
                </a:lnTo>
                <a:lnTo>
                  <a:pt x="1436054" y="147503"/>
                </a:lnTo>
                <a:cubicBezTo>
                  <a:pt x="1440811" y="147503"/>
                  <a:pt x="1444006" y="147043"/>
                  <a:pt x="1445639" y="146122"/>
                </a:cubicBezTo>
                <a:cubicBezTo>
                  <a:pt x="1447272" y="145201"/>
                  <a:pt x="1448568" y="143678"/>
                  <a:pt x="1449527" y="141552"/>
                </a:cubicBezTo>
                <a:cubicBezTo>
                  <a:pt x="1450485" y="139427"/>
                  <a:pt x="1450964" y="135353"/>
                  <a:pt x="1450964" y="129331"/>
                </a:cubicBezTo>
                <a:lnTo>
                  <a:pt x="1450964" y="91820"/>
                </a:lnTo>
                <a:cubicBezTo>
                  <a:pt x="1450964" y="81263"/>
                  <a:pt x="1450645" y="74427"/>
                  <a:pt x="1450006" y="71312"/>
                </a:cubicBezTo>
                <a:cubicBezTo>
                  <a:pt x="1449509" y="69044"/>
                  <a:pt x="1448728" y="67468"/>
                  <a:pt x="1447663" y="66583"/>
                </a:cubicBezTo>
                <a:cubicBezTo>
                  <a:pt x="1446598" y="65697"/>
                  <a:pt x="1445142" y="65255"/>
                  <a:pt x="1443296" y="65255"/>
                </a:cubicBezTo>
                <a:cubicBezTo>
                  <a:pt x="1441308" y="65255"/>
                  <a:pt x="1438894" y="65786"/>
                  <a:pt x="1436054" y="66849"/>
                </a:cubicBezTo>
                <a:lnTo>
                  <a:pt x="1434563" y="63022"/>
                </a:lnTo>
                <a:lnTo>
                  <a:pt x="1463957" y="51120"/>
                </a:lnTo>
                <a:lnTo>
                  <a:pt x="1468643" y="51120"/>
                </a:lnTo>
                <a:close/>
                <a:moveTo>
                  <a:pt x="1543338" y="51120"/>
                </a:moveTo>
                <a:cubicBezTo>
                  <a:pt x="1558106" y="51120"/>
                  <a:pt x="1569963" y="56724"/>
                  <a:pt x="1578909" y="67931"/>
                </a:cubicBezTo>
                <a:cubicBezTo>
                  <a:pt x="1586506" y="77505"/>
                  <a:pt x="1590305" y="88498"/>
                  <a:pt x="1590305" y="100912"/>
                </a:cubicBezTo>
                <a:cubicBezTo>
                  <a:pt x="1590305" y="109637"/>
                  <a:pt x="1588210" y="118467"/>
                  <a:pt x="1584021" y="127404"/>
                </a:cubicBezTo>
                <a:cubicBezTo>
                  <a:pt x="1579832" y="136339"/>
                  <a:pt x="1574063" y="143077"/>
                  <a:pt x="1566715" y="147616"/>
                </a:cubicBezTo>
                <a:cubicBezTo>
                  <a:pt x="1559366" y="152156"/>
                  <a:pt x="1551183" y="154425"/>
                  <a:pt x="1542166" y="154425"/>
                </a:cubicBezTo>
                <a:cubicBezTo>
                  <a:pt x="1527469" y="154425"/>
                  <a:pt x="1515790" y="148574"/>
                  <a:pt x="1507128" y="136870"/>
                </a:cubicBezTo>
                <a:cubicBezTo>
                  <a:pt x="1499815" y="127012"/>
                  <a:pt x="1496158" y="115948"/>
                  <a:pt x="1496158" y="103678"/>
                </a:cubicBezTo>
                <a:cubicBezTo>
                  <a:pt x="1496158" y="94741"/>
                  <a:pt x="1498377" y="85857"/>
                  <a:pt x="1502815" y="77026"/>
                </a:cubicBezTo>
                <a:cubicBezTo>
                  <a:pt x="1507252" y="68196"/>
                  <a:pt x="1513092" y="61670"/>
                  <a:pt x="1520334" y="57450"/>
                </a:cubicBezTo>
                <a:cubicBezTo>
                  <a:pt x="1527576" y="53230"/>
                  <a:pt x="1535244" y="51120"/>
                  <a:pt x="1543338" y="51120"/>
                </a:cubicBezTo>
                <a:moveTo>
                  <a:pt x="1540036" y="58149"/>
                </a:moveTo>
                <a:cubicBezTo>
                  <a:pt x="1536273" y="58149"/>
                  <a:pt x="1532493" y="59266"/>
                  <a:pt x="1528694" y="61501"/>
                </a:cubicBezTo>
                <a:cubicBezTo>
                  <a:pt x="1524896" y="63735"/>
                  <a:pt x="1521825" y="67653"/>
                  <a:pt x="1519482" y="73256"/>
                </a:cubicBezTo>
                <a:cubicBezTo>
                  <a:pt x="1517139" y="78858"/>
                  <a:pt x="1515967" y="86056"/>
                  <a:pt x="1515967" y="94849"/>
                </a:cubicBezTo>
                <a:cubicBezTo>
                  <a:pt x="1515967" y="109031"/>
                  <a:pt x="1518790" y="121264"/>
                  <a:pt x="1524434" y="131548"/>
                </a:cubicBezTo>
                <a:cubicBezTo>
                  <a:pt x="1530079" y="141830"/>
                  <a:pt x="1537516" y="146970"/>
                  <a:pt x="1546746" y="146970"/>
                </a:cubicBezTo>
                <a:cubicBezTo>
                  <a:pt x="1553633" y="146970"/>
                  <a:pt x="1559313" y="144134"/>
                  <a:pt x="1563786" y="138460"/>
                </a:cubicBezTo>
                <a:cubicBezTo>
                  <a:pt x="1568259" y="132787"/>
                  <a:pt x="1570496" y="123037"/>
                  <a:pt x="1570496" y="109209"/>
                </a:cubicBezTo>
                <a:cubicBezTo>
                  <a:pt x="1570496" y="91905"/>
                  <a:pt x="1566768" y="78289"/>
                  <a:pt x="1559313" y="68360"/>
                </a:cubicBezTo>
                <a:cubicBezTo>
                  <a:pt x="1554272" y="61553"/>
                  <a:pt x="1547846" y="58149"/>
                  <a:pt x="1540036" y="58149"/>
                </a:cubicBezTo>
                <a:close/>
                <a:moveTo>
                  <a:pt x="1633117" y="71781"/>
                </a:moveTo>
                <a:cubicBezTo>
                  <a:pt x="1644548" y="58007"/>
                  <a:pt x="1655446" y="51120"/>
                  <a:pt x="1665812" y="51120"/>
                </a:cubicBezTo>
                <a:cubicBezTo>
                  <a:pt x="1671137" y="51120"/>
                  <a:pt x="1675717" y="52449"/>
                  <a:pt x="1679551" y="55107"/>
                </a:cubicBezTo>
                <a:cubicBezTo>
                  <a:pt x="1683385" y="57763"/>
                  <a:pt x="1686438" y="62137"/>
                  <a:pt x="1688710" y="68230"/>
                </a:cubicBezTo>
                <a:cubicBezTo>
                  <a:pt x="1690272" y="72479"/>
                  <a:pt x="1691053" y="78997"/>
                  <a:pt x="1691053" y="87783"/>
                </a:cubicBezTo>
                <a:lnTo>
                  <a:pt x="1691053" y="129331"/>
                </a:lnTo>
                <a:cubicBezTo>
                  <a:pt x="1691053" y="135495"/>
                  <a:pt x="1691550" y="139675"/>
                  <a:pt x="1692544" y="141872"/>
                </a:cubicBezTo>
                <a:cubicBezTo>
                  <a:pt x="1693325" y="143642"/>
                  <a:pt x="1694585" y="145024"/>
                  <a:pt x="1696325" y="146015"/>
                </a:cubicBezTo>
                <a:cubicBezTo>
                  <a:pt x="1698064" y="147007"/>
                  <a:pt x="1701277" y="147503"/>
                  <a:pt x="1705963" y="147503"/>
                </a:cubicBezTo>
                <a:lnTo>
                  <a:pt x="1705963" y="151443"/>
                </a:lnTo>
                <a:lnTo>
                  <a:pt x="1657718" y="151443"/>
                </a:lnTo>
                <a:lnTo>
                  <a:pt x="1657718" y="147503"/>
                </a:lnTo>
                <a:lnTo>
                  <a:pt x="1659742" y="147503"/>
                </a:lnTo>
                <a:cubicBezTo>
                  <a:pt x="1664286" y="147503"/>
                  <a:pt x="1667463" y="146814"/>
                  <a:pt x="1669274" y="145436"/>
                </a:cubicBezTo>
                <a:cubicBezTo>
                  <a:pt x="1671084" y="144058"/>
                  <a:pt x="1672344" y="142028"/>
                  <a:pt x="1673054" y="139346"/>
                </a:cubicBezTo>
                <a:cubicBezTo>
                  <a:pt x="1673338" y="138285"/>
                  <a:pt x="1673480" y="134965"/>
                  <a:pt x="1673480" y="129385"/>
                </a:cubicBezTo>
                <a:lnTo>
                  <a:pt x="1673480" y="89650"/>
                </a:lnTo>
                <a:cubicBezTo>
                  <a:pt x="1673480" y="80822"/>
                  <a:pt x="1672327" y="74412"/>
                  <a:pt x="1670019" y="70420"/>
                </a:cubicBezTo>
                <a:cubicBezTo>
                  <a:pt x="1667712" y="66428"/>
                  <a:pt x="1663824" y="64433"/>
                  <a:pt x="1658357" y="64433"/>
                </a:cubicBezTo>
                <a:cubicBezTo>
                  <a:pt x="1649908" y="64433"/>
                  <a:pt x="1641495" y="69024"/>
                  <a:pt x="1633117" y="78208"/>
                </a:cubicBezTo>
                <a:lnTo>
                  <a:pt x="1633117" y="129385"/>
                </a:lnTo>
                <a:cubicBezTo>
                  <a:pt x="1633117" y="135954"/>
                  <a:pt x="1633507" y="140016"/>
                  <a:pt x="1634288" y="141569"/>
                </a:cubicBezTo>
                <a:cubicBezTo>
                  <a:pt x="1635282" y="143617"/>
                  <a:pt x="1636649" y="145118"/>
                  <a:pt x="1638388" y="146072"/>
                </a:cubicBezTo>
                <a:cubicBezTo>
                  <a:pt x="1640128" y="147026"/>
                  <a:pt x="1643660" y="147503"/>
                  <a:pt x="1648985" y="147503"/>
                </a:cubicBezTo>
                <a:lnTo>
                  <a:pt x="1648985" y="151443"/>
                </a:lnTo>
                <a:lnTo>
                  <a:pt x="1600741" y="151443"/>
                </a:lnTo>
                <a:lnTo>
                  <a:pt x="1600741" y="147503"/>
                </a:lnTo>
                <a:lnTo>
                  <a:pt x="1602871" y="147503"/>
                </a:lnTo>
                <a:cubicBezTo>
                  <a:pt x="1607841" y="147503"/>
                  <a:pt x="1611195" y="146246"/>
                  <a:pt x="1612935" y="143732"/>
                </a:cubicBezTo>
                <a:cubicBezTo>
                  <a:pt x="1614674" y="141216"/>
                  <a:pt x="1615544" y="136416"/>
                  <a:pt x="1615544" y="129331"/>
                </a:cubicBezTo>
                <a:lnTo>
                  <a:pt x="1615544" y="93201"/>
                </a:lnTo>
                <a:cubicBezTo>
                  <a:pt x="1615544" y="81513"/>
                  <a:pt x="1615278" y="74394"/>
                  <a:pt x="1614745" y="71844"/>
                </a:cubicBezTo>
                <a:cubicBezTo>
                  <a:pt x="1614213" y="69293"/>
                  <a:pt x="1613396" y="67557"/>
                  <a:pt x="1612296" y="66636"/>
                </a:cubicBezTo>
                <a:cubicBezTo>
                  <a:pt x="1611195" y="65715"/>
                  <a:pt x="1609722" y="65255"/>
                  <a:pt x="1607876" y="65255"/>
                </a:cubicBezTo>
                <a:cubicBezTo>
                  <a:pt x="1605888" y="65255"/>
                  <a:pt x="1603510" y="65786"/>
                  <a:pt x="1600741" y="66849"/>
                </a:cubicBezTo>
                <a:lnTo>
                  <a:pt x="1599143" y="63022"/>
                </a:lnTo>
                <a:lnTo>
                  <a:pt x="1628537" y="51120"/>
                </a:lnTo>
                <a:lnTo>
                  <a:pt x="1633117" y="51120"/>
                </a:lnTo>
                <a:lnTo>
                  <a:pt x="1633117" y="717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4A3DB5-1736-4F99-A9A3-B1D6F2A6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401" y="1138333"/>
            <a:ext cx="1349754" cy="612680"/>
          </a:xfrm>
          <a:custGeom xmlns:a="http://schemas.openxmlformats.org/drawingml/2006/main">
            <a:pathLst>
              <a:path w="1349754" h="612680">
                <a:moveTo>
                  <a:pt x="0" y="0"/>
                </a:moveTo>
                <a:lnTo>
                  <a:pt x="1349754" y="0"/>
                </a:lnTo>
                <a:lnTo>
                  <a:pt x="1349754" y="612680"/>
                </a:lnTo>
                <a:lnTo>
                  <a:pt x="0" y="61268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2F0411-BE80-42AC-B713-531669A0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401" y="1138333"/>
            <a:ext cx="1349754" cy="612680"/>
          </a:xfrm>
          <a:custGeom xmlns:a="http://schemas.openxmlformats.org/drawingml/2006/main">
            <a:pathLst>
              <a:path w="1349754" h="612680" fill="none">
                <a:moveTo>
                  <a:pt x="0" y="0"/>
                </a:moveTo>
                <a:lnTo>
                  <a:pt x="1349754" y="0"/>
                </a:lnTo>
                <a:lnTo>
                  <a:pt x="1349754" y="612680"/>
                </a:lnTo>
                <a:lnTo>
                  <a:pt x="0" y="61268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90" cap="flat">
            <a:solidFill>
              <a:srgbClr val="000000"/>
            </a:solidFill>
            <a:miter/>
          </a:ln>
        </p:spPr>
      </p:sp>
      <p:sp>
        <p:nvSpPr>
          <p:cNvPr id="81" name="Text Representative">
            <a:extLst xmlns:a="http://schemas.openxmlformats.org/drawingml/2006/main">
              <a:ext uri="{FF2B5EF4-FFF2-40B4-BE49-F238E27FC236}">
                <a16:creationId xmlns:a16="http://schemas.microsoft.com/office/drawing/2014/main" id="{5F9DA585-0E14-4437-A656-8C06F6EA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0858" y="1222846"/>
            <a:ext cx="1286308" cy="198091"/>
          </a:xfrm>
          <a:custGeom xmlns:a="http://schemas.openxmlformats.org/drawingml/2006/main">
            <a:pathLst>
              <a:path w="1286308" h="198091">
                <a:moveTo>
                  <a:pt x="143669" y="151443"/>
                </a:moveTo>
                <a:lnTo>
                  <a:pt x="105116" y="151443"/>
                </a:lnTo>
                <a:lnTo>
                  <a:pt x="56232" y="83709"/>
                </a:lnTo>
                <a:cubicBezTo>
                  <a:pt x="52611" y="83851"/>
                  <a:pt x="49665" y="83922"/>
                  <a:pt x="47393" y="83922"/>
                </a:cubicBezTo>
                <a:cubicBezTo>
                  <a:pt x="46470" y="83922"/>
                  <a:pt x="45476" y="83905"/>
                  <a:pt x="44411" y="83869"/>
                </a:cubicBezTo>
                <a:cubicBezTo>
                  <a:pt x="43346" y="83834"/>
                  <a:pt x="42245" y="83780"/>
                  <a:pt x="41109" y="83709"/>
                </a:cubicBezTo>
                <a:lnTo>
                  <a:pt x="41109" y="125810"/>
                </a:lnTo>
                <a:cubicBezTo>
                  <a:pt x="41109" y="134929"/>
                  <a:pt x="42103" y="140593"/>
                  <a:pt x="44091" y="142800"/>
                </a:cubicBezTo>
                <a:cubicBezTo>
                  <a:pt x="46789" y="145935"/>
                  <a:pt x="50836" y="147503"/>
                  <a:pt x="56232" y="147503"/>
                </a:cubicBezTo>
                <a:lnTo>
                  <a:pt x="61877" y="147503"/>
                </a:lnTo>
                <a:lnTo>
                  <a:pt x="61877" y="151443"/>
                </a:lnTo>
                <a:lnTo>
                  <a:pt x="0" y="151443"/>
                </a:lnTo>
                <a:lnTo>
                  <a:pt x="0" y="147503"/>
                </a:lnTo>
                <a:lnTo>
                  <a:pt x="5432" y="147503"/>
                </a:lnTo>
                <a:cubicBezTo>
                  <a:pt x="11538" y="147503"/>
                  <a:pt x="15904" y="145515"/>
                  <a:pt x="18531" y="141539"/>
                </a:cubicBezTo>
                <a:cubicBezTo>
                  <a:pt x="20022" y="139338"/>
                  <a:pt x="20768" y="134119"/>
                  <a:pt x="20768" y="125883"/>
                </a:cubicBezTo>
                <a:lnTo>
                  <a:pt x="20768" y="32589"/>
                </a:lnTo>
                <a:cubicBezTo>
                  <a:pt x="20768" y="23501"/>
                  <a:pt x="19774" y="17857"/>
                  <a:pt x="17786" y="15656"/>
                </a:cubicBezTo>
                <a:cubicBezTo>
                  <a:pt x="15017" y="12532"/>
                  <a:pt x="10899" y="10970"/>
                  <a:pt x="5432" y="10970"/>
                </a:cubicBezTo>
                <a:lnTo>
                  <a:pt x="0" y="10970"/>
                </a:lnTo>
                <a:lnTo>
                  <a:pt x="0" y="7029"/>
                </a:lnTo>
                <a:lnTo>
                  <a:pt x="52611" y="7029"/>
                </a:lnTo>
                <a:cubicBezTo>
                  <a:pt x="67947" y="7029"/>
                  <a:pt x="79254" y="8144"/>
                  <a:pt x="86532" y="10374"/>
                </a:cubicBezTo>
                <a:cubicBezTo>
                  <a:pt x="93809" y="12604"/>
                  <a:pt x="99986" y="16711"/>
                  <a:pt x="105063" y="22695"/>
                </a:cubicBezTo>
                <a:cubicBezTo>
                  <a:pt x="110139" y="28676"/>
                  <a:pt x="112677" y="35809"/>
                  <a:pt x="112677" y="44091"/>
                </a:cubicBezTo>
                <a:cubicBezTo>
                  <a:pt x="112677" y="52940"/>
                  <a:pt x="109784" y="60621"/>
                  <a:pt x="103998" y="67135"/>
                </a:cubicBezTo>
                <a:cubicBezTo>
                  <a:pt x="98211" y="73647"/>
                  <a:pt x="89247" y="78249"/>
                  <a:pt x="77106" y="80940"/>
                </a:cubicBezTo>
                <a:lnTo>
                  <a:pt x="106926" y="122502"/>
                </a:lnTo>
                <a:cubicBezTo>
                  <a:pt x="113742" y="132047"/>
                  <a:pt x="119600" y="138387"/>
                  <a:pt x="124499" y="141522"/>
                </a:cubicBezTo>
                <a:cubicBezTo>
                  <a:pt x="129398" y="144655"/>
                  <a:pt x="135788" y="146649"/>
                  <a:pt x="143669" y="147503"/>
                </a:cubicBezTo>
                <a:lnTo>
                  <a:pt x="143669" y="151443"/>
                </a:lnTo>
                <a:moveTo>
                  <a:pt x="41109" y="77213"/>
                </a:moveTo>
                <a:cubicBezTo>
                  <a:pt x="42458" y="77213"/>
                  <a:pt x="43630" y="77230"/>
                  <a:pt x="44624" y="77266"/>
                </a:cubicBezTo>
                <a:cubicBezTo>
                  <a:pt x="45618" y="77301"/>
                  <a:pt x="46434" y="77319"/>
                  <a:pt x="47073" y="77319"/>
                </a:cubicBezTo>
                <a:cubicBezTo>
                  <a:pt x="60847" y="77319"/>
                  <a:pt x="71231" y="74337"/>
                  <a:pt x="78225" y="68373"/>
                </a:cubicBezTo>
                <a:cubicBezTo>
                  <a:pt x="85218" y="62409"/>
                  <a:pt x="88715" y="54812"/>
                  <a:pt x="88715" y="45582"/>
                </a:cubicBezTo>
                <a:cubicBezTo>
                  <a:pt x="88715" y="36565"/>
                  <a:pt x="85893" y="29234"/>
                  <a:pt x="80248" y="23590"/>
                </a:cubicBezTo>
                <a:cubicBezTo>
                  <a:pt x="74603" y="17945"/>
                  <a:pt x="67131" y="15123"/>
                  <a:pt x="57830" y="15123"/>
                </a:cubicBezTo>
                <a:cubicBezTo>
                  <a:pt x="53712" y="15123"/>
                  <a:pt x="48138" y="15798"/>
                  <a:pt x="41109" y="17147"/>
                </a:cubicBezTo>
                <a:lnTo>
                  <a:pt x="41109" y="77213"/>
                </a:lnTo>
                <a:close/>
                <a:moveTo>
                  <a:pt x="164971" y="90738"/>
                </a:moveTo>
                <a:cubicBezTo>
                  <a:pt x="164900" y="105189"/>
                  <a:pt x="168414" y="116524"/>
                  <a:pt x="175514" y="124742"/>
                </a:cubicBezTo>
                <a:cubicBezTo>
                  <a:pt x="182614" y="132958"/>
                  <a:pt x="190957" y="137066"/>
                  <a:pt x="200542" y="137066"/>
                </a:cubicBezTo>
                <a:cubicBezTo>
                  <a:pt x="206932" y="137066"/>
                  <a:pt x="212488" y="135309"/>
                  <a:pt x="217209" y="131794"/>
                </a:cubicBezTo>
                <a:cubicBezTo>
                  <a:pt x="221931" y="128280"/>
                  <a:pt x="225889" y="122262"/>
                  <a:pt x="229084" y="113742"/>
                </a:cubicBezTo>
                <a:lnTo>
                  <a:pt x="232385" y="115872"/>
                </a:lnTo>
                <a:cubicBezTo>
                  <a:pt x="230894" y="125599"/>
                  <a:pt x="226563" y="134457"/>
                  <a:pt x="219392" y="142444"/>
                </a:cubicBezTo>
                <a:cubicBezTo>
                  <a:pt x="212221" y="150432"/>
                  <a:pt x="203240" y="154425"/>
                  <a:pt x="192448" y="154425"/>
                </a:cubicBezTo>
                <a:cubicBezTo>
                  <a:pt x="180733" y="154425"/>
                  <a:pt x="170704" y="149874"/>
                  <a:pt x="162361" y="140770"/>
                </a:cubicBezTo>
                <a:cubicBezTo>
                  <a:pt x="154019" y="131664"/>
                  <a:pt x="149848" y="119423"/>
                  <a:pt x="149848" y="104047"/>
                </a:cubicBezTo>
                <a:cubicBezTo>
                  <a:pt x="149848" y="87398"/>
                  <a:pt x="154125" y="74415"/>
                  <a:pt x="162681" y="65098"/>
                </a:cubicBezTo>
                <a:cubicBezTo>
                  <a:pt x="171236" y="55780"/>
                  <a:pt x="181975" y="51120"/>
                  <a:pt x="194897" y="51120"/>
                </a:cubicBezTo>
                <a:cubicBezTo>
                  <a:pt x="205831" y="51120"/>
                  <a:pt x="214813" y="54715"/>
                  <a:pt x="221842" y="61903"/>
                </a:cubicBezTo>
                <a:cubicBezTo>
                  <a:pt x="228871" y="69090"/>
                  <a:pt x="232385" y="78702"/>
                  <a:pt x="232385" y="90738"/>
                </a:cubicBezTo>
                <a:lnTo>
                  <a:pt x="164971" y="90738"/>
                </a:lnTo>
                <a:moveTo>
                  <a:pt x="164971" y="84561"/>
                </a:moveTo>
                <a:lnTo>
                  <a:pt x="210127" y="84561"/>
                </a:lnTo>
                <a:cubicBezTo>
                  <a:pt x="209772" y="78313"/>
                  <a:pt x="209026" y="73911"/>
                  <a:pt x="207890" y="71355"/>
                </a:cubicBezTo>
                <a:cubicBezTo>
                  <a:pt x="206115" y="67379"/>
                  <a:pt x="203470" y="64255"/>
                  <a:pt x="199956" y="61983"/>
                </a:cubicBezTo>
                <a:cubicBezTo>
                  <a:pt x="196441" y="59711"/>
                  <a:pt x="192767" y="58575"/>
                  <a:pt x="188933" y="58575"/>
                </a:cubicBezTo>
                <a:cubicBezTo>
                  <a:pt x="183040" y="58575"/>
                  <a:pt x="177768" y="60865"/>
                  <a:pt x="173118" y="65444"/>
                </a:cubicBezTo>
                <a:cubicBezTo>
                  <a:pt x="168467" y="70024"/>
                  <a:pt x="165752" y="76396"/>
                  <a:pt x="164971" y="84561"/>
                </a:cubicBezTo>
                <a:close/>
                <a:moveTo>
                  <a:pt x="238382" y="63484"/>
                </a:moveTo>
                <a:lnTo>
                  <a:pt x="268415" y="51333"/>
                </a:lnTo>
                <a:lnTo>
                  <a:pt x="272462" y="51333"/>
                </a:lnTo>
                <a:lnTo>
                  <a:pt x="272462" y="74124"/>
                </a:lnTo>
                <a:cubicBezTo>
                  <a:pt x="277503" y="65533"/>
                  <a:pt x="282562" y="59551"/>
                  <a:pt x="287639" y="56179"/>
                </a:cubicBezTo>
                <a:cubicBezTo>
                  <a:pt x="292715" y="52806"/>
                  <a:pt x="298058" y="51120"/>
                  <a:pt x="303667" y="51120"/>
                </a:cubicBezTo>
                <a:cubicBezTo>
                  <a:pt x="313465" y="51120"/>
                  <a:pt x="321630" y="54950"/>
                  <a:pt x="328162" y="62609"/>
                </a:cubicBezTo>
                <a:cubicBezTo>
                  <a:pt x="336185" y="71972"/>
                  <a:pt x="340197" y="84172"/>
                  <a:pt x="340197" y="99208"/>
                </a:cubicBezTo>
                <a:cubicBezTo>
                  <a:pt x="340197" y="116018"/>
                  <a:pt x="335369" y="129919"/>
                  <a:pt x="325713" y="140913"/>
                </a:cubicBezTo>
                <a:cubicBezTo>
                  <a:pt x="317761" y="149921"/>
                  <a:pt x="307750" y="154425"/>
                  <a:pt x="295680" y="154425"/>
                </a:cubicBezTo>
                <a:cubicBezTo>
                  <a:pt x="290426" y="154425"/>
                  <a:pt x="285881" y="153680"/>
                  <a:pt x="282047" y="152189"/>
                </a:cubicBezTo>
                <a:cubicBezTo>
                  <a:pt x="279207" y="151124"/>
                  <a:pt x="276012" y="148994"/>
                  <a:pt x="272462" y="145799"/>
                </a:cubicBezTo>
                <a:lnTo>
                  <a:pt x="272462" y="175513"/>
                </a:lnTo>
                <a:cubicBezTo>
                  <a:pt x="272462" y="182187"/>
                  <a:pt x="272871" y="186429"/>
                  <a:pt x="273687" y="188239"/>
                </a:cubicBezTo>
                <a:cubicBezTo>
                  <a:pt x="274504" y="190050"/>
                  <a:pt x="275924" y="191488"/>
                  <a:pt x="277947" y="192553"/>
                </a:cubicBezTo>
                <a:cubicBezTo>
                  <a:pt x="279971" y="193618"/>
                  <a:pt x="283645" y="194150"/>
                  <a:pt x="288970" y="194150"/>
                </a:cubicBezTo>
                <a:lnTo>
                  <a:pt x="288970" y="198091"/>
                </a:lnTo>
                <a:lnTo>
                  <a:pt x="237850" y="198091"/>
                </a:lnTo>
                <a:lnTo>
                  <a:pt x="237850" y="194150"/>
                </a:lnTo>
                <a:lnTo>
                  <a:pt x="240512" y="194150"/>
                </a:lnTo>
                <a:cubicBezTo>
                  <a:pt x="244417" y="194221"/>
                  <a:pt x="247754" y="193474"/>
                  <a:pt x="250523" y="191910"/>
                </a:cubicBezTo>
                <a:cubicBezTo>
                  <a:pt x="251872" y="191129"/>
                  <a:pt x="252920" y="189868"/>
                  <a:pt x="253665" y="188126"/>
                </a:cubicBezTo>
                <a:cubicBezTo>
                  <a:pt x="254411" y="186387"/>
                  <a:pt x="254783" y="181965"/>
                  <a:pt x="254783" y="174860"/>
                </a:cubicBezTo>
                <a:lnTo>
                  <a:pt x="254783" y="82561"/>
                </a:lnTo>
                <a:cubicBezTo>
                  <a:pt x="254783" y="76238"/>
                  <a:pt x="254499" y="72224"/>
                  <a:pt x="253931" y="70520"/>
                </a:cubicBezTo>
                <a:cubicBezTo>
                  <a:pt x="253363" y="68814"/>
                  <a:pt x="252458" y="67535"/>
                  <a:pt x="251216" y="66683"/>
                </a:cubicBezTo>
                <a:cubicBezTo>
                  <a:pt x="249973" y="65828"/>
                  <a:pt x="248287" y="65401"/>
                  <a:pt x="246157" y="65401"/>
                </a:cubicBezTo>
                <a:cubicBezTo>
                  <a:pt x="244453" y="65401"/>
                  <a:pt x="242287" y="65898"/>
                  <a:pt x="239660" y="66892"/>
                </a:cubicBezTo>
                <a:lnTo>
                  <a:pt x="238382" y="63484"/>
                </a:lnTo>
                <a:moveTo>
                  <a:pt x="272462" y="80601"/>
                </a:moveTo>
                <a:lnTo>
                  <a:pt x="272462" y="116977"/>
                </a:lnTo>
                <a:cubicBezTo>
                  <a:pt x="272462" y="124849"/>
                  <a:pt x="272782" y="130026"/>
                  <a:pt x="273421" y="132506"/>
                </a:cubicBezTo>
                <a:cubicBezTo>
                  <a:pt x="274415" y="136620"/>
                  <a:pt x="276847" y="140237"/>
                  <a:pt x="280716" y="143356"/>
                </a:cubicBezTo>
                <a:cubicBezTo>
                  <a:pt x="284586" y="146476"/>
                  <a:pt x="289467" y="148035"/>
                  <a:pt x="295360" y="148035"/>
                </a:cubicBezTo>
                <a:cubicBezTo>
                  <a:pt x="302460" y="148035"/>
                  <a:pt x="308211" y="145270"/>
                  <a:pt x="312613" y="139738"/>
                </a:cubicBezTo>
                <a:cubicBezTo>
                  <a:pt x="318364" y="132507"/>
                  <a:pt x="321240" y="122332"/>
                  <a:pt x="321240" y="109213"/>
                </a:cubicBezTo>
                <a:cubicBezTo>
                  <a:pt x="321240" y="94323"/>
                  <a:pt x="317974" y="82872"/>
                  <a:pt x="311442" y="74860"/>
                </a:cubicBezTo>
                <a:cubicBezTo>
                  <a:pt x="306898" y="69328"/>
                  <a:pt x="301502" y="66563"/>
                  <a:pt x="295254" y="66563"/>
                </a:cubicBezTo>
                <a:cubicBezTo>
                  <a:pt x="291846" y="66563"/>
                  <a:pt x="288473" y="67414"/>
                  <a:pt x="285136" y="69115"/>
                </a:cubicBezTo>
                <a:cubicBezTo>
                  <a:pt x="282580" y="70391"/>
                  <a:pt x="278355" y="74220"/>
                  <a:pt x="272462" y="80601"/>
                </a:cubicBezTo>
                <a:close/>
                <a:moveTo>
                  <a:pt x="383011" y="51120"/>
                </a:moveTo>
                <a:lnTo>
                  <a:pt x="383011" y="73059"/>
                </a:lnTo>
                <a:cubicBezTo>
                  <a:pt x="391176" y="58433"/>
                  <a:pt x="399554" y="51120"/>
                  <a:pt x="408145" y="51120"/>
                </a:cubicBezTo>
                <a:cubicBezTo>
                  <a:pt x="412050" y="51120"/>
                  <a:pt x="415280" y="52309"/>
                  <a:pt x="417836" y="54688"/>
                </a:cubicBezTo>
                <a:cubicBezTo>
                  <a:pt x="420392" y="57066"/>
                  <a:pt x="421670" y="59818"/>
                  <a:pt x="421670" y="62942"/>
                </a:cubicBezTo>
                <a:cubicBezTo>
                  <a:pt x="421670" y="65711"/>
                  <a:pt x="420747" y="68054"/>
                  <a:pt x="418901" y="69971"/>
                </a:cubicBezTo>
                <a:cubicBezTo>
                  <a:pt x="417055" y="71888"/>
                  <a:pt x="414854" y="72846"/>
                  <a:pt x="412298" y="72846"/>
                </a:cubicBezTo>
                <a:cubicBezTo>
                  <a:pt x="409813" y="72846"/>
                  <a:pt x="407027" y="71621"/>
                  <a:pt x="403938" y="69172"/>
                </a:cubicBezTo>
                <a:cubicBezTo>
                  <a:pt x="400850" y="66722"/>
                  <a:pt x="398560" y="65498"/>
                  <a:pt x="397069" y="65498"/>
                </a:cubicBezTo>
                <a:cubicBezTo>
                  <a:pt x="395791" y="65498"/>
                  <a:pt x="394406" y="66205"/>
                  <a:pt x="392915" y="67621"/>
                </a:cubicBezTo>
                <a:cubicBezTo>
                  <a:pt x="389720" y="70525"/>
                  <a:pt x="386419" y="75306"/>
                  <a:pt x="383011" y="81962"/>
                </a:cubicBezTo>
                <a:lnTo>
                  <a:pt x="383011" y="128596"/>
                </a:lnTo>
                <a:cubicBezTo>
                  <a:pt x="383011" y="133976"/>
                  <a:pt x="383685" y="138048"/>
                  <a:pt x="385034" y="140810"/>
                </a:cubicBezTo>
                <a:cubicBezTo>
                  <a:pt x="385957" y="142723"/>
                  <a:pt x="387590" y="144317"/>
                  <a:pt x="389933" y="145593"/>
                </a:cubicBezTo>
                <a:cubicBezTo>
                  <a:pt x="392276" y="146866"/>
                  <a:pt x="395649" y="147503"/>
                  <a:pt x="400051" y="147503"/>
                </a:cubicBezTo>
                <a:lnTo>
                  <a:pt x="400051" y="151443"/>
                </a:lnTo>
                <a:lnTo>
                  <a:pt x="350102" y="151443"/>
                </a:lnTo>
                <a:lnTo>
                  <a:pt x="350102" y="147503"/>
                </a:lnTo>
                <a:cubicBezTo>
                  <a:pt x="355072" y="147503"/>
                  <a:pt x="358764" y="146724"/>
                  <a:pt x="361178" y="145167"/>
                </a:cubicBezTo>
                <a:cubicBezTo>
                  <a:pt x="362953" y="144033"/>
                  <a:pt x="364196" y="142226"/>
                  <a:pt x="364906" y="139745"/>
                </a:cubicBezTo>
                <a:cubicBezTo>
                  <a:pt x="365261" y="138540"/>
                  <a:pt x="365438" y="135105"/>
                  <a:pt x="365438" y="129438"/>
                </a:cubicBezTo>
                <a:lnTo>
                  <a:pt x="365438" y="91713"/>
                </a:lnTo>
                <a:cubicBezTo>
                  <a:pt x="365438" y="80378"/>
                  <a:pt x="365207" y="73631"/>
                  <a:pt x="364746" y="71472"/>
                </a:cubicBezTo>
                <a:cubicBezTo>
                  <a:pt x="364284" y="69311"/>
                  <a:pt x="363432" y="67734"/>
                  <a:pt x="362190" y="66742"/>
                </a:cubicBezTo>
                <a:cubicBezTo>
                  <a:pt x="360947" y="65751"/>
                  <a:pt x="359403" y="65255"/>
                  <a:pt x="357557" y="65255"/>
                </a:cubicBezTo>
                <a:cubicBezTo>
                  <a:pt x="355356" y="65255"/>
                  <a:pt x="352871" y="65786"/>
                  <a:pt x="350102" y="66849"/>
                </a:cubicBezTo>
                <a:lnTo>
                  <a:pt x="349037" y="63022"/>
                </a:lnTo>
                <a:lnTo>
                  <a:pt x="378538" y="51120"/>
                </a:lnTo>
                <a:lnTo>
                  <a:pt x="383011" y="51120"/>
                </a:lnTo>
                <a:close/>
                <a:moveTo>
                  <a:pt x="443500" y="90738"/>
                </a:moveTo>
                <a:cubicBezTo>
                  <a:pt x="443429" y="105189"/>
                  <a:pt x="446943" y="116524"/>
                  <a:pt x="454043" y="124742"/>
                </a:cubicBezTo>
                <a:cubicBezTo>
                  <a:pt x="461143" y="132958"/>
                  <a:pt x="469486" y="137066"/>
                  <a:pt x="479071" y="137066"/>
                </a:cubicBezTo>
                <a:cubicBezTo>
                  <a:pt x="485461" y="137066"/>
                  <a:pt x="491017" y="135309"/>
                  <a:pt x="495738" y="131794"/>
                </a:cubicBezTo>
                <a:cubicBezTo>
                  <a:pt x="500460" y="128280"/>
                  <a:pt x="504418" y="122262"/>
                  <a:pt x="507613" y="113742"/>
                </a:cubicBezTo>
                <a:lnTo>
                  <a:pt x="510914" y="115872"/>
                </a:lnTo>
                <a:cubicBezTo>
                  <a:pt x="509423" y="125599"/>
                  <a:pt x="505092" y="134457"/>
                  <a:pt x="497921" y="142444"/>
                </a:cubicBezTo>
                <a:cubicBezTo>
                  <a:pt x="490750" y="150432"/>
                  <a:pt x="481769" y="154425"/>
                  <a:pt x="470977" y="154425"/>
                </a:cubicBezTo>
                <a:cubicBezTo>
                  <a:pt x="459262" y="154425"/>
                  <a:pt x="449233" y="149874"/>
                  <a:pt x="440890" y="140770"/>
                </a:cubicBezTo>
                <a:cubicBezTo>
                  <a:pt x="432548" y="131664"/>
                  <a:pt x="428377" y="119423"/>
                  <a:pt x="428377" y="104047"/>
                </a:cubicBezTo>
                <a:cubicBezTo>
                  <a:pt x="428377" y="87398"/>
                  <a:pt x="432654" y="74415"/>
                  <a:pt x="441210" y="65098"/>
                </a:cubicBezTo>
                <a:cubicBezTo>
                  <a:pt x="449765" y="55780"/>
                  <a:pt x="460504" y="51120"/>
                  <a:pt x="473426" y="51120"/>
                </a:cubicBezTo>
                <a:cubicBezTo>
                  <a:pt x="484360" y="51120"/>
                  <a:pt x="493342" y="54715"/>
                  <a:pt x="500371" y="61903"/>
                </a:cubicBezTo>
                <a:cubicBezTo>
                  <a:pt x="507400" y="69090"/>
                  <a:pt x="510914" y="78702"/>
                  <a:pt x="510914" y="90738"/>
                </a:cubicBezTo>
                <a:lnTo>
                  <a:pt x="443500" y="90738"/>
                </a:lnTo>
                <a:moveTo>
                  <a:pt x="443500" y="84561"/>
                </a:moveTo>
                <a:lnTo>
                  <a:pt x="488656" y="84561"/>
                </a:lnTo>
                <a:cubicBezTo>
                  <a:pt x="488301" y="78313"/>
                  <a:pt x="487555" y="73911"/>
                  <a:pt x="486419" y="71355"/>
                </a:cubicBezTo>
                <a:cubicBezTo>
                  <a:pt x="484644" y="67379"/>
                  <a:pt x="482000" y="64255"/>
                  <a:pt x="478485" y="61983"/>
                </a:cubicBezTo>
                <a:cubicBezTo>
                  <a:pt x="474971" y="59711"/>
                  <a:pt x="471296" y="58575"/>
                  <a:pt x="467462" y="58575"/>
                </a:cubicBezTo>
                <a:cubicBezTo>
                  <a:pt x="461569" y="58575"/>
                  <a:pt x="456297" y="60865"/>
                  <a:pt x="451647" y="65444"/>
                </a:cubicBezTo>
                <a:cubicBezTo>
                  <a:pt x="446996" y="70024"/>
                  <a:pt x="444281" y="76396"/>
                  <a:pt x="443500" y="84561"/>
                </a:cubicBezTo>
                <a:close/>
                <a:moveTo>
                  <a:pt x="586990" y="51120"/>
                </a:moveTo>
                <a:lnTo>
                  <a:pt x="586990" y="84135"/>
                </a:lnTo>
                <a:lnTo>
                  <a:pt x="583476" y="84135"/>
                </a:lnTo>
                <a:cubicBezTo>
                  <a:pt x="580778" y="73780"/>
                  <a:pt x="577317" y="66737"/>
                  <a:pt x="573092" y="63005"/>
                </a:cubicBezTo>
                <a:cubicBezTo>
                  <a:pt x="568868" y="59271"/>
                  <a:pt x="563489" y="57404"/>
                  <a:pt x="556957" y="57404"/>
                </a:cubicBezTo>
                <a:cubicBezTo>
                  <a:pt x="551987" y="57404"/>
                  <a:pt x="547976" y="58716"/>
                  <a:pt x="544923" y="61341"/>
                </a:cubicBezTo>
                <a:cubicBezTo>
                  <a:pt x="541870" y="63963"/>
                  <a:pt x="540343" y="66871"/>
                  <a:pt x="540343" y="70064"/>
                </a:cubicBezTo>
                <a:cubicBezTo>
                  <a:pt x="540343" y="74035"/>
                  <a:pt x="541479" y="77439"/>
                  <a:pt x="543751" y="80275"/>
                </a:cubicBezTo>
                <a:cubicBezTo>
                  <a:pt x="545952" y="83183"/>
                  <a:pt x="550425" y="86269"/>
                  <a:pt x="557170" y="89530"/>
                </a:cubicBezTo>
                <a:lnTo>
                  <a:pt x="572719" y="97085"/>
                </a:lnTo>
                <a:cubicBezTo>
                  <a:pt x="587132" y="104105"/>
                  <a:pt x="594339" y="113361"/>
                  <a:pt x="594339" y="124852"/>
                </a:cubicBezTo>
                <a:cubicBezTo>
                  <a:pt x="594339" y="133716"/>
                  <a:pt x="590984" y="140861"/>
                  <a:pt x="584275" y="146288"/>
                </a:cubicBezTo>
                <a:cubicBezTo>
                  <a:pt x="577565" y="151713"/>
                  <a:pt x="570057" y="154425"/>
                  <a:pt x="561750" y="154425"/>
                </a:cubicBezTo>
                <a:cubicBezTo>
                  <a:pt x="555786" y="154425"/>
                  <a:pt x="548970" y="153360"/>
                  <a:pt x="541302" y="151230"/>
                </a:cubicBezTo>
                <a:cubicBezTo>
                  <a:pt x="538959" y="150520"/>
                  <a:pt x="537042" y="150165"/>
                  <a:pt x="535551" y="150165"/>
                </a:cubicBezTo>
                <a:cubicBezTo>
                  <a:pt x="533918" y="150165"/>
                  <a:pt x="532640" y="151088"/>
                  <a:pt x="531717" y="152934"/>
                </a:cubicBezTo>
                <a:lnTo>
                  <a:pt x="528202" y="152934"/>
                </a:lnTo>
                <a:lnTo>
                  <a:pt x="528202" y="118002"/>
                </a:lnTo>
                <a:lnTo>
                  <a:pt x="531717" y="118002"/>
                </a:lnTo>
                <a:cubicBezTo>
                  <a:pt x="533705" y="127978"/>
                  <a:pt x="537503" y="135495"/>
                  <a:pt x="543112" y="140554"/>
                </a:cubicBezTo>
                <a:cubicBezTo>
                  <a:pt x="548721" y="145613"/>
                  <a:pt x="555005" y="148142"/>
                  <a:pt x="561963" y="148142"/>
                </a:cubicBezTo>
                <a:cubicBezTo>
                  <a:pt x="566862" y="148142"/>
                  <a:pt x="570856" y="146706"/>
                  <a:pt x="573944" y="143835"/>
                </a:cubicBezTo>
                <a:cubicBezTo>
                  <a:pt x="577033" y="140962"/>
                  <a:pt x="578577" y="137504"/>
                  <a:pt x="578577" y="133462"/>
                </a:cubicBezTo>
                <a:cubicBezTo>
                  <a:pt x="578577" y="128567"/>
                  <a:pt x="576855" y="124453"/>
                  <a:pt x="573412" y="121121"/>
                </a:cubicBezTo>
                <a:cubicBezTo>
                  <a:pt x="569968" y="117788"/>
                  <a:pt x="563099" y="113569"/>
                  <a:pt x="552804" y="108464"/>
                </a:cubicBezTo>
                <a:cubicBezTo>
                  <a:pt x="542509" y="103356"/>
                  <a:pt x="535764" y="98746"/>
                  <a:pt x="532569" y="94632"/>
                </a:cubicBezTo>
                <a:cubicBezTo>
                  <a:pt x="529374" y="90590"/>
                  <a:pt x="527776" y="85483"/>
                  <a:pt x="527776" y="79313"/>
                </a:cubicBezTo>
                <a:cubicBezTo>
                  <a:pt x="527776" y="71299"/>
                  <a:pt x="530527" y="64597"/>
                  <a:pt x="536030" y="59208"/>
                </a:cubicBezTo>
                <a:cubicBezTo>
                  <a:pt x="541532" y="53816"/>
                  <a:pt x="548650" y="51120"/>
                  <a:pt x="557383" y="51120"/>
                </a:cubicBezTo>
                <a:cubicBezTo>
                  <a:pt x="561217" y="51120"/>
                  <a:pt x="565868" y="51937"/>
                  <a:pt x="571335" y="53570"/>
                </a:cubicBezTo>
                <a:cubicBezTo>
                  <a:pt x="574956" y="54635"/>
                  <a:pt x="577370" y="55167"/>
                  <a:pt x="578577" y="55167"/>
                </a:cubicBezTo>
                <a:cubicBezTo>
                  <a:pt x="579713" y="55167"/>
                  <a:pt x="580600" y="54919"/>
                  <a:pt x="581239" y="54422"/>
                </a:cubicBezTo>
                <a:cubicBezTo>
                  <a:pt x="581878" y="53925"/>
                  <a:pt x="582624" y="52824"/>
                  <a:pt x="583476" y="51120"/>
                </a:cubicBezTo>
                <a:lnTo>
                  <a:pt x="586990" y="51120"/>
                </a:lnTo>
                <a:close/>
                <a:moveTo>
                  <a:pt x="625190" y="90738"/>
                </a:moveTo>
                <a:cubicBezTo>
                  <a:pt x="625119" y="105189"/>
                  <a:pt x="628633" y="116524"/>
                  <a:pt x="635733" y="124742"/>
                </a:cubicBezTo>
                <a:cubicBezTo>
                  <a:pt x="642833" y="132958"/>
                  <a:pt x="651176" y="137066"/>
                  <a:pt x="660761" y="137066"/>
                </a:cubicBezTo>
                <a:cubicBezTo>
                  <a:pt x="667151" y="137066"/>
                  <a:pt x="672706" y="135309"/>
                  <a:pt x="677428" y="131794"/>
                </a:cubicBezTo>
                <a:cubicBezTo>
                  <a:pt x="682149" y="128280"/>
                  <a:pt x="686108" y="122262"/>
                  <a:pt x="689303" y="113742"/>
                </a:cubicBezTo>
                <a:lnTo>
                  <a:pt x="692604" y="115872"/>
                </a:lnTo>
                <a:cubicBezTo>
                  <a:pt x="691113" y="125599"/>
                  <a:pt x="686782" y="134457"/>
                  <a:pt x="679611" y="142444"/>
                </a:cubicBezTo>
                <a:cubicBezTo>
                  <a:pt x="672440" y="150432"/>
                  <a:pt x="663459" y="154425"/>
                  <a:pt x="652667" y="154425"/>
                </a:cubicBezTo>
                <a:cubicBezTo>
                  <a:pt x="640952" y="154425"/>
                  <a:pt x="630923" y="149874"/>
                  <a:pt x="622580" y="140770"/>
                </a:cubicBezTo>
                <a:cubicBezTo>
                  <a:pt x="614238" y="131664"/>
                  <a:pt x="610067" y="119423"/>
                  <a:pt x="610067" y="104047"/>
                </a:cubicBezTo>
                <a:cubicBezTo>
                  <a:pt x="610067" y="87398"/>
                  <a:pt x="614344" y="74415"/>
                  <a:pt x="622900" y="65098"/>
                </a:cubicBezTo>
                <a:cubicBezTo>
                  <a:pt x="631455" y="55780"/>
                  <a:pt x="642194" y="51120"/>
                  <a:pt x="655116" y="51120"/>
                </a:cubicBezTo>
                <a:cubicBezTo>
                  <a:pt x="666050" y="51120"/>
                  <a:pt x="675032" y="54715"/>
                  <a:pt x="682061" y="61903"/>
                </a:cubicBezTo>
                <a:cubicBezTo>
                  <a:pt x="689090" y="69090"/>
                  <a:pt x="692604" y="78702"/>
                  <a:pt x="692604" y="90738"/>
                </a:cubicBezTo>
                <a:lnTo>
                  <a:pt x="625190" y="90738"/>
                </a:lnTo>
                <a:moveTo>
                  <a:pt x="625190" y="84561"/>
                </a:moveTo>
                <a:lnTo>
                  <a:pt x="670346" y="84561"/>
                </a:lnTo>
                <a:cubicBezTo>
                  <a:pt x="669991" y="78313"/>
                  <a:pt x="669245" y="73911"/>
                  <a:pt x="668109" y="71355"/>
                </a:cubicBezTo>
                <a:cubicBezTo>
                  <a:pt x="666334" y="67379"/>
                  <a:pt x="663689" y="64255"/>
                  <a:pt x="660175" y="61983"/>
                </a:cubicBezTo>
                <a:cubicBezTo>
                  <a:pt x="656660" y="59711"/>
                  <a:pt x="652986" y="58575"/>
                  <a:pt x="649152" y="58575"/>
                </a:cubicBezTo>
                <a:cubicBezTo>
                  <a:pt x="643259" y="58575"/>
                  <a:pt x="637987" y="60865"/>
                  <a:pt x="633337" y="65444"/>
                </a:cubicBezTo>
                <a:cubicBezTo>
                  <a:pt x="628686" y="70024"/>
                  <a:pt x="625971" y="76396"/>
                  <a:pt x="625190" y="84561"/>
                </a:cubicBezTo>
                <a:close/>
                <a:moveTo>
                  <a:pt x="734066" y="71781"/>
                </a:moveTo>
                <a:cubicBezTo>
                  <a:pt x="745497" y="58007"/>
                  <a:pt x="756395" y="51120"/>
                  <a:pt x="766762" y="51120"/>
                </a:cubicBezTo>
                <a:cubicBezTo>
                  <a:pt x="772087" y="51120"/>
                  <a:pt x="776666" y="52449"/>
                  <a:pt x="780500" y="55107"/>
                </a:cubicBezTo>
                <a:cubicBezTo>
                  <a:pt x="784334" y="57763"/>
                  <a:pt x="787387" y="62137"/>
                  <a:pt x="789659" y="68230"/>
                </a:cubicBezTo>
                <a:cubicBezTo>
                  <a:pt x="791221" y="72479"/>
                  <a:pt x="792002" y="78997"/>
                  <a:pt x="792002" y="87783"/>
                </a:cubicBezTo>
                <a:lnTo>
                  <a:pt x="792002" y="129331"/>
                </a:lnTo>
                <a:cubicBezTo>
                  <a:pt x="792002" y="135495"/>
                  <a:pt x="792499" y="139675"/>
                  <a:pt x="793493" y="141872"/>
                </a:cubicBezTo>
                <a:cubicBezTo>
                  <a:pt x="794274" y="143642"/>
                  <a:pt x="795534" y="145024"/>
                  <a:pt x="797274" y="146015"/>
                </a:cubicBezTo>
                <a:cubicBezTo>
                  <a:pt x="799013" y="147007"/>
                  <a:pt x="802226" y="147503"/>
                  <a:pt x="806912" y="147503"/>
                </a:cubicBezTo>
                <a:lnTo>
                  <a:pt x="806912" y="151443"/>
                </a:lnTo>
                <a:lnTo>
                  <a:pt x="758667" y="151443"/>
                </a:lnTo>
                <a:lnTo>
                  <a:pt x="758667" y="147503"/>
                </a:lnTo>
                <a:lnTo>
                  <a:pt x="760691" y="147503"/>
                </a:lnTo>
                <a:cubicBezTo>
                  <a:pt x="765235" y="147503"/>
                  <a:pt x="768412" y="146814"/>
                  <a:pt x="770223" y="145436"/>
                </a:cubicBezTo>
                <a:cubicBezTo>
                  <a:pt x="772033" y="144058"/>
                  <a:pt x="773294" y="142028"/>
                  <a:pt x="774004" y="139346"/>
                </a:cubicBezTo>
                <a:cubicBezTo>
                  <a:pt x="774288" y="138285"/>
                  <a:pt x="774430" y="134965"/>
                  <a:pt x="774430" y="129385"/>
                </a:cubicBezTo>
                <a:lnTo>
                  <a:pt x="774430" y="89650"/>
                </a:lnTo>
                <a:cubicBezTo>
                  <a:pt x="774430" y="80822"/>
                  <a:pt x="773276" y="74412"/>
                  <a:pt x="770968" y="70420"/>
                </a:cubicBezTo>
                <a:cubicBezTo>
                  <a:pt x="768661" y="66428"/>
                  <a:pt x="764774" y="64433"/>
                  <a:pt x="759306" y="64433"/>
                </a:cubicBezTo>
                <a:cubicBezTo>
                  <a:pt x="750857" y="64433"/>
                  <a:pt x="742444" y="69024"/>
                  <a:pt x="734066" y="78208"/>
                </a:cubicBezTo>
                <a:lnTo>
                  <a:pt x="734066" y="129385"/>
                </a:lnTo>
                <a:cubicBezTo>
                  <a:pt x="734066" y="135954"/>
                  <a:pt x="734456" y="140016"/>
                  <a:pt x="735237" y="141569"/>
                </a:cubicBezTo>
                <a:cubicBezTo>
                  <a:pt x="736231" y="143617"/>
                  <a:pt x="737598" y="145118"/>
                  <a:pt x="739338" y="146072"/>
                </a:cubicBezTo>
                <a:cubicBezTo>
                  <a:pt x="741077" y="147026"/>
                  <a:pt x="744609" y="147503"/>
                  <a:pt x="749934" y="147503"/>
                </a:cubicBezTo>
                <a:lnTo>
                  <a:pt x="749934" y="151443"/>
                </a:lnTo>
                <a:lnTo>
                  <a:pt x="701690" y="151443"/>
                </a:lnTo>
                <a:lnTo>
                  <a:pt x="701690" y="147503"/>
                </a:lnTo>
                <a:lnTo>
                  <a:pt x="703820" y="147503"/>
                </a:lnTo>
                <a:cubicBezTo>
                  <a:pt x="708790" y="147503"/>
                  <a:pt x="712145" y="146246"/>
                  <a:pt x="713884" y="143732"/>
                </a:cubicBezTo>
                <a:cubicBezTo>
                  <a:pt x="715624" y="141216"/>
                  <a:pt x="716493" y="136416"/>
                  <a:pt x="716493" y="129331"/>
                </a:cubicBezTo>
                <a:lnTo>
                  <a:pt x="716493" y="93201"/>
                </a:lnTo>
                <a:cubicBezTo>
                  <a:pt x="716493" y="81513"/>
                  <a:pt x="716227" y="74394"/>
                  <a:pt x="715695" y="71844"/>
                </a:cubicBezTo>
                <a:cubicBezTo>
                  <a:pt x="715162" y="69293"/>
                  <a:pt x="714346" y="67557"/>
                  <a:pt x="713245" y="66636"/>
                </a:cubicBezTo>
                <a:cubicBezTo>
                  <a:pt x="712145" y="65715"/>
                  <a:pt x="710671" y="65255"/>
                  <a:pt x="708825" y="65255"/>
                </a:cubicBezTo>
                <a:cubicBezTo>
                  <a:pt x="706837" y="65255"/>
                  <a:pt x="704459" y="65786"/>
                  <a:pt x="701690" y="66849"/>
                </a:cubicBezTo>
                <a:lnTo>
                  <a:pt x="700092" y="63022"/>
                </a:lnTo>
                <a:lnTo>
                  <a:pt x="729486" y="51120"/>
                </a:lnTo>
                <a:lnTo>
                  <a:pt x="734066" y="51120"/>
                </a:lnTo>
                <a:lnTo>
                  <a:pt x="734066" y="71781"/>
                </a:lnTo>
                <a:close/>
                <a:moveTo>
                  <a:pt x="843015" y="21726"/>
                </a:moveTo>
                <a:lnTo>
                  <a:pt x="843015" y="53889"/>
                </a:lnTo>
                <a:lnTo>
                  <a:pt x="865806" y="53889"/>
                </a:lnTo>
                <a:lnTo>
                  <a:pt x="865806" y="61344"/>
                </a:lnTo>
                <a:lnTo>
                  <a:pt x="843015" y="61344"/>
                </a:lnTo>
                <a:lnTo>
                  <a:pt x="843015" y="124519"/>
                </a:lnTo>
                <a:cubicBezTo>
                  <a:pt x="843015" y="130831"/>
                  <a:pt x="843920" y="135087"/>
                  <a:pt x="845731" y="137286"/>
                </a:cubicBezTo>
                <a:cubicBezTo>
                  <a:pt x="847541" y="139482"/>
                  <a:pt x="849867" y="140580"/>
                  <a:pt x="852707" y="140580"/>
                </a:cubicBezTo>
                <a:cubicBezTo>
                  <a:pt x="855050" y="140580"/>
                  <a:pt x="857322" y="139853"/>
                  <a:pt x="859523" y="138397"/>
                </a:cubicBezTo>
                <a:cubicBezTo>
                  <a:pt x="861724" y="136942"/>
                  <a:pt x="863428" y="134794"/>
                  <a:pt x="864635" y="131954"/>
                </a:cubicBezTo>
                <a:lnTo>
                  <a:pt x="868788" y="131954"/>
                </a:lnTo>
                <a:cubicBezTo>
                  <a:pt x="866303" y="138932"/>
                  <a:pt x="862789" y="144209"/>
                  <a:pt x="858245" y="147786"/>
                </a:cubicBezTo>
                <a:cubicBezTo>
                  <a:pt x="853701" y="151360"/>
                  <a:pt x="849015" y="153147"/>
                  <a:pt x="844187" y="153147"/>
                </a:cubicBezTo>
                <a:cubicBezTo>
                  <a:pt x="840921" y="153147"/>
                  <a:pt x="837726" y="152241"/>
                  <a:pt x="834602" y="150428"/>
                </a:cubicBezTo>
                <a:cubicBezTo>
                  <a:pt x="831478" y="148616"/>
                  <a:pt x="829170" y="146022"/>
                  <a:pt x="827679" y="142647"/>
                </a:cubicBezTo>
                <a:cubicBezTo>
                  <a:pt x="826188" y="139270"/>
                  <a:pt x="825442" y="134063"/>
                  <a:pt x="825442" y="127025"/>
                </a:cubicBezTo>
                <a:lnTo>
                  <a:pt x="825442" y="61344"/>
                </a:lnTo>
                <a:lnTo>
                  <a:pt x="810000" y="61344"/>
                </a:lnTo>
                <a:lnTo>
                  <a:pt x="810000" y="57830"/>
                </a:lnTo>
                <a:cubicBezTo>
                  <a:pt x="813905" y="56263"/>
                  <a:pt x="817899" y="53611"/>
                  <a:pt x="821981" y="49872"/>
                </a:cubicBezTo>
                <a:cubicBezTo>
                  <a:pt x="826064" y="46134"/>
                  <a:pt x="829702" y="41700"/>
                  <a:pt x="832898" y="36573"/>
                </a:cubicBezTo>
                <a:cubicBezTo>
                  <a:pt x="834531" y="33868"/>
                  <a:pt x="836803" y="28919"/>
                  <a:pt x="839714" y="21726"/>
                </a:cubicBezTo>
                <a:lnTo>
                  <a:pt x="843015" y="21726"/>
                </a:lnTo>
                <a:close/>
                <a:moveTo>
                  <a:pt x="930596" y="137385"/>
                </a:moveTo>
                <a:cubicBezTo>
                  <a:pt x="920585" y="145124"/>
                  <a:pt x="914302" y="149597"/>
                  <a:pt x="911746" y="150804"/>
                </a:cubicBezTo>
                <a:cubicBezTo>
                  <a:pt x="907911" y="152650"/>
                  <a:pt x="903829" y="153573"/>
                  <a:pt x="899498" y="153573"/>
                </a:cubicBezTo>
                <a:cubicBezTo>
                  <a:pt x="892753" y="153573"/>
                  <a:pt x="887197" y="151266"/>
                  <a:pt x="882831" y="146651"/>
                </a:cubicBezTo>
                <a:cubicBezTo>
                  <a:pt x="878464" y="142036"/>
                  <a:pt x="876281" y="135965"/>
                  <a:pt x="876281" y="128439"/>
                </a:cubicBezTo>
                <a:cubicBezTo>
                  <a:pt x="876281" y="123682"/>
                  <a:pt x="877346" y="119564"/>
                  <a:pt x="879476" y="116085"/>
                </a:cubicBezTo>
                <a:cubicBezTo>
                  <a:pt x="882387" y="111257"/>
                  <a:pt x="887446" y="106713"/>
                  <a:pt x="894652" y="102453"/>
                </a:cubicBezTo>
                <a:cubicBezTo>
                  <a:pt x="901859" y="98193"/>
                  <a:pt x="913840" y="93010"/>
                  <a:pt x="930596" y="86904"/>
                </a:cubicBezTo>
                <a:lnTo>
                  <a:pt x="930596" y="83070"/>
                </a:lnTo>
                <a:cubicBezTo>
                  <a:pt x="930596" y="73343"/>
                  <a:pt x="929052" y="66669"/>
                  <a:pt x="925963" y="63048"/>
                </a:cubicBezTo>
                <a:cubicBezTo>
                  <a:pt x="922875" y="59427"/>
                  <a:pt x="918384" y="57617"/>
                  <a:pt x="912491" y="57617"/>
                </a:cubicBezTo>
                <a:cubicBezTo>
                  <a:pt x="908018" y="57617"/>
                  <a:pt x="904468" y="58819"/>
                  <a:pt x="901841" y="61224"/>
                </a:cubicBezTo>
                <a:cubicBezTo>
                  <a:pt x="899143" y="63630"/>
                  <a:pt x="897794" y="66389"/>
                  <a:pt x="897794" y="69501"/>
                </a:cubicBezTo>
                <a:lnTo>
                  <a:pt x="898007" y="75655"/>
                </a:lnTo>
                <a:cubicBezTo>
                  <a:pt x="898007" y="78908"/>
                  <a:pt x="897173" y="81418"/>
                  <a:pt x="895504" y="83187"/>
                </a:cubicBezTo>
                <a:cubicBezTo>
                  <a:pt x="893836" y="84955"/>
                  <a:pt x="891652" y="85839"/>
                  <a:pt x="888954" y="85839"/>
                </a:cubicBezTo>
                <a:cubicBezTo>
                  <a:pt x="886327" y="85839"/>
                  <a:pt x="884180" y="84920"/>
                  <a:pt x="882511" y="83080"/>
                </a:cubicBezTo>
                <a:cubicBezTo>
                  <a:pt x="880843" y="81239"/>
                  <a:pt x="880008" y="78725"/>
                  <a:pt x="880008" y="75539"/>
                </a:cubicBezTo>
                <a:cubicBezTo>
                  <a:pt x="880008" y="69453"/>
                  <a:pt x="883132" y="63861"/>
                  <a:pt x="889380" y="58765"/>
                </a:cubicBezTo>
                <a:cubicBezTo>
                  <a:pt x="895628" y="53668"/>
                  <a:pt x="904397" y="51120"/>
                  <a:pt x="915686" y="51120"/>
                </a:cubicBezTo>
                <a:cubicBezTo>
                  <a:pt x="924348" y="51120"/>
                  <a:pt x="931448" y="52573"/>
                  <a:pt x="936986" y="55480"/>
                </a:cubicBezTo>
                <a:cubicBezTo>
                  <a:pt x="941175" y="57679"/>
                  <a:pt x="944264" y="61119"/>
                  <a:pt x="946252" y="65801"/>
                </a:cubicBezTo>
                <a:cubicBezTo>
                  <a:pt x="947530" y="68849"/>
                  <a:pt x="948169" y="75089"/>
                  <a:pt x="948169" y="84521"/>
                </a:cubicBezTo>
                <a:lnTo>
                  <a:pt x="948169" y="117603"/>
                </a:lnTo>
                <a:cubicBezTo>
                  <a:pt x="948169" y="126893"/>
                  <a:pt x="948346" y="132584"/>
                  <a:pt x="948701" y="134676"/>
                </a:cubicBezTo>
                <a:cubicBezTo>
                  <a:pt x="949056" y="136769"/>
                  <a:pt x="949642" y="138170"/>
                  <a:pt x="950458" y="138880"/>
                </a:cubicBezTo>
                <a:cubicBezTo>
                  <a:pt x="951275" y="139588"/>
                  <a:pt x="952216" y="139941"/>
                  <a:pt x="953281" y="139941"/>
                </a:cubicBezTo>
                <a:cubicBezTo>
                  <a:pt x="954417" y="139941"/>
                  <a:pt x="955411" y="139693"/>
                  <a:pt x="956263" y="139196"/>
                </a:cubicBezTo>
                <a:cubicBezTo>
                  <a:pt x="957754" y="138273"/>
                  <a:pt x="960629" y="135681"/>
                  <a:pt x="964889" y="131421"/>
                </a:cubicBezTo>
                <a:lnTo>
                  <a:pt x="964889" y="137385"/>
                </a:lnTo>
                <a:cubicBezTo>
                  <a:pt x="956937" y="148035"/>
                  <a:pt x="949340" y="153360"/>
                  <a:pt x="942098" y="153360"/>
                </a:cubicBezTo>
                <a:cubicBezTo>
                  <a:pt x="938619" y="153360"/>
                  <a:pt x="935850" y="152153"/>
                  <a:pt x="933791" y="149739"/>
                </a:cubicBezTo>
                <a:cubicBezTo>
                  <a:pt x="931732" y="147325"/>
                  <a:pt x="930667" y="143207"/>
                  <a:pt x="930596" y="137385"/>
                </a:cubicBezTo>
                <a:moveTo>
                  <a:pt x="930596" y="130403"/>
                </a:moveTo>
                <a:lnTo>
                  <a:pt x="930596" y="93401"/>
                </a:lnTo>
                <a:cubicBezTo>
                  <a:pt x="919875" y="97641"/>
                  <a:pt x="912953" y="100645"/>
                  <a:pt x="909828" y="102413"/>
                </a:cubicBezTo>
                <a:cubicBezTo>
                  <a:pt x="904219" y="105524"/>
                  <a:pt x="900208" y="108776"/>
                  <a:pt x="897794" y="112168"/>
                </a:cubicBezTo>
                <a:cubicBezTo>
                  <a:pt x="895380" y="115561"/>
                  <a:pt x="894173" y="119271"/>
                  <a:pt x="894173" y="123301"/>
                </a:cubicBezTo>
                <a:cubicBezTo>
                  <a:pt x="894173" y="128391"/>
                  <a:pt x="895699" y="132614"/>
                  <a:pt x="898752" y="135971"/>
                </a:cubicBezTo>
                <a:cubicBezTo>
                  <a:pt x="901805" y="139328"/>
                  <a:pt x="905320" y="141006"/>
                  <a:pt x="909296" y="141006"/>
                </a:cubicBezTo>
                <a:cubicBezTo>
                  <a:pt x="914692" y="141006"/>
                  <a:pt x="921792" y="137472"/>
                  <a:pt x="930596" y="130403"/>
                </a:cubicBezTo>
                <a:close/>
                <a:moveTo>
                  <a:pt x="1000493" y="21726"/>
                </a:moveTo>
                <a:lnTo>
                  <a:pt x="1000493" y="53889"/>
                </a:lnTo>
                <a:lnTo>
                  <a:pt x="1023284" y="53889"/>
                </a:lnTo>
                <a:lnTo>
                  <a:pt x="1023284" y="61344"/>
                </a:lnTo>
                <a:lnTo>
                  <a:pt x="1000493" y="61344"/>
                </a:lnTo>
                <a:lnTo>
                  <a:pt x="1000493" y="124519"/>
                </a:lnTo>
                <a:cubicBezTo>
                  <a:pt x="1000493" y="130831"/>
                  <a:pt x="1001398" y="135087"/>
                  <a:pt x="1003209" y="137286"/>
                </a:cubicBezTo>
                <a:cubicBezTo>
                  <a:pt x="1005019" y="139482"/>
                  <a:pt x="1007345" y="140580"/>
                  <a:pt x="1010185" y="140580"/>
                </a:cubicBezTo>
                <a:cubicBezTo>
                  <a:pt x="1012528" y="140580"/>
                  <a:pt x="1014800" y="139853"/>
                  <a:pt x="1017001" y="138397"/>
                </a:cubicBezTo>
                <a:cubicBezTo>
                  <a:pt x="1019202" y="136942"/>
                  <a:pt x="1020906" y="134794"/>
                  <a:pt x="1022113" y="131954"/>
                </a:cubicBezTo>
                <a:lnTo>
                  <a:pt x="1026266" y="131954"/>
                </a:lnTo>
                <a:cubicBezTo>
                  <a:pt x="1023781" y="138932"/>
                  <a:pt x="1020267" y="144209"/>
                  <a:pt x="1015723" y="147786"/>
                </a:cubicBezTo>
                <a:cubicBezTo>
                  <a:pt x="1011179" y="151360"/>
                  <a:pt x="1006493" y="153147"/>
                  <a:pt x="1001665" y="153147"/>
                </a:cubicBezTo>
                <a:cubicBezTo>
                  <a:pt x="998399" y="153147"/>
                  <a:pt x="995203" y="152241"/>
                  <a:pt x="992079" y="150428"/>
                </a:cubicBezTo>
                <a:cubicBezTo>
                  <a:pt x="988955" y="148616"/>
                  <a:pt x="986648" y="146022"/>
                  <a:pt x="985157" y="142647"/>
                </a:cubicBezTo>
                <a:cubicBezTo>
                  <a:pt x="983666" y="139270"/>
                  <a:pt x="982920" y="134063"/>
                  <a:pt x="982920" y="127025"/>
                </a:cubicBezTo>
                <a:lnTo>
                  <a:pt x="982920" y="61344"/>
                </a:lnTo>
                <a:lnTo>
                  <a:pt x="967478" y="61344"/>
                </a:lnTo>
                <a:lnTo>
                  <a:pt x="967478" y="57830"/>
                </a:lnTo>
                <a:cubicBezTo>
                  <a:pt x="971383" y="56263"/>
                  <a:pt x="975377" y="53611"/>
                  <a:pt x="979459" y="49872"/>
                </a:cubicBezTo>
                <a:cubicBezTo>
                  <a:pt x="983542" y="46134"/>
                  <a:pt x="987180" y="41700"/>
                  <a:pt x="990375" y="36573"/>
                </a:cubicBezTo>
                <a:cubicBezTo>
                  <a:pt x="992008" y="33868"/>
                  <a:pt x="994280" y="28919"/>
                  <a:pt x="997191" y="21726"/>
                </a:cubicBezTo>
                <a:lnTo>
                  <a:pt x="1000493" y="21726"/>
                </a:lnTo>
                <a:close/>
                <a:moveTo>
                  <a:pt x="1057615" y="0"/>
                </a:moveTo>
                <a:cubicBezTo>
                  <a:pt x="1060597" y="0"/>
                  <a:pt x="1063135" y="1053"/>
                  <a:pt x="1065229" y="3158"/>
                </a:cubicBezTo>
                <a:cubicBezTo>
                  <a:pt x="1067324" y="5262"/>
                  <a:pt x="1068371" y="7812"/>
                  <a:pt x="1068371" y="10810"/>
                </a:cubicBezTo>
                <a:cubicBezTo>
                  <a:pt x="1068371" y="13807"/>
                  <a:pt x="1067324" y="16377"/>
                  <a:pt x="1065229" y="18518"/>
                </a:cubicBezTo>
                <a:cubicBezTo>
                  <a:pt x="1063135" y="20657"/>
                  <a:pt x="1060597" y="21726"/>
                  <a:pt x="1057615" y="21726"/>
                </a:cubicBezTo>
                <a:cubicBezTo>
                  <a:pt x="1054633" y="21726"/>
                  <a:pt x="1052077" y="20657"/>
                  <a:pt x="1049947" y="18518"/>
                </a:cubicBezTo>
                <a:cubicBezTo>
                  <a:pt x="1047817" y="16377"/>
                  <a:pt x="1046752" y="13807"/>
                  <a:pt x="1046752" y="10810"/>
                </a:cubicBezTo>
                <a:cubicBezTo>
                  <a:pt x="1046752" y="7812"/>
                  <a:pt x="1047799" y="5262"/>
                  <a:pt x="1049893" y="3158"/>
                </a:cubicBezTo>
                <a:cubicBezTo>
                  <a:pt x="1051988" y="1053"/>
                  <a:pt x="1054562" y="0"/>
                  <a:pt x="1057615" y="0"/>
                </a:cubicBezTo>
                <a:moveTo>
                  <a:pt x="1066454" y="51120"/>
                </a:moveTo>
                <a:lnTo>
                  <a:pt x="1066454" y="129331"/>
                </a:lnTo>
                <a:cubicBezTo>
                  <a:pt x="1066454" y="135424"/>
                  <a:pt x="1066898" y="139480"/>
                  <a:pt x="1067785" y="141499"/>
                </a:cubicBezTo>
                <a:cubicBezTo>
                  <a:pt x="1068673" y="143518"/>
                  <a:pt x="1069986" y="145024"/>
                  <a:pt x="1071726" y="146015"/>
                </a:cubicBezTo>
                <a:cubicBezTo>
                  <a:pt x="1073465" y="147007"/>
                  <a:pt x="1076643" y="147503"/>
                  <a:pt x="1081258" y="147503"/>
                </a:cubicBezTo>
                <a:lnTo>
                  <a:pt x="1081258" y="151443"/>
                </a:lnTo>
                <a:lnTo>
                  <a:pt x="1033865" y="151443"/>
                </a:lnTo>
                <a:lnTo>
                  <a:pt x="1033865" y="147503"/>
                </a:lnTo>
                <a:cubicBezTo>
                  <a:pt x="1038622" y="147503"/>
                  <a:pt x="1041817" y="147043"/>
                  <a:pt x="1043450" y="146122"/>
                </a:cubicBezTo>
                <a:cubicBezTo>
                  <a:pt x="1045083" y="145201"/>
                  <a:pt x="1046379" y="143678"/>
                  <a:pt x="1047337" y="141552"/>
                </a:cubicBezTo>
                <a:cubicBezTo>
                  <a:pt x="1048296" y="139427"/>
                  <a:pt x="1048775" y="135353"/>
                  <a:pt x="1048775" y="129331"/>
                </a:cubicBezTo>
                <a:lnTo>
                  <a:pt x="1048775" y="91820"/>
                </a:lnTo>
                <a:cubicBezTo>
                  <a:pt x="1048775" y="81263"/>
                  <a:pt x="1048456" y="74427"/>
                  <a:pt x="1047817" y="71312"/>
                </a:cubicBezTo>
                <a:cubicBezTo>
                  <a:pt x="1047320" y="69044"/>
                  <a:pt x="1046539" y="67468"/>
                  <a:pt x="1045474" y="66583"/>
                </a:cubicBezTo>
                <a:cubicBezTo>
                  <a:pt x="1044409" y="65697"/>
                  <a:pt x="1042953" y="65255"/>
                  <a:pt x="1041107" y="65255"/>
                </a:cubicBezTo>
                <a:cubicBezTo>
                  <a:pt x="1039119" y="65255"/>
                  <a:pt x="1036705" y="65786"/>
                  <a:pt x="1033865" y="66849"/>
                </a:cubicBezTo>
                <a:lnTo>
                  <a:pt x="1032374" y="63022"/>
                </a:lnTo>
                <a:lnTo>
                  <a:pt x="1061768" y="51120"/>
                </a:lnTo>
                <a:lnTo>
                  <a:pt x="1066454" y="51120"/>
                </a:lnTo>
                <a:close/>
                <a:moveTo>
                  <a:pt x="1088430" y="53889"/>
                </a:moveTo>
                <a:lnTo>
                  <a:pt x="1134331" y="53889"/>
                </a:lnTo>
                <a:lnTo>
                  <a:pt x="1134331" y="57830"/>
                </a:lnTo>
                <a:lnTo>
                  <a:pt x="1131349" y="57830"/>
                </a:lnTo>
                <a:cubicBezTo>
                  <a:pt x="1128580" y="57830"/>
                  <a:pt x="1126468" y="58504"/>
                  <a:pt x="1125012" y="59853"/>
                </a:cubicBezTo>
                <a:cubicBezTo>
                  <a:pt x="1123557" y="61202"/>
                  <a:pt x="1122829" y="63013"/>
                  <a:pt x="1122829" y="65285"/>
                </a:cubicBezTo>
                <a:cubicBezTo>
                  <a:pt x="1122829" y="67770"/>
                  <a:pt x="1123575" y="70716"/>
                  <a:pt x="1125066" y="74124"/>
                </a:cubicBezTo>
                <a:lnTo>
                  <a:pt x="1147750" y="128013"/>
                </a:lnTo>
                <a:lnTo>
                  <a:pt x="1170541" y="72101"/>
                </a:lnTo>
                <a:cubicBezTo>
                  <a:pt x="1172174" y="68125"/>
                  <a:pt x="1172991" y="65107"/>
                  <a:pt x="1172991" y="63048"/>
                </a:cubicBezTo>
                <a:cubicBezTo>
                  <a:pt x="1172991" y="62054"/>
                  <a:pt x="1172707" y="61238"/>
                  <a:pt x="1172139" y="60599"/>
                </a:cubicBezTo>
                <a:cubicBezTo>
                  <a:pt x="1171358" y="59534"/>
                  <a:pt x="1170364" y="58806"/>
                  <a:pt x="1169157" y="58415"/>
                </a:cubicBezTo>
                <a:cubicBezTo>
                  <a:pt x="1167950" y="58025"/>
                  <a:pt x="1165500" y="57830"/>
                  <a:pt x="1161808" y="57830"/>
                </a:cubicBezTo>
                <a:lnTo>
                  <a:pt x="1161808" y="53889"/>
                </a:lnTo>
                <a:lnTo>
                  <a:pt x="1193652" y="53889"/>
                </a:lnTo>
                <a:lnTo>
                  <a:pt x="1193652" y="57830"/>
                </a:lnTo>
                <a:cubicBezTo>
                  <a:pt x="1189960" y="58114"/>
                  <a:pt x="1187404" y="58859"/>
                  <a:pt x="1185984" y="60066"/>
                </a:cubicBezTo>
                <a:cubicBezTo>
                  <a:pt x="1183499" y="62196"/>
                  <a:pt x="1181262" y="65746"/>
                  <a:pt x="1179274" y="70716"/>
                </a:cubicBezTo>
                <a:lnTo>
                  <a:pt x="1144662" y="154425"/>
                </a:lnTo>
                <a:lnTo>
                  <a:pt x="1140295" y="154425"/>
                </a:lnTo>
                <a:lnTo>
                  <a:pt x="1105470" y="72101"/>
                </a:lnTo>
                <a:cubicBezTo>
                  <a:pt x="1103908" y="68267"/>
                  <a:pt x="1102417" y="65515"/>
                  <a:pt x="1100997" y="63847"/>
                </a:cubicBezTo>
                <a:cubicBezTo>
                  <a:pt x="1099577" y="62178"/>
                  <a:pt x="1097766" y="60776"/>
                  <a:pt x="1095565" y="59640"/>
                </a:cubicBezTo>
                <a:cubicBezTo>
                  <a:pt x="1094358" y="59001"/>
                  <a:pt x="1091980" y="58398"/>
                  <a:pt x="1088430" y="57830"/>
                </a:cubicBezTo>
                <a:lnTo>
                  <a:pt x="1088430" y="53889"/>
                </a:lnTo>
                <a:close/>
                <a:moveTo>
                  <a:pt x="1218893" y="90738"/>
                </a:moveTo>
                <a:cubicBezTo>
                  <a:pt x="1218822" y="105189"/>
                  <a:pt x="1222337" y="116524"/>
                  <a:pt x="1229437" y="124742"/>
                </a:cubicBezTo>
                <a:cubicBezTo>
                  <a:pt x="1236537" y="132958"/>
                  <a:pt x="1244880" y="137066"/>
                  <a:pt x="1254465" y="137066"/>
                </a:cubicBezTo>
                <a:cubicBezTo>
                  <a:pt x="1260855" y="137066"/>
                  <a:pt x="1266410" y="135309"/>
                  <a:pt x="1271132" y="131794"/>
                </a:cubicBezTo>
                <a:cubicBezTo>
                  <a:pt x="1275853" y="128280"/>
                  <a:pt x="1279812" y="122262"/>
                  <a:pt x="1283007" y="113742"/>
                </a:cubicBezTo>
                <a:lnTo>
                  <a:pt x="1286308" y="115872"/>
                </a:lnTo>
                <a:cubicBezTo>
                  <a:pt x="1284817" y="125599"/>
                  <a:pt x="1280486" y="134457"/>
                  <a:pt x="1273315" y="142444"/>
                </a:cubicBezTo>
                <a:cubicBezTo>
                  <a:pt x="1266144" y="150432"/>
                  <a:pt x="1257163" y="154425"/>
                  <a:pt x="1246371" y="154425"/>
                </a:cubicBezTo>
                <a:cubicBezTo>
                  <a:pt x="1234656" y="154425"/>
                  <a:pt x="1224627" y="149874"/>
                  <a:pt x="1216284" y="140770"/>
                </a:cubicBezTo>
                <a:cubicBezTo>
                  <a:pt x="1207942" y="131664"/>
                  <a:pt x="1203770" y="119423"/>
                  <a:pt x="1203770" y="104047"/>
                </a:cubicBezTo>
                <a:cubicBezTo>
                  <a:pt x="1203770" y="87398"/>
                  <a:pt x="1208048" y="74415"/>
                  <a:pt x="1216604" y="65098"/>
                </a:cubicBezTo>
                <a:cubicBezTo>
                  <a:pt x="1225159" y="55780"/>
                  <a:pt x="1235898" y="51120"/>
                  <a:pt x="1248820" y="51120"/>
                </a:cubicBezTo>
                <a:cubicBezTo>
                  <a:pt x="1259754" y="51120"/>
                  <a:pt x="1268736" y="54715"/>
                  <a:pt x="1275765" y="61903"/>
                </a:cubicBezTo>
                <a:cubicBezTo>
                  <a:pt x="1282794" y="69090"/>
                  <a:pt x="1286308" y="78702"/>
                  <a:pt x="1286308" y="90738"/>
                </a:cubicBezTo>
                <a:lnTo>
                  <a:pt x="1218893" y="90738"/>
                </a:lnTo>
                <a:moveTo>
                  <a:pt x="1218893" y="84561"/>
                </a:moveTo>
                <a:lnTo>
                  <a:pt x="1264050" y="84561"/>
                </a:lnTo>
                <a:cubicBezTo>
                  <a:pt x="1263695" y="78313"/>
                  <a:pt x="1262949" y="73911"/>
                  <a:pt x="1261813" y="71355"/>
                </a:cubicBezTo>
                <a:cubicBezTo>
                  <a:pt x="1260038" y="67379"/>
                  <a:pt x="1257393" y="64255"/>
                  <a:pt x="1253879" y="61983"/>
                </a:cubicBezTo>
                <a:cubicBezTo>
                  <a:pt x="1250364" y="59711"/>
                  <a:pt x="1246690" y="58575"/>
                  <a:pt x="1242856" y="58575"/>
                </a:cubicBezTo>
                <a:cubicBezTo>
                  <a:pt x="1236963" y="58575"/>
                  <a:pt x="1231691" y="60865"/>
                  <a:pt x="1227041" y="65444"/>
                </a:cubicBezTo>
                <a:cubicBezTo>
                  <a:pt x="1222390" y="70024"/>
                  <a:pt x="1219674" y="76396"/>
                  <a:pt x="1218893" y="845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Predicates">
            <a:extLst xmlns:a="http://schemas.openxmlformats.org/drawingml/2006/main">
              <a:ext uri="{FF2B5EF4-FFF2-40B4-BE49-F238E27FC236}">
                <a16:creationId xmlns:a16="http://schemas.microsoft.com/office/drawing/2014/main" id="{C9955A8C-533E-44A9-97A8-13A8F578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0599" y="1495487"/>
            <a:ext cx="885190" cy="154425"/>
          </a:xfrm>
          <a:custGeom xmlns:a="http://schemas.openxmlformats.org/drawingml/2006/main">
            <a:pathLst>
              <a:path w="885190" h="154425">
                <a:moveTo>
                  <a:pt x="41109" y="83709"/>
                </a:moveTo>
                <a:lnTo>
                  <a:pt x="41109" y="125847"/>
                </a:lnTo>
                <a:cubicBezTo>
                  <a:pt x="41109" y="134950"/>
                  <a:pt x="42103" y="140605"/>
                  <a:pt x="44091" y="142810"/>
                </a:cubicBezTo>
                <a:cubicBezTo>
                  <a:pt x="46789" y="145939"/>
                  <a:pt x="50872" y="147503"/>
                  <a:pt x="56339" y="147503"/>
                </a:cubicBezTo>
                <a:lnTo>
                  <a:pt x="61877" y="147503"/>
                </a:lnTo>
                <a:lnTo>
                  <a:pt x="61877" y="151443"/>
                </a:lnTo>
                <a:lnTo>
                  <a:pt x="0" y="151443"/>
                </a:lnTo>
                <a:lnTo>
                  <a:pt x="0" y="147503"/>
                </a:lnTo>
                <a:lnTo>
                  <a:pt x="5432" y="147503"/>
                </a:lnTo>
                <a:cubicBezTo>
                  <a:pt x="11538" y="147503"/>
                  <a:pt x="15904" y="145515"/>
                  <a:pt x="18531" y="141539"/>
                </a:cubicBezTo>
                <a:cubicBezTo>
                  <a:pt x="19951" y="139338"/>
                  <a:pt x="20661" y="134119"/>
                  <a:pt x="20661" y="125883"/>
                </a:cubicBezTo>
                <a:lnTo>
                  <a:pt x="20661" y="32589"/>
                </a:lnTo>
                <a:cubicBezTo>
                  <a:pt x="20661" y="23501"/>
                  <a:pt x="19703" y="17857"/>
                  <a:pt x="17786" y="15656"/>
                </a:cubicBezTo>
                <a:cubicBezTo>
                  <a:pt x="15017" y="12532"/>
                  <a:pt x="10899" y="10970"/>
                  <a:pt x="5432" y="10970"/>
                </a:cubicBezTo>
                <a:lnTo>
                  <a:pt x="0" y="10970"/>
                </a:lnTo>
                <a:lnTo>
                  <a:pt x="0" y="7029"/>
                </a:lnTo>
                <a:lnTo>
                  <a:pt x="52931" y="7029"/>
                </a:lnTo>
                <a:cubicBezTo>
                  <a:pt x="65853" y="7029"/>
                  <a:pt x="76041" y="8359"/>
                  <a:pt x="83496" y="11019"/>
                </a:cubicBezTo>
                <a:cubicBezTo>
                  <a:pt x="90951" y="13678"/>
                  <a:pt x="97235" y="18162"/>
                  <a:pt x="102347" y="24472"/>
                </a:cubicBezTo>
                <a:cubicBezTo>
                  <a:pt x="107459" y="30782"/>
                  <a:pt x="110015" y="38262"/>
                  <a:pt x="110015" y="46913"/>
                </a:cubicBezTo>
                <a:cubicBezTo>
                  <a:pt x="110015" y="58684"/>
                  <a:pt x="106128" y="68257"/>
                  <a:pt x="98353" y="75632"/>
                </a:cubicBezTo>
                <a:cubicBezTo>
                  <a:pt x="90579" y="83005"/>
                  <a:pt x="79591" y="86691"/>
                  <a:pt x="65391" y="86691"/>
                </a:cubicBezTo>
                <a:cubicBezTo>
                  <a:pt x="61912" y="86691"/>
                  <a:pt x="58149" y="86443"/>
                  <a:pt x="54102" y="85946"/>
                </a:cubicBezTo>
                <a:cubicBezTo>
                  <a:pt x="50055" y="85449"/>
                  <a:pt x="45724" y="84703"/>
                  <a:pt x="41109" y="83709"/>
                </a:cubicBezTo>
                <a:moveTo>
                  <a:pt x="41109" y="77532"/>
                </a:moveTo>
                <a:cubicBezTo>
                  <a:pt x="44872" y="78242"/>
                  <a:pt x="48209" y="78775"/>
                  <a:pt x="51120" y="79130"/>
                </a:cubicBezTo>
                <a:cubicBezTo>
                  <a:pt x="54031" y="79485"/>
                  <a:pt x="56516" y="79662"/>
                  <a:pt x="58575" y="79662"/>
                </a:cubicBezTo>
                <a:cubicBezTo>
                  <a:pt x="65959" y="79662"/>
                  <a:pt x="72331" y="76804"/>
                  <a:pt x="77692" y="71089"/>
                </a:cubicBezTo>
                <a:cubicBezTo>
                  <a:pt x="83053" y="65373"/>
                  <a:pt x="85733" y="57972"/>
                  <a:pt x="85733" y="48884"/>
                </a:cubicBezTo>
                <a:cubicBezTo>
                  <a:pt x="85733" y="42636"/>
                  <a:pt x="84455" y="36831"/>
                  <a:pt x="81899" y="31471"/>
                </a:cubicBezTo>
                <a:cubicBezTo>
                  <a:pt x="79343" y="26110"/>
                  <a:pt x="75722" y="22099"/>
                  <a:pt x="71036" y="19436"/>
                </a:cubicBezTo>
                <a:cubicBezTo>
                  <a:pt x="66350" y="16774"/>
                  <a:pt x="61025" y="15443"/>
                  <a:pt x="55061" y="15443"/>
                </a:cubicBezTo>
                <a:cubicBezTo>
                  <a:pt x="51440" y="15443"/>
                  <a:pt x="46789" y="16117"/>
                  <a:pt x="41109" y="17466"/>
                </a:cubicBezTo>
                <a:lnTo>
                  <a:pt x="41109" y="77532"/>
                </a:lnTo>
                <a:close/>
                <a:moveTo>
                  <a:pt x="153008" y="51120"/>
                </a:moveTo>
                <a:lnTo>
                  <a:pt x="153008" y="73059"/>
                </a:lnTo>
                <a:cubicBezTo>
                  <a:pt x="161173" y="58433"/>
                  <a:pt x="169551" y="51120"/>
                  <a:pt x="178142" y="51120"/>
                </a:cubicBezTo>
                <a:cubicBezTo>
                  <a:pt x="182047" y="51120"/>
                  <a:pt x="185278" y="52309"/>
                  <a:pt x="187834" y="54688"/>
                </a:cubicBezTo>
                <a:cubicBezTo>
                  <a:pt x="190390" y="57066"/>
                  <a:pt x="191668" y="59818"/>
                  <a:pt x="191668" y="62942"/>
                </a:cubicBezTo>
                <a:cubicBezTo>
                  <a:pt x="191668" y="65711"/>
                  <a:pt x="190745" y="68054"/>
                  <a:pt x="188899" y="69971"/>
                </a:cubicBezTo>
                <a:cubicBezTo>
                  <a:pt x="187053" y="71888"/>
                  <a:pt x="184852" y="72846"/>
                  <a:pt x="182296" y="72846"/>
                </a:cubicBezTo>
                <a:cubicBezTo>
                  <a:pt x="179811" y="72846"/>
                  <a:pt x="177024" y="71621"/>
                  <a:pt x="173936" y="69172"/>
                </a:cubicBezTo>
                <a:cubicBezTo>
                  <a:pt x="170847" y="66722"/>
                  <a:pt x="168557" y="65498"/>
                  <a:pt x="167066" y="65498"/>
                </a:cubicBezTo>
                <a:cubicBezTo>
                  <a:pt x="165788" y="65498"/>
                  <a:pt x="164404" y="66205"/>
                  <a:pt x="162913" y="67621"/>
                </a:cubicBezTo>
                <a:cubicBezTo>
                  <a:pt x="159718" y="70525"/>
                  <a:pt x="156416" y="75306"/>
                  <a:pt x="153008" y="81962"/>
                </a:cubicBezTo>
                <a:lnTo>
                  <a:pt x="153008" y="128596"/>
                </a:lnTo>
                <a:cubicBezTo>
                  <a:pt x="153008" y="133976"/>
                  <a:pt x="153683" y="138048"/>
                  <a:pt x="155032" y="140810"/>
                </a:cubicBezTo>
                <a:cubicBezTo>
                  <a:pt x="155955" y="142723"/>
                  <a:pt x="157588" y="144317"/>
                  <a:pt x="159931" y="145593"/>
                </a:cubicBezTo>
                <a:cubicBezTo>
                  <a:pt x="162274" y="146866"/>
                  <a:pt x="165646" y="147503"/>
                  <a:pt x="170048" y="147503"/>
                </a:cubicBezTo>
                <a:lnTo>
                  <a:pt x="170048" y="151443"/>
                </a:lnTo>
                <a:lnTo>
                  <a:pt x="120100" y="151443"/>
                </a:lnTo>
                <a:lnTo>
                  <a:pt x="120100" y="147503"/>
                </a:lnTo>
                <a:cubicBezTo>
                  <a:pt x="125070" y="147503"/>
                  <a:pt x="128762" y="146724"/>
                  <a:pt x="131176" y="145167"/>
                </a:cubicBezTo>
                <a:cubicBezTo>
                  <a:pt x="132951" y="144033"/>
                  <a:pt x="134193" y="142226"/>
                  <a:pt x="134903" y="139745"/>
                </a:cubicBezTo>
                <a:cubicBezTo>
                  <a:pt x="135258" y="138540"/>
                  <a:pt x="135436" y="135105"/>
                  <a:pt x="135436" y="129438"/>
                </a:cubicBezTo>
                <a:lnTo>
                  <a:pt x="135436" y="91713"/>
                </a:lnTo>
                <a:cubicBezTo>
                  <a:pt x="135436" y="80378"/>
                  <a:pt x="135205" y="73631"/>
                  <a:pt x="134743" y="71472"/>
                </a:cubicBezTo>
                <a:cubicBezTo>
                  <a:pt x="134282" y="69311"/>
                  <a:pt x="133430" y="67734"/>
                  <a:pt x="132187" y="66742"/>
                </a:cubicBezTo>
                <a:cubicBezTo>
                  <a:pt x="130945" y="65751"/>
                  <a:pt x="129401" y="65255"/>
                  <a:pt x="127555" y="65255"/>
                </a:cubicBezTo>
                <a:cubicBezTo>
                  <a:pt x="125354" y="65255"/>
                  <a:pt x="122869" y="65786"/>
                  <a:pt x="120100" y="66849"/>
                </a:cubicBezTo>
                <a:lnTo>
                  <a:pt x="119035" y="63022"/>
                </a:lnTo>
                <a:lnTo>
                  <a:pt x="148535" y="51120"/>
                </a:lnTo>
                <a:lnTo>
                  <a:pt x="153008" y="51120"/>
                </a:lnTo>
                <a:close/>
                <a:moveTo>
                  <a:pt x="213499" y="90738"/>
                </a:moveTo>
                <a:cubicBezTo>
                  <a:pt x="213428" y="105189"/>
                  <a:pt x="216943" y="116524"/>
                  <a:pt x="224043" y="124742"/>
                </a:cubicBezTo>
                <a:cubicBezTo>
                  <a:pt x="231143" y="132958"/>
                  <a:pt x="239486" y="137066"/>
                  <a:pt x="249071" y="137066"/>
                </a:cubicBezTo>
                <a:cubicBezTo>
                  <a:pt x="255461" y="137066"/>
                  <a:pt x="261016" y="135309"/>
                  <a:pt x="265738" y="131794"/>
                </a:cubicBezTo>
                <a:cubicBezTo>
                  <a:pt x="270459" y="128280"/>
                  <a:pt x="274418" y="122262"/>
                  <a:pt x="277613" y="113742"/>
                </a:cubicBezTo>
                <a:lnTo>
                  <a:pt x="280914" y="115872"/>
                </a:lnTo>
                <a:cubicBezTo>
                  <a:pt x="279423" y="125599"/>
                  <a:pt x="275092" y="134457"/>
                  <a:pt x="267921" y="142444"/>
                </a:cubicBezTo>
                <a:cubicBezTo>
                  <a:pt x="260750" y="150432"/>
                  <a:pt x="251769" y="154425"/>
                  <a:pt x="240977" y="154425"/>
                </a:cubicBezTo>
                <a:cubicBezTo>
                  <a:pt x="229261" y="154425"/>
                  <a:pt x="219233" y="149874"/>
                  <a:pt x="210890" y="140770"/>
                </a:cubicBezTo>
                <a:cubicBezTo>
                  <a:pt x="202548" y="131664"/>
                  <a:pt x="198376" y="119423"/>
                  <a:pt x="198376" y="104047"/>
                </a:cubicBezTo>
                <a:cubicBezTo>
                  <a:pt x="198376" y="87398"/>
                  <a:pt x="202654" y="74415"/>
                  <a:pt x="211210" y="65098"/>
                </a:cubicBezTo>
                <a:cubicBezTo>
                  <a:pt x="219765" y="55780"/>
                  <a:pt x="230504" y="51120"/>
                  <a:pt x="243426" y="51120"/>
                </a:cubicBezTo>
                <a:cubicBezTo>
                  <a:pt x="254360" y="51120"/>
                  <a:pt x="263342" y="54715"/>
                  <a:pt x="270371" y="61903"/>
                </a:cubicBezTo>
                <a:cubicBezTo>
                  <a:pt x="277400" y="69090"/>
                  <a:pt x="280914" y="78702"/>
                  <a:pt x="280914" y="90738"/>
                </a:cubicBezTo>
                <a:lnTo>
                  <a:pt x="213499" y="90738"/>
                </a:lnTo>
                <a:moveTo>
                  <a:pt x="213499" y="84561"/>
                </a:moveTo>
                <a:lnTo>
                  <a:pt x="258656" y="84561"/>
                </a:lnTo>
                <a:cubicBezTo>
                  <a:pt x="258301" y="78313"/>
                  <a:pt x="257555" y="73911"/>
                  <a:pt x="256419" y="71355"/>
                </a:cubicBezTo>
                <a:cubicBezTo>
                  <a:pt x="254644" y="67379"/>
                  <a:pt x="251999" y="64255"/>
                  <a:pt x="248485" y="61983"/>
                </a:cubicBezTo>
                <a:cubicBezTo>
                  <a:pt x="244970" y="59711"/>
                  <a:pt x="241296" y="58575"/>
                  <a:pt x="237462" y="58575"/>
                </a:cubicBezTo>
                <a:cubicBezTo>
                  <a:pt x="231569" y="58575"/>
                  <a:pt x="226297" y="60865"/>
                  <a:pt x="221647" y="65444"/>
                </a:cubicBezTo>
                <a:cubicBezTo>
                  <a:pt x="216996" y="70024"/>
                  <a:pt x="214280" y="76396"/>
                  <a:pt x="213499" y="84561"/>
                </a:cubicBezTo>
                <a:close/>
                <a:moveTo>
                  <a:pt x="362846" y="140474"/>
                </a:moveTo>
                <a:cubicBezTo>
                  <a:pt x="358089" y="145444"/>
                  <a:pt x="353438" y="149012"/>
                  <a:pt x="348894" y="151177"/>
                </a:cubicBezTo>
                <a:cubicBezTo>
                  <a:pt x="344350" y="153343"/>
                  <a:pt x="339451" y="154425"/>
                  <a:pt x="334197" y="154425"/>
                </a:cubicBezTo>
                <a:cubicBezTo>
                  <a:pt x="323547" y="154425"/>
                  <a:pt x="314246" y="149980"/>
                  <a:pt x="306294" y="141090"/>
                </a:cubicBezTo>
                <a:cubicBezTo>
                  <a:pt x="298342" y="132197"/>
                  <a:pt x="294366" y="120770"/>
                  <a:pt x="294366" y="106810"/>
                </a:cubicBezTo>
                <a:cubicBezTo>
                  <a:pt x="294366" y="92852"/>
                  <a:pt x="298768" y="80080"/>
                  <a:pt x="307572" y="68496"/>
                </a:cubicBezTo>
                <a:cubicBezTo>
                  <a:pt x="316376" y="56912"/>
                  <a:pt x="327701" y="51120"/>
                  <a:pt x="341546" y="51120"/>
                </a:cubicBezTo>
                <a:cubicBezTo>
                  <a:pt x="350137" y="51120"/>
                  <a:pt x="357237" y="53854"/>
                  <a:pt x="362846" y="59321"/>
                </a:cubicBezTo>
                <a:lnTo>
                  <a:pt x="362846" y="41282"/>
                </a:lnTo>
                <a:cubicBezTo>
                  <a:pt x="362846" y="30089"/>
                  <a:pt x="362579" y="23208"/>
                  <a:pt x="362047" y="20641"/>
                </a:cubicBezTo>
                <a:cubicBezTo>
                  <a:pt x="361514" y="18074"/>
                  <a:pt x="360680" y="16328"/>
                  <a:pt x="359544" y="15403"/>
                </a:cubicBezTo>
                <a:cubicBezTo>
                  <a:pt x="358408" y="14475"/>
                  <a:pt x="356988" y="14011"/>
                  <a:pt x="355284" y="14011"/>
                </a:cubicBezTo>
                <a:cubicBezTo>
                  <a:pt x="353438" y="14011"/>
                  <a:pt x="350989" y="14582"/>
                  <a:pt x="347936" y="15722"/>
                </a:cubicBezTo>
                <a:lnTo>
                  <a:pt x="346551" y="11978"/>
                </a:lnTo>
                <a:lnTo>
                  <a:pt x="375626" y="0"/>
                </a:lnTo>
                <a:lnTo>
                  <a:pt x="380418" y="0"/>
                </a:lnTo>
                <a:lnTo>
                  <a:pt x="380418" y="112784"/>
                </a:lnTo>
                <a:cubicBezTo>
                  <a:pt x="380418" y="124215"/>
                  <a:pt x="380684" y="131191"/>
                  <a:pt x="381217" y="133711"/>
                </a:cubicBezTo>
                <a:cubicBezTo>
                  <a:pt x="381749" y="136232"/>
                  <a:pt x="382601" y="137989"/>
                  <a:pt x="383773" y="138983"/>
                </a:cubicBezTo>
                <a:cubicBezTo>
                  <a:pt x="384944" y="139977"/>
                  <a:pt x="386311" y="140474"/>
                  <a:pt x="387873" y="140474"/>
                </a:cubicBezTo>
                <a:cubicBezTo>
                  <a:pt x="389790" y="140474"/>
                  <a:pt x="392346" y="139870"/>
                  <a:pt x="395541" y="138663"/>
                </a:cubicBezTo>
                <a:lnTo>
                  <a:pt x="396713" y="142391"/>
                </a:lnTo>
                <a:lnTo>
                  <a:pt x="367745" y="154425"/>
                </a:lnTo>
                <a:lnTo>
                  <a:pt x="362846" y="154425"/>
                </a:lnTo>
                <a:lnTo>
                  <a:pt x="362846" y="140474"/>
                </a:lnTo>
                <a:moveTo>
                  <a:pt x="362846" y="133042"/>
                </a:moveTo>
                <a:lnTo>
                  <a:pt x="362846" y="82901"/>
                </a:lnTo>
                <a:cubicBezTo>
                  <a:pt x="362420" y="78084"/>
                  <a:pt x="361142" y="73693"/>
                  <a:pt x="359012" y="69728"/>
                </a:cubicBezTo>
                <a:cubicBezTo>
                  <a:pt x="356882" y="65761"/>
                  <a:pt x="354059" y="62769"/>
                  <a:pt x="350545" y="60752"/>
                </a:cubicBezTo>
                <a:cubicBezTo>
                  <a:pt x="347030" y="58733"/>
                  <a:pt x="343605" y="57723"/>
                  <a:pt x="340268" y="57723"/>
                </a:cubicBezTo>
                <a:cubicBezTo>
                  <a:pt x="334020" y="57723"/>
                  <a:pt x="328446" y="60521"/>
                  <a:pt x="323547" y="66117"/>
                </a:cubicBezTo>
                <a:cubicBezTo>
                  <a:pt x="317086" y="73481"/>
                  <a:pt x="313855" y="84245"/>
                  <a:pt x="313855" y="98410"/>
                </a:cubicBezTo>
                <a:cubicBezTo>
                  <a:pt x="313855" y="112716"/>
                  <a:pt x="316979" y="123677"/>
                  <a:pt x="323228" y="131292"/>
                </a:cubicBezTo>
                <a:cubicBezTo>
                  <a:pt x="329476" y="138904"/>
                  <a:pt x="336434" y="142710"/>
                  <a:pt x="344102" y="142710"/>
                </a:cubicBezTo>
                <a:cubicBezTo>
                  <a:pt x="350563" y="142710"/>
                  <a:pt x="356811" y="139488"/>
                  <a:pt x="362846" y="133042"/>
                </a:cubicBezTo>
                <a:close/>
                <a:moveTo>
                  <a:pt x="427810" y="0"/>
                </a:moveTo>
                <a:cubicBezTo>
                  <a:pt x="430792" y="0"/>
                  <a:pt x="433330" y="1053"/>
                  <a:pt x="435425" y="3158"/>
                </a:cubicBezTo>
                <a:cubicBezTo>
                  <a:pt x="437519" y="5262"/>
                  <a:pt x="438567" y="7812"/>
                  <a:pt x="438567" y="10810"/>
                </a:cubicBezTo>
                <a:cubicBezTo>
                  <a:pt x="438567" y="13807"/>
                  <a:pt x="437519" y="16377"/>
                  <a:pt x="435425" y="18518"/>
                </a:cubicBezTo>
                <a:cubicBezTo>
                  <a:pt x="433330" y="20657"/>
                  <a:pt x="430792" y="21726"/>
                  <a:pt x="427810" y="21726"/>
                </a:cubicBezTo>
                <a:cubicBezTo>
                  <a:pt x="424828" y="21726"/>
                  <a:pt x="422272" y="20657"/>
                  <a:pt x="420142" y="18518"/>
                </a:cubicBezTo>
                <a:cubicBezTo>
                  <a:pt x="418012" y="16377"/>
                  <a:pt x="416947" y="13807"/>
                  <a:pt x="416947" y="10810"/>
                </a:cubicBezTo>
                <a:cubicBezTo>
                  <a:pt x="416947" y="7812"/>
                  <a:pt x="417994" y="5262"/>
                  <a:pt x="420089" y="3158"/>
                </a:cubicBezTo>
                <a:cubicBezTo>
                  <a:pt x="422183" y="1053"/>
                  <a:pt x="424757" y="0"/>
                  <a:pt x="427810" y="0"/>
                </a:cubicBezTo>
                <a:moveTo>
                  <a:pt x="436650" y="51120"/>
                </a:moveTo>
                <a:lnTo>
                  <a:pt x="436650" y="129331"/>
                </a:lnTo>
                <a:cubicBezTo>
                  <a:pt x="436650" y="135424"/>
                  <a:pt x="437093" y="139480"/>
                  <a:pt x="437981" y="141499"/>
                </a:cubicBezTo>
                <a:cubicBezTo>
                  <a:pt x="438868" y="143518"/>
                  <a:pt x="440182" y="145024"/>
                  <a:pt x="441921" y="146015"/>
                </a:cubicBezTo>
                <a:cubicBezTo>
                  <a:pt x="443661" y="147007"/>
                  <a:pt x="446838" y="147503"/>
                  <a:pt x="451453" y="147503"/>
                </a:cubicBezTo>
                <a:lnTo>
                  <a:pt x="451453" y="151443"/>
                </a:lnTo>
                <a:lnTo>
                  <a:pt x="404061" y="151443"/>
                </a:lnTo>
                <a:lnTo>
                  <a:pt x="404061" y="147503"/>
                </a:lnTo>
                <a:cubicBezTo>
                  <a:pt x="408818" y="147503"/>
                  <a:pt x="412013" y="147043"/>
                  <a:pt x="413646" y="146122"/>
                </a:cubicBezTo>
                <a:cubicBezTo>
                  <a:pt x="415279" y="145201"/>
                  <a:pt x="416574" y="143678"/>
                  <a:pt x="417533" y="141552"/>
                </a:cubicBezTo>
                <a:cubicBezTo>
                  <a:pt x="418491" y="139427"/>
                  <a:pt x="418971" y="135353"/>
                  <a:pt x="418971" y="129331"/>
                </a:cubicBezTo>
                <a:lnTo>
                  <a:pt x="418971" y="91820"/>
                </a:lnTo>
                <a:cubicBezTo>
                  <a:pt x="418971" y="81263"/>
                  <a:pt x="418651" y="74427"/>
                  <a:pt x="418012" y="71312"/>
                </a:cubicBezTo>
                <a:cubicBezTo>
                  <a:pt x="417515" y="69044"/>
                  <a:pt x="416734" y="67468"/>
                  <a:pt x="415669" y="66583"/>
                </a:cubicBezTo>
                <a:cubicBezTo>
                  <a:pt x="414604" y="65697"/>
                  <a:pt x="413149" y="65255"/>
                  <a:pt x="411303" y="65255"/>
                </a:cubicBezTo>
                <a:cubicBezTo>
                  <a:pt x="409315" y="65255"/>
                  <a:pt x="406901" y="65786"/>
                  <a:pt x="404061" y="66849"/>
                </a:cubicBezTo>
                <a:lnTo>
                  <a:pt x="402570" y="63022"/>
                </a:lnTo>
                <a:lnTo>
                  <a:pt x="431964" y="51120"/>
                </a:lnTo>
                <a:lnTo>
                  <a:pt x="436650" y="51120"/>
                </a:lnTo>
                <a:close/>
                <a:moveTo>
                  <a:pt x="546489" y="114381"/>
                </a:moveTo>
                <a:cubicBezTo>
                  <a:pt x="543862" y="127232"/>
                  <a:pt x="538715" y="137119"/>
                  <a:pt x="531047" y="144042"/>
                </a:cubicBezTo>
                <a:cubicBezTo>
                  <a:pt x="523379" y="150964"/>
                  <a:pt x="514894" y="154425"/>
                  <a:pt x="505593" y="154425"/>
                </a:cubicBezTo>
                <a:cubicBezTo>
                  <a:pt x="494517" y="154425"/>
                  <a:pt x="484861" y="149781"/>
                  <a:pt x="476625" y="140491"/>
                </a:cubicBezTo>
                <a:cubicBezTo>
                  <a:pt x="468389" y="131198"/>
                  <a:pt x="464271" y="118644"/>
                  <a:pt x="464271" y="102826"/>
                </a:cubicBezTo>
                <a:cubicBezTo>
                  <a:pt x="464271" y="87506"/>
                  <a:pt x="468833" y="75058"/>
                  <a:pt x="477956" y="65484"/>
                </a:cubicBezTo>
                <a:cubicBezTo>
                  <a:pt x="487080" y="55908"/>
                  <a:pt x="498032" y="51120"/>
                  <a:pt x="510812" y="51120"/>
                </a:cubicBezTo>
                <a:cubicBezTo>
                  <a:pt x="520397" y="51120"/>
                  <a:pt x="528278" y="53651"/>
                  <a:pt x="534455" y="58712"/>
                </a:cubicBezTo>
                <a:cubicBezTo>
                  <a:pt x="540632" y="63770"/>
                  <a:pt x="543720" y="69024"/>
                  <a:pt x="543720" y="74474"/>
                </a:cubicBezTo>
                <a:cubicBezTo>
                  <a:pt x="543720" y="77163"/>
                  <a:pt x="542850" y="79339"/>
                  <a:pt x="541111" y="81003"/>
                </a:cubicBezTo>
                <a:cubicBezTo>
                  <a:pt x="539371" y="82665"/>
                  <a:pt x="536940" y="83496"/>
                  <a:pt x="533816" y="83496"/>
                </a:cubicBezTo>
                <a:cubicBezTo>
                  <a:pt x="529627" y="83496"/>
                  <a:pt x="526467" y="82147"/>
                  <a:pt x="524337" y="79449"/>
                </a:cubicBezTo>
                <a:cubicBezTo>
                  <a:pt x="523130" y="77958"/>
                  <a:pt x="522331" y="75118"/>
                  <a:pt x="521941" y="70929"/>
                </a:cubicBezTo>
                <a:cubicBezTo>
                  <a:pt x="521550" y="66740"/>
                  <a:pt x="520113" y="63545"/>
                  <a:pt x="517628" y="61344"/>
                </a:cubicBezTo>
                <a:cubicBezTo>
                  <a:pt x="515143" y="59214"/>
                  <a:pt x="511699" y="58149"/>
                  <a:pt x="507297" y="58149"/>
                </a:cubicBezTo>
                <a:cubicBezTo>
                  <a:pt x="500197" y="58149"/>
                  <a:pt x="494482" y="60776"/>
                  <a:pt x="490151" y="66030"/>
                </a:cubicBezTo>
                <a:cubicBezTo>
                  <a:pt x="484400" y="72988"/>
                  <a:pt x="481524" y="82183"/>
                  <a:pt x="481524" y="93614"/>
                </a:cubicBezTo>
                <a:cubicBezTo>
                  <a:pt x="481524" y="105258"/>
                  <a:pt x="484382" y="115535"/>
                  <a:pt x="490097" y="124446"/>
                </a:cubicBezTo>
                <a:cubicBezTo>
                  <a:pt x="495813" y="133356"/>
                  <a:pt x="503534" y="137811"/>
                  <a:pt x="513261" y="137811"/>
                </a:cubicBezTo>
                <a:cubicBezTo>
                  <a:pt x="520219" y="137811"/>
                  <a:pt x="526467" y="135433"/>
                  <a:pt x="532005" y="130676"/>
                </a:cubicBezTo>
                <a:cubicBezTo>
                  <a:pt x="535910" y="127410"/>
                  <a:pt x="539709" y="121481"/>
                  <a:pt x="543401" y="112890"/>
                </a:cubicBezTo>
                <a:lnTo>
                  <a:pt x="546489" y="114381"/>
                </a:lnTo>
                <a:close/>
                <a:moveTo>
                  <a:pt x="615747" y="137385"/>
                </a:moveTo>
                <a:cubicBezTo>
                  <a:pt x="605736" y="145124"/>
                  <a:pt x="599453" y="149597"/>
                  <a:pt x="596897" y="150804"/>
                </a:cubicBezTo>
                <a:cubicBezTo>
                  <a:pt x="593063" y="152650"/>
                  <a:pt x="588980" y="153573"/>
                  <a:pt x="584649" y="153573"/>
                </a:cubicBezTo>
                <a:cubicBezTo>
                  <a:pt x="577904" y="153573"/>
                  <a:pt x="572348" y="151266"/>
                  <a:pt x="567982" y="146651"/>
                </a:cubicBezTo>
                <a:cubicBezTo>
                  <a:pt x="563615" y="142036"/>
                  <a:pt x="561432" y="135965"/>
                  <a:pt x="561432" y="128439"/>
                </a:cubicBezTo>
                <a:cubicBezTo>
                  <a:pt x="561432" y="123682"/>
                  <a:pt x="562497" y="119564"/>
                  <a:pt x="564627" y="116085"/>
                </a:cubicBezTo>
                <a:cubicBezTo>
                  <a:pt x="567538" y="111257"/>
                  <a:pt x="572597" y="106713"/>
                  <a:pt x="579803" y="102453"/>
                </a:cubicBezTo>
                <a:cubicBezTo>
                  <a:pt x="587010" y="98193"/>
                  <a:pt x="598991" y="93010"/>
                  <a:pt x="615747" y="86904"/>
                </a:cubicBezTo>
                <a:lnTo>
                  <a:pt x="615747" y="83070"/>
                </a:lnTo>
                <a:cubicBezTo>
                  <a:pt x="615747" y="73343"/>
                  <a:pt x="614203" y="66669"/>
                  <a:pt x="611114" y="63048"/>
                </a:cubicBezTo>
                <a:cubicBezTo>
                  <a:pt x="608026" y="59427"/>
                  <a:pt x="603535" y="57617"/>
                  <a:pt x="597642" y="57617"/>
                </a:cubicBezTo>
                <a:cubicBezTo>
                  <a:pt x="593169" y="57617"/>
                  <a:pt x="589619" y="58819"/>
                  <a:pt x="586992" y="61224"/>
                </a:cubicBezTo>
                <a:cubicBezTo>
                  <a:pt x="584294" y="63630"/>
                  <a:pt x="582945" y="66389"/>
                  <a:pt x="582945" y="69501"/>
                </a:cubicBezTo>
                <a:lnTo>
                  <a:pt x="583158" y="75655"/>
                </a:lnTo>
                <a:cubicBezTo>
                  <a:pt x="583158" y="78908"/>
                  <a:pt x="582324" y="81418"/>
                  <a:pt x="580655" y="83187"/>
                </a:cubicBezTo>
                <a:cubicBezTo>
                  <a:pt x="578987" y="84955"/>
                  <a:pt x="576804" y="85839"/>
                  <a:pt x="574106" y="85839"/>
                </a:cubicBezTo>
                <a:cubicBezTo>
                  <a:pt x="571479" y="85839"/>
                  <a:pt x="569331" y="84920"/>
                  <a:pt x="567662" y="83080"/>
                </a:cubicBezTo>
                <a:cubicBezTo>
                  <a:pt x="565994" y="81239"/>
                  <a:pt x="565160" y="78725"/>
                  <a:pt x="565160" y="75539"/>
                </a:cubicBezTo>
                <a:cubicBezTo>
                  <a:pt x="565160" y="69453"/>
                  <a:pt x="568284" y="63861"/>
                  <a:pt x="574532" y="58765"/>
                </a:cubicBezTo>
                <a:cubicBezTo>
                  <a:pt x="580780" y="53668"/>
                  <a:pt x="589548" y="51120"/>
                  <a:pt x="600837" y="51120"/>
                </a:cubicBezTo>
                <a:cubicBezTo>
                  <a:pt x="609499" y="51120"/>
                  <a:pt x="616599" y="52573"/>
                  <a:pt x="622137" y="55480"/>
                </a:cubicBezTo>
                <a:cubicBezTo>
                  <a:pt x="626326" y="57679"/>
                  <a:pt x="629415" y="61119"/>
                  <a:pt x="631403" y="65801"/>
                </a:cubicBezTo>
                <a:cubicBezTo>
                  <a:pt x="632681" y="68849"/>
                  <a:pt x="633320" y="75089"/>
                  <a:pt x="633320" y="84521"/>
                </a:cubicBezTo>
                <a:lnTo>
                  <a:pt x="633320" y="117603"/>
                </a:lnTo>
                <a:cubicBezTo>
                  <a:pt x="633320" y="126893"/>
                  <a:pt x="633497" y="132584"/>
                  <a:pt x="633852" y="134676"/>
                </a:cubicBezTo>
                <a:cubicBezTo>
                  <a:pt x="634207" y="136769"/>
                  <a:pt x="634793" y="138170"/>
                  <a:pt x="635610" y="138880"/>
                </a:cubicBezTo>
                <a:cubicBezTo>
                  <a:pt x="636426" y="139588"/>
                  <a:pt x="637367" y="139941"/>
                  <a:pt x="638432" y="139941"/>
                </a:cubicBezTo>
                <a:cubicBezTo>
                  <a:pt x="639568" y="139941"/>
                  <a:pt x="640562" y="139693"/>
                  <a:pt x="641414" y="139196"/>
                </a:cubicBezTo>
                <a:cubicBezTo>
                  <a:pt x="642905" y="138273"/>
                  <a:pt x="645780" y="135681"/>
                  <a:pt x="650040" y="131421"/>
                </a:cubicBezTo>
                <a:lnTo>
                  <a:pt x="650040" y="137385"/>
                </a:lnTo>
                <a:cubicBezTo>
                  <a:pt x="642088" y="148035"/>
                  <a:pt x="634491" y="153360"/>
                  <a:pt x="627249" y="153360"/>
                </a:cubicBezTo>
                <a:cubicBezTo>
                  <a:pt x="623770" y="153360"/>
                  <a:pt x="621001" y="152153"/>
                  <a:pt x="618942" y="149739"/>
                </a:cubicBezTo>
                <a:cubicBezTo>
                  <a:pt x="616883" y="147325"/>
                  <a:pt x="615818" y="143207"/>
                  <a:pt x="615747" y="137385"/>
                </a:cubicBezTo>
                <a:moveTo>
                  <a:pt x="615747" y="130403"/>
                </a:moveTo>
                <a:lnTo>
                  <a:pt x="615747" y="93401"/>
                </a:lnTo>
                <a:cubicBezTo>
                  <a:pt x="605026" y="97641"/>
                  <a:pt x="598104" y="100645"/>
                  <a:pt x="594980" y="102413"/>
                </a:cubicBezTo>
                <a:cubicBezTo>
                  <a:pt x="589371" y="105524"/>
                  <a:pt x="585359" y="108776"/>
                  <a:pt x="582945" y="112168"/>
                </a:cubicBezTo>
                <a:cubicBezTo>
                  <a:pt x="580531" y="115561"/>
                  <a:pt x="579324" y="119271"/>
                  <a:pt x="579324" y="123301"/>
                </a:cubicBezTo>
                <a:cubicBezTo>
                  <a:pt x="579324" y="128391"/>
                  <a:pt x="580851" y="132614"/>
                  <a:pt x="583904" y="135971"/>
                </a:cubicBezTo>
                <a:cubicBezTo>
                  <a:pt x="586957" y="139328"/>
                  <a:pt x="590471" y="141006"/>
                  <a:pt x="594447" y="141006"/>
                </a:cubicBezTo>
                <a:cubicBezTo>
                  <a:pt x="599843" y="141006"/>
                  <a:pt x="606943" y="137472"/>
                  <a:pt x="615747" y="130403"/>
                </a:cubicBezTo>
                <a:close/>
                <a:moveTo>
                  <a:pt x="685645" y="21726"/>
                </a:moveTo>
                <a:lnTo>
                  <a:pt x="685645" y="53889"/>
                </a:lnTo>
                <a:lnTo>
                  <a:pt x="708436" y="53889"/>
                </a:lnTo>
                <a:lnTo>
                  <a:pt x="708436" y="61344"/>
                </a:lnTo>
                <a:lnTo>
                  <a:pt x="685645" y="61344"/>
                </a:lnTo>
                <a:lnTo>
                  <a:pt x="685645" y="124519"/>
                </a:lnTo>
                <a:cubicBezTo>
                  <a:pt x="685645" y="130831"/>
                  <a:pt x="686550" y="135087"/>
                  <a:pt x="688360" y="137286"/>
                </a:cubicBezTo>
                <a:cubicBezTo>
                  <a:pt x="690171" y="139482"/>
                  <a:pt x="692496" y="140580"/>
                  <a:pt x="695336" y="140580"/>
                </a:cubicBezTo>
                <a:cubicBezTo>
                  <a:pt x="697679" y="140580"/>
                  <a:pt x="699951" y="139853"/>
                  <a:pt x="702152" y="138397"/>
                </a:cubicBezTo>
                <a:cubicBezTo>
                  <a:pt x="704353" y="136942"/>
                  <a:pt x="706057" y="134794"/>
                  <a:pt x="707264" y="131954"/>
                </a:cubicBezTo>
                <a:lnTo>
                  <a:pt x="711418" y="131954"/>
                </a:lnTo>
                <a:cubicBezTo>
                  <a:pt x="708933" y="138932"/>
                  <a:pt x="705418" y="144209"/>
                  <a:pt x="700874" y="147786"/>
                </a:cubicBezTo>
                <a:cubicBezTo>
                  <a:pt x="696330" y="151360"/>
                  <a:pt x="691644" y="153147"/>
                  <a:pt x="686816" y="153147"/>
                </a:cubicBezTo>
                <a:cubicBezTo>
                  <a:pt x="683550" y="153147"/>
                  <a:pt x="680355" y="152241"/>
                  <a:pt x="677231" y="150428"/>
                </a:cubicBezTo>
                <a:cubicBezTo>
                  <a:pt x="674107" y="148616"/>
                  <a:pt x="671800" y="146022"/>
                  <a:pt x="670309" y="142647"/>
                </a:cubicBezTo>
                <a:cubicBezTo>
                  <a:pt x="668818" y="139270"/>
                  <a:pt x="668072" y="134063"/>
                  <a:pt x="668072" y="127025"/>
                </a:cubicBezTo>
                <a:lnTo>
                  <a:pt x="668072" y="61344"/>
                </a:lnTo>
                <a:lnTo>
                  <a:pt x="652630" y="61344"/>
                </a:lnTo>
                <a:lnTo>
                  <a:pt x="652630" y="57830"/>
                </a:lnTo>
                <a:cubicBezTo>
                  <a:pt x="656535" y="56263"/>
                  <a:pt x="660528" y="53611"/>
                  <a:pt x="664611" y="49872"/>
                </a:cubicBezTo>
                <a:cubicBezTo>
                  <a:pt x="668693" y="46134"/>
                  <a:pt x="672332" y="41700"/>
                  <a:pt x="675527" y="36573"/>
                </a:cubicBezTo>
                <a:cubicBezTo>
                  <a:pt x="677160" y="33868"/>
                  <a:pt x="679432" y="28919"/>
                  <a:pt x="682343" y="21726"/>
                </a:cubicBezTo>
                <a:lnTo>
                  <a:pt x="685645" y="21726"/>
                </a:lnTo>
                <a:close/>
                <a:moveTo>
                  <a:pt x="734353" y="90738"/>
                </a:moveTo>
                <a:cubicBezTo>
                  <a:pt x="734282" y="105189"/>
                  <a:pt x="737797" y="116524"/>
                  <a:pt x="744897" y="124742"/>
                </a:cubicBezTo>
                <a:cubicBezTo>
                  <a:pt x="751997" y="132958"/>
                  <a:pt x="760339" y="137066"/>
                  <a:pt x="769924" y="137066"/>
                </a:cubicBezTo>
                <a:cubicBezTo>
                  <a:pt x="776314" y="137066"/>
                  <a:pt x="781870" y="135309"/>
                  <a:pt x="786592" y="131794"/>
                </a:cubicBezTo>
                <a:cubicBezTo>
                  <a:pt x="791313" y="128280"/>
                  <a:pt x="795271" y="122262"/>
                  <a:pt x="798466" y="113742"/>
                </a:cubicBezTo>
                <a:lnTo>
                  <a:pt x="801768" y="115872"/>
                </a:lnTo>
                <a:cubicBezTo>
                  <a:pt x="800277" y="125599"/>
                  <a:pt x="795946" y="134457"/>
                  <a:pt x="788775" y="142444"/>
                </a:cubicBezTo>
                <a:cubicBezTo>
                  <a:pt x="781604" y="150432"/>
                  <a:pt x="772622" y="154425"/>
                  <a:pt x="761830" y="154425"/>
                </a:cubicBezTo>
                <a:cubicBezTo>
                  <a:pt x="750115" y="154425"/>
                  <a:pt x="740086" y="149874"/>
                  <a:pt x="731744" y="140770"/>
                </a:cubicBezTo>
                <a:cubicBezTo>
                  <a:pt x="723401" y="131664"/>
                  <a:pt x="719230" y="119423"/>
                  <a:pt x="719230" y="104047"/>
                </a:cubicBezTo>
                <a:cubicBezTo>
                  <a:pt x="719230" y="87398"/>
                  <a:pt x="723508" y="74415"/>
                  <a:pt x="732063" y="65098"/>
                </a:cubicBezTo>
                <a:cubicBezTo>
                  <a:pt x="740619" y="55780"/>
                  <a:pt x="751358" y="51120"/>
                  <a:pt x="764280" y="51120"/>
                </a:cubicBezTo>
                <a:cubicBezTo>
                  <a:pt x="775214" y="51120"/>
                  <a:pt x="784195" y="54715"/>
                  <a:pt x="791224" y="61903"/>
                </a:cubicBezTo>
                <a:cubicBezTo>
                  <a:pt x="798253" y="69090"/>
                  <a:pt x="801768" y="78702"/>
                  <a:pt x="801768" y="90738"/>
                </a:cubicBezTo>
                <a:lnTo>
                  <a:pt x="734353" y="90738"/>
                </a:lnTo>
                <a:moveTo>
                  <a:pt x="734353" y="84561"/>
                </a:moveTo>
                <a:lnTo>
                  <a:pt x="779509" y="84561"/>
                </a:lnTo>
                <a:cubicBezTo>
                  <a:pt x="779154" y="78313"/>
                  <a:pt x="778409" y="73911"/>
                  <a:pt x="777273" y="71355"/>
                </a:cubicBezTo>
                <a:cubicBezTo>
                  <a:pt x="775498" y="67379"/>
                  <a:pt x="772853" y="64255"/>
                  <a:pt x="769338" y="61983"/>
                </a:cubicBezTo>
                <a:cubicBezTo>
                  <a:pt x="765824" y="59711"/>
                  <a:pt x="762150" y="58575"/>
                  <a:pt x="758316" y="58575"/>
                </a:cubicBezTo>
                <a:cubicBezTo>
                  <a:pt x="752423" y="58575"/>
                  <a:pt x="747151" y="60865"/>
                  <a:pt x="742500" y="65444"/>
                </a:cubicBezTo>
                <a:cubicBezTo>
                  <a:pt x="737850" y="70024"/>
                  <a:pt x="735134" y="76396"/>
                  <a:pt x="734353" y="84561"/>
                </a:cubicBezTo>
                <a:close/>
                <a:moveTo>
                  <a:pt x="877842" y="51120"/>
                </a:moveTo>
                <a:lnTo>
                  <a:pt x="877842" y="84135"/>
                </a:lnTo>
                <a:lnTo>
                  <a:pt x="874327" y="84135"/>
                </a:lnTo>
                <a:cubicBezTo>
                  <a:pt x="871629" y="73780"/>
                  <a:pt x="868168" y="66737"/>
                  <a:pt x="863943" y="63005"/>
                </a:cubicBezTo>
                <a:cubicBezTo>
                  <a:pt x="859719" y="59271"/>
                  <a:pt x="854341" y="57404"/>
                  <a:pt x="847809" y="57404"/>
                </a:cubicBezTo>
                <a:cubicBezTo>
                  <a:pt x="842839" y="57404"/>
                  <a:pt x="838827" y="58716"/>
                  <a:pt x="835774" y="61341"/>
                </a:cubicBezTo>
                <a:cubicBezTo>
                  <a:pt x="832721" y="63963"/>
                  <a:pt x="831195" y="66871"/>
                  <a:pt x="831195" y="70064"/>
                </a:cubicBezTo>
                <a:cubicBezTo>
                  <a:pt x="831195" y="74035"/>
                  <a:pt x="832331" y="77439"/>
                  <a:pt x="834603" y="80275"/>
                </a:cubicBezTo>
                <a:cubicBezTo>
                  <a:pt x="836804" y="83183"/>
                  <a:pt x="841277" y="86269"/>
                  <a:pt x="848022" y="89530"/>
                </a:cubicBezTo>
                <a:lnTo>
                  <a:pt x="863571" y="97085"/>
                </a:lnTo>
                <a:cubicBezTo>
                  <a:pt x="877984" y="104105"/>
                  <a:pt x="885190" y="113361"/>
                  <a:pt x="885190" y="124852"/>
                </a:cubicBezTo>
                <a:cubicBezTo>
                  <a:pt x="885190" y="133716"/>
                  <a:pt x="881836" y="140861"/>
                  <a:pt x="875126" y="146288"/>
                </a:cubicBezTo>
                <a:cubicBezTo>
                  <a:pt x="868417" y="151713"/>
                  <a:pt x="860908" y="154425"/>
                  <a:pt x="852601" y="154425"/>
                </a:cubicBezTo>
                <a:cubicBezTo>
                  <a:pt x="846637" y="154425"/>
                  <a:pt x="839821" y="153360"/>
                  <a:pt x="832153" y="151230"/>
                </a:cubicBezTo>
                <a:cubicBezTo>
                  <a:pt x="829810" y="150520"/>
                  <a:pt x="827893" y="150165"/>
                  <a:pt x="826402" y="150165"/>
                </a:cubicBezTo>
                <a:cubicBezTo>
                  <a:pt x="824769" y="150165"/>
                  <a:pt x="823491" y="151088"/>
                  <a:pt x="822568" y="152934"/>
                </a:cubicBezTo>
                <a:lnTo>
                  <a:pt x="819054" y="152934"/>
                </a:lnTo>
                <a:lnTo>
                  <a:pt x="819054" y="118002"/>
                </a:lnTo>
                <a:lnTo>
                  <a:pt x="822568" y="118002"/>
                </a:lnTo>
                <a:cubicBezTo>
                  <a:pt x="824556" y="127978"/>
                  <a:pt x="828355" y="135495"/>
                  <a:pt x="833964" y="140554"/>
                </a:cubicBezTo>
                <a:cubicBezTo>
                  <a:pt x="839573" y="145613"/>
                  <a:pt x="845856" y="148142"/>
                  <a:pt x="852814" y="148142"/>
                </a:cubicBezTo>
                <a:cubicBezTo>
                  <a:pt x="857713" y="148142"/>
                  <a:pt x="861707" y="146706"/>
                  <a:pt x="864796" y="143835"/>
                </a:cubicBezTo>
                <a:cubicBezTo>
                  <a:pt x="867884" y="140962"/>
                  <a:pt x="869428" y="137504"/>
                  <a:pt x="869428" y="133462"/>
                </a:cubicBezTo>
                <a:cubicBezTo>
                  <a:pt x="869428" y="128567"/>
                  <a:pt x="867707" y="124453"/>
                  <a:pt x="864263" y="121121"/>
                </a:cubicBezTo>
                <a:cubicBezTo>
                  <a:pt x="860819" y="117788"/>
                  <a:pt x="853950" y="113569"/>
                  <a:pt x="843655" y="108464"/>
                </a:cubicBezTo>
                <a:cubicBezTo>
                  <a:pt x="833360" y="103356"/>
                  <a:pt x="826615" y="98746"/>
                  <a:pt x="823420" y="94632"/>
                </a:cubicBezTo>
                <a:cubicBezTo>
                  <a:pt x="820225" y="90590"/>
                  <a:pt x="818628" y="85483"/>
                  <a:pt x="818628" y="79313"/>
                </a:cubicBezTo>
                <a:cubicBezTo>
                  <a:pt x="818628" y="71299"/>
                  <a:pt x="821379" y="64597"/>
                  <a:pt x="826881" y="59208"/>
                </a:cubicBezTo>
                <a:cubicBezTo>
                  <a:pt x="832384" y="53816"/>
                  <a:pt x="839502" y="51120"/>
                  <a:pt x="848235" y="51120"/>
                </a:cubicBezTo>
                <a:cubicBezTo>
                  <a:pt x="852069" y="51120"/>
                  <a:pt x="856719" y="51937"/>
                  <a:pt x="862186" y="53570"/>
                </a:cubicBezTo>
                <a:cubicBezTo>
                  <a:pt x="865807" y="54635"/>
                  <a:pt x="868221" y="55167"/>
                  <a:pt x="869428" y="55167"/>
                </a:cubicBezTo>
                <a:cubicBezTo>
                  <a:pt x="870564" y="55167"/>
                  <a:pt x="871452" y="54919"/>
                  <a:pt x="872091" y="54422"/>
                </a:cubicBezTo>
                <a:cubicBezTo>
                  <a:pt x="872730" y="53925"/>
                  <a:pt x="873475" y="52824"/>
                  <a:pt x="874327" y="51120"/>
                </a:cubicBezTo>
                <a:lnTo>
                  <a:pt x="877842" y="511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Traces">
            <a:extLst xmlns:a="http://schemas.openxmlformats.org/drawingml/2006/main">
              <a:ext uri="{FF2B5EF4-FFF2-40B4-BE49-F238E27FC236}">
                <a16:creationId xmlns:a16="http://schemas.microsoft.com/office/drawing/2014/main" id="{375AAF36-2635-488D-86F0-240FC8AD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046" y="531044"/>
            <a:ext cx="559401" cy="147396"/>
          </a:xfrm>
          <a:custGeom xmlns:a="http://schemas.openxmlformats.org/drawingml/2006/main">
            <a:pathLst>
              <a:path w="559401" h="147396">
                <a:moveTo>
                  <a:pt x="119600" y="0"/>
                </a:moveTo>
                <a:lnTo>
                  <a:pt x="121197" y="33867"/>
                </a:lnTo>
                <a:lnTo>
                  <a:pt x="117150" y="33867"/>
                </a:lnTo>
                <a:cubicBezTo>
                  <a:pt x="116369" y="27903"/>
                  <a:pt x="115304" y="23643"/>
                  <a:pt x="113955" y="21087"/>
                </a:cubicBezTo>
                <a:cubicBezTo>
                  <a:pt x="111754" y="16969"/>
                  <a:pt x="108826" y="13934"/>
                  <a:pt x="105169" y="11981"/>
                </a:cubicBezTo>
                <a:cubicBezTo>
                  <a:pt x="101513" y="10029"/>
                  <a:pt x="96702" y="9053"/>
                  <a:pt x="90738" y="9053"/>
                </a:cubicBezTo>
                <a:lnTo>
                  <a:pt x="70397" y="9053"/>
                </a:lnTo>
                <a:lnTo>
                  <a:pt x="70397" y="119387"/>
                </a:lnTo>
                <a:cubicBezTo>
                  <a:pt x="70397" y="128262"/>
                  <a:pt x="71355" y="133800"/>
                  <a:pt x="73272" y="136001"/>
                </a:cubicBezTo>
                <a:cubicBezTo>
                  <a:pt x="75970" y="138983"/>
                  <a:pt x="80124" y="140474"/>
                  <a:pt x="85733" y="140474"/>
                </a:cubicBezTo>
                <a:lnTo>
                  <a:pt x="90738" y="140474"/>
                </a:lnTo>
                <a:lnTo>
                  <a:pt x="90738" y="144414"/>
                </a:lnTo>
                <a:lnTo>
                  <a:pt x="29501" y="144414"/>
                </a:lnTo>
                <a:lnTo>
                  <a:pt x="29501" y="140474"/>
                </a:lnTo>
                <a:lnTo>
                  <a:pt x="34613" y="140474"/>
                </a:lnTo>
                <a:cubicBezTo>
                  <a:pt x="40719" y="140474"/>
                  <a:pt x="45050" y="138628"/>
                  <a:pt x="47606" y="134936"/>
                </a:cubicBezTo>
                <a:cubicBezTo>
                  <a:pt x="49168" y="132664"/>
                  <a:pt x="49949" y="127481"/>
                  <a:pt x="49949" y="119387"/>
                </a:cubicBezTo>
                <a:lnTo>
                  <a:pt x="49949" y="9053"/>
                </a:lnTo>
                <a:lnTo>
                  <a:pt x="32589" y="9053"/>
                </a:lnTo>
                <a:cubicBezTo>
                  <a:pt x="25844" y="9053"/>
                  <a:pt x="21052" y="9550"/>
                  <a:pt x="18212" y="10544"/>
                </a:cubicBezTo>
                <a:cubicBezTo>
                  <a:pt x="14520" y="11893"/>
                  <a:pt x="11360" y="14484"/>
                  <a:pt x="8733" y="18318"/>
                </a:cubicBezTo>
                <a:cubicBezTo>
                  <a:pt x="6106" y="22152"/>
                  <a:pt x="4544" y="27335"/>
                  <a:pt x="4047" y="33867"/>
                </a:cubicBezTo>
                <a:lnTo>
                  <a:pt x="0" y="33867"/>
                </a:lnTo>
                <a:lnTo>
                  <a:pt x="1704" y="0"/>
                </a:lnTo>
                <a:lnTo>
                  <a:pt x="119600" y="0"/>
                </a:lnTo>
                <a:close/>
                <a:moveTo>
                  <a:pt x="154388" y="44091"/>
                </a:moveTo>
                <a:lnTo>
                  <a:pt x="154388" y="66030"/>
                </a:lnTo>
                <a:cubicBezTo>
                  <a:pt x="162553" y="51404"/>
                  <a:pt x="170931" y="44091"/>
                  <a:pt x="179522" y="44091"/>
                </a:cubicBezTo>
                <a:cubicBezTo>
                  <a:pt x="183427" y="44091"/>
                  <a:pt x="186658" y="45280"/>
                  <a:pt x="189214" y="47659"/>
                </a:cubicBezTo>
                <a:cubicBezTo>
                  <a:pt x="191770" y="50037"/>
                  <a:pt x="193048" y="52789"/>
                  <a:pt x="193048" y="55913"/>
                </a:cubicBezTo>
                <a:cubicBezTo>
                  <a:pt x="193048" y="58682"/>
                  <a:pt x="192125" y="61025"/>
                  <a:pt x="190279" y="62942"/>
                </a:cubicBezTo>
                <a:cubicBezTo>
                  <a:pt x="188433" y="64859"/>
                  <a:pt x="186232" y="65817"/>
                  <a:pt x="183676" y="65817"/>
                </a:cubicBezTo>
                <a:cubicBezTo>
                  <a:pt x="181191" y="65817"/>
                  <a:pt x="178404" y="64592"/>
                  <a:pt x="175315" y="62143"/>
                </a:cubicBezTo>
                <a:cubicBezTo>
                  <a:pt x="172227" y="59693"/>
                  <a:pt x="169937" y="58469"/>
                  <a:pt x="168446" y="58469"/>
                </a:cubicBezTo>
                <a:cubicBezTo>
                  <a:pt x="167168" y="58469"/>
                  <a:pt x="165783" y="59176"/>
                  <a:pt x="164292" y="60592"/>
                </a:cubicBezTo>
                <a:cubicBezTo>
                  <a:pt x="161097" y="63496"/>
                  <a:pt x="157796" y="68277"/>
                  <a:pt x="154388" y="74933"/>
                </a:cubicBezTo>
                <a:lnTo>
                  <a:pt x="154388" y="121567"/>
                </a:lnTo>
                <a:cubicBezTo>
                  <a:pt x="154388" y="126947"/>
                  <a:pt x="155062" y="131019"/>
                  <a:pt x="156411" y="133781"/>
                </a:cubicBezTo>
                <a:cubicBezTo>
                  <a:pt x="157334" y="135694"/>
                  <a:pt x="158967" y="137288"/>
                  <a:pt x="161310" y="138564"/>
                </a:cubicBezTo>
                <a:cubicBezTo>
                  <a:pt x="163653" y="139837"/>
                  <a:pt x="167026" y="140474"/>
                  <a:pt x="171428" y="140474"/>
                </a:cubicBezTo>
                <a:lnTo>
                  <a:pt x="171428" y="144414"/>
                </a:lnTo>
                <a:lnTo>
                  <a:pt x="121479" y="144414"/>
                </a:lnTo>
                <a:lnTo>
                  <a:pt x="121479" y="140474"/>
                </a:lnTo>
                <a:cubicBezTo>
                  <a:pt x="126449" y="140474"/>
                  <a:pt x="130141" y="139695"/>
                  <a:pt x="132555" y="138138"/>
                </a:cubicBezTo>
                <a:cubicBezTo>
                  <a:pt x="134330" y="137004"/>
                  <a:pt x="135573" y="135197"/>
                  <a:pt x="136283" y="132716"/>
                </a:cubicBezTo>
                <a:cubicBezTo>
                  <a:pt x="136638" y="131511"/>
                  <a:pt x="136815" y="128076"/>
                  <a:pt x="136815" y="122409"/>
                </a:cubicBezTo>
                <a:lnTo>
                  <a:pt x="136815" y="84684"/>
                </a:lnTo>
                <a:cubicBezTo>
                  <a:pt x="136815" y="73349"/>
                  <a:pt x="136585" y="66602"/>
                  <a:pt x="136123" y="64443"/>
                </a:cubicBezTo>
                <a:cubicBezTo>
                  <a:pt x="135662" y="62282"/>
                  <a:pt x="134810" y="60705"/>
                  <a:pt x="133567" y="59713"/>
                </a:cubicBezTo>
                <a:cubicBezTo>
                  <a:pt x="132325" y="58722"/>
                  <a:pt x="130780" y="58226"/>
                  <a:pt x="128934" y="58226"/>
                </a:cubicBezTo>
                <a:cubicBezTo>
                  <a:pt x="126733" y="58226"/>
                  <a:pt x="124248" y="58757"/>
                  <a:pt x="121479" y="59820"/>
                </a:cubicBezTo>
                <a:lnTo>
                  <a:pt x="120414" y="55993"/>
                </a:lnTo>
                <a:lnTo>
                  <a:pt x="149915" y="44091"/>
                </a:lnTo>
                <a:lnTo>
                  <a:pt x="154388" y="44091"/>
                </a:lnTo>
                <a:close/>
                <a:moveTo>
                  <a:pt x="253752" y="130356"/>
                </a:moveTo>
                <a:cubicBezTo>
                  <a:pt x="243741" y="138095"/>
                  <a:pt x="237457" y="142568"/>
                  <a:pt x="234901" y="143775"/>
                </a:cubicBezTo>
                <a:cubicBezTo>
                  <a:pt x="231067" y="145621"/>
                  <a:pt x="226985" y="146544"/>
                  <a:pt x="222654" y="146544"/>
                </a:cubicBezTo>
                <a:cubicBezTo>
                  <a:pt x="215909" y="146544"/>
                  <a:pt x="210353" y="144237"/>
                  <a:pt x="205986" y="139622"/>
                </a:cubicBezTo>
                <a:cubicBezTo>
                  <a:pt x="201620" y="135007"/>
                  <a:pt x="199437" y="128936"/>
                  <a:pt x="199437" y="121410"/>
                </a:cubicBezTo>
                <a:cubicBezTo>
                  <a:pt x="199437" y="116653"/>
                  <a:pt x="200502" y="112535"/>
                  <a:pt x="202632" y="109056"/>
                </a:cubicBezTo>
                <a:cubicBezTo>
                  <a:pt x="205543" y="104228"/>
                  <a:pt x="210601" y="99684"/>
                  <a:pt x="217808" y="95424"/>
                </a:cubicBezTo>
                <a:cubicBezTo>
                  <a:pt x="225014" y="91164"/>
                  <a:pt x="236996" y="85981"/>
                  <a:pt x="253752" y="79875"/>
                </a:cubicBezTo>
                <a:lnTo>
                  <a:pt x="253752" y="76041"/>
                </a:lnTo>
                <a:cubicBezTo>
                  <a:pt x="253752" y="66314"/>
                  <a:pt x="252207" y="59640"/>
                  <a:pt x="249119" y="56019"/>
                </a:cubicBezTo>
                <a:cubicBezTo>
                  <a:pt x="246030" y="52398"/>
                  <a:pt x="241540" y="50588"/>
                  <a:pt x="235647" y="50588"/>
                </a:cubicBezTo>
                <a:cubicBezTo>
                  <a:pt x="231174" y="50588"/>
                  <a:pt x="227624" y="51790"/>
                  <a:pt x="224997" y="54195"/>
                </a:cubicBezTo>
                <a:cubicBezTo>
                  <a:pt x="222299" y="56600"/>
                  <a:pt x="220950" y="59360"/>
                  <a:pt x="220950" y="62472"/>
                </a:cubicBezTo>
                <a:lnTo>
                  <a:pt x="221163" y="68626"/>
                </a:lnTo>
                <a:cubicBezTo>
                  <a:pt x="221163" y="71879"/>
                  <a:pt x="220328" y="74389"/>
                  <a:pt x="218660" y="76158"/>
                </a:cubicBezTo>
                <a:cubicBezTo>
                  <a:pt x="216991" y="77926"/>
                  <a:pt x="214808" y="78810"/>
                  <a:pt x="212110" y="78810"/>
                </a:cubicBezTo>
                <a:cubicBezTo>
                  <a:pt x="209483" y="78810"/>
                  <a:pt x="207335" y="77891"/>
                  <a:pt x="205667" y="76051"/>
                </a:cubicBezTo>
                <a:cubicBezTo>
                  <a:pt x="203998" y="74210"/>
                  <a:pt x="203164" y="71696"/>
                  <a:pt x="203164" y="68510"/>
                </a:cubicBezTo>
                <a:cubicBezTo>
                  <a:pt x="203164" y="62424"/>
                  <a:pt x="206288" y="56832"/>
                  <a:pt x="212536" y="51736"/>
                </a:cubicBezTo>
                <a:cubicBezTo>
                  <a:pt x="218784" y="46639"/>
                  <a:pt x="227553" y="44091"/>
                  <a:pt x="238842" y="44091"/>
                </a:cubicBezTo>
                <a:cubicBezTo>
                  <a:pt x="247504" y="44091"/>
                  <a:pt x="254604" y="45544"/>
                  <a:pt x="260142" y="48451"/>
                </a:cubicBezTo>
                <a:cubicBezTo>
                  <a:pt x="264331" y="50650"/>
                  <a:pt x="267419" y="54090"/>
                  <a:pt x="269407" y="58772"/>
                </a:cubicBezTo>
                <a:cubicBezTo>
                  <a:pt x="270685" y="61820"/>
                  <a:pt x="271324" y="68060"/>
                  <a:pt x="271324" y="77492"/>
                </a:cubicBezTo>
                <a:lnTo>
                  <a:pt x="271324" y="110574"/>
                </a:lnTo>
                <a:cubicBezTo>
                  <a:pt x="271324" y="119864"/>
                  <a:pt x="271502" y="125555"/>
                  <a:pt x="271857" y="127647"/>
                </a:cubicBezTo>
                <a:cubicBezTo>
                  <a:pt x="272212" y="129740"/>
                  <a:pt x="272798" y="131141"/>
                  <a:pt x="273614" y="131851"/>
                </a:cubicBezTo>
                <a:cubicBezTo>
                  <a:pt x="274431" y="132559"/>
                  <a:pt x="275371" y="132912"/>
                  <a:pt x="276436" y="132912"/>
                </a:cubicBezTo>
                <a:cubicBezTo>
                  <a:pt x="277572" y="132912"/>
                  <a:pt x="278566" y="132664"/>
                  <a:pt x="279418" y="132167"/>
                </a:cubicBezTo>
                <a:cubicBezTo>
                  <a:pt x="280909" y="131244"/>
                  <a:pt x="283785" y="128652"/>
                  <a:pt x="288045" y="124392"/>
                </a:cubicBezTo>
                <a:lnTo>
                  <a:pt x="288045" y="130356"/>
                </a:lnTo>
                <a:cubicBezTo>
                  <a:pt x="280093" y="141006"/>
                  <a:pt x="272496" y="146331"/>
                  <a:pt x="265254" y="146331"/>
                </a:cubicBezTo>
                <a:cubicBezTo>
                  <a:pt x="261775" y="146331"/>
                  <a:pt x="259006" y="145124"/>
                  <a:pt x="256947" y="142710"/>
                </a:cubicBezTo>
                <a:cubicBezTo>
                  <a:pt x="254888" y="140296"/>
                  <a:pt x="253823" y="136178"/>
                  <a:pt x="253752" y="130356"/>
                </a:cubicBezTo>
                <a:moveTo>
                  <a:pt x="253752" y="123374"/>
                </a:moveTo>
                <a:lnTo>
                  <a:pt x="253752" y="86372"/>
                </a:lnTo>
                <a:cubicBezTo>
                  <a:pt x="243031" y="90612"/>
                  <a:pt x="236108" y="93616"/>
                  <a:pt x="232984" y="95384"/>
                </a:cubicBezTo>
                <a:cubicBezTo>
                  <a:pt x="227375" y="98495"/>
                  <a:pt x="223364" y="101747"/>
                  <a:pt x="220950" y="105139"/>
                </a:cubicBezTo>
                <a:cubicBezTo>
                  <a:pt x="218536" y="108532"/>
                  <a:pt x="217329" y="112242"/>
                  <a:pt x="217329" y="116272"/>
                </a:cubicBezTo>
                <a:cubicBezTo>
                  <a:pt x="217329" y="121362"/>
                  <a:pt x="218855" y="125585"/>
                  <a:pt x="221908" y="128942"/>
                </a:cubicBezTo>
                <a:cubicBezTo>
                  <a:pt x="224961" y="132299"/>
                  <a:pt x="228476" y="133977"/>
                  <a:pt x="232452" y="133977"/>
                </a:cubicBezTo>
                <a:cubicBezTo>
                  <a:pt x="237848" y="133977"/>
                  <a:pt x="244948" y="130443"/>
                  <a:pt x="253752" y="123374"/>
                </a:cubicBezTo>
                <a:close/>
                <a:moveTo>
                  <a:pt x="378177" y="107352"/>
                </a:moveTo>
                <a:cubicBezTo>
                  <a:pt x="375550" y="120203"/>
                  <a:pt x="370403" y="130090"/>
                  <a:pt x="362735" y="137013"/>
                </a:cubicBezTo>
                <a:cubicBezTo>
                  <a:pt x="355067" y="143935"/>
                  <a:pt x="346582" y="147396"/>
                  <a:pt x="337281" y="147396"/>
                </a:cubicBezTo>
                <a:cubicBezTo>
                  <a:pt x="326205" y="147396"/>
                  <a:pt x="316549" y="142751"/>
                  <a:pt x="308313" y="133462"/>
                </a:cubicBezTo>
                <a:cubicBezTo>
                  <a:pt x="300077" y="124169"/>
                  <a:pt x="295959" y="111615"/>
                  <a:pt x="295959" y="95797"/>
                </a:cubicBezTo>
                <a:cubicBezTo>
                  <a:pt x="295959" y="80477"/>
                  <a:pt x="300521" y="68029"/>
                  <a:pt x="309644" y="58455"/>
                </a:cubicBezTo>
                <a:cubicBezTo>
                  <a:pt x="318768" y="48879"/>
                  <a:pt x="329719" y="44091"/>
                  <a:pt x="342500" y="44091"/>
                </a:cubicBezTo>
                <a:cubicBezTo>
                  <a:pt x="352085" y="44091"/>
                  <a:pt x="359966" y="46622"/>
                  <a:pt x="366143" y="51683"/>
                </a:cubicBezTo>
                <a:cubicBezTo>
                  <a:pt x="372320" y="56741"/>
                  <a:pt x="375408" y="61995"/>
                  <a:pt x="375408" y="67445"/>
                </a:cubicBezTo>
                <a:cubicBezTo>
                  <a:pt x="375408" y="70134"/>
                  <a:pt x="374538" y="72310"/>
                  <a:pt x="372799" y="73974"/>
                </a:cubicBezTo>
                <a:cubicBezTo>
                  <a:pt x="371059" y="75636"/>
                  <a:pt x="368628" y="76467"/>
                  <a:pt x="365504" y="76467"/>
                </a:cubicBezTo>
                <a:cubicBezTo>
                  <a:pt x="361315" y="76467"/>
                  <a:pt x="358155" y="75118"/>
                  <a:pt x="356025" y="72420"/>
                </a:cubicBezTo>
                <a:cubicBezTo>
                  <a:pt x="354818" y="70929"/>
                  <a:pt x="354019" y="68089"/>
                  <a:pt x="353629" y="63900"/>
                </a:cubicBezTo>
                <a:cubicBezTo>
                  <a:pt x="353238" y="59711"/>
                  <a:pt x="351801" y="56516"/>
                  <a:pt x="349316" y="54315"/>
                </a:cubicBezTo>
                <a:cubicBezTo>
                  <a:pt x="346831" y="52185"/>
                  <a:pt x="343387" y="51120"/>
                  <a:pt x="338985" y="51120"/>
                </a:cubicBezTo>
                <a:cubicBezTo>
                  <a:pt x="331885" y="51120"/>
                  <a:pt x="326169" y="53747"/>
                  <a:pt x="321838" y="59001"/>
                </a:cubicBezTo>
                <a:cubicBezTo>
                  <a:pt x="316087" y="65959"/>
                  <a:pt x="313212" y="75154"/>
                  <a:pt x="313212" y="86585"/>
                </a:cubicBezTo>
                <a:cubicBezTo>
                  <a:pt x="313212" y="98229"/>
                  <a:pt x="316070" y="108506"/>
                  <a:pt x="321785" y="117417"/>
                </a:cubicBezTo>
                <a:cubicBezTo>
                  <a:pt x="327501" y="126327"/>
                  <a:pt x="335222" y="130782"/>
                  <a:pt x="344949" y="130782"/>
                </a:cubicBezTo>
                <a:cubicBezTo>
                  <a:pt x="351907" y="130782"/>
                  <a:pt x="358155" y="128404"/>
                  <a:pt x="363693" y="123647"/>
                </a:cubicBezTo>
                <a:cubicBezTo>
                  <a:pt x="367598" y="120381"/>
                  <a:pt x="371397" y="114452"/>
                  <a:pt x="375089" y="105861"/>
                </a:cubicBezTo>
                <a:lnTo>
                  <a:pt x="378177" y="107352"/>
                </a:lnTo>
                <a:close/>
                <a:moveTo>
                  <a:pt x="408562" y="83709"/>
                </a:moveTo>
                <a:cubicBezTo>
                  <a:pt x="408491" y="98160"/>
                  <a:pt x="412006" y="109495"/>
                  <a:pt x="419106" y="117713"/>
                </a:cubicBezTo>
                <a:cubicBezTo>
                  <a:pt x="426206" y="125929"/>
                  <a:pt x="434548" y="130037"/>
                  <a:pt x="444133" y="130037"/>
                </a:cubicBezTo>
                <a:cubicBezTo>
                  <a:pt x="450523" y="130037"/>
                  <a:pt x="456079" y="128280"/>
                  <a:pt x="460801" y="124765"/>
                </a:cubicBezTo>
                <a:cubicBezTo>
                  <a:pt x="465522" y="121251"/>
                  <a:pt x="469480" y="115233"/>
                  <a:pt x="472675" y="106713"/>
                </a:cubicBezTo>
                <a:lnTo>
                  <a:pt x="475977" y="108843"/>
                </a:lnTo>
                <a:cubicBezTo>
                  <a:pt x="474486" y="118570"/>
                  <a:pt x="470155" y="127428"/>
                  <a:pt x="462984" y="135415"/>
                </a:cubicBezTo>
                <a:cubicBezTo>
                  <a:pt x="455813" y="143403"/>
                  <a:pt x="446831" y="147396"/>
                  <a:pt x="436039" y="147396"/>
                </a:cubicBezTo>
                <a:cubicBezTo>
                  <a:pt x="424324" y="147396"/>
                  <a:pt x="414295" y="142845"/>
                  <a:pt x="405953" y="133741"/>
                </a:cubicBezTo>
                <a:cubicBezTo>
                  <a:pt x="397610" y="124635"/>
                  <a:pt x="393439" y="112394"/>
                  <a:pt x="393439" y="97018"/>
                </a:cubicBezTo>
                <a:cubicBezTo>
                  <a:pt x="393439" y="80369"/>
                  <a:pt x="397717" y="67386"/>
                  <a:pt x="406272" y="58069"/>
                </a:cubicBezTo>
                <a:cubicBezTo>
                  <a:pt x="414828" y="48751"/>
                  <a:pt x="425567" y="44091"/>
                  <a:pt x="438489" y="44091"/>
                </a:cubicBezTo>
                <a:cubicBezTo>
                  <a:pt x="449423" y="44091"/>
                  <a:pt x="458404" y="47686"/>
                  <a:pt x="465433" y="54874"/>
                </a:cubicBezTo>
                <a:cubicBezTo>
                  <a:pt x="472462" y="62061"/>
                  <a:pt x="475977" y="71673"/>
                  <a:pt x="475977" y="83709"/>
                </a:cubicBezTo>
                <a:lnTo>
                  <a:pt x="408562" y="83709"/>
                </a:lnTo>
                <a:moveTo>
                  <a:pt x="408562" y="77532"/>
                </a:moveTo>
                <a:lnTo>
                  <a:pt x="453718" y="77532"/>
                </a:lnTo>
                <a:cubicBezTo>
                  <a:pt x="453363" y="71284"/>
                  <a:pt x="452618" y="66882"/>
                  <a:pt x="451482" y="64326"/>
                </a:cubicBezTo>
                <a:cubicBezTo>
                  <a:pt x="449707" y="60350"/>
                  <a:pt x="447062" y="57226"/>
                  <a:pt x="443548" y="54954"/>
                </a:cubicBezTo>
                <a:cubicBezTo>
                  <a:pt x="440033" y="52682"/>
                  <a:pt x="436359" y="51546"/>
                  <a:pt x="432525" y="51546"/>
                </a:cubicBezTo>
                <a:cubicBezTo>
                  <a:pt x="426632" y="51546"/>
                  <a:pt x="421360" y="53836"/>
                  <a:pt x="416709" y="58415"/>
                </a:cubicBezTo>
                <a:cubicBezTo>
                  <a:pt x="412059" y="62995"/>
                  <a:pt x="409343" y="69367"/>
                  <a:pt x="408562" y="77532"/>
                </a:cubicBezTo>
                <a:close/>
                <a:moveTo>
                  <a:pt x="552053" y="44091"/>
                </a:moveTo>
                <a:lnTo>
                  <a:pt x="552053" y="77106"/>
                </a:lnTo>
                <a:lnTo>
                  <a:pt x="548538" y="77106"/>
                </a:lnTo>
                <a:cubicBezTo>
                  <a:pt x="545840" y="66751"/>
                  <a:pt x="542379" y="59708"/>
                  <a:pt x="538155" y="55976"/>
                </a:cubicBezTo>
                <a:cubicBezTo>
                  <a:pt x="533930" y="52242"/>
                  <a:pt x="528552" y="50375"/>
                  <a:pt x="522020" y="50375"/>
                </a:cubicBezTo>
                <a:cubicBezTo>
                  <a:pt x="517050" y="50375"/>
                  <a:pt x="513038" y="51687"/>
                  <a:pt x="509985" y="54312"/>
                </a:cubicBezTo>
                <a:cubicBezTo>
                  <a:pt x="506932" y="56934"/>
                  <a:pt x="505406" y="59842"/>
                  <a:pt x="505406" y="63035"/>
                </a:cubicBezTo>
                <a:cubicBezTo>
                  <a:pt x="505406" y="67006"/>
                  <a:pt x="506542" y="70410"/>
                  <a:pt x="508814" y="73246"/>
                </a:cubicBezTo>
                <a:cubicBezTo>
                  <a:pt x="511015" y="76154"/>
                  <a:pt x="515488" y="79240"/>
                  <a:pt x="522233" y="82501"/>
                </a:cubicBezTo>
                <a:lnTo>
                  <a:pt x="537782" y="90056"/>
                </a:lnTo>
                <a:cubicBezTo>
                  <a:pt x="552195" y="97076"/>
                  <a:pt x="559401" y="106332"/>
                  <a:pt x="559401" y="117823"/>
                </a:cubicBezTo>
                <a:cubicBezTo>
                  <a:pt x="559401" y="126687"/>
                  <a:pt x="556047" y="133832"/>
                  <a:pt x="549337" y="139259"/>
                </a:cubicBezTo>
                <a:cubicBezTo>
                  <a:pt x="542628" y="144684"/>
                  <a:pt x="535119" y="147396"/>
                  <a:pt x="526812" y="147396"/>
                </a:cubicBezTo>
                <a:cubicBezTo>
                  <a:pt x="520848" y="147396"/>
                  <a:pt x="514032" y="146331"/>
                  <a:pt x="506364" y="144201"/>
                </a:cubicBezTo>
                <a:cubicBezTo>
                  <a:pt x="504021" y="143491"/>
                  <a:pt x="502104" y="143136"/>
                  <a:pt x="500613" y="143136"/>
                </a:cubicBezTo>
                <a:cubicBezTo>
                  <a:pt x="498980" y="143136"/>
                  <a:pt x="497702" y="144059"/>
                  <a:pt x="496779" y="145905"/>
                </a:cubicBezTo>
                <a:lnTo>
                  <a:pt x="493265" y="145905"/>
                </a:lnTo>
                <a:lnTo>
                  <a:pt x="493265" y="110973"/>
                </a:lnTo>
                <a:lnTo>
                  <a:pt x="496779" y="110973"/>
                </a:lnTo>
                <a:cubicBezTo>
                  <a:pt x="498767" y="120949"/>
                  <a:pt x="502566" y="128466"/>
                  <a:pt x="508175" y="133525"/>
                </a:cubicBezTo>
                <a:cubicBezTo>
                  <a:pt x="513784" y="138584"/>
                  <a:pt x="520067" y="141113"/>
                  <a:pt x="527025" y="141113"/>
                </a:cubicBezTo>
                <a:cubicBezTo>
                  <a:pt x="531924" y="141113"/>
                  <a:pt x="535918" y="139677"/>
                  <a:pt x="539007" y="136806"/>
                </a:cubicBezTo>
                <a:cubicBezTo>
                  <a:pt x="542095" y="133933"/>
                  <a:pt x="543639" y="130475"/>
                  <a:pt x="543639" y="126433"/>
                </a:cubicBezTo>
                <a:cubicBezTo>
                  <a:pt x="543639" y="121538"/>
                  <a:pt x="541918" y="117424"/>
                  <a:pt x="538474" y="114092"/>
                </a:cubicBezTo>
                <a:cubicBezTo>
                  <a:pt x="535031" y="110759"/>
                  <a:pt x="528161" y="106540"/>
                  <a:pt x="517866" y="101435"/>
                </a:cubicBezTo>
                <a:cubicBezTo>
                  <a:pt x="507571" y="96327"/>
                  <a:pt x="500826" y="91717"/>
                  <a:pt x="497631" y="87603"/>
                </a:cubicBezTo>
                <a:cubicBezTo>
                  <a:pt x="494436" y="83561"/>
                  <a:pt x="492839" y="78454"/>
                  <a:pt x="492839" y="72284"/>
                </a:cubicBezTo>
                <a:cubicBezTo>
                  <a:pt x="492839" y="64270"/>
                  <a:pt x="495590" y="57568"/>
                  <a:pt x="501092" y="52179"/>
                </a:cubicBezTo>
                <a:cubicBezTo>
                  <a:pt x="506595" y="46787"/>
                  <a:pt x="513713" y="44091"/>
                  <a:pt x="522446" y="44091"/>
                </a:cubicBezTo>
                <a:cubicBezTo>
                  <a:pt x="526280" y="44091"/>
                  <a:pt x="530930" y="44908"/>
                  <a:pt x="536397" y="46541"/>
                </a:cubicBezTo>
                <a:cubicBezTo>
                  <a:pt x="540018" y="47606"/>
                  <a:pt x="542432" y="48138"/>
                  <a:pt x="543639" y="48138"/>
                </a:cubicBezTo>
                <a:cubicBezTo>
                  <a:pt x="544775" y="48138"/>
                  <a:pt x="545663" y="47890"/>
                  <a:pt x="546302" y="47393"/>
                </a:cubicBezTo>
                <a:cubicBezTo>
                  <a:pt x="546941" y="46896"/>
                  <a:pt x="547686" y="45795"/>
                  <a:pt x="548538" y="44091"/>
                </a:cubicBezTo>
                <a:lnTo>
                  <a:pt x="552053" y="440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(NC)">
            <a:extLst xmlns:a="http://schemas.openxmlformats.org/drawingml/2006/main">
              <a:ext uri="{FF2B5EF4-FFF2-40B4-BE49-F238E27FC236}">
                <a16:creationId xmlns:a16="http://schemas.microsoft.com/office/drawing/2014/main" id="{C058A475-D990-47A9-B327-1F60B332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012" y="796655"/>
            <a:ext cx="430330" cy="198091"/>
          </a:xfrm>
          <a:custGeom xmlns:a="http://schemas.openxmlformats.org/drawingml/2006/main">
            <a:pathLst>
              <a:path w="430330" h="198091">
                <a:moveTo>
                  <a:pt x="58788" y="194150"/>
                </a:moveTo>
                <a:lnTo>
                  <a:pt x="58788" y="198091"/>
                </a:lnTo>
                <a:cubicBezTo>
                  <a:pt x="48067" y="192695"/>
                  <a:pt x="39121" y="186376"/>
                  <a:pt x="31950" y="179134"/>
                </a:cubicBezTo>
                <a:cubicBezTo>
                  <a:pt x="21726" y="168839"/>
                  <a:pt x="13845" y="156697"/>
                  <a:pt x="8307" y="142710"/>
                </a:cubicBezTo>
                <a:cubicBezTo>
                  <a:pt x="2769" y="128723"/>
                  <a:pt x="0" y="114204"/>
                  <a:pt x="0" y="99152"/>
                </a:cubicBezTo>
                <a:cubicBezTo>
                  <a:pt x="0" y="77142"/>
                  <a:pt x="5432" y="57066"/>
                  <a:pt x="16295" y="38926"/>
                </a:cubicBezTo>
                <a:cubicBezTo>
                  <a:pt x="27158" y="20785"/>
                  <a:pt x="41322" y="7810"/>
                  <a:pt x="58788" y="0"/>
                </a:cubicBezTo>
                <a:lnTo>
                  <a:pt x="58788" y="4473"/>
                </a:lnTo>
                <a:cubicBezTo>
                  <a:pt x="50055" y="9301"/>
                  <a:pt x="42884" y="15904"/>
                  <a:pt x="37275" y="24282"/>
                </a:cubicBezTo>
                <a:cubicBezTo>
                  <a:pt x="31666" y="32660"/>
                  <a:pt x="27477" y="43275"/>
                  <a:pt x="24708" y="56126"/>
                </a:cubicBezTo>
                <a:cubicBezTo>
                  <a:pt x="21939" y="68977"/>
                  <a:pt x="20555" y="82396"/>
                  <a:pt x="20555" y="96383"/>
                </a:cubicBezTo>
                <a:cubicBezTo>
                  <a:pt x="20555" y="111577"/>
                  <a:pt x="21726" y="125386"/>
                  <a:pt x="24069" y="137811"/>
                </a:cubicBezTo>
                <a:cubicBezTo>
                  <a:pt x="25915" y="147609"/>
                  <a:pt x="28152" y="155473"/>
                  <a:pt x="30779" y="161401"/>
                </a:cubicBezTo>
                <a:cubicBezTo>
                  <a:pt x="33406" y="167330"/>
                  <a:pt x="36938" y="173028"/>
                  <a:pt x="41375" y="178495"/>
                </a:cubicBezTo>
                <a:cubicBezTo>
                  <a:pt x="45813" y="183962"/>
                  <a:pt x="51617" y="189180"/>
                  <a:pt x="58788" y="194150"/>
                </a:cubicBezTo>
                <a:close/>
                <a:moveTo>
                  <a:pt x="60811" y="7029"/>
                </a:moveTo>
                <a:lnTo>
                  <a:pt x="100003" y="7029"/>
                </a:lnTo>
                <a:lnTo>
                  <a:pt x="188292" y="115340"/>
                </a:lnTo>
                <a:lnTo>
                  <a:pt x="188292" y="32057"/>
                </a:lnTo>
                <a:cubicBezTo>
                  <a:pt x="188292" y="23182"/>
                  <a:pt x="187298" y="17644"/>
                  <a:pt x="185310" y="15443"/>
                </a:cubicBezTo>
                <a:cubicBezTo>
                  <a:pt x="182683" y="12461"/>
                  <a:pt x="178529" y="10970"/>
                  <a:pt x="172849" y="10970"/>
                </a:cubicBezTo>
                <a:lnTo>
                  <a:pt x="167844" y="10970"/>
                </a:lnTo>
                <a:lnTo>
                  <a:pt x="167844" y="7029"/>
                </a:lnTo>
                <a:lnTo>
                  <a:pt x="218112" y="7029"/>
                </a:lnTo>
                <a:lnTo>
                  <a:pt x="218112" y="10970"/>
                </a:lnTo>
                <a:lnTo>
                  <a:pt x="213000" y="10970"/>
                </a:lnTo>
                <a:cubicBezTo>
                  <a:pt x="206894" y="10970"/>
                  <a:pt x="202563" y="12816"/>
                  <a:pt x="200007" y="16508"/>
                </a:cubicBezTo>
                <a:cubicBezTo>
                  <a:pt x="198445" y="18780"/>
                  <a:pt x="197664" y="23963"/>
                  <a:pt x="197664" y="32057"/>
                </a:cubicBezTo>
                <a:lnTo>
                  <a:pt x="197664" y="153786"/>
                </a:lnTo>
                <a:lnTo>
                  <a:pt x="193830" y="153786"/>
                </a:lnTo>
                <a:lnTo>
                  <a:pt x="98618" y="37488"/>
                </a:lnTo>
                <a:lnTo>
                  <a:pt x="98618" y="126416"/>
                </a:lnTo>
                <a:cubicBezTo>
                  <a:pt x="98618" y="135291"/>
                  <a:pt x="99577" y="140829"/>
                  <a:pt x="101494" y="143030"/>
                </a:cubicBezTo>
                <a:cubicBezTo>
                  <a:pt x="104192" y="146012"/>
                  <a:pt x="108345" y="147503"/>
                  <a:pt x="113954" y="147503"/>
                </a:cubicBezTo>
                <a:lnTo>
                  <a:pt x="119066" y="147503"/>
                </a:lnTo>
                <a:lnTo>
                  <a:pt x="119066" y="151443"/>
                </a:lnTo>
                <a:lnTo>
                  <a:pt x="68798" y="151443"/>
                </a:lnTo>
                <a:lnTo>
                  <a:pt x="68798" y="147503"/>
                </a:lnTo>
                <a:lnTo>
                  <a:pt x="73804" y="147503"/>
                </a:lnTo>
                <a:cubicBezTo>
                  <a:pt x="79981" y="147503"/>
                  <a:pt x="84347" y="145657"/>
                  <a:pt x="86903" y="141965"/>
                </a:cubicBezTo>
                <a:cubicBezTo>
                  <a:pt x="88465" y="139693"/>
                  <a:pt x="89246" y="134510"/>
                  <a:pt x="89246" y="126416"/>
                </a:cubicBezTo>
                <a:lnTo>
                  <a:pt x="89246" y="25986"/>
                </a:lnTo>
                <a:cubicBezTo>
                  <a:pt x="85057" y="21087"/>
                  <a:pt x="81880" y="17857"/>
                  <a:pt x="79714" y="16295"/>
                </a:cubicBezTo>
                <a:cubicBezTo>
                  <a:pt x="77549" y="14733"/>
                  <a:pt x="74372" y="13277"/>
                  <a:pt x="70183" y="11928"/>
                </a:cubicBezTo>
                <a:cubicBezTo>
                  <a:pt x="68124" y="11289"/>
                  <a:pt x="65000" y="10970"/>
                  <a:pt x="60811" y="10970"/>
                </a:cubicBezTo>
                <a:lnTo>
                  <a:pt x="60811" y="7029"/>
                </a:lnTo>
                <a:close/>
                <a:moveTo>
                  <a:pt x="352477" y="3834"/>
                </a:moveTo>
                <a:lnTo>
                  <a:pt x="355779" y="52824"/>
                </a:lnTo>
                <a:lnTo>
                  <a:pt x="352477" y="52824"/>
                </a:lnTo>
                <a:cubicBezTo>
                  <a:pt x="348075" y="38089"/>
                  <a:pt x="341792" y="27484"/>
                  <a:pt x="333627" y="21007"/>
                </a:cubicBezTo>
                <a:cubicBezTo>
                  <a:pt x="325462" y="14528"/>
                  <a:pt x="315664" y="11289"/>
                  <a:pt x="304233" y="11289"/>
                </a:cubicBezTo>
                <a:cubicBezTo>
                  <a:pt x="294648" y="11289"/>
                  <a:pt x="285986" y="13723"/>
                  <a:pt x="278247" y="18591"/>
                </a:cubicBezTo>
                <a:cubicBezTo>
                  <a:pt x="270508" y="23457"/>
                  <a:pt x="264419" y="31219"/>
                  <a:pt x="259982" y="41878"/>
                </a:cubicBezTo>
                <a:cubicBezTo>
                  <a:pt x="255544" y="52537"/>
                  <a:pt x="253326" y="65789"/>
                  <a:pt x="253326" y="81636"/>
                </a:cubicBezTo>
                <a:cubicBezTo>
                  <a:pt x="253326" y="94709"/>
                  <a:pt x="255420" y="106042"/>
                  <a:pt x="259609" y="115636"/>
                </a:cubicBezTo>
                <a:cubicBezTo>
                  <a:pt x="263798" y="125228"/>
                  <a:pt x="270099" y="132582"/>
                  <a:pt x="278513" y="137698"/>
                </a:cubicBezTo>
                <a:cubicBezTo>
                  <a:pt x="286926" y="142815"/>
                  <a:pt x="296529" y="145373"/>
                  <a:pt x="307321" y="145373"/>
                </a:cubicBezTo>
                <a:cubicBezTo>
                  <a:pt x="316693" y="145373"/>
                  <a:pt x="324965" y="143367"/>
                  <a:pt x="332136" y="139356"/>
                </a:cubicBezTo>
                <a:cubicBezTo>
                  <a:pt x="339307" y="135344"/>
                  <a:pt x="347188" y="127374"/>
                  <a:pt x="355779" y="115446"/>
                </a:cubicBezTo>
                <a:lnTo>
                  <a:pt x="359080" y="117570"/>
                </a:lnTo>
                <a:cubicBezTo>
                  <a:pt x="351838" y="130387"/>
                  <a:pt x="343389" y="139771"/>
                  <a:pt x="333733" y="145719"/>
                </a:cubicBezTo>
                <a:cubicBezTo>
                  <a:pt x="324077" y="151665"/>
                  <a:pt x="312611" y="154638"/>
                  <a:pt x="299334" y="154638"/>
                </a:cubicBezTo>
                <a:cubicBezTo>
                  <a:pt x="275407" y="154638"/>
                  <a:pt x="256876" y="145776"/>
                  <a:pt x="243741" y="128050"/>
                </a:cubicBezTo>
                <a:cubicBezTo>
                  <a:pt x="233942" y="114864"/>
                  <a:pt x="229043" y="99337"/>
                  <a:pt x="229043" y="81469"/>
                </a:cubicBezTo>
                <a:cubicBezTo>
                  <a:pt x="229043" y="67076"/>
                  <a:pt x="232274" y="53854"/>
                  <a:pt x="238735" y="41801"/>
                </a:cubicBezTo>
                <a:cubicBezTo>
                  <a:pt x="245196" y="29749"/>
                  <a:pt x="254089" y="20408"/>
                  <a:pt x="265413" y="13778"/>
                </a:cubicBezTo>
                <a:cubicBezTo>
                  <a:pt x="276738" y="7149"/>
                  <a:pt x="289110" y="3834"/>
                  <a:pt x="302529" y="3834"/>
                </a:cubicBezTo>
                <a:cubicBezTo>
                  <a:pt x="312966" y="3834"/>
                  <a:pt x="323261" y="6390"/>
                  <a:pt x="333414" y="11502"/>
                </a:cubicBezTo>
                <a:cubicBezTo>
                  <a:pt x="336396" y="13064"/>
                  <a:pt x="338526" y="13845"/>
                  <a:pt x="339804" y="13845"/>
                </a:cubicBezTo>
                <a:cubicBezTo>
                  <a:pt x="341721" y="13845"/>
                  <a:pt x="343389" y="13171"/>
                  <a:pt x="344809" y="11822"/>
                </a:cubicBezTo>
                <a:cubicBezTo>
                  <a:pt x="346655" y="9905"/>
                  <a:pt x="347969" y="7242"/>
                  <a:pt x="348750" y="3834"/>
                </a:cubicBezTo>
                <a:lnTo>
                  <a:pt x="352477" y="3834"/>
                </a:lnTo>
                <a:close/>
                <a:moveTo>
                  <a:pt x="371542" y="4473"/>
                </a:moveTo>
                <a:lnTo>
                  <a:pt x="371542" y="0"/>
                </a:lnTo>
                <a:cubicBezTo>
                  <a:pt x="382334" y="5325"/>
                  <a:pt x="391316" y="11609"/>
                  <a:pt x="398487" y="18851"/>
                </a:cubicBezTo>
                <a:cubicBezTo>
                  <a:pt x="408640" y="29217"/>
                  <a:pt x="416485" y="41375"/>
                  <a:pt x="422023" y="55327"/>
                </a:cubicBezTo>
                <a:cubicBezTo>
                  <a:pt x="427561" y="69278"/>
                  <a:pt x="430330" y="83816"/>
                  <a:pt x="430330" y="98939"/>
                </a:cubicBezTo>
                <a:cubicBezTo>
                  <a:pt x="430330" y="120949"/>
                  <a:pt x="424917" y="141024"/>
                  <a:pt x="414089" y="159165"/>
                </a:cubicBezTo>
                <a:cubicBezTo>
                  <a:pt x="403262" y="177305"/>
                  <a:pt x="389079" y="190281"/>
                  <a:pt x="371542" y="198091"/>
                </a:cubicBezTo>
                <a:lnTo>
                  <a:pt x="371542" y="194150"/>
                </a:lnTo>
                <a:cubicBezTo>
                  <a:pt x="380275" y="189251"/>
                  <a:pt x="387464" y="182630"/>
                  <a:pt x="393109" y="174288"/>
                </a:cubicBezTo>
                <a:cubicBezTo>
                  <a:pt x="398753" y="165945"/>
                  <a:pt x="402942" y="155331"/>
                  <a:pt x="405676" y="142444"/>
                </a:cubicBezTo>
                <a:cubicBezTo>
                  <a:pt x="408409" y="129558"/>
                  <a:pt x="409776" y="116121"/>
                  <a:pt x="409776" y="102134"/>
                </a:cubicBezTo>
                <a:cubicBezTo>
                  <a:pt x="409776" y="87011"/>
                  <a:pt x="408604" y="73201"/>
                  <a:pt x="406261" y="60705"/>
                </a:cubicBezTo>
                <a:cubicBezTo>
                  <a:pt x="404486" y="50907"/>
                  <a:pt x="402268" y="43062"/>
                  <a:pt x="399605" y="37169"/>
                </a:cubicBezTo>
                <a:cubicBezTo>
                  <a:pt x="396943" y="31276"/>
                  <a:pt x="393410" y="25596"/>
                  <a:pt x="389008" y="20129"/>
                </a:cubicBezTo>
                <a:cubicBezTo>
                  <a:pt x="384606" y="14662"/>
                  <a:pt x="378784" y="9443"/>
                  <a:pt x="371542" y="44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820F6D-2FA9-4B27-B4B3-A25CF9B4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0600" y="354757"/>
            <a:ext cx="137750" cy="137750"/>
          </a:xfrm>
          <a:custGeom xmlns:a="http://schemas.openxmlformats.org/drawingml/2006/main">
            <a:pathLst>
              <a:path w="137750" h="137750">
                <a:moveTo>
                  <a:pt x="0" y="0"/>
                </a:moveTo>
                <a:lnTo>
                  <a:pt x="137750" y="0"/>
                </a:lnTo>
                <a:lnTo>
                  <a:pt x="137750" y="137750"/>
                </a:lnTo>
                <a:lnTo>
                  <a:pt x="0" y="1377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0F3B27-3625-4A5D-A137-840B4F43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0600" y="354757"/>
            <a:ext cx="137750" cy="137750"/>
          </a:xfrm>
          <a:custGeom xmlns:a="http://schemas.openxmlformats.org/drawingml/2006/main">
            <a:pathLst>
              <a:path w="137750" h="137750" fill="none">
                <a:moveTo>
                  <a:pt x="0" y="0"/>
                </a:moveTo>
                <a:lnTo>
                  <a:pt x="137750" y="0"/>
                </a:lnTo>
                <a:lnTo>
                  <a:pt x="137750" y="137750"/>
                </a:lnTo>
                <a:lnTo>
                  <a:pt x="0" y="1377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9" cap="flat">
            <a:solidFill>
              <a:srgbClr val="000000"/>
            </a:solidFill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96B9AD-09B9-413B-B61A-7894DCBA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8326" y="354757"/>
            <a:ext cx="137653" cy="137750"/>
          </a:xfrm>
          <a:custGeom xmlns:a="http://schemas.openxmlformats.org/drawingml/2006/main">
            <a:pathLst>
              <a:path w="137653" h="137750">
                <a:moveTo>
                  <a:pt x="0" y="0"/>
                </a:moveTo>
                <a:lnTo>
                  <a:pt x="137653" y="0"/>
                </a:lnTo>
                <a:lnTo>
                  <a:pt x="137653" y="137750"/>
                </a:lnTo>
                <a:lnTo>
                  <a:pt x="0" y="1377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F41813-7CCB-4E11-A757-05C23B8B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8326" y="354757"/>
            <a:ext cx="137653" cy="137750"/>
          </a:xfrm>
          <a:custGeom xmlns:a="http://schemas.openxmlformats.org/drawingml/2006/main">
            <a:pathLst>
              <a:path w="137653" h="137750" fill="none">
                <a:moveTo>
                  <a:pt x="0" y="0"/>
                </a:moveTo>
                <a:lnTo>
                  <a:pt x="137653" y="0"/>
                </a:lnTo>
                <a:lnTo>
                  <a:pt x="137653" y="137750"/>
                </a:lnTo>
                <a:lnTo>
                  <a:pt x="0" y="1377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9" cap="flat">
            <a:solidFill>
              <a:srgbClr val="000000"/>
            </a:solidFill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3D24AC-71E5-4BC8-A69F-00CDF14A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79" y="354757"/>
            <a:ext cx="137750" cy="137750"/>
          </a:xfrm>
          <a:custGeom xmlns:a="http://schemas.openxmlformats.org/drawingml/2006/main">
            <a:pathLst>
              <a:path w="137750" h="137750">
                <a:moveTo>
                  <a:pt x="0" y="0"/>
                </a:moveTo>
                <a:lnTo>
                  <a:pt x="137750" y="0"/>
                </a:lnTo>
                <a:lnTo>
                  <a:pt x="137750" y="137750"/>
                </a:lnTo>
                <a:lnTo>
                  <a:pt x="0" y="1377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CEA91A-9A2E-4FDD-AE3B-6E061EE1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79" y="354757"/>
            <a:ext cx="137750" cy="137750"/>
          </a:xfrm>
          <a:custGeom xmlns:a="http://schemas.openxmlformats.org/drawingml/2006/main">
            <a:pathLst>
              <a:path w="137750" h="137750" fill="none">
                <a:moveTo>
                  <a:pt x="0" y="0"/>
                </a:moveTo>
                <a:lnTo>
                  <a:pt x="137750" y="0"/>
                </a:lnTo>
                <a:lnTo>
                  <a:pt x="137750" y="137750"/>
                </a:lnTo>
                <a:lnTo>
                  <a:pt x="0" y="1377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9" cap="flat">
            <a:solidFill>
              <a:srgbClr val="000000"/>
            </a:solidFill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C071EC-37C5-4B9B-82E2-CE0BC78E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3860" y="316515"/>
            <a:ext cx="137750" cy="137847"/>
          </a:xfrm>
          <a:custGeom xmlns:a="http://schemas.openxmlformats.org/drawingml/2006/main">
            <a:pathLst>
              <a:path w="137750" h="137847">
                <a:moveTo>
                  <a:pt x="0" y="0"/>
                </a:moveTo>
                <a:lnTo>
                  <a:pt x="137750" y="0"/>
                </a:lnTo>
                <a:lnTo>
                  <a:pt x="137750" y="137847"/>
                </a:lnTo>
                <a:lnTo>
                  <a:pt x="0" y="1378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711978-8559-45D5-9714-E3A2CF94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3860" y="316515"/>
            <a:ext cx="137750" cy="137847"/>
          </a:xfrm>
          <a:custGeom xmlns:a="http://schemas.openxmlformats.org/drawingml/2006/main">
            <a:pathLst>
              <a:path w="137750" h="137847" fill="none">
                <a:moveTo>
                  <a:pt x="0" y="0"/>
                </a:moveTo>
                <a:lnTo>
                  <a:pt x="137750" y="0"/>
                </a:lnTo>
                <a:lnTo>
                  <a:pt x="137750" y="137847"/>
                </a:lnTo>
                <a:lnTo>
                  <a:pt x="0" y="1378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9" cap="flat">
            <a:solidFill>
              <a:srgbClr val="000000"/>
            </a:solidFill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965564-E2FD-4323-946A-631BE0A4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610" y="316515"/>
            <a:ext cx="137750" cy="137847"/>
          </a:xfrm>
          <a:custGeom xmlns:a="http://schemas.openxmlformats.org/drawingml/2006/main">
            <a:pathLst>
              <a:path w="137750" h="137847">
                <a:moveTo>
                  <a:pt x="0" y="0"/>
                </a:moveTo>
                <a:lnTo>
                  <a:pt x="137750" y="0"/>
                </a:lnTo>
                <a:lnTo>
                  <a:pt x="137750" y="137847"/>
                </a:lnTo>
                <a:lnTo>
                  <a:pt x="0" y="1378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8CF217-535D-496F-8D98-65509893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610" y="316515"/>
            <a:ext cx="137750" cy="137847"/>
          </a:xfrm>
          <a:custGeom xmlns:a="http://schemas.openxmlformats.org/drawingml/2006/main">
            <a:pathLst>
              <a:path w="137750" h="137847" fill="none">
                <a:moveTo>
                  <a:pt x="0" y="0"/>
                </a:moveTo>
                <a:lnTo>
                  <a:pt x="137750" y="0"/>
                </a:lnTo>
                <a:lnTo>
                  <a:pt x="137750" y="137847"/>
                </a:lnTo>
                <a:lnTo>
                  <a:pt x="0" y="1378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9" cap="flat">
            <a:solidFill>
              <a:srgbClr val="000000"/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70C649-D4B8-43D3-8CAC-A0406B2E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9336" y="316515"/>
            <a:ext cx="137653" cy="137847"/>
          </a:xfrm>
          <a:custGeom xmlns:a="http://schemas.openxmlformats.org/drawingml/2006/main">
            <a:pathLst>
              <a:path w="137653" h="137847">
                <a:moveTo>
                  <a:pt x="0" y="0"/>
                </a:moveTo>
                <a:lnTo>
                  <a:pt x="137653" y="0"/>
                </a:lnTo>
                <a:lnTo>
                  <a:pt x="137653" y="137847"/>
                </a:lnTo>
                <a:lnTo>
                  <a:pt x="0" y="1378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D76A02-E1EE-428B-B9F6-AD394760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9336" y="316515"/>
            <a:ext cx="137653" cy="137847"/>
          </a:xfrm>
          <a:custGeom xmlns:a="http://schemas.openxmlformats.org/drawingml/2006/main">
            <a:pathLst>
              <a:path w="137653" h="137847" fill="none">
                <a:moveTo>
                  <a:pt x="0" y="0"/>
                </a:moveTo>
                <a:lnTo>
                  <a:pt x="137653" y="0"/>
                </a:lnTo>
                <a:lnTo>
                  <a:pt x="137653" y="137847"/>
                </a:lnTo>
                <a:lnTo>
                  <a:pt x="0" y="1378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9" cap="flat">
            <a:solidFill>
              <a:srgbClr val="000000"/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892C67-C3CF-4A06-9D1E-0B78C86A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7508" y="280550"/>
            <a:ext cx="137750" cy="137750"/>
          </a:xfrm>
          <a:custGeom xmlns:a="http://schemas.openxmlformats.org/drawingml/2006/main">
            <a:pathLst>
              <a:path w="137750" h="137750">
                <a:moveTo>
                  <a:pt x="0" y="0"/>
                </a:moveTo>
                <a:lnTo>
                  <a:pt x="137750" y="0"/>
                </a:lnTo>
                <a:lnTo>
                  <a:pt x="137750" y="137750"/>
                </a:lnTo>
                <a:lnTo>
                  <a:pt x="0" y="1377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867F6D-B060-4840-89E1-3F30D295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7508" y="280550"/>
            <a:ext cx="137750" cy="137750"/>
          </a:xfrm>
          <a:custGeom xmlns:a="http://schemas.openxmlformats.org/drawingml/2006/main">
            <a:pathLst>
              <a:path w="137750" h="137750" fill="none">
                <a:moveTo>
                  <a:pt x="0" y="0"/>
                </a:moveTo>
                <a:lnTo>
                  <a:pt x="137750" y="0"/>
                </a:lnTo>
                <a:lnTo>
                  <a:pt x="137750" y="137750"/>
                </a:lnTo>
                <a:lnTo>
                  <a:pt x="0" y="1377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9" cap="flat">
            <a:solidFill>
              <a:srgbClr val="000000"/>
            </a:solidFill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A229D7-4263-4290-8AFD-F305D2EB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258" y="280550"/>
            <a:ext cx="137750" cy="137750"/>
          </a:xfrm>
          <a:custGeom xmlns:a="http://schemas.openxmlformats.org/drawingml/2006/main">
            <a:pathLst>
              <a:path w="137750" h="137750">
                <a:moveTo>
                  <a:pt x="0" y="0"/>
                </a:moveTo>
                <a:lnTo>
                  <a:pt x="137750" y="0"/>
                </a:lnTo>
                <a:lnTo>
                  <a:pt x="137750" y="137750"/>
                </a:lnTo>
                <a:lnTo>
                  <a:pt x="0" y="1377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80FCB6-3C0D-4AE2-817B-2A480914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258" y="280550"/>
            <a:ext cx="137750" cy="137750"/>
          </a:xfrm>
          <a:custGeom xmlns:a="http://schemas.openxmlformats.org/drawingml/2006/main">
            <a:pathLst>
              <a:path w="137750" h="137750" fill="none">
                <a:moveTo>
                  <a:pt x="0" y="0"/>
                </a:moveTo>
                <a:lnTo>
                  <a:pt x="137750" y="0"/>
                </a:lnTo>
                <a:lnTo>
                  <a:pt x="137750" y="137750"/>
                </a:lnTo>
                <a:lnTo>
                  <a:pt x="0" y="1377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9" cap="flat">
            <a:solidFill>
              <a:srgbClr val="000000"/>
            </a:solidFill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F3047E-6477-4A61-845D-DC297D5D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2984" y="280550"/>
            <a:ext cx="137653" cy="137750"/>
          </a:xfrm>
          <a:custGeom xmlns:a="http://schemas.openxmlformats.org/drawingml/2006/main">
            <a:pathLst>
              <a:path w="137653" h="137750">
                <a:moveTo>
                  <a:pt x="0" y="0"/>
                </a:moveTo>
                <a:lnTo>
                  <a:pt x="137653" y="0"/>
                </a:lnTo>
                <a:lnTo>
                  <a:pt x="137653" y="137750"/>
                </a:lnTo>
                <a:lnTo>
                  <a:pt x="0" y="1377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5E78EE-38CC-4CF0-A190-AB5F589A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2984" y="280550"/>
            <a:ext cx="137653" cy="137750"/>
          </a:xfrm>
          <a:custGeom xmlns:a="http://schemas.openxmlformats.org/drawingml/2006/main">
            <a:pathLst>
              <a:path w="137653" h="137750" fill="none">
                <a:moveTo>
                  <a:pt x="0" y="0"/>
                </a:moveTo>
                <a:lnTo>
                  <a:pt x="137653" y="0"/>
                </a:lnTo>
                <a:lnTo>
                  <a:pt x="137653" y="137750"/>
                </a:lnTo>
                <a:lnTo>
                  <a:pt x="0" y="1377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9" cap="flat">
            <a:solidFill>
              <a:srgbClr val="000000"/>
            </a:solidFill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A9F374-65AC-4CDC-9E66-09C1E541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357" y="741859"/>
            <a:ext cx="620652" cy="511208"/>
          </a:xfrm>
          <a:custGeom xmlns:a="http://schemas.openxmlformats.org/drawingml/2006/main">
            <a:pathLst>
              <a:path w="620652" h="511208" fill="none">
                <a:moveTo>
                  <a:pt x="620652" y="0"/>
                </a:moveTo>
                <a:cubicBezTo>
                  <a:pt x="454038" y="398080"/>
                  <a:pt x="0" y="288539"/>
                  <a:pt x="324721" y="51120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432" cap="flat">
            <a:solidFill>
              <a:srgbClr val="000000"/>
            </a:solidFill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CA641B-3E51-4895-80DF-0171A670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8758" y="1185657"/>
            <a:ext cx="167198" cy="135843"/>
          </a:xfrm>
          <a:custGeom xmlns:a="http://schemas.openxmlformats.org/drawingml/2006/main">
            <a:pathLst>
              <a:path w="167198" h="135843">
                <a:moveTo>
                  <a:pt x="67310" y="67401"/>
                </a:moveTo>
                <a:lnTo>
                  <a:pt x="54736" y="0"/>
                </a:lnTo>
                <a:lnTo>
                  <a:pt x="167198" y="135843"/>
                </a:lnTo>
                <a:lnTo>
                  <a:pt x="0" y="79894"/>
                </a:lnTo>
                <a:lnTo>
                  <a:pt x="67310" y="67401"/>
                </a:lnTo>
                <a:close/>
                <a:moveTo>
                  <a:pt x="67310" y="674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CEE714-F41F-4106-B986-331EE11E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8758" y="1185657"/>
            <a:ext cx="167198" cy="135843"/>
          </a:xfrm>
          <a:custGeom xmlns:a="http://schemas.openxmlformats.org/drawingml/2006/main">
            <a:pathLst>
              <a:path w="167198" h="135843" fill="none">
                <a:moveTo>
                  <a:pt x="67310" y="67401"/>
                </a:moveTo>
                <a:lnTo>
                  <a:pt x="0" y="79894"/>
                </a:lnTo>
                <a:lnTo>
                  <a:pt x="167198" y="135843"/>
                </a:lnTo>
                <a:lnTo>
                  <a:pt x="54736" y="0"/>
                </a:lnTo>
                <a:lnTo>
                  <a:pt x="67310" y="67401"/>
                </a:lnTo>
                <a:close/>
                <a:moveTo>
                  <a:pt x="67310" y="67401"/>
                </a:moveTo>
              </a:path>
            </a:pathLst>
          </a:custGeom>
          <a:noFill xmlns:a="http://schemas.openxmlformats.org/drawingml/2006/main"/>
          <a:ln xmlns:a="http://schemas.openxmlformats.org/drawingml/2006/main" w="9690" cap="flat">
            <a:solidFill>
              <a:srgbClr val="000000"/>
            </a:solidFill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141126-6C38-4B23-B57F-8C80C82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0211" y="1138423"/>
            <a:ext cx="1090272" cy="612499"/>
          </a:xfrm>
          <a:custGeom xmlns:a="http://schemas.openxmlformats.org/drawingml/2006/main">
            <a:pathLst>
              <a:path w="1090272" h="612499">
                <a:moveTo>
                  <a:pt x="0" y="0"/>
                </a:moveTo>
                <a:lnTo>
                  <a:pt x="1090272" y="0"/>
                </a:lnTo>
                <a:lnTo>
                  <a:pt x="1090272" y="612499"/>
                </a:lnTo>
                <a:lnTo>
                  <a:pt x="0" y="6124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72387C-5002-40F6-AC6F-923A4CF4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0211" y="1138423"/>
            <a:ext cx="1090272" cy="612499"/>
          </a:xfrm>
          <a:custGeom xmlns:a="http://schemas.openxmlformats.org/drawingml/2006/main">
            <a:pathLst>
              <a:path w="1090272" h="612499" fill="none">
                <a:moveTo>
                  <a:pt x="0" y="0"/>
                </a:moveTo>
                <a:lnTo>
                  <a:pt x="1090272" y="0"/>
                </a:lnTo>
                <a:lnTo>
                  <a:pt x="1090272" y="612499"/>
                </a:lnTo>
                <a:lnTo>
                  <a:pt x="0" y="61249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369" cap="flat">
            <a:solidFill>
              <a:srgbClr val="000000"/>
            </a:solidFill>
            <a:miter/>
          </a:ln>
        </p:spPr>
      </p:sp>
      <p:sp>
        <p:nvSpPr>
          <p:cNvPr id="108" name="Text RootCause">
            <a:extLst xmlns:a="http://schemas.openxmlformats.org/drawingml/2006/main">
              <a:ext uri="{FF2B5EF4-FFF2-40B4-BE49-F238E27FC236}">
                <a16:creationId xmlns:a16="http://schemas.microsoft.com/office/drawing/2014/main" id="{28DBC373-9990-4589-A690-796D9418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3841" y="1209399"/>
            <a:ext cx="1001887" cy="150804"/>
          </a:xfrm>
          <a:custGeom xmlns:a="http://schemas.openxmlformats.org/drawingml/2006/main">
            <a:pathLst>
              <a:path w="1001887" h="150804">
                <a:moveTo>
                  <a:pt x="143669" y="147609"/>
                </a:moveTo>
                <a:lnTo>
                  <a:pt x="105116" y="147609"/>
                </a:lnTo>
                <a:lnTo>
                  <a:pt x="56232" y="79875"/>
                </a:lnTo>
                <a:cubicBezTo>
                  <a:pt x="52611" y="80017"/>
                  <a:pt x="49665" y="80088"/>
                  <a:pt x="47393" y="80088"/>
                </a:cubicBezTo>
                <a:cubicBezTo>
                  <a:pt x="46470" y="80088"/>
                  <a:pt x="45476" y="80070"/>
                  <a:pt x="44411" y="80035"/>
                </a:cubicBezTo>
                <a:cubicBezTo>
                  <a:pt x="43346" y="79999"/>
                  <a:pt x="42245" y="79946"/>
                  <a:pt x="41109" y="79875"/>
                </a:cubicBezTo>
                <a:lnTo>
                  <a:pt x="41109" y="121976"/>
                </a:lnTo>
                <a:cubicBezTo>
                  <a:pt x="41109" y="131095"/>
                  <a:pt x="42103" y="136759"/>
                  <a:pt x="44091" y="138966"/>
                </a:cubicBezTo>
                <a:cubicBezTo>
                  <a:pt x="46789" y="142101"/>
                  <a:pt x="50836" y="143669"/>
                  <a:pt x="56232" y="143669"/>
                </a:cubicBezTo>
                <a:lnTo>
                  <a:pt x="61877" y="143669"/>
                </a:lnTo>
                <a:lnTo>
                  <a:pt x="61877" y="147609"/>
                </a:lnTo>
                <a:lnTo>
                  <a:pt x="0" y="147609"/>
                </a:lnTo>
                <a:lnTo>
                  <a:pt x="0" y="143669"/>
                </a:lnTo>
                <a:lnTo>
                  <a:pt x="5432" y="143669"/>
                </a:lnTo>
                <a:cubicBezTo>
                  <a:pt x="11538" y="143669"/>
                  <a:pt x="15904" y="141681"/>
                  <a:pt x="18531" y="137705"/>
                </a:cubicBezTo>
                <a:cubicBezTo>
                  <a:pt x="20022" y="135504"/>
                  <a:pt x="20768" y="130285"/>
                  <a:pt x="20768" y="122049"/>
                </a:cubicBezTo>
                <a:lnTo>
                  <a:pt x="20768" y="28755"/>
                </a:lnTo>
                <a:cubicBezTo>
                  <a:pt x="20768" y="19667"/>
                  <a:pt x="19774" y="14023"/>
                  <a:pt x="17786" y="11822"/>
                </a:cubicBezTo>
                <a:cubicBezTo>
                  <a:pt x="15017" y="8698"/>
                  <a:pt x="10899" y="7136"/>
                  <a:pt x="5432" y="7136"/>
                </a:cubicBezTo>
                <a:lnTo>
                  <a:pt x="0" y="7136"/>
                </a:lnTo>
                <a:lnTo>
                  <a:pt x="0" y="3195"/>
                </a:lnTo>
                <a:lnTo>
                  <a:pt x="52611" y="3195"/>
                </a:lnTo>
                <a:cubicBezTo>
                  <a:pt x="67947" y="3195"/>
                  <a:pt x="79254" y="4310"/>
                  <a:pt x="86532" y="6540"/>
                </a:cubicBezTo>
                <a:cubicBezTo>
                  <a:pt x="93809" y="8770"/>
                  <a:pt x="99986" y="12877"/>
                  <a:pt x="105063" y="18861"/>
                </a:cubicBezTo>
                <a:cubicBezTo>
                  <a:pt x="110139" y="24842"/>
                  <a:pt x="112677" y="31974"/>
                  <a:pt x="112677" y="40257"/>
                </a:cubicBezTo>
                <a:cubicBezTo>
                  <a:pt x="112677" y="49106"/>
                  <a:pt x="109784" y="56787"/>
                  <a:pt x="103998" y="63301"/>
                </a:cubicBezTo>
                <a:cubicBezTo>
                  <a:pt x="98211" y="69813"/>
                  <a:pt x="89247" y="74415"/>
                  <a:pt x="77106" y="77106"/>
                </a:cubicBezTo>
                <a:lnTo>
                  <a:pt x="106926" y="118668"/>
                </a:lnTo>
                <a:cubicBezTo>
                  <a:pt x="113742" y="128213"/>
                  <a:pt x="119600" y="134553"/>
                  <a:pt x="124499" y="137688"/>
                </a:cubicBezTo>
                <a:cubicBezTo>
                  <a:pt x="129398" y="140821"/>
                  <a:pt x="135788" y="142815"/>
                  <a:pt x="143669" y="143669"/>
                </a:cubicBezTo>
                <a:lnTo>
                  <a:pt x="143669" y="147609"/>
                </a:lnTo>
                <a:moveTo>
                  <a:pt x="41109" y="73379"/>
                </a:moveTo>
                <a:cubicBezTo>
                  <a:pt x="42458" y="73379"/>
                  <a:pt x="43630" y="73396"/>
                  <a:pt x="44624" y="73432"/>
                </a:cubicBezTo>
                <a:cubicBezTo>
                  <a:pt x="45618" y="73467"/>
                  <a:pt x="46434" y="73485"/>
                  <a:pt x="47073" y="73485"/>
                </a:cubicBezTo>
                <a:cubicBezTo>
                  <a:pt x="60847" y="73485"/>
                  <a:pt x="71231" y="70503"/>
                  <a:pt x="78225" y="64539"/>
                </a:cubicBezTo>
                <a:cubicBezTo>
                  <a:pt x="85218" y="58575"/>
                  <a:pt x="88715" y="50978"/>
                  <a:pt x="88715" y="41748"/>
                </a:cubicBezTo>
                <a:cubicBezTo>
                  <a:pt x="88715" y="32731"/>
                  <a:pt x="85893" y="25400"/>
                  <a:pt x="80248" y="19756"/>
                </a:cubicBezTo>
                <a:cubicBezTo>
                  <a:pt x="74603" y="14111"/>
                  <a:pt x="67131" y="11289"/>
                  <a:pt x="57830" y="11289"/>
                </a:cubicBezTo>
                <a:cubicBezTo>
                  <a:pt x="53712" y="11289"/>
                  <a:pt x="48138" y="11964"/>
                  <a:pt x="41109" y="13313"/>
                </a:cubicBezTo>
                <a:lnTo>
                  <a:pt x="41109" y="73379"/>
                </a:lnTo>
                <a:close/>
                <a:moveTo>
                  <a:pt x="196283" y="47286"/>
                </a:moveTo>
                <a:cubicBezTo>
                  <a:pt x="211051" y="47286"/>
                  <a:pt x="222908" y="52890"/>
                  <a:pt x="231854" y="64097"/>
                </a:cubicBezTo>
                <a:cubicBezTo>
                  <a:pt x="239451" y="73670"/>
                  <a:pt x="243250" y="84664"/>
                  <a:pt x="243250" y="97078"/>
                </a:cubicBezTo>
                <a:cubicBezTo>
                  <a:pt x="243250" y="105803"/>
                  <a:pt x="241155" y="114633"/>
                  <a:pt x="236966" y="123570"/>
                </a:cubicBezTo>
                <a:cubicBezTo>
                  <a:pt x="232777" y="132505"/>
                  <a:pt x="227008" y="139243"/>
                  <a:pt x="219660" y="143782"/>
                </a:cubicBezTo>
                <a:cubicBezTo>
                  <a:pt x="212311" y="148322"/>
                  <a:pt x="204128" y="150591"/>
                  <a:pt x="195111" y="150591"/>
                </a:cubicBezTo>
                <a:cubicBezTo>
                  <a:pt x="180414" y="150591"/>
                  <a:pt x="168735" y="144739"/>
                  <a:pt x="160073" y="133036"/>
                </a:cubicBezTo>
                <a:cubicBezTo>
                  <a:pt x="152760" y="123178"/>
                  <a:pt x="149103" y="112114"/>
                  <a:pt x="149103" y="99844"/>
                </a:cubicBezTo>
                <a:cubicBezTo>
                  <a:pt x="149103" y="90907"/>
                  <a:pt x="151322" y="82023"/>
                  <a:pt x="155759" y="73192"/>
                </a:cubicBezTo>
                <a:cubicBezTo>
                  <a:pt x="160197" y="64362"/>
                  <a:pt x="166037" y="57836"/>
                  <a:pt x="173279" y="53616"/>
                </a:cubicBezTo>
                <a:cubicBezTo>
                  <a:pt x="180521" y="49396"/>
                  <a:pt x="188189" y="47286"/>
                  <a:pt x="196283" y="47286"/>
                </a:cubicBezTo>
                <a:moveTo>
                  <a:pt x="192981" y="54315"/>
                </a:moveTo>
                <a:cubicBezTo>
                  <a:pt x="189218" y="54315"/>
                  <a:pt x="185438" y="55432"/>
                  <a:pt x="181639" y="57667"/>
                </a:cubicBezTo>
                <a:cubicBezTo>
                  <a:pt x="177841" y="59901"/>
                  <a:pt x="174770" y="63819"/>
                  <a:pt x="172427" y="69422"/>
                </a:cubicBezTo>
                <a:cubicBezTo>
                  <a:pt x="170084" y="75024"/>
                  <a:pt x="168912" y="82222"/>
                  <a:pt x="168912" y="91015"/>
                </a:cubicBezTo>
                <a:cubicBezTo>
                  <a:pt x="168912" y="105197"/>
                  <a:pt x="171735" y="117430"/>
                  <a:pt x="177379" y="127714"/>
                </a:cubicBezTo>
                <a:cubicBezTo>
                  <a:pt x="183024" y="137996"/>
                  <a:pt x="190461" y="143136"/>
                  <a:pt x="199691" y="143136"/>
                </a:cubicBezTo>
                <a:cubicBezTo>
                  <a:pt x="206578" y="143136"/>
                  <a:pt x="212258" y="140300"/>
                  <a:pt x="216731" y="134626"/>
                </a:cubicBezTo>
                <a:cubicBezTo>
                  <a:pt x="221204" y="128953"/>
                  <a:pt x="223440" y="119203"/>
                  <a:pt x="223440" y="105375"/>
                </a:cubicBezTo>
                <a:cubicBezTo>
                  <a:pt x="223440" y="88071"/>
                  <a:pt x="219713" y="74455"/>
                  <a:pt x="212258" y="64526"/>
                </a:cubicBezTo>
                <a:cubicBezTo>
                  <a:pt x="207217" y="57719"/>
                  <a:pt x="200791" y="54315"/>
                  <a:pt x="192981" y="54315"/>
                </a:cubicBezTo>
                <a:close/>
                <a:moveTo>
                  <a:pt x="305339" y="47286"/>
                </a:moveTo>
                <a:cubicBezTo>
                  <a:pt x="320107" y="47286"/>
                  <a:pt x="331964" y="52890"/>
                  <a:pt x="340910" y="64097"/>
                </a:cubicBezTo>
                <a:cubicBezTo>
                  <a:pt x="348507" y="73670"/>
                  <a:pt x="352305" y="84664"/>
                  <a:pt x="352305" y="97078"/>
                </a:cubicBezTo>
                <a:cubicBezTo>
                  <a:pt x="352305" y="105803"/>
                  <a:pt x="350211" y="114633"/>
                  <a:pt x="346022" y="123570"/>
                </a:cubicBezTo>
                <a:cubicBezTo>
                  <a:pt x="341833" y="132505"/>
                  <a:pt x="336064" y="139243"/>
                  <a:pt x="328716" y="143782"/>
                </a:cubicBezTo>
                <a:cubicBezTo>
                  <a:pt x="321367" y="148322"/>
                  <a:pt x="313184" y="150591"/>
                  <a:pt x="304167" y="150591"/>
                </a:cubicBezTo>
                <a:cubicBezTo>
                  <a:pt x="289470" y="150591"/>
                  <a:pt x="277791" y="144739"/>
                  <a:pt x="269129" y="133036"/>
                </a:cubicBezTo>
                <a:cubicBezTo>
                  <a:pt x="261816" y="123178"/>
                  <a:pt x="258159" y="112114"/>
                  <a:pt x="258159" y="99844"/>
                </a:cubicBezTo>
                <a:cubicBezTo>
                  <a:pt x="258159" y="90907"/>
                  <a:pt x="260378" y="82023"/>
                  <a:pt x="264815" y="73192"/>
                </a:cubicBezTo>
                <a:cubicBezTo>
                  <a:pt x="269253" y="64362"/>
                  <a:pt x="275093" y="57836"/>
                  <a:pt x="282335" y="53616"/>
                </a:cubicBezTo>
                <a:cubicBezTo>
                  <a:pt x="289577" y="49396"/>
                  <a:pt x="297245" y="47286"/>
                  <a:pt x="305339" y="47286"/>
                </a:cubicBezTo>
                <a:moveTo>
                  <a:pt x="302037" y="54315"/>
                </a:moveTo>
                <a:cubicBezTo>
                  <a:pt x="298274" y="54315"/>
                  <a:pt x="294493" y="55432"/>
                  <a:pt x="290695" y="57667"/>
                </a:cubicBezTo>
                <a:cubicBezTo>
                  <a:pt x="286896" y="59901"/>
                  <a:pt x="283826" y="63819"/>
                  <a:pt x="281483" y="69422"/>
                </a:cubicBezTo>
                <a:cubicBezTo>
                  <a:pt x="279140" y="75024"/>
                  <a:pt x="277968" y="82222"/>
                  <a:pt x="277968" y="91015"/>
                </a:cubicBezTo>
                <a:cubicBezTo>
                  <a:pt x="277968" y="105197"/>
                  <a:pt x="280790" y="117430"/>
                  <a:pt x="286435" y="127714"/>
                </a:cubicBezTo>
                <a:cubicBezTo>
                  <a:pt x="292079" y="137996"/>
                  <a:pt x="299517" y="143136"/>
                  <a:pt x="308747" y="143136"/>
                </a:cubicBezTo>
                <a:cubicBezTo>
                  <a:pt x="315634" y="143136"/>
                  <a:pt x="321314" y="140300"/>
                  <a:pt x="325787" y="134626"/>
                </a:cubicBezTo>
                <a:cubicBezTo>
                  <a:pt x="330260" y="128953"/>
                  <a:pt x="332496" y="119203"/>
                  <a:pt x="332496" y="105375"/>
                </a:cubicBezTo>
                <a:cubicBezTo>
                  <a:pt x="332496" y="88071"/>
                  <a:pt x="328769" y="74455"/>
                  <a:pt x="321314" y="64526"/>
                </a:cubicBezTo>
                <a:cubicBezTo>
                  <a:pt x="316273" y="57719"/>
                  <a:pt x="309847" y="54315"/>
                  <a:pt x="302037" y="54315"/>
                </a:cubicBezTo>
                <a:close/>
                <a:moveTo>
                  <a:pt x="395013" y="17892"/>
                </a:moveTo>
                <a:lnTo>
                  <a:pt x="395013" y="50055"/>
                </a:lnTo>
                <a:lnTo>
                  <a:pt x="417804" y="50055"/>
                </a:lnTo>
                <a:lnTo>
                  <a:pt x="417804" y="57510"/>
                </a:lnTo>
                <a:lnTo>
                  <a:pt x="395013" y="57510"/>
                </a:lnTo>
                <a:lnTo>
                  <a:pt x="395013" y="120685"/>
                </a:lnTo>
                <a:cubicBezTo>
                  <a:pt x="395013" y="126997"/>
                  <a:pt x="395918" y="131253"/>
                  <a:pt x="397729" y="133452"/>
                </a:cubicBezTo>
                <a:cubicBezTo>
                  <a:pt x="399539" y="135648"/>
                  <a:pt x="401864" y="136746"/>
                  <a:pt x="404704" y="136746"/>
                </a:cubicBezTo>
                <a:cubicBezTo>
                  <a:pt x="407047" y="136746"/>
                  <a:pt x="409319" y="136019"/>
                  <a:pt x="411520" y="134563"/>
                </a:cubicBezTo>
                <a:cubicBezTo>
                  <a:pt x="413721" y="133108"/>
                  <a:pt x="415425" y="130960"/>
                  <a:pt x="416632" y="128120"/>
                </a:cubicBezTo>
                <a:lnTo>
                  <a:pt x="420786" y="128120"/>
                </a:lnTo>
                <a:cubicBezTo>
                  <a:pt x="418301" y="135098"/>
                  <a:pt x="414786" y="140375"/>
                  <a:pt x="410242" y="143952"/>
                </a:cubicBezTo>
                <a:cubicBezTo>
                  <a:pt x="405698" y="147526"/>
                  <a:pt x="401012" y="149313"/>
                  <a:pt x="396184" y="149313"/>
                </a:cubicBezTo>
                <a:cubicBezTo>
                  <a:pt x="392918" y="149313"/>
                  <a:pt x="389723" y="148407"/>
                  <a:pt x="386599" y="146594"/>
                </a:cubicBezTo>
                <a:cubicBezTo>
                  <a:pt x="383475" y="144782"/>
                  <a:pt x="381168" y="142188"/>
                  <a:pt x="379677" y="138813"/>
                </a:cubicBezTo>
                <a:cubicBezTo>
                  <a:pt x="378186" y="135436"/>
                  <a:pt x="377440" y="130229"/>
                  <a:pt x="377440" y="123191"/>
                </a:cubicBezTo>
                <a:lnTo>
                  <a:pt x="377440" y="57510"/>
                </a:lnTo>
                <a:lnTo>
                  <a:pt x="361998" y="57510"/>
                </a:lnTo>
                <a:lnTo>
                  <a:pt x="361998" y="53996"/>
                </a:lnTo>
                <a:cubicBezTo>
                  <a:pt x="365903" y="52429"/>
                  <a:pt x="369896" y="49777"/>
                  <a:pt x="373979" y="46038"/>
                </a:cubicBezTo>
                <a:cubicBezTo>
                  <a:pt x="378061" y="42299"/>
                  <a:pt x="381700" y="37866"/>
                  <a:pt x="384895" y="32739"/>
                </a:cubicBezTo>
                <a:cubicBezTo>
                  <a:pt x="386528" y="30034"/>
                  <a:pt x="388800" y="25085"/>
                  <a:pt x="391711" y="17892"/>
                </a:cubicBezTo>
                <a:lnTo>
                  <a:pt x="395013" y="17892"/>
                </a:lnTo>
                <a:close/>
                <a:moveTo>
                  <a:pt x="606346" y="0"/>
                </a:moveTo>
                <a:lnTo>
                  <a:pt x="609647" y="48990"/>
                </a:lnTo>
                <a:lnTo>
                  <a:pt x="606346" y="48990"/>
                </a:lnTo>
                <a:cubicBezTo>
                  <a:pt x="601944" y="34255"/>
                  <a:pt x="595660" y="23650"/>
                  <a:pt x="587495" y="17173"/>
                </a:cubicBezTo>
                <a:cubicBezTo>
                  <a:pt x="579330" y="10694"/>
                  <a:pt x="569532" y="7455"/>
                  <a:pt x="558101" y="7455"/>
                </a:cubicBezTo>
                <a:cubicBezTo>
                  <a:pt x="548516" y="7455"/>
                  <a:pt x="539854" y="9889"/>
                  <a:pt x="532115" y="14757"/>
                </a:cubicBezTo>
                <a:cubicBezTo>
                  <a:pt x="524376" y="19623"/>
                  <a:pt x="518288" y="27385"/>
                  <a:pt x="513850" y="38044"/>
                </a:cubicBezTo>
                <a:cubicBezTo>
                  <a:pt x="509412" y="48703"/>
                  <a:pt x="507194" y="61955"/>
                  <a:pt x="507194" y="77802"/>
                </a:cubicBezTo>
                <a:cubicBezTo>
                  <a:pt x="507194" y="90875"/>
                  <a:pt x="509288" y="102208"/>
                  <a:pt x="513477" y="111802"/>
                </a:cubicBezTo>
                <a:cubicBezTo>
                  <a:pt x="517666" y="121394"/>
                  <a:pt x="523968" y="128748"/>
                  <a:pt x="532381" y="133864"/>
                </a:cubicBezTo>
                <a:cubicBezTo>
                  <a:pt x="540795" y="138981"/>
                  <a:pt x="550397" y="141539"/>
                  <a:pt x="561189" y="141539"/>
                </a:cubicBezTo>
                <a:cubicBezTo>
                  <a:pt x="570561" y="141539"/>
                  <a:pt x="578833" y="139533"/>
                  <a:pt x="586004" y="135522"/>
                </a:cubicBezTo>
                <a:cubicBezTo>
                  <a:pt x="593175" y="131510"/>
                  <a:pt x="601056" y="123540"/>
                  <a:pt x="609647" y="111612"/>
                </a:cubicBezTo>
                <a:lnTo>
                  <a:pt x="612949" y="113736"/>
                </a:lnTo>
                <a:cubicBezTo>
                  <a:pt x="605707" y="126553"/>
                  <a:pt x="597258" y="135937"/>
                  <a:pt x="587601" y="141885"/>
                </a:cubicBezTo>
                <a:cubicBezTo>
                  <a:pt x="577945" y="147831"/>
                  <a:pt x="566479" y="150804"/>
                  <a:pt x="553202" y="150804"/>
                </a:cubicBezTo>
                <a:cubicBezTo>
                  <a:pt x="529275" y="150804"/>
                  <a:pt x="510744" y="141942"/>
                  <a:pt x="497609" y="124216"/>
                </a:cubicBezTo>
                <a:cubicBezTo>
                  <a:pt x="487811" y="111030"/>
                  <a:pt x="482912" y="95503"/>
                  <a:pt x="482912" y="77635"/>
                </a:cubicBezTo>
                <a:cubicBezTo>
                  <a:pt x="482912" y="63242"/>
                  <a:pt x="486142" y="50020"/>
                  <a:pt x="492603" y="37967"/>
                </a:cubicBezTo>
                <a:cubicBezTo>
                  <a:pt x="499064" y="25915"/>
                  <a:pt x="507957" y="16574"/>
                  <a:pt x="519282" y="9944"/>
                </a:cubicBezTo>
                <a:cubicBezTo>
                  <a:pt x="530606" y="3315"/>
                  <a:pt x="542978" y="0"/>
                  <a:pt x="556397" y="0"/>
                </a:cubicBezTo>
                <a:cubicBezTo>
                  <a:pt x="566834" y="0"/>
                  <a:pt x="577129" y="2556"/>
                  <a:pt x="587282" y="7668"/>
                </a:cubicBezTo>
                <a:cubicBezTo>
                  <a:pt x="590264" y="9230"/>
                  <a:pt x="592394" y="10011"/>
                  <a:pt x="593672" y="10011"/>
                </a:cubicBezTo>
                <a:cubicBezTo>
                  <a:pt x="595589" y="10011"/>
                  <a:pt x="597258" y="9337"/>
                  <a:pt x="598678" y="7988"/>
                </a:cubicBezTo>
                <a:cubicBezTo>
                  <a:pt x="600524" y="6071"/>
                  <a:pt x="601837" y="3408"/>
                  <a:pt x="602618" y="0"/>
                </a:cubicBezTo>
                <a:lnTo>
                  <a:pt x="606346" y="0"/>
                </a:lnTo>
                <a:close/>
                <a:moveTo>
                  <a:pt x="682601" y="133551"/>
                </a:moveTo>
                <a:cubicBezTo>
                  <a:pt x="672590" y="141290"/>
                  <a:pt x="666307" y="145763"/>
                  <a:pt x="663751" y="146970"/>
                </a:cubicBezTo>
                <a:cubicBezTo>
                  <a:pt x="659917" y="148816"/>
                  <a:pt x="655834" y="149739"/>
                  <a:pt x="651503" y="149739"/>
                </a:cubicBezTo>
                <a:cubicBezTo>
                  <a:pt x="644758" y="149739"/>
                  <a:pt x="639202" y="147432"/>
                  <a:pt x="634836" y="142817"/>
                </a:cubicBezTo>
                <a:cubicBezTo>
                  <a:pt x="630469" y="138202"/>
                  <a:pt x="628286" y="132131"/>
                  <a:pt x="628286" y="124605"/>
                </a:cubicBezTo>
                <a:cubicBezTo>
                  <a:pt x="628286" y="119848"/>
                  <a:pt x="629351" y="115730"/>
                  <a:pt x="631481" y="112251"/>
                </a:cubicBezTo>
                <a:cubicBezTo>
                  <a:pt x="634392" y="107423"/>
                  <a:pt x="639451" y="102879"/>
                  <a:pt x="646657" y="98619"/>
                </a:cubicBezTo>
                <a:cubicBezTo>
                  <a:pt x="653864" y="94359"/>
                  <a:pt x="665845" y="89176"/>
                  <a:pt x="682601" y="83070"/>
                </a:cubicBezTo>
                <a:lnTo>
                  <a:pt x="682601" y="79236"/>
                </a:lnTo>
                <a:cubicBezTo>
                  <a:pt x="682601" y="69509"/>
                  <a:pt x="681057" y="62835"/>
                  <a:pt x="677969" y="59214"/>
                </a:cubicBezTo>
                <a:cubicBezTo>
                  <a:pt x="674880" y="55593"/>
                  <a:pt x="670389" y="53783"/>
                  <a:pt x="664496" y="53783"/>
                </a:cubicBezTo>
                <a:cubicBezTo>
                  <a:pt x="660023" y="53783"/>
                  <a:pt x="656473" y="54985"/>
                  <a:pt x="653846" y="57390"/>
                </a:cubicBezTo>
                <a:cubicBezTo>
                  <a:pt x="651148" y="59795"/>
                  <a:pt x="649799" y="62555"/>
                  <a:pt x="649799" y="65667"/>
                </a:cubicBezTo>
                <a:lnTo>
                  <a:pt x="650012" y="71821"/>
                </a:lnTo>
                <a:cubicBezTo>
                  <a:pt x="650012" y="75074"/>
                  <a:pt x="649178" y="77584"/>
                  <a:pt x="647509" y="79353"/>
                </a:cubicBezTo>
                <a:cubicBezTo>
                  <a:pt x="645841" y="81121"/>
                  <a:pt x="643658" y="82005"/>
                  <a:pt x="640960" y="82005"/>
                </a:cubicBezTo>
                <a:cubicBezTo>
                  <a:pt x="638333" y="82005"/>
                  <a:pt x="636185" y="81086"/>
                  <a:pt x="634516" y="79246"/>
                </a:cubicBezTo>
                <a:cubicBezTo>
                  <a:pt x="632848" y="77405"/>
                  <a:pt x="632014" y="74891"/>
                  <a:pt x="632014" y="71705"/>
                </a:cubicBezTo>
                <a:cubicBezTo>
                  <a:pt x="632014" y="65619"/>
                  <a:pt x="635138" y="60027"/>
                  <a:pt x="641386" y="54931"/>
                </a:cubicBezTo>
                <a:cubicBezTo>
                  <a:pt x="647634" y="49834"/>
                  <a:pt x="656402" y="47286"/>
                  <a:pt x="667691" y="47286"/>
                </a:cubicBezTo>
                <a:cubicBezTo>
                  <a:pt x="676353" y="47286"/>
                  <a:pt x="683453" y="48739"/>
                  <a:pt x="688991" y="51646"/>
                </a:cubicBezTo>
                <a:cubicBezTo>
                  <a:pt x="693180" y="53845"/>
                  <a:pt x="696269" y="57285"/>
                  <a:pt x="698257" y="61967"/>
                </a:cubicBezTo>
                <a:cubicBezTo>
                  <a:pt x="699535" y="65015"/>
                  <a:pt x="700174" y="71255"/>
                  <a:pt x="700174" y="80687"/>
                </a:cubicBezTo>
                <a:lnTo>
                  <a:pt x="700174" y="113769"/>
                </a:lnTo>
                <a:cubicBezTo>
                  <a:pt x="700174" y="123059"/>
                  <a:pt x="700351" y="128750"/>
                  <a:pt x="700706" y="130842"/>
                </a:cubicBezTo>
                <a:cubicBezTo>
                  <a:pt x="701061" y="132935"/>
                  <a:pt x="701647" y="134336"/>
                  <a:pt x="702464" y="135046"/>
                </a:cubicBezTo>
                <a:cubicBezTo>
                  <a:pt x="703280" y="135754"/>
                  <a:pt x="704221" y="136107"/>
                  <a:pt x="705286" y="136107"/>
                </a:cubicBezTo>
                <a:cubicBezTo>
                  <a:pt x="706422" y="136107"/>
                  <a:pt x="707416" y="135859"/>
                  <a:pt x="708268" y="135362"/>
                </a:cubicBezTo>
                <a:cubicBezTo>
                  <a:pt x="709759" y="134439"/>
                  <a:pt x="712634" y="131847"/>
                  <a:pt x="716894" y="127587"/>
                </a:cubicBezTo>
                <a:lnTo>
                  <a:pt x="716894" y="133551"/>
                </a:lnTo>
                <a:cubicBezTo>
                  <a:pt x="708942" y="144201"/>
                  <a:pt x="701345" y="149526"/>
                  <a:pt x="694103" y="149526"/>
                </a:cubicBezTo>
                <a:cubicBezTo>
                  <a:pt x="690624" y="149526"/>
                  <a:pt x="687855" y="148319"/>
                  <a:pt x="685796" y="145905"/>
                </a:cubicBezTo>
                <a:cubicBezTo>
                  <a:pt x="683737" y="143491"/>
                  <a:pt x="682672" y="139373"/>
                  <a:pt x="682601" y="133551"/>
                </a:cubicBezTo>
                <a:moveTo>
                  <a:pt x="682601" y="126569"/>
                </a:moveTo>
                <a:lnTo>
                  <a:pt x="682601" y="89567"/>
                </a:lnTo>
                <a:cubicBezTo>
                  <a:pt x="671880" y="93807"/>
                  <a:pt x="664958" y="96811"/>
                  <a:pt x="661834" y="98579"/>
                </a:cubicBezTo>
                <a:cubicBezTo>
                  <a:pt x="656225" y="101690"/>
                  <a:pt x="652213" y="104942"/>
                  <a:pt x="649799" y="108334"/>
                </a:cubicBezTo>
                <a:cubicBezTo>
                  <a:pt x="647385" y="111727"/>
                  <a:pt x="646178" y="115437"/>
                  <a:pt x="646178" y="119467"/>
                </a:cubicBezTo>
                <a:cubicBezTo>
                  <a:pt x="646178" y="124557"/>
                  <a:pt x="647705" y="128780"/>
                  <a:pt x="650758" y="132137"/>
                </a:cubicBezTo>
                <a:cubicBezTo>
                  <a:pt x="653811" y="135494"/>
                  <a:pt x="657325" y="137172"/>
                  <a:pt x="661301" y="137172"/>
                </a:cubicBezTo>
                <a:cubicBezTo>
                  <a:pt x="666697" y="137172"/>
                  <a:pt x="673797" y="133638"/>
                  <a:pt x="682601" y="126569"/>
                </a:cubicBezTo>
                <a:close/>
                <a:moveTo>
                  <a:pt x="809689" y="50055"/>
                </a:moveTo>
                <a:lnTo>
                  <a:pt x="809689" y="109163"/>
                </a:lnTo>
                <a:cubicBezTo>
                  <a:pt x="809689" y="120452"/>
                  <a:pt x="809956" y="127357"/>
                  <a:pt x="810488" y="129877"/>
                </a:cubicBezTo>
                <a:cubicBezTo>
                  <a:pt x="811021" y="132398"/>
                  <a:pt x="811873" y="134155"/>
                  <a:pt x="813044" y="135149"/>
                </a:cubicBezTo>
                <a:cubicBezTo>
                  <a:pt x="814216" y="136143"/>
                  <a:pt x="815582" y="136640"/>
                  <a:pt x="817144" y="136640"/>
                </a:cubicBezTo>
                <a:cubicBezTo>
                  <a:pt x="819345" y="136640"/>
                  <a:pt x="821830" y="136036"/>
                  <a:pt x="824599" y="134829"/>
                </a:cubicBezTo>
                <a:lnTo>
                  <a:pt x="826090" y="138557"/>
                </a:lnTo>
                <a:lnTo>
                  <a:pt x="796909" y="150591"/>
                </a:lnTo>
                <a:lnTo>
                  <a:pt x="792117" y="150591"/>
                </a:lnTo>
                <a:lnTo>
                  <a:pt x="792117" y="129930"/>
                </a:lnTo>
                <a:cubicBezTo>
                  <a:pt x="783739" y="139018"/>
                  <a:pt x="777349" y="144734"/>
                  <a:pt x="772947" y="147077"/>
                </a:cubicBezTo>
                <a:cubicBezTo>
                  <a:pt x="768545" y="149420"/>
                  <a:pt x="763894" y="150591"/>
                  <a:pt x="758995" y="150591"/>
                </a:cubicBezTo>
                <a:cubicBezTo>
                  <a:pt x="753528" y="150591"/>
                  <a:pt x="748789" y="149012"/>
                  <a:pt x="744777" y="145852"/>
                </a:cubicBezTo>
                <a:cubicBezTo>
                  <a:pt x="740766" y="142693"/>
                  <a:pt x="737979" y="138628"/>
                  <a:pt x="736417" y="133658"/>
                </a:cubicBezTo>
                <a:cubicBezTo>
                  <a:pt x="734855" y="128688"/>
                  <a:pt x="734074" y="121659"/>
                  <a:pt x="734074" y="112571"/>
                </a:cubicBezTo>
                <a:lnTo>
                  <a:pt x="734074" y="69012"/>
                </a:lnTo>
                <a:cubicBezTo>
                  <a:pt x="734074" y="64397"/>
                  <a:pt x="733577" y="61202"/>
                  <a:pt x="732583" y="59427"/>
                </a:cubicBezTo>
                <a:cubicBezTo>
                  <a:pt x="731589" y="57652"/>
                  <a:pt x="730116" y="56285"/>
                  <a:pt x="728163" y="55327"/>
                </a:cubicBezTo>
                <a:cubicBezTo>
                  <a:pt x="726211" y="54368"/>
                  <a:pt x="722678" y="53925"/>
                  <a:pt x="717566" y="53996"/>
                </a:cubicBezTo>
                <a:lnTo>
                  <a:pt x="717566" y="50055"/>
                </a:lnTo>
                <a:lnTo>
                  <a:pt x="751753" y="50055"/>
                </a:lnTo>
                <a:lnTo>
                  <a:pt x="751753" y="115180"/>
                </a:lnTo>
                <a:cubicBezTo>
                  <a:pt x="751753" y="124246"/>
                  <a:pt x="753333" y="130196"/>
                  <a:pt x="756492" y="133029"/>
                </a:cubicBezTo>
                <a:cubicBezTo>
                  <a:pt x="759652" y="135862"/>
                  <a:pt x="763468" y="137279"/>
                  <a:pt x="767941" y="137279"/>
                </a:cubicBezTo>
                <a:cubicBezTo>
                  <a:pt x="770994" y="137279"/>
                  <a:pt x="774455" y="136323"/>
                  <a:pt x="778325" y="134410"/>
                </a:cubicBezTo>
                <a:cubicBezTo>
                  <a:pt x="782194" y="132498"/>
                  <a:pt x="786792" y="128851"/>
                  <a:pt x="792117" y="123470"/>
                </a:cubicBezTo>
                <a:lnTo>
                  <a:pt x="792117" y="68337"/>
                </a:lnTo>
                <a:cubicBezTo>
                  <a:pt x="792117" y="62812"/>
                  <a:pt x="791105" y="59077"/>
                  <a:pt x="789081" y="57131"/>
                </a:cubicBezTo>
                <a:cubicBezTo>
                  <a:pt x="787058" y="55183"/>
                  <a:pt x="782851" y="54138"/>
                  <a:pt x="776461" y="53996"/>
                </a:cubicBezTo>
                <a:lnTo>
                  <a:pt x="776461" y="50055"/>
                </a:lnTo>
                <a:lnTo>
                  <a:pt x="809689" y="50055"/>
                </a:lnTo>
                <a:close/>
                <a:moveTo>
                  <a:pt x="896273" y="47286"/>
                </a:moveTo>
                <a:lnTo>
                  <a:pt x="896273" y="80301"/>
                </a:lnTo>
                <a:lnTo>
                  <a:pt x="892759" y="80301"/>
                </a:lnTo>
                <a:cubicBezTo>
                  <a:pt x="890061" y="69946"/>
                  <a:pt x="886599" y="62903"/>
                  <a:pt x="882375" y="59171"/>
                </a:cubicBezTo>
                <a:cubicBezTo>
                  <a:pt x="878150" y="55437"/>
                  <a:pt x="872772" y="53570"/>
                  <a:pt x="866240" y="53570"/>
                </a:cubicBezTo>
                <a:cubicBezTo>
                  <a:pt x="861270" y="53570"/>
                  <a:pt x="857258" y="54882"/>
                  <a:pt x="854205" y="57507"/>
                </a:cubicBezTo>
                <a:cubicBezTo>
                  <a:pt x="851152" y="60129"/>
                  <a:pt x="849626" y="63037"/>
                  <a:pt x="849626" y="66230"/>
                </a:cubicBezTo>
                <a:cubicBezTo>
                  <a:pt x="849626" y="70201"/>
                  <a:pt x="850762" y="73605"/>
                  <a:pt x="853034" y="76441"/>
                </a:cubicBezTo>
                <a:cubicBezTo>
                  <a:pt x="855235" y="79349"/>
                  <a:pt x="859708" y="82435"/>
                  <a:pt x="866453" y="85696"/>
                </a:cubicBezTo>
                <a:lnTo>
                  <a:pt x="882002" y="93251"/>
                </a:lnTo>
                <a:cubicBezTo>
                  <a:pt x="896415" y="100271"/>
                  <a:pt x="903622" y="109527"/>
                  <a:pt x="903622" y="121018"/>
                </a:cubicBezTo>
                <a:cubicBezTo>
                  <a:pt x="903622" y="129882"/>
                  <a:pt x="900267" y="137027"/>
                  <a:pt x="893557" y="142454"/>
                </a:cubicBezTo>
                <a:cubicBezTo>
                  <a:pt x="886848" y="147879"/>
                  <a:pt x="879339" y="150591"/>
                  <a:pt x="871032" y="150591"/>
                </a:cubicBezTo>
                <a:cubicBezTo>
                  <a:pt x="865068" y="150591"/>
                  <a:pt x="858252" y="149526"/>
                  <a:pt x="850584" y="147396"/>
                </a:cubicBezTo>
                <a:cubicBezTo>
                  <a:pt x="848241" y="146686"/>
                  <a:pt x="846324" y="146331"/>
                  <a:pt x="844833" y="146331"/>
                </a:cubicBezTo>
                <a:cubicBezTo>
                  <a:pt x="843200" y="146331"/>
                  <a:pt x="841922" y="147254"/>
                  <a:pt x="840999" y="149100"/>
                </a:cubicBezTo>
                <a:lnTo>
                  <a:pt x="837485" y="149100"/>
                </a:lnTo>
                <a:lnTo>
                  <a:pt x="837485" y="114168"/>
                </a:lnTo>
                <a:lnTo>
                  <a:pt x="840999" y="114168"/>
                </a:lnTo>
                <a:cubicBezTo>
                  <a:pt x="842987" y="124144"/>
                  <a:pt x="846786" y="131661"/>
                  <a:pt x="852395" y="136720"/>
                </a:cubicBezTo>
                <a:cubicBezTo>
                  <a:pt x="858004" y="141779"/>
                  <a:pt x="864287" y="144308"/>
                  <a:pt x="871245" y="144308"/>
                </a:cubicBezTo>
                <a:cubicBezTo>
                  <a:pt x="876144" y="144308"/>
                  <a:pt x="880138" y="142872"/>
                  <a:pt x="883227" y="140001"/>
                </a:cubicBezTo>
                <a:cubicBezTo>
                  <a:pt x="886315" y="137128"/>
                  <a:pt x="887860" y="133670"/>
                  <a:pt x="887860" y="129628"/>
                </a:cubicBezTo>
                <a:cubicBezTo>
                  <a:pt x="887860" y="124733"/>
                  <a:pt x="886138" y="120619"/>
                  <a:pt x="882694" y="117287"/>
                </a:cubicBezTo>
                <a:cubicBezTo>
                  <a:pt x="879251" y="113954"/>
                  <a:pt x="872381" y="109735"/>
                  <a:pt x="862086" y="104630"/>
                </a:cubicBezTo>
                <a:cubicBezTo>
                  <a:pt x="851791" y="99522"/>
                  <a:pt x="845046" y="94912"/>
                  <a:pt x="841851" y="90798"/>
                </a:cubicBezTo>
                <a:cubicBezTo>
                  <a:pt x="838656" y="86756"/>
                  <a:pt x="837059" y="81649"/>
                  <a:pt x="837059" y="75479"/>
                </a:cubicBezTo>
                <a:cubicBezTo>
                  <a:pt x="837059" y="67465"/>
                  <a:pt x="839810" y="60763"/>
                  <a:pt x="845313" y="55374"/>
                </a:cubicBezTo>
                <a:cubicBezTo>
                  <a:pt x="850815" y="49982"/>
                  <a:pt x="857933" y="47286"/>
                  <a:pt x="866666" y="47286"/>
                </a:cubicBezTo>
                <a:cubicBezTo>
                  <a:pt x="870500" y="47286"/>
                  <a:pt x="875150" y="48103"/>
                  <a:pt x="880617" y="49736"/>
                </a:cubicBezTo>
                <a:cubicBezTo>
                  <a:pt x="884239" y="50801"/>
                  <a:pt x="886653" y="51333"/>
                  <a:pt x="887860" y="51333"/>
                </a:cubicBezTo>
                <a:cubicBezTo>
                  <a:pt x="888996" y="51333"/>
                  <a:pt x="889883" y="51085"/>
                  <a:pt x="890522" y="50588"/>
                </a:cubicBezTo>
                <a:cubicBezTo>
                  <a:pt x="891161" y="50091"/>
                  <a:pt x="891907" y="48990"/>
                  <a:pt x="892759" y="47286"/>
                </a:cubicBezTo>
                <a:lnTo>
                  <a:pt x="896273" y="47286"/>
                </a:lnTo>
                <a:close/>
                <a:moveTo>
                  <a:pt x="934472" y="86904"/>
                </a:moveTo>
                <a:cubicBezTo>
                  <a:pt x="934401" y="101355"/>
                  <a:pt x="937916" y="112690"/>
                  <a:pt x="945016" y="120908"/>
                </a:cubicBezTo>
                <a:cubicBezTo>
                  <a:pt x="952116" y="129124"/>
                  <a:pt x="960458" y="133232"/>
                  <a:pt x="970043" y="133232"/>
                </a:cubicBezTo>
                <a:cubicBezTo>
                  <a:pt x="976433" y="133232"/>
                  <a:pt x="981989" y="131475"/>
                  <a:pt x="986711" y="127960"/>
                </a:cubicBezTo>
                <a:cubicBezTo>
                  <a:pt x="991432" y="124446"/>
                  <a:pt x="995390" y="118428"/>
                  <a:pt x="998585" y="109908"/>
                </a:cubicBezTo>
                <a:lnTo>
                  <a:pt x="1001887" y="112038"/>
                </a:lnTo>
                <a:cubicBezTo>
                  <a:pt x="1000396" y="121765"/>
                  <a:pt x="996065" y="130623"/>
                  <a:pt x="988894" y="138610"/>
                </a:cubicBezTo>
                <a:cubicBezTo>
                  <a:pt x="981723" y="146598"/>
                  <a:pt x="972741" y="150591"/>
                  <a:pt x="961949" y="150591"/>
                </a:cubicBezTo>
                <a:cubicBezTo>
                  <a:pt x="950234" y="150591"/>
                  <a:pt x="940205" y="146040"/>
                  <a:pt x="931863" y="136936"/>
                </a:cubicBezTo>
                <a:cubicBezTo>
                  <a:pt x="923520" y="127830"/>
                  <a:pt x="919349" y="115589"/>
                  <a:pt x="919349" y="100213"/>
                </a:cubicBezTo>
                <a:cubicBezTo>
                  <a:pt x="919349" y="83564"/>
                  <a:pt x="923627" y="70581"/>
                  <a:pt x="932182" y="61264"/>
                </a:cubicBezTo>
                <a:cubicBezTo>
                  <a:pt x="940738" y="51946"/>
                  <a:pt x="951477" y="47286"/>
                  <a:pt x="964399" y="47286"/>
                </a:cubicBezTo>
                <a:cubicBezTo>
                  <a:pt x="975333" y="47286"/>
                  <a:pt x="984314" y="50881"/>
                  <a:pt x="991343" y="58069"/>
                </a:cubicBezTo>
                <a:cubicBezTo>
                  <a:pt x="998372" y="65256"/>
                  <a:pt x="1001887" y="74868"/>
                  <a:pt x="1001887" y="86904"/>
                </a:cubicBezTo>
                <a:lnTo>
                  <a:pt x="934472" y="86904"/>
                </a:lnTo>
                <a:moveTo>
                  <a:pt x="934472" y="80727"/>
                </a:moveTo>
                <a:lnTo>
                  <a:pt x="979628" y="80727"/>
                </a:lnTo>
                <a:cubicBezTo>
                  <a:pt x="979273" y="74479"/>
                  <a:pt x="978528" y="70077"/>
                  <a:pt x="977392" y="67521"/>
                </a:cubicBezTo>
                <a:cubicBezTo>
                  <a:pt x="975617" y="63545"/>
                  <a:pt x="972972" y="60421"/>
                  <a:pt x="969458" y="58149"/>
                </a:cubicBezTo>
                <a:cubicBezTo>
                  <a:pt x="965943" y="55877"/>
                  <a:pt x="962269" y="54741"/>
                  <a:pt x="958435" y="54741"/>
                </a:cubicBezTo>
                <a:cubicBezTo>
                  <a:pt x="952542" y="54741"/>
                  <a:pt x="947270" y="57031"/>
                  <a:pt x="942619" y="61610"/>
                </a:cubicBezTo>
                <a:cubicBezTo>
                  <a:pt x="937969" y="66190"/>
                  <a:pt x="935253" y="72562"/>
                  <a:pt x="934472" y="807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Ranking">
            <a:extLst xmlns:a="http://schemas.openxmlformats.org/drawingml/2006/main">
              <a:ext uri="{FF2B5EF4-FFF2-40B4-BE49-F238E27FC236}">
                <a16:creationId xmlns:a16="http://schemas.microsoft.com/office/drawing/2014/main" id="{EAEFA7D1-86A1-4F58-B57B-921F4819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0162" y="1478205"/>
            <a:ext cx="731516" cy="198517"/>
          </a:xfrm>
          <a:custGeom xmlns:a="http://schemas.openxmlformats.org/drawingml/2006/main">
            <a:pathLst>
              <a:path w="731516" h="198517">
                <a:moveTo>
                  <a:pt x="143669" y="151443"/>
                </a:moveTo>
                <a:lnTo>
                  <a:pt x="105116" y="151443"/>
                </a:lnTo>
                <a:lnTo>
                  <a:pt x="56232" y="83709"/>
                </a:lnTo>
                <a:cubicBezTo>
                  <a:pt x="52611" y="83851"/>
                  <a:pt x="49665" y="83922"/>
                  <a:pt x="47393" y="83922"/>
                </a:cubicBezTo>
                <a:cubicBezTo>
                  <a:pt x="46470" y="83922"/>
                  <a:pt x="45476" y="83905"/>
                  <a:pt x="44411" y="83869"/>
                </a:cubicBezTo>
                <a:cubicBezTo>
                  <a:pt x="43346" y="83834"/>
                  <a:pt x="42245" y="83780"/>
                  <a:pt x="41109" y="83709"/>
                </a:cubicBezTo>
                <a:lnTo>
                  <a:pt x="41109" y="125810"/>
                </a:lnTo>
                <a:cubicBezTo>
                  <a:pt x="41109" y="134929"/>
                  <a:pt x="42103" y="140593"/>
                  <a:pt x="44091" y="142800"/>
                </a:cubicBezTo>
                <a:cubicBezTo>
                  <a:pt x="46789" y="145935"/>
                  <a:pt x="50836" y="147503"/>
                  <a:pt x="56232" y="147503"/>
                </a:cubicBezTo>
                <a:lnTo>
                  <a:pt x="61877" y="147503"/>
                </a:lnTo>
                <a:lnTo>
                  <a:pt x="61877" y="151443"/>
                </a:lnTo>
                <a:lnTo>
                  <a:pt x="0" y="151443"/>
                </a:lnTo>
                <a:lnTo>
                  <a:pt x="0" y="147503"/>
                </a:lnTo>
                <a:lnTo>
                  <a:pt x="5432" y="147503"/>
                </a:lnTo>
                <a:cubicBezTo>
                  <a:pt x="11538" y="147503"/>
                  <a:pt x="15904" y="145515"/>
                  <a:pt x="18531" y="141539"/>
                </a:cubicBezTo>
                <a:cubicBezTo>
                  <a:pt x="20022" y="139338"/>
                  <a:pt x="20768" y="134119"/>
                  <a:pt x="20768" y="125883"/>
                </a:cubicBezTo>
                <a:lnTo>
                  <a:pt x="20768" y="32589"/>
                </a:lnTo>
                <a:cubicBezTo>
                  <a:pt x="20768" y="23501"/>
                  <a:pt x="19774" y="17857"/>
                  <a:pt x="17786" y="15656"/>
                </a:cubicBezTo>
                <a:cubicBezTo>
                  <a:pt x="15017" y="12532"/>
                  <a:pt x="10899" y="10970"/>
                  <a:pt x="5432" y="10970"/>
                </a:cubicBezTo>
                <a:lnTo>
                  <a:pt x="0" y="10970"/>
                </a:lnTo>
                <a:lnTo>
                  <a:pt x="0" y="7029"/>
                </a:lnTo>
                <a:lnTo>
                  <a:pt x="52611" y="7029"/>
                </a:lnTo>
                <a:cubicBezTo>
                  <a:pt x="67947" y="7029"/>
                  <a:pt x="79254" y="8144"/>
                  <a:pt x="86532" y="10374"/>
                </a:cubicBezTo>
                <a:cubicBezTo>
                  <a:pt x="93809" y="12604"/>
                  <a:pt x="99986" y="16711"/>
                  <a:pt x="105063" y="22695"/>
                </a:cubicBezTo>
                <a:cubicBezTo>
                  <a:pt x="110139" y="28676"/>
                  <a:pt x="112677" y="35809"/>
                  <a:pt x="112677" y="44091"/>
                </a:cubicBezTo>
                <a:cubicBezTo>
                  <a:pt x="112677" y="52940"/>
                  <a:pt x="109784" y="60621"/>
                  <a:pt x="103998" y="67135"/>
                </a:cubicBezTo>
                <a:cubicBezTo>
                  <a:pt x="98211" y="73647"/>
                  <a:pt x="89247" y="78249"/>
                  <a:pt x="77106" y="80940"/>
                </a:cubicBezTo>
                <a:lnTo>
                  <a:pt x="106926" y="122502"/>
                </a:lnTo>
                <a:cubicBezTo>
                  <a:pt x="113742" y="132047"/>
                  <a:pt x="119600" y="138387"/>
                  <a:pt x="124499" y="141522"/>
                </a:cubicBezTo>
                <a:cubicBezTo>
                  <a:pt x="129398" y="144655"/>
                  <a:pt x="135788" y="146649"/>
                  <a:pt x="143669" y="147503"/>
                </a:cubicBezTo>
                <a:lnTo>
                  <a:pt x="143669" y="151443"/>
                </a:lnTo>
                <a:moveTo>
                  <a:pt x="41109" y="77213"/>
                </a:moveTo>
                <a:cubicBezTo>
                  <a:pt x="42458" y="77213"/>
                  <a:pt x="43630" y="77230"/>
                  <a:pt x="44624" y="77266"/>
                </a:cubicBezTo>
                <a:cubicBezTo>
                  <a:pt x="45618" y="77301"/>
                  <a:pt x="46434" y="77319"/>
                  <a:pt x="47073" y="77319"/>
                </a:cubicBezTo>
                <a:cubicBezTo>
                  <a:pt x="60847" y="77319"/>
                  <a:pt x="71231" y="74337"/>
                  <a:pt x="78225" y="68373"/>
                </a:cubicBezTo>
                <a:cubicBezTo>
                  <a:pt x="85218" y="62409"/>
                  <a:pt x="88715" y="54812"/>
                  <a:pt x="88715" y="45582"/>
                </a:cubicBezTo>
                <a:cubicBezTo>
                  <a:pt x="88715" y="36565"/>
                  <a:pt x="85893" y="29234"/>
                  <a:pt x="80248" y="23590"/>
                </a:cubicBezTo>
                <a:cubicBezTo>
                  <a:pt x="74603" y="17945"/>
                  <a:pt x="67131" y="15123"/>
                  <a:pt x="57830" y="15123"/>
                </a:cubicBezTo>
                <a:cubicBezTo>
                  <a:pt x="53712" y="15123"/>
                  <a:pt x="48138" y="15798"/>
                  <a:pt x="41109" y="17147"/>
                </a:cubicBezTo>
                <a:lnTo>
                  <a:pt x="41109" y="77213"/>
                </a:lnTo>
                <a:close/>
                <a:moveTo>
                  <a:pt x="203843" y="137385"/>
                </a:moveTo>
                <a:cubicBezTo>
                  <a:pt x="193832" y="145124"/>
                  <a:pt x="187548" y="149597"/>
                  <a:pt x="184992" y="150804"/>
                </a:cubicBezTo>
                <a:cubicBezTo>
                  <a:pt x="181158" y="152650"/>
                  <a:pt x="177076" y="153573"/>
                  <a:pt x="172745" y="153573"/>
                </a:cubicBezTo>
                <a:cubicBezTo>
                  <a:pt x="166000" y="153573"/>
                  <a:pt x="160444" y="151266"/>
                  <a:pt x="156078" y="146651"/>
                </a:cubicBezTo>
                <a:cubicBezTo>
                  <a:pt x="151711" y="142036"/>
                  <a:pt x="149528" y="135965"/>
                  <a:pt x="149528" y="128439"/>
                </a:cubicBezTo>
                <a:cubicBezTo>
                  <a:pt x="149528" y="123682"/>
                  <a:pt x="150593" y="119564"/>
                  <a:pt x="152723" y="116085"/>
                </a:cubicBezTo>
                <a:cubicBezTo>
                  <a:pt x="155634" y="111257"/>
                  <a:pt x="160693" y="106713"/>
                  <a:pt x="167899" y="102453"/>
                </a:cubicBezTo>
                <a:cubicBezTo>
                  <a:pt x="175106" y="98193"/>
                  <a:pt x="187087" y="93010"/>
                  <a:pt x="203843" y="86904"/>
                </a:cubicBezTo>
                <a:lnTo>
                  <a:pt x="203843" y="83070"/>
                </a:lnTo>
                <a:cubicBezTo>
                  <a:pt x="203843" y="73343"/>
                  <a:pt x="202299" y="66669"/>
                  <a:pt x="199210" y="63048"/>
                </a:cubicBezTo>
                <a:cubicBezTo>
                  <a:pt x="196122" y="59427"/>
                  <a:pt x="191631" y="57617"/>
                  <a:pt x="185738" y="57617"/>
                </a:cubicBezTo>
                <a:cubicBezTo>
                  <a:pt x="181265" y="57617"/>
                  <a:pt x="177715" y="58819"/>
                  <a:pt x="175088" y="61224"/>
                </a:cubicBezTo>
                <a:cubicBezTo>
                  <a:pt x="172390" y="63630"/>
                  <a:pt x="171041" y="66389"/>
                  <a:pt x="171041" y="69501"/>
                </a:cubicBezTo>
                <a:lnTo>
                  <a:pt x="171254" y="75655"/>
                </a:lnTo>
                <a:cubicBezTo>
                  <a:pt x="171254" y="78908"/>
                  <a:pt x="170420" y="81418"/>
                  <a:pt x="168751" y="83187"/>
                </a:cubicBezTo>
                <a:cubicBezTo>
                  <a:pt x="167083" y="84955"/>
                  <a:pt x="164899" y="85839"/>
                  <a:pt x="162201" y="85839"/>
                </a:cubicBezTo>
                <a:cubicBezTo>
                  <a:pt x="159574" y="85839"/>
                  <a:pt x="157427" y="84920"/>
                  <a:pt x="155758" y="83080"/>
                </a:cubicBezTo>
                <a:cubicBezTo>
                  <a:pt x="154090" y="81239"/>
                  <a:pt x="153255" y="78725"/>
                  <a:pt x="153255" y="75539"/>
                </a:cubicBezTo>
                <a:cubicBezTo>
                  <a:pt x="153255" y="69453"/>
                  <a:pt x="156379" y="63861"/>
                  <a:pt x="162627" y="58765"/>
                </a:cubicBezTo>
                <a:cubicBezTo>
                  <a:pt x="168875" y="53668"/>
                  <a:pt x="177644" y="51120"/>
                  <a:pt x="188933" y="51120"/>
                </a:cubicBezTo>
                <a:cubicBezTo>
                  <a:pt x="197595" y="51120"/>
                  <a:pt x="204695" y="52573"/>
                  <a:pt x="210233" y="55480"/>
                </a:cubicBezTo>
                <a:cubicBezTo>
                  <a:pt x="214422" y="57679"/>
                  <a:pt x="217510" y="61119"/>
                  <a:pt x="219498" y="65801"/>
                </a:cubicBezTo>
                <a:cubicBezTo>
                  <a:pt x="220776" y="68849"/>
                  <a:pt x="221416" y="75089"/>
                  <a:pt x="221416" y="84521"/>
                </a:cubicBezTo>
                <a:lnTo>
                  <a:pt x="221416" y="117603"/>
                </a:lnTo>
                <a:cubicBezTo>
                  <a:pt x="221416" y="126893"/>
                  <a:pt x="221593" y="132584"/>
                  <a:pt x="221948" y="134676"/>
                </a:cubicBezTo>
                <a:cubicBezTo>
                  <a:pt x="222303" y="136769"/>
                  <a:pt x="222889" y="138170"/>
                  <a:pt x="223705" y="138880"/>
                </a:cubicBezTo>
                <a:cubicBezTo>
                  <a:pt x="224522" y="139588"/>
                  <a:pt x="225463" y="139941"/>
                  <a:pt x="226528" y="139941"/>
                </a:cubicBezTo>
                <a:cubicBezTo>
                  <a:pt x="227664" y="139941"/>
                  <a:pt x="228658" y="139693"/>
                  <a:pt x="229510" y="139196"/>
                </a:cubicBezTo>
                <a:cubicBezTo>
                  <a:pt x="231001" y="138273"/>
                  <a:pt x="233876" y="135681"/>
                  <a:pt x="238136" y="131421"/>
                </a:cubicBezTo>
                <a:lnTo>
                  <a:pt x="238136" y="137385"/>
                </a:lnTo>
                <a:cubicBezTo>
                  <a:pt x="230184" y="148035"/>
                  <a:pt x="222587" y="153360"/>
                  <a:pt x="215345" y="153360"/>
                </a:cubicBezTo>
                <a:cubicBezTo>
                  <a:pt x="211866" y="153360"/>
                  <a:pt x="209097" y="152153"/>
                  <a:pt x="207038" y="149739"/>
                </a:cubicBezTo>
                <a:cubicBezTo>
                  <a:pt x="204979" y="147325"/>
                  <a:pt x="203914" y="143207"/>
                  <a:pt x="203843" y="137385"/>
                </a:cubicBezTo>
                <a:moveTo>
                  <a:pt x="203843" y="130403"/>
                </a:moveTo>
                <a:lnTo>
                  <a:pt x="203843" y="93401"/>
                </a:lnTo>
                <a:cubicBezTo>
                  <a:pt x="193122" y="97641"/>
                  <a:pt x="186199" y="100645"/>
                  <a:pt x="183075" y="102413"/>
                </a:cubicBezTo>
                <a:cubicBezTo>
                  <a:pt x="177466" y="105524"/>
                  <a:pt x="173455" y="108776"/>
                  <a:pt x="171041" y="112168"/>
                </a:cubicBezTo>
                <a:cubicBezTo>
                  <a:pt x="168627" y="115561"/>
                  <a:pt x="167420" y="119271"/>
                  <a:pt x="167420" y="123301"/>
                </a:cubicBezTo>
                <a:cubicBezTo>
                  <a:pt x="167420" y="128391"/>
                  <a:pt x="168946" y="132614"/>
                  <a:pt x="171999" y="135971"/>
                </a:cubicBezTo>
                <a:cubicBezTo>
                  <a:pt x="175052" y="139328"/>
                  <a:pt x="178567" y="141006"/>
                  <a:pt x="182543" y="141006"/>
                </a:cubicBezTo>
                <a:cubicBezTo>
                  <a:pt x="187939" y="141006"/>
                  <a:pt x="195039" y="137472"/>
                  <a:pt x="203843" y="130403"/>
                </a:cubicBezTo>
                <a:close/>
                <a:moveTo>
                  <a:pt x="273846" y="71781"/>
                </a:moveTo>
                <a:cubicBezTo>
                  <a:pt x="285277" y="58007"/>
                  <a:pt x="296176" y="51120"/>
                  <a:pt x="306542" y="51120"/>
                </a:cubicBezTo>
                <a:cubicBezTo>
                  <a:pt x="311867" y="51120"/>
                  <a:pt x="316446" y="52449"/>
                  <a:pt x="320280" y="55107"/>
                </a:cubicBezTo>
                <a:cubicBezTo>
                  <a:pt x="324114" y="57763"/>
                  <a:pt x="327167" y="62137"/>
                  <a:pt x="329439" y="68230"/>
                </a:cubicBezTo>
                <a:cubicBezTo>
                  <a:pt x="331001" y="72479"/>
                  <a:pt x="331782" y="78997"/>
                  <a:pt x="331782" y="87783"/>
                </a:cubicBezTo>
                <a:lnTo>
                  <a:pt x="331782" y="129331"/>
                </a:lnTo>
                <a:cubicBezTo>
                  <a:pt x="331782" y="135495"/>
                  <a:pt x="332279" y="139675"/>
                  <a:pt x="333273" y="141872"/>
                </a:cubicBezTo>
                <a:cubicBezTo>
                  <a:pt x="334054" y="143642"/>
                  <a:pt x="335315" y="145024"/>
                  <a:pt x="337054" y="146015"/>
                </a:cubicBezTo>
                <a:cubicBezTo>
                  <a:pt x="338794" y="147007"/>
                  <a:pt x="342006" y="147503"/>
                  <a:pt x="346692" y="147503"/>
                </a:cubicBezTo>
                <a:lnTo>
                  <a:pt x="346692" y="151443"/>
                </a:lnTo>
                <a:lnTo>
                  <a:pt x="298448" y="151443"/>
                </a:lnTo>
                <a:lnTo>
                  <a:pt x="298448" y="147503"/>
                </a:lnTo>
                <a:lnTo>
                  <a:pt x="300471" y="147503"/>
                </a:lnTo>
                <a:cubicBezTo>
                  <a:pt x="305015" y="147503"/>
                  <a:pt x="308192" y="146814"/>
                  <a:pt x="310003" y="145436"/>
                </a:cubicBezTo>
                <a:cubicBezTo>
                  <a:pt x="311813" y="144058"/>
                  <a:pt x="313074" y="142028"/>
                  <a:pt x="313784" y="139346"/>
                </a:cubicBezTo>
                <a:cubicBezTo>
                  <a:pt x="314068" y="138285"/>
                  <a:pt x="314210" y="134965"/>
                  <a:pt x="314210" y="129385"/>
                </a:cubicBezTo>
                <a:lnTo>
                  <a:pt x="314210" y="89650"/>
                </a:lnTo>
                <a:cubicBezTo>
                  <a:pt x="314210" y="80822"/>
                  <a:pt x="313056" y="74412"/>
                  <a:pt x="310748" y="70420"/>
                </a:cubicBezTo>
                <a:cubicBezTo>
                  <a:pt x="308441" y="66428"/>
                  <a:pt x="304554" y="64433"/>
                  <a:pt x="299087" y="64433"/>
                </a:cubicBezTo>
                <a:cubicBezTo>
                  <a:pt x="290638" y="64433"/>
                  <a:pt x="282224" y="69024"/>
                  <a:pt x="273846" y="78208"/>
                </a:cubicBezTo>
                <a:lnTo>
                  <a:pt x="273846" y="129385"/>
                </a:lnTo>
                <a:cubicBezTo>
                  <a:pt x="273846" y="135954"/>
                  <a:pt x="274237" y="140016"/>
                  <a:pt x="275018" y="141569"/>
                </a:cubicBezTo>
                <a:cubicBezTo>
                  <a:pt x="276012" y="143617"/>
                  <a:pt x="277378" y="145118"/>
                  <a:pt x="279118" y="146072"/>
                </a:cubicBezTo>
                <a:cubicBezTo>
                  <a:pt x="280857" y="147026"/>
                  <a:pt x="284390" y="147503"/>
                  <a:pt x="289715" y="147503"/>
                </a:cubicBezTo>
                <a:lnTo>
                  <a:pt x="289715" y="151443"/>
                </a:lnTo>
                <a:lnTo>
                  <a:pt x="241470" y="151443"/>
                </a:lnTo>
                <a:lnTo>
                  <a:pt x="241470" y="147503"/>
                </a:lnTo>
                <a:lnTo>
                  <a:pt x="243600" y="147503"/>
                </a:lnTo>
                <a:cubicBezTo>
                  <a:pt x="248570" y="147503"/>
                  <a:pt x="251925" y="146246"/>
                  <a:pt x="253664" y="143732"/>
                </a:cubicBezTo>
                <a:cubicBezTo>
                  <a:pt x="255404" y="141216"/>
                  <a:pt x="256274" y="136416"/>
                  <a:pt x="256274" y="129331"/>
                </a:cubicBezTo>
                <a:lnTo>
                  <a:pt x="256274" y="93201"/>
                </a:lnTo>
                <a:cubicBezTo>
                  <a:pt x="256274" y="81513"/>
                  <a:pt x="256007" y="74394"/>
                  <a:pt x="255475" y="71844"/>
                </a:cubicBezTo>
                <a:cubicBezTo>
                  <a:pt x="254942" y="69293"/>
                  <a:pt x="254126" y="67557"/>
                  <a:pt x="253025" y="66636"/>
                </a:cubicBezTo>
                <a:cubicBezTo>
                  <a:pt x="251925" y="65715"/>
                  <a:pt x="250452" y="65255"/>
                  <a:pt x="248606" y="65255"/>
                </a:cubicBezTo>
                <a:cubicBezTo>
                  <a:pt x="246618" y="65255"/>
                  <a:pt x="244239" y="65786"/>
                  <a:pt x="241470" y="66849"/>
                </a:cubicBezTo>
                <a:lnTo>
                  <a:pt x="239872" y="63022"/>
                </a:lnTo>
                <a:lnTo>
                  <a:pt x="269267" y="51120"/>
                </a:lnTo>
                <a:lnTo>
                  <a:pt x="273846" y="51120"/>
                </a:lnTo>
                <a:lnTo>
                  <a:pt x="273846" y="71781"/>
                </a:lnTo>
                <a:close/>
                <a:moveTo>
                  <a:pt x="383330" y="0"/>
                </a:moveTo>
                <a:lnTo>
                  <a:pt x="383330" y="97022"/>
                </a:lnTo>
                <a:lnTo>
                  <a:pt x="408145" y="74444"/>
                </a:lnTo>
                <a:cubicBezTo>
                  <a:pt x="413399" y="69616"/>
                  <a:pt x="416452" y="66563"/>
                  <a:pt x="417304" y="65285"/>
                </a:cubicBezTo>
                <a:cubicBezTo>
                  <a:pt x="417872" y="64433"/>
                  <a:pt x="418156" y="63581"/>
                  <a:pt x="418156" y="62729"/>
                </a:cubicBezTo>
                <a:cubicBezTo>
                  <a:pt x="418156" y="61309"/>
                  <a:pt x="417570" y="60084"/>
                  <a:pt x="416398" y="59054"/>
                </a:cubicBezTo>
                <a:cubicBezTo>
                  <a:pt x="415227" y="58025"/>
                  <a:pt x="413292" y="57439"/>
                  <a:pt x="410594" y="57297"/>
                </a:cubicBezTo>
                <a:lnTo>
                  <a:pt x="410594" y="53889"/>
                </a:lnTo>
                <a:lnTo>
                  <a:pt x="452981" y="53889"/>
                </a:lnTo>
                <a:lnTo>
                  <a:pt x="452981" y="57297"/>
                </a:lnTo>
                <a:cubicBezTo>
                  <a:pt x="447159" y="57439"/>
                  <a:pt x="442313" y="58327"/>
                  <a:pt x="438444" y="59960"/>
                </a:cubicBezTo>
                <a:cubicBezTo>
                  <a:pt x="434574" y="61593"/>
                  <a:pt x="430332" y="64504"/>
                  <a:pt x="425717" y="68693"/>
                </a:cubicBezTo>
                <a:lnTo>
                  <a:pt x="400690" y="91803"/>
                </a:lnTo>
                <a:lnTo>
                  <a:pt x="425717" y="123374"/>
                </a:lnTo>
                <a:cubicBezTo>
                  <a:pt x="432675" y="132089"/>
                  <a:pt x="437361" y="137616"/>
                  <a:pt x="439775" y="139955"/>
                </a:cubicBezTo>
                <a:cubicBezTo>
                  <a:pt x="443183" y="143285"/>
                  <a:pt x="446165" y="145447"/>
                  <a:pt x="448721" y="146441"/>
                </a:cubicBezTo>
                <a:cubicBezTo>
                  <a:pt x="450496" y="147149"/>
                  <a:pt x="453585" y="147503"/>
                  <a:pt x="457987" y="147503"/>
                </a:cubicBezTo>
                <a:lnTo>
                  <a:pt x="457987" y="151443"/>
                </a:lnTo>
                <a:lnTo>
                  <a:pt x="410594" y="151443"/>
                </a:lnTo>
                <a:lnTo>
                  <a:pt x="410594" y="147503"/>
                </a:lnTo>
                <a:cubicBezTo>
                  <a:pt x="413292" y="147432"/>
                  <a:pt x="415120" y="147025"/>
                  <a:pt x="416079" y="146282"/>
                </a:cubicBezTo>
                <a:cubicBezTo>
                  <a:pt x="417037" y="145536"/>
                  <a:pt x="417517" y="144491"/>
                  <a:pt x="417517" y="143146"/>
                </a:cubicBezTo>
                <a:cubicBezTo>
                  <a:pt x="417517" y="141516"/>
                  <a:pt x="416097" y="138894"/>
                  <a:pt x="413257" y="135282"/>
                </a:cubicBezTo>
                <a:lnTo>
                  <a:pt x="383330" y="97128"/>
                </a:lnTo>
                <a:lnTo>
                  <a:pt x="383330" y="129435"/>
                </a:lnTo>
                <a:cubicBezTo>
                  <a:pt x="383330" y="135740"/>
                  <a:pt x="383774" y="139886"/>
                  <a:pt x="384661" y="141872"/>
                </a:cubicBezTo>
                <a:cubicBezTo>
                  <a:pt x="385549" y="143855"/>
                  <a:pt x="386809" y="145272"/>
                  <a:pt x="388442" y="146122"/>
                </a:cubicBezTo>
                <a:cubicBezTo>
                  <a:pt x="390075" y="146972"/>
                  <a:pt x="393625" y="147432"/>
                  <a:pt x="399092" y="147503"/>
                </a:cubicBezTo>
                <a:lnTo>
                  <a:pt x="399092" y="151443"/>
                </a:lnTo>
                <a:lnTo>
                  <a:pt x="349463" y="151443"/>
                </a:lnTo>
                <a:lnTo>
                  <a:pt x="349463" y="147503"/>
                </a:lnTo>
                <a:cubicBezTo>
                  <a:pt x="354433" y="147503"/>
                  <a:pt x="358160" y="146899"/>
                  <a:pt x="360645" y="145692"/>
                </a:cubicBezTo>
                <a:cubicBezTo>
                  <a:pt x="362136" y="144914"/>
                  <a:pt x="363272" y="143708"/>
                  <a:pt x="364053" y="142075"/>
                </a:cubicBezTo>
                <a:cubicBezTo>
                  <a:pt x="365118" y="139734"/>
                  <a:pt x="365651" y="135690"/>
                  <a:pt x="365651" y="129944"/>
                </a:cubicBezTo>
                <a:lnTo>
                  <a:pt x="365651" y="41186"/>
                </a:lnTo>
                <a:cubicBezTo>
                  <a:pt x="365651" y="29906"/>
                  <a:pt x="365402" y="23006"/>
                  <a:pt x="364905" y="20488"/>
                </a:cubicBezTo>
                <a:cubicBezTo>
                  <a:pt x="364408" y="17968"/>
                  <a:pt x="363592" y="16229"/>
                  <a:pt x="362456" y="15273"/>
                </a:cubicBezTo>
                <a:cubicBezTo>
                  <a:pt x="361320" y="14314"/>
                  <a:pt x="359829" y="13835"/>
                  <a:pt x="357983" y="13835"/>
                </a:cubicBezTo>
                <a:cubicBezTo>
                  <a:pt x="356492" y="13835"/>
                  <a:pt x="354255" y="14439"/>
                  <a:pt x="351273" y="15646"/>
                </a:cubicBezTo>
                <a:lnTo>
                  <a:pt x="349463" y="11918"/>
                </a:lnTo>
                <a:lnTo>
                  <a:pt x="378431" y="0"/>
                </a:lnTo>
                <a:lnTo>
                  <a:pt x="383330" y="0"/>
                </a:lnTo>
                <a:close/>
                <a:moveTo>
                  <a:pt x="488338" y="0"/>
                </a:moveTo>
                <a:cubicBezTo>
                  <a:pt x="491320" y="0"/>
                  <a:pt x="493858" y="1053"/>
                  <a:pt x="495953" y="3158"/>
                </a:cubicBezTo>
                <a:cubicBezTo>
                  <a:pt x="498047" y="5262"/>
                  <a:pt x="499095" y="7812"/>
                  <a:pt x="499095" y="10810"/>
                </a:cubicBezTo>
                <a:cubicBezTo>
                  <a:pt x="499095" y="13807"/>
                  <a:pt x="498047" y="16377"/>
                  <a:pt x="495953" y="18518"/>
                </a:cubicBezTo>
                <a:cubicBezTo>
                  <a:pt x="493858" y="20657"/>
                  <a:pt x="491320" y="21726"/>
                  <a:pt x="488338" y="21726"/>
                </a:cubicBezTo>
                <a:cubicBezTo>
                  <a:pt x="485356" y="21726"/>
                  <a:pt x="482800" y="20657"/>
                  <a:pt x="480670" y="18518"/>
                </a:cubicBezTo>
                <a:cubicBezTo>
                  <a:pt x="478540" y="16377"/>
                  <a:pt x="477475" y="13807"/>
                  <a:pt x="477475" y="10810"/>
                </a:cubicBezTo>
                <a:cubicBezTo>
                  <a:pt x="477475" y="7812"/>
                  <a:pt x="478522" y="5262"/>
                  <a:pt x="480617" y="3158"/>
                </a:cubicBezTo>
                <a:cubicBezTo>
                  <a:pt x="482711" y="1053"/>
                  <a:pt x="485285" y="0"/>
                  <a:pt x="488338" y="0"/>
                </a:cubicBezTo>
                <a:moveTo>
                  <a:pt x="497178" y="51120"/>
                </a:moveTo>
                <a:lnTo>
                  <a:pt x="497178" y="129331"/>
                </a:lnTo>
                <a:cubicBezTo>
                  <a:pt x="497178" y="135424"/>
                  <a:pt x="497621" y="139480"/>
                  <a:pt x="498509" y="141499"/>
                </a:cubicBezTo>
                <a:cubicBezTo>
                  <a:pt x="499396" y="143518"/>
                  <a:pt x="500710" y="145024"/>
                  <a:pt x="502449" y="146015"/>
                </a:cubicBezTo>
                <a:cubicBezTo>
                  <a:pt x="504189" y="147007"/>
                  <a:pt x="507366" y="147503"/>
                  <a:pt x="511981" y="147503"/>
                </a:cubicBezTo>
                <a:lnTo>
                  <a:pt x="511981" y="151443"/>
                </a:lnTo>
                <a:lnTo>
                  <a:pt x="464588" y="151443"/>
                </a:lnTo>
                <a:lnTo>
                  <a:pt x="464588" y="147503"/>
                </a:lnTo>
                <a:cubicBezTo>
                  <a:pt x="469346" y="147503"/>
                  <a:pt x="472541" y="147043"/>
                  <a:pt x="474174" y="146122"/>
                </a:cubicBezTo>
                <a:cubicBezTo>
                  <a:pt x="475807" y="145201"/>
                  <a:pt x="477102" y="143678"/>
                  <a:pt x="478061" y="141552"/>
                </a:cubicBezTo>
                <a:cubicBezTo>
                  <a:pt x="479019" y="139427"/>
                  <a:pt x="479499" y="135353"/>
                  <a:pt x="479499" y="129331"/>
                </a:cubicBezTo>
                <a:lnTo>
                  <a:pt x="479499" y="91820"/>
                </a:lnTo>
                <a:cubicBezTo>
                  <a:pt x="479499" y="81263"/>
                  <a:pt x="479179" y="74427"/>
                  <a:pt x="478540" y="71312"/>
                </a:cubicBezTo>
                <a:cubicBezTo>
                  <a:pt x="478043" y="69044"/>
                  <a:pt x="477262" y="67468"/>
                  <a:pt x="476197" y="66583"/>
                </a:cubicBezTo>
                <a:cubicBezTo>
                  <a:pt x="475132" y="65697"/>
                  <a:pt x="473677" y="65255"/>
                  <a:pt x="471831" y="65255"/>
                </a:cubicBezTo>
                <a:cubicBezTo>
                  <a:pt x="469843" y="65255"/>
                  <a:pt x="467428" y="65786"/>
                  <a:pt x="464588" y="66849"/>
                </a:cubicBezTo>
                <a:lnTo>
                  <a:pt x="463097" y="63022"/>
                </a:lnTo>
                <a:lnTo>
                  <a:pt x="492492" y="51120"/>
                </a:lnTo>
                <a:lnTo>
                  <a:pt x="497178" y="51120"/>
                </a:lnTo>
                <a:close/>
                <a:moveTo>
                  <a:pt x="552595" y="71781"/>
                </a:moveTo>
                <a:cubicBezTo>
                  <a:pt x="564026" y="58007"/>
                  <a:pt x="574925" y="51120"/>
                  <a:pt x="585291" y="51120"/>
                </a:cubicBezTo>
                <a:cubicBezTo>
                  <a:pt x="590616" y="51120"/>
                  <a:pt x="595195" y="52449"/>
                  <a:pt x="599029" y="55107"/>
                </a:cubicBezTo>
                <a:cubicBezTo>
                  <a:pt x="602863" y="57763"/>
                  <a:pt x="605916" y="62137"/>
                  <a:pt x="608188" y="68230"/>
                </a:cubicBezTo>
                <a:cubicBezTo>
                  <a:pt x="609750" y="72479"/>
                  <a:pt x="610531" y="78997"/>
                  <a:pt x="610531" y="87783"/>
                </a:cubicBezTo>
                <a:lnTo>
                  <a:pt x="610531" y="129331"/>
                </a:lnTo>
                <a:cubicBezTo>
                  <a:pt x="610531" y="135495"/>
                  <a:pt x="611028" y="139675"/>
                  <a:pt x="612022" y="141872"/>
                </a:cubicBezTo>
                <a:cubicBezTo>
                  <a:pt x="612803" y="143642"/>
                  <a:pt x="614064" y="145024"/>
                  <a:pt x="615803" y="146015"/>
                </a:cubicBezTo>
                <a:cubicBezTo>
                  <a:pt x="617543" y="147007"/>
                  <a:pt x="620755" y="147503"/>
                  <a:pt x="625441" y="147503"/>
                </a:cubicBezTo>
                <a:lnTo>
                  <a:pt x="625441" y="151443"/>
                </a:lnTo>
                <a:lnTo>
                  <a:pt x="577197" y="151443"/>
                </a:lnTo>
                <a:lnTo>
                  <a:pt x="577197" y="147503"/>
                </a:lnTo>
                <a:lnTo>
                  <a:pt x="579220" y="147503"/>
                </a:lnTo>
                <a:cubicBezTo>
                  <a:pt x="583764" y="147503"/>
                  <a:pt x="586942" y="146814"/>
                  <a:pt x="588752" y="145436"/>
                </a:cubicBezTo>
                <a:cubicBezTo>
                  <a:pt x="590563" y="144058"/>
                  <a:pt x="591823" y="142028"/>
                  <a:pt x="592533" y="139346"/>
                </a:cubicBezTo>
                <a:cubicBezTo>
                  <a:pt x="592817" y="138285"/>
                  <a:pt x="592959" y="134965"/>
                  <a:pt x="592959" y="129385"/>
                </a:cubicBezTo>
                <a:lnTo>
                  <a:pt x="592959" y="89650"/>
                </a:lnTo>
                <a:cubicBezTo>
                  <a:pt x="592959" y="80822"/>
                  <a:pt x="591805" y="74412"/>
                  <a:pt x="589498" y="70420"/>
                </a:cubicBezTo>
                <a:cubicBezTo>
                  <a:pt x="587190" y="66428"/>
                  <a:pt x="583303" y="64433"/>
                  <a:pt x="577836" y="64433"/>
                </a:cubicBezTo>
                <a:cubicBezTo>
                  <a:pt x="569387" y="64433"/>
                  <a:pt x="560973" y="69024"/>
                  <a:pt x="552595" y="78208"/>
                </a:cubicBezTo>
                <a:lnTo>
                  <a:pt x="552595" y="129385"/>
                </a:lnTo>
                <a:cubicBezTo>
                  <a:pt x="552595" y="135954"/>
                  <a:pt x="552986" y="140016"/>
                  <a:pt x="553767" y="141569"/>
                </a:cubicBezTo>
                <a:cubicBezTo>
                  <a:pt x="554761" y="143617"/>
                  <a:pt x="556127" y="145118"/>
                  <a:pt x="557867" y="146072"/>
                </a:cubicBezTo>
                <a:cubicBezTo>
                  <a:pt x="559607" y="147026"/>
                  <a:pt x="563139" y="147503"/>
                  <a:pt x="568464" y="147503"/>
                </a:cubicBezTo>
                <a:lnTo>
                  <a:pt x="568464" y="151443"/>
                </a:lnTo>
                <a:lnTo>
                  <a:pt x="520219" y="151443"/>
                </a:lnTo>
                <a:lnTo>
                  <a:pt x="520219" y="147503"/>
                </a:lnTo>
                <a:lnTo>
                  <a:pt x="522349" y="147503"/>
                </a:lnTo>
                <a:cubicBezTo>
                  <a:pt x="527319" y="147503"/>
                  <a:pt x="530674" y="146246"/>
                  <a:pt x="532413" y="143732"/>
                </a:cubicBezTo>
                <a:cubicBezTo>
                  <a:pt x="534153" y="141216"/>
                  <a:pt x="535023" y="136416"/>
                  <a:pt x="535023" y="129331"/>
                </a:cubicBezTo>
                <a:lnTo>
                  <a:pt x="535023" y="93201"/>
                </a:lnTo>
                <a:cubicBezTo>
                  <a:pt x="535023" y="81513"/>
                  <a:pt x="534756" y="74394"/>
                  <a:pt x="534224" y="71844"/>
                </a:cubicBezTo>
                <a:cubicBezTo>
                  <a:pt x="533691" y="69293"/>
                  <a:pt x="532875" y="67557"/>
                  <a:pt x="531774" y="66636"/>
                </a:cubicBezTo>
                <a:cubicBezTo>
                  <a:pt x="530674" y="65715"/>
                  <a:pt x="529201" y="65255"/>
                  <a:pt x="527355" y="65255"/>
                </a:cubicBezTo>
                <a:cubicBezTo>
                  <a:pt x="525367" y="65255"/>
                  <a:pt x="522988" y="65786"/>
                  <a:pt x="520219" y="66849"/>
                </a:cubicBezTo>
                <a:lnTo>
                  <a:pt x="518622" y="63022"/>
                </a:lnTo>
                <a:lnTo>
                  <a:pt x="548016" y="51120"/>
                </a:lnTo>
                <a:lnTo>
                  <a:pt x="552595" y="51120"/>
                </a:lnTo>
                <a:lnTo>
                  <a:pt x="552595" y="71781"/>
                </a:lnTo>
                <a:close/>
                <a:moveTo>
                  <a:pt x="659308" y="115896"/>
                </a:moveTo>
                <a:cubicBezTo>
                  <a:pt x="653344" y="112989"/>
                  <a:pt x="648765" y="108930"/>
                  <a:pt x="645570" y="103718"/>
                </a:cubicBezTo>
                <a:cubicBezTo>
                  <a:pt x="642375" y="98506"/>
                  <a:pt x="640777" y="92744"/>
                  <a:pt x="640777" y="86432"/>
                </a:cubicBezTo>
                <a:cubicBezTo>
                  <a:pt x="640777" y="76789"/>
                  <a:pt x="644416" y="68493"/>
                  <a:pt x="651694" y="61544"/>
                </a:cubicBezTo>
                <a:cubicBezTo>
                  <a:pt x="658971" y="54595"/>
                  <a:pt x="668290" y="51120"/>
                  <a:pt x="679650" y="51120"/>
                </a:cubicBezTo>
                <a:cubicBezTo>
                  <a:pt x="688951" y="51120"/>
                  <a:pt x="697010" y="53392"/>
                  <a:pt x="703826" y="57936"/>
                </a:cubicBezTo>
                <a:lnTo>
                  <a:pt x="724487" y="57936"/>
                </a:lnTo>
                <a:cubicBezTo>
                  <a:pt x="727540" y="57936"/>
                  <a:pt x="729315" y="58024"/>
                  <a:pt x="729812" y="58199"/>
                </a:cubicBezTo>
                <a:cubicBezTo>
                  <a:pt x="730309" y="58374"/>
                  <a:pt x="730664" y="58673"/>
                  <a:pt x="730877" y="59094"/>
                </a:cubicBezTo>
                <a:cubicBezTo>
                  <a:pt x="731303" y="59727"/>
                  <a:pt x="731516" y="60851"/>
                  <a:pt x="731516" y="62466"/>
                </a:cubicBezTo>
                <a:cubicBezTo>
                  <a:pt x="731516" y="64290"/>
                  <a:pt x="731338" y="65553"/>
                  <a:pt x="730983" y="66257"/>
                </a:cubicBezTo>
                <a:cubicBezTo>
                  <a:pt x="730770" y="66607"/>
                  <a:pt x="730397" y="66888"/>
                  <a:pt x="729865" y="67099"/>
                </a:cubicBezTo>
                <a:cubicBezTo>
                  <a:pt x="729332" y="67309"/>
                  <a:pt x="727540" y="67415"/>
                  <a:pt x="724487" y="67415"/>
                </a:cubicBezTo>
                <a:lnTo>
                  <a:pt x="711813" y="67415"/>
                </a:lnTo>
                <a:cubicBezTo>
                  <a:pt x="715789" y="72538"/>
                  <a:pt x="717777" y="79083"/>
                  <a:pt x="717777" y="87051"/>
                </a:cubicBezTo>
                <a:cubicBezTo>
                  <a:pt x="717777" y="96156"/>
                  <a:pt x="714298" y="103947"/>
                  <a:pt x="707340" y="110421"/>
                </a:cubicBezTo>
                <a:cubicBezTo>
                  <a:pt x="700382" y="116895"/>
                  <a:pt x="691046" y="120132"/>
                  <a:pt x="679330" y="120132"/>
                </a:cubicBezTo>
                <a:cubicBezTo>
                  <a:pt x="674502" y="120132"/>
                  <a:pt x="669568" y="119408"/>
                  <a:pt x="664527" y="117959"/>
                </a:cubicBezTo>
                <a:cubicBezTo>
                  <a:pt x="661403" y="120655"/>
                  <a:pt x="659291" y="123015"/>
                  <a:pt x="658190" y="125038"/>
                </a:cubicBezTo>
                <a:cubicBezTo>
                  <a:pt x="657090" y="127059"/>
                  <a:pt x="656539" y="128779"/>
                  <a:pt x="656539" y="130197"/>
                </a:cubicBezTo>
                <a:cubicBezTo>
                  <a:pt x="656539" y="131404"/>
                  <a:pt x="657125" y="132575"/>
                  <a:pt x="658297" y="133711"/>
                </a:cubicBezTo>
                <a:cubicBezTo>
                  <a:pt x="659468" y="134845"/>
                  <a:pt x="661758" y="135660"/>
                  <a:pt x="665166" y="136157"/>
                </a:cubicBezTo>
                <a:cubicBezTo>
                  <a:pt x="667154" y="136441"/>
                  <a:pt x="672124" y="136690"/>
                  <a:pt x="680076" y="136903"/>
                </a:cubicBezTo>
                <a:cubicBezTo>
                  <a:pt x="694702" y="137256"/>
                  <a:pt x="704181" y="137752"/>
                  <a:pt x="708512" y="138391"/>
                </a:cubicBezTo>
                <a:cubicBezTo>
                  <a:pt x="715115" y="139314"/>
                  <a:pt x="720386" y="141762"/>
                  <a:pt x="724327" y="145736"/>
                </a:cubicBezTo>
                <a:cubicBezTo>
                  <a:pt x="728267" y="149707"/>
                  <a:pt x="730238" y="154602"/>
                  <a:pt x="730238" y="160419"/>
                </a:cubicBezTo>
                <a:cubicBezTo>
                  <a:pt x="730238" y="168436"/>
                  <a:pt x="726475" y="175956"/>
                  <a:pt x="718949" y="182981"/>
                </a:cubicBezTo>
                <a:cubicBezTo>
                  <a:pt x="707873" y="193338"/>
                  <a:pt x="693424" y="198517"/>
                  <a:pt x="675603" y="198517"/>
                </a:cubicBezTo>
                <a:cubicBezTo>
                  <a:pt x="661900" y="198517"/>
                  <a:pt x="650327" y="195433"/>
                  <a:pt x="640884" y="189264"/>
                </a:cubicBezTo>
                <a:cubicBezTo>
                  <a:pt x="635559" y="185719"/>
                  <a:pt x="632896" y="182031"/>
                  <a:pt x="632896" y="178202"/>
                </a:cubicBezTo>
                <a:cubicBezTo>
                  <a:pt x="632896" y="176502"/>
                  <a:pt x="633287" y="174801"/>
                  <a:pt x="634068" y="173100"/>
                </a:cubicBezTo>
                <a:cubicBezTo>
                  <a:pt x="635275" y="170475"/>
                  <a:pt x="637760" y="166823"/>
                  <a:pt x="641523" y="162143"/>
                </a:cubicBezTo>
                <a:cubicBezTo>
                  <a:pt x="642020" y="161507"/>
                  <a:pt x="645641" y="157678"/>
                  <a:pt x="652386" y="150658"/>
                </a:cubicBezTo>
                <a:cubicBezTo>
                  <a:pt x="648694" y="148455"/>
                  <a:pt x="646085" y="146482"/>
                  <a:pt x="644558" y="144741"/>
                </a:cubicBezTo>
                <a:cubicBezTo>
                  <a:pt x="643032" y="142999"/>
                  <a:pt x="642268" y="141026"/>
                  <a:pt x="642268" y="138823"/>
                </a:cubicBezTo>
                <a:cubicBezTo>
                  <a:pt x="642268" y="136334"/>
                  <a:pt x="643280" y="133418"/>
                  <a:pt x="645304" y="130077"/>
                </a:cubicBezTo>
                <a:cubicBezTo>
                  <a:pt x="647327" y="126735"/>
                  <a:pt x="651995" y="122008"/>
                  <a:pt x="659308" y="115896"/>
                </a:cubicBezTo>
                <a:moveTo>
                  <a:pt x="677839" y="56445"/>
                </a:moveTo>
                <a:cubicBezTo>
                  <a:pt x="672585" y="56445"/>
                  <a:pt x="668183" y="58529"/>
                  <a:pt x="664633" y="62695"/>
                </a:cubicBezTo>
                <a:cubicBezTo>
                  <a:pt x="661083" y="66860"/>
                  <a:pt x="659308" y="73250"/>
                  <a:pt x="659308" y="81865"/>
                </a:cubicBezTo>
                <a:cubicBezTo>
                  <a:pt x="659308" y="93024"/>
                  <a:pt x="661722" y="101673"/>
                  <a:pt x="666550" y="107815"/>
                </a:cubicBezTo>
                <a:cubicBezTo>
                  <a:pt x="670242" y="112477"/>
                  <a:pt x="674928" y="114807"/>
                  <a:pt x="680608" y="114807"/>
                </a:cubicBezTo>
                <a:cubicBezTo>
                  <a:pt x="686005" y="114807"/>
                  <a:pt x="690442" y="112795"/>
                  <a:pt x="693921" y="108770"/>
                </a:cubicBezTo>
                <a:cubicBezTo>
                  <a:pt x="697400" y="104745"/>
                  <a:pt x="699140" y="98425"/>
                  <a:pt x="699140" y="89810"/>
                </a:cubicBezTo>
                <a:cubicBezTo>
                  <a:pt x="699140" y="78583"/>
                  <a:pt x="696690" y="69791"/>
                  <a:pt x="691791" y="63434"/>
                </a:cubicBezTo>
                <a:cubicBezTo>
                  <a:pt x="688170" y="58775"/>
                  <a:pt x="683519" y="56445"/>
                  <a:pt x="677839" y="56445"/>
                </a:cubicBezTo>
                <a:moveTo>
                  <a:pt x="658243" y="151507"/>
                </a:moveTo>
                <a:cubicBezTo>
                  <a:pt x="654906" y="155121"/>
                  <a:pt x="652386" y="158487"/>
                  <a:pt x="650682" y="161604"/>
                </a:cubicBezTo>
                <a:cubicBezTo>
                  <a:pt x="648978" y="164724"/>
                  <a:pt x="648126" y="167595"/>
                  <a:pt x="648126" y="170217"/>
                </a:cubicBezTo>
                <a:cubicBezTo>
                  <a:pt x="648126" y="173619"/>
                  <a:pt x="650185" y="176595"/>
                  <a:pt x="654303" y="179147"/>
                </a:cubicBezTo>
                <a:cubicBezTo>
                  <a:pt x="661403" y="183540"/>
                  <a:pt x="671662" y="185737"/>
                  <a:pt x="685082" y="185737"/>
                </a:cubicBezTo>
                <a:cubicBezTo>
                  <a:pt x="697862" y="185737"/>
                  <a:pt x="707287" y="183486"/>
                  <a:pt x="713357" y="178984"/>
                </a:cubicBezTo>
                <a:cubicBezTo>
                  <a:pt x="719428" y="174484"/>
                  <a:pt x="722463" y="169684"/>
                  <a:pt x="722463" y="164583"/>
                </a:cubicBezTo>
                <a:cubicBezTo>
                  <a:pt x="722463" y="160898"/>
                  <a:pt x="720653" y="158275"/>
                  <a:pt x="717032" y="156715"/>
                </a:cubicBezTo>
                <a:cubicBezTo>
                  <a:pt x="713340" y="155155"/>
                  <a:pt x="706027" y="154235"/>
                  <a:pt x="695093" y="153953"/>
                </a:cubicBezTo>
                <a:cubicBezTo>
                  <a:pt x="679117" y="153527"/>
                  <a:pt x="666834" y="152711"/>
                  <a:pt x="658243" y="1515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Rank">
            <a:extLst xmlns:a="http://schemas.openxmlformats.org/drawingml/2006/main">
              <a:ext uri="{FF2B5EF4-FFF2-40B4-BE49-F238E27FC236}">
                <a16:creationId xmlns:a16="http://schemas.microsoft.com/office/drawing/2014/main" id="{5C2EEDDB-8428-41DA-AAFB-811418AD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7776" y="1204719"/>
            <a:ext cx="457986" cy="153573"/>
          </a:xfrm>
          <a:custGeom xmlns:a="http://schemas.openxmlformats.org/drawingml/2006/main">
            <a:pathLst>
              <a:path w="457986" h="153573">
                <a:moveTo>
                  <a:pt x="143669" y="151443"/>
                </a:moveTo>
                <a:lnTo>
                  <a:pt x="105116" y="151443"/>
                </a:lnTo>
                <a:lnTo>
                  <a:pt x="56232" y="83709"/>
                </a:lnTo>
                <a:cubicBezTo>
                  <a:pt x="52611" y="83851"/>
                  <a:pt x="49665" y="83922"/>
                  <a:pt x="47393" y="83922"/>
                </a:cubicBezTo>
                <a:cubicBezTo>
                  <a:pt x="46470" y="83922"/>
                  <a:pt x="45476" y="83905"/>
                  <a:pt x="44411" y="83869"/>
                </a:cubicBezTo>
                <a:cubicBezTo>
                  <a:pt x="43346" y="83834"/>
                  <a:pt x="42245" y="83780"/>
                  <a:pt x="41109" y="83709"/>
                </a:cubicBezTo>
                <a:lnTo>
                  <a:pt x="41109" y="125810"/>
                </a:lnTo>
                <a:cubicBezTo>
                  <a:pt x="41109" y="134929"/>
                  <a:pt x="42103" y="140593"/>
                  <a:pt x="44091" y="142800"/>
                </a:cubicBezTo>
                <a:cubicBezTo>
                  <a:pt x="46789" y="145935"/>
                  <a:pt x="50836" y="147503"/>
                  <a:pt x="56232" y="147503"/>
                </a:cubicBezTo>
                <a:lnTo>
                  <a:pt x="61877" y="147503"/>
                </a:lnTo>
                <a:lnTo>
                  <a:pt x="61877" y="151443"/>
                </a:lnTo>
                <a:lnTo>
                  <a:pt x="0" y="151443"/>
                </a:lnTo>
                <a:lnTo>
                  <a:pt x="0" y="147503"/>
                </a:lnTo>
                <a:lnTo>
                  <a:pt x="5432" y="147503"/>
                </a:lnTo>
                <a:cubicBezTo>
                  <a:pt x="11538" y="147503"/>
                  <a:pt x="15904" y="145515"/>
                  <a:pt x="18531" y="141539"/>
                </a:cubicBezTo>
                <a:cubicBezTo>
                  <a:pt x="20022" y="139338"/>
                  <a:pt x="20768" y="134119"/>
                  <a:pt x="20768" y="125883"/>
                </a:cubicBezTo>
                <a:lnTo>
                  <a:pt x="20768" y="32589"/>
                </a:lnTo>
                <a:cubicBezTo>
                  <a:pt x="20768" y="23501"/>
                  <a:pt x="19774" y="17857"/>
                  <a:pt x="17786" y="15656"/>
                </a:cubicBezTo>
                <a:cubicBezTo>
                  <a:pt x="15017" y="12532"/>
                  <a:pt x="10899" y="10970"/>
                  <a:pt x="5432" y="10970"/>
                </a:cubicBezTo>
                <a:lnTo>
                  <a:pt x="0" y="10970"/>
                </a:lnTo>
                <a:lnTo>
                  <a:pt x="0" y="7029"/>
                </a:lnTo>
                <a:lnTo>
                  <a:pt x="52611" y="7029"/>
                </a:lnTo>
                <a:cubicBezTo>
                  <a:pt x="67947" y="7029"/>
                  <a:pt x="79254" y="8144"/>
                  <a:pt x="86532" y="10374"/>
                </a:cubicBezTo>
                <a:cubicBezTo>
                  <a:pt x="93809" y="12604"/>
                  <a:pt x="99986" y="16711"/>
                  <a:pt x="105063" y="22695"/>
                </a:cubicBezTo>
                <a:cubicBezTo>
                  <a:pt x="110139" y="28676"/>
                  <a:pt x="112677" y="35809"/>
                  <a:pt x="112677" y="44091"/>
                </a:cubicBezTo>
                <a:cubicBezTo>
                  <a:pt x="112677" y="52940"/>
                  <a:pt x="109784" y="60621"/>
                  <a:pt x="103998" y="67135"/>
                </a:cubicBezTo>
                <a:cubicBezTo>
                  <a:pt x="98211" y="73647"/>
                  <a:pt x="89247" y="78249"/>
                  <a:pt x="77106" y="80940"/>
                </a:cubicBezTo>
                <a:lnTo>
                  <a:pt x="106926" y="122502"/>
                </a:lnTo>
                <a:cubicBezTo>
                  <a:pt x="113742" y="132047"/>
                  <a:pt x="119600" y="138387"/>
                  <a:pt x="124499" y="141522"/>
                </a:cubicBezTo>
                <a:cubicBezTo>
                  <a:pt x="129398" y="144655"/>
                  <a:pt x="135788" y="146649"/>
                  <a:pt x="143669" y="147503"/>
                </a:cubicBezTo>
                <a:lnTo>
                  <a:pt x="143669" y="151443"/>
                </a:lnTo>
                <a:moveTo>
                  <a:pt x="41109" y="77213"/>
                </a:moveTo>
                <a:cubicBezTo>
                  <a:pt x="42458" y="77213"/>
                  <a:pt x="43630" y="77230"/>
                  <a:pt x="44624" y="77266"/>
                </a:cubicBezTo>
                <a:cubicBezTo>
                  <a:pt x="45618" y="77301"/>
                  <a:pt x="46434" y="77319"/>
                  <a:pt x="47073" y="77319"/>
                </a:cubicBezTo>
                <a:cubicBezTo>
                  <a:pt x="60847" y="77319"/>
                  <a:pt x="71231" y="74337"/>
                  <a:pt x="78225" y="68373"/>
                </a:cubicBezTo>
                <a:cubicBezTo>
                  <a:pt x="85218" y="62409"/>
                  <a:pt x="88715" y="54812"/>
                  <a:pt x="88715" y="45582"/>
                </a:cubicBezTo>
                <a:cubicBezTo>
                  <a:pt x="88715" y="36565"/>
                  <a:pt x="85893" y="29234"/>
                  <a:pt x="80248" y="23590"/>
                </a:cubicBezTo>
                <a:cubicBezTo>
                  <a:pt x="74603" y="17945"/>
                  <a:pt x="67131" y="15123"/>
                  <a:pt x="57830" y="15123"/>
                </a:cubicBezTo>
                <a:cubicBezTo>
                  <a:pt x="53712" y="15123"/>
                  <a:pt x="48138" y="15798"/>
                  <a:pt x="41109" y="17147"/>
                </a:cubicBezTo>
                <a:lnTo>
                  <a:pt x="41109" y="77213"/>
                </a:lnTo>
                <a:close/>
                <a:moveTo>
                  <a:pt x="203843" y="137385"/>
                </a:moveTo>
                <a:cubicBezTo>
                  <a:pt x="193832" y="145124"/>
                  <a:pt x="187548" y="149597"/>
                  <a:pt x="184992" y="150804"/>
                </a:cubicBezTo>
                <a:cubicBezTo>
                  <a:pt x="181158" y="152650"/>
                  <a:pt x="177076" y="153573"/>
                  <a:pt x="172745" y="153573"/>
                </a:cubicBezTo>
                <a:cubicBezTo>
                  <a:pt x="166000" y="153573"/>
                  <a:pt x="160444" y="151266"/>
                  <a:pt x="156077" y="146651"/>
                </a:cubicBezTo>
                <a:cubicBezTo>
                  <a:pt x="151711" y="142036"/>
                  <a:pt x="149527" y="135965"/>
                  <a:pt x="149527" y="128439"/>
                </a:cubicBezTo>
                <a:cubicBezTo>
                  <a:pt x="149527" y="123682"/>
                  <a:pt x="150592" y="119564"/>
                  <a:pt x="152722" y="116085"/>
                </a:cubicBezTo>
                <a:cubicBezTo>
                  <a:pt x="155634" y="111257"/>
                  <a:pt x="160692" y="106713"/>
                  <a:pt x="167899" y="102453"/>
                </a:cubicBezTo>
                <a:cubicBezTo>
                  <a:pt x="175105" y="98193"/>
                  <a:pt x="187087" y="93010"/>
                  <a:pt x="203843" y="86904"/>
                </a:cubicBezTo>
                <a:lnTo>
                  <a:pt x="203843" y="83070"/>
                </a:lnTo>
                <a:cubicBezTo>
                  <a:pt x="203843" y="73343"/>
                  <a:pt x="202298" y="66669"/>
                  <a:pt x="199210" y="63048"/>
                </a:cubicBezTo>
                <a:cubicBezTo>
                  <a:pt x="196121" y="59427"/>
                  <a:pt x="191631" y="57617"/>
                  <a:pt x="185738" y="57617"/>
                </a:cubicBezTo>
                <a:cubicBezTo>
                  <a:pt x="181265" y="57617"/>
                  <a:pt x="177715" y="58819"/>
                  <a:pt x="175088" y="61224"/>
                </a:cubicBezTo>
                <a:cubicBezTo>
                  <a:pt x="172390" y="63630"/>
                  <a:pt x="171041" y="66389"/>
                  <a:pt x="171041" y="69501"/>
                </a:cubicBezTo>
                <a:lnTo>
                  <a:pt x="171254" y="75655"/>
                </a:lnTo>
                <a:cubicBezTo>
                  <a:pt x="171254" y="78908"/>
                  <a:pt x="170419" y="81418"/>
                  <a:pt x="168751" y="83187"/>
                </a:cubicBezTo>
                <a:cubicBezTo>
                  <a:pt x="167082" y="84955"/>
                  <a:pt x="164899" y="85839"/>
                  <a:pt x="162201" y="85839"/>
                </a:cubicBezTo>
                <a:cubicBezTo>
                  <a:pt x="159574" y="85839"/>
                  <a:pt x="157426" y="84920"/>
                  <a:pt x="155758" y="83080"/>
                </a:cubicBezTo>
                <a:cubicBezTo>
                  <a:pt x="154089" y="81239"/>
                  <a:pt x="153255" y="78725"/>
                  <a:pt x="153255" y="75539"/>
                </a:cubicBezTo>
                <a:cubicBezTo>
                  <a:pt x="153255" y="69453"/>
                  <a:pt x="156379" y="63861"/>
                  <a:pt x="162627" y="58765"/>
                </a:cubicBezTo>
                <a:cubicBezTo>
                  <a:pt x="168875" y="53668"/>
                  <a:pt x="177644" y="51120"/>
                  <a:pt x="188933" y="51120"/>
                </a:cubicBezTo>
                <a:cubicBezTo>
                  <a:pt x="197595" y="51120"/>
                  <a:pt x="204695" y="52573"/>
                  <a:pt x="210233" y="55480"/>
                </a:cubicBezTo>
                <a:cubicBezTo>
                  <a:pt x="214422" y="57679"/>
                  <a:pt x="217510" y="61119"/>
                  <a:pt x="219498" y="65801"/>
                </a:cubicBezTo>
                <a:cubicBezTo>
                  <a:pt x="220776" y="68849"/>
                  <a:pt x="221415" y="75089"/>
                  <a:pt x="221415" y="84521"/>
                </a:cubicBezTo>
                <a:lnTo>
                  <a:pt x="221415" y="117603"/>
                </a:lnTo>
                <a:cubicBezTo>
                  <a:pt x="221415" y="126893"/>
                  <a:pt x="221593" y="132584"/>
                  <a:pt x="221948" y="134676"/>
                </a:cubicBezTo>
                <a:cubicBezTo>
                  <a:pt x="222303" y="136769"/>
                  <a:pt x="222888" y="138170"/>
                  <a:pt x="223705" y="138880"/>
                </a:cubicBezTo>
                <a:cubicBezTo>
                  <a:pt x="224521" y="139588"/>
                  <a:pt x="225462" y="139941"/>
                  <a:pt x="226527" y="139941"/>
                </a:cubicBezTo>
                <a:cubicBezTo>
                  <a:pt x="227663" y="139941"/>
                  <a:pt x="228657" y="139693"/>
                  <a:pt x="229509" y="139196"/>
                </a:cubicBezTo>
                <a:cubicBezTo>
                  <a:pt x="231000" y="138273"/>
                  <a:pt x="233876" y="135681"/>
                  <a:pt x="238136" y="131421"/>
                </a:cubicBezTo>
                <a:lnTo>
                  <a:pt x="238136" y="137385"/>
                </a:lnTo>
                <a:cubicBezTo>
                  <a:pt x="230184" y="148035"/>
                  <a:pt x="222587" y="153360"/>
                  <a:pt x="215345" y="153360"/>
                </a:cubicBezTo>
                <a:cubicBezTo>
                  <a:pt x="211866" y="153360"/>
                  <a:pt x="209097" y="152153"/>
                  <a:pt x="207038" y="149739"/>
                </a:cubicBezTo>
                <a:cubicBezTo>
                  <a:pt x="204979" y="147325"/>
                  <a:pt x="203914" y="143207"/>
                  <a:pt x="203843" y="137385"/>
                </a:cubicBezTo>
                <a:moveTo>
                  <a:pt x="203843" y="130403"/>
                </a:moveTo>
                <a:lnTo>
                  <a:pt x="203843" y="93401"/>
                </a:lnTo>
                <a:cubicBezTo>
                  <a:pt x="193122" y="97641"/>
                  <a:pt x="186199" y="100645"/>
                  <a:pt x="183075" y="102413"/>
                </a:cubicBezTo>
                <a:cubicBezTo>
                  <a:pt x="177466" y="105524"/>
                  <a:pt x="173455" y="108776"/>
                  <a:pt x="171041" y="112168"/>
                </a:cubicBezTo>
                <a:cubicBezTo>
                  <a:pt x="168627" y="115561"/>
                  <a:pt x="167420" y="119271"/>
                  <a:pt x="167420" y="123301"/>
                </a:cubicBezTo>
                <a:cubicBezTo>
                  <a:pt x="167420" y="128391"/>
                  <a:pt x="168946" y="132614"/>
                  <a:pt x="171999" y="135971"/>
                </a:cubicBezTo>
                <a:cubicBezTo>
                  <a:pt x="175052" y="139328"/>
                  <a:pt x="178567" y="141006"/>
                  <a:pt x="182543" y="141006"/>
                </a:cubicBezTo>
                <a:cubicBezTo>
                  <a:pt x="187939" y="141006"/>
                  <a:pt x="195039" y="137472"/>
                  <a:pt x="203843" y="130403"/>
                </a:cubicBezTo>
                <a:close/>
                <a:moveTo>
                  <a:pt x="273848" y="71781"/>
                </a:moveTo>
                <a:cubicBezTo>
                  <a:pt x="285279" y="58007"/>
                  <a:pt x="296178" y="51120"/>
                  <a:pt x="306544" y="51120"/>
                </a:cubicBezTo>
                <a:cubicBezTo>
                  <a:pt x="311869" y="51120"/>
                  <a:pt x="316448" y="52449"/>
                  <a:pt x="320282" y="55107"/>
                </a:cubicBezTo>
                <a:cubicBezTo>
                  <a:pt x="324116" y="57763"/>
                  <a:pt x="327169" y="62137"/>
                  <a:pt x="329441" y="68230"/>
                </a:cubicBezTo>
                <a:cubicBezTo>
                  <a:pt x="331003" y="72479"/>
                  <a:pt x="331784" y="78997"/>
                  <a:pt x="331784" y="87783"/>
                </a:cubicBezTo>
                <a:lnTo>
                  <a:pt x="331784" y="129331"/>
                </a:lnTo>
                <a:cubicBezTo>
                  <a:pt x="331784" y="135495"/>
                  <a:pt x="332281" y="139675"/>
                  <a:pt x="333275" y="141872"/>
                </a:cubicBezTo>
                <a:cubicBezTo>
                  <a:pt x="334056" y="143642"/>
                  <a:pt x="335317" y="145024"/>
                  <a:pt x="337056" y="146015"/>
                </a:cubicBezTo>
                <a:cubicBezTo>
                  <a:pt x="338796" y="147007"/>
                  <a:pt x="342008" y="147503"/>
                  <a:pt x="346694" y="147503"/>
                </a:cubicBezTo>
                <a:lnTo>
                  <a:pt x="346694" y="151443"/>
                </a:lnTo>
                <a:lnTo>
                  <a:pt x="298450" y="151443"/>
                </a:lnTo>
                <a:lnTo>
                  <a:pt x="298450" y="147503"/>
                </a:lnTo>
                <a:lnTo>
                  <a:pt x="300473" y="147503"/>
                </a:lnTo>
                <a:cubicBezTo>
                  <a:pt x="305017" y="147503"/>
                  <a:pt x="308194" y="146814"/>
                  <a:pt x="310005" y="145436"/>
                </a:cubicBezTo>
                <a:cubicBezTo>
                  <a:pt x="311815" y="144058"/>
                  <a:pt x="313076" y="142028"/>
                  <a:pt x="313786" y="139346"/>
                </a:cubicBezTo>
                <a:cubicBezTo>
                  <a:pt x="314070" y="138285"/>
                  <a:pt x="314212" y="134965"/>
                  <a:pt x="314212" y="129385"/>
                </a:cubicBezTo>
                <a:lnTo>
                  <a:pt x="314212" y="89650"/>
                </a:lnTo>
                <a:cubicBezTo>
                  <a:pt x="314212" y="80822"/>
                  <a:pt x="313058" y="74412"/>
                  <a:pt x="310750" y="70420"/>
                </a:cubicBezTo>
                <a:cubicBezTo>
                  <a:pt x="308443" y="66428"/>
                  <a:pt x="304556" y="64433"/>
                  <a:pt x="299089" y="64433"/>
                </a:cubicBezTo>
                <a:cubicBezTo>
                  <a:pt x="290640" y="64433"/>
                  <a:pt x="282226" y="69024"/>
                  <a:pt x="273848" y="78208"/>
                </a:cubicBezTo>
                <a:lnTo>
                  <a:pt x="273848" y="129385"/>
                </a:lnTo>
                <a:cubicBezTo>
                  <a:pt x="273848" y="135954"/>
                  <a:pt x="274239" y="140016"/>
                  <a:pt x="275020" y="141569"/>
                </a:cubicBezTo>
                <a:cubicBezTo>
                  <a:pt x="276014" y="143617"/>
                  <a:pt x="277380" y="145118"/>
                  <a:pt x="279120" y="146072"/>
                </a:cubicBezTo>
                <a:cubicBezTo>
                  <a:pt x="280859" y="147026"/>
                  <a:pt x="284392" y="147503"/>
                  <a:pt x="289717" y="147503"/>
                </a:cubicBezTo>
                <a:lnTo>
                  <a:pt x="289717" y="151443"/>
                </a:lnTo>
                <a:lnTo>
                  <a:pt x="241472" y="151443"/>
                </a:lnTo>
                <a:lnTo>
                  <a:pt x="241472" y="147503"/>
                </a:lnTo>
                <a:lnTo>
                  <a:pt x="243602" y="147503"/>
                </a:lnTo>
                <a:cubicBezTo>
                  <a:pt x="248572" y="147503"/>
                  <a:pt x="251927" y="146246"/>
                  <a:pt x="253666" y="143732"/>
                </a:cubicBezTo>
                <a:cubicBezTo>
                  <a:pt x="255406" y="141216"/>
                  <a:pt x="256276" y="136416"/>
                  <a:pt x="256276" y="129331"/>
                </a:cubicBezTo>
                <a:lnTo>
                  <a:pt x="256276" y="93201"/>
                </a:lnTo>
                <a:cubicBezTo>
                  <a:pt x="256276" y="81513"/>
                  <a:pt x="256009" y="74394"/>
                  <a:pt x="255477" y="71844"/>
                </a:cubicBezTo>
                <a:cubicBezTo>
                  <a:pt x="254944" y="69293"/>
                  <a:pt x="254128" y="67557"/>
                  <a:pt x="253027" y="66636"/>
                </a:cubicBezTo>
                <a:cubicBezTo>
                  <a:pt x="251927" y="65715"/>
                  <a:pt x="250454" y="65255"/>
                  <a:pt x="248608" y="65255"/>
                </a:cubicBezTo>
                <a:cubicBezTo>
                  <a:pt x="246620" y="65255"/>
                  <a:pt x="244241" y="65786"/>
                  <a:pt x="241472" y="66849"/>
                </a:cubicBezTo>
                <a:lnTo>
                  <a:pt x="239874" y="63022"/>
                </a:lnTo>
                <a:lnTo>
                  <a:pt x="269269" y="51120"/>
                </a:lnTo>
                <a:lnTo>
                  <a:pt x="273848" y="51120"/>
                </a:lnTo>
                <a:lnTo>
                  <a:pt x="273848" y="71781"/>
                </a:lnTo>
                <a:close/>
                <a:moveTo>
                  <a:pt x="383330" y="0"/>
                </a:moveTo>
                <a:lnTo>
                  <a:pt x="383330" y="97022"/>
                </a:lnTo>
                <a:lnTo>
                  <a:pt x="408144" y="74444"/>
                </a:lnTo>
                <a:cubicBezTo>
                  <a:pt x="413398" y="69616"/>
                  <a:pt x="416451" y="66563"/>
                  <a:pt x="417303" y="65285"/>
                </a:cubicBezTo>
                <a:cubicBezTo>
                  <a:pt x="417871" y="64433"/>
                  <a:pt x="418155" y="63581"/>
                  <a:pt x="418155" y="62729"/>
                </a:cubicBezTo>
                <a:cubicBezTo>
                  <a:pt x="418155" y="61309"/>
                  <a:pt x="417570" y="60084"/>
                  <a:pt x="416398" y="59054"/>
                </a:cubicBezTo>
                <a:cubicBezTo>
                  <a:pt x="415227" y="58025"/>
                  <a:pt x="413292" y="57439"/>
                  <a:pt x="410594" y="57297"/>
                </a:cubicBezTo>
                <a:lnTo>
                  <a:pt x="410594" y="53889"/>
                </a:lnTo>
                <a:lnTo>
                  <a:pt x="452981" y="53889"/>
                </a:lnTo>
                <a:lnTo>
                  <a:pt x="452981" y="57297"/>
                </a:lnTo>
                <a:cubicBezTo>
                  <a:pt x="447159" y="57439"/>
                  <a:pt x="442313" y="58327"/>
                  <a:pt x="438444" y="59960"/>
                </a:cubicBezTo>
                <a:cubicBezTo>
                  <a:pt x="434574" y="61593"/>
                  <a:pt x="430332" y="64504"/>
                  <a:pt x="425717" y="68693"/>
                </a:cubicBezTo>
                <a:lnTo>
                  <a:pt x="400689" y="91803"/>
                </a:lnTo>
                <a:lnTo>
                  <a:pt x="425717" y="123374"/>
                </a:lnTo>
                <a:cubicBezTo>
                  <a:pt x="432675" y="132089"/>
                  <a:pt x="437361" y="137616"/>
                  <a:pt x="439775" y="139955"/>
                </a:cubicBezTo>
                <a:cubicBezTo>
                  <a:pt x="443183" y="143285"/>
                  <a:pt x="446165" y="145447"/>
                  <a:pt x="448721" y="146441"/>
                </a:cubicBezTo>
                <a:cubicBezTo>
                  <a:pt x="450496" y="147149"/>
                  <a:pt x="453584" y="147503"/>
                  <a:pt x="457986" y="147503"/>
                </a:cubicBezTo>
                <a:lnTo>
                  <a:pt x="457986" y="151443"/>
                </a:lnTo>
                <a:lnTo>
                  <a:pt x="410594" y="151443"/>
                </a:lnTo>
                <a:lnTo>
                  <a:pt x="410594" y="147503"/>
                </a:lnTo>
                <a:cubicBezTo>
                  <a:pt x="413292" y="147432"/>
                  <a:pt x="415120" y="147025"/>
                  <a:pt x="416079" y="146282"/>
                </a:cubicBezTo>
                <a:cubicBezTo>
                  <a:pt x="417037" y="145536"/>
                  <a:pt x="417516" y="144491"/>
                  <a:pt x="417516" y="143146"/>
                </a:cubicBezTo>
                <a:cubicBezTo>
                  <a:pt x="417516" y="141516"/>
                  <a:pt x="416096" y="138894"/>
                  <a:pt x="413256" y="135282"/>
                </a:cubicBezTo>
                <a:lnTo>
                  <a:pt x="383330" y="97128"/>
                </a:lnTo>
                <a:lnTo>
                  <a:pt x="383330" y="129435"/>
                </a:lnTo>
                <a:cubicBezTo>
                  <a:pt x="383330" y="135740"/>
                  <a:pt x="383773" y="139886"/>
                  <a:pt x="384661" y="141872"/>
                </a:cubicBezTo>
                <a:cubicBezTo>
                  <a:pt x="385548" y="143855"/>
                  <a:pt x="386809" y="145272"/>
                  <a:pt x="388442" y="146122"/>
                </a:cubicBezTo>
                <a:cubicBezTo>
                  <a:pt x="390075" y="146972"/>
                  <a:pt x="393625" y="147432"/>
                  <a:pt x="399092" y="147503"/>
                </a:cubicBezTo>
                <a:lnTo>
                  <a:pt x="399092" y="151443"/>
                </a:lnTo>
                <a:lnTo>
                  <a:pt x="349463" y="151443"/>
                </a:lnTo>
                <a:lnTo>
                  <a:pt x="349463" y="147503"/>
                </a:lnTo>
                <a:cubicBezTo>
                  <a:pt x="354433" y="147503"/>
                  <a:pt x="358160" y="146899"/>
                  <a:pt x="360645" y="145692"/>
                </a:cubicBezTo>
                <a:cubicBezTo>
                  <a:pt x="362136" y="144914"/>
                  <a:pt x="363272" y="143708"/>
                  <a:pt x="364053" y="142075"/>
                </a:cubicBezTo>
                <a:cubicBezTo>
                  <a:pt x="365118" y="139734"/>
                  <a:pt x="365651" y="135690"/>
                  <a:pt x="365651" y="129944"/>
                </a:cubicBezTo>
                <a:lnTo>
                  <a:pt x="365651" y="41186"/>
                </a:lnTo>
                <a:cubicBezTo>
                  <a:pt x="365651" y="29906"/>
                  <a:pt x="365402" y="23006"/>
                  <a:pt x="364905" y="20488"/>
                </a:cubicBezTo>
                <a:cubicBezTo>
                  <a:pt x="364408" y="17968"/>
                  <a:pt x="363592" y="16229"/>
                  <a:pt x="362456" y="15273"/>
                </a:cubicBezTo>
                <a:cubicBezTo>
                  <a:pt x="361320" y="14314"/>
                  <a:pt x="359829" y="13835"/>
                  <a:pt x="357983" y="13835"/>
                </a:cubicBezTo>
                <a:cubicBezTo>
                  <a:pt x="356492" y="13835"/>
                  <a:pt x="354255" y="14439"/>
                  <a:pt x="351273" y="15646"/>
                </a:cubicBezTo>
                <a:lnTo>
                  <a:pt x="349463" y="11918"/>
                </a:lnTo>
                <a:lnTo>
                  <a:pt x="378431" y="0"/>
                </a:lnTo>
                <a:lnTo>
                  <a:pt x="38333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➍">
            <a:extLst xmlns:a="http://schemas.openxmlformats.org/drawingml/2006/main">
              <a:ext uri="{FF2B5EF4-FFF2-40B4-BE49-F238E27FC236}">
                <a16:creationId xmlns:a16="http://schemas.microsoft.com/office/drawing/2014/main" id="{A692862A-A187-472C-AF34-836D0494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352" y="536487"/>
            <a:ext cx="168470" cy="168470"/>
          </a:xfrm>
          <a:custGeom xmlns:a="http://schemas.openxmlformats.org/drawingml/2006/main">
            <a:pathLst>
              <a:path w="168470" h="168470">
                <a:moveTo>
                  <a:pt x="0" y="84178"/>
                </a:moveTo>
                <a:cubicBezTo>
                  <a:pt x="0" y="76453"/>
                  <a:pt x="966" y="68993"/>
                  <a:pt x="2897" y="61799"/>
                </a:cubicBezTo>
                <a:cubicBezTo>
                  <a:pt x="4828" y="54604"/>
                  <a:pt x="7573" y="47902"/>
                  <a:pt x="11133" y="41691"/>
                </a:cubicBezTo>
                <a:cubicBezTo>
                  <a:pt x="14692" y="35481"/>
                  <a:pt x="18990" y="29801"/>
                  <a:pt x="24027" y="24651"/>
                </a:cubicBezTo>
                <a:cubicBezTo>
                  <a:pt x="29063" y="19501"/>
                  <a:pt x="34705" y="15109"/>
                  <a:pt x="40953" y="11474"/>
                </a:cubicBezTo>
                <a:cubicBezTo>
                  <a:pt x="47201" y="7838"/>
                  <a:pt x="53979" y="5017"/>
                  <a:pt x="61287" y="3010"/>
                </a:cubicBezTo>
                <a:cubicBezTo>
                  <a:pt x="68596" y="1003"/>
                  <a:pt x="76264" y="0"/>
                  <a:pt x="84292" y="0"/>
                </a:cubicBezTo>
                <a:cubicBezTo>
                  <a:pt x="92395" y="0"/>
                  <a:pt x="100101" y="1003"/>
                  <a:pt x="107409" y="3010"/>
                </a:cubicBezTo>
                <a:cubicBezTo>
                  <a:pt x="114718" y="5017"/>
                  <a:pt x="121496" y="7838"/>
                  <a:pt x="127744" y="11474"/>
                </a:cubicBezTo>
                <a:cubicBezTo>
                  <a:pt x="133992" y="15109"/>
                  <a:pt x="139615" y="19501"/>
                  <a:pt x="144613" y="24651"/>
                </a:cubicBezTo>
                <a:cubicBezTo>
                  <a:pt x="149612" y="29801"/>
                  <a:pt x="153891" y="35481"/>
                  <a:pt x="157450" y="41691"/>
                </a:cubicBezTo>
                <a:cubicBezTo>
                  <a:pt x="161010" y="47902"/>
                  <a:pt x="163736" y="54604"/>
                  <a:pt x="165630" y="61799"/>
                </a:cubicBezTo>
                <a:cubicBezTo>
                  <a:pt x="167523" y="68993"/>
                  <a:pt x="168470" y="76453"/>
                  <a:pt x="168470" y="84178"/>
                </a:cubicBezTo>
                <a:cubicBezTo>
                  <a:pt x="168470" y="91979"/>
                  <a:pt x="167523" y="99457"/>
                  <a:pt x="165630" y="106614"/>
                </a:cubicBezTo>
                <a:cubicBezTo>
                  <a:pt x="163736" y="113771"/>
                  <a:pt x="161010" y="120473"/>
                  <a:pt x="157450" y="126721"/>
                </a:cubicBezTo>
                <a:cubicBezTo>
                  <a:pt x="153891" y="132969"/>
                  <a:pt x="149612" y="138649"/>
                  <a:pt x="144613" y="143761"/>
                </a:cubicBezTo>
                <a:cubicBezTo>
                  <a:pt x="139615" y="148873"/>
                  <a:pt x="133992" y="153266"/>
                  <a:pt x="127744" y="156939"/>
                </a:cubicBezTo>
                <a:cubicBezTo>
                  <a:pt x="121496" y="160612"/>
                  <a:pt x="114718" y="163452"/>
                  <a:pt x="107409" y="165459"/>
                </a:cubicBezTo>
                <a:cubicBezTo>
                  <a:pt x="100101" y="167466"/>
                  <a:pt x="92395" y="168470"/>
                  <a:pt x="84292" y="168470"/>
                </a:cubicBezTo>
                <a:cubicBezTo>
                  <a:pt x="76188" y="168470"/>
                  <a:pt x="68501" y="167466"/>
                  <a:pt x="61231" y="165459"/>
                </a:cubicBezTo>
                <a:cubicBezTo>
                  <a:pt x="53960" y="163452"/>
                  <a:pt x="47201" y="160612"/>
                  <a:pt x="40953" y="156939"/>
                </a:cubicBezTo>
                <a:cubicBezTo>
                  <a:pt x="34705" y="153266"/>
                  <a:pt x="29063" y="148873"/>
                  <a:pt x="24027" y="143761"/>
                </a:cubicBezTo>
                <a:cubicBezTo>
                  <a:pt x="18990" y="138649"/>
                  <a:pt x="14692" y="132969"/>
                  <a:pt x="11133" y="126721"/>
                </a:cubicBezTo>
                <a:cubicBezTo>
                  <a:pt x="7573" y="120473"/>
                  <a:pt x="4828" y="113752"/>
                  <a:pt x="2897" y="106557"/>
                </a:cubicBezTo>
                <a:cubicBezTo>
                  <a:pt x="966" y="99363"/>
                  <a:pt x="0" y="91903"/>
                  <a:pt x="0" y="84178"/>
                </a:cubicBezTo>
                <a:moveTo>
                  <a:pt x="88154" y="37829"/>
                </a:moveTo>
                <a:cubicBezTo>
                  <a:pt x="87851" y="38813"/>
                  <a:pt x="86999" y="40631"/>
                  <a:pt x="85598" y="43282"/>
                </a:cubicBezTo>
                <a:cubicBezTo>
                  <a:pt x="84197" y="45932"/>
                  <a:pt x="82474" y="49113"/>
                  <a:pt x="80429" y="52824"/>
                </a:cubicBezTo>
                <a:cubicBezTo>
                  <a:pt x="78384" y="56535"/>
                  <a:pt x="76112" y="60568"/>
                  <a:pt x="73613" y="64923"/>
                </a:cubicBezTo>
                <a:cubicBezTo>
                  <a:pt x="71114" y="69277"/>
                  <a:pt x="68558" y="73632"/>
                  <a:pt x="65945" y="77987"/>
                </a:cubicBezTo>
                <a:cubicBezTo>
                  <a:pt x="63332" y="82341"/>
                  <a:pt x="60757" y="86545"/>
                  <a:pt x="58220" y="90596"/>
                </a:cubicBezTo>
                <a:cubicBezTo>
                  <a:pt x="55683" y="94648"/>
                  <a:pt x="53392" y="98189"/>
                  <a:pt x="51347" y="101218"/>
                </a:cubicBezTo>
                <a:lnTo>
                  <a:pt x="51347" y="111215"/>
                </a:lnTo>
                <a:lnTo>
                  <a:pt x="88722" y="111215"/>
                </a:lnTo>
                <a:lnTo>
                  <a:pt x="88722" y="135525"/>
                </a:lnTo>
                <a:lnTo>
                  <a:pt x="98946" y="135525"/>
                </a:lnTo>
                <a:lnTo>
                  <a:pt x="98946" y="111215"/>
                </a:lnTo>
                <a:lnTo>
                  <a:pt x="109511" y="111215"/>
                </a:lnTo>
                <a:lnTo>
                  <a:pt x="109511" y="100650"/>
                </a:lnTo>
                <a:lnTo>
                  <a:pt x="98946" y="100650"/>
                </a:lnTo>
                <a:lnTo>
                  <a:pt x="98946" y="37829"/>
                </a:lnTo>
                <a:lnTo>
                  <a:pt x="88154" y="37829"/>
                </a:lnTo>
                <a:moveTo>
                  <a:pt x="62594" y="100650"/>
                </a:moveTo>
                <a:cubicBezTo>
                  <a:pt x="67138" y="93683"/>
                  <a:pt x="71663" y="86526"/>
                  <a:pt x="76169" y="79180"/>
                </a:cubicBezTo>
                <a:cubicBezTo>
                  <a:pt x="80675" y="71833"/>
                  <a:pt x="84860" y="63919"/>
                  <a:pt x="88722" y="55437"/>
                </a:cubicBezTo>
                <a:lnTo>
                  <a:pt x="88722" y="100650"/>
                </a:lnTo>
                <a:lnTo>
                  <a:pt x="62594" y="1006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➎">
            <a:extLst xmlns:a="http://schemas.openxmlformats.org/drawingml/2006/main">
              <a:ext uri="{FF2B5EF4-FFF2-40B4-BE49-F238E27FC236}">
                <a16:creationId xmlns:a16="http://schemas.microsoft.com/office/drawing/2014/main" id="{E993D480-60ED-4AB4-BA05-45FEE185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1003" y="212536"/>
            <a:ext cx="168470" cy="168470"/>
          </a:xfrm>
          <a:custGeom xmlns:a="http://schemas.openxmlformats.org/drawingml/2006/main">
            <a:pathLst>
              <a:path w="168470" h="168470">
                <a:moveTo>
                  <a:pt x="0" y="84178"/>
                </a:moveTo>
                <a:cubicBezTo>
                  <a:pt x="0" y="76453"/>
                  <a:pt x="966" y="68993"/>
                  <a:pt x="2897" y="61799"/>
                </a:cubicBezTo>
                <a:cubicBezTo>
                  <a:pt x="4828" y="54604"/>
                  <a:pt x="7573" y="47902"/>
                  <a:pt x="11133" y="41691"/>
                </a:cubicBezTo>
                <a:cubicBezTo>
                  <a:pt x="14692" y="35481"/>
                  <a:pt x="18990" y="29801"/>
                  <a:pt x="24027" y="24651"/>
                </a:cubicBezTo>
                <a:cubicBezTo>
                  <a:pt x="29063" y="19501"/>
                  <a:pt x="34705" y="15109"/>
                  <a:pt x="40953" y="11474"/>
                </a:cubicBezTo>
                <a:cubicBezTo>
                  <a:pt x="47201" y="7838"/>
                  <a:pt x="53979" y="5017"/>
                  <a:pt x="61287" y="3010"/>
                </a:cubicBezTo>
                <a:cubicBezTo>
                  <a:pt x="68596" y="1003"/>
                  <a:pt x="76264" y="0"/>
                  <a:pt x="84292" y="0"/>
                </a:cubicBezTo>
                <a:cubicBezTo>
                  <a:pt x="92395" y="0"/>
                  <a:pt x="100101" y="1003"/>
                  <a:pt x="107409" y="3010"/>
                </a:cubicBezTo>
                <a:cubicBezTo>
                  <a:pt x="114718" y="5017"/>
                  <a:pt x="121496" y="7838"/>
                  <a:pt x="127744" y="11474"/>
                </a:cubicBezTo>
                <a:cubicBezTo>
                  <a:pt x="133992" y="15109"/>
                  <a:pt x="139615" y="19501"/>
                  <a:pt x="144613" y="24651"/>
                </a:cubicBezTo>
                <a:cubicBezTo>
                  <a:pt x="149612" y="29801"/>
                  <a:pt x="153891" y="35481"/>
                  <a:pt x="157450" y="41691"/>
                </a:cubicBezTo>
                <a:cubicBezTo>
                  <a:pt x="161010" y="47902"/>
                  <a:pt x="163736" y="54604"/>
                  <a:pt x="165630" y="61799"/>
                </a:cubicBezTo>
                <a:cubicBezTo>
                  <a:pt x="167523" y="68993"/>
                  <a:pt x="168470" y="76453"/>
                  <a:pt x="168470" y="84178"/>
                </a:cubicBezTo>
                <a:cubicBezTo>
                  <a:pt x="168470" y="91979"/>
                  <a:pt x="167523" y="99457"/>
                  <a:pt x="165630" y="106614"/>
                </a:cubicBezTo>
                <a:cubicBezTo>
                  <a:pt x="163736" y="113771"/>
                  <a:pt x="161010" y="120473"/>
                  <a:pt x="157450" y="126721"/>
                </a:cubicBezTo>
                <a:cubicBezTo>
                  <a:pt x="153891" y="132969"/>
                  <a:pt x="149612" y="138649"/>
                  <a:pt x="144613" y="143761"/>
                </a:cubicBezTo>
                <a:cubicBezTo>
                  <a:pt x="139615" y="148873"/>
                  <a:pt x="133992" y="153266"/>
                  <a:pt x="127744" y="156939"/>
                </a:cubicBezTo>
                <a:cubicBezTo>
                  <a:pt x="121496" y="160612"/>
                  <a:pt x="114718" y="163452"/>
                  <a:pt x="107409" y="165459"/>
                </a:cubicBezTo>
                <a:cubicBezTo>
                  <a:pt x="100101" y="167466"/>
                  <a:pt x="92395" y="168470"/>
                  <a:pt x="84292" y="168470"/>
                </a:cubicBezTo>
                <a:cubicBezTo>
                  <a:pt x="76188" y="168470"/>
                  <a:pt x="68501" y="167466"/>
                  <a:pt x="61231" y="165459"/>
                </a:cubicBezTo>
                <a:cubicBezTo>
                  <a:pt x="53960" y="163452"/>
                  <a:pt x="47201" y="160612"/>
                  <a:pt x="40953" y="156939"/>
                </a:cubicBezTo>
                <a:cubicBezTo>
                  <a:pt x="34705" y="153266"/>
                  <a:pt x="29063" y="148873"/>
                  <a:pt x="24027" y="143761"/>
                </a:cubicBezTo>
                <a:cubicBezTo>
                  <a:pt x="18990" y="138649"/>
                  <a:pt x="14692" y="132969"/>
                  <a:pt x="11133" y="126721"/>
                </a:cubicBezTo>
                <a:cubicBezTo>
                  <a:pt x="7573" y="120473"/>
                  <a:pt x="4828" y="113752"/>
                  <a:pt x="2897" y="106557"/>
                </a:cubicBezTo>
                <a:cubicBezTo>
                  <a:pt x="966" y="99363"/>
                  <a:pt x="0" y="91903"/>
                  <a:pt x="0" y="84178"/>
                </a:cubicBezTo>
                <a:moveTo>
                  <a:pt x="62594" y="133708"/>
                </a:moveTo>
                <a:cubicBezTo>
                  <a:pt x="64487" y="134995"/>
                  <a:pt x="67005" y="135980"/>
                  <a:pt x="70148" y="136661"/>
                </a:cubicBezTo>
                <a:cubicBezTo>
                  <a:pt x="73291" y="137343"/>
                  <a:pt x="76756" y="137684"/>
                  <a:pt x="80543" y="137684"/>
                </a:cubicBezTo>
                <a:cubicBezTo>
                  <a:pt x="85162" y="137684"/>
                  <a:pt x="89328" y="136908"/>
                  <a:pt x="93039" y="135355"/>
                </a:cubicBezTo>
                <a:cubicBezTo>
                  <a:pt x="96750" y="133802"/>
                  <a:pt x="99893" y="131625"/>
                  <a:pt x="102468" y="128823"/>
                </a:cubicBezTo>
                <a:cubicBezTo>
                  <a:pt x="105043" y="126021"/>
                  <a:pt x="107031" y="122689"/>
                  <a:pt x="108432" y="118826"/>
                </a:cubicBezTo>
                <a:cubicBezTo>
                  <a:pt x="109833" y="114964"/>
                  <a:pt x="110533" y="110760"/>
                  <a:pt x="110533" y="106216"/>
                </a:cubicBezTo>
                <a:cubicBezTo>
                  <a:pt x="110533" y="101824"/>
                  <a:pt x="109871" y="97810"/>
                  <a:pt x="108545" y="94175"/>
                </a:cubicBezTo>
                <a:cubicBezTo>
                  <a:pt x="107220" y="90540"/>
                  <a:pt x="105346" y="87435"/>
                  <a:pt x="102922" y="84860"/>
                </a:cubicBezTo>
                <a:cubicBezTo>
                  <a:pt x="100499" y="82285"/>
                  <a:pt x="97507" y="80297"/>
                  <a:pt x="93948" y="78896"/>
                </a:cubicBezTo>
                <a:cubicBezTo>
                  <a:pt x="90388" y="77494"/>
                  <a:pt x="86412" y="76794"/>
                  <a:pt x="82020" y="76794"/>
                </a:cubicBezTo>
                <a:cubicBezTo>
                  <a:pt x="80959" y="76794"/>
                  <a:pt x="79861" y="76851"/>
                  <a:pt x="78725" y="76964"/>
                </a:cubicBezTo>
                <a:cubicBezTo>
                  <a:pt x="77589" y="77078"/>
                  <a:pt x="76377" y="77173"/>
                  <a:pt x="75090" y="77248"/>
                </a:cubicBezTo>
                <a:lnTo>
                  <a:pt x="78157" y="48394"/>
                </a:lnTo>
                <a:lnTo>
                  <a:pt x="106784" y="48394"/>
                </a:lnTo>
                <a:lnTo>
                  <a:pt x="106784" y="38397"/>
                </a:lnTo>
                <a:lnTo>
                  <a:pt x="69637" y="38397"/>
                </a:lnTo>
                <a:lnTo>
                  <a:pt x="65093" y="87359"/>
                </a:lnTo>
                <a:cubicBezTo>
                  <a:pt x="68274" y="87056"/>
                  <a:pt x="71114" y="86848"/>
                  <a:pt x="73613" y="86734"/>
                </a:cubicBezTo>
                <a:cubicBezTo>
                  <a:pt x="76112" y="86620"/>
                  <a:pt x="77930" y="86564"/>
                  <a:pt x="79066" y="86564"/>
                </a:cubicBezTo>
                <a:cubicBezTo>
                  <a:pt x="85503" y="86564"/>
                  <a:pt x="90577" y="88287"/>
                  <a:pt x="94288" y="91732"/>
                </a:cubicBezTo>
                <a:cubicBezTo>
                  <a:pt x="97999" y="95178"/>
                  <a:pt x="99855" y="100233"/>
                  <a:pt x="99855" y="106898"/>
                </a:cubicBezTo>
                <a:cubicBezTo>
                  <a:pt x="99855" y="109927"/>
                  <a:pt x="99438" y="112748"/>
                  <a:pt x="98605" y="115361"/>
                </a:cubicBezTo>
                <a:cubicBezTo>
                  <a:pt x="97772" y="117974"/>
                  <a:pt x="96523" y="120246"/>
                  <a:pt x="94856" y="122177"/>
                </a:cubicBezTo>
                <a:cubicBezTo>
                  <a:pt x="93190" y="124109"/>
                  <a:pt x="91164" y="125623"/>
                  <a:pt x="88779" y="126721"/>
                </a:cubicBezTo>
                <a:cubicBezTo>
                  <a:pt x="86393" y="127819"/>
                  <a:pt x="83686" y="128369"/>
                  <a:pt x="80656" y="128369"/>
                </a:cubicBezTo>
                <a:cubicBezTo>
                  <a:pt x="77778" y="128369"/>
                  <a:pt x="74749" y="127838"/>
                  <a:pt x="71568" y="126778"/>
                </a:cubicBezTo>
                <a:cubicBezTo>
                  <a:pt x="68387" y="125718"/>
                  <a:pt x="65396" y="124090"/>
                  <a:pt x="62594" y="121893"/>
                </a:cubicBezTo>
                <a:lnTo>
                  <a:pt x="62594" y="1337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➏">
            <a:extLst xmlns:a="http://schemas.openxmlformats.org/drawingml/2006/main">
              <a:ext uri="{FF2B5EF4-FFF2-40B4-BE49-F238E27FC236}">
                <a16:creationId xmlns:a16="http://schemas.microsoft.com/office/drawing/2014/main" id="{B91032D7-FE9D-4FDB-9A19-932FE08F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1193" y="1327138"/>
            <a:ext cx="168470" cy="168470"/>
          </a:xfrm>
          <a:custGeom xmlns:a="http://schemas.openxmlformats.org/drawingml/2006/main">
            <a:pathLst>
              <a:path w="168470" h="168470">
                <a:moveTo>
                  <a:pt x="0" y="84178"/>
                </a:moveTo>
                <a:cubicBezTo>
                  <a:pt x="0" y="76453"/>
                  <a:pt x="966" y="68993"/>
                  <a:pt x="2897" y="61799"/>
                </a:cubicBezTo>
                <a:cubicBezTo>
                  <a:pt x="4828" y="54604"/>
                  <a:pt x="7573" y="47902"/>
                  <a:pt x="11133" y="41691"/>
                </a:cubicBezTo>
                <a:cubicBezTo>
                  <a:pt x="14692" y="35481"/>
                  <a:pt x="18990" y="29801"/>
                  <a:pt x="24027" y="24651"/>
                </a:cubicBezTo>
                <a:cubicBezTo>
                  <a:pt x="29063" y="19501"/>
                  <a:pt x="34705" y="15109"/>
                  <a:pt x="40953" y="11474"/>
                </a:cubicBezTo>
                <a:cubicBezTo>
                  <a:pt x="47201" y="7838"/>
                  <a:pt x="53979" y="5017"/>
                  <a:pt x="61287" y="3010"/>
                </a:cubicBezTo>
                <a:cubicBezTo>
                  <a:pt x="68596" y="1003"/>
                  <a:pt x="76264" y="0"/>
                  <a:pt x="84292" y="0"/>
                </a:cubicBezTo>
                <a:cubicBezTo>
                  <a:pt x="92395" y="0"/>
                  <a:pt x="100101" y="1003"/>
                  <a:pt x="107409" y="3010"/>
                </a:cubicBezTo>
                <a:cubicBezTo>
                  <a:pt x="114718" y="5017"/>
                  <a:pt x="121496" y="7838"/>
                  <a:pt x="127744" y="11474"/>
                </a:cubicBezTo>
                <a:cubicBezTo>
                  <a:pt x="133992" y="15109"/>
                  <a:pt x="139615" y="19501"/>
                  <a:pt x="144613" y="24651"/>
                </a:cubicBezTo>
                <a:cubicBezTo>
                  <a:pt x="149612" y="29801"/>
                  <a:pt x="153891" y="35481"/>
                  <a:pt x="157450" y="41691"/>
                </a:cubicBezTo>
                <a:cubicBezTo>
                  <a:pt x="161010" y="47902"/>
                  <a:pt x="163736" y="54604"/>
                  <a:pt x="165630" y="61799"/>
                </a:cubicBezTo>
                <a:cubicBezTo>
                  <a:pt x="167523" y="68993"/>
                  <a:pt x="168470" y="76453"/>
                  <a:pt x="168470" y="84178"/>
                </a:cubicBezTo>
                <a:cubicBezTo>
                  <a:pt x="168470" y="91979"/>
                  <a:pt x="167523" y="99457"/>
                  <a:pt x="165630" y="106614"/>
                </a:cubicBezTo>
                <a:cubicBezTo>
                  <a:pt x="163736" y="113771"/>
                  <a:pt x="161010" y="120473"/>
                  <a:pt x="157450" y="126721"/>
                </a:cubicBezTo>
                <a:cubicBezTo>
                  <a:pt x="153891" y="132969"/>
                  <a:pt x="149612" y="138649"/>
                  <a:pt x="144613" y="143761"/>
                </a:cubicBezTo>
                <a:cubicBezTo>
                  <a:pt x="139615" y="148873"/>
                  <a:pt x="133992" y="153266"/>
                  <a:pt x="127744" y="156939"/>
                </a:cubicBezTo>
                <a:cubicBezTo>
                  <a:pt x="121496" y="160612"/>
                  <a:pt x="114718" y="163452"/>
                  <a:pt x="107409" y="165459"/>
                </a:cubicBezTo>
                <a:cubicBezTo>
                  <a:pt x="100101" y="167466"/>
                  <a:pt x="92395" y="168470"/>
                  <a:pt x="84292" y="168470"/>
                </a:cubicBezTo>
                <a:cubicBezTo>
                  <a:pt x="76188" y="168470"/>
                  <a:pt x="68501" y="167466"/>
                  <a:pt x="61231" y="165459"/>
                </a:cubicBezTo>
                <a:cubicBezTo>
                  <a:pt x="53960" y="163452"/>
                  <a:pt x="47201" y="160612"/>
                  <a:pt x="40953" y="156939"/>
                </a:cubicBezTo>
                <a:cubicBezTo>
                  <a:pt x="34705" y="153266"/>
                  <a:pt x="29063" y="148873"/>
                  <a:pt x="24027" y="143761"/>
                </a:cubicBezTo>
                <a:cubicBezTo>
                  <a:pt x="18990" y="138649"/>
                  <a:pt x="14692" y="132969"/>
                  <a:pt x="11133" y="126721"/>
                </a:cubicBezTo>
                <a:cubicBezTo>
                  <a:pt x="7573" y="120473"/>
                  <a:pt x="4828" y="113752"/>
                  <a:pt x="2897" y="106557"/>
                </a:cubicBezTo>
                <a:cubicBezTo>
                  <a:pt x="966" y="99363"/>
                  <a:pt x="0" y="91903"/>
                  <a:pt x="0" y="84178"/>
                </a:cubicBezTo>
                <a:moveTo>
                  <a:pt x="104740" y="37602"/>
                </a:moveTo>
                <a:cubicBezTo>
                  <a:pt x="103074" y="36617"/>
                  <a:pt x="100934" y="35898"/>
                  <a:pt x="98321" y="35443"/>
                </a:cubicBezTo>
                <a:cubicBezTo>
                  <a:pt x="95708" y="34989"/>
                  <a:pt x="92963" y="34762"/>
                  <a:pt x="90085" y="34762"/>
                </a:cubicBezTo>
                <a:cubicBezTo>
                  <a:pt x="85768" y="34762"/>
                  <a:pt x="81906" y="35671"/>
                  <a:pt x="78498" y="37488"/>
                </a:cubicBezTo>
                <a:cubicBezTo>
                  <a:pt x="75090" y="39306"/>
                  <a:pt x="72117" y="41729"/>
                  <a:pt x="69580" y="44759"/>
                </a:cubicBezTo>
                <a:cubicBezTo>
                  <a:pt x="67043" y="47788"/>
                  <a:pt x="64885" y="51272"/>
                  <a:pt x="63105" y="55210"/>
                </a:cubicBezTo>
                <a:cubicBezTo>
                  <a:pt x="61325" y="59148"/>
                  <a:pt x="59886" y="63275"/>
                  <a:pt x="58788" y="67592"/>
                </a:cubicBezTo>
                <a:cubicBezTo>
                  <a:pt x="57690" y="71909"/>
                  <a:pt x="56895" y="76245"/>
                  <a:pt x="56403" y="80600"/>
                </a:cubicBezTo>
                <a:cubicBezTo>
                  <a:pt x="55910" y="84954"/>
                  <a:pt x="55664" y="89025"/>
                  <a:pt x="55664" y="92812"/>
                </a:cubicBezTo>
                <a:cubicBezTo>
                  <a:pt x="55664" y="97583"/>
                  <a:pt x="56081" y="102600"/>
                  <a:pt x="56914" y="107864"/>
                </a:cubicBezTo>
                <a:cubicBezTo>
                  <a:pt x="57747" y="113127"/>
                  <a:pt x="59205" y="117974"/>
                  <a:pt x="61287" y="122405"/>
                </a:cubicBezTo>
                <a:cubicBezTo>
                  <a:pt x="63370" y="126835"/>
                  <a:pt x="66172" y="130489"/>
                  <a:pt x="69694" y="133367"/>
                </a:cubicBezTo>
                <a:cubicBezTo>
                  <a:pt x="73216" y="136245"/>
                  <a:pt x="77665" y="137684"/>
                  <a:pt x="83042" y="137684"/>
                </a:cubicBezTo>
                <a:cubicBezTo>
                  <a:pt x="87283" y="137684"/>
                  <a:pt x="91070" y="136737"/>
                  <a:pt x="94402" y="134844"/>
                </a:cubicBezTo>
                <a:cubicBezTo>
                  <a:pt x="97734" y="132950"/>
                  <a:pt x="100536" y="130451"/>
                  <a:pt x="102808" y="127346"/>
                </a:cubicBezTo>
                <a:cubicBezTo>
                  <a:pt x="105080" y="124241"/>
                  <a:pt x="106803" y="120719"/>
                  <a:pt x="107977" y="116781"/>
                </a:cubicBezTo>
                <a:cubicBezTo>
                  <a:pt x="109151" y="112843"/>
                  <a:pt x="109738" y="108867"/>
                  <a:pt x="109738" y="104853"/>
                </a:cubicBezTo>
                <a:cubicBezTo>
                  <a:pt x="109738" y="100991"/>
                  <a:pt x="109227" y="97242"/>
                  <a:pt x="108204" y="93607"/>
                </a:cubicBezTo>
                <a:cubicBezTo>
                  <a:pt x="107182" y="89972"/>
                  <a:pt x="105667" y="86753"/>
                  <a:pt x="103660" y="83951"/>
                </a:cubicBezTo>
                <a:cubicBezTo>
                  <a:pt x="101654" y="81149"/>
                  <a:pt x="99116" y="78896"/>
                  <a:pt x="96049" y="77192"/>
                </a:cubicBezTo>
                <a:cubicBezTo>
                  <a:pt x="92982" y="75488"/>
                  <a:pt x="89404" y="74636"/>
                  <a:pt x="85314" y="74636"/>
                </a:cubicBezTo>
                <a:cubicBezTo>
                  <a:pt x="76680" y="74636"/>
                  <a:pt x="70470" y="79255"/>
                  <a:pt x="66683" y="88495"/>
                </a:cubicBezTo>
                <a:lnTo>
                  <a:pt x="66456" y="88495"/>
                </a:lnTo>
                <a:cubicBezTo>
                  <a:pt x="66456" y="85768"/>
                  <a:pt x="66608" y="82758"/>
                  <a:pt x="66911" y="79464"/>
                </a:cubicBezTo>
                <a:cubicBezTo>
                  <a:pt x="67214" y="76169"/>
                  <a:pt x="67706" y="72894"/>
                  <a:pt x="68387" y="69637"/>
                </a:cubicBezTo>
                <a:cubicBezTo>
                  <a:pt x="69069" y="66381"/>
                  <a:pt x="70016" y="63219"/>
                  <a:pt x="71228" y="60151"/>
                </a:cubicBezTo>
                <a:cubicBezTo>
                  <a:pt x="72439" y="57084"/>
                  <a:pt x="73916" y="54377"/>
                  <a:pt x="75658" y="52029"/>
                </a:cubicBezTo>
                <a:cubicBezTo>
                  <a:pt x="77400" y="49681"/>
                  <a:pt x="79482" y="47807"/>
                  <a:pt x="81906" y="46406"/>
                </a:cubicBezTo>
                <a:cubicBezTo>
                  <a:pt x="84329" y="45005"/>
                  <a:pt x="87132" y="44304"/>
                  <a:pt x="90312" y="44304"/>
                </a:cubicBezTo>
                <a:cubicBezTo>
                  <a:pt x="92660" y="44304"/>
                  <a:pt x="95121" y="44626"/>
                  <a:pt x="97696" y="45270"/>
                </a:cubicBezTo>
                <a:cubicBezTo>
                  <a:pt x="100271" y="45914"/>
                  <a:pt x="102619" y="46879"/>
                  <a:pt x="104740" y="48167"/>
                </a:cubicBezTo>
                <a:lnTo>
                  <a:pt x="104740" y="37602"/>
                </a:lnTo>
                <a:moveTo>
                  <a:pt x="83269" y="84292"/>
                </a:moveTo>
                <a:cubicBezTo>
                  <a:pt x="86223" y="84292"/>
                  <a:pt x="88722" y="84935"/>
                  <a:pt x="90767" y="86223"/>
                </a:cubicBezTo>
                <a:cubicBezTo>
                  <a:pt x="92812" y="87510"/>
                  <a:pt x="94440" y="89195"/>
                  <a:pt x="95652" y="91278"/>
                </a:cubicBezTo>
                <a:cubicBezTo>
                  <a:pt x="96863" y="93361"/>
                  <a:pt x="97734" y="95727"/>
                  <a:pt x="98264" y="98378"/>
                </a:cubicBezTo>
                <a:cubicBezTo>
                  <a:pt x="98795" y="101029"/>
                  <a:pt x="99060" y="103717"/>
                  <a:pt x="99060" y="106444"/>
                </a:cubicBezTo>
                <a:cubicBezTo>
                  <a:pt x="99060" y="109019"/>
                  <a:pt x="98757" y="111612"/>
                  <a:pt x="98151" y="114225"/>
                </a:cubicBezTo>
                <a:cubicBezTo>
                  <a:pt x="97545" y="116838"/>
                  <a:pt x="96617" y="119205"/>
                  <a:pt x="95368" y="121325"/>
                </a:cubicBezTo>
                <a:cubicBezTo>
                  <a:pt x="94118" y="123446"/>
                  <a:pt x="92509" y="125169"/>
                  <a:pt x="90540" y="126494"/>
                </a:cubicBezTo>
                <a:cubicBezTo>
                  <a:pt x="88571" y="127819"/>
                  <a:pt x="86185" y="128482"/>
                  <a:pt x="83383" y="128482"/>
                </a:cubicBezTo>
                <a:cubicBezTo>
                  <a:pt x="80429" y="128482"/>
                  <a:pt x="77930" y="127687"/>
                  <a:pt x="75885" y="126097"/>
                </a:cubicBezTo>
                <a:cubicBezTo>
                  <a:pt x="73840" y="124506"/>
                  <a:pt x="72155" y="122518"/>
                  <a:pt x="70830" y="120133"/>
                </a:cubicBezTo>
                <a:cubicBezTo>
                  <a:pt x="69505" y="117747"/>
                  <a:pt x="68539" y="115115"/>
                  <a:pt x="67933" y="112237"/>
                </a:cubicBezTo>
                <a:cubicBezTo>
                  <a:pt x="67327" y="109359"/>
                  <a:pt x="67024" y="106633"/>
                  <a:pt x="67024" y="104058"/>
                </a:cubicBezTo>
                <a:cubicBezTo>
                  <a:pt x="67024" y="101559"/>
                  <a:pt x="67384" y="99135"/>
                  <a:pt x="68103" y="96788"/>
                </a:cubicBezTo>
                <a:cubicBezTo>
                  <a:pt x="68823" y="94440"/>
                  <a:pt x="69864" y="92338"/>
                  <a:pt x="71228" y="90483"/>
                </a:cubicBezTo>
                <a:cubicBezTo>
                  <a:pt x="72591" y="88627"/>
                  <a:pt x="74276" y="87132"/>
                  <a:pt x="76283" y="85996"/>
                </a:cubicBezTo>
                <a:cubicBezTo>
                  <a:pt x="78290" y="84860"/>
                  <a:pt x="80618" y="84292"/>
                  <a:pt x="83269" y="842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➐">
            <a:extLst xmlns:a="http://schemas.openxmlformats.org/drawingml/2006/main">
              <a:ext uri="{FF2B5EF4-FFF2-40B4-BE49-F238E27FC236}">
                <a16:creationId xmlns:a16="http://schemas.microsoft.com/office/drawing/2014/main" id="{8AA98CA4-85C4-4FAC-9BE6-74BBE019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4407" y="1500789"/>
            <a:ext cx="168469" cy="168469"/>
          </a:xfrm>
          <a:custGeom xmlns:a="http://schemas.openxmlformats.org/drawingml/2006/main">
            <a:pathLst>
              <a:path w="168469" h="168469">
                <a:moveTo>
                  <a:pt x="0" y="84178"/>
                </a:moveTo>
                <a:cubicBezTo>
                  <a:pt x="0" y="76453"/>
                  <a:pt x="966" y="68993"/>
                  <a:pt x="2897" y="61799"/>
                </a:cubicBezTo>
                <a:cubicBezTo>
                  <a:pt x="4828" y="54604"/>
                  <a:pt x="7573" y="47901"/>
                  <a:pt x="11133" y="41691"/>
                </a:cubicBezTo>
                <a:cubicBezTo>
                  <a:pt x="14692" y="35481"/>
                  <a:pt x="18990" y="29801"/>
                  <a:pt x="24026" y="24651"/>
                </a:cubicBezTo>
                <a:cubicBezTo>
                  <a:pt x="29063" y="19501"/>
                  <a:pt x="34705" y="15109"/>
                  <a:pt x="40953" y="11474"/>
                </a:cubicBezTo>
                <a:cubicBezTo>
                  <a:pt x="47201" y="7838"/>
                  <a:pt x="53979" y="5017"/>
                  <a:pt x="61287" y="3010"/>
                </a:cubicBezTo>
                <a:cubicBezTo>
                  <a:pt x="68596" y="1003"/>
                  <a:pt x="76264" y="0"/>
                  <a:pt x="84291" y="0"/>
                </a:cubicBezTo>
                <a:cubicBezTo>
                  <a:pt x="92395" y="0"/>
                  <a:pt x="100101" y="1003"/>
                  <a:pt x="107409" y="3010"/>
                </a:cubicBezTo>
                <a:cubicBezTo>
                  <a:pt x="114717" y="5017"/>
                  <a:pt x="121496" y="7838"/>
                  <a:pt x="127744" y="11474"/>
                </a:cubicBezTo>
                <a:cubicBezTo>
                  <a:pt x="133992" y="15109"/>
                  <a:pt x="139615" y="19501"/>
                  <a:pt x="144613" y="24651"/>
                </a:cubicBezTo>
                <a:cubicBezTo>
                  <a:pt x="149612" y="29801"/>
                  <a:pt x="153891" y="35481"/>
                  <a:pt x="157450" y="41691"/>
                </a:cubicBezTo>
                <a:cubicBezTo>
                  <a:pt x="161010" y="47901"/>
                  <a:pt x="163736" y="54604"/>
                  <a:pt x="165629" y="61799"/>
                </a:cubicBezTo>
                <a:cubicBezTo>
                  <a:pt x="167523" y="68993"/>
                  <a:pt x="168469" y="76453"/>
                  <a:pt x="168469" y="84178"/>
                </a:cubicBezTo>
                <a:cubicBezTo>
                  <a:pt x="168469" y="91978"/>
                  <a:pt x="167523" y="99457"/>
                  <a:pt x="165629" y="106614"/>
                </a:cubicBezTo>
                <a:cubicBezTo>
                  <a:pt x="163736" y="113771"/>
                  <a:pt x="161010" y="120473"/>
                  <a:pt x="157450" y="126721"/>
                </a:cubicBezTo>
                <a:cubicBezTo>
                  <a:pt x="153891" y="132969"/>
                  <a:pt x="149612" y="138649"/>
                  <a:pt x="144613" y="143761"/>
                </a:cubicBezTo>
                <a:cubicBezTo>
                  <a:pt x="139615" y="148873"/>
                  <a:pt x="133992" y="153266"/>
                  <a:pt x="127744" y="156939"/>
                </a:cubicBezTo>
                <a:cubicBezTo>
                  <a:pt x="121496" y="160612"/>
                  <a:pt x="114717" y="163452"/>
                  <a:pt x="107409" y="165459"/>
                </a:cubicBezTo>
                <a:cubicBezTo>
                  <a:pt x="100101" y="167466"/>
                  <a:pt x="92395" y="168469"/>
                  <a:pt x="84291" y="168469"/>
                </a:cubicBezTo>
                <a:cubicBezTo>
                  <a:pt x="76188" y="168469"/>
                  <a:pt x="68501" y="167466"/>
                  <a:pt x="61231" y="165459"/>
                </a:cubicBezTo>
                <a:cubicBezTo>
                  <a:pt x="53960" y="163452"/>
                  <a:pt x="47201" y="160612"/>
                  <a:pt x="40953" y="156939"/>
                </a:cubicBezTo>
                <a:cubicBezTo>
                  <a:pt x="34705" y="153266"/>
                  <a:pt x="29063" y="148873"/>
                  <a:pt x="24026" y="143761"/>
                </a:cubicBezTo>
                <a:cubicBezTo>
                  <a:pt x="18990" y="138649"/>
                  <a:pt x="14692" y="132969"/>
                  <a:pt x="11133" y="126721"/>
                </a:cubicBezTo>
                <a:cubicBezTo>
                  <a:pt x="7573" y="120473"/>
                  <a:pt x="4828" y="113752"/>
                  <a:pt x="2897" y="106557"/>
                </a:cubicBezTo>
                <a:cubicBezTo>
                  <a:pt x="966" y="99362"/>
                  <a:pt x="0" y="91903"/>
                  <a:pt x="0" y="84178"/>
                </a:cubicBezTo>
                <a:moveTo>
                  <a:pt x="113600" y="38397"/>
                </a:moveTo>
                <a:lnTo>
                  <a:pt x="61231" y="38397"/>
                </a:lnTo>
                <a:lnTo>
                  <a:pt x="61231" y="48507"/>
                </a:lnTo>
                <a:lnTo>
                  <a:pt x="101218" y="48507"/>
                </a:lnTo>
                <a:cubicBezTo>
                  <a:pt x="97961" y="55248"/>
                  <a:pt x="94705" y="62139"/>
                  <a:pt x="91448" y="69183"/>
                </a:cubicBezTo>
                <a:cubicBezTo>
                  <a:pt x="88192" y="76226"/>
                  <a:pt x="85181" y="83421"/>
                  <a:pt x="82417" y="90767"/>
                </a:cubicBezTo>
                <a:cubicBezTo>
                  <a:pt x="79653" y="98113"/>
                  <a:pt x="77229" y="105573"/>
                  <a:pt x="75147" y="113146"/>
                </a:cubicBezTo>
                <a:cubicBezTo>
                  <a:pt x="73064" y="120719"/>
                  <a:pt x="71568" y="128368"/>
                  <a:pt x="70659" y="136093"/>
                </a:cubicBezTo>
                <a:lnTo>
                  <a:pt x="81906" y="136093"/>
                </a:lnTo>
                <a:cubicBezTo>
                  <a:pt x="83042" y="127914"/>
                  <a:pt x="84670" y="119905"/>
                  <a:pt x="86791" y="112067"/>
                </a:cubicBezTo>
                <a:cubicBezTo>
                  <a:pt x="88911" y="104228"/>
                  <a:pt x="91373" y="96503"/>
                  <a:pt x="94175" y="88892"/>
                </a:cubicBezTo>
                <a:cubicBezTo>
                  <a:pt x="96977" y="81281"/>
                  <a:pt x="100025" y="73821"/>
                  <a:pt x="103320" y="66513"/>
                </a:cubicBezTo>
                <a:cubicBezTo>
                  <a:pt x="106614" y="59205"/>
                  <a:pt x="110041" y="52029"/>
                  <a:pt x="113600" y="44986"/>
                </a:cubicBezTo>
                <a:lnTo>
                  <a:pt x="113600" y="383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585C14-1C04-4A36-830A-DB0BB819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936" y="91883"/>
            <a:ext cx="7763358" cy="498993"/>
          </a:xfrm>
          <a:custGeom xmlns:a="http://schemas.openxmlformats.org/drawingml/2006/main">
            <a:pathLst>
              <a:path w="7763358" h="498993" fill="none">
                <a:moveTo>
                  <a:pt x="0" y="498993"/>
                </a:moveTo>
                <a:cubicBezTo>
                  <a:pt x="0" y="498993"/>
                  <a:pt x="3596218" y="0"/>
                  <a:pt x="5679824" y="141991"/>
                </a:cubicBezTo>
                <a:lnTo>
                  <a:pt x="7763358" y="284007"/>
                </a:lnTo>
              </a:path>
            </a:pathLst>
          </a:custGeom>
          <a:noFill xmlns:a="http://schemas.openxmlformats.org/drawingml/2006/main"/>
          <a:ln xmlns:a="http://schemas.openxmlformats.org/drawingml/2006/main" w="9998" cap="flat">
            <a:solidFill>
              <a:srgbClr val="000000"/>
            </a:solidFill>
            <a:custDash>
              <a:ds d="200000" sp="100000"/>
            </a:custDash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463D93-F7C1-406A-80B8-A906C611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9920" y="326466"/>
            <a:ext cx="142385" cy="79808"/>
          </a:xfrm>
          <a:custGeom xmlns:a="http://schemas.openxmlformats.org/drawingml/2006/main">
            <a:pathLst>
              <a:path w="142385" h="79808">
                <a:moveTo>
                  <a:pt x="42588" y="42586"/>
                </a:moveTo>
                <a:lnTo>
                  <a:pt x="5390" y="0"/>
                </a:lnTo>
                <a:lnTo>
                  <a:pt x="142385" y="49411"/>
                </a:lnTo>
                <a:lnTo>
                  <a:pt x="0" y="79808"/>
                </a:lnTo>
                <a:lnTo>
                  <a:pt x="42588" y="42586"/>
                </a:lnTo>
                <a:close/>
                <a:moveTo>
                  <a:pt x="42588" y="425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DAEFF-EF01-4701-9CAE-15EF9474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9920" y="326466"/>
            <a:ext cx="142385" cy="79808"/>
          </a:xfrm>
          <a:custGeom xmlns:a="http://schemas.openxmlformats.org/drawingml/2006/main">
            <a:pathLst>
              <a:path w="142385" h="79808" fill="none">
                <a:moveTo>
                  <a:pt x="42588" y="42586"/>
                </a:moveTo>
                <a:lnTo>
                  <a:pt x="0" y="79808"/>
                </a:lnTo>
                <a:lnTo>
                  <a:pt x="142385" y="49411"/>
                </a:lnTo>
                <a:lnTo>
                  <a:pt x="5390" y="0"/>
                </a:lnTo>
                <a:lnTo>
                  <a:pt x="42588" y="42586"/>
                </a:lnTo>
                <a:close/>
                <a:moveTo>
                  <a:pt x="42588" y="42586"/>
                </a:moveTo>
              </a:path>
            </a:pathLst>
          </a:custGeom>
          <a:noFill xmlns:a="http://schemas.openxmlformats.org/drawingml/2006/main"/>
          <a:ln xmlns:a="http://schemas.openxmlformats.org/drawingml/2006/main" w="10664" cap="flat">
            <a:solidFill>
              <a:srgbClr val="000000"/>
            </a:solidFill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E83FDA-8BEF-4984-A083-6263B725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260" y="561989"/>
            <a:ext cx="827495" cy="304461"/>
          </a:xfrm>
          <a:custGeom xmlns:a="http://schemas.openxmlformats.org/drawingml/2006/main">
            <a:pathLst>
              <a:path w="827495" h="304461" fill="none">
                <a:moveTo>
                  <a:pt x="0" y="147493"/>
                </a:moveTo>
                <a:cubicBezTo>
                  <a:pt x="0" y="147493"/>
                  <a:pt x="427986" y="0"/>
                  <a:pt x="627728" y="152218"/>
                </a:cubicBezTo>
                <a:lnTo>
                  <a:pt x="827495" y="304461"/>
                </a:lnTo>
              </a:path>
            </a:pathLst>
          </a:custGeom>
          <a:noFill xmlns:a="http://schemas.openxmlformats.org/drawingml/2006/main"/>
          <a:ln xmlns:a="http://schemas.openxmlformats.org/drawingml/2006/main" w="10824" cap="flat">
            <a:solidFill>
              <a:srgbClr val="000000"/>
            </a:solidFill>
            <a:custDash>
              <a:ds d="200000" sp="100000"/>
            </a:custDash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1BF14B-B19F-4B2A-A50B-D5B590B6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011" y="740149"/>
            <a:ext cx="146726" cy="126305"/>
          </a:xfrm>
          <a:custGeom xmlns:a="http://schemas.openxmlformats.org/drawingml/2006/main">
            <a:pathLst>
              <a:path w="146726" h="126305">
                <a:moveTo>
                  <a:pt x="60663" y="60694"/>
                </a:moveTo>
                <a:lnTo>
                  <a:pt x="52439" y="0"/>
                </a:lnTo>
                <a:lnTo>
                  <a:pt x="146726" y="126305"/>
                </a:lnTo>
                <a:lnTo>
                  <a:pt x="0" y="68827"/>
                </a:lnTo>
                <a:lnTo>
                  <a:pt x="60663" y="60694"/>
                </a:lnTo>
                <a:close/>
                <a:moveTo>
                  <a:pt x="60663" y="6069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E0528A-037D-4817-B2DD-9AA967CA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011" y="740149"/>
            <a:ext cx="146726" cy="126305"/>
          </a:xfrm>
          <a:custGeom xmlns:a="http://schemas.openxmlformats.org/drawingml/2006/main">
            <a:pathLst>
              <a:path w="146726" h="126305" fill="none">
                <a:moveTo>
                  <a:pt x="60663" y="60694"/>
                </a:moveTo>
                <a:lnTo>
                  <a:pt x="0" y="68827"/>
                </a:lnTo>
                <a:lnTo>
                  <a:pt x="146726" y="126305"/>
                </a:lnTo>
                <a:lnTo>
                  <a:pt x="52439" y="0"/>
                </a:lnTo>
                <a:lnTo>
                  <a:pt x="60663" y="60694"/>
                </a:lnTo>
                <a:close/>
                <a:moveTo>
                  <a:pt x="60663" y="60694"/>
                </a:moveTo>
              </a:path>
            </a:pathLst>
          </a:custGeom>
          <a:noFill xmlns:a="http://schemas.openxmlformats.org/drawingml/2006/main"/>
          <a:ln xmlns:a="http://schemas.openxmlformats.org/drawingml/2006/main" w="11545" cap="flat">
            <a:solidFill>
              <a:srgbClr val="000000"/>
            </a:solidFill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6F6589-3790-4F0B-801E-B9EF28E2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018" y="233874"/>
            <a:ext cx="1398224" cy="513655"/>
          </a:xfrm>
          <a:custGeom xmlns:a="http://schemas.openxmlformats.org/drawingml/2006/main">
            <a:pathLst>
              <a:path w="1398224" h="513655" fill="none">
                <a:moveTo>
                  <a:pt x="0" y="0"/>
                </a:moveTo>
                <a:cubicBezTo>
                  <a:pt x="0" y="0"/>
                  <a:pt x="751471" y="38049"/>
                  <a:pt x="1074859" y="275864"/>
                </a:cubicBezTo>
                <a:lnTo>
                  <a:pt x="1398224" y="513655"/>
                </a:lnTo>
              </a:path>
            </a:pathLst>
          </a:custGeom>
          <a:noFill xmlns:a="http://schemas.openxmlformats.org/drawingml/2006/main"/>
          <a:ln xmlns:a="http://schemas.openxmlformats.org/drawingml/2006/main" w="10824" cap="flat">
            <a:solidFill>
              <a:srgbClr val="000000"/>
            </a:solidFill>
            <a:custDash>
              <a:ds d="200000" sp="100000"/>
            </a:custDash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27733B-F872-43BE-8EAB-0B207F38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563" y="622865"/>
            <a:ext cx="147695" cy="124680"/>
          </a:xfrm>
          <a:custGeom xmlns:a="http://schemas.openxmlformats.org/drawingml/2006/main">
            <a:pathLst>
              <a:path w="147695" h="124680">
                <a:moveTo>
                  <a:pt x="60510" y="60498"/>
                </a:moveTo>
                <a:lnTo>
                  <a:pt x="51303" y="0"/>
                </a:lnTo>
                <a:lnTo>
                  <a:pt x="147695" y="124680"/>
                </a:lnTo>
                <a:lnTo>
                  <a:pt x="0" y="69772"/>
                </a:lnTo>
                <a:lnTo>
                  <a:pt x="60510" y="60498"/>
                </a:lnTo>
                <a:close/>
                <a:moveTo>
                  <a:pt x="60510" y="604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44CDE5-571B-4574-8A5D-506D1955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563" y="622865"/>
            <a:ext cx="147695" cy="124680"/>
          </a:xfrm>
          <a:custGeom xmlns:a="http://schemas.openxmlformats.org/drawingml/2006/main">
            <a:pathLst>
              <a:path w="147695" h="124680" fill="none">
                <a:moveTo>
                  <a:pt x="60510" y="60498"/>
                </a:moveTo>
                <a:lnTo>
                  <a:pt x="0" y="69772"/>
                </a:lnTo>
                <a:lnTo>
                  <a:pt x="147695" y="124680"/>
                </a:lnTo>
                <a:lnTo>
                  <a:pt x="51303" y="0"/>
                </a:lnTo>
                <a:lnTo>
                  <a:pt x="60510" y="60498"/>
                </a:lnTo>
                <a:close/>
                <a:moveTo>
                  <a:pt x="60510" y="60498"/>
                </a:moveTo>
              </a:path>
            </a:pathLst>
          </a:custGeom>
          <a:noFill xmlns:a="http://schemas.openxmlformats.org/drawingml/2006/main"/>
          <a:ln xmlns:a="http://schemas.openxmlformats.org/drawingml/2006/main" w="11545" cap="flat">
            <a:solidFill>
              <a:srgbClr val="000000"/>
            </a:solidFill>
            <a:miter/>
          </a:ln>
        </p:spPr>
      </p:sp>
      <p:sp>
        <p:nvSpPr>
          <p:cNvPr id="124" name="Text Common">
            <a:extLst xmlns:a="http://schemas.openxmlformats.org/drawingml/2006/main">
              <a:ext uri="{FF2B5EF4-FFF2-40B4-BE49-F238E27FC236}">
                <a16:creationId xmlns:a16="http://schemas.microsoft.com/office/drawing/2014/main" id="{4BD4D42F-A7D1-4CBA-8907-5706896E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497" y="848585"/>
            <a:ext cx="803195" cy="150804"/>
          </a:xfrm>
          <a:custGeom xmlns:a="http://schemas.openxmlformats.org/drawingml/2006/main">
            <a:pathLst>
              <a:path w="803195" h="150804">
                <a:moveTo>
                  <a:pt x="123434" y="0"/>
                </a:moveTo>
                <a:lnTo>
                  <a:pt x="126735" y="48990"/>
                </a:lnTo>
                <a:lnTo>
                  <a:pt x="123434" y="48990"/>
                </a:lnTo>
                <a:cubicBezTo>
                  <a:pt x="119032" y="34255"/>
                  <a:pt x="112748" y="23650"/>
                  <a:pt x="104583" y="17173"/>
                </a:cubicBezTo>
                <a:cubicBezTo>
                  <a:pt x="96418" y="10694"/>
                  <a:pt x="86620" y="7455"/>
                  <a:pt x="75189" y="7455"/>
                </a:cubicBezTo>
                <a:cubicBezTo>
                  <a:pt x="65604" y="7455"/>
                  <a:pt x="56942" y="9889"/>
                  <a:pt x="49203" y="14757"/>
                </a:cubicBezTo>
                <a:cubicBezTo>
                  <a:pt x="41464" y="19623"/>
                  <a:pt x="35376" y="27385"/>
                  <a:pt x="30938" y="38044"/>
                </a:cubicBezTo>
                <a:cubicBezTo>
                  <a:pt x="26501" y="48703"/>
                  <a:pt x="24282" y="61955"/>
                  <a:pt x="24282" y="77802"/>
                </a:cubicBezTo>
                <a:cubicBezTo>
                  <a:pt x="24282" y="90875"/>
                  <a:pt x="26377" y="102208"/>
                  <a:pt x="30566" y="111802"/>
                </a:cubicBezTo>
                <a:cubicBezTo>
                  <a:pt x="34755" y="121394"/>
                  <a:pt x="41056" y="128748"/>
                  <a:pt x="49469" y="133864"/>
                </a:cubicBezTo>
                <a:cubicBezTo>
                  <a:pt x="57883" y="138981"/>
                  <a:pt x="67486" y="141539"/>
                  <a:pt x="78278" y="141539"/>
                </a:cubicBezTo>
                <a:cubicBezTo>
                  <a:pt x="87650" y="141539"/>
                  <a:pt x="95921" y="139533"/>
                  <a:pt x="103092" y="135522"/>
                </a:cubicBezTo>
                <a:cubicBezTo>
                  <a:pt x="110263" y="131510"/>
                  <a:pt x="118144" y="123540"/>
                  <a:pt x="126735" y="111612"/>
                </a:cubicBezTo>
                <a:lnTo>
                  <a:pt x="130037" y="113736"/>
                </a:lnTo>
                <a:cubicBezTo>
                  <a:pt x="122795" y="126553"/>
                  <a:pt x="114346" y="135937"/>
                  <a:pt x="104690" y="141885"/>
                </a:cubicBezTo>
                <a:cubicBezTo>
                  <a:pt x="95034" y="147831"/>
                  <a:pt x="83567" y="150804"/>
                  <a:pt x="70290" y="150804"/>
                </a:cubicBezTo>
                <a:cubicBezTo>
                  <a:pt x="46363" y="150804"/>
                  <a:pt x="27832" y="141942"/>
                  <a:pt x="14697" y="124216"/>
                </a:cubicBezTo>
                <a:cubicBezTo>
                  <a:pt x="4899" y="111030"/>
                  <a:pt x="0" y="95503"/>
                  <a:pt x="0" y="77635"/>
                </a:cubicBezTo>
                <a:cubicBezTo>
                  <a:pt x="0" y="63242"/>
                  <a:pt x="3231" y="50020"/>
                  <a:pt x="9692" y="37967"/>
                </a:cubicBezTo>
                <a:cubicBezTo>
                  <a:pt x="16153" y="25915"/>
                  <a:pt x="25045" y="16574"/>
                  <a:pt x="36370" y="9944"/>
                </a:cubicBezTo>
                <a:cubicBezTo>
                  <a:pt x="47694" y="3315"/>
                  <a:pt x="60066" y="0"/>
                  <a:pt x="73485" y="0"/>
                </a:cubicBezTo>
                <a:cubicBezTo>
                  <a:pt x="83922" y="0"/>
                  <a:pt x="94217" y="2556"/>
                  <a:pt x="104370" y="7668"/>
                </a:cubicBezTo>
                <a:cubicBezTo>
                  <a:pt x="107352" y="9230"/>
                  <a:pt x="109482" y="10011"/>
                  <a:pt x="110760" y="10011"/>
                </a:cubicBezTo>
                <a:cubicBezTo>
                  <a:pt x="112677" y="10011"/>
                  <a:pt x="114346" y="9337"/>
                  <a:pt x="115766" y="7988"/>
                </a:cubicBezTo>
                <a:cubicBezTo>
                  <a:pt x="117612" y="6071"/>
                  <a:pt x="118925" y="3408"/>
                  <a:pt x="119706" y="0"/>
                </a:cubicBezTo>
                <a:lnTo>
                  <a:pt x="123434" y="0"/>
                </a:lnTo>
                <a:close/>
                <a:moveTo>
                  <a:pt x="192130" y="47286"/>
                </a:moveTo>
                <a:cubicBezTo>
                  <a:pt x="206898" y="47286"/>
                  <a:pt x="218755" y="52890"/>
                  <a:pt x="227701" y="64097"/>
                </a:cubicBezTo>
                <a:cubicBezTo>
                  <a:pt x="235298" y="73670"/>
                  <a:pt x="239097" y="84664"/>
                  <a:pt x="239097" y="97078"/>
                </a:cubicBezTo>
                <a:cubicBezTo>
                  <a:pt x="239097" y="105803"/>
                  <a:pt x="237002" y="114633"/>
                  <a:pt x="232813" y="123570"/>
                </a:cubicBezTo>
                <a:cubicBezTo>
                  <a:pt x="228624" y="132505"/>
                  <a:pt x="222855" y="139243"/>
                  <a:pt x="215507" y="143782"/>
                </a:cubicBezTo>
                <a:cubicBezTo>
                  <a:pt x="208158" y="148322"/>
                  <a:pt x="199975" y="150591"/>
                  <a:pt x="190958" y="150591"/>
                </a:cubicBezTo>
                <a:cubicBezTo>
                  <a:pt x="176261" y="150591"/>
                  <a:pt x="164582" y="144739"/>
                  <a:pt x="155920" y="133036"/>
                </a:cubicBezTo>
                <a:cubicBezTo>
                  <a:pt x="148607" y="123178"/>
                  <a:pt x="144950" y="112114"/>
                  <a:pt x="144950" y="99844"/>
                </a:cubicBezTo>
                <a:cubicBezTo>
                  <a:pt x="144950" y="90907"/>
                  <a:pt x="147169" y="82023"/>
                  <a:pt x="151607" y="73192"/>
                </a:cubicBezTo>
                <a:cubicBezTo>
                  <a:pt x="156044" y="64362"/>
                  <a:pt x="161884" y="57836"/>
                  <a:pt x="169126" y="53616"/>
                </a:cubicBezTo>
                <a:cubicBezTo>
                  <a:pt x="176368" y="49396"/>
                  <a:pt x="184036" y="47286"/>
                  <a:pt x="192130" y="47286"/>
                </a:cubicBezTo>
                <a:moveTo>
                  <a:pt x="188828" y="54315"/>
                </a:moveTo>
                <a:cubicBezTo>
                  <a:pt x="185065" y="54315"/>
                  <a:pt x="181285" y="55432"/>
                  <a:pt x="177486" y="57667"/>
                </a:cubicBezTo>
                <a:cubicBezTo>
                  <a:pt x="173688" y="59901"/>
                  <a:pt x="170617" y="63819"/>
                  <a:pt x="168274" y="69422"/>
                </a:cubicBezTo>
                <a:cubicBezTo>
                  <a:pt x="165931" y="75024"/>
                  <a:pt x="164759" y="82222"/>
                  <a:pt x="164759" y="91015"/>
                </a:cubicBezTo>
                <a:cubicBezTo>
                  <a:pt x="164759" y="105197"/>
                  <a:pt x="167582" y="117430"/>
                  <a:pt x="173226" y="127714"/>
                </a:cubicBezTo>
                <a:cubicBezTo>
                  <a:pt x="178871" y="137996"/>
                  <a:pt x="186308" y="143136"/>
                  <a:pt x="195538" y="143136"/>
                </a:cubicBezTo>
                <a:cubicBezTo>
                  <a:pt x="202425" y="143136"/>
                  <a:pt x="208105" y="140300"/>
                  <a:pt x="212578" y="134626"/>
                </a:cubicBezTo>
                <a:cubicBezTo>
                  <a:pt x="217051" y="128953"/>
                  <a:pt x="219287" y="119203"/>
                  <a:pt x="219287" y="105375"/>
                </a:cubicBezTo>
                <a:cubicBezTo>
                  <a:pt x="219287" y="88071"/>
                  <a:pt x="215560" y="74455"/>
                  <a:pt x="208105" y="64526"/>
                </a:cubicBezTo>
                <a:cubicBezTo>
                  <a:pt x="203064" y="57719"/>
                  <a:pt x="196638" y="54315"/>
                  <a:pt x="188828" y="54315"/>
                </a:cubicBezTo>
                <a:close/>
                <a:moveTo>
                  <a:pt x="282441" y="68054"/>
                </a:moveTo>
                <a:cubicBezTo>
                  <a:pt x="289541" y="60954"/>
                  <a:pt x="293731" y="56871"/>
                  <a:pt x="295009" y="55806"/>
                </a:cubicBezTo>
                <a:cubicBezTo>
                  <a:pt x="298204" y="53108"/>
                  <a:pt x="301647" y="51014"/>
                  <a:pt x="305339" y="49523"/>
                </a:cubicBezTo>
                <a:cubicBezTo>
                  <a:pt x="309031" y="48032"/>
                  <a:pt x="312688" y="47286"/>
                  <a:pt x="316309" y="47286"/>
                </a:cubicBezTo>
                <a:cubicBezTo>
                  <a:pt x="322415" y="47286"/>
                  <a:pt x="327669" y="49061"/>
                  <a:pt x="332071" y="52611"/>
                </a:cubicBezTo>
                <a:cubicBezTo>
                  <a:pt x="336473" y="56161"/>
                  <a:pt x="339419" y="61309"/>
                  <a:pt x="340910" y="68054"/>
                </a:cubicBezTo>
                <a:cubicBezTo>
                  <a:pt x="348223" y="59534"/>
                  <a:pt x="354400" y="53942"/>
                  <a:pt x="359441" y="51280"/>
                </a:cubicBezTo>
                <a:cubicBezTo>
                  <a:pt x="364482" y="48617"/>
                  <a:pt x="369665" y="47286"/>
                  <a:pt x="374990" y="47286"/>
                </a:cubicBezTo>
                <a:cubicBezTo>
                  <a:pt x="380173" y="47286"/>
                  <a:pt x="384771" y="48615"/>
                  <a:pt x="388782" y="51273"/>
                </a:cubicBezTo>
                <a:cubicBezTo>
                  <a:pt x="392794" y="53929"/>
                  <a:pt x="395971" y="58268"/>
                  <a:pt x="398314" y="64290"/>
                </a:cubicBezTo>
                <a:cubicBezTo>
                  <a:pt x="399876" y="68399"/>
                  <a:pt x="400657" y="74845"/>
                  <a:pt x="400657" y="83629"/>
                </a:cubicBezTo>
                <a:lnTo>
                  <a:pt x="400657" y="125497"/>
                </a:lnTo>
                <a:cubicBezTo>
                  <a:pt x="400657" y="131590"/>
                  <a:pt x="401118" y="135770"/>
                  <a:pt x="402041" y="138038"/>
                </a:cubicBezTo>
                <a:cubicBezTo>
                  <a:pt x="402751" y="139595"/>
                  <a:pt x="404065" y="140923"/>
                  <a:pt x="405982" y="142022"/>
                </a:cubicBezTo>
                <a:cubicBezTo>
                  <a:pt x="407899" y="143120"/>
                  <a:pt x="411023" y="143669"/>
                  <a:pt x="415354" y="143669"/>
                </a:cubicBezTo>
                <a:lnTo>
                  <a:pt x="415354" y="147609"/>
                </a:lnTo>
                <a:lnTo>
                  <a:pt x="367216" y="147609"/>
                </a:lnTo>
                <a:lnTo>
                  <a:pt x="367216" y="143669"/>
                </a:lnTo>
                <a:lnTo>
                  <a:pt x="369239" y="143669"/>
                </a:lnTo>
                <a:cubicBezTo>
                  <a:pt x="373428" y="143669"/>
                  <a:pt x="376694" y="142857"/>
                  <a:pt x="379037" y="141233"/>
                </a:cubicBezTo>
                <a:cubicBezTo>
                  <a:pt x="380670" y="140101"/>
                  <a:pt x="381842" y="138300"/>
                  <a:pt x="382552" y="135828"/>
                </a:cubicBezTo>
                <a:cubicBezTo>
                  <a:pt x="382836" y="134628"/>
                  <a:pt x="382978" y="131202"/>
                  <a:pt x="382978" y="125551"/>
                </a:cubicBezTo>
                <a:lnTo>
                  <a:pt x="382978" y="83802"/>
                </a:lnTo>
                <a:cubicBezTo>
                  <a:pt x="382978" y="75890"/>
                  <a:pt x="382019" y="70310"/>
                  <a:pt x="380102" y="67062"/>
                </a:cubicBezTo>
                <a:cubicBezTo>
                  <a:pt x="377333" y="62540"/>
                  <a:pt x="372896" y="60279"/>
                  <a:pt x="366790" y="60279"/>
                </a:cubicBezTo>
                <a:cubicBezTo>
                  <a:pt x="363027" y="60279"/>
                  <a:pt x="359246" y="61216"/>
                  <a:pt x="355447" y="63088"/>
                </a:cubicBezTo>
                <a:cubicBezTo>
                  <a:pt x="351649" y="64959"/>
                  <a:pt x="347052" y="68438"/>
                  <a:pt x="341656" y="73525"/>
                </a:cubicBezTo>
                <a:lnTo>
                  <a:pt x="341443" y="74690"/>
                </a:lnTo>
                <a:lnTo>
                  <a:pt x="341656" y="79246"/>
                </a:lnTo>
                <a:lnTo>
                  <a:pt x="341656" y="125551"/>
                </a:lnTo>
                <a:cubicBezTo>
                  <a:pt x="341656" y="132191"/>
                  <a:pt x="342028" y="136324"/>
                  <a:pt x="342774" y="137948"/>
                </a:cubicBezTo>
                <a:cubicBezTo>
                  <a:pt x="343519" y="139572"/>
                  <a:pt x="344922" y="140932"/>
                  <a:pt x="346981" y="142028"/>
                </a:cubicBezTo>
                <a:cubicBezTo>
                  <a:pt x="349040" y="143122"/>
                  <a:pt x="352554" y="143669"/>
                  <a:pt x="357524" y="143669"/>
                </a:cubicBezTo>
                <a:lnTo>
                  <a:pt x="357524" y="147609"/>
                </a:lnTo>
                <a:lnTo>
                  <a:pt x="308215" y="147609"/>
                </a:lnTo>
                <a:lnTo>
                  <a:pt x="308215" y="143669"/>
                </a:lnTo>
                <a:cubicBezTo>
                  <a:pt x="313611" y="143669"/>
                  <a:pt x="317320" y="143033"/>
                  <a:pt x="319344" y="141762"/>
                </a:cubicBezTo>
                <a:cubicBezTo>
                  <a:pt x="321367" y="140491"/>
                  <a:pt x="322770" y="138584"/>
                  <a:pt x="323551" y="136041"/>
                </a:cubicBezTo>
                <a:cubicBezTo>
                  <a:pt x="323906" y="134838"/>
                  <a:pt x="324083" y="131342"/>
                  <a:pt x="324083" y="125551"/>
                </a:cubicBezTo>
                <a:lnTo>
                  <a:pt x="324083" y="83802"/>
                </a:lnTo>
                <a:cubicBezTo>
                  <a:pt x="324083" y="75890"/>
                  <a:pt x="322912" y="70204"/>
                  <a:pt x="320569" y="66742"/>
                </a:cubicBezTo>
                <a:cubicBezTo>
                  <a:pt x="317445" y="62221"/>
                  <a:pt x="313078" y="59960"/>
                  <a:pt x="307469" y="59960"/>
                </a:cubicBezTo>
                <a:cubicBezTo>
                  <a:pt x="303635" y="59960"/>
                  <a:pt x="299837" y="60984"/>
                  <a:pt x="296074" y="63032"/>
                </a:cubicBezTo>
                <a:cubicBezTo>
                  <a:pt x="290180" y="66140"/>
                  <a:pt x="285636" y="69637"/>
                  <a:pt x="282441" y="73522"/>
                </a:cubicBezTo>
                <a:lnTo>
                  <a:pt x="282441" y="125551"/>
                </a:lnTo>
                <a:cubicBezTo>
                  <a:pt x="282441" y="131907"/>
                  <a:pt x="282885" y="136040"/>
                  <a:pt x="283773" y="137948"/>
                </a:cubicBezTo>
                <a:cubicBezTo>
                  <a:pt x="284660" y="139854"/>
                  <a:pt x="285974" y="141284"/>
                  <a:pt x="287713" y="142238"/>
                </a:cubicBezTo>
                <a:cubicBezTo>
                  <a:pt x="289453" y="143192"/>
                  <a:pt x="292985" y="143669"/>
                  <a:pt x="298310" y="143669"/>
                </a:cubicBezTo>
                <a:lnTo>
                  <a:pt x="298310" y="147609"/>
                </a:lnTo>
                <a:lnTo>
                  <a:pt x="250065" y="147609"/>
                </a:lnTo>
                <a:lnTo>
                  <a:pt x="250065" y="143669"/>
                </a:lnTo>
                <a:cubicBezTo>
                  <a:pt x="254538" y="143669"/>
                  <a:pt x="257662" y="143191"/>
                  <a:pt x="259437" y="142235"/>
                </a:cubicBezTo>
                <a:cubicBezTo>
                  <a:pt x="261212" y="141278"/>
                  <a:pt x="262561" y="139755"/>
                  <a:pt x="263484" y="137665"/>
                </a:cubicBezTo>
                <a:cubicBezTo>
                  <a:pt x="264407" y="135575"/>
                  <a:pt x="264869" y="131519"/>
                  <a:pt x="264869" y="125497"/>
                </a:cubicBezTo>
                <a:lnTo>
                  <a:pt x="264869" y="88305"/>
                </a:lnTo>
                <a:cubicBezTo>
                  <a:pt x="264869" y="77607"/>
                  <a:pt x="264549" y="70700"/>
                  <a:pt x="263910" y="67584"/>
                </a:cubicBezTo>
                <a:cubicBezTo>
                  <a:pt x="263413" y="65246"/>
                  <a:pt x="262632" y="63634"/>
                  <a:pt x="261567" y="62749"/>
                </a:cubicBezTo>
                <a:cubicBezTo>
                  <a:pt x="260502" y="61863"/>
                  <a:pt x="259047" y="61421"/>
                  <a:pt x="257201" y="61421"/>
                </a:cubicBezTo>
                <a:cubicBezTo>
                  <a:pt x="255213" y="61421"/>
                  <a:pt x="252834" y="61952"/>
                  <a:pt x="250065" y="63015"/>
                </a:cubicBezTo>
                <a:lnTo>
                  <a:pt x="248468" y="59188"/>
                </a:lnTo>
                <a:lnTo>
                  <a:pt x="277862" y="47286"/>
                </a:lnTo>
                <a:lnTo>
                  <a:pt x="282441" y="47286"/>
                </a:lnTo>
                <a:lnTo>
                  <a:pt x="282441" y="68054"/>
                </a:lnTo>
                <a:close/>
                <a:moveTo>
                  <a:pt x="452133" y="68054"/>
                </a:moveTo>
                <a:cubicBezTo>
                  <a:pt x="459233" y="60954"/>
                  <a:pt x="463422" y="56871"/>
                  <a:pt x="464700" y="55806"/>
                </a:cubicBezTo>
                <a:cubicBezTo>
                  <a:pt x="467895" y="53108"/>
                  <a:pt x="471339" y="51014"/>
                  <a:pt x="475031" y="49523"/>
                </a:cubicBezTo>
                <a:cubicBezTo>
                  <a:pt x="478723" y="48032"/>
                  <a:pt x="482379" y="47286"/>
                  <a:pt x="486000" y="47286"/>
                </a:cubicBezTo>
                <a:cubicBezTo>
                  <a:pt x="492106" y="47286"/>
                  <a:pt x="497360" y="49061"/>
                  <a:pt x="501762" y="52611"/>
                </a:cubicBezTo>
                <a:cubicBezTo>
                  <a:pt x="506164" y="56161"/>
                  <a:pt x="509111" y="61309"/>
                  <a:pt x="510602" y="68054"/>
                </a:cubicBezTo>
                <a:cubicBezTo>
                  <a:pt x="517915" y="59534"/>
                  <a:pt x="524092" y="53942"/>
                  <a:pt x="529133" y="51280"/>
                </a:cubicBezTo>
                <a:cubicBezTo>
                  <a:pt x="534174" y="48617"/>
                  <a:pt x="539357" y="47286"/>
                  <a:pt x="544682" y="47286"/>
                </a:cubicBezTo>
                <a:cubicBezTo>
                  <a:pt x="549865" y="47286"/>
                  <a:pt x="554462" y="48615"/>
                  <a:pt x="558474" y="51273"/>
                </a:cubicBezTo>
                <a:cubicBezTo>
                  <a:pt x="562485" y="53929"/>
                  <a:pt x="565663" y="58268"/>
                  <a:pt x="568006" y="64290"/>
                </a:cubicBezTo>
                <a:cubicBezTo>
                  <a:pt x="569568" y="68399"/>
                  <a:pt x="570349" y="74845"/>
                  <a:pt x="570349" y="83629"/>
                </a:cubicBezTo>
                <a:lnTo>
                  <a:pt x="570349" y="125497"/>
                </a:lnTo>
                <a:cubicBezTo>
                  <a:pt x="570349" y="131590"/>
                  <a:pt x="570810" y="135770"/>
                  <a:pt x="571733" y="138038"/>
                </a:cubicBezTo>
                <a:cubicBezTo>
                  <a:pt x="572443" y="139595"/>
                  <a:pt x="573757" y="140923"/>
                  <a:pt x="575674" y="142022"/>
                </a:cubicBezTo>
                <a:cubicBezTo>
                  <a:pt x="577591" y="143120"/>
                  <a:pt x="580715" y="143669"/>
                  <a:pt x="585046" y="143669"/>
                </a:cubicBezTo>
                <a:lnTo>
                  <a:pt x="585046" y="147609"/>
                </a:lnTo>
                <a:lnTo>
                  <a:pt x="536908" y="147609"/>
                </a:lnTo>
                <a:lnTo>
                  <a:pt x="536908" y="143669"/>
                </a:lnTo>
                <a:lnTo>
                  <a:pt x="538931" y="143669"/>
                </a:lnTo>
                <a:cubicBezTo>
                  <a:pt x="543120" y="143669"/>
                  <a:pt x="546386" y="142857"/>
                  <a:pt x="548729" y="141233"/>
                </a:cubicBezTo>
                <a:cubicBezTo>
                  <a:pt x="550362" y="140101"/>
                  <a:pt x="551534" y="138300"/>
                  <a:pt x="552244" y="135828"/>
                </a:cubicBezTo>
                <a:cubicBezTo>
                  <a:pt x="552528" y="134628"/>
                  <a:pt x="552670" y="131202"/>
                  <a:pt x="552670" y="125551"/>
                </a:cubicBezTo>
                <a:lnTo>
                  <a:pt x="552670" y="83802"/>
                </a:lnTo>
                <a:cubicBezTo>
                  <a:pt x="552670" y="75890"/>
                  <a:pt x="551711" y="70310"/>
                  <a:pt x="549794" y="67062"/>
                </a:cubicBezTo>
                <a:cubicBezTo>
                  <a:pt x="547025" y="62540"/>
                  <a:pt x="542588" y="60279"/>
                  <a:pt x="536482" y="60279"/>
                </a:cubicBezTo>
                <a:cubicBezTo>
                  <a:pt x="532719" y="60279"/>
                  <a:pt x="528938" y="61216"/>
                  <a:pt x="525139" y="63088"/>
                </a:cubicBezTo>
                <a:cubicBezTo>
                  <a:pt x="521341" y="64959"/>
                  <a:pt x="516743" y="68438"/>
                  <a:pt x="511347" y="73525"/>
                </a:cubicBezTo>
                <a:lnTo>
                  <a:pt x="511134" y="74690"/>
                </a:lnTo>
                <a:lnTo>
                  <a:pt x="511347" y="79246"/>
                </a:lnTo>
                <a:lnTo>
                  <a:pt x="511347" y="125551"/>
                </a:lnTo>
                <a:cubicBezTo>
                  <a:pt x="511347" y="132191"/>
                  <a:pt x="511720" y="136324"/>
                  <a:pt x="512466" y="137948"/>
                </a:cubicBezTo>
                <a:cubicBezTo>
                  <a:pt x="513211" y="139572"/>
                  <a:pt x="514613" y="140932"/>
                  <a:pt x="516672" y="142028"/>
                </a:cubicBezTo>
                <a:cubicBezTo>
                  <a:pt x="518731" y="143122"/>
                  <a:pt x="522246" y="143669"/>
                  <a:pt x="527216" y="143669"/>
                </a:cubicBezTo>
                <a:lnTo>
                  <a:pt x="527216" y="147609"/>
                </a:lnTo>
                <a:lnTo>
                  <a:pt x="477906" y="147609"/>
                </a:lnTo>
                <a:lnTo>
                  <a:pt x="477906" y="143669"/>
                </a:lnTo>
                <a:cubicBezTo>
                  <a:pt x="483302" y="143669"/>
                  <a:pt x="487012" y="143033"/>
                  <a:pt x="489036" y="141762"/>
                </a:cubicBezTo>
                <a:cubicBezTo>
                  <a:pt x="491059" y="140491"/>
                  <a:pt x="492461" y="138584"/>
                  <a:pt x="493242" y="136041"/>
                </a:cubicBezTo>
                <a:cubicBezTo>
                  <a:pt x="493597" y="134838"/>
                  <a:pt x="493775" y="131342"/>
                  <a:pt x="493775" y="125551"/>
                </a:cubicBezTo>
                <a:lnTo>
                  <a:pt x="493775" y="83802"/>
                </a:lnTo>
                <a:cubicBezTo>
                  <a:pt x="493775" y="75890"/>
                  <a:pt x="492603" y="70204"/>
                  <a:pt x="490260" y="66742"/>
                </a:cubicBezTo>
                <a:cubicBezTo>
                  <a:pt x="487136" y="62221"/>
                  <a:pt x="482770" y="59960"/>
                  <a:pt x="477161" y="59960"/>
                </a:cubicBezTo>
                <a:cubicBezTo>
                  <a:pt x="473327" y="59960"/>
                  <a:pt x="469528" y="60984"/>
                  <a:pt x="465765" y="63032"/>
                </a:cubicBezTo>
                <a:cubicBezTo>
                  <a:pt x="459872" y="66140"/>
                  <a:pt x="455328" y="69637"/>
                  <a:pt x="452133" y="73522"/>
                </a:cubicBezTo>
                <a:lnTo>
                  <a:pt x="452133" y="125551"/>
                </a:lnTo>
                <a:cubicBezTo>
                  <a:pt x="452133" y="131907"/>
                  <a:pt x="452577" y="136040"/>
                  <a:pt x="453465" y="137948"/>
                </a:cubicBezTo>
                <a:cubicBezTo>
                  <a:pt x="454352" y="139854"/>
                  <a:pt x="455666" y="141284"/>
                  <a:pt x="457405" y="142238"/>
                </a:cubicBezTo>
                <a:cubicBezTo>
                  <a:pt x="459145" y="143192"/>
                  <a:pt x="462677" y="143669"/>
                  <a:pt x="468002" y="143669"/>
                </a:cubicBezTo>
                <a:lnTo>
                  <a:pt x="468002" y="147609"/>
                </a:lnTo>
                <a:lnTo>
                  <a:pt x="419757" y="147609"/>
                </a:lnTo>
                <a:lnTo>
                  <a:pt x="419757" y="143669"/>
                </a:lnTo>
                <a:cubicBezTo>
                  <a:pt x="424230" y="143669"/>
                  <a:pt x="427354" y="143191"/>
                  <a:pt x="429129" y="142235"/>
                </a:cubicBezTo>
                <a:cubicBezTo>
                  <a:pt x="430904" y="141278"/>
                  <a:pt x="432253" y="139755"/>
                  <a:pt x="433176" y="137665"/>
                </a:cubicBezTo>
                <a:cubicBezTo>
                  <a:pt x="434099" y="135575"/>
                  <a:pt x="434561" y="131519"/>
                  <a:pt x="434561" y="125497"/>
                </a:cubicBezTo>
                <a:lnTo>
                  <a:pt x="434561" y="88305"/>
                </a:lnTo>
                <a:cubicBezTo>
                  <a:pt x="434561" y="77607"/>
                  <a:pt x="434241" y="70700"/>
                  <a:pt x="433602" y="67584"/>
                </a:cubicBezTo>
                <a:cubicBezTo>
                  <a:pt x="433105" y="65246"/>
                  <a:pt x="432324" y="63634"/>
                  <a:pt x="431259" y="62749"/>
                </a:cubicBezTo>
                <a:cubicBezTo>
                  <a:pt x="430194" y="61863"/>
                  <a:pt x="428739" y="61421"/>
                  <a:pt x="426893" y="61421"/>
                </a:cubicBezTo>
                <a:cubicBezTo>
                  <a:pt x="424905" y="61421"/>
                  <a:pt x="422526" y="61952"/>
                  <a:pt x="419757" y="63015"/>
                </a:cubicBezTo>
                <a:lnTo>
                  <a:pt x="418160" y="59188"/>
                </a:lnTo>
                <a:lnTo>
                  <a:pt x="447554" y="47286"/>
                </a:lnTo>
                <a:lnTo>
                  <a:pt x="452133" y="47286"/>
                </a:lnTo>
                <a:lnTo>
                  <a:pt x="452133" y="68054"/>
                </a:lnTo>
                <a:close/>
                <a:moveTo>
                  <a:pt x="640569" y="47286"/>
                </a:moveTo>
                <a:cubicBezTo>
                  <a:pt x="655337" y="47286"/>
                  <a:pt x="667194" y="52890"/>
                  <a:pt x="676140" y="64097"/>
                </a:cubicBezTo>
                <a:cubicBezTo>
                  <a:pt x="683738" y="73670"/>
                  <a:pt x="687536" y="84664"/>
                  <a:pt x="687536" y="97078"/>
                </a:cubicBezTo>
                <a:cubicBezTo>
                  <a:pt x="687536" y="105803"/>
                  <a:pt x="685442" y="114633"/>
                  <a:pt x="681253" y="123570"/>
                </a:cubicBezTo>
                <a:cubicBezTo>
                  <a:pt x="677064" y="132505"/>
                  <a:pt x="671295" y="139243"/>
                  <a:pt x="663946" y="143782"/>
                </a:cubicBezTo>
                <a:cubicBezTo>
                  <a:pt x="656598" y="148322"/>
                  <a:pt x="648415" y="150591"/>
                  <a:pt x="639398" y="150591"/>
                </a:cubicBezTo>
                <a:cubicBezTo>
                  <a:pt x="624701" y="150591"/>
                  <a:pt x="613021" y="144739"/>
                  <a:pt x="604359" y="133036"/>
                </a:cubicBezTo>
                <a:cubicBezTo>
                  <a:pt x="597046" y="123178"/>
                  <a:pt x="593390" y="112114"/>
                  <a:pt x="593390" y="99844"/>
                </a:cubicBezTo>
                <a:cubicBezTo>
                  <a:pt x="593390" y="90907"/>
                  <a:pt x="595608" y="82023"/>
                  <a:pt x="600046" y="73192"/>
                </a:cubicBezTo>
                <a:cubicBezTo>
                  <a:pt x="604484" y="64362"/>
                  <a:pt x="610323" y="57836"/>
                  <a:pt x="617565" y="53616"/>
                </a:cubicBezTo>
                <a:cubicBezTo>
                  <a:pt x="624807" y="49396"/>
                  <a:pt x="632475" y="47286"/>
                  <a:pt x="640569" y="47286"/>
                </a:cubicBezTo>
                <a:moveTo>
                  <a:pt x="637268" y="54315"/>
                </a:moveTo>
                <a:cubicBezTo>
                  <a:pt x="633505" y="54315"/>
                  <a:pt x="629724" y="55432"/>
                  <a:pt x="625926" y="57667"/>
                </a:cubicBezTo>
                <a:cubicBezTo>
                  <a:pt x="622127" y="59901"/>
                  <a:pt x="619056" y="63819"/>
                  <a:pt x="616713" y="69422"/>
                </a:cubicBezTo>
                <a:cubicBezTo>
                  <a:pt x="614370" y="75024"/>
                  <a:pt x="613199" y="82222"/>
                  <a:pt x="613199" y="91015"/>
                </a:cubicBezTo>
                <a:cubicBezTo>
                  <a:pt x="613199" y="105197"/>
                  <a:pt x="616021" y="117430"/>
                  <a:pt x="621666" y="127714"/>
                </a:cubicBezTo>
                <a:cubicBezTo>
                  <a:pt x="627310" y="137996"/>
                  <a:pt x="634747" y="143136"/>
                  <a:pt x="643977" y="143136"/>
                </a:cubicBezTo>
                <a:cubicBezTo>
                  <a:pt x="650864" y="143136"/>
                  <a:pt x="656544" y="140300"/>
                  <a:pt x="661017" y="134626"/>
                </a:cubicBezTo>
                <a:cubicBezTo>
                  <a:pt x="665490" y="128953"/>
                  <a:pt x="667727" y="119203"/>
                  <a:pt x="667727" y="105375"/>
                </a:cubicBezTo>
                <a:cubicBezTo>
                  <a:pt x="667727" y="88071"/>
                  <a:pt x="663999" y="74455"/>
                  <a:pt x="656544" y="64526"/>
                </a:cubicBezTo>
                <a:cubicBezTo>
                  <a:pt x="651503" y="57719"/>
                  <a:pt x="645078" y="54315"/>
                  <a:pt x="637268" y="54315"/>
                </a:cubicBezTo>
                <a:close/>
                <a:moveTo>
                  <a:pt x="730348" y="67947"/>
                </a:moveTo>
                <a:cubicBezTo>
                  <a:pt x="741779" y="54173"/>
                  <a:pt x="752678" y="47286"/>
                  <a:pt x="763044" y="47286"/>
                </a:cubicBezTo>
                <a:cubicBezTo>
                  <a:pt x="768369" y="47286"/>
                  <a:pt x="772949" y="48615"/>
                  <a:pt x="776783" y="51273"/>
                </a:cubicBezTo>
                <a:cubicBezTo>
                  <a:pt x="780617" y="53929"/>
                  <a:pt x="783670" y="58303"/>
                  <a:pt x="785942" y="64396"/>
                </a:cubicBezTo>
                <a:cubicBezTo>
                  <a:pt x="787504" y="68645"/>
                  <a:pt x="788285" y="75163"/>
                  <a:pt x="788285" y="83949"/>
                </a:cubicBezTo>
                <a:lnTo>
                  <a:pt x="788285" y="125497"/>
                </a:lnTo>
                <a:cubicBezTo>
                  <a:pt x="788285" y="131661"/>
                  <a:pt x="788782" y="135841"/>
                  <a:pt x="789776" y="138038"/>
                </a:cubicBezTo>
                <a:cubicBezTo>
                  <a:pt x="790557" y="139808"/>
                  <a:pt x="791817" y="141189"/>
                  <a:pt x="793556" y="142181"/>
                </a:cubicBezTo>
                <a:cubicBezTo>
                  <a:pt x="795296" y="143173"/>
                  <a:pt x="798509" y="143669"/>
                  <a:pt x="803195" y="143669"/>
                </a:cubicBezTo>
                <a:lnTo>
                  <a:pt x="803195" y="147609"/>
                </a:lnTo>
                <a:lnTo>
                  <a:pt x="754950" y="147609"/>
                </a:lnTo>
                <a:lnTo>
                  <a:pt x="754950" y="143669"/>
                </a:lnTo>
                <a:lnTo>
                  <a:pt x="756974" y="143669"/>
                </a:lnTo>
                <a:cubicBezTo>
                  <a:pt x="761518" y="143669"/>
                  <a:pt x="764695" y="142980"/>
                  <a:pt x="766505" y="141602"/>
                </a:cubicBezTo>
                <a:cubicBezTo>
                  <a:pt x="768316" y="140224"/>
                  <a:pt x="769576" y="138194"/>
                  <a:pt x="770286" y="135512"/>
                </a:cubicBezTo>
                <a:cubicBezTo>
                  <a:pt x="770570" y="134451"/>
                  <a:pt x="770712" y="131131"/>
                  <a:pt x="770712" y="125551"/>
                </a:cubicBezTo>
                <a:lnTo>
                  <a:pt x="770712" y="85816"/>
                </a:lnTo>
                <a:cubicBezTo>
                  <a:pt x="770712" y="76988"/>
                  <a:pt x="769558" y="70578"/>
                  <a:pt x="767251" y="66586"/>
                </a:cubicBezTo>
                <a:cubicBezTo>
                  <a:pt x="764943" y="62594"/>
                  <a:pt x="761056" y="60599"/>
                  <a:pt x="755589" y="60599"/>
                </a:cubicBezTo>
                <a:cubicBezTo>
                  <a:pt x="747140" y="60599"/>
                  <a:pt x="738726" y="65190"/>
                  <a:pt x="730348" y="74374"/>
                </a:cubicBezTo>
                <a:lnTo>
                  <a:pt x="730348" y="125551"/>
                </a:lnTo>
                <a:cubicBezTo>
                  <a:pt x="730348" y="132120"/>
                  <a:pt x="730739" y="136182"/>
                  <a:pt x="731520" y="137735"/>
                </a:cubicBezTo>
                <a:cubicBezTo>
                  <a:pt x="732514" y="139783"/>
                  <a:pt x="733881" y="141284"/>
                  <a:pt x="735620" y="142238"/>
                </a:cubicBezTo>
                <a:cubicBezTo>
                  <a:pt x="737360" y="143192"/>
                  <a:pt x="740892" y="143669"/>
                  <a:pt x="746217" y="143669"/>
                </a:cubicBezTo>
                <a:lnTo>
                  <a:pt x="746217" y="147609"/>
                </a:lnTo>
                <a:lnTo>
                  <a:pt x="697972" y="147609"/>
                </a:lnTo>
                <a:lnTo>
                  <a:pt x="697972" y="143669"/>
                </a:lnTo>
                <a:lnTo>
                  <a:pt x="700102" y="143669"/>
                </a:lnTo>
                <a:cubicBezTo>
                  <a:pt x="705072" y="143669"/>
                  <a:pt x="708427" y="142412"/>
                  <a:pt x="710167" y="139898"/>
                </a:cubicBezTo>
                <a:cubicBezTo>
                  <a:pt x="711906" y="137382"/>
                  <a:pt x="712776" y="132582"/>
                  <a:pt x="712776" y="125497"/>
                </a:cubicBezTo>
                <a:lnTo>
                  <a:pt x="712776" y="89367"/>
                </a:lnTo>
                <a:cubicBezTo>
                  <a:pt x="712776" y="77679"/>
                  <a:pt x="712510" y="70560"/>
                  <a:pt x="711977" y="68010"/>
                </a:cubicBezTo>
                <a:cubicBezTo>
                  <a:pt x="711445" y="65459"/>
                  <a:pt x="710628" y="63723"/>
                  <a:pt x="709528" y="62802"/>
                </a:cubicBezTo>
                <a:cubicBezTo>
                  <a:pt x="708427" y="61881"/>
                  <a:pt x="706954" y="61421"/>
                  <a:pt x="705108" y="61421"/>
                </a:cubicBezTo>
                <a:cubicBezTo>
                  <a:pt x="703120" y="61421"/>
                  <a:pt x="700741" y="61952"/>
                  <a:pt x="697972" y="63015"/>
                </a:cubicBezTo>
                <a:lnTo>
                  <a:pt x="696375" y="59188"/>
                </a:lnTo>
                <a:lnTo>
                  <a:pt x="725769" y="47286"/>
                </a:lnTo>
                <a:lnTo>
                  <a:pt x="730348" y="47286"/>
                </a:lnTo>
                <a:lnTo>
                  <a:pt x="730348" y="679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Crashing">
            <a:extLst xmlns:a="http://schemas.openxmlformats.org/drawingml/2006/main">
              <a:ext uri="{FF2B5EF4-FFF2-40B4-BE49-F238E27FC236}">
                <a16:creationId xmlns:a16="http://schemas.microsoft.com/office/drawing/2014/main" id="{2971E349-FAEC-4CC7-9D8C-CA454659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692" y="1117391"/>
            <a:ext cx="775785" cy="198517"/>
          </a:xfrm>
          <a:custGeom xmlns:a="http://schemas.openxmlformats.org/drawingml/2006/main">
            <a:pathLst>
              <a:path w="775785" h="198517">
                <a:moveTo>
                  <a:pt x="123434" y="3834"/>
                </a:moveTo>
                <a:lnTo>
                  <a:pt x="126735" y="52824"/>
                </a:lnTo>
                <a:lnTo>
                  <a:pt x="123434" y="52824"/>
                </a:lnTo>
                <a:cubicBezTo>
                  <a:pt x="119032" y="38089"/>
                  <a:pt x="112748" y="27484"/>
                  <a:pt x="104583" y="21007"/>
                </a:cubicBezTo>
                <a:cubicBezTo>
                  <a:pt x="96418" y="14528"/>
                  <a:pt x="86620" y="11289"/>
                  <a:pt x="75189" y="11289"/>
                </a:cubicBezTo>
                <a:cubicBezTo>
                  <a:pt x="65604" y="11289"/>
                  <a:pt x="56942" y="13723"/>
                  <a:pt x="49203" y="18591"/>
                </a:cubicBezTo>
                <a:cubicBezTo>
                  <a:pt x="41464" y="23457"/>
                  <a:pt x="35376" y="31219"/>
                  <a:pt x="30938" y="41878"/>
                </a:cubicBezTo>
                <a:cubicBezTo>
                  <a:pt x="26501" y="52537"/>
                  <a:pt x="24282" y="65789"/>
                  <a:pt x="24282" y="81636"/>
                </a:cubicBezTo>
                <a:cubicBezTo>
                  <a:pt x="24282" y="94709"/>
                  <a:pt x="26377" y="106042"/>
                  <a:pt x="30566" y="115636"/>
                </a:cubicBezTo>
                <a:cubicBezTo>
                  <a:pt x="34755" y="125228"/>
                  <a:pt x="41056" y="132582"/>
                  <a:pt x="49469" y="137698"/>
                </a:cubicBezTo>
                <a:cubicBezTo>
                  <a:pt x="57883" y="142815"/>
                  <a:pt x="67486" y="145373"/>
                  <a:pt x="78278" y="145373"/>
                </a:cubicBezTo>
                <a:cubicBezTo>
                  <a:pt x="87650" y="145373"/>
                  <a:pt x="95921" y="143367"/>
                  <a:pt x="103092" y="139356"/>
                </a:cubicBezTo>
                <a:cubicBezTo>
                  <a:pt x="110263" y="135344"/>
                  <a:pt x="118144" y="127374"/>
                  <a:pt x="126735" y="115446"/>
                </a:cubicBezTo>
                <a:lnTo>
                  <a:pt x="130037" y="117570"/>
                </a:lnTo>
                <a:cubicBezTo>
                  <a:pt x="122795" y="130387"/>
                  <a:pt x="114346" y="139771"/>
                  <a:pt x="104690" y="145719"/>
                </a:cubicBezTo>
                <a:cubicBezTo>
                  <a:pt x="95034" y="151665"/>
                  <a:pt x="83567" y="154638"/>
                  <a:pt x="70290" y="154638"/>
                </a:cubicBezTo>
                <a:cubicBezTo>
                  <a:pt x="46363" y="154638"/>
                  <a:pt x="27832" y="145776"/>
                  <a:pt x="14697" y="128050"/>
                </a:cubicBezTo>
                <a:cubicBezTo>
                  <a:pt x="4899" y="114864"/>
                  <a:pt x="0" y="99337"/>
                  <a:pt x="0" y="81469"/>
                </a:cubicBezTo>
                <a:cubicBezTo>
                  <a:pt x="0" y="67076"/>
                  <a:pt x="3231" y="53854"/>
                  <a:pt x="9692" y="41801"/>
                </a:cubicBezTo>
                <a:cubicBezTo>
                  <a:pt x="16153" y="29749"/>
                  <a:pt x="25045" y="20408"/>
                  <a:pt x="36370" y="13778"/>
                </a:cubicBezTo>
                <a:cubicBezTo>
                  <a:pt x="47694" y="7149"/>
                  <a:pt x="60066" y="3834"/>
                  <a:pt x="73485" y="3834"/>
                </a:cubicBezTo>
                <a:cubicBezTo>
                  <a:pt x="83922" y="3834"/>
                  <a:pt x="94217" y="6390"/>
                  <a:pt x="104370" y="11502"/>
                </a:cubicBezTo>
                <a:cubicBezTo>
                  <a:pt x="107352" y="13064"/>
                  <a:pt x="109482" y="13845"/>
                  <a:pt x="110760" y="13845"/>
                </a:cubicBezTo>
                <a:cubicBezTo>
                  <a:pt x="112677" y="13845"/>
                  <a:pt x="114346" y="13171"/>
                  <a:pt x="115766" y="11822"/>
                </a:cubicBezTo>
                <a:cubicBezTo>
                  <a:pt x="117612" y="9905"/>
                  <a:pt x="118925" y="7242"/>
                  <a:pt x="119706" y="3834"/>
                </a:cubicBezTo>
                <a:lnTo>
                  <a:pt x="123434" y="3834"/>
                </a:lnTo>
                <a:close/>
                <a:moveTo>
                  <a:pt x="172958" y="51120"/>
                </a:moveTo>
                <a:lnTo>
                  <a:pt x="172958" y="73059"/>
                </a:lnTo>
                <a:cubicBezTo>
                  <a:pt x="181123" y="58433"/>
                  <a:pt x="189501" y="51120"/>
                  <a:pt x="198092" y="51120"/>
                </a:cubicBezTo>
                <a:cubicBezTo>
                  <a:pt x="201997" y="51120"/>
                  <a:pt x="205227" y="52309"/>
                  <a:pt x="207783" y="54688"/>
                </a:cubicBezTo>
                <a:cubicBezTo>
                  <a:pt x="210339" y="57066"/>
                  <a:pt x="211617" y="59818"/>
                  <a:pt x="211617" y="62942"/>
                </a:cubicBezTo>
                <a:cubicBezTo>
                  <a:pt x="211617" y="65711"/>
                  <a:pt x="210694" y="68054"/>
                  <a:pt x="208848" y="69971"/>
                </a:cubicBezTo>
                <a:cubicBezTo>
                  <a:pt x="207002" y="71888"/>
                  <a:pt x="204801" y="72846"/>
                  <a:pt x="202245" y="72846"/>
                </a:cubicBezTo>
                <a:cubicBezTo>
                  <a:pt x="199760" y="72846"/>
                  <a:pt x="196974" y="71621"/>
                  <a:pt x="193885" y="69172"/>
                </a:cubicBezTo>
                <a:cubicBezTo>
                  <a:pt x="190797" y="66722"/>
                  <a:pt x="188507" y="65498"/>
                  <a:pt x="187016" y="65498"/>
                </a:cubicBezTo>
                <a:cubicBezTo>
                  <a:pt x="185738" y="65498"/>
                  <a:pt x="184353" y="66205"/>
                  <a:pt x="182862" y="67621"/>
                </a:cubicBezTo>
                <a:cubicBezTo>
                  <a:pt x="179667" y="70525"/>
                  <a:pt x="176366" y="75306"/>
                  <a:pt x="172958" y="81962"/>
                </a:cubicBezTo>
                <a:lnTo>
                  <a:pt x="172958" y="128596"/>
                </a:lnTo>
                <a:cubicBezTo>
                  <a:pt x="172958" y="133976"/>
                  <a:pt x="173632" y="138048"/>
                  <a:pt x="174981" y="140810"/>
                </a:cubicBezTo>
                <a:cubicBezTo>
                  <a:pt x="175904" y="142723"/>
                  <a:pt x="177537" y="144317"/>
                  <a:pt x="179880" y="145593"/>
                </a:cubicBezTo>
                <a:cubicBezTo>
                  <a:pt x="182223" y="146866"/>
                  <a:pt x="185596" y="147503"/>
                  <a:pt x="189998" y="147503"/>
                </a:cubicBezTo>
                <a:lnTo>
                  <a:pt x="189998" y="151443"/>
                </a:lnTo>
                <a:lnTo>
                  <a:pt x="140049" y="151443"/>
                </a:lnTo>
                <a:lnTo>
                  <a:pt x="140049" y="147503"/>
                </a:lnTo>
                <a:cubicBezTo>
                  <a:pt x="145019" y="147503"/>
                  <a:pt x="148711" y="146724"/>
                  <a:pt x="151125" y="145167"/>
                </a:cubicBezTo>
                <a:cubicBezTo>
                  <a:pt x="152900" y="144033"/>
                  <a:pt x="154143" y="142226"/>
                  <a:pt x="154853" y="139745"/>
                </a:cubicBezTo>
                <a:cubicBezTo>
                  <a:pt x="155208" y="138540"/>
                  <a:pt x="155385" y="135105"/>
                  <a:pt x="155385" y="129438"/>
                </a:cubicBezTo>
                <a:lnTo>
                  <a:pt x="155385" y="91713"/>
                </a:lnTo>
                <a:cubicBezTo>
                  <a:pt x="155385" y="80378"/>
                  <a:pt x="155155" y="73631"/>
                  <a:pt x="154693" y="71472"/>
                </a:cubicBezTo>
                <a:cubicBezTo>
                  <a:pt x="154232" y="69311"/>
                  <a:pt x="153380" y="67734"/>
                  <a:pt x="152137" y="66742"/>
                </a:cubicBezTo>
                <a:cubicBezTo>
                  <a:pt x="150895" y="65751"/>
                  <a:pt x="149350" y="65255"/>
                  <a:pt x="147504" y="65255"/>
                </a:cubicBezTo>
                <a:cubicBezTo>
                  <a:pt x="145303" y="65255"/>
                  <a:pt x="142818" y="65786"/>
                  <a:pt x="140049" y="66849"/>
                </a:cubicBezTo>
                <a:lnTo>
                  <a:pt x="138984" y="63022"/>
                </a:lnTo>
                <a:lnTo>
                  <a:pt x="168485" y="51120"/>
                </a:lnTo>
                <a:lnTo>
                  <a:pt x="172958" y="51120"/>
                </a:lnTo>
                <a:close/>
                <a:moveTo>
                  <a:pt x="272322" y="137385"/>
                </a:moveTo>
                <a:cubicBezTo>
                  <a:pt x="262311" y="145124"/>
                  <a:pt x="256027" y="149597"/>
                  <a:pt x="253471" y="150804"/>
                </a:cubicBezTo>
                <a:cubicBezTo>
                  <a:pt x="249637" y="152650"/>
                  <a:pt x="245555" y="153573"/>
                  <a:pt x="241224" y="153573"/>
                </a:cubicBezTo>
                <a:cubicBezTo>
                  <a:pt x="234479" y="153573"/>
                  <a:pt x="228923" y="151266"/>
                  <a:pt x="224556" y="146651"/>
                </a:cubicBezTo>
                <a:cubicBezTo>
                  <a:pt x="220190" y="142036"/>
                  <a:pt x="218006" y="135965"/>
                  <a:pt x="218006" y="128439"/>
                </a:cubicBezTo>
                <a:cubicBezTo>
                  <a:pt x="218006" y="123682"/>
                  <a:pt x="219071" y="119564"/>
                  <a:pt x="221201" y="116085"/>
                </a:cubicBezTo>
                <a:cubicBezTo>
                  <a:pt x="224112" y="111257"/>
                  <a:pt x="229171" y="106713"/>
                  <a:pt x="236378" y="102453"/>
                </a:cubicBezTo>
                <a:cubicBezTo>
                  <a:pt x="243584" y="98193"/>
                  <a:pt x="255566" y="93010"/>
                  <a:pt x="272322" y="86904"/>
                </a:cubicBezTo>
                <a:lnTo>
                  <a:pt x="272322" y="83070"/>
                </a:lnTo>
                <a:cubicBezTo>
                  <a:pt x="272322" y="73343"/>
                  <a:pt x="270777" y="66669"/>
                  <a:pt x="267689" y="63048"/>
                </a:cubicBezTo>
                <a:cubicBezTo>
                  <a:pt x="264600" y="59427"/>
                  <a:pt x="260110" y="57617"/>
                  <a:pt x="254217" y="57617"/>
                </a:cubicBezTo>
                <a:cubicBezTo>
                  <a:pt x="249744" y="57617"/>
                  <a:pt x="246194" y="58819"/>
                  <a:pt x="243567" y="61224"/>
                </a:cubicBezTo>
                <a:cubicBezTo>
                  <a:pt x="240869" y="63630"/>
                  <a:pt x="239520" y="66389"/>
                  <a:pt x="239520" y="69501"/>
                </a:cubicBezTo>
                <a:lnTo>
                  <a:pt x="239733" y="75655"/>
                </a:lnTo>
                <a:cubicBezTo>
                  <a:pt x="239733" y="78908"/>
                  <a:pt x="238898" y="81418"/>
                  <a:pt x="237230" y="83187"/>
                </a:cubicBezTo>
                <a:cubicBezTo>
                  <a:pt x="235561" y="84955"/>
                  <a:pt x="233378" y="85839"/>
                  <a:pt x="230680" y="85839"/>
                </a:cubicBezTo>
                <a:cubicBezTo>
                  <a:pt x="228053" y="85839"/>
                  <a:pt x="225905" y="84920"/>
                  <a:pt x="224237" y="83080"/>
                </a:cubicBezTo>
                <a:cubicBezTo>
                  <a:pt x="222568" y="81239"/>
                  <a:pt x="221734" y="78725"/>
                  <a:pt x="221734" y="75539"/>
                </a:cubicBezTo>
                <a:cubicBezTo>
                  <a:pt x="221734" y="69453"/>
                  <a:pt x="224858" y="63861"/>
                  <a:pt x="231106" y="58765"/>
                </a:cubicBezTo>
                <a:cubicBezTo>
                  <a:pt x="237354" y="53668"/>
                  <a:pt x="246123" y="51120"/>
                  <a:pt x="257412" y="51120"/>
                </a:cubicBezTo>
                <a:cubicBezTo>
                  <a:pt x="266074" y="51120"/>
                  <a:pt x="273174" y="52573"/>
                  <a:pt x="278712" y="55480"/>
                </a:cubicBezTo>
                <a:cubicBezTo>
                  <a:pt x="282901" y="57679"/>
                  <a:pt x="285989" y="61119"/>
                  <a:pt x="287977" y="65801"/>
                </a:cubicBezTo>
                <a:cubicBezTo>
                  <a:pt x="289255" y="68849"/>
                  <a:pt x="289894" y="75089"/>
                  <a:pt x="289894" y="84521"/>
                </a:cubicBezTo>
                <a:lnTo>
                  <a:pt x="289894" y="117603"/>
                </a:lnTo>
                <a:cubicBezTo>
                  <a:pt x="289894" y="126893"/>
                  <a:pt x="290072" y="132584"/>
                  <a:pt x="290427" y="134676"/>
                </a:cubicBezTo>
                <a:cubicBezTo>
                  <a:pt x="290782" y="136769"/>
                  <a:pt x="291367" y="138170"/>
                  <a:pt x="292184" y="138880"/>
                </a:cubicBezTo>
                <a:cubicBezTo>
                  <a:pt x="293000" y="139588"/>
                  <a:pt x="293941" y="139941"/>
                  <a:pt x="295006" y="139941"/>
                </a:cubicBezTo>
                <a:cubicBezTo>
                  <a:pt x="296142" y="139941"/>
                  <a:pt x="297136" y="139693"/>
                  <a:pt x="297988" y="139196"/>
                </a:cubicBezTo>
                <a:cubicBezTo>
                  <a:pt x="299479" y="138273"/>
                  <a:pt x="302355" y="135681"/>
                  <a:pt x="306615" y="131421"/>
                </a:cubicBezTo>
                <a:lnTo>
                  <a:pt x="306615" y="137385"/>
                </a:lnTo>
                <a:cubicBezTo>
                  <a:pt x="298663" y="148035"/>
                  <a:pt x="291066" y="153360"/>
                  <a:pt x="283824" y="153360"/>
                </a:cubicBezTo>
                <a:cubicBezTo>
                  <a:pt x="280345" y="153360"/>
                  <a:pt x="277576" y="152153"/>
                  <a:pt x="275517" y="149739"/>
                </a:cubicBezTo>
                <a:cubicBezTo>
                  <a:pt x="273458" y="147325"/>
                  <a:pt x="272393" y="143207"/>
                  <a:pt x="272322" y="137385"/>
                </a:cubicBezTo>
                <a:moveTo>
                  <a:pt x="272322" y="130403"/>
                </a:moveTo>
                <a:lnTo>
                  <a:pt x="272322" y="93401"/>
                </a:lnTo>
                <a:cubicBezTo>
                  <a:pt x="261601" y="97641"/>
                  <a:pt x="254678" y="100645"/>
                  <a:pt x="251554" y="102413"/>
                </a:cubicBezTo>
                <a:cubicBezTo>
                  <a:pt x="245945" y="105524"/>
                  <a:pt x="241934" y="108776"/>
                  <a:pt x="239520" y="112168"/>
                </a:cubicBezTo>
                <a:cubicBezTo>
                  <a:pt x="237106" y="115561"/>
                  <a:pt x="235899" y="119271"/>
                  <a:pt x="235899" y="123301"/>
                </a:cubicBezTo>
                <a:cubicBezTo>
                  <a:pt x="235899" y="128391"/>
                  <a:pt x="237425" y="132614"/>
                  <a:pt x="240478" y="135971"/>
                </a:cubicBezTo>
                <a:cubicBezTo>
                  <a:pt x="243531" y="139328"/>
                  <a:pt x="247046" y="141006"/>
                  <a:pt x="251022" y="141006"/>
                </a:cubicBezTo>
                <a:cubicBezTo>
                  <a:pt x="256418" y="141006"/>
                  <a:pt x="263518" y="137472"/>
                  <a:pt x="272322" y="130403"/>
                </a:cubicBezTo>
                <a:close/>
                <a:moveTo>
                  <a:pt x="376938" y="51120"/>
                </a:moveTo>
                <a:lnTo>
                  <a:pt x="376938" y="84135"/>
                </a:lnTo>
                <a:lnTo>
                  <a:pt x="373423" y="84135"/>
                </a:lnTo>
                <a:cubicBezTo>
                  <a:pt x="370725" y="73780"/>
                  <a:pt x="367264" y="66737"/>
                  <a:pt x="363039" y="63005"/>
                </a:cubicBezTo>
                <a:cubicBezTo>
                  <a:pt x="358815" y="59271"/>
                  <a:pt x="353437" y="57404"/>
                  <a:pt x="346905" y="57404"/>
                </a:cubicBezTo>
                <a:cubicBezTo>
                  <a:pt x="341935" y="57404"/>
                  <a:pt x="337923" y="58716"/>
                  <a:pt x="334870" y="61341"/>
                </a:cubicBezTo>
                <a:cubicBezTo>
                  <a:pt x="331817" y="63963"/>
                  <a:pt x="330291" y="66871"/>
                  <a:pt x="330291" y="70064"/>
                </a:cubicBezTo>
                <a:cubicBezTo>
                  <a:pt x="330291" y="74035"/>
                  <a:pt x="331427" y="77439"/>
                  <a:pt x="333699" y="80275"/>
                </a:cubicBezTo>
                <a:cubicBezTo>
                  <a:pt x="335900" y="83183"/>
                  <a:pt x="340373" y="86269"/>
                  <a:pt x="347118" y="89530"/>
                </a:cubicBezTo>
                <a:lnTo>
                  <a:pt x="362667" y="97085"/>
                </a:lnTo>
                <a:cubicBezTo>
                  <a:pt x="377080" y="104105"/>
                  <a:pt x="384286" y="113361"/>
                  <a:pt x="384286" y="124852"/>
                </a:cubicBezTo>
                <a:cubicBezTo>
                  <a:pt x="384286" y="133716"/>
                  <a:pt x="380931" y="140861"/>
                  <a:pt x="374222" y="146288"/>
                </a:cubicBezTo>
                <a:cubicBezTo>
                  <a:pt x="367512" y="151713"/>
                  <a:pt x="360004" y="154425"/>
                  <a:pt x="351697" y="154425"/>
                </a:cubicBezTo>
                <a:cubicBezTo>
                  <a:pt x="345733" y="154425"/>
                  <a:pt x="338917" y="153360"/>
                  <a:pt x="331249" y="151230"/>
                </a:cubicBezTo>
                <a:cubicBezTo>
                  <a:pt x="328906" y="150520"/>
                  <a:pt x="326989" y="150165"/>
                  <a:pt x="325498" y="150165"/>
                </a:cubicBezTo>
                <a:cubicBezTo>
                  <a:pt x="323865" y="150165"/>
                  <a:pt x="322587" y="151088"/>
                  <a:pt x="321664" y="152934"/>
                </a:cubicBezTo>
                <a:lnTo>
                  <a:pt x="318150" y="152934"/>
                </a:lnTo>
                <a:lnTo>
                  <a:pt x="318150" y="118002"/>
                </a:lnTo>
                <a:lnTo>
                  <a:pt x="321664" y="118002"/>
                </a:lnTo>
                <a:cubicBezTo>
                  <a:pt x="323652" y="127978"/>
                  <a:pt x="327451" y="135495"/>
                  <a:pt x="333060" y="140554"/>
                </a:cubicBezTo>
                <a:cubicBezTo>
                  <a:pt x="338669" y="145613"/>
                  <a:pt x="344952" y="148142"/>
                  <a:pt x="351910" y="148142"/>
                </a:cubicBezTo>
                <a:cubicBezTo>
                  <a:pt x="356809" y="148142"/>
                  <a:pt x="360803" y="146706"/>
                  <a:pt x="363891" y="143835"/>
                </a:cubicBezTo>
                <a:cubicBezTo>
                  <a:pt x="366980" y="140962"/>
                  <a:pt x="368524" y="137504"/>
                  <a:pt x="368524" y="133462"/>
                </a:cubicBezTo>
                <a:cubicBezTo>
                  <a:pt x="368524" y="128567"/>
                  <a:pt x="366802" y="124453"/>
                  <a:pt x="363359" y="121121"/>
                </a:cubicBezTo>
                <a:cubicBezTo>
                  <a:pt x="359915" y="117788"/>
                  <a:pt x="353046" y="113569"/>
                  <a:pt x="342751" y="108464"/>
                </a:cubicBezTo>
                <a:cubicBezTo>
                  <a:pt x="332456" y="103356"/>
                  <a:pt x="325711" y="98746"/>
                  <a:pt x="322516" y="94632"/>
                </a:cubicBezTo>
                <a:cubicBezTo>
                  <a:pt x="319321" y="90590"/>
                  <a:pt x="317724" y="85483"/>
                  <a:pt x="317724" y="79313"/>
                </a:cubicBezTo>
                <a:cubicBezTo>
                  <a:pt x="317724" y="71299"/>
                  <a:pt x="320475" y="64597"/>
                  <a:pt x="325977" y="59208"/>
                </a:cubicBezTo>
                <a:cubicBezTo>
                  <a:pt x="331480" y="53816"/>
                  <a:pt x="338598" y="51120"/>
                  <a:pt x="347331" y="51120"/>
                </a:cubicBezTo>
                <a:cubicBezTo>
                  <a:pt x="351165" y="51120"/>
                  <a:pt x="355815" y="51937"/>
                  <a:pt x="361282" y="53570"/>
                </a:cubicBezTo>
                <a:cubicBezTo>
                  <a:pt x="364903" y="54635"/>
                  <a:pt x="367317" y="55167"/>
                  <a:pt x="368524" y="55167"/>
                </a:cubicBezTo>
                <a:cubicBezTo>
                  <a:pt x="369660" y="55167"/>
                  <a:pt x="370548" y="54919"/>
                  <a:pt x="371187" y="54422"/>
                </a:cubicBezTo>
                <a:cubicBezTo>
                  <a:pt x="371826" y="53925"/>
                  <a:pt x="372571" y="52824"/>
                  <a:pt x="373423" y="51120"/>
                </a:cubicBezTo>
                <a:lnTo>
                  <a:pt x="376938" y="51120"/>
                </a:lnTo>
                <a:close/>
                <a:moveTo>
                  <a:pt x="427384" y="0"/>
                </a:moveTo>
                <a:lnTo>
                  <a:pt x="427384" y="71462"/>
                </a:lnTo>
                <a:cubicBezTo>
                  <a:pt x="435265" y="62800"/>
                  <a:pt x="441513" y="57244"/>
                  <a:pt x="446128" y="54794"/>
                </a:cubicBezTo>
                <a:cubicBezTo>
                  <a:pt x="450743" y="52345"/>
                  <a:pt x="455359" y="51120"/>
                  <a:pt x="459974" y="51120"/>
                </a:cubicBezTo>
                <a:cubicBezTo>
                  <a:pt x="465512" y="51120"/>
                  <a:pt x="470269" y="52643"/>
                  <a:pt x="474245" y="55690"/>
                </a:cubicBezTo>
                <a:cubicBezTo>
                  <a:pt x="478221" y="58736"/>
                  <a:pt x="481167" y="63517"/>
                  <a:pt x="483084" y="70034"/>
                </a:cubicBezTo>
                <a:cubicBezTo>
                  <a:pt x="484433" y="74569"/>
                  <a:pt x="485108" y="82858"/>
                  <a:pt x="485108" y="94902"/>
                </a:cubicBezTo>
                <a:lnTo>
                  <a:pt x="485108" y="129331"/>
                </a:lnTo>
                <a:cubicBezTo>
                  <a:pt x="485108" y="135495"/>
                  <a:pt x="485605" y="139711"/>
                  <a:pt x="486599" y="141978"/>
                </a:cubicBezTo>
                <a:cubicBezTo>
                  <a:pt x="487309" y="143678"/>
                  <a:pt x="488516" y="145024"/>
                  <a:pt x="490220" y="146015"/>
                </a:cubicBezTo>
                <a:cubicBezTo>
                  <a:pt x="491924" y="147007"/>
                  <a:pt x="495048" y="147503"/>
                  <a:pt x="499592" y="147503"/>
                </a:cubicBezTo>
                <a:lnTo>
                  <a:pt x="499592" y="151443"/>
                </a:lnTo>
                <a:lnTo>
                  <a:pt x="451666" y="151443"/>
                </a:lnTo>
                <a:lnTo>
                  <a:pt x="451666" y="147503"/>
                </a:lnTo>
                <a:lnTo>
                  <a:pt x="453903" y="147503"/>
                </a:lnTo>
                <a:cubicBezTo>
                  <a:pt x="458447" y="147503"/>
                  <a:pt x="461607" y="146811"/>
                  <a:pt x="463382" y="145426"/>
                </a:cubicBezTo>
                <a:cubicBezTo>
                  <a:pt x="465157" y="144042"/>
                  <a:pt x="466399" y="142000"/>
                  <a:pt x="467109" y="139302"/>
                </a:cubicBezTo>
                <a:cubicBezTo>
                  <a:pt x="467322" y="138166"/>
                  <a:pt x="467429" y="134829"/>
                  <a:pt x="467429" y="129291"/>
                </a:cubicBezTo>
                <a:lnTo>
                  <a:pt x="467429" y="94785"/>
                </a:lnTo>
                <a:cubicBezTo>
                  <a:pt x="467429" y="84135"/>
                  <a:pt x="466878" y="77142"/>
                  <a:pt x="465778" y="73805"/>
                </a:cubicBezTo>
                <a:cubicBezTo>
                  <a:pt x="464677" y="70468"/>
                  <a:pt x="462920" y="67965"/>
                  <a:pt x="460506" y="66296"/>
                </a:cubicBezTo>
                <a:cubicBezTo>
                  <a:pt x="458092" y="64628"/>
                  <a:pt x="455181" y="63794"/>
                  <a:pt x="451773" y="63794"/>
                </a:cubicBezTo>
                <a:cubicBezTo>
                  <a:pt x="448294" y="63794"/>
                  <a:pt x="444673" y="64717"/>
                  <a:pt x="440910" y="66563"/>
                </a:cubicBezTo>
                <a:cubicBezTo>
                  <a:pt x="437147" y="68409"/>
                  <a:pt x="432638" y="72136"/>
                  <a:pt x="427384" y="77745"/>
                </a:cubicBezTo>
                <a:lnTo>
                  <a:pt x="427384" y="129291"/>
                </a:lnTo>
                <a:cubicBezTo>
                  <a:pt x="427384" y="135965"/>
                  <a:pt x="427757" y="140119"/>
                  <a:pt x="428503" y="141752"/>
                </a:cubicBezTo>
                <a:cubicBezTo>
                  <a:pt x="429248" y="143385"/>
                  <a:pt x="430633" y="144752"/>
                  <a:pt x="432656" y="145852"/>
                </a:cubicBezTo>
                <a:cubicBezTo>
                  <a:pt x="434680" y="146953"/>
                  <a:pt x="438176" y="147503"/>
                  <a:pt x="443146" y="147503"/>
                </a:cubicBezTo>
                <a:lnTo>
                  <a:pt x="443146" y="151443"/>
                </a:lnTo>
                <a:lnTo>
                  <a:pt x="394795" y="151443"/>
                </a:lnTo>
                <a:lnTo>
                  <a:pt x="394795" y="147503"/>
                </a:lnTo>
                <a:cubicBezTo>
                  <a:pt x="399126" y="147503"/>
                  <a:pt x="402534" y="146828"/>
                  <a:pt x="405019" y="145479"/>
                </a:cubicBezTo>
                <a:cubicBezTo>
                  <a:pt x="406439" y="144772"/>
                  <a:pt x="407575" y="143425"/>
                  <a:pt x="408427" y="141439"/>
                </a:cubicBezTo>
                <a:cubicBezTo>
                  <a:pt x="409279" y="139451"/>
                  <a:pt x="409705" y="135406"/>
                  <a:pt x="409705" y="129305"/>
                </a:cubicBezTo>
                <a:lnTo>
                  <a:pt x="409705" y="41079"/>
                </a:lnTo>
                <a:cubicBezTo>
                  <a:pt x="409705" y="29941"/>
                  <a:pt x="409439" y="23095"/>
                  <a:pt x="408907" y="20541"/>
                </a:cubicBezTo>
                <a:cubicBezTo>
                  <a:pt x="408374" y="17985"/>
                  <a:pt x="407558" y="16247"/>
                  <a:pt x="406457" y="15326"/>
                </a:cubicBezTo>
                <a:cubicBezTo>
                  <a:pt x="405357" y="14403"/>
                  <a:pt x="403883" y="13942"/>
                  <a:pt x="402037" y="13942"/>
                </a:cubicBezTo>
                <a:cubicBezTo>
                  <a:pt x="400546" y="13942"/>
                  <a:pt x="398132" y="14510"/>
                  <a:pt x="394795" y="15646"/>
                </a:cubicBezTo>
                <a:lnTo>
                  <a:pt x="393304" y="11918"/>
                </a:lnTo>
                <a:lnTo>
                  <a:pt x="422485" y="0"/>
                </a:lnTo>
                <a:lnTo>
                  <a:pt x="427384" y="0"/>
                </a:lnTo>
                <a:close/>
                <a:moveTo>
                  <a:pt x="532607" y="0"/>
                </a:moveTo>
                <a:cubicBezTo>
                  <a:pt x="535589" y="0"/>
                  <a:pt x="538128" y="1053"/>
                  <a:pt x="540222" y="3158"/>
                </a:cubicBezTo>
                <a:cubicBezTo>
                  <a:pt x="542317" y="5262"/>
                  <a:pt x="543364" y="7812"/>
                  <a:pt x="543364" y="10810"/>
                </a:cubicBezTo>
                <a:cubicBezTo>
                  <a:pt x="543364" y="13807"/>
                  <a:pt x="542317" y="16377"/>
                  <a:pt x="540222" y="18518"/>
                </a:cubicBezTo>
                <a:cubicBezTo>
                  <a:pt x="538128" y="20657"/>
                  <a:pt x="535589" y="21726"/>
                  <a:pt x="532607" y="21726"/>
                </a:cubicBezTo>
                <a:cubicBezTo>
                  <a:pt x="529625" y="21726"/>
                  <a:pt x="527069" y="20657"/>
                  <a:pt x="524939" y="18518"/>
                </a:cubicBezTo>
                <a:cubicBezTo>
                  <a:pt x="522809" y="16377"/>
                  <a:pt x="521744" y="13807"/>
                  <a:pt x="521744" y="10810"/>
                </a:cubicBezTo>
                <a:cubicBezTo>
                  <a:pt x="521744" y="7812"/>
                  <a:pt x="522792" y="5262"/>
                  <a:pt x="524886" y="3158"/>
                </a:cubicBezTo>
                <a:cubicBezTo>
                  <a:pt x="526981" y="1053"/>
                  <a:pt x="529554" y="0"/>
                  <a:pt x="532607" y="0"/>
                </a:cubicBezTo>
                <a:moveTo>
                  <a:pt x="541447" y="51120"/>
                </a:moveTo>
                <a:lnTo>
                  <a:pt x="541447" y="129331"/>
                </a:lnTo>
                <a:cubicBezTo>
                  <a:pt x="541447" y="135424"/>
                  <a:pt x="541891" y="139480"/>
                  <a:pt x="542778" y="141499"/>
                </a:cubicBezTo>
                <a:cubicBezTo>
                  <a:pt x="543666" y="143518"/>
                  <a:pt x="544979" y="145024"/>
                  <a:pt x="546719" y="146015"/>
                </a:cubicBezTo>
                <a:cubicBezTo>
                  <a:pt x="548458" y="147007"/>
                  <a:pt x="551636" y="147503"/>
                  <a:pt x="556251" y="147503"/>
                </a:cubicBezTo>
                <a:lnTo>
                  <a:pt x="556251" y="151443"/>
                </a:lnTo>
                <a:lnTo>
                  <a:pt x="508858" y="151443"/>
                </a:lnTo>
                <a:lnTo>
                  <a:pt x="508858" y="147503"/>
                </a:lnTo>
                <a:cubicBezTo>
                  <a:pt x="513615" y="147503"/>
                  <a:pt x="516810" y="147043"/>
                  <a:pt x="518443" y="146122"/>
                </a:cubicBezTo>
                <a:cubicBezTo>
                  <a:pt x="520076" y="145201"/>
                  <a:pt x="521372" y="143678"/>
                  <a:pt x="522330" y="141552"/>
                </a:cubicBezTo>
                <a:cubicBezTo>
                  <a:pt x="523289" y="139427"/>
                  <a:pt x="523768" y="135353"/>
                  <a:pt x="523768" y="129331"/>
                </a:cubicBezTo>
                <a:lnTo>
                  <a:pt x="523768" y="91820"/>
                </a:lnTo>
                <a:cubicBezTo>
                  <a:pt x="523768" y="81263"/>
                  <a:pt x="523448" y="74427"/>
                  <a:pt x="522809" y="71312"/>
                </a:cubicBezTo>
                <a:cubicBezTo>
                  <a:pt x="522312" y="69044"/>
                  <a:pt x="521531" y="67468"/>
                  <a:pt x="520466" y="66583"/>
                </a:cubicBezTo>
                <a:cubicBezTo>
                  <a:pt x="519401" y="65697"/>
                  <a:pt x="517946" y="65255"/>
                  <a:pt x="516100" y="65255"/>
                </a:cubicBezTo>
                <a:cubicBezTo>
                  <a:pt x="514112" y="65255"/>
                  <a:pt x="511698" y="65786"/>
                  <a:pt x="508858" y="66849"/>
                </a:cubicBezTo>
                <a:lnTo>
                  <a:pt x="507367" y="63022"/>
                </a:lnTo>
                <a:lnTo>
                  <a:pt x="536761" y="51120"/>
                </a:lnTo>
                <a:lnTo>
                  <a:pt x="541447" y="51120"/>
                </a:lnTo>
                <a:close/>
                <a:moveTo>
                  <a:pt x="596863" y="71781"/>
                </a:moveTo>
                <a:cubicBezTo>
                  <a:pt x="608294" y="58007"/>
                  <a:pt x="619192" y="51120"/>
                  <a:pt x="629558" y="51120"/>
                </a:cubicBezTo>
                <a:cubicBezTo>
                  <a:pt x="634883" y="51120"/>
                  <a:pt x="639463" y="52449"/>
                  <a:pt x="643297" y="55107"/>
                </a:cubicBezTo>
                <a:cubicBezTo>
                  <a:pt x="647131" y="57763"/>
                  <a:pt x="650184" y="62137"/>
                  <a:pt x="652456" y="68230"/>
                </a:cubicBezTo>
                <a:cubicBezTo>
                  <a:pt x="654018" y="72479"/>
                  <a:pt x="654799" y="78997"/>
                  <a:pt x="654799" y="87783"/>
                </a:cubicBezTo>
                <a:lnTo>
                  <a:pt x="654799" y="129331"/>
                </a:lnTo>
                <a:cubicBezTo>
                  <a:pt x="654799" y="135495"/>
                  <a:pt x="655296" y="139675"/>
                  <a:pt x="656290" y="141872"/>
                </a:cubicBezTo>
                <a:cubicBezTo>
                  <a:pt x="657071" y="143642"/>
                  <a:pt x="658331" y="145024"/>
                  <a:pt x="660071" y="146015"/>
                </a:cubicBezTo>
                <a:cubicBezTo>
                  <a:pt x="661810" y="147007"/>
                  <a:pt x="665023" y="147503"/>
                  <a:pt x="669709" y="147503"/>
                </a:cubicBezTo>
                <a:lnTo>
                  <a:pt x="669709" y="151443"/>
                </a:lnTo>
                <a:lnTo>
                  <a:pt x="621464" y="151443"/>
                </a:lnTo>
                <a:lnTo>
                  <a:pt x="621464" y="147503"/>
                </a:lnTo>
                <a:lnTo>
                  <a:pt x="623488" y="147503"/>
                </a:lnTo>
                <a:cubicBezTo>
                  <a:pt x="628032" y="147503"/>
                  <a:pt x="631209" y="146814"/>
                  <a:pt x="633019" y="145436"/>
                </a:cubicBezTo>
                <a:cubicBezTo>
                  <a:pt x="634830" y="144058"/>
                  <a:pt x="636090" y="142028"/>
                  <a:pt x="636800" y="139346"/>
                </a:cubicBezTo>
                <a:cubicBezTo>
                  <a:pt x="637084" y="138285"/>
                  <a:pt x="637226" y="134965"/>
                  <a:pt x="637226" y="129385"/>
                </a:cubicBezTo>
                <a:lnTo>
                  <a:pt x="637226" y="89650"/>
                </a:lnTo>
                <a:cubicBezTo>
                  <a:pt x="637226" y="80822"/>
                  <a:pt x="636073" y="74412"/>
                  <a:pt x="633765" y="70420"/>
                </a:cubicBezTo>
                <a:cubicBezTo>
                  <a:pt x="631457" y="66428"/>
                  <a:pt x="627570" y="64433"/>
                  <a:pt x="622103" y="64433"/>
                </a:cubicBezTo>
                <a:cubicBezTo>
                  <a:pt x="613654" y="64433"/>
                  <a:pt x="605241" y="69024"/>
                  <a:pt x="596863" y="78208"/>
                </a:cubicBezTo>
                <a:lnTo>
                  <a:pt x="596863" y="129385"/>
                </a:lnTo>
                <a:cubicBezTo>
                  <a:pt x="596863" y="135954"/>
                  <a:pt x="597253" y="140016"/>
                  <a:pt x="598034" y="141569"/>
                </a:cubicBezTo>
                <a:cubicBezTo>
                  <a:pt x="599028" y="143617"/>
                  <a:pt x="600395" y="145118"/>
                  <a:pt x="602134" y="146072"/>
                </a:cubicBezTo>
                <a:cubicBezTo>
                  <a:pt x="603874" y="147026"/>
                  <a:pt x="607406" y="147503"/>
                  <a:pt x="612731" y="147503"/>
                </a:cubicBezTo>
                <a:lnTo>
                  <a:pt x="612731" y="151443"/>
                </a:lnTo>
                <a:lnTo>
                  <a:pt x="564487" y="151443"/>
                </a:lnTo>
                <a:lnTo>
                  <a:pt x="564487" y="147503"/>
                </a:lnTo>
                <a:lnTo>
                  <a:pt x="566617" y="147503"/>
                </a:lnTo>
                <a:cubicBezTo>
                  <a:pt x="571587" y="147503"/>
                  <a:pt x="574941" y="146246"/>
                  <a:pt x="576681" y="143732"/>
                </a:cubicBezTo>
                <a:cubicBezTo>
                  <a:pt x="578420" y="141216"/>
                  <a:pt x="579290" y="136416"/>
                  <a:pt x="579290" y="129331"/>
                </a:cubicBezTo>
                <a:lnTo>
                  <a:pt x="579290" y="93201"/>
                </a:lnTo>
                <a:cubicBezTo>
                  <a:pt x="579290" y="81513"/>
                  <a:pt x="579024" y="74394"/>
                  <a:pt x="578491" y="71844"/>
                </a:cubicBezTo>
                <a:cubicBezTo>
                  <a:pt x="577959" y="69293"/>
                  <a:pt x="577142" y="67557"/>
                  <a:pt x="576042" y="66636"/>
                </a:cubicBezTo>
                <a:cubicBezTo>
                  <a:pt x="574941" y="65715"/>
                  <a:pt x="573468" y="65255"/>
                  <a:pt x="571622" y="65255"/>
                </a:cubicBezTo>
                <a:cubicBezTo>
                  <a:pt x="569634" y="65255"/>
                  <a:pt x="567256" y="65786"/>
                  <a:pt x="564487" y="66849"/>
                </a:cubicBezTo>
                <a:lnTo>
                  <a:pt x="562889" y="63022"/>
                </a:lnTo>
                <a:lnTo>
                  <a:pt x="592283" y="51120"/>
                </a:lnTo>
                <a:lnTo>
                  <a:pt x="596863" y="51120"/>
                </a:lnTo>
                <a:lnTo>
                  <a:pt x="596863" y="71781"/>
                </a:lnTo>
                <a:close/>
                <a:moveTo>
                  <a:pt x="703578" y="115896"/>
                </a:moveTo>
                <a:cubicBezTo>
                  <a:pt x="697614" y="112989"/>
                  <a:pt x="693034" y="108930"/>
                  <a:pt x="689839" y="103718"/>
                </a:cubicBezTo>
                <a:cubicBezTo>
                  <a:pt x="686644" y="98506"/>
                  <a:pt x="685046" y="92744"/>
                  <a:pt x="685046" y="86432"/>
                </a:cubicBezTo>
                <a:cubicBezTo>
                  <a:pt x="685046" y="76789"/>
                  <a:pt x="688685" y="68493"/>
                  <a:pt x="695963" y="61544"/>
                </a:cubicBezTo>
                <a:cubicBezTo>
                  <a:pt x="703240" y="54595"/>
                  <a:pt x="712559" y="51120"/>
                  <a:pt x="723919" y="51120"/>
                </a:cubicBezTo>
                <a:cubicBezTo>
                  <a:pt x="733220" y="51120"/>
                  <a:pt x="741279" y="53392"/>
                  <a:pt x="748095" y="57936"/>
                </a:cubicBezTo>
                <a:lnTo>
                  <a:pt x="768756" y="57936"/>
                </a:lnTo>
                <a:cubicBezTo>
                  <a:pt x="771809" y="57936"/>
                  <a:pt x="773584" y="58024"/>
                  <a:pt x="774081" y="58199"/>
                </a:cubicBezTo>
                <a:cubicBezTo>
                  <a:pt x="774578" y="58374"/>
                  <a:pt x="774933" y="58673"/>
                  <a:pt x="775146" y="59094"/>
                </a:cubicBezTo>
                <a:cubicBezTo>
                  <a:pt x="775572" y="59727"/>
                  <a:pt x="775785" y="60851"/>
                  <a:pt x="775785" y="62466"/>
                </a:cubicBezTo>
                <a:cubicBezTo>
                  <a:pt x="775785" y="64290"/>
                  <a:pt x="775607" y="65553"/>
                  <a:pt x="775252" y="66257"/>
                </a:cubicBezTo>
                <a:cubicBezTo>
                  <a:pt x="775039" y="66607"/>
                  <a:pt x="774667" y="66888"/>
                  <a:pt x="774134" y="67099"/>
                </a:cubicBezTo>
                <a:cubicBezTo>
                  <a:pt x="773602" y="67309"/>
                  <a:pt x="771809" y="67415"/>
                  <a:pt x="768756" y="67415"/>
                </a:cubicBezTo>
                <a:lnTo>
                  <a:pt x="756082" y="67415"/>
                </a:lnTo>
                <a:cubicBezTo>
                  <a:pt x="760058" y="72538"/>
                  <a:pt x="762046" y="79083"/>
                  <a:pt x="762046" y="87051"/>
                </a:cubicBezTo>
                <a:cubicBezTo>
                  <a:pt x="762046" y="96156"/>
                  <a:pt x="758567" y="103947"/>
                  <a:pt x="751609" y="110421"/>
                </a:cubicBezTo>
                <a:cubicBezTo>
                  <a:pt x="744651" y="116895"/>
                  <a:pt x="735315" y="120132"/>
                  <a:pt x="723600" y="120132"/>
                </a:cubicBezTo>
                <a:cubicBezTo>
                  <a:pt x="718772" y="120132"/>
                  <a:pt x="713837" y="119408"/>
                  <a:pt x="708796" y="117959"/>
                </a:cubicBezTo>
                <a:cubicBezTo>
                  <a:pt x="705672" y="120655"/>
                  <a:pt x="703560" y="123015"/>
                  <a:pt x="702459" y="125038"/>
                </a:cubicBezTo>
                <a:cubicBezTo>
                  <a:pt x="701359" y="127059"/>
                  <a:pt x="700809" y="128779"/>
                  <a:pt x="700809" y="130197"/>
                </a:cubicBezTo>
                <a:cubicBezTo>
                  <a:pt x="700809" y="131404"/>
                  <a:pt x="701394" y="132575"/>
                  <a:pt x="702566" y="133711"/>
                </a:cubicBezTo>
                <a:cubicBezTo>
                  <a:pt x="703737" y="134845"/>
                  <a:pt x="706027" y="135660"/>
                  <a:pt x="709435" y="136157"/>
                </a:cubicBezTo>
                <a:cubicBezTo>
                  <a:pt x="711423" y="136441"/>
                  <a:pt x="716393" y="136690"/>
                  <a:pt x="724345" y="136903"/>
                </a:cubicBezTo>
                <a:cubicBezTo>
                  <a:pt x="738971" y="137256"/>
                  <a:pt x="748450" y="137752"/>
                  <a:pt x="752781" y="138391"/>
                </a:cubicBezTo>
                <a:cubicBezTo>
                  <a:pt x="759384" y="139314"/>
                  <a:pt x="764655" y="141762"/>
                  <a:pt x="768596" y="145736"/>
                </a:cubicBezTo>
                <a:cubicBezTo>
                  <a:pt x="772537" y="149707"/>
                  <a:pt x="774507" y="154602"/>
                  <a:pt x="774507" y="160419"/>
                </a:cubicBezTo>
                <a:cubicBezTo>
                  <a:pt x="774507" y="168436"/>
                  <a:pt x="770744" y="175956"/>
                  <a:pt x="763218" y="182981"/>
                </a:cubicBezTo>
                <a:cubicBezTo>
                  <a:pt x="752142" y="193338"/>
                  <a:pt x="737693" y="198517"/>
                  <a:pt x="719872" y="198517"/>
                </a:cubicBezTo>
                <a:cubicBezTo>
                  <a:pt x="706169" y="198517"/>
                  <a:pt x="694596" y="195433"/>
                  <a:pt x="685153" y="189264"/>
                </a:cubicBezTo>
                <a:cubicBezTo>
                  <a:pt x="679828" y="185719"/>
                  <a:pt x="677165" y="182031"/>
                  <a:pt x="677165" y="178202"/>
                </a:cubicBezTo>
                <a:cubicBezTo>
                  <a:pt x="677165" y="176502"/>
                  <a:pt x="677556" y="174801"/>
                  <a:pt x="678337" y="173100"/>
                </a:cubicBezTo>
                <a:cubicBezTo>
                  <a:pt x="679544" y="170475"/>
                  <a:pt x="682029" y="166823"/>
                  <a:pt x="685792" y="162143"/>
                </a:cubicBezTo>
                <a:cubicBezTo>
                  <a:pt x="686289" y="161507"/>
                  <a:pt x="689910" y="157678"/>
                  <a:pt x="696655" y="150658"/>
                </a:cubicBezTo>
                <a:cubicBezTo>
                  <a:pt x="692963" y="148455"/>
                  <a:pt x="690354" y="146482"/>
                  <a:pt x="688827" y="144741"/>
                </a:cubicBezTo>
                <a:cubicBezTo>
                  <a:pt x="687301" y="142999"/>
                  <a:pt x="686537" y="141026"/>
                  <a:pt x="686537" y="138823"/>
                </a:cubicBezTo>
                <a:cubicBezTo>
                  <a:pt x="686537" y="136334"/>
                  <a:pt x="687549" y="133418"/>
                  <a:pt x="689573" y="130077"/>
                </a:cubicBezTo>
                <a:cubicBezTo>
                  <a:pt x="691596" y="126735"/>
                  <a:pt x="696265" y="122008"/>
                  <a:pt x="703578" y="115896"/>
                </a:cubicBezTo>
                <a:moveTo>
                  <a:pt x="722109" y="56445"/>
                </a:moveTo>
                <a:cubicBezTo>
                  <a:pt x="716855" y="56445"/>
                  <a:pt x="712453" y="58529"/>
                  <a:pt x="708903" y="62695"/>
                </a:cubicBezTo>
                <a:cubicBezTo>
                  <a:pt x="705353" y="66860"/>
                  <a:pt x="703578" y="73250"/>
                  <a:pt x="703578" y="81865"/>
                </a:cubicBezTo>
                <a:cubicBezTo>
                  <a:pt x="703578" y="93024"/>
                  <a:pt x="705992" y="101673"/>
                  <a:pt x="710820" y="107815"/>
                </a:cubicBezTo>
                <a:cubicBezTo>
                  <a:pt x="714512" y="112477"/>
                  <a:pt x="719198" y="114807"/>
                  <a:pt x="724878" y="114807"/>
                </a:cubicBezTo>
                <a:cubicBezTo>
                  <a:pt x="730274" y="114807"/>
                  <a:pt x="734711" y="112795"/>
                  <a:pt x="738190" y="108770"/>
                </a:cubicBezTo>
                <a:cubicBezTo>
                  <a:pt x="741669" y="104745"/>
                  <a:pt x="743409" y="98425"/>
                  <a:pt x="743409" y="89810"/>
                </a:cubicBezTo>
                <a:cubicBezTo>
                  <a:pt x="743409" y="78583"/>
                  <a:pt x="740959" y="69791"/>
                  <a:pt x="736060" y="63434"/>
                </a:cubicBezTo>
                <a:cubicBezTo>
                  <a:pt x="732439" y="58775"/>
                  <a:pt x="727789" y="56445"/>
                  <a:pt x="722109" y="56445"/>
                </a:cubicBezTo>
                <a:moveTo>
                  <a:pt x="702513" y="151507"/>
                </a:moveTo>
                <a:cubicBezTo>
                  <a:pt x="699176" y="155121"/>
                  <a:pt x="696655" y="158487"/>
                  <a:pt x="694951" y="161604"/>
                </a:cubicBezTo>
                <a:cubicBezTo>
                  <a:pt x="693247" y="164724"/>
                  <a:pt x="692395" y="167595"/>
                  <a:pt x="692395" y="170217"/>
                </a:cubicBezTo>
                <a:cubicBezTo>
                  <a:pt x="692395" y="173619"/>
                  <a:pt x="694454" y="176595"/>
                  <a:pt x="698572" y="179147"/>
                </a:cubicBezTo>
                <a:cubicBezTo>
                  <a:pt x="705672" y="183540"/>
                  <a:pt x="715932" y="185737"/>
                  <a:pt x="729351" y="185737"/>
                </a:cubicBezTo>
                <a:cubicBezTo>
                  <a:pt x="742131" y="185737"/>
                  <a:pt x="751556" y="183486"/>
                  <a:pt x="757626" y="178984"/>
                </a:cubicBezTo>
                <a:cubicBezTo>
                  <a:pt x="763697" y="174484"/>
                  <a:pt x="766732" y="169684"/>
                  <a:pt x="766732" y="164583"/>
                </a:cubicBezTo>
                <a:cubicBezTo>
                  <a:pt x="766732" y="160898"/>
                  <a:pt x="764922" y="158275"/>
                  <a:pt x="761301" y="156715"/>
                </a:cubicBezTo>
                <a:cubicBezTo>
                  <a:pt x="757609" y="155155"/>
                  <a:pt x="750296" y="154235"/>
                  <a:pt x="739362" y="153953"/>
                </a:cubicBezTo>
                <a:cubicBezTo>
                  <a:pt x="723387" y="153527"/>
                  <a:pt x="711104" y="152711"/>
                  <a:pt x="702513" y="1515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Condition">
            <a:extLst xmlns:a="http://schemas.openxmlformats.org/drawingml/2006/main">
              <a:ext uri="{FF2B5EF4-FFF2-40B4-BE49-F238E27FC236}">
                <a16:creationId xmlns:a16="http://schemas.microsoft.com/office/drawing/2014/main" id="{CE718F5D-7876-48C8-BB20-858CF228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199" y="1390032"/>
            <a:ext cx="863829" cy="154638"/>
          </a:xfrm>
          <a:custGeom xmlns:a="http://schemas.openxmlformats.org/drawingml/2006/main">
            <a:pathLst>
              <a:path w="863829" h="154638">
                <a:moveTo>
                  <a:pt x="123434" y="3834"/>
                </a:moveTo>
                <a:lnTo>
                  <a:pt x="126735" y="52824"/>
                </a:lnTo>
                <a:lnTo>
                  <a:pt x="123434" y="52824"/>
                </a:lnTo>
                <a:cubicBezTo>
                  <a:pt x="119032" y="38089"/>
                  <a:pt x="112748" y="27484"/>
                  <a:pt x="104583" y="21007"/>
                </a:cubicBezTo>
                <a:cubicBezTo>
                  <a:pt x="96418" y="14528"/>
                  <a:pt x="86620" y="11289"/>
                  <a:pt x="75189" y="11289"/>
                </a:cubicBezTo>
                <a:cubicBezTo>
                  <a:pt x="65604" y="11289"/>
                  <a:pt x="56942" y="13723"/>
                  <a:pt x="49203" y="18591"/>
                </a:cubicBezTo>
                <a:cubicBezTo>
                  <a:pt x="41464" y="23457"/>
                  <a:pt x="35376" y="31219"/>
                  <a:pt x="30938" y="41878"/>
                </a:cubicBezTo>
                <a:cubicBezTo>
                  <a:pt x="26501" y="52537"/>
                  <a:pt x="24282" y="65789"/>
                  <a:pt x="24282" y="81636"/>
                </a:cubicBezTo>
                <a:cubicBezTo>
                  <a:pt x="24282" y="94709"/>
                  <a:pt x="26377" y="106042"/>
                  <a:pt x="30566" y="115636"/>
                </a:cubicBezTo>
                <a:cubicBezTo>
                  <a:pt x="34755" y="125228"/>
                  <a:pt x="41056" y="132582"/>
                  <a:pt x="49469" y="137698"/>
                </a:cubicBezTo>
                <a:cubicBezTo>
                  <a:pt x="57883" y="142815"/>
                  <a:pt x="67486" y="145373"/>
                  <a:pt x="78278" y="145373"/>
                </a:cubicBezTo>
                <a:cubicBezTo>
                  <a:pt x="87650" y="145373"/>
                  <a:pt x="95921" y="143367"/>
                  <a:pt x="103092" y="139356"/>
                </a:cubicBezTo>
                <a:cubicBezTo>
                  <a:pt x="110263" y="135344"/>
                  <a:pt x="118144" y="127374"/>
                  <a:pt x="126735" y="115446"/>
                </a:cubicBezTo>
                <a:lnTo>
                  <a:pt x="130037" y="117570"/>
                </a:lnTo>
                <a:cubicBezTo>
                  <a:pt x="122795" y="130387"/>
                  <a:pt x="114346" y="139771"/>
                  <a:pt x="104690" y="145719"/>
                </a:cubicBezTo>
                <a:cubicBezTo>
                  <a:pt x="95034" y="151665"/>
                  <a:pt x="83567" y="154638"/>
                  <a:pt x="70290" y="154638"/>
                </a:cubicBezTo>
                <a:cubicBezTo>
                  <a:pt x="46363" y="154638"/>
                  <a:pt x="27832" y="145776"/>
                  <a:pt x="14697" y="128050"/>
                </a:cubicBezTo>
                <a:cubicBezTo>
                  <a:pt x="4899" y="114864"/>
                  <a:pt x="0" y="99337"/>
                  <a:pt x="0" y="81469"/>
                </a:cubicBezTo>
                <a:cubicBezTo>
                  <a:pt x="0" y="67076"/>
                  <a:pt x="3231" y="53854"/>
                  <a:pt x="9692" y="41801"/>
                </a:cubicBezTo>
                <a:cubicBezTo>
                  <a:pt x="16153" y="29749"/>
                  <a:pt x="25045" y="20408"/>
                  <a:pt x="36370" y="13778"/>
                </a:cubicBezTo>
                <a:cubicBezTo>
                  <a:pt x="47694" y="7149"/>
                  <a:pt x="60066" y="3834"/>
                  <a:pt x="73485" y="3834"/>
                </a:cubicBezTo>
                <a:cubicBezTo>
                  <a:pt x="83922" y="3834"/>
                  <a:pt x="94217" y="6390"/>
                  <a:pt x="104370" y="11502"/>
                </a:cubicBezTo>
                <a:cubicBezTo>
                  <a:pt x="107352" y="13064"/>
                  <a:pt x="109482" y="13845"/>
                  <a:pt x="110760" y="13845"/>
                </a:cubicBezTo>
                <a:cubicBezTo>
                  <a:pt x="112677" y="13845"/>
                  <a:pt x="114346" y="13171"/>
                  <a:pt x="115766" y="11822"/>
                </a:cubicBezTo>
                <a:cubicBezTo>
                  <a:pt x="117612" y="9905"/>
                  <a:pt x="118925" y="7242"/>
                  <a:pt x="119706" y="3834"/>
                </a:cubicBezTo>
                <a:lnTo>
                  <a:pt x="123434" y="3834"/>
                </a:lnTo>
                <a:close/>
                <a:moveTo>
                  <a:pt x="192128" y="51120"/>
                </a:moveTo>
                <a:cubicBezTo>
                  <a:pt x="206896" y="51120"/>
                  <a:pt x="218753" y="56724"/>
                  <a:pt x="227699" y="67931"/>
                </a:cubicBezTo>
                <a:cubicBezTo>
                  <a:pt x="235296" y="77505"/>
                  <a:pt x="239095" y="88498"/>
                  <a:pt x="239095" y="100912"/>
                </a:cubicBezTo>
                <a:cubicBezTo>
                  <a:pt x="239095" y="109637"/>
                  <a:pt x="237000" y="118467"/>
                  <a:pt x="232811" y="127404"/>
                </a:cubicBezTo>
                <a:cubicBezTo>
                  <a:pt x="228622" y="136339"/>
                  <a:pt x="222854" y="143077"/>
                  <a:pt x="215505" y="147616"/>
                </a:cubicBezTo>
                <a:cubicBezTo>
                  <a:pt x="208156" y="152156"/>
                  <a:pt x="199974" y="154425"/>
                  <a:pt x="190957" y="154425"/>
                </a:cubicBezTo>
                <a:cubicBezTo>
                  <a:pt x="176260" y="154425"/>
                  <a:pt x="164580" y="148574"/>
                  <a:pt x="155918" y="136870"/>
                </a:cubicBezTo>
                <a:cubicBezTo>
                  <a:pt x="148605" y="127012"/>
                  <a:pt x="144949" y="115948"/>
                  <a:pt x="144949" y="103678"/>
                </a:cubicBezTo>
                <a:cubicBezTo>
                  <a:pt x="144949" y="94741"/>
                  <a:pt x="147167" y="85857"/>
                  <a:pt x="151605" y="77026"/>
                </a:cubicBezTo>
                <a:cubicBezTo>
                  <a:pt x="156042" y="68196"/>
                  <a:pt x="161882" y="61670"/>
                  <a:pt x="169124" y="57450"/>
                </a:cubicBezTo>
                <a:cubicBezTo>
                  <a:pt x="176366" y="53230"/>
                  <a:pt x="184034" y="51120"/>
                  <a:pt x="192128" y="51120"/>
                </a:cubicBezTo>
                <a:moveTo>
                  <a:pt x="188827" y="58149"/>
                </a:moveTo>
                <a:cubicBezTo>
                  <a:pt x="185064" y="58149"/>
                  <a:pt x="181283" y="59266"/>
                  <a:pt x="177484" y="61501"/>
                </a:cubicBezTo>
                <a:cubicBezTo>
                  <a:pt x="173686" y="63735"/>
                  <a:pt x="170615" y="67653"/>
                  <a:pt x="168272" y="73256"/>
                </a:cubicBezTo>
                <a:cubicBezTo>
                  <a:pt x="165929" y="78858"/>
                  <a:pt x="164758" y="86056"/>
                  <a:pt x="164758" y="94849"/>
                </a:cubicBezTo>
                <a:cubicBezTo>
                  <a:pt x="164758" y="109031"/>
                  <a:pt x="167580" y="121264"/>
                  <a:pt x="173224" y="131548"/>
                </a:cubicBezTo>
                <a:cubicBezTo>
                  <a:pt x="178869" y="141830"/>
                  <a:pt x="186306" y="146970"/>
                  <a:pt x="195536" y="146970"/>
                </a:cubicBezTo>
                <a:cubicBezTo>
                  <a:pt x="202423" y="146970"/>
                  <a:pt x="208103" y="144134"/>
                  <a:pt x="212576" y="138460"/>
                </a:cubicBezTo>
                <a:cubicBezTo>
                  <a:pt x="217049" y="132787"/>
                  <a:pt x="219286" y="123037"/>
                  <a:pt x="219286" y="109209"/>
                </a:cubicBezTo>
                <a:cubicBezTo>
                  <a:pt x="219286" y="91905"/>
                  <a:pt x="215558" y="78289"/>
                  <a:pt x="208103" y="68360"/>
                </a:cubicBezTo>
                <a:cubicBezTo>
                  <a:pt x="203062" y="61553"/>
                  <a:pt x="196637" y="58149"/>
                  <a:pt x="188827" y="58149"/>
                </a:cubicBezTo>
                <a:close/>
                <a:moveTo>
                  <a:pt x="281907" y="71781"/>
                </a:moveTo>
                <a:cubicBezTo>
                  <a:pt x="293338" y="58007"/>
                  <a:pt x="304237" y="51120"/>
                  <a:pt x="314603" y="51120"/>
                </a:cubicBezTo>
                <a:cubicBezTo>
                  <a:pt x="319928" y="51120"/>
                  <a:pt x="324507" y="52449"/>
                  <a:pt x="328341" y="55107"/>
                </a:cubicBezTo>
                <a:cubicBezTo>
                  <a:pt x="332175" y="57763"/>
                  <a:pt x="335228" y="62137"/>
                  <a:pt x="337500" y="68230"/>
                </a:cubicBezTo>
                <a:cubicBezTo>
                  <a:pt x="339062" y="72479"/>
                  <a:pt x="339843" y="78997"/>
                  <a:pt x="339843" y="87783"/>
                </a:cubicBezTo>
                <a:lnTo>
                  <a:pt x="339843" y="129331"/>
                </a:lnTo>
                <a:cubicBezTo>
                  <a:pt x="339843" y="135495"/>
                  <a:pt x="340340" y="139675"/>
                  <a:pt x="341334" y="141872"/>
                </a:cubicBezTo>
                <a:cubicBezTo>
                  <a:pt x="342115" y="143642"/>
                  <a:pt x="343376" y="145024"/>
                  <a:pt x="345115" y="146015"/>
                </a:cubicBezTo>
                <a:cubicBezTo>
                  <a:pt x="346855" y="147007"/>
                  <a:pt x="350067" y="147503"/>
                  <a:pt x="354753" y="147503"/>
                </a:cubicBezTo>
                <a:lnTo>
                  <a:pt x="354753" y="151443"/>
                </a:lnTo>
                <a:lnTo>
                  <a:pt x="306509" y="151443"/>
                </a:lnTo>
                <a:lnTo>
                  <a:pt x="306509" y="147503"/>
                </a:lnTo>
                <a:lnTo>
                  <a:pt x="308532" y="147503"/>
                </a:lnTo>
                <a:cubicBezTo>
                  <a:pt x="313076" y="147503"/>
                  <a:pt x="316254" y="146814"/>
                  <a:pt x="318064" y="145436"/>
                </a:cubicBezTo>
                <a:cubicBezTo>
                  <a:pt x="319875" y="144058"/>
                  <a:pt x="321135" y="142028"/>
                  <a:pt x="321845" y="139346"/>
                </a:cubicBezTo>
                <a:cubicBezTo>
                  <a:pt x="322129" y="138285"/>
                  <a:pt x="322271" y="134965"/>
                  <a:pt x="322271" y="129385"/>
                </a:cubicBezTo>
                <a:lnTo>
                  <a:pt x="322271" y="89650"/>
                </a:lnTo>
                <a:cubicBezTo>
                  <a:pt x="322271" y="80822"/>
                  <a:pt x="321117" y="74412"/>
                  <a:pt x="318810" y="70420"/>
                </a:cubicBezTo>
                <a:cubicBezTo>
                  <a:pt x="316502" y="66428"/>
                  <a:pt x="312615" y="64433"/>
                  <a:pt x="307148" y="64433"/>
                </a:cubicBezTo>
                <a:cubicBezTo>
                  <a:pt x="298699" y="64433"/>
                  <a:pt x="290285" y="69024"/>
                  <a:pt x="281907" y="78208"/>
                </a:cubicBezTo>
                <a:lnTo>
                  <a:pt x="281907" y="129385"/>
                </a:lnTo>
                <a:cubicBezTo>
                  <a:pt x="281907" y="135954"/>
                  <a:pt x="282298" y="140016"/>
                  <a:pt x="283079" y="141569"/>
                </a:cubicBezTo>
                <a:cubicBezTo>
                  <a:pt x="284073" y="143617"/>
                  <a:pt x="285440" y="145118"/>
                  <a:pt x="287179" y="146072"/>
                </a:cubicBezTo>
                <a:cubicBezTo>
                  <a:pt x="288919" y="147026"/>
                  <a:pt x="292451" y="147503"/>
                  <a:pt x="297776" y="147503"/>
                </a:cubicBezTo>
                <a:lnTo>
                  <a:pt x="297776" y="151443"/>
                </a:lnTo>
                <a:lnTo>
                  <a:pt x="249531" y="151443"/>
                </a:lnTo>
                <a:lnTo>
                  <a:pt x="249531" y="147503"/>
                </a:lnTo>
                <a:lnTo>
                  <a:pt x="251661" y="147503"/>
                </a:lnTo>
                <a:cubicBezTo>
                  <a:pt x="256631" y="147503"/>
                  <a:pt x="259986" y="146246"/>
                  <a:pt x="261725" y="143732"/>
                </a:cubicBezTo>
                <a:cubicBezTo>
                  <a:pt x="263465" y="141216"/>
                  <a:pt x="264335" y="136416"/>
                  <a:pt x="264335" y="129331"/>
                </a:cubicBezTo>
                <a:lnTo>
                  <a:pt x="264335" y="93201"/>
                </a:lnTo>
                <a:cubicBezTo>
                  <a:pt x="264335" y="81513"/>
                  <a:pt x="264068" y="74394"/>
                  <a:pt x="263536" y="71844"/>
                </a:cubicBezTo>
                <a:cubicBezTo>
                  <a:pt x="263003" y="69293"/>
                  <a:pt x="262187" y="67557"/>
                  <a:pt x="261086" y="66636"/>
                </a:cubicBezTo>
                <a:cubicBezTo>
                  <a:pt x="259986" y="65715"/>
                  <a:pt x="258513" y="65255"/>
                  <a:pt x="256667" y="65255"/>
                </a:cubicBezTo>
                <a:cubicBezTo>
                  <a:pt x="254679" y="65255"/>
                  <a:pt x="252300" y="65786"/>
                  <a:pt x="249531" y="66849"/>
                </a:cubicBezTo>
                <a:lnTo>
                  <a:pt x="247934" y="63022"/>
                </a:lnTo>
                <a:lnTo>
                  <a:pt x="277328" y="51120"/>
                </a:lnTo>
                <a:lnTo>
                  <a:pt x="281907" y="51120"/>
                </a:lnTo>
                <a:lnTo>
                  <a:pt x="281907" y="71781"/>
                </a:lnTo>
                <a:close/>
                <a:moveTo>
                  <a:pt x="431435" y="140474"/>
                </a:moveTo>
                <a:cubicBezTo>
                  <a:pt x="426678" y="145444"/>
                  <a:pt x="422027" y="149012"/>
                  <a:pt x="417483" y="151177"/>
                </a:cubicBezTo>
                <a:cubicBezTo>
                  <a:pt x="412939" y="153343"/>
                  <a:pt x="408040" y="154425"/>
                  <a:pt x="402786" y="154425"/>
                </a:cubicBezTo>
                <a:cubicBezTo>
                  <a:pt x="392136" y="154425"/>
                  <a:pt x="382835" y="149980"/>
                  <a:pt x="374883" y="141090"/>
                </a:cubicBezTo>
                <a:cubicBezTo>
                  <a:pt x="366931" y="132197"/>
                  <a:pt x="362955" y="120770"/>
                  <a:pt x="362955" y="106810"/>
                </a:cubicBezTo>
                <a:cubicBezTo>
                  <a:pt x="362955" y="92852"/>
                  <a:pt x="367357" y="80080"/>
                  <a:pt x="376161" y="68496"/>
                </a:cubicBezTo>
                <a:cubicBezTo>
                  <a:pt x="384965" y="56912"/>
                  <a:pt x="396290" y="51120"/>
                  <a:pt x="410135" y="51120"/>
                </a:cubicBezTo>
                <a:cubicBezTo>
                  <a:pt x="418726" y="51120"/>
                  <a:pt x="425826" y="53854"/>
                  <a:pt x="431435" y="59321"/>
                </a:cubicBezTo>
                <a:lnTo>
                  <a:pt x="431435" y="41282"/>
                </a:lnTo>
                <a:cubicBezTo>
                  <a:pt x="431435" y="30089"/>
                  <a:pt x="431168" y="23208"/>
                  <a:pt x="430636" y="20641"/>
                </a:cubicBezTo>
                <a:cubicBezTo>
                  <a:pt x="430103" y="18074"/>
                  <a:pt x="429269" y="16328"/>
                  <a:pt x="428133" y="15403"/>
                </a:cubicBezTo>
                <a:cubicBezTo>
                  <a:pt x="426997" y="14475"/>
                  <a:pt x="425577" y="14011"/>
                  <a:pt x="423873" y="14011"/>
                </a:cubicBezTo>
                <a:cubicBezTo>
                  <a:pt x="422027" y="14011"/>
                  <a:pt x="419578" y="14582"/>
                  <a:pt x="416525" y="15722"/>
                </a:cubicBezTo>
                <a:lnTo>
                  <a:pt x="415140" y="11978"/>
                </a:lnTo>
                <a:lnTo>
                  <a:pt x="444215" y="0"/>
                </a:lnTo>
                <a:lnTo>
                  <a:pt x="449007" y="0"/>
                </a:lnTo>
                <a:lnTo>
                  <a:pt x="449007" y="112784"/>
                </a:lnTo>
                <a:cubicBezTo>
                  <a:pt x="449007" y="124215"/>
                  <a:pt x="449274" y="131191"/>
                  <a:pt x="449806" y="133711"/>
                </a:cubicBezTo>
                <a:cubicBezTo>
                  <a:pt x="450339" y="136232"/>
                  <a:pt x="451191" y="137989"/>
                  <a:pt x="452362" y="138983"/>
                </a:cubicBezTo>
                <a:cubicBezTo>
                  <a:pt x="453534" y="139977"/>
                  <a:pt x="454900" y="140474"/>
                  <a:pt x="456462" y="140474"/>
                </a:cubicBezTo>
                <a:cubicBezTo>
                  <a:pt x="458379" y="140474"/>
                  <a:pt x="460935" y="139870"/>
                  <a:pt x="464130" y="138663"/>
                </a:cubicBezTo>
                <a:lnTo>
                  <a:pt x="465302" y="142391"/>
                </a:lnTo>
                <a:lnTo>
                  <a:pt x="436334" y="154425"/>
                </a:lnTo>
                <a:lnTo>
                  <a:pt x="431435" y="154425"/>
                </a:lnTo>
                <a:lnTo>
                  <a:pt x="431435" y="140474"/>
                </a:lnTo>
                <a:moveTo>
                  <a:pt x="431435" y="133042"/>
                </a:moveTo>
                <a:lnTo>
                  <a:pt x="431435" y="82901"/>
                </a:lnTo>
                <a:cubicBezTo>
                  <a:pt x="431009" y="78084"/>
                  <a:pt x="429731" y="73693"/>
                  <a:pt x="427601" y="69728"/>
                </a:cubicBezTo>
                <a:cubicBezTo>
                  <a:pt x="425471" y="65761"/>
                  <a:pt x="422648" y="62769"/>
                  <a:pt x="419134" y="60752"/>
                </a:cubicBezTo>
                <a:cubicBezTo>
                  <a:pt x="415619" y="58733"/>
                  <a:pt x="412194" y="57723"/>
                  <a:pt x="408857" y="57723"/>
                </a:cubicBezTo>
                <a:cubicBezTo>
                  <a:pt x="402609" y="57723"/>
                  <a:pt x="397035" y="60521"/>
                  <a:pt x="392136" y="66117"/>
                </a:cubicBezTo>
                <a:cubicBezTo>
                  <a:pt x="385675" y="73481"/>
                  <a:pt x="382445" y="84245"/>
                  <a:pt x="382445" y="98410"/>
                </a:cubicBezTo>
                <a:cubicBezTo>
                  <a:pt x="382445" y="112716"/>
                  <a:pt x="385569" y="123677"/>
                  <a:pt x="391817" y="131292"/>
                </a:cubicBezTo>
                <a:cubicBezTo>
                  <a:pt x="398065" y="138904"/>
                  <a:pt x="405023" y="142710"/>
                  <a:pt x="412691" y="142710"/>
                </a:cubicBezTo>
                <a:cubicBezTo>
                  <a:pt x="419152" y="142710"/>
                  <a:pt x="425400" y="139488"/>
                  <a:pt x="431435" y="133042"/>
                </a:cubicBezTo>
                <a:close/>
                <a:moveTo>
                  <a:pt x="496399" y="0"/>
                </a:moveTo>
                <a:cubicBezTo>
                  <a:pt x="499381" y="0"/>
                  <a:pt x="501919" y="1053"/>
                  <a:pt x="504014" y="3158"/>
                </a:cubicBezTo>
                <a:cubicBezTo>
                  <a:pt x="506108" y="5262"/>
                  <a:pt x="507155" y="7812"/>
                  <a:pt x="507155" y="10810"/>
                </a:cubicBezTo>
                <a:cubicBezTo>
                  <a:pt x="507155" y="13807"/>
                  <a:pt x="506108" y="16377"/>
                  <a:pt x="504014" y="18518"/>
                </a:cubicBezTo>
                <a:cubicBezTo>
                  <a:pt x="501919" y="20657"/>
                  <a:pt x="499381" y="21726"/>
                  <a:pt x="496399" y="21726"/>
                </a:cubicBezTo>
                <a:cubicBezTo>
                  <a:pt x="493417" y="21726"/>
                  <a:pt x="490861" y="20657"/>
                  <a:pt x="488731" y="18518"/>
                </a:cubicBezTo>
                <a:cubicBezTo>
                  <a:pt x="486601" y="16377"/>
                  <a:pt x="485536" y="13807"/>
                  <a:pt x="485536" y="10810"/>
                </a:cubicBezTo>
                <a:cubicBezTo>
                  <a:pt x="485536" y="7812"/>
                  <a:pt x="486583" y="5262"/>
                  <a:pt x="488678" y="3158"/>
                </a:cubicBezTo>
                <a:cubicBezTo>
                  <a:pt x="490772" y="1053"/>
                  <a:pt x="493346" y="0"/>
                  <a:pt x="496399" y="0"/>
                </a:cubicBezTo>
                <a:moveTo>
                  <a:pt x="505238" y="51120"/>
                </a:moveTo>
                <a:lnTo>
                  <a:pt x="505238" y="129331"/>
                </a:lnTo>
                <a:cubicBezTo>
                  <a:pt x="505238" y="135424"/>
                  <a:pt x="505682" y="139480"/>
                  <a:pt x="506570" y="141499"/>
                </a:cubicBezTo>
                <a:cubicBezTo>
                  <a:pt x="507457" y="143518"/>
                  <a:pt x="508771" y="145024"/>
                  <a:pt x="510510" y="146015"/>
                </a:cubicBezTo>
                <a:cubicBezTo>
                  <a:pt x="512250" y="147007"/>
                  <a:pt x="515427" y="147503"/>
                  <a:pt x="520042" y="147503"/>
                </a:cubicBezTo>
                <a:lnTo>
                  <a:pt x="520042" y="151443"/>
                </a:lnTo>
                <a:lnTo>
                  <a:pt x="472649" y="151443"/>
                </a:lnTo>
                <a:lnTo>
                  <a:pt x="472649" y="147503"/>
                </a:lnTo>
                <a:cubicBezTo>
                  <a:pt x="477406" y="147503"/>
                  <a:pt x="480601" y="147043"/>
                  <a:pt x="482234" y="146122"/>
                </a:cubicBezTo>
                <a:cubicBezTo>
                  <a:pt x="483867" y="145201"/>
                  <a:pt x="485163" y="143678"/>
                  <a:pt x="486122" y="141552"/>
                </a:cubicBezTo>
                <a:cubicBezTo>
                  <a:pt x="487080" y="139427"/>
                  <a:pt x="487559" y="135353"/>
                  <a:pt x="487559" y="129331"/>
                </a:cubicBezTo>
                <a:lnTo>
                  <a:pt x="487559" y="91820"/>
                </a:lnTo>
                <a:cubicBezTo>
                  <a:pt x="487559" y="81263"/>
                  <a:pt x="487240" y="74427"/>
                  <a:pt x="486601" y="71312"/>
                </a:cubicBezTo>
                <a:cubicBezTo>
                  <a:pt x="486104" y="69044"/>
                  <a:pt x="485323" y="67468"/>
                  <a:pt x="484258" y="66583"/>
                </a:cubicBezTo>
                <a:cubicBezTo>
                  <a:pt x="483193" y="65697"/>
                  <a:pt x="481737" y="65255"/>
                  <a:pt x="479891" y="65255"/>
                </a:cubicBezTo>
                <a:cubicBezTo>
                  <a:pt x="477903" y="65255"/>
                  <a:pt x="475489" y="65786"/>
                  <a:pt x="472649" y="66849"/>
                </a:cubicBezTo>
                <a:lnTo>
                  <a:pt x="471158" y="63022"/>
                </a:lnTo>
                <a:lnTo>
                  <a:pt x="500552" y="51120"/>
                </a:lnTo>
                <a:lnTo>
                  <a:pt x="505238" y="51120"/>
                </a:lnTo>
                <a:close/>
                <a:moveTo>
                  <a:pt x="560550" y="21726"/>
                </a:moveTo>
                <a:lnTo>
                  <a:pt x="560550" y="53889"/>
                </a:lnTo>
                <a:lnTo>
                  <a:pt x="583341" y="53889"/>
                </a:lnTo>
                <a:lnTo>
                  <a:pt x="583341" y="61344"/>
                </a:lnTo>
                <a:lnTo>
                  <a:pt x="560550" y="61344"/>
                </a:lnTo>
                <a:lnTo>
                  <a:pt x="560550" y="124519"/>
                </a:lnTo>
                <a:cubicBezTo>
                  <a:pt x="560550" y="130831"/>
                  <a:pt x="561455" y="135087"/>
                  <a:pt x="563266" y="137286"/>
                </a:cubicBezTo>
                <a:cubicBezTo>
                  <a:pt x="565076" y="139482"/>
                  <a:pt x="567401" y="140580"/>
                  <a:pt x="570241" y="140580"/>
                </a:cubicBezTo>
                <a:cubicBezTo>
                  <a:pt x="572584" y="140580"/>
                  <a:pt x="574856" y="139853"/>
                  <a:pt x="577057" y="138397"/>
                </a:cubicBezTo>
                <a:cubicBezTo>
                  <a:pt x="579258" y="136942"/>
                  <a:pt x="580962" y="134794"/>
                  <a:pt x="582169" y="131954"/>
                </a:cubicBezTo>
                <a:lnTo>
                  <a:pt x="586323" y="131954"/>
                </a:lnTo>
                <a:cubicBezTo>
                  <a:pt x="583838" y="138932"/>
                  <a:pt x="580323" y="144209"/>
                  <a:pt x="575779" y="147786"/>
                </a:cubicBezTo>
                <a:cubicBezTo>
                  <a:pt x="571235" y="151360"/>
                  <a:pt x="566549" y="153147"/>
                  <a:pt x="561721" y="153147"/>
                </a:cubicBezTo>
                <a:cubicBezTo>
                  <a:pt x="558455" y="153147"/>
                  <a:pt x="555260" y="152241"/>
                  <a:pt x="552136" y="150428"/>
                </a:cubicBezTo>
                <a:cubicBezTo>
                  <a:pt x="549012" y="148616"/>
                  <a:pt x="546705" y="146022"/>
                  <a:pt x="545214" y="142647"/>
                </a:cubicBezTo>
                <a:cubicBezTo>
                  <a:pt x="543723" y="139270"/>
                  <a:pt x="542977" y="134063"/>
                  <a:pt x="542977" y="127025"/>
                </a:cubicBezTo>
                <a:lnTo>
                  <a:pt x="542977" y="61344"/>
                </a:lnTo>
                <a:lnTo>
                  <a:pt x="527535" y="61344"/>
                </a:lnTo>
                <a:lnTo>
                  <a:pt x="527535" y="57830"/>
                </a:lnTo>
                <a:cubicBezTo>
                  <a:pt x="531440" y="56263"/>
                  <a:pt x="535434" y="53611"/>
                  <a:pt x="539516" y="49872"/>
                </a:cubicBezTo>
                <a:cubicBezTo>
                  <a:pt x="543599" y="46134"/>
                  <a:pt x="547237" y="41700"/>
                  <a:pt x="550432" y="36573"/>
                </a:cubicBezTo>
                <a:cubicBezTo>
                  <a:pt x="552065" y="33868"/>
                  <a:pt x="554337" y="28919"/>
                  <a:pt x="557248" y="21726"/>
                </a:cubicBezTo>
                <a:lnTo>
                  <a:pt x="560550" y="21726"/>
                </a:lnTo>
                <a:close/>
                <a:moveTo>
                  <a:pt x="617670" y="0"/>
                </a:moveTo>
                <a:cubicBezTo>
                  <a:pt x="620652" y="0"/>
                  <a:pt x="623190" y="1053"/>
                  <a:pt x="625284" y="3158"/>
                </a:cubicBezTo>
                <a:cubicBezTo>
                  <a:pt x="627379" y="5262"/>
                  <a:pt x="628426" y="7812"/>
                  <a:pt x="628426" y="10810"/>
                </a:cubicBezTo>
                <a:cubicBezTo>
                  <a:pt x="628426" y="13807"/>
                  <a:pt x="627379" y="16377"/>
                  <a:pt x="625284" y="18518"/>
                </a:cubicBezTo>
                <a:cubicBezTo>
                  <a:pt x="623190" y="20657"/>
                  <a:pt x="620652" y="21726"/>
                  <a:pt x="617670" y="21726"/>
                </a:cubicBezTo>
                <a:cubicBezTo>
                  <a:pt x="614688" y="21726"/>
                  <a:pt x="612132" y="20657"/>
                  <a:pt x="610001" y="18518"/>
                </a:cubicBezTo>
                <a:cubicBezTo>
                  <a:pt x="607871" y="16377"/>
                  <a:pt x="606806" y="13807"/>
                  <a:pt x="606806" y="10810"/>
                </a:cubicBezTo>
                <a:cubicBezTo>
                  <a:pt x="606806" y="7812"/>
                  <a:pt x="607854" y="5262"/>
                  <a:pt x="609948" y="3158"/>
                </a:cubicBezTo>
                <a:cubicBezTo>
                  <a:pt x="612043" y="1053"/>
                  <a:pt x="614617" y="0"/>
                  <a:pt x="617670" y="0"/>
                </a:cubicBezTo>
                <a:moveTo>
                  <a:pt x="626509" y="51120"/>
                </a:moveTo>
                <a:lnTo>
                  <a:pt x="626509" y="129331"/>
                </a:lnTo>
                <a:cubicBezTo>
                  <a:pt x="626509" y="135424"/>
                  <a:pt x="626953" y="139480"/>
                  <a:pt x="627840" y="141499"/>
                </a:cubicBezTo>
                <a:cubicBezTo>
                  <a:pt x="628728" y="143518"/>
                  <a:pt x="630041" y="145024"/>
                  <a:pt x="631781" y="146015"/>
                </a:cubicBezTo>
                <a:cubicBezTo>
                  <a:pt x="633520" y="147007"/>
                  <a:pt x="636698" y="147503"/>
                  <a:pt x="641313" y="147503"/>
                </a:cubicBezTo>
                <a:lnTo>
                  <a:pt x="641313" y="151443"/>
                </a:lnTo>
                <a:lnTo>
                  <a:pt x="593920" y="151443"/>
                </a:lnTo>
                <a:lnTo>
                  <a:pt x="593920" y="147503"/>
                </a:lnTo>
                <a:cubicBezTo>
                  <a:pt x="598677" y="147503"/>
                  <a:pt x="601872" y="147043"/>
                  <a:pt x="603505" y="146122"/>
                </a:cubicBezTo>
                <a:cubicBezTo>
                  <a:pt x="605138" y="145201"/>
                  <a:pt x="606434" y="143678"/>
                  <a:pt x="607392" y="141552"/>
                </a:cubicBezTo>
                <a:cubicBezTo>
                  <a:pt x="608351" y="139427"/>
                  <a:pt x="608830" y="135353"/>
                  <a:pt x="608830" y="129331"/>
                </a:cubicBezTo>
                <a:lnTo>
                  <a:pt x="608830" y="91820"/>
                </a:lnTo>
                <a:cubicBezTo>
                  <a:pt x="608830" y="81263"/>
                  <a:pt x="608510" y="74427"/>
                  <a:pt x="607871" y="71312"/>
                </a:cubicBezTo>
                <a:cubicBezTo>
                  <a:pt x="607374" y="69044"/>
                  <a:pt x="606593" y="67468"/>
                  <a:pt x="605528" y="66583"/>
                </a:cubicBezTo>
                <a:cubicBezTo>
                  <a:pt x="604463" y="65697"/>
                  <a:pt x="603008" y="65255"/>
                  <a:pt x="601162" y="65255"/>
                </a:cubicBezTo>
                <a:cubicBezTo>
                  <a:pt x="599174" y="65255"/>
                  <a:pt x="596760" y="65786"/>
                  <a:pt x="593920" y="66849"/>
                </a:cubicBezTo>
                <a:lnTo>
                  <a:pt x="592429" y="63022"/>
                </a:lnTo>
                <a:lnTo>
                  <a:pt x="621823" y="51120"/>
                </a:lnTo>
                <a:lnTo>
                  <a:pt x="626509" y="51120"/>
                </a:lnTo>
                <a:close/>
                <a:moveTo>
                  <a:pt x="701204" y="51120"/>
                </a:moveTo>
                <a:cubicBezTo>
                  <a:pt x="715972" y="51120"/>
                  <a:pt x="727829" y="56724"/>
                  <a:pt x="736775" y="67931"/>
                </a:cubicBezTo>
                <a:cubicBezTo>
                  <a:pt x="744372" y="77505"/>
                  <a:pt x="748171" y="88498"/>
                  <a:pt x="748171" y="100912"/>
                </a:cubicBezTo>
                <a:cubicBezTo>
                  <a:pt x="748171" y="109637"/>
                  <a:pt x="746076" y="118467"/>
                  <a:pt x="741887" y="127404"/>
                </a:cubicBezTo>
                <a:cubicBezTo>
                  <a:pt x="737698" y="136339"/>
                  <a:pt x="731929" y="143077"/>
                  <a:pt x="724581" y="147616"/>
                </a:cubicBezTo>
                <a:cubicBezTo>
                  <a:pt x="717232" y="152156"/>
                  <a:pt x="709050" y="154425"/>
                  <a:pt x="700033" y="154425"/>
                </a:cubicBezTo>
                <a:cubicBezTo>
                  <a:pt x="685336" y="154425"/>
                  <a:pt x="673656" y="148574"/>
                  <a:pt x="664994" y="136870"/>
                </a:cubicBezTo>
                <a:cubicBezTo>
                  <a:pt x="657681" y="127012"/>
                  <a:pt x="654024" y="115948"/>
                  <a:pt x="654024" y="103678"/>
                </a:cubicBezTo>
                <a:cubicBezTo>
                  <a:pt x="654024" y="94741"/>
                  <a:pt x="656243" y="85857"/>
                  <a:pt x="660681" y="77026"/>
                </a:cubicBezTo>
                <a:cubicBezTo>
                  <a:pt x="665118" y="68196"/>
                  <a:pt x="670958" y="61670"/>
                  <a:pt x="678200" y="57450"/>
                </a:cubicBezTo>
                <a:cubicBezTo>
                  <a:pt x="685442" y="53230"/>
                  <a:pt x="693110" y="51120"/>
                  <a:pt x="701204" y="51120"/>
                </a:cubicBezTo>
                <a:moveTo>
                  <a:pt x="697903" y="58149"/>
                </a:moveTo>
                <a:cubicBezTo>
                  <a:pt x="694140" y="58149"/>
                  <a:pt x="690359" y="59266"/>
                  <a:pt x="686560" y="61501"/>
                </a:cubicBezTo>
                <a:cubicBezTo>
                  <a:pt x="682762" y="63735"/>
                  <a:pt x="679691" y="67653"/>
                  <a:pt x="677348" y="73256"/>
                </a:cubicBezTo>
                <a:cubicBezTo>
                  <a:pt x="675005" y="78858"/>
                  <a:pt x="673834" y="86056"/>
                  <a:pt x="673834" y="94849"/>
                </a:cubicBezTo>
                <a:cubicBezTo>
                  <a:pt x="673834" y="109031"/>
                  <a:pt x="676656" y="121264"/>
                  <a:pt x="682300" y="131548"/>
                </a:cubicBezTo>
                <a:cubicBezTo>
                  <a:pt x="687945" y="141830"/>
                  <a:pt x="695382" y="146970"/>
                  <a:pt x="704612" y="146970"/>
                </a:cubicBezTo>
                <a:cubicBezTo>
                  <a:pt x="711499" y="146970"/>
                  <a:pt x="717179" y="144134"/>
                  <a:pt x="721652" y="138460"/>
                </a:cubicBezTo>
                <a:cubicBezTo>
                  <a:pt x="726125" y="132787"/>
                  <a:pt x="728362" y="123037"/>
                  <a:pt x="728362" y="109209"/>
                </a:cubicBezTo>
                <a:cubicBezTo>
                  <a:pt x="728362" y="91905"/>
                  <a:pt x="724634" y="78289"/>
                  <a:pt x="717179" y="68360"/>
                </a:cubicBezTo>
                <a:cubicBezTo>
                  <a:pt x="712138" y="61553"/>
                  <a:pt x="705713" y="58149"/>
                  <a:pt x="697903" y="58149"/>
                </a:cubicBezTo>
                <a:close/>
                <a:moveTo>
                  <a:pt x="790983" y="71781"/>
                </a:moveTo>
                <a:cubicBezTo>
                  <a:pt x="802414" y="58007"/>
                  <a:pt x="813313" y="51120"/>
                  <a:pt x="823679" y="51120"/>
                </a:cubicBezTo>
                <a:cubicBezTo>
                  <a:pt x="829004" y="51120"/>
                  <a:pt x="833583" y="52449"/>
                  <a:pt x="837417" y="55107"/>
                </a:cubicBezTo>
                <a:cubicBezTo>
                  <a:pt x="841251" y="57763"/>
                  <a:pt x="844304" y="62137"/>
                  <a:pt x="846576" y="68230"/>
                </a:cubicBezTo>
                <a:cubicBezTo>
                  <a:pt x="848138" y="72479"/>
                  <a:pt x="848919" y="78997"/>
                  <a:pt x="848919" y="87783"/>
                </a:cubicBezTo>
                <a:lnTo>
                  <a:pt x="848919" y="129331"/>
                </a:lnTo>
                <a:cubicBezTo>
                  <a:pt x="848919" y="135495"/>
                  <a:pt x="849416" y="139675"/>
                  <a:pt x="850410" y="141872"/>
                </a:cubicBezTo>
                <a:cubicBezTo>
                  <a:pt x="851191" y="143642"/>
                  <a:pt x="852452" y="145024"/>
                  <a:pt x="854191" y="146015"/>
                </a:cubicBezTo>
                <a:cubicBezTo>
                  <a:pt x="855931" y="147007"/>
                  <a:pt x="859143" y="147503"/>
                  <a:pt x="863829" y="147503"/>
                </a:cubicBezTo>
                <a:lnTo>
                  <a:pt x="863829" y="151443"/>
                </a:lnTo>
                <a:lnTo>
                  <a:pt x="815585" y="151443"/>
                </a:lnTo>
                <a:lnTo>
                  <a:pt x="815585" y="147503"/>
                </a:lnTo>
                <a:lnTo>
                  <a:pt x="817608" y="147503"/>
                </a:lnTo>
                <a:cubicBezTo>
                  <a:pt x="822152" y="147503"/>
                  <a:pt x="825330" y="146814"/>
                  <a:pt x="827140" y="145436"/>
                </a:cubicBezTo>
                <a:cubicBezTo>
                  <a:pt x="828951" y="144058"/>
                  <a:pt x="830211" y="142028"/>
                  <a:pt x="830921" y="139346"/>
                </a:cubicBezTo>
                <a:cubicBezTo>
                  <a:pt x="831205" y="138285"/>
                  <a:pt x="831347" y="134965"/>
                  <a:pt x="831347" y="129385"/>
                </a:cubicBezTo>
                <a:lnTo>
                  <a:pt x="831347" y="89650"/>
                </a:lnTo>
                <a:cubicBezTo>
                  <a:pt x="831347" y="80822"/>
                  <a:pt x="830193" y="74412"/>
                  <a:pt x="827886" y="70420"/>
                </a:cubicBezTo>
                <a:cubicBezTo>
                  <a:pt x="825578" y="66428"/>
                  <a:pt x="821691" y="64433"/>
                  <a:pt x="816224" y="64433"/>
                </a:cubicBezTo>
                <a:cubicBezTo>
                  <a:pt x="807775" y="64433"/>
                  <a:pt x="799361" y="69024"/>
                  <a:pt x="790983" y="78208"/>
                </a:cubicBezTo>
                <a:lnTo>
                  <a:pt x="790983" y="129385"/>
                </a:lnTo>
                <a:cubicBezTo>
                  <a:pt x="790983" y="135954"/>
                  <a:pt x="791374" y="140016"/>
                  <a:pt x="792155" y="141569"/>
                </a:cubicBezTo>
                <a:cubicBezTo>
                  <a:pt x="793149" y="143617"/>
                  <a:pt x="794515" y="145118"/>
                  <a:pt x="796255" y="146072"/>
                </a:cubicBezTo>
                <a:cubicBezTo>
                  <a:pt x="797994" y="147026"/>
                  <a:pt x="801527" y="147503"/>
                  <a:pt x="806852" y="147503"/>
                </a:cubicBezTo>
                <a:lnTo>
                  <a:pt x="806852" y="151443"/>
                </a:lnTo>
                <a:lnTo>
                  <a:pt x="758607" y="151443"/>
                </a:lnTo>
                <a:lnTo>
                  <a:pt x="758607" y="147503"/>
                </a:lnTo>
                <a:lnTo>
                  <a:pt x="760737" y="147503"/>
                </a:lnTo>
                <a:cubicBezTo>
                  <a:pt x="765707" y="147503"/>
                  <a:pt x="769062" y="146246"/>
                  <a:pt x="770801" y="143732"/>
                </a:cubicBezTo>
                <a:cubicBezTo>
                  <a:pt x="772541" y="141216"/>
                  <a:pt x="773411" y="136416"/>
                  <a:pt x="773411" y="129331"/>
                </a:cubicBezTo>
                <a:lnTo>
                  <a:pt x="773411" y="93201"/>
                </a:lnTo>
                <a:cubicBezTo>
                  <a:pt x="773411" y="81513"/>
                  <a:pt x="773144" y="74394"/>
                  <a:pt x="772612" y="71844"/>
                </a:cubicBezTo>
                <a:cubicBezTo>
                  <a:pt x="772079" y="69293"/>
                  <a:pt x="771263" y="67557"/>
                  <a:pt x="770162" y="66636"/>
                </a:cubicBezTo>
                <a:cubicBezTo>
                  <a:pt x="769062" y="65715"/>
                  <a:pt x="767589" y="65255"/>
                  <a:pt x="765743" y="65255"/>
                </a:cubicBezTo>
                <a:cubicBezTo>
                  <a:pt x="763755" y="65255"/>
                  <a:pt x="761376" y="65786"/>
                  <a:pt x="758607" y="66849"/>
                </a:cubicBezTo>
                <a:lnTo>
                  <a:pt x="757010" y="63022"/>
                </a:lnTo>
                <a:lnTo>
                  <a:pt x="786404" y="51120"/>
                </a:lnTo>
                <a:lnTo>
                  <a:pt x="790983" y="51120"/>
                </a:lnTo>
                <a:lnTo>
                  <a:pt x="790983" y="717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Predicate">
            <a:extLst xmlns:a="http://schemas.openxmlformats.org/drawingml/2006/main">
              <a:ext uri="{FF2B5EF4-FFF2-40B4-BE49-F238E27FC236}">
                <a16:creationId xmlns:a16="http://schemas.microsoft.com/office/drawing/2014/main" id="{C7281EC9-B551-41C5-86C2-32CD798C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881" y="728728"/>
            <a:ext cx="801768" cy="154425"/>
          </a:xfrm>
          <a:custGeom xmlns:a="http://schemas.openxmlformats.org/drawingml/2006/main">
            <a:pathLst>
              <a:path w="801768" h="154425">
                <a:moveTo>
                  <a:pt x="41109" y="83709"/>
                </a:moveTo>
                <a:lnTo>
                  <a:pt x="41109" y="125847"/>
                </a:lnTo>
                <a:cubicBezTo>
                  <a:pt x="41109" y="134950"/>
                  <a:pt x="42103" y="140605"/>
                  <a:pt x="44091" y="142810"/>
                </a:cubicBezTo>
                <a:cubicBezTo>
                  <a:pt x="46789" y="145939"/>
                  <a:pt x="50872" y="147503"/>
                  <a:pt x="56339" y="147503"/>
                </a:cubicBezTo>
                <a:lnTo>
                  <a:pt x="61877" y="147503"/>
                </a:lnTo>
                <a:lnTo>
                  <a:pt x="61877" y="151443"/>
                </a:lnTo>
                <a:lnTo>
                  <a:pt x="0" y="151443"/>
                </a:lnTo>
                <a:lnTo>
                  <a:pt x="0" y="147503"/>
                </a:lnTo>
                <a:lnTo>
                  <a:pt x="5432" y="147503"/>
                </a:lnTo>
                <a:cubicBezTo>
                  <a:pt x="11538" y="147503"/>
                  <a:pt x="15904" y="145515"/>
                  <a:pt x="18531" y="141539"/>
                </a:cubicBezTo>
                <a:cubicBezTo>
                  <a:pt x="19951" y="139338"/>
                  <a:pt x="20661" y="134119"/>
                  <a:pt x="20661" y="125883"/>
                </a:cubicBezTo>
                <a:lnTo>
                  <a:pt x="20661" y="32589"/>
                </a:lnTo>
                <a:cubicBezTo>
                  <a:pt x="20661" y="23501"/>
                  <a:pt x="19703" y="17857"/>
                  <a:pt x="17786" y="15656"/>
                </a:cubicBezTo>
                <a:cubicBezTo>
                  <a:pt x="15017" y="12532"/>
                  <a:pt x="10899" y="10970"/>
                  <a:pt x="5432" y="10970"/>
                </a:cubicBezTo>
                <a:lnTo>
                  <a:pt x="0" y="10970"/>
                </a:lnTo>
                <a:lnTo>
                  <a:pt x="0" y="7029"/>
                </a:lnTo>
                <a:lnTo>
                  <a:pt x="52931" y="7029"/>
                </a:lnTo>
                <a:cubicBezTo>
                  <a:pt x="65853" y="7029"/>
                  <a:pt x="76041" y="8359"/>
                  <a:pt x="83496" y="11019"/>
                </a:cubicBezTo>
                <a:cubicBezTo>
                  <a:pt x="90951" y="13678"/>
                  <a:pt x="97235" y="18162"/>
                  <a:pt x="102347" y="24472"/>
                </a:cubicBezTo>
                <a:cubicBezTo>
                  <a:pt x="107459" y="30782"/>
                  <a:pt x="110015" y="38262"/>
                  <a:pt x="110015" y="46913"/>
                </a:cubicBezTo>
                <a:cubicBezTo>
                  <a:pt x="110015" y="58684"/>
                  <a:pt x="106128" y="68257"/>
                  <a:pt x="98353" y="75632"/>
                </a:cubicBezTo>
                <a:cubicBezTo>
                  <a:pt x="90579" y="83005"/>
                  <a:pt x="79591" y="86691"/>
                  <a:pt x="65391" y="86691"/>
                </a:cubicBezTo>
                <a:cubicBezTo>
                  <a:pt x="61912" y="86691"/>
                  <a:pt x="58149" y="86443"/>
                  <a:pt x="54102" y="85946"/>
                </a:cubicBezTo>
                <a:cubicBezTo>
                  <a:pt x="50055" y="85449"/>
                  <a:pt x="45724" y="84703"/>
                  <a:pt x="41109" y="83709"/>
                </a:cubicBezTo>
                <a:moveTo>
                  <a:pt x="41109" y="77532"/>
                </a:moveTo>
                <a:cubicBezTo>
                  <a:pt x="44872" y="78242"/>
                  <a:pt x="48209" y="78775"/>
                  <a:pt x="51120" y="79130"/>
                </a:cubicBezTo>
                <a:cubicBezTo>
                  <a:pt x="54031" y="79485"/>
                  <a:pt x="56516" y="79662"/>
                  <a:pt x="58575" y="79662"/>
                </a:cubicBezTo>
                <a:cubicBezTo>
                  <a:pt x="65959" y="79662"/>
                  <a:pt x="72331" y="76804"/>
                  <a:pt x="77692" y="71089"/>
                </a:cubicBezTo>
                <a:cubicBezTo>
                  <a:pt x="83053" y="65373"/>
                  <a:pt x="85733" y="57972"/>
                  <a:pt x="85733" y="48884"/>
                </a:cubicBezTo>
                <a:cubicBezTo>
                  <a:pt x="85733" y="42636"/>
                  <a:pt x="84455" y="36831"/>
                  <a:pt x="81899" y="31471"/>
                </a:cubicBezTo>
                <a:cubicBezTo>
                  <a:pt x="79343" y="26110"/>
                  <a:pt x="75722" y="22099"/>
                  <a:pt x="71036" y="19436"/>
                </a:cubicBezTo>
                <a:cubicBezTo>
                  <a:pt x="66350" y="16774"/>
                  <a:pt x="61025" y="15443"/>
                  <a:pt x="55061" y="15443"/>
                </a:cubicBezTo>
                <a:cubicBezTo>
                  <a:pt x="51440" y="15443"/>
                  <a:pt x="46789" y="16117"/>
                  <a:pt x="41109" y="17466"/>
                </a:cubicBezTo>
                <a:lnTo>
                  <a:pt x="41109" y="77532"/>
                </a:lnTo>
                <a:close/>
                <a:moveTo>
                  <a:pt x="153008" y="51120"/>
                </a:moveTo>
                <a:lnTo>
                  <a:pt x="153008" y="73059"/>
                </a:lnTo>
                <a:cubicBezTo>
                  <a:pt x="161173" y="58433"/>
                  <a:pt x="169551" y="51120"/>
                  <a:pt x="178142" y="51120"/>
                </a:cubicBezTo>
                <a:cubicBezTo>
                  <a:pt x="182047" y="51120"/>
                  <a:pt x="185277" y="52309"/>
                  <a:pt x="187833" y="54688"/>
                </a:cubicBezTo>
                <a:cubicBezTo>
                  <a:pt x="190389" y="57066"/>
                  <a:pt x="191667" y="59818"/>
                  <a:pt x="191667" y="62942"/>
                </a:cubicBezTo>
                <a:cubicBezTo>
                  <a:pt x="191667" y="65711"/>
                  <a:pt x="190744" y="68054"/>
                  <a:pt x="188898" y="69971"/>
                </a:cubicBezTo>
                <a:cubicBezTo>
                  <a:pt x="187052" y="71888"/>
                  <a:pt x="184851" y="72846"/>
                  <a:pt x="182295" y="72846"/>
                </a:cubicBezTo>
                <a:cubicBezTo>
                  <a:pt x="179810" y="72846"/>
                  <a:pt x="177024" y="71621"/>
                  <a:pt x="173935" y="69172"/>
                </a:cubicBezTo>
                <a:cubicBezTo>
                  <a:pt x="170846" y="66722"/>
                  <a:pt x="168557" y="65498"/>
                  <a:pt x="167066" y="65498"/>
                </a:cubicBezTo>
                <a:cubicBezTo>
                  <a:pt x="165788" y="65498"/>
                  <a:pt x="164403" y="66205"/>
                  <a:pt x="162912" y="67621"/>
                </a:cubicBezTo>
                <a:cubicBezTo>
                  <a:pt x="159717" y="70525"/>
                  <a:pt x="156416" y="75306"/>
                  <a:pt x="153008" y="81962"/>
                </a:cubicBezTo>
                <a:lnTo>
                  <a:pt x="153008" y="128596"/>
                </a:lnTo>
                <a:cubicBezTo>
                  <a:pt x="153008" y="133976"/>
                  <a:pt x="153682" y="138048"/>
                  <a:pt x="155031" y="140810"/>
                </a:cubicBezTo>
                <a:cubicBezTo>
                  <a:pt x="155954" y="142723"/>
                  <a:pt x="157587" y="144317"/>
                  <a:pt x="159930" y="145593"/>
                </a:cubicBezTo>
                <a:cubicBezTo>
                  <a:pt x="162273" y="146866"/>
                  <a:pt x="165646" y="147503"/>
                  <a:pt x="170048" y="147503"/>
                </a:cubicBezTo>
                <a:lnTo>
                  <a:pt x="170048" y="151443"/>
                </a:lnTo>
                <a:lnTo>
                  <a:pt x="120099" y="151443"/>
                </a:lnTo>
                <a:lnTo>
                  <a:pt x="120099" y="147503"/>
                </a:lnTo>
                <a:cubicBezTo>
                  <a:pt x="125069" y="147503"/>
                  <a:pt x="128761" y="146724"/>
                  <a:pt x="131175" y="145167"/>
                </a:cubicBezTo>
                <a:cubicBezTo>
                  <a:pt x="132950" y="144033"/>
                  <a:pt x="134193" y="142226"/>
                  <a:pt x="134903" y="139745"/>
                </a:cubicBezTo>
                <a:cubicBezTo>
                  <a:pt x="135258" y="138540"/>
                  <a:pt x="135435" y="135105"/>
                  <a:pt x="135435" y="129438"/>
                </a:cubicBezTo>
                <a:lnTo>
                  <a:pt x="135435" y="91713"/>
                </a:lnTo>
                <a:cubicBezTo>
                  <a:pt x="135435" y="80378"/>
                  <a:pt x="135204" y="73631"/>
                  <a:pt x="134743" y="71472"/>
                </a:cubicBezTo>
                <a:cubicBezTo>
                  <a:pt x="134281" y="69311"/>
                  <a:pt x="133429" y="67734"/>
                  <a:pt x="132187" y="66742"/>
                </a:cubicBezTo>
                <a:cubicBezTo>
                  <a:pt x="130944" y="65751"/>
                  <a:pt x="129400" y="65255"/>
                  <a:pt x="127554" y="65255"/>
                </a:cubicBezTo>
                <a:cubicBezTo>
                  <a:pt x="125353" y="65255"/>
                  <a:pt x="122868" y="65786"/>
                  <a:pt x="120099" y="66849"/>
                </a:cubicBezTo>
                <a:lnTo>
                  <a:pt x="119034" y="63022"/>
                </a:lnTo>
                <a:lnTo>
                  <a:pt x="148535" y="51120"/>
                </a:lnTo>
                <a:lnTo>
                  <a:pt x="153008" y="51120"/>
                </a:lnTo>
                <a:close/>
                <a:moveTo>
                  <a:pt x="213499" y="90738"/>
                </a:moveTo>
                <a:cubicBezTo>
                  <a:pt x="213428" y="105189"/>
                  <a:pt x="216942" y="116524"/>
                  <a:pt x="224042" y="124742"/>
                </a:cubicBezTo>
                <a:cubicBezTo>
                  <a:pt x="231142" y="132958"/>
                  <a:pt x="239485" y="137066"/>
                  <a:pt x="249070" y="137066"/>
                </a:cubicBezTo>
                <a:cubicBezTo>
                  <a:pt x="255460" y="137066"/>
                  <a:pt x="261015" y="135309"/>
                  <a:pt x="265737" y="131794"/>
                </a:cubicBezTo>
                <a:cubicBezTo>
                  <a:pt x="270459" y="128280"/>
                  <a:pt x="274417" y="122262"/>
                  <a:pt x="277612" y="113742"/>
                </a:cubicBezTo>
                <a:lnTo>
                  <a:pt x="280913" y="115872"/>
                </a:lnTo>
                <a:cubicBezTo>
                  <a:pt x="279422" y="125599"/>
                  <a:pt x="275091" y="134457"/>
                  <a:pt x="267920" y="142444"/>
                </a:cubicBezTo>
                <a:cubicBezTo>
                  <a:pt x="260749" y="150432"/>
                  <a:pt x="251768" y="154425"/>
                  <a:pt x="240976" y="154425"/>
                </a:cubicBezTo>
                <a:cubicBezTo>
                  <a:pt x="229261" y="154425"/>
                  <a:pt x="219232" y="149874"/>
                  <a:pt x="210889" y="140770"/>
                </a:cubicBezTo>
                <a:cubicBezTo>
                  <a:pt x="202547" y="131664"/>
                  <a:pt x="198376" y="119423"/>
                  <a:pt x="198376" y="104047"/>
                </a:cubicBezTo>
                <a:cubicBezTo>
                  <a:pt x="198376" y="87398"/>
                  <a:pt x="202653" y="74415"/>
                  <a:pt x="211209" y="65098"/>
                </a:cubicBezTo>
                <a:cubicBezTo>
                  <a:pt x="219764" y="55780"/>
                  <a:pt x="230503" y="51120"/>
                  <a:pt x="243425" y="51120"/>
                </a:cubicBezTo>
                <a:cubicBezTo>
                  <a:pt x="254359" y="51120"/>
                  <a:pt x="263341" y="54715"/>
                  <a:pt x="270370" y="61903"/>
                </a:cubicBezTo>
                <a:cubicBezTo>
                  <a:pt x="277399" y="69090"/>
                  <a:pt x="280913" y="78702"/>
                  <a:pt x="280913" y="90738"/>
                </a:cubicBezTo>
                <a:lnTo>
                  <a:pt x="213499" y="90738"/>
                </a:lnTo>
                <a:moveTo>
                  <a:pt x="213499" y="84561"/>
                </a:moveTo>
                <a:lnTo>
                  <a:pt x="258655" y="84561"/>
                </a:lnTo>
                <a:cubicBezTo>
                  <a:pt x="258300" y="78313"/>
                  <a:pt x="257554" y="73911"/>
                  <a:pt x="256418" y="71355"/>
                </a:cubicBezTo>
                <a:cubicBezTo>
                  <a:pt x="254643" y="67379"/>
                  <a:pt x="251998" y="64255"/>
                  <a:pt x="248484" y="61983"/>
                </a:cubicBezTo>
                <a:cubicBezTo>
                  <a:pt x="244969" y="59711"/>
                  <a:pt x="241295" y="58575"/>
                  <a:pt x="237461" y="58575"/>
                </a:cubicBezTo>
                <a:cubicBezTo>
                  <a:pt x="231568" y="58575"/>
                  <a:pt x="226296" y="60865"/>
                  <a:pt x="221646" y="65444"/>
                </a:cubicBezTo>
                <a:cubicBezTo>
                  <a:pt x="216995" y="70024"/>
                  <a:pt x="214280" y="76396"/>
                  <a:pt x="213499" y="84561"/>
                </a:cubicBezTo>
                <a:close/>
                <a:moveTo>
                  <a:pt x="362845" y="140474"/>
                </a:moveTo>
                <a:cubicBezTo>
                  <a:pt x="358088" y="145444"/>
                  <a:pt x="353438" y="149012"/>
                  <a:pt x="348894" y="151177"/>
                </a:cubicBezTo>
                <a:cubicBezTo>
                  <a:pt x="344350" y="153343"/>
                  <a:pt x="339451" y="154425"/>
                  <a:pt x="334197" y="154425"/>
                </a:cubicBezTo>
                <a:cubicBezTo>
                  <a:pt x="323547" y="154425"/>
                  <a:pt x="314246" y="149980"/>
                  <a:pt x="306294" y="141090"/>
                </a:cubicBezTo>
                <a:cubicBezTo>
                  <a:pt x="298342" y="132197"/>
                  <a:pt x="294366" y="120770"/>
                  <a:pt x="294366" y="106810"/>
                </a:cubicBezTo>
                <a:cubicBezTo>
                  <a:pt x="294366" y="92852"/>
                  <a:pt x="298768" y="80080"/>
                  <a:pt x="307572" y="68496"/>
                </a:cubicBezTo>
                <a:cubicBezTo>
                  <a:pt x="316376" y="56912"/>
                  <a:pt x="327700" y="51120"/>
                  <a:pt x="341545" y="51120"/>
                </a:cubicBezTo>
                <a:cubicBezTo>
                  <a:pt x="350136" y="51120"/>
                  <a:pt x="357236" y="53854"/>
                  <a:pt x="362845" y="59321"/>
                </a:cubicBezTo>
                <a:lnTo>
                  <a:pt x="362845" y="41282"/>
                </a:lnTo>
                <a:cubicBezTo>
                  <a:pt x="362845" y="30089"/>
                  <a:pt x="362579" y="23208"/>
                  <a:pt x="362047" y="20641"/>
                </a:cubicBezTo>
                <a:cubicBezTo>
                  <a:pt x="361514" y="18074"/>
                  <a:pt x="360680" y="16328"/>
                  <a:pt x="359544" y="15403"/>
                </a:cubicBezTo>
                <a:cubicBezTo>
                  <a:pt x="358408" y="14475"/>
                  <a:pt x="356988" y="14011"/>
                  <a:pt x="355284" y="14011"/>
                </a:cubicBezTo>
                <a:cubicBezTo>
                  <a:pt x="353438" y="14011"/>
                  <a:pt x="350988" y="14582"/>
                  <a:pt x="347935" y="15722"/>
                </a:cubicBezTo>
                <a:lnTo>
                  <a:pt x="346551" y="11978"/>
                </a:lnTo>
                <a:lnTo>
                  <a:pt x="375625" y="0"/>
                </a:lnTo>
                <a:lnTo>
                  <a:pt x="380418" y="0"/>
                </a:lnTo>
                <a:lnTo>
                  <a:pt x="380418" y="112784"/>
                </a:lnTo>
                <a:cubicBezTo>
                  <a:pt x="380418" y="124215"/>
                  <a:pt x="380684" y="131191"/>
                  <a:pt x="381217" y="133711"/>
                </a:cubicBezTo>
                <a:cubicBezTo>
                  <a:pt x="381749" y="136232"/>
                  <a:pt x="382601" y="137989"/>
                  <a:pt x="383773" y="138983"/>
                </a:cubicBezTo>
                <a:cubicBezTo>
                  <a:pt x="384944" y="139977"/>
                  <a:pt x="386311" y="140474"/>
                  <a:pt x="387873" y="140474"/>
                </a:cubicBezTo>
                <a:cubicBezTo>
                  <a:pt x="389790" y="140474"/>
                  <a:pt x="392346" y="139870"/>
                  <a:pt x="395541" y="138663"/>
                </a:cubicBezTo>
                <a:lnTo>
                  <a:pt x="396712" y="142391"/>
                </a:lnTo>
                <a:lnTo>
                  <a:pt x="367744" y="154425"/>
                </a:lnTo>
                <a:lnTo>
                  <a:pt x="362845" y="154425"/>
                </a:lnTo>
                <a:lnTo>
                  <a:pt x="362845" y="140474"/>
                </a:lnTo>
                <a:moveTo>
                  <a:pt x="362845" y="133042"/>
                </a:moveTo>
                <a:lnTo>
                  <a:pt x="362845" y="82901"/>
                </a:lnTo>
                <a:cubicBezTo>
                  <a:pt x="362419" y="78084"/>
                  <a:pt x="361141" y="73693"/>
                  <a:pt x="359011" y="69728"/>
                </a:cubicBezTo>
                <a:cubicBezTo>
                  <a:pt x="356881" y="65761"/>
                  <a:pt x="354059" y="62769"/>
                  <a:pt x="350545" y="60752"/>
                </a:cubicBezTo>
                <a:cubicBezTo>
                  <a:pt x="347030" y="58733"/>
                  <a:pt x="343604" y="57723"/>
                  <a:pt x="340267" y="57723"/>
                </a:cubicBezTo>
                <a:cubicBezTo>
                  <a:pt x="334019" y="57723"/>
                  <a:pt x="328446" y="60521"/>
                  <a:pt x="323547" y="66117"/>
                </a:cubicBezTo>
                <a:cubicBezTo>
                  <a:pt x="317086" y="73481"/>
                  <a:pt x="313855" y="84245"/>
                  <a:pt x="313855" y="98410"/>
                </a:cubicBezTo>
                <a:cubicBezTo>
                  <a:pt x="313855" y="112716"/>
                  <a:pt x="316979" y="123677"/>
                  <a:pt x="323227" y="131292"/>
                </a:cubicBezTo>
                <a:cubicBezTo>
                  <a:pt x="329475" y="138904"/>
                  <a:pt x="336433" y="142710"/>
                  <a:pt x="344101" y="142710"/>
                </a:cubicBezTo>
                <a:cubicBezTo>
                  <a:pt x="350562" y="142710"/>
                  <a:pt x="356810" y="139488"/>
                  <a:pt x="362845" y="133042"/>
                </a:cubicBezTo>
                <a:close/>
                <a:moveTo>
                  <a:pt x="427811" y="0"/>
                </a:moveTo>
                <a:cubicBezTo>
                  <a:pt x="430793" y="0"/>
                  <a:pt x="433331" y="1053"/>
                  <a:pt x="435425" y="3158"/>
                </a:cubicBezTo>
                <a:cubicBezTo>
                  <a:pt x="437520" y="5262"/>
                  <a:pt x="438567" y="7812"/>
                  <a:pt x="438567" y="10810"/>
                </a:cubicBezTo>
                <a:cubicBezTo>
                  <a:pt x="438567" y="13807"/>
                  <a:pt x="437520" y="16377"/>
                  <a:pt x="435425" y="18518"/>
                </a:cubicBezTo>
                <a:cubicBezTo>
                  <a:pt x="433331" y="20657"/>
                  <a:pt x="430793" y="21726"/>
                  <a:pt x="427811" y="21726"/>
                </a:cubicBezTo>
                <a:cubicBezTo>
                  <a:pt x="424829" y="21726"/>
                  <a:pt x="422273" y="20657"/>
                  <a:pt x="420143" y="18518"/>
                </a:cubicBezTo>
                <a:cubicBezTo>
                  <a:pt x="418013" y="16377"/>
                  <a:pt x="416948" y="13807"/>
                  <a:pt x="416948" y="10810"/>
                </a:cubicBezTo>
                <a:cubicBezTo>
                  <a:pt x="416948" y="7812"/>
                  <a:pt x="417995" y="5262"/>
                  <a:pt x="420089" y="3158"/>
                </a:cubicBezTo>
                <a:cubicBezTo>
                  <a:pt x="422184" y="1053"/>
                  <a:pt x="424758" y="0"/>
                  <a:pt x="427811" y="0"/>
                </a:cubicBezTo>
                <a:moveTo>
                  <a:pt x="436650" y="51120"/>
                </a:moveTo>
                <a:lnTo>
                  <a:pt x="436650" y="129331"/>
                </a:lnTo>
                <a:cubicBezTo>
                  <a:pt x="436650" y="135424"/>
                  <a:pt x="437094" y="139480"/>
                  <a:pt x="437981" y="141499"/>
                </a:cubicBezTo>
                <a:cubicBezTo>
                  <a:pt x="438869" y="143518"/>
                  <a:pt x="440182" y="145024"/>
                  <a:pt x="441922" y="146015"/>
                </a:cubicBezTo>
                <a:cubicBezTo>
                  <a:pt x="443662" y="147007"/>
                  <a:pt x="446839" y="147503"/>
                  <a:pt x="451454" y="147503"/>
                </a:cubicBezTo>
                <a:lnTo>
                  <a:pt x="451454" y="151443"/>
                </a:lnTo>
                <a:lnTo>
                  <a:pt x="404061" y="151443"/>
                </a:lnTo>
                <a:lnTo>
                  <a:pt x="404061" y="147503"/>
                </a:lnTo>
                <a:cubicBezTo>
                  <a:pt x="408818" y="147503"/>
                  <a:pt x="412013" y="147043"/>
                  <a:pt x="413646" y="146122"/>
                </a:cubicBezTo>
                <a:cubicBezTo>
                  <a:pt x="415279" y="145201"/>
                  <a:pt x="416575" y="143678"/>
                  <a:pt x="417533" y="141552"/>
                </a:cubicBezTo>
                <a:cubicBezTo>
                  <a:pt x="418492" y="139427"/>
                  <a:pt x="418971" y="135353"/>
                  <a:pt x="418971" y="129331"/>
                </a:cubicBezTo>
                <a:lnTo>
                  <a:pt x="418971" y="91820"/>
                </a:lnTo>
                <a:cubicBezTo>
                  <a:pt x="418971" y="81263"/>
                  <a:pt x="418652" y="74427"/>
                  <a:pt x="418013" y="71312"/>
                </a:cubicBezTo>
                <a:cubicBezTo>
                  <a:pt x="417516" y="69044"/>
                  <a:pt x="416735" y="67468"/>
                  <a:pt x="415670" y="66583"/>
                </a:cubicBezTo>
                <a:cubicBezTo>
                  <a:pt x="414605" y="65697"/>
                  <a:pt x="413149" y="65255"/>
                  <a:pt x="411303" y="65255"/>
                </a:cubicBezTo>
                <a:cubicBezTo>
                  <a:pt x="409315" y="65255"/>
                  <a:pt x="406901" y="65786"/>
                  <a:pt x="404061" y="66849"/>
                </a:cubicBezTo>
                <a:lnTo>
                  <a:pt x="402570" y="63022"/>
                </a:lnTo>
                <a:lnTo>
                  <a:pt x="431964" y="51120"/>
                </a:lnTo>
                <a:lnTo>
                  <a:pt x="436650" y="51120"/>
                </a:lnTo>
                <a:close/>
                <a:moveTo>
                  <a:pt x="546490" y="114381"/>
                </a:moveTo>
                <a:cubicBezTo>
                  <a:pt x="543863" y="127232"/>
                  <a:pt x="538715" y="137119"/>
                  <a:pt x="531047" y="144042"/>
                </a:cubicBezTo>
                <a:cubicBezTo>
                  <a:pt x="523379" y="150964"/>
                  <a:pt x="514894" y="154425"/>
                  <a:pt x="505593" y="154425"/>
                </a:cubicBezTo>
                <a:cubicBezTo>
                  <a:pt x="494517" y="154425"/>
                  <a:pt x="484861" y="149781"/>
                  <a:pt x="476625" y="140491"/>
                </a:cubicBezTo>
                <a:cubicBezTo>
                  <a:pt x="468389" y="131198"/>
                  <a:pt x="464271" y="118644"/>
                  <a:pt x="464271" y="102826"/>
                </a:cubicBezTo>
                <a:cubicBezTo>
                  <a:pt x="464271" y="87506"/>
                  <a:pt x="468833" y="75058"/>
                  <a:pt x="477957" y="65484"/>
                </a:cubicBezTo>
                <a:cubicBezTo>
                  <a:pt x="487080" y="55908"/>
                  <a:pt x="498032" y="51120"/>
                  <a:pt x="510812" y="51120"/>
                </a:cubicBezTo>
                <a:cubicBezTo>
                  <a:pt x="520397" y="51120"/>
                  <a:pt x="528278" y="53651"/>
                  <a:pt x="534455" y="58712"/>
                </a:cubicBezTo>
                <a:cubicBezTo>
                  <a:pt x="540632" y="63770"/>
                  <a:pt x="543721" y="69024"/>
                  <a:pt x="543721" y="74474"/>
                </a:cubicBezTo>
                <a:cubicBezTo>
                  <a:pt x="543721" y="77163"/>
                  <a:pt x="542851" y="79339"/>
                  <a:pt x="541111" y="81003"/>
                </a:cubicBezTo>
                <a:cubicBezTo>
                  <a:pt x="539372" y="82665"/>
                  <a:pt x="536940" y="83496"/>
                  <a:pt x="533816" y="83496"/>
                </a:cubicBezTo>
                <a:cubicBezTo>
                  <a:pt x="529627" y="83496"/>
                  <a:pt x="526467" y="82147"/>
                  <a:pt x="524337" y="79449"/>
                </a:cubicBezTo>
                <a:cubicBezTo>
                  <a:pt x="523130" y="77958"/>
                  <a:pt x="522332" y="75118"/>
                  <a:pt x="521941" y="70929"/>
                </a:cubicBezTo>
                <a:cubicBezTo>
                  <a:pt x="521551" y="66740"/>
                  <a:pt x="520113" y="63545"/>
                  <a:pt x="517628" y="61344"/>
                </a:cubicBezTo>
                <a:cubicBezTo>
                  <a:pt x="515143" y="59214"/>
                  <a:pt x="511699" y="58149"/>
                  <a:pt x="507297" y="58149"/>
                </a:cubicBezTo>
                <a:cubicBezTo>
                  <a:pt x="500197" y="58149"/>
                  <a:pt x="494482" y="60776"/>
                  <a:pt x="490151" y="66030"/>
                </a:cubicBezTo>
                <a:cubicBezTo>
                  <a:pt x="484400" y="72988"/>
                  <a:pt x="481524" y="82183"/>
                  <a:pt x="481524" y="93614"/>
                </a:cubicBezTo>
                <a:cubicBezTo>
                  <a:pt x="481524" y="105258"/>
                  <a:pt x="484382" y="115535"/>
                  <a:pt x="490098" y="124446"/>
                </a:cubicBezTo>
                <a:cubicBezTo>
                  <a:pt x="495813" y="133356"/>
                  <a:pt x="503534" y="137811"/>
                  <a:pt x="513261" y="137811"/>
                </a:cubicBezTo>
                <a:cubicBezTo>
                  <a:pt x="520219" y="137811"/>
                  <a:pt x="526467" y="135433"/>
                  <a:pt x="532005" y="130676"/>
                </a:cubicBezTo>
                <a:cubicBezTo>
                  <a:pt x="535911" y="127410"/>
                  <a:pt x="539709" y="121481"/>
                  <a:pt x="543401" y="112890"/>
                </a:cubicBezTo>
                <a:lnTo>
                  <a:pt x="546490" y="114381"/>
                </a:lnTo>
                <a:close/>
                <a:moveTo>
                  <a:pt x="615748" y="137385"/>
                </a:moveTo>
                <a:cubicBezTo>
                  <a:pt x="605737" y="145124"/>
                  <a:pt x="599453" y="149597"/>
                  <a:pt x="596897" y="150804"/>
                </a:cubicBezTo>
                <a:cubicBezTo>
                  <a:pt x="593063" y="152650"/>
                  <a:pt x="588981" y="153573"/>
                  <a:pt x="584650" y="153573"/>
                </a:cubicBezTo>
                <a:cubicBezTo>
                  <a:pt x="577905" y="153573"/>
                  <a:pt x="572349" y="151266"/>
                  <a:pt x="567982" y="146651"/>
                </a:cubicBezTo>
                <a:cubicBezTo>
                  <a:pt x="563616" y="142036"/>
                  <a:pt x="561433" y="135965"/>
                  <a:pt x="561433" y="128439"/>
                </a:cubicBezTo>
                <a:cubicBezTo>
                  <a:pt x="561433" y="123682"/>
                  <a:pt x="562498" y="119564"/>
                  <a:pt x="564628" y="116085"/>
                </a:cubicBezTo>
                <a:cubicBezTo>
                  <a:pt x="567539" y="111257"/>
                  <a:pt x="572597" y="106713"/>
                  <a:pt x="579804" y="102453"/>
                </a:cubicBezTo>
                <a:cubicBezTo>
                  <a:pt x="587010" y="98193"/>
                  <a:pt x="598992" y="93010"/>
                  <a:pt x="615748" y="86904"/>
                </a:cubicBezTo>
                <a:lnTo>
                  <a:pt x="615748" y="83070"/>
                </a:lnTo>
                <a:cubicBezTo>
                  <a:pt x="615748" y="73343"/>
                  <a:pt x="614204" y="66669"/>
                  <a:pt x="611115" y="63048"/>
                </a:cubicBezTo>
                <a:cubicBezTo>
                  <a:pt x="608026" y="59427"/>
                  <a:pt x="603536" y="57617"/>
                  <a:pt x="597643" y="57617"/>
                </a:cubicBezTo>
                <a:cubicBezTo>
                  <a:pt x="593170" y="57617"/>
                  <a:pt x="589620" y="58819"/>
                  <a:pt x="586993" y="61224"/>
                </a:cubicBezTo>
                <a:cubicBezTo>
                  <a:pt x="584295" y="63630"/>
                  <a:pt x="582946" y="66389"/>
                  <a:pt x="582946" y="69501"/>
                </a:cubicBezTo>
                <a:lnTo>
                  <a:pt x="583159" y="75655"/>
                </a:lnTo>
                <a:cubicBezTo>
                  <a:pt x="583159" y="78908"/>
                  <a:pt x="582324" y="81418"/>
                  <a:pt x="580656" y="83187"/>
                </a:cubicBezTo>
                <a:cubicBezTo>
                  <a:pt x="578987" y="84955"/>
                  <a:pt x="576804" y="85839"/>
                  <a:pt x="574106" y="85839"/>
                </a:cubicBezTo>
                <a:cubicBezTo>
                  <a:pt x="571479" y="85839"/>
                  <a:pt x="569331" y="84920"/>
                  <a:pt x="567663" y="83080"/>
                </a:cubicBezTo>
                <a:cubicBezTo>
                  <a:pt x="565994" y="81239"/>
                  <a:pt x="565160" y="78725"/>
                  <a:pt x="565160" y="75539"/>
                </a:cubicBezTo>
                <a:cubicBezTo>
                  <a:pt x="565160" y="69453"/>
                  <a:pt x="568284" y="63861"/>
                  <a:pt x="574532" y="58765"/>
                </a:cubicBezTo>
                <a:cubicBezTo>
                  <a:pt x="580780" y="53668"/>
                  <a:pt x="589549" y="51120"/>
                  <a:pt x="600838" y="51120"/>
                </a:cubicBezTo>
                <a:cubicBezTo>
                  <a:pt x="609500" y="51120"/>
                  <a:pt x="616600" y="52573"/>
                  <a:pt x="622138" y="55480"/>
                </a:cubicBezTo>
                <a:cubicBezTo>
                  <a:pt x="626327" y="57679"/>
                  <a:pt x="629415" y="61119"/>
                  <a:pt x="631403" y="65801"/>
                </a:cubicBezTo>
                <a:cubicBezTo>
                  <a:pt x="632681" y="68849"/>
                  <a:pt x="633320" y="75089"/>
                  <a:pt x="633320" y="84521"/>
                </a:cubicBezTo>
                <a:lnTo>
                  <a:pt x="633320" y="117603"/>
                </a:lnTo>
                <a:cubicBezTo>
                  <a:pt x="633320" y="126893"/>
                  <a:pt x="633498" y="132584"/>
                  <a:pt x="633853" y="134676"/>
                </a:cubicBezTo>
                <a:cubicBezTo>
                  <a:pt x="634208" y="136769"/>
                  <a:pt x="634794" y="138170"/>
                  <a:pt x="635610" y="138880"/>
                </a:cubicBezTo>
                <a:cubicBezTo>
                  <a:pt x="636427" y="139588"/>
                  <a:pt x="637367" y="139941"/>
                  <a:pt x="638432" y="139941"/>
                </a:cubicBezTo>
                <a:cubicBezTo>
                  <a:pt x="639568" y="139941"/>
                  <a:pt x="640562" y="139693"/>
                  <a:pt x="641414" y="139196"/>
                </a:cubicBezTo>
                <a:cubicBezTo>
                  <a:pt x="642905" y="138273"/>
                  <a:pt x="645781" y="135681"/>
                  <a:pt x="650041" y="131421"/>
                </a:cubicBezTo>
                <a:lnTo>
                  <a:pt x="650041" y="137385"/>
                </a:lnTo>
                <a:cubicBezTo>
                  <a:pt x="642089" y="148035"/>
                  <a:pt x="634492" y="153360"/>
                  <a:pt x="627250" y="153360"/>
                </a:cubicBezTo>
                <a:cubicBezTo>
                  <a:pt x="623771" y="153360"/>
                  <a:pt x="621002" y="152153"/>
                  <a:pt x="618943" y="149739"/>
                </a:cubicBezTo>
                <a:cubicBezTo>
                  <a:pt x="616884" y="147325"/>
                  <a:pt x="615819" y="143207"/>
                  <a:pt x="615748" y="137385"/>
                </a:cubicBezTo>
                <a:moveTo>
                  <a:pt x="615748" y="130403"/>
                </a:moveTo>
                <a:lnTo>
                  <a:pt x="615748" y="93401"/>
                </a:lnTo>
                <a:cubicBezTo>
                  <a:pt x="605027" y="97641"/>
                  <a:pt x="598104" y="100645"/>
                  <a:pt x="594980" y="102413"/>
                </a:cubicBezTo>
                <a:cubicBezTo>
                  <a:pt x="589371" y="105524"/>
                  <a:pt x="585360" y="108776"/>
                  <a:pt x="582946" y="112168"/>
                </a:cubicBezTo>
                <a:cubicBezTo>
                  <a:pt x="580532" y="115561"/>
                  <a:pt x="579325" y="119271"/>
                  <a:pt x="579325" y="123301"/>
                </a:cubicBezTo>
                <a:cubicBezTo>
                  <a:pt x="579325" y="128391"/>
                  <a:pt x="580851" y="132614"/>
                  <a:pt x="583904" y="135971"/>
                </a:cubicBezTo>
                <a:cubicBezTo>
                  <a:pt x="586957" y="139328"/>
                  <a:pt x="590472" y="141006"/>
                  <a:pt x="594448" y="141006"/>
                </a:cubicBezTo>
                <a:cubicBezTo>
                  <a:pt x="599844" y="141006"/>
                  <a:pt x="606944" y="137472"/>
                  <a:pt x="615748" y="130403"/>
                </a:cubicBezTo>
                <a:close/>
                <a:moveTo>
                  <a:pt x="685645" y="21726"/>
                </a:moveTo>
                <a:lnTo>
                  <a:pt x="685645" y="53889"/>
                </a:lnTo>
                <a:lnTo>
                  <a:pt x="708436" y="53889"/>
                </a:lnTo>
                <a:lnTo>
                  <a:pt x="708436" y="61344"/>
                </a:lnTo>
                <a:lnTo>
                  <a:pt x="685645" y="61344"/>
                </a:lnTo>
                <a:lnTo>
                  <a:pt x="685645" y="124519"/>
                </a:lnTo>
                <a:cubicBezTo>
                  <a:pt x="685645" y="130831"/>
                  <a:pt x="686550" y="135087"/>
                  <a:pt x="688361" y="137286"/>
                </a:cubicBezTo>
                <a:cubicBezTo>
                  <a:pt x="690171" y="139482"/>
                  <a:pt x="692497" y="140580"/>
                  <a:pt x="695337" y="140580"/>
                </a:cubicBezTo>
                <a:cubicBezTo>
                  <a:pt x="697680" y="140580"/>
                  <a:pt x="699952" y="139853"/>
                  <a:pt x="702153" y="138397"/>
                </a:cubicBezTo>
                <a:cubicBezTo>
                  <a:pt x="704354" y="136942"/>
                  <a:pt x="706058" y="134794"/>
                  <a:pt x="707265" y="131954"/>
                </a:cubicBezTo>
                <a:lnTo>
                  <a:pt x="711418" y="131954"/>
                </a:lnTo>
                <a:cubicBezTo>
                  <a:pt x="708933" y="138932"/>
                  <a:pt x="705419" y="144209"/>
                  <a:pt x="700875" y="147786"/>
                </a:cubicBezTo>
                <a:cubicBezTo>
                  <a:pt x="696331" y="151360"/>
                  <a:pt x="691645" y="153147"/>
                  <a:pt x="686817" y="153147"/>
                </a:cubicBezTo>
                <a:cubicBezTo>
                  <a:pt x="683550" y="153147"/>
                  <a:pt x="680355" y="152241"/>
                  <a:pt x="677231" y="150428"/>
                </a:cubicBezTo>
                <a:cubicBezTo>
                  <a:pt x="674107" y="148616"/>
                  <a:pt x="671800" y="146022"/>
                  <a:pt x="670309" y="142647"/>
                </a:cubicBezTo>
                <a:cubicBezTo>
                  <a:pt x="668818" y="139270"/>
                  <a:pt x="668072" y="134063"/>
                  <a:pt x="668072" y="127025"/>
                </a:cubicBezTo>
                <a:lnTo>
                  <a:pt x="668072" y="61344"/>
                </a:lnTo>
                <a:lnTo>
                  <a:pt x="652630" y="61344"/>
                </a:lnTo>
                <a:lnTo>
                  <a:pt x="652630" y="57830"/>
                </a:lnTo>
                <a:cubicBezTo>
                  <a:pt x="656535" y="56263"/>
                  <a:pt x="660529" y="53611"/>
                  <a:pt x="664611" y="49872"/>
                </a:cubicBezTo>
                <a:cubicBezTo>
                  <a:pt x="668694" y="46134"/>
                  <a:pt x="672332" y="41700"/>
                  <a:pt x="675527" y="36573"/>
                </a:cubicBezTo>
                <a:cubicBezTo>
                  <a:pt x="677160" y="33868"/>
                  <a:pt x="679432" y="28919"/>
                  <a:pt x="682343" y="21726"/>
                </a:cubicBezTo>
                <a:lnTo>
                  <a:pt x="685645" y="21726"/>
                </a:lnTo>
                <a:close/>
                <a:moveTo>
                  <a:pt x="734353" y="90738"/>
                </a:moveTo>
                <a:cubicBezTo>
                  <a:pt x="734282" y="105189"/>
                  <a:pt x="737797" y="116524"/>
                  <a:pt x="744897" y="124742"/>
                </a:cubicBezTo>
                <a:cubicBezTo>
                  <a:pt x="751997" y="132958"/>
                  <a:pt x="760339" y="137066"/>
                  <a:pt x="769925" y="137066"/>
                </a:cubicBezTo>
                <a:cubicBezTo>
                  <a:pt x="776315" y="137066"/>
                  <a:pt x="781870" y="135309"/>
                  <a:pt x="786592" y="131794"/>
                </a:cubicBezTo>
                <a:cubicBezTo>
                  <a:pt x="791313" y="128280"/>
                  <a:pt x="795272" y="122262"/>
                  <a:pt x="798467" y="113742"/>
                </a:cubicBezTo>
                <a:lnTo>
                  <a:pt x="801768" y="115872"/>
                </a:lnTo>
                <a:cubicBezTo>
                  <a:pt x="800277" y="125599"/>
                  <a:pt x="795946" y="134457"/>
                  <a:pt x="788775" y="142444"/>
                </a:cubicBezTo>
                <a:cubicBezTo>
                  <a:pt x="781604" y="150432"/>
                  <a:pt x="772623" y="154425"/>
                  <a:pt x="761830" y="154425"/>
                </a:cubicBezTo>
                <a:cubicBezTo>
                  <a:pt x="750115" y="154425"/>
                  <a:pt x="740087" y="149874"/>
                  <a:pt x="731744" y="140770"/>
                </a:cubicBezTo>
                <a:cubicBezTo>
                  <a:pt x="723402" y="131664"/>
                  <a:pt x="719230" y="119423"/>
                  <a:pt x="719230" y="104047"/>
                </a:cubicBezTo>
                <a:cubicBezTo>
                  <a:pt x="719230" y="87398"/>
                  <a:pt x="723508" y="74415"/>
                  <a:pt x="732064" y="65098"/>
                </a:cubicBezTo>
                <a:cubicBezTo>
                  <a:pt x="740619" y="55780"/>
                  <a:pt x="751358" y="51120"/>
                  <a:pt x="764280" y="51120"/>
                </a:cubicBezTo>
                <a:cubicBezTo>
                  <a:pt x="775214" y="51120"/>
                  <a:pt x="784196" y="54715"/>
                  <a:pt x="791225" y="61903"/>
                </a:cubicBezTo>
                <a:cubicBezTo>
                  <a:pt x="798254" y="69090"/>
                  <a:pt x="801768" y="78702"/>
                  <a:pt x="801768" y="90738"/>
                </a:cubicBezTo>
                <a:lnTo>
                  <a:pt x="734353" y="90738"/>
                </a:lnTo>
                <a:moveTo>
                  <a:pt x="734353" y="84561"/>
                </a:moveTo>
                <a:lnTo>
                  <a:pt x="779510" y="84561"/>
                </a:lnTo>
                <a:cubicBezTo>
                  <a:pt x="779155" y="78313"/>
                  <a:pt x="778409" y="73911"/>
                  <a:pt x="777273" y="71355"/>
                </a:cubicBezTo>
                <a:cubicBezTo>
                  <a:pt x="775498" y="67379"/>
                  <a:pt x="772853" y="64255"/>
                  <a:pt x="769339" y="61983"/>
                </a:cubicBezTo>
                <a:cubicBezTo>
                  <a:pt x="765824" y="59711"/>
                  <a:pt x="762150" y="58575"/>
                  <a:pt x="758316" y="58575"/>
                </a:cubicBezTo>
                <a:cubicBezTo>
                  <a:pt x="752423" y="58575"/>
                  <a:pt x="747151" y="60865"/>
                  <a:pt x="742501" y="65444"/>
                </a:cubicBezTo>
                <a:cubicBezTo>
                  <a:pt x="737850" y="70024"/>
                  <a:pt x="735134" y="76396"/>
                  <a:pt x="734353" y="845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Synthesize">
            <a:extLst xmlns:a="http://schemas.openxmlformats.org/drawingml/2006/main">
              <a:ext uri="{FF2B5EF4-FFF2-40B4-BE49-F238E27FC236}">
                <a16:creationId xmlns:a16="http://schemas.microsoft.com/office/drawing/2014/main" id="{1768999F-AE89-4FBE-B4E0-88DACBA2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6116" y="946841"/>
            <a:ext cx="925241" cy="198517"/>
          </a:xfrm>
          <a:custGeom xmlns:a="http://schemas.openxmlformats.org/drawingml/2006/main">
            <a:pathLst>
              <a:path w="925241" h="198517">
                <a:moveTo>
                  <a:pt x="86372" y="3834"/>
                </a:moveTo>
                <a:lnTo>
                  <a:pt x="86372" y="53676"/>
                </a:lnTo>
                <a:lnTo>
                  <a:pt x="82431" y="53676"/>
                </a:lnTo>
                <a:cubicBezTo>
                  <a:pt x="81153" y="44091"/>
                  <a:pt x="78864" y="36459"/>
                  <a:pt x="75562" y="30779"/>
                </a:cubicBezTo>
                <a:cubicBezTo>
                  <a:pt x="72260" y="25099"/>
                  <a:pt x="67557" y="20590"/>
                  <a:pt x="61451" y="17253"/>
                </a:cubicBezTo>
                <a:cubicBezTo>
                  <a:pt x="55345" y="13916"/>
                  <a:pt x="49026" y="12248"/>
                  <a:pt x="42494" y="12248"/>
                </a:cubicBezTo>
                <a:cubicBezTo>
                  <a:pt x="35110" y="12248"/>
                  <a:pt x="29004" y="14501"/>
                  <a:pt x="24176" y="19007"/>
                </a:cubicBezTo>
                <a:cubicBezTo>
                  <a:pt x="19348" y="23511"/>
                  <a:pt x="16934" y="28636"/>
                  <a:pt x="16934" y="34383"/>
                </a:cubicBezTo>
                <a:cubicBezTo>
                  <a:pt x="16934" y="38783"/>
                  <a:pt x="18460" y="42791"/>
                  <a:pt x="21513" y="46408"/>
                </a:cubicBezTo>
                <a:cubicBezTo>
                  <a:pt x="25915" y="51730"/>
                  <a:pt x="36388" y="58826"/>
                  <a:pt x="52931" y="67694"/>
                </a:cubicBezTo>
                <a:cubicBezTo>
                  <a:pt x="66421" y="74930"/>
                  <a:pt x="75633" y="80481"/>
                  <a:pt x="80568" y="84348"/>
                </a:cubicBezTo>
                <a:cubicBezTo>
                  <a:pt x="85502" y="88213"/>
                  <a:pt x="89301" y="92772"/>
                  <a:pt x="91963" y="98024"/>
                </a:cubicBezTo>
                <a:cubicBezTo>
                  <a:pt x="94626" y="103273"/>
                  <a:pt x="95957" y="108771"/>
                  <a:pt x="95957" y="114518"/>
                </a:cubicBezTo>
                <a:cubicBezTo>
                  <a:pt x="95957" y="125443"/>
                  <a:pt x="91715" y="134862"/>
                  <a:pt x="83230" y="142774"/>
                </a:cubicBezTo>
                <a:cubicBezTo>
                  <a:pt x="74745" y="150684"/>
                  <a:pt x="63829" y="154638"/>
                  <a:pt x="50481" y="154638"/>
                </a:cubicBezTo>
                <a:cubicBezTo>
                  <a:pt x="46292" y="154638"/>
                  <a:pt x="42352" y="154323"/>
                  <a:pt x="38660" y="153693"/>
                </a:cubicBezTo>
                <a:cubicBezTo>
                  <a:pt x="36459" y="153343"/>
                  <a:pt x="31897" y="152064"/>
                  <a:pt x="24974" y="149856"/>
                </a:cubicBezTo>
                <a:cubicBezTo>
                  <a:pt x="18052" y="147648"/>
                  <a:pt x="13668" y="146544"/>
                  <a:pt x="11822" y="146544"/>
                </a:cubicBezTo>
                <a:cubicBezTo>
                  <a:pt x="10047" y="146544"/>
                  <a:pt x="8644" y="147070"/>
                  <a:pt x="7615" y="148122"/>
                </a:cubicBezTo>
                <a:cubicBezTo>
                  <a:pt x="6585" y="149174"/>
                  <a:pt x="5822" y="151346"/>
                  <a:pt x="5325" y="154638"/>
                </a:cubicBezTo>
                <a:lnTo>
                  <a:pt x="1385" y="154638"/>
                </a:lnTo>
                <a:lnTo>
                  <a:pt x="1385" y="105222"/>
                </a:lnTo>
                <a:lnTo>
                  <a:pt x="5325" y="105222"/>
                </a:lnTo>
                <a:cubicBezTo>
                  <a:pt x="7171" y="115588"/>
                  <a:pt x="9656" y="123345"/>
                  <a:pt x="12780" y="128493"/>
                </a:cubicBezTo>
                <a:cubicBezTo>
                  <a:pt x="15904" y="133640"/>
                  <a:pt x="20679" y="137918"/>
                  <a:pt x="27104" y="141326"/>
                </a:cubicBezTo>
                <a:cubicBezTo>
                  <a:pt x="33530" y="144734"/>
                  <a:pt x="40577" y="146438"/>
                  <a:pt x="48245" y="146438"/>
                </a:cubicBezTo>
                <a:cubicBezTo>
                  <a:pt x="57120" y="146438"/>
                  <a:pt x="64131" y="144097"/>
                  <a:pt x="69278" y="139416"/>
                </a:cubicBezTo>
                <a:cubicBezTo>
                  <a:pt x="74426" y="134732"/>
                  <a:pt x="77000" y="129197"/>
                  <a:pt x="77000" y="122812"/>
                </a:cubicBezTo>
                <a:cubicBezTo>
                  <a:pt x="77000" y="119264"/>
                  <a:pt x="76023" y="115682"/>
                  <a:pt x="74071" y="112065"/>
                </a:cubicBezTo>
                <a:cubicBezTo>
                  <a:pt x="72118" y="108446"/>
                  <a:pt x="69083" y="105076"/>
                  <a:pt x="64965" y="101954"/>
                </a:cubicBezTo>
                <a:cubicBezTo>
                  <a:pt x="62196" y="99826"/>
                  <a:pt x="54635" y="95303"/>
                  <a:pt x="42281" y="88385"/>
                </a:cubicBezTo>
                <a:cubicBezTo>
                  <a:pt x="29927" y="81467"/>
                  <a:pt x="21140" y="75951"/>
                  <a:pt x="15922" y="71838"/>
                </a:cubicBezTo>
                <a:cubicBezTo>
                  <a:pt x="10703" y="67722"/>
                  <a:pt x="6745" y="63181"/>
                  <a:pt x="4047" y="58216"/>
                </a:cubicBezTo>
                <a:cubicBezTo>
                  <a:pt x="1349" y="53248"/>
                  <a:pt x="0" y="47784"/>
                  <a:pt x="0" y="41825"/>
                </a:cubicBezTo>
                <a:cubicBezTo>
                  <a:pt x="0" y="31468"/>
                  <a:pt x="3976" y="22547"/>
                  <a:pt x="11928" y="15063"/>
                </a:cubicBezTo>
                <a:cubicBezTo>
                  <a:pt x="19880" y="7577"/>
                  <a:pt x="29998" y="3834"/>
                  <a:pt x="42281" y="3834"/>
                </a:cubicBezTo>
                <a:cubicBezTo>
                  <a:pt x="49949" y="3834"/>
                  <a:pt x="58078" y="5716"/>
                  <a:pt x="66669" y="9479"/>
                </a:cubicBezTo>
                <a:cubicBezTo>
                  <a:pt x="70645" y="11254"/>
                  <a:pt x="73450" y="12141"/>
                  <a:pt x="75083" y="12141"/>
                </a:cubicBezTo>
                <a:cubicBezTo>
                  <a:pt x="76929" y="12141"/>
                  <a:pt x="78438" y="11591"/>
                  <a:pt x="79609" y="10490"/>
                </a:cubicBezTo>
                <a:cubicBezTo>
                  <a:pt x="80781" y="9390"/>
                  <a:pt x="81721" y="7171"/>
                  <a:pt x="82431" y="3834"/>
                </a:cubicBezTo>
                <a:lnTo>
                  <a:pt x="86372" y="3834"/>
                </a:lnTo>
                <a:close/>
                <a:moveTo>
                  <a:pt x="108917" y="53889"/>
                </a:moveTo>
                <a:lnTo>
                  <a:pt x="154392" y="53889"/>
                </a:lnTo>
                <a:lnTo>
                  <a:pt x="154392" y="57830"/>
                </a:lnTo>
                <a:lnTo>
                  <a:pt x="152156" y="57830"/>
                </a:lnTo>
                <a:cubicBezTo>
                  <a:pt x="148961" y="57830"/>
                  <a:pt x="146564" y="58522"/>
                  <a:pt x="144967" y="59906"/>
                </a:cubicBezTo>
                <a:cubicBezTo>
                  <a:pt x="143369" y="61291"/>
                  <a:pt x="142571" y="63013"/>
                  <a:pt x="142571" y="65072"/>
                </a:cubicBezTo>
                <a:cubicBezTo>
                  <a:pt x="142571" y="67841"/>
                  <a:pt x="143742" y="71675"/>
                  <a:pt x="146085" y="76574"/>
                </a:cubicBezTo>
                <a:lnTo>
                  <a:pt x="169835" y="125777"/>
                </a:lnTo>
                <a:lnTo>
                  <a:pt x="191667" y="71888"/>
                </a:lnTo>
                <a:cubicBezTo>
                  <a:pt x="192874" y="68977"/>
                  <a:pt x="193478" y="66101"/>
                  <a:pt x="193478" y="63261"/>
                </a:cubicBezTo>
                <a:cubicBezTo>
                  <a:pt x="193478" y="61983"/>
                  <a:pt x="193229" y="61025"/>
                  <a:pt x="192732" y="60386"/>
                </a:cubicBezTo>
                <a:cubicBezTo>
                  <a:pt x="192164" y="59605"/>
                  <a:pt x="191277" y="58983"/>
                  <a:pt x="190070" y="58522"/>
                </a:cubicBezTo>
                <a:cubicBezTo>
                  <a:pt x="188863" y="58060"/>
                  <a:pt x="186733" y="57830"/>
                  <a:pt x="183680" y="57830"/>
                </a:cubicBezTo>
                <a:lnTo>
                  <a:pt x="183680" y="53889"/>
                </a:lnTo>
                <a:lnTo>
                  <a:pt x="215417" y="53889"/>
                </a:lnTo>
                <a:lnTo>
                  <a:pt x="215417" y="57830"/>
                </a:lnTo>
                <a:cubicBezTo>
                  <a:pt x="212790" y="58114"/>
                  <a:pt x="210766" y="58682"/>
                  <a:pt x="209346" y="59534"/>
                </a:cubicBezTo>
                <a:cubicBezTo>
                  <a:pt x="207926" y="60386"/>
                  <a:pt x="206364" y="61983"/>
                  <a:pt x="204660" y="64326"/>
                </a:cubicBezTo>
                <a:cubicBezTo>
                  <a:pt x="204021" y="65320"/>
                  <a:pt x="202814" y="68054"/>
                  <a:pt x="201039" y="72527"/>
                </a:cubicBezTo>
                <a:lnTo>
                  <a:pt x="161315" y="169868"/>
                </a:lnTo>
                <a:cubicBezTo>
                  <a:pt x="157481" y="179311"/>
                  <a:pt x="152457" y="186447"/>
                  <a:pt x="146245" y="191275"/>
                </a:cubicBezTo>
                <a:cubicBezTo>
                  <a:pt x="140032" y="196103"/>
                  <a:pt x="134051" y="198517"/>
                  <a:pt x="128300" y="198517"/>
                </a:cubicBezTo>
                <a:cubicBezTo>
                  <a:pt x="124111" y="198517"/>
                  <a:pt x="120667" y="197324"/>
                  <a:pt x="117969" y="194939"/>
                </a:cubicBezTo>
                <a:cubicBezTo>
                  <a:pt x="115271" y="192554"/>
                  <a:pt x="113922" y="189818"/>
                  <a:pt x="113922" y="186732"/>
                </a:cubicBezTo>
                <a:cubicBezTo>
                  <a:pt x="113922" y="183785"/>
                  <a:pt x="114898" y="181409"/>
                  <a:pt x="116851" y="179603"/>
                </a:cubicBezTo>
                <a:cubicBezTo>
                  <a:pt x="118803" y="177799"/>
                  <a:pt x="121484" y="176897"/>
                  <a:pt x="124892" y="176897"/>
                </a:cubicBezTo>
                <a:cubicBezTo>
                  <a:pt x="127235" y="176897"/>
                  <a:pt x="130430" y="177678"/>
                  <a:pt x="134477" y="179240"/>
                </a:cubicBezTo>
                <a:cubicBezTo>
                  <a:pt x="137317" y="180305"/>
                  <a:pt x="139092" y="180838"/>
                  <a:pt x="139802" y="180838"/>
                </a:cubicBezTo>
                <a:cubicBezTo>
                  <a:pt x="141932" y="180838"/>
                  <a:pt x="144257" y="179729"/>
                  <a:pt x="146777" y="177513"/>
                </a:cubicBezTo>
                <a:cubicBezTo>
                  <a:pt x="149298" y="175298"/>
                  <a:pt x="151836" y="171012"/>
                  <a:pt x="154392" y="164653"/>
                </a:cubicBezTo>
                <a:lnTo>
                  <a:pt x="161315" y="147609"/>
                </a:lnTo>
                <a:lnTo>
                  <a:pt x="126276" y="74018"/>
                </a:lnTo>
                <a:cubicBezTo>
                  <a:pt x="125211" y="71817"/>
                  <a:pt x="123507" y="69083"/>
                  <a:pt x="121164" y="65817"/>
                </a:cubicBezTo>
                <a:cubicBezTo>
                  <a:pt x="119389" y="63332"/>
                  <a:pt x="117934" y="61664"/>
                  <a:pt x="116798" y="60812"/>
                </a:cubicBezTo>
                <a:cubicBezTo>
                  <a:pt x="115165" y="59676"/>
                  <a:pt x="112538" y="58682"/>
                  <a:pt x="108917" y="57830"/>
                </a:cubicBezTo>
                <a:lnTo>
                  <a:pt x="108917" y="53889"/>
                </a:lnTo>
                <a:close/>
                <a:moveTo>
                  <a:pt x="251947" y="71781"/>
                </a:moveTo>
                <a:cubicBezTo>
                  <a:pt x="263378" y="58007"/>
                  <a:pt x="274276" y="51120"/>
                  <a:pt x="284642" y="51120"/>
                </a:cubicBezTo>
                <a:cubicBezTo>
                  <a:pt x="289967" y="51120"/>
                  <a:pt x="294547" y="52449"/>
                  <a:pt x="298381" y="55107"/>
                </a:cubicBezTo>
                <a:cubicBezTo>
                  <a:pt x="302215" y="57763"/>
                  <a:pt x="305268" y="62137"/>
                  <a:pt x="307540" y="68230"/>
                </a:cubicBezTo>
                <a:cubicBezTo>
                  <a:pt x="309102" y="72479"/>
                  <a:pt x="309883" y="78997"/>
                  <a:pt x="309883" y="87783"/>
                </a:cubicBezTo>
                <a:lnTo>
                  <a:pt x="309883" y="129331"/>
                </a:lnTo>
                <a:cubicBezTo>
                  <a:pt x="309883" y="135495"/>
                  <a:pt x="310380" y="139675"/>
                  <a:pt x="311374" y="141872"/>
                </a:cubicBezTo>
                <a:cubicBezTo>
                  <a:pt x="312155" y="143642"/>
                  <a:pt x="313415" y="145024"/>
                  <a:pt x="315155" y="146015"/>
                </a:cubicBezTo>
                <a:cubicBezTo>
                  <a:pt x="316894" y="147007"/>
                  <a:pt x="320107" y="147503"/>
                  <a:pt x="324793" y="147503"/>
                </a:cubicBezTo>
                <a:lnTo>
                  <a:pt x="324793" y="151443"/>
                </a:lnTo>
                <a:lnTo>
                  <a:pt x="276548" y="151443"/>
                </a:lnTo>
                <a:lnTo>
                  <a:pt x="276548" y="147503"/>
                </a:lnTo>
                <a:lnTo>
                  <a:pt x="278572" y="147503"/>
                </a:lnTo>
                <a:cubicBezTo>
                  <a:pt x="283116" y="147503"/>
                  <a:pt x="286293" y="146814"/>
                  <a:pt x="288104" y="145436"/>
                </a:cubicBezTo>
                <a:cubicBezTo>
                  <a:pt x="289914" y="144058"/>
                  <a:pt x="291174" y="142028"/>
                  <a:pt x="291884" y="139346"/>
                </a:cubicBezTo>
                <a:cubicBezTo>
                  <a:pt x="292168" y="138285"/>
                  <a:pt x="292310" y="134965"/>
                  <a:pt x="292310" y="129385"/>
                </a:cubicBezTo>
                <a:lnTo>
                  <a:pt x="292310" y="89650"/>
                </a:lnTo>
                <a:cubicBezTo>
                  <a:pt x="292310" y="80822"/>
                  <a:pt x="291157" y="74412"/>
                  <a:pt x="288849" y="70420"/>
                </a:cubicBezTo>
                <a:cubicBezTo>
                  <a:pt x="286542" y="66428"/>
                  <a:pt x="282654" y="64433"/>
                  <a:pt x="277187" y="64433"/>
                </a:cubicBezTo>
                <a:cubicBezTo>
                  <a:pt x="268738" y="64433"/>
                  <a:pt x="260325" y="69024"/>
                  <a:pt x="251947" y="78208"/>
                </a:cubicBezTo>
                <a:lnTo>
                  <a:pt x="251947" y="129385"/>
                </a:lnTo>
                <a:cubicBezTo>
                  <a:pt x="251947" y="135954"/>
                  <a:pt x="252337" y="140016"/>
                  <a:pt x="253118" y="141569"/>
                </a:cubicBezTo>
                <a:cubicBezTo>
                  <a:pt x="254112" y="143617"/>
                  <a:pt x="255479" y="145118"/>
                  <a:pt x="257218" y="146072"/>
                </a:cubicBezTo>
                <a:cubicBezTo>
                  <a:pt x="258958" y="147026"/>
                  <a:pt x="262490" y="147503"/>
                  <a:pt x="267815" y="147503"/>
                </a:cubicBezTo>
                <a:lnTo>
                  <a:pt x="267815" y="151443"/>
                </a:lnTo>
                <a:lnTo>
                  <a:pt x="219571" y="151443"/>
                </a:lnTo>
                <a:lnTo>
                  <a:pt x="219571" y="147503"/>
                </a:lnTo>
                <a:lnTo>
                  <a:pt x="221701" y="147503"/>
                </a:lnTo>
                <a:cubicBezTo>
                  <a:pt x="226671" y="147503"/>
                  <a:pt x="230025" y="146246"/>
                  <a:pt x="231765" y="143732"/>
                </a:cubicBezTo>
                <a:cubicBezTo>
                  <a:pt x="233504" y="141216"/>
                  <a:pt x="234374" y="136416"/>
                  <a:pt x="234374" y="129331"/>
                </a:cubicBezTo>
                <a:lnTo>
                  <a:pt x="234374" y="93201"/>
                </a:lnTo>
                <a:cubicBezTo>
                  <a:pt x="234374" y="81513"/>
                  <a:pt x="234108" y="74394"/>
                  <a:pt x="233575" y="71844"/>
                </a:cubicBezTo>
                <a:cubicBezTo>
                  <a:pt x="233043" y="69293"/>
                  <a:pt x="232226" y="67557"/>
                  <a:pt x="231126" y="66636"/>
                </a:cubicBezTo>
                <a:cubicBezTo>
                  <a:pt x="230025" y="65715"/>
                  <a:pt x="228552" y="65255"/>
                  <a:pt x="226706" y="65255"/>
                </a:cubicBezTo>
                <a:cubicBezTo>
                  <a:pt x="224718" y="65255"/>
                  <a:pt x="222340" y="65786"/>
                  <a:pt x="219571" y="66849"/>
                </a:cubicBezTo>
                <a:lnTo>
                  <a:pt x="217973" y="63022"/>
                </a:lnTo>
                <a:lnTo>
                  <a:pt x="247367" y="51120"/>
                </a:lnTo>
                <a:lnTo>
                  <a:pt x="251947" y="51120"/>
                </a:lnTo>
                <a:lnTo>
                  <a:pt x="251947" y="71781"/>
                </a:lnTo>
                <a:close/>
                <a:moveTo>
                  <a:pt x="360897" y="21726"/>
                </a:moveTo>
                <a:lnTo>
                  <a:pt x="360897" y="53889"/>
                </a:lnTo>
                <a:lnTo>
                  <a:pt x="383688" y="53889"/>
                </a:lnTo>
                <a:lnTo>
                  <a:pt x="383688" y="61344"/>
                </a:lnTo>
                <a:lnTo>
                  <a:pt x="360897" y="61344"/>
                </a:lnTo>
                <a:lnTo>
                  <a:pt x="360897" y="124519"/>
                </a:lnTo>
                <a:cubicBezTo>
                  <a:pt x="360897" y="130831"/>
                  <a:pt x="361802" y="135087"/>
                  <a:pt x="363612" y="137286"/>
                </a:cubicBezTo>
                <a:cubicBezTo>
                  <a:pt x="365423" y="139482"/>
                  <a:pt x="367748" y="140580"/>
                  <a:pt x="370588" y="140580"/>
                </a:cubicBezTo>
                <a:cubicBezTo>
                  <a:pt x="372931" y="140580"/>
                  <a:pt x="375203" y="139853"/>
                  <a:pt x="377404" y="138397"/>
                </a:cubicBezTo>
                <a:cubicBezTo>
                  <a:pt x="379605" y="136942"/>
                  <a:pt x="381309" y="134794"/>
                  <a:pt x="382516" y="131954"/>
                </a:cubicBezTo>
                <a:lnTo>
                  <a:pt x="386670" y="131954"/>
                </a:lnTo>
                <a:cubicBezTo>
                  <a:pt x="384185" y="138932"/>
                  <a:pt x="380670" y="144209"/>
                  <a:pt x="376126" y="147786"/>
                </a:cubicBezTo>
                <a:cubicBezTo>
                  <a:pt x="371582" y="151360"/>
                  <a:pt x="366896" y="153147"/>
                  <a:pt x="362068" y="153147"/>
                </a:cubicBezTo>
                <a:cubicBezTo>
                  <a:pt x="358802" y="153147"/>
                  <a:pt x="355607" y="152241"/>
                  <a:pt x="352483" y="150428"/>
                </a:cubicBezTo>
                <a:cubicBezTo>
                  <a:pt x="349359" y="148616"/>
                  <a:pt x="347052" y="146022"/>
                  <a:pt x="345561" y="142647"/>
                </a:cubicBezTo>
                <a:cubicBezTo>
                  <a:pt x="344070" y="139270"/>
                  <a:pt x="343324" y="134063"/>
                  <a:pt x="343324" y="127025"/>
                </a:cubicBezTo>
                <a:lnTo>
                  <a:pt x="343324" y="61344"/>
                </a:lnTo>
                <a:lnTo>
                  <a:pt x="327882" y="61344"/>
                </a:lnTo>
                <a:lnTo>
                  <a:pt x="327882" y="57830"/>
                </a:lnTo>
                <a:cubicBezTo>
                  <a:pt x="331787" y="56263"/>
                  <a:pt x="335780" y="53611"/>
                  <a:pt x="339863" y="49872"/>
                </a:cubicBezTo>
                <a:cubicBezTo>
                  <a:pt x="343945" y="46134"/>
                  <a:pt x="347584" y="41700"/>
                  <a:pt x="350779" y="36573"/>
                </a:cubicBezTo>
                <a:cubicBezTo>
                  <a:pt x="352412" y="33868"/>
                  <a:pt x="354684" y="28919"/>
                  <a:pt x="357595" y="21726"/>
                </a:cubicBezTo>
                <a:lnTo>
                  <a:pt x="360897" y="21726"/>
                </a:lnTo>
                <a:close/>
                <a:moveTo>
                  <a:pt x="421851" y="0"/>
                </a:moveTo>
                <a:lnTo>
                  <a:pt x="421851" y="71462"/>
                </a:lnTo>
                <a:cubicBezTo>
                  <a:pt x="429732" y="62800"/>
                  <a:pt x="435980" y="57244"/>
                  <a:pt x="440595" y="54794"/>
                </a:cubicBezTo>
                <a:cubicBezTo>
                  <a:pt x="445210" y="52345"/>
                  <a:pt x="449826" y="51120"/>
                  <a:pt x="454441" y="51120"/>
                </a:cubicBezTo>
                <a:cubicBezTo>
                  <a:pt x="459979" y="51120"/>
                  <a:pt x="464736" y="52643"/>
                  <a:pt x="468712" y="55690"/>
                </a:cubicBezTo>
                <a:cubicBezTo>
                  <a:pt x="472688" y="58736"/>
                  <a:pt x="475634" y="63517"/>
                  <a:pt x="477551" y="70034"/>
                </a:cubicBezTo>
                <a:cubicBezTo>
                  <a:pt x="478900" y="74569"/>
                  <a:pt x="479575" y="82858"/>
                  <a:pt x="479575" y="94902"/>
                </a:cubicBezTo>
                <a:lnTo>
                  <a:pt x="479575" y="129331"/>
                </a:lnTo>
                <a:cubicBezTo>
                  <a:pt x="479575" y="135495"/>
                  <a:pt x="480072" y="139711"/>
                  <a:pt x="481066" y="141978"/>
                </a:cubicBezTo>
                <a:cubicBezTo>
                  <a:pt x="481776" y="143678"/>
                  <a:pt x="482983" y="145024"/>
                  <a:pt x="484687" y="146015"/>
                </a:cubicBezTo>
                <a:cubicBezTo>
                  <a:pt x="486391" y="147007"/>
                  <a:pt x="489515" y="147503"/>
                  <a:pt x="494059" y="147503"/>
                </a:cubicBezTo>
                <a:lnTo>
                  <a:pt x="494059" y="151443"/>
                </a:lnTo>
                <a:lnTo>
                  <a:pt x="446134" y="151443"/>
                </a:lnTo>
                <a:lnTo>
                  <a:pt x="446134" y="147503"/>
                </a:lnTo>
                <a:lnTo>
                  <a:pt x="448370" y="147503"/>
                </a:lnTo>
                <a:cubicBezTo>
                  <a:pt x="452914" y="147503"/>
                  <a:pt x="456074" y="146811"/>
                  <a:pt x="457849" y="145426"/>
                </a:cubicBezTo>
                <a:cubicBezTo>
                  <a:pt x="459624" y="144042"/>
                  <a:pt x="460866" y="142000"/>
                  <a:pt x="461576" y="139302"/>
                </a:cubicBezTo>
                <a:cubicBezTo>
                  <a:pt x="461789" y="138166"/>
                  <a:pt x="461896" y="134829"/>
                  <a:pt x="461896" y="129291"/>
                </a:cubicBezTo>
                <a:lnTo>
                  <a:pt x="461896" y="94785"/>
                </a:lnTo>
                <a:cubicBezTo>
                  <a:pt x="461896" y="84135"/>
                  <a:pt x="461345" y="77142"/>
                  <a:pt x="460245" y="73805"/>
                </a:cubicBezTo>
                <a:cubicBezTo>
                  <a:pt x="459144" y="70468"/>
                  <a:pt x="457387" y="67965"/>
                  <a:pt x="454973" y="66296"/>
                </a:cubicBezTo>
                <a:cubicBezTo>
                  <a:pt x="452559" y="64628"/>
                  <a:pt x="449648" y="63794"/>
                  <a:pt x="446240" y="63794"/>
                </a:cubicBezTo>
                <a:cubicBezTo>
                  <a:pt x="442761" y="63794"/>
                  <a:pt x="439140" y="64717"/>
                  <a:pt x="435377" y="66563"/>
                </a:cubicBezTo>
                <a:cubicBezTo>
                  <a:pt x="431614" y="68409"/>
                  <a:pt x="427105" y="72136"/>
                  <a:pt x="421851" y="77745"/>
                </a:cubicBezTo>
                <a:lnTo>
                  <a:pt x="421851" y="129291"/>
                </a:lnTo>
                <a:cubicBezTo>
                  <a:pt x="421851" y="135965"/>
                  <a:pt x="422224" y="140119"/>
                  <a:pt x="422970" y="141752"/>
                </a:cubicBezTo>
                <a:cubicBezTo>
                  <a:pt x="423715" y="143385"/>
                  <a:pt x="425100" y="144752"/>
                  <a:pt x="427123" y="145852"/>
                </a:cubicBezTo>
                <a:cubicBezTo>
                  <a:pt x="429147" y="146953"/>
                  <a:pt x="432643" y="147503"/>
                  <a:pt x="437613" y="147503"/>
                </a:cubicBezTo>
                <a:lnTo>
                  <a:pt x="437613" y="151443"/>
                </a:lnTo>
                <a:lnTo>
                  <a:pt x="389262" y="151443"/>
                </a:lnTo>
                <a:lnTo>
                  <a:pt x="389262" y="147503"/>
                </a:lnTo>
                <a:cubicBezTo>
                  <a:pt x="393593" y="147503"/>
                  <a:pt x="397001" y="146828"/>
                  <a:pt x="399486" y="145479"/>
                </a:cubicBezTo>
                <a:cubicBezTo>
                  <a:pt x="400906" y="144772"/>
                  <a:pt x="402042" y="143425"/>
                  <a:pt x="402894" y="141439"/>
                </a:cubicBezTo>
                <a:cubicBezTo>
                  <a:pt x="403746" y="139451"/>
                  <a:pt x="404172" y="135406"/>
                  <a:pt x="404172" y="129305"/>
                </a:cubicBezTo>
                <a:lnTo>
                  <a:pt x="404172" y="41079"/>
                </a:lnTo>
                <a:cubicBezTo>
                  <a:pt x="404172" y="29941"/>
                  <a:pt x="403906" y="23095"/>
                  <a:pt x="403374" y="20541"/>
                </a:cubicBezTo>
                <a:cubicBezTo>
                  <a:pt x="402841" y="17985"/>
                  <a:pt x="402025" y="16247"/>
                  <a:pt x="400924" y="15326"/>
                </a:cubicBezTo>
                <a:cubicBezTo>
                  <a:pt x="399824" y="14403"/>
                  <a:pt x="398350" y="13942"/>
                  <a:pt x="396504" y="13942"/>
                </a:cubicBezTo>
                <a:cubicBezTo>
                  <a:pt x="395013" y="13942"/>
                  <a:pt x="392599" y="14510"/>
                  <a:pt x="389262" y="15646"/>
                </a:cubicBezTo>
                <a:lnTo>
                  <a:pt x="387771" y="11918"/>
                </a:lnTo>
                <a:lnTo>
                  <a:pt x="416952" y="0"/>
                </a:lnTo>
                <a:lnTo>
                  <a:pt x="421851" y="0"/>
                </a:lnTo>
                <a:close/>
                <a:moveTo>
                  <a:pt x="518661" y="90738"/>
                </a:moveTo>
                <a:cubicBezTo>
                  <a:pt x="518590" y="105189"/>
                  <a:pt x="522105" y="116524"/>
                  <a:pt x="529205" y="124742"/>
                </a:cubicBezTo>
                <a:cubicBezTo>
                  <a:pt x="536305" y="132958"/>
                  <a:pt x="544647" y="137066"/>
                  <a:pt x="554232" y="137066"/>
                </a:cubicBezTo>
                <a:cubicBezTo>
                  <a:pt x="560622" y="137066"/>
                  <a:pt x="566178" y="135309"/>
                  <a:pt x="570900" y="131794"/>
                </a:cubicBezTo>
                <a:cubicBezTo>
                  <a:pt x="575621" y="128280"/>
                  <a:pt x="579579" y="122262"/>
                  <a:pt x="582774" y="113742"/>
                </a:cubicBezTo>
                <a:lnTo>
                  <a:pt x="586076" y="115872"/>
                </a:lnTo>
                <a:cubicBezTo>
                  <a:pt x="584585" y="125599"/>
                  <a:pt x="580254" y="134457"/>
                  <a:pt x="573083" y="142444"/>
                </a:cubicBezTo>
                <a:cubicBezTo>
                  <a:pt x="565912" y="150432"/>
                  <a:pt x="556930" y="154425"/>
                  <a:pt x="546138" y="154425"/>
                </a:cubicBezTo>
                <a:cubicBezTo>
                  <a:pt x="534423" y="154425"/>
                  <a:pt x="524394" y="149874"/>
                  <a:pt x="516052" y="140770"/>
                </a:cubicBezTo>
                <a:cubicBezTo>
                  <a:pt x="507709" y="131664"/>
                  <a:pt x="503538" y="119423"/>
                  <a:pt x="503538" y="104047"/>
                </a:cubicBezTo>
                <a:cubicBezTo>
                  <a:pt x="503538" y="87398"/>
                  <a:pt x="507816" y="74415"/>
                  <a:pt x="516371" y="65098"/>
                </a:cubicBezTo>
                <a:cubicBezTo>
                  <a:pt x="524927" y="55780"/>
                  <a:pt x="535666" y="51120"/>
                  <a:pt x="548588" y="51120"/>
                </a:cubicBezTo>
                <a:cubicBezTo>
                  <a:pt x="559522" y="51120"/>
                  <a:pt x="568503" y="54715"/>
                  <a:pt x="575532" y="61903"/>
                </a:cubicBezTo>
                <a:cubicBezTo>
                  <a:pt x="582561" y="69090"/>
                  <a:pt x="586076" y="78702"/>
                  <a:pt x="586076" y="90738"/>
                </a:cubicBezTo>
                <a:lnTo>
                  <a:pt x="518661" y="90738"/>
                </a:lnTo>
                <a:moveTo>
                  <a:pt x="518661" y="84561"/>
                </a:moveTo>
                <a:lnTo>
                  <a:pt x="563817" y="84561"/>
                </a:lnTo>
                <a:cubicBezTo>
                  <a:pt x="563462" y="78313"/>
                  <a:pt x="562717" y="73911"/>
                  <a:pt x="561581" y="71355"/>
                </a:cubicBezTo>
                <a:cubicBezTo>
                  <a:pt x="559806" y="67379"/>
                  <a:pt x="557161" y="64255"/>
                  <a:pt x="553647" y="61983"/>
                </a:cubicBezTo>
                <a:cubicBezTo>
                  <a:pt x="550132" y="59711"/>
                  <a:pt x="546458" y="58575"/>
                  <a:pt x="542624" y="58575"/>
                </a:cubicBezTo>
                <a:cubicBezTo>
                  <a:pt x="536731" y="58575"/>
                  <a:pt x="531459" y="60865"/>
                  <a:pt x="526809" y="65444"/>
                </a:cubicBezTo>
                <a:cubicBezTo>
                  <a:pt x="522158" y="70024"/>
                  <a:pt x="519442" y="76396"/>
                  <a:pt x="518661" y="84561"/>
                </a:cubicBezTo>
                <a:close/>
                <a:moveTo>
                  <a:pt x="662150" y="51120"/>
                </a:moveTo>
                <a:lnTo>
                  <a:pt x="662150" y="84135"/>
                </a:lnTo>
                <a:lnTo>
                  <a:pt x="658635" y="84135"/>
                </a:lnTo>
                <a:cubicBezTo>
                  <a:pt x="655937" y="73780"/>
                  <a:pt x="652476" y="66737"/>
                  <a:pt x="648252" y="63005"/>
                </a:cubicBezTo>
                <a:cubicBezTo>
                  <a:pt x="644027" y="59271"/>
                  <a:pt x="638649" y="57404"/>
                  <a:pt x="632117" y="57404"/>
                </a:cubicBezTo>
                <a:cubicBezTo>
                  <a:pt x="627147" y="57404"/>
                  <a:pt x="623135" y="58716"/>
                  <a:pt x="620082" y="61341"/>
                </a:cubicBezTo>
                <a:cubicBezTo>
                  <a:pt x="617029" y="63963"/>
                  <a:pt x="615503" y="66871"/>
                  <a:pt x="615503" y="70064"/>
                </a:cubicBezTo>
                <a:cubicBezTo>
                  <a:pt x="615503" y="74035"/>
                  <a:pt x="616639" y="77439"/>
                  <a:pt x="618911" y="80275"/>
                </a:cubicBezTo>
                <a:cubicBezTo>
                  <a:pt x="621112" y="83183"/>
                  <a:pt x="625585" y="86269"/>
                  <a:pt x="632330" y="89530"/>
                </a:cubicBezTo>
                <a:lnTo>
                  <a:pt x="647879" y="97085"/>
                </a:lnTo>
                <a:cubicBezTo>
                  <a:pt x="662292" y="104105"/>
                  <a:pt x="669498" y="113361"/>
                  <a:pt x="669498" y="124852"/>
                </a:cubicBezTo>
                <a:cubicBezTo>
                  <a:pt x="669498" y="133716"/>
                  <a:pt x="666144" y="140861"/>
                  <a:pt x="659434" y="146288"/>
                </a:cubicBezTo>
                <a:cubicBezTo>
                  <a:pt x="652725" y="151713"/>
                  <a:pt x="645216" y="154425"/>
                  <a:pt x="636909" y="154425"/>
                </a:cubicBezTo>
                <a:cubicBezTo>
                  <a:pt x="630945" y="154425"/>
                  <a:pt x="624129" y="153360"/>
                  <a:pt x="616461" y="151230"/>
                </a:cubicBezTo>
                <a:cubicBezTo>
                  <a:pt x="614118" y="150520"/>
                  <a:pt x="612201" y="150165"/>
                  <a:pt x="610710" y="150165"/>
                </a:cubicBezTo>
                <a:cubicBezTo>
                  <a:pt x="609077" y="150165"/>
                  <a:pt x="607799" y="151088"/>
                  <a:pt x="606876" y="152934"/>
                </a:cubicBezTo>
                <a:lnTo>
                  <a:pt x="603362" y="152934"/>
                </a:lnTo>
                <a:lnTo>
                  <a:pt x="603362" y="118002"/>
                </a:lnTo>
                <a:lnTo>
                  <a:pt x="606876" y="118002"/>
                </a:lnTo>
                <a:cubicBezTo>
                  <a:pt x="608864" y="127978"/>
                  <a:pt x="612663" y="135495"/>
                  <a:pt x="618272" y="140554"/>
                </a:cubicBezTo>
                <a:cubicBezTo>
                  <a:pt x="623881" y="145613"/>
                  <a:pt x="630164" y="148142"/>
                  <a:pt x="637122" y="148142"/>
                </a:cubicBezTo>
                <a:cubicBezTo>
                  <a:pt x="642021" y="148142"/>
                  <a:pt x="646015" y="146706"/>
                  <a:pt x="649104" y="143835"/>
                </a:cubicBezTo>
                <a:cubicBezTo>
                  <a:pt x="652192" y="140962"/>
                  <a:pt x="653736" y="137504"/>
                  <a:pt x="653736" y="133462"/>
                </a:cubicBezTo>
                <a:cubicBezTo>
                  <a:pt x="653736" y="128567"/>
                  <a:pt x="652015" y="124453"/>
                  <a:pt x="648571" y="121121"/>
                </a:cubicBezTo>
                <a:cubicBezTo>
                  <a:pt x="645128" y="117788"/>
                  <a:pt x="638258" y="113569"/>
                  <a:pt x="627963" y="108464"/>
                </a:cubicBezTo>
                <a:cubicBezTo>
                  <a:pt x="617668" y="103356"/>
                  <a:pt x="610923" y="98746"/>
                  <a:pt x="607728" y="94632"/>
                </a:cubicBezTo>
                <a:cubicBezTo>
                  <a:pt x="604533" y="90590"/>
                  <a:pt x="602936" y="85483"/>
                  <a:pt x="602936" y="79313"/>
                </a:cubicBezTo>
                <a:cubicBezTo>
                  <a:pt x="602936" y="71299"/>
                  <a:pt x="605687" y="64597"/>
                  <a:pt x="611189" y="59208"/>
                </a:cubicBezTo>
                <a:cubicBezTo>
                  <a:pt x="616692" y="53816"/>
                  <a:pt x="623810" y="51120"/>
                  <a:pt x="632543" y="51120"/>
                </a:cubicBezTo>
                <a:cubicBezTo>
                  <a:pt x="636377" y="51120"/>
                  <a:pt x="641027" y="51937"/>
                  <a:pt x="646494" y="53570"/>
                </a:cubicBezTo>
                <a:cubicBezTo>
                  <a:pt x="650115" y="54635"/>
                  <a:pt x="652529" y="55167"/>
                  <a:pt x="653736" y="55167"/>
                </a:cubicBezTo>
                <a:cubicBezTo>
                  <a:pt x="654872" y="55167"/>
                  <a:pt x="655760" y="54919"/>
                  <a:pt x="656399" y="54422"/>
                </a:cubicBezTo>
                <a:cubicBezTo>
                  <a:pt x="657038" y="53925"/>
                  <a:pt x="657783" y="52824"/>
                  <a:pt x="658635" y="51120"/>
                </a:cubicBezTo>
                <a:lnTo>
                  <a:pt x="662150" y="51120"/>
                </a:lnTo>
                <a:close/>
                <a:moveTo>
                  <a:pt x="708762" y="0"/>
                </a:moveTo>
                <a:cubicBezTo>
                  <a:pt x="711744" y="0"/>
                  <a:pt x="714283" y="1053"/>
                  <a:pt x="716377" y="3158"/>
                </a:cubicBezTo>
                <a:cubicBezTo>
                  <a:pt x="718472" y="5262"/>
                  <a:pt x="719519" y="7812"/>
                  <a:pt x="719519" y="10810"/>
                </a:cubicBezTo>
                <a:cubicBezTo>
                  <a:pt x="719519" y="13807"/>
                  <a:pt x="718472" y="16377"/>
                  <a:pt x="716377" y="18518"/>
                </a:cubicBezTo>
                <a:cubicBezTo>
                  <a:pt x="714283" y="20657"/>
                  <a:pt x="711744" y="21726"/>
                  <a:pt x="708762" y="21726"/>
                </a:cubicBezTo>
                <a:cubicBezTo>
                  <a:pt x="705780" y="21726"/>
                  <a:pt x="703224" y="20657"/>
                  <a:pt x="701094" y="18518"/>
                </a:cubicBezTo>
                <a:cubicBezTo>
                  <a:pt x="698964" y="16377"/>
                  <a:pt x="697899" y="13807"/>
                  <a:pt x="697899" y="10810"/>
                </a:cubicBezTo>
                <a:cubicBezTo>
                  <a:pt x="697899" y="7812"/>
                  <a:pt x="698947" y="5262"/>
                  <a:pt x="701041" y="3158"/>
                </a:cubicBezTo>
                <a:cubicBezTo>
                  <a:pt x="703136" y="1053"/>
                  <a:pt x="705709" y="0"/>
                  <a:pt x="708762" y="0"/>
                </a:cubicBezTo>
                <a:moveTo>
                  <a:pt x="717602" y="51120"/>
                </a:moveTo>
                <a:lnTo>
                  <a:pt x="717602" y="129331"/>
                </a:lnTo>
                <a:cubicBezTo>
                  <a:pt x="717602" y="135424"/>
                  <a:pt x="718046" y="139480"/>
                  <a:pt x="718933" y="141499"/>
                </a:cubicBezTo>
                <a:cubicBezTo>
                  <a:pt x="719821" y="143518"/>
                  <a:pt x="721134" y="145024"/>
                  <a:pt x="722874" y="146015"/>
                </a:cubicBezTo>
                <a:cubicBezTo>
                  <a:pt x="724613" y="147007"/>
                  <a:pt x="727790" y="147503"/>
                  <a:pt x="732405" y="147503"/>
                </a:cubicBezTo>
                <a:lnTo>
                  <a:pt x="732405" y="151443"/>
                </a:lnTo>
                <a:lnTo>
                  <a:pt x="685013" y="151443"/>
                </a:lnTo>
                <a:lnTo>
                  <a:pt x="685013" y="147503"/>
                </a:lnTo>
                <a:cubicBezTo>
                  <a:pt x="689770" y="147503"/>
                  <a:pt x="692965" y="147043"/>
                  <a:pt x="694598" y="146122"/>
                </a:cubicBezTo>
                <a:cubicBezTo>
                  <a:pt x="696231" y="145201"/>
                  <a:pt x="697527" y="143678"/>
                  <a:pt x="698485" y="141552"/>
                </a:cubicBezTo>
                <a:cubicBezTo>
                  <a:pt x="699444" y="139427"/>
                  <a:pt x="699923" y="135353"/>
                  <a:pt x="699923" y="129331"/>
                </a:cubicBezTo>
                <a:lnTo>
                  <a:pt x="699923" y="91820"/>
                </a:lnTo>
                <a:cubicBezTo>
                  <a:pt x="699923" y="81263"/>
                  <a:pt x="699603" y="74427"/>
                  <a:pt x="698964" y="71312"/>
                </a:cubicBezTo>
                <a:cubicBezTo>
                  <a:pt x="698467" y="69044"/>
                  <a:pt x="697686" y="67468"/>
                  <a:pt x="696621" y="66583"/>
                </a:cubicBezTo>
                <a:cubicBezTo>
                  <a:pt x="695556" y="65697"/>
                  <a:pt x="694101" y="65255"/>
                  <a:pt x="692255" y="65255"/>
                </a:cubicBezTo>
                <a:cubicBezTo>
                  <a:pt x="690267" y="65255"/>
                  <a:pt x="687853" y="65786"/>
                  <a:pt x="685013" y="66849"/>
                </a:cubicBezTo>
                <a:lnTo>
                  <a:pt x="683522" y="63022"/>
                </a:lnTo>
                <a:lnTo>
                  <a:pt x="712916" y="51120"/>
                </a:lnTo>
                <a:lnTo>
                  <a:pt x="717602" y="51120"/>
                </a:lnTo>
                <a:close/>
                <a:moveTo>
                  <a:pt x="829356" y="121410"/>
                </a:moveTo>
                <a:lnTo>
                  <a:pt x="828185" y="151443"/>
                </a:lnTo>
                <a:lnTo>
                  <a:pt x="742132" y="151443"/>
                </a:lnTo>
                <a:lnTo>
                  <a:pt x="742132" y="147609"/>
                </a:lnTo>
                <a:lnTo>
                  <a:pt x="806885" y="61344"/>
                </a:lnTo>
                <a:lnTo>
                  <a:pt x="774934" y="61344"/>
                </a:lnTo>
                <a:cubicBezTo>
                  <a:pt x="768047" y="61344"/>
                  <a:pt x="763539" y="61788"/>
                  <a:pt x="761409" y="62675"/>
                </a:cubicBezTo>
                <a:cubicBezTo>
                  <a:pt x="759279" y="63563"/>
                  <a:pt x="757539" y="65249"/>
                  <a:pt x="756190" y="67734"/>
                </a:cubicBezTo>
                <a:cubicBezTo>
                  <a:pt x="754273" y="71284"/>
                  <a:pt x="753173" y="75686"/>
                  <a:pt x="752889" y="80940"/>
                </a:cubicBezTo>
                <a:lnTo>
                  <a:pt x="748629" y="80940"/>
                </a:lnTo>
                <a:lnTo>
                  <a:pt x="749268" y="53889"/>
                </a:lnTo>
                <a:lnTo>
                  <a:pt x="831060" y="53889"/>
                </a:lnTo>
                <a:lnTo>
                  <a:pt x="831060" y="57833"/>
                </a:lnTo>
                <a:lnTo>
                  <a:pt x="765669" y="144414"/>
                </a:lnTo>
                <a:lnTo>
                  <a:pt x="801240" y="144414"/>
                </a:lnTo>
                <a:cubicBezTo>
                  <a:pt x="808695" y="144414"/>
                  <a:pt x="813754" y="143788"/>
                  <a:pt x="816416" y="142534"/>
                </a:cubicBezTo>
                <a:cubicBezTo>
                  <a:pt x="819079" y="141280"/>
                  <a:pt x="821227" y="139076"/>
                  <a:pt x="822860" y="135921"/>
                </a:cubicBezTo>
                <a:cubicBezTo>
                  <a:pt x="823996" y="133629"/>
                  <a:pt x="824954" y="128792"/>
                  <a:pt x="825735" y="121410"/>
                </a:cubicBezTo>
                <a:lnTo>
                  <a:pt x="829356" y="121410"/>
                </a:lnTo>
                <a:close/>
                <a:moveTo>
                  <a:pt x="857826" y="90738"/>
                </a:moveTo>
                <a:cubicBezTo>
                  <a:pt x="857755" y="105189"/>
                  <a:pt x="861270" y="116524"/>
                  <a:pt x="868370" y="124742"/>
                </a:cubicBezTo>
                <a:cubicBezTo>
                  <a:pt x="875470" y="132958"/>
                  <a:pt x="883813" y="137066"/>
                  <a:pt x="893398" y="137066"/>
                </a:cubicBezTo>
                <a:cubicBezTo>
                  <a:pt x="899788" y="137066"/>
                  <a:pt x="905343" y="135309"/>
                  <a:pt x="910065" y="131794"/>
                </a:cubicBezTo>
                <a:cubicBezTo>
                  <a:pt x="914786" y="128280"/>
                  <a:pt x="918745" y="122262"/>
                  <a:pt x="921940" y="113742"/>
                </a:cubicBezTo>
                <a:lnTo>
                  <a:pt x="925241" y="115872"/>
                </a:lnTo>
                <a:cubicBezTo>
                  <a:pt x="923750" y="125599"/>
                  <a:pt x="919419" y="134457"/>
                  <a:pt x="912248" y="142444"/>
                </a:cubicBezTo>
                <a:cubicBezTo>
                  <a:pt x="905077" y="150432"/>
                  <a:pt x="896096" y="154425"/>
                  <a:pt x="885304" y="154425"/>
                </a:cubicBezTo>
                <a:cubicBezTo>
                  <a:pt x="873589" y="154425"/>
                  <a:pt x="863560" y="149874"/>
                  <a:pt x="855217" y="140770"/>
                </a:cubicBezTo>
                <a:cubicBezTo>
                  <a:pt x="846875" y="131664"/>
                  <a:pt x="842703" y="119423"/>
                  <a:pt x="842703" y="104047"/>
                </a:cubicBezTo>
                <a:cubicBezTo>
                  <a:pt x="842703" y="87398"/>
                  <a:pt x="846981" y="74415"/>
                  <a:pt x="855537" y="65098"/>
                </a:cubicBezTo>
                <a:cubicBezTo>
                  <a:pt x="864092" y="55780"/>
                  <a:pt x="874831" y="51120"/>
                  <a:pt x="887753" y="51120"/>
                </a:cubicBezTo>
                <a:cubicBezTo>
                  <a:pt x="898687" y="51120"/>
                  <a:pt x="907669" y="54715"/>
                  <a:pt x="914698" y="61903"/>
                </a:cubicBezTo>
                <a:cubicBezTo>
                  <a:pt x="921727" y="69090"/>
                  <a:pt x="925241" y="78702"/>
                  <a:pt x="925241" y="90738"/>
                </a:cubicBezTo>
                <a:lnTo>
                  <a:pt x="857826" y="90738"/>
                </a:lnTo>
                <a:moveTo>
                  <a:pt x="857826" y="84561"/>
                </a:moveTo>
                <a:lnTo>
                  <a:pt x="902983" y="84561"/>
                </a:lnTo>
                <a:cubicBezTo>
                  <a:pt x="902628" y="78313"/>
                  <a:pt x="901882" y="73911"/>
                  <a:pt x="900746" y="71355"/>
                </a:cubicBezTo>
                <a:cubicBezTo>
                  <a:pt x="898971" y="67379"/>
                  <a:pt x="896326" y="64255"/>
                  <a:pt x="892812" y="61983"/>
                </a:cubicBezTo>
                <a:cubicBezTo>
                  <a:pt x="889297" y="59711"/>
                  <a:pt x="885623" y="58575"/>
                  <a:pt x="881789" y="58575"/>
                </a:cubicBezTo>
                <a:cubicBezTo>
                  <a:pt x="875896" y="58575"/>
                  <a:pt x="870624" y="60865"/>
                  <a:pt x="865974" y="65444"/>
                </a:cubicBezTo>
                <a:cubicBezTo>
                  <a:pt x="861323" y="70024"/>
                  <a:pt x="858607" y="76396"/>
                  <a:pt x="857826" y="845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ReportGeneration">
            <a:extLst xmlns:a="http://schemas.openxmlformats.org/drawingml/2006/main">
              <a:ext uri="{FF2B5EF4-FFF2-40B4-BE49-F238E27FC236}">
                <a16:creationId xmlns:a16="http://schemas.microsoft.com/office/drawing/2014/main" id="{0372A8D2-6A59-4FC1-AA3A-EA4B4A22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6703" y="1841437"/>
            <a:ext cx="1752385" cy="194257"/>
          </a:xfrm>
          <a:custGeom xmlns:a="http://schemas.openxmlformats.org/drawingml/2006/main">
            <a:pathLst>
              <a:path w="1752385" h="194257">
                <a:moveTo>
                  <a:pt x="53889" y="81792"/>
                </a:moveTo>
                <a:lnTo>
                  <a:pt x="53889" y="122475"/>
                </a:lnTo>
                <a:cubicBezTo>
                  <a:pt x="53889" y="130245"/>
                  <a:pt x="54368" y="135138"/>
                  <a:pt x="55327" y="137152"/>
                </a:cubicBezTo>
                <a:cubicBezTo>
                  <a:pt x="56285" y="139165"/>
                  <a:pt x="57972" y="140772"/>
                  <a:pt x="60386" y="141975"/>
                </a:cubicBezTo>
                <a:cubicBezTo>
                  <a:pt x="62800" y="143175"/>
                  <a:pt x="67308" y="143775"/>
                  <a:pt x="73911" y="143775"/>
                </a:cubicBezTo>
                <a:lnTo>
                  <a:pt x="73911" y="147609"/>
                </a:lnTo>
                <a:lnTo>
                  <a:pt x="0" y="147609"/>
                </a:lnTo>
                <a:lnTo>
                  <a:pt x="0" y="143775"/>
                </a:lnTo>
                <a:cubicBezTo>
                  <a:pt x="6674" y="143775"/>
                  <a:pt x="11200" y="143158"/>
                  <a:pt x="13579" y="141922"/>
                </a:cubicBezTo>
                <a:cubicBezTo>
                  <a:pt x="15957" y="140686"/>
                  <a:pt x="17626" y="139078"/>
                  <a:pt x="18584" y="137099"/>
                </a:cubicBezTo>
                <a:cubicBezTo>
                  <a:pt x="19543" y="135120"/>
                  <a:pt x="20022" y="130245"/>
                  <a:pt x="20022" y="122475"/>
                </a:cubicBezTo>
                <a:lnTo>
                  <a:pt x="20022" y="28329"/>
                </a:lnTo>
                <a:cubicBezTo>
                  <a:pt x="20022" y="20559"/>
                  <a:pt x="19543" y="15668"/>
                  <a:pt x="18584" y="13655"/>
                </a:cubicBezTo>
                <a:cubicBezTo>
                  <a:pt x="17626" y="11641"/>
                  <a:pt x="15940" y="10033"/>
                  <a:pt x="13526" y="8833"/>
                </a:cubicBezTo>
                <a:cubicBezTo>
                  <a:pt x="11112" y="7630"/>
                  <a:pt x="6603" y="7029"/>
                  <a:pt x="0" y="7029"/>
                </a:cubicBezTo>
                <a:lnTo>
                  <a:pt x="0" y="3195"/>
                </a:lnTo>
                <a:lnTo>
                  <a:pt x="67095" y="3195"/>
                </a:lnTo>
                <a:cubicBezTo>
                  <a:pt x="84561" y="3195"/>
                  <a:pt x="97341" y="4401"/>
                  <a:pt x="105435" y="6813"/>
                </a:cubicBezTo>
                <a:cubicBezTo>
                  <a:pt x="113529" y="9224"/>
                  <a:pt x="120132" y="13675"/>
                  <a:pt x="125244" y="20165"/>
                </a:cubicBezTo>
                <a:cubicBezTo>
                  <a:pt x="130356" y="26655"/>
                  <a:pt x="132912" y="34262"/>
                  <a:pt x="132912" y="42986"/>
                </a:cubicBezTo>
                <a:cubicBezTo>
                  <a:pt x="132912" y="53627"/>
                  <a:pt x="129078" y="62424"/>
                  <a:pt x="121410" y="69375"/>
                </a:cubicBezTo>
                <a:cubicBezTo>
                  <a:pt x="116511" y="73773"/>
                  <a:pt x="109660" y="77071"/>
                  <a:pt x="100856" y="79270"/>
                </a:cubicBezTo>
                <a:lnTo>
                  <a:pt x="135575" y="128273"/>
                </a:lnTo>
                <a:cubicBezTo>
                  <a:pt x="140119" y="134530"/>
                  <a:pt x="143349" y="138432"/>
                  <a:pt x="145266" y="139978"/>
                </a:cubicBezTo>
                <a:cubicBezTo>
                  <a:pt x="148177" y="142157"/>
                  <a:pt x="151550" y="143352"/>
                  <a:pt x="155384" y="143562"/>
                </a:cubicBezTo>
                <a:lnTo>
                  <a:pt x="155384" y="147609"/>
                </a:lnTo>
                <a:lnTo>
                  <a:pt x="109908" y="147609"/>
                </a:lnTo>
                <a:lnTo>
                  <a:pt x="63368" y="81792"/>
                </a:lnTo>
                <a:lnTo>
                  <a:pt x="53889" y="81792"/>
                </a:lnTo>
                <a:moveTo>
                  <a:pt x="53889" y="11289"/>
                </a:moveTo>
                <a:lnTo>
                  <a:pt x="53889" y="74124"/>
                </a:lnTo>
                <a:lnTo>
                  <a:pt x="59960" y="74124"/>
                </a:lnTo>
                <a:cubicBezTo>
                  <a:pt x="69829" y="74124"/>
                  <a:pt x="77213" y="73226"/>
                  <a:pt x="82112" y="71428"/>
                </a:cubicBezTo>
                <a:cubicBezTo>
                  <a:pt x="87011" y="69629"/>
                  <a:pt x="90863" y="66385"/>
                  <a:pt x="93667" y="61697"/>
                </a:cubicBezTo>
                <a:cubicBezTo>
                  <a:pt x="96472" y="57007"/>
                  <a:pt x="97874" y="50888"/>
                  <a:pt x="97874" y="43342"/>
                </a:cubicBezTo>
                <a:cubicBezTo>
                  <a:pt x="97874" y="32410"/>
                  <a:pt x="95300" y="24335"/>
                  <a:pt x="90153" y="19117"/>
                </a:cubicBezTo>
                <a:cubicBezTo>
                  <a:pt x="85005" y="13898"/>
                  <a:pt x="76716" y="11289"/>
                  <a:pt x="65285" y="11289"/>
                </a:cubicBezTo>
                <a:lnTo>
                  <a:pt x="53889" y="11289"/>
                </a:lnTo>
                <a:close/>
                <a:moveTo>
                  <a:pt x="245127" y="94146"/>
                </a:moveTo>
                <a:lnTo>
                  <a:pt x="190492" y="94146"/>
                </a:lnTo>
                <a:cubicBezTo>
                  <a:pt x="191131" y="107388"/>
                  <a:pt x="194645" y="117853"/>
                  <a:pt x="201035" y="125541"/>
                </a:cubicBezTo>
                <a:cubicBezTo>
                  <a:pt x="205934" y="131449"/>
                  <a:pt x="211828" y="134403"/>
                  <a:pt x="218715" y="134403"/>
                </a:cubicBezTo>
                <a:cubicBezTo>
                  <a:pt x="222975" y="134403"/>
                  <a:pt x="226844" y="133214"/>
                  <a:pt x="230323" y="130836"/>
                </a:cubicBezTo>
                <a:cubicBezTo>
                  <a:pt x="233802" y="128457"/>
                  <a:pt x="237530" y="124179"/>
                  <a:pt x="241506" y="118002"/>
                </a:cubicBezTo>
                <a:lnTo>
                  <a:pt x="245127" y="120345"/>
                </a:lnTo>
                <a:cubicBezTo>
                  <a:pt x="239731" y="131350"/>
                  <a:pt x="233767" y="139143"/>
                  <a:pt x="227235" y="143722"/>
                </a:cubicBezTo>
                <a:cubicBezTo>
                  <a:pt x="220703" y="148302"/>
                  <a:pt x="213141" y="150591"/>
                  <a:pt x="204550" y="150591"/>
                </a:cubicBezTo>
                <a:cubicBezTo>
                  <a:pt x="189782" y="150591"/>
                  <a:pt x="178599" y="144906"/>
                  <a:pt x="171002" y="133535"/>
                </a:cubicBezTo>
                <a:cubicBezTo>
                  <a:pt x="164896" y="124367"/>
                  <a:pt x="161843" y="112996"/>
                  <a:pt x="161843" y="99421"/>
                </a:cubicBezTo>
                <a:cubicBezTo>
                  <a:pt x="161843" y="82790"/>
                  <a:pt x="166334" y="69552"/>
                  <a:pt x="175316" y="59710"/>
                </a:cubicBezTo>
                <a:cubicBezTo>
                  <a:pt x="184297" y="49865"/>
                  <a:pt x="194823" y="44943"/>
                  <a:pt x="206893" y="44943"/>
                </a:cubicBezTo>
                <a:cubicBezTo>
                  <a:pt x="216975" y="44943"/>
                  <a:pt x="225726" y="49079"/>
                  <a:pt x="233145" y="57350"/>
                </a:cubicBezTo>
                <a:cubicBezTo>
                  <a:pt x="240565" y="65622"/>
                  <a:pt x="244559" y="77887"/>
                  <a:pt x="245127" y="94146"/>
                </a:cubicBezTo>
                <a:moveTo>
                  <a:pt x="218928" y="87117"/>
                </a:moveTo>
                <a:cubicBezTo>
                  <a:pt x="218928" y="75686"/>
                  <a:pt x="218306" y="67841"/>
                  <a:pt x="217064" y="63581"/>
                </a:cubicBezTo>
                <a:cubicBezTo>
                  <a:pt x="215821" y="59321"/>
                  <a:pt x="213887" y="56090"/>
                  <a:pt x="211260" y="53889"/>
                </a:cubicBezTo>
                <a:cubicBezTo>
                  <a:pt x="209768" y="52611"/>
                  <a:pt x="207780" y="51972"/>
                  <a:pt x="205295" y="51972"/>
                </a:cubicBezTo>
                <a:cubicBezTo>
                  <a:pt x="201603" y="51972"/>
                  <a:pt x="198586" y="53783"/>
                  <a:pt x="196243" y="57404"/>
                </a:cubicBezTo>
                <a:cubicBezTo>
                  <a:pt x="192054" y="63723"/>
                  <a:pt x="189959" y="72385"/>
                  <a:pt x="189959" y="83390"/>
                </a:cubicBezTo>
                <a:lnTo>
                  <a:pt x="189959" y="87117"/>
                </a:lnTo>
                <a:lnTo>
                  <a:pt x="218928" y="87117"/>
                </a:lnTo>
                <a:close/>
                <a:moveTo>
                  <a:pt x="296175" y="137492"/>
                </a:moveTo>
                <a:lnTo>
                  <a:pt x="296175" y="174448"/>
                </a:lnTo>
                <a:cubicBezTo>
                  <a:pt x="296175" y="179628"/>
                  <a:pt x="296583" y="183154"/>
                  <a:pt x="297400" y="185024"/>
                </a:cubicBezTo>
                <a:cubicBezTo>
                  <a:pt x="298216" y="186897"/>
                  <a:pt x="299477" y="188265"/>
                  <a:pt x="301181" y="189128"/>
                </a:cubicBezTo>
                <a:cubicBezTo>
                  <a:pt x="302885" y="189991"/>
                  <a:pt x="306222" y="190423"/>
                  <a:pt x="311192" y="190423"/>
                </a:cubicBezTo>
                <a:lnTo>
                  <a:pt x="311192" y="194257"/>
                </a:lnTo>
                <a:lnTo>
                  <a:pt x="254427" y="194257"/>
                </a:lnTo>
                <a:lnTo>
                  <a:pt x="254427" y="190423"/>
                </a:lnTo>
                <a:cubicBezTo>
                  <a:pt x="258829" y="190278"/>
                  <a:pt x="262095" y="189019"/>
                  <a:pt x="264225" y="186645"/>
                </a:cubicBezTo>
                <a:cubicBezTo>
                  <a:pt x="265645" y="184992"/>
                  <a:pt x="266355" y="180713"/>
                  <a:pt x="266355" y="173809"/>
                </a:cubicBezTo>
                <a:lnTo>
                  <a:pt x="266355" y="68799"/>
                </a:lnTo>
                <a:cubicBezTo>
                  <a:pt x="266355" y="61681"/>
                  <a:pt x="265538" y="57134"/>
                  <a:pt x="263905" y="55157"/>
                </a:cubicBezTo>
                <a:cubicBezTo>
                  <a:pt x="262272" y="53180"/>
                  <a:pt x="259113" y="52048"/>
                  <a:pt x="254427" y="51759"/>
                </a:cubicBezTo>
                <a:lnTo>
                  <a:pt x="254427" y="47925"/>
                </a:lnTo>
                <a:lnTo>
                  <a:pt x="296175" y="47925"/>
                </a:lnTo>
                <a:lnTo>
                  <a:pt x="296175" y="61025"/>
                </a:lnTo>
                <a:cubicBezTo>
                  <a:pt x="299654" y="55913"/>
                  <a:pt x="303204" y="52221"/>
                  <a:pt x="306825" y="49949"/>
                </a:cubicBezTo>
                <a:cubicBezTo>
                  <a:pt x="312008" y="46612"/>
                  <a:pt x="317653" y="44943"/>
                  <a:pt x="323759" y="44943"/>
                </a:cubicBezTo>
                <a:cubicBezTo>
                  <a:pt x="331072" y="44943"/>
                  <a:pt x="337728" y="47253"/>
                  <a:pt x="343727" y="51872"/>
                </a:cubicBezTo>
                <a:cubicBezTo>
                  <a:pt x="349727" y="56492"/>
                  <a:pt x="354289" y="62871"/>
                  <a:pt x="357413" y="71009"/>
                </a:cubicBezTo>
                <a:cubicBezTo>
                  <a:pt x="360537" y="79147"/>
                  <a:pt x="362099" y="87907"/>
                  <a:pt x="362099" y="97288"/>
                </a:cubicBezTo>
                <a:cubicBezTo>
                  <a:pt x="362099" y="107379"/>
                  <a:pt x="360483" y="116600"/>
                  <a:pt x="357253" y="124952"/>
                </a:cubicBezTo>
                <a:cubicBezTo>
                  <a:pt x="354022" y="133303"/>
                  <a:pt x="349336" y="139664"/>
                  <a:pt x="343195" y="144035"/>
                </a:cubicBezTo>
                <a:cubicBezTo>
                  <a:pt x="337053" y="148406"/>
                  <a:pt x="330220" y="150591"/>
                  <a:pt x="322694" y="150591"/>
                </a:cubicBezTo>
                <a:cubicBezTo>
                  <a:pt x="317227" y="150591"/>
                  <a:pt x="312115" y="149384"/>
                  <a:pt x="307358" y="146970"/>
                </a:cubicBezTo>
                <a:cubicBezTo>
                  <a:pt x="303808" y="145124"/>
                  <a:pt x="300080" y="141965"/>
                  <a:pt x="296175" y="137492"/>
                </a:cubicBezTo>
                <a:moveTo>
                  <a:pt x="296175" y="126719"/>
                </a:moveTo>
                <a:cubicBezTo>
                  <a:pt x="302281" y="135392"/>
                  <a:pt x="308813" y="139728"/>
                  <a:pt x="315771" y="139728"/>
                </a:cubicBezTo>
                <a:cubicBezTo>
                  <a:pt x="319605" y="139728"/>
                  <a:pt x="322765" y="137703"/>
                  <a:pt x="325250" y="133651"/>
                </a:cubicBezTo>
                <a:cubicBezTo>
                  <a:pt x="328942" y="127678"/>
                  <a:pt x="330788" y="116303"/>
                  <a:pt x="330788" y="99525"/>
                </a:cubicBezTo>
                <a:cubicBezTo>
                  <a:pt x="330788" y="82320"/>
                  <a:pt x="328764" y="70554"/>
                  <a:pt x="324717" y="64226"/>
                </a:cubicBezTo>
                <a:cubicBezTo>
                  <a:pt x="322019" y="60033"/>
                  <a:pt x="318398" y="57936"/>
                  <a:pt x="313854" y="57936"/>
                </a:cubicBezTo>
                <a:cubicBezTo>
                  <a:pt x="306683" y="57936"/>
                  <a:pt x="300790" y="63126"/>
                  <a:pt x="296175" y="73505"/>
                </a:cubicBezTo>
                <a:lnTo>
                  <a:pt x="296175" y="126719"/>
                </a:lnTo>
                <a:close/>
                <a:moveTo>
                  <a:pt x="425858" y="44943"/>
                </a:moveTo>
                <a:cubicBezTo>
                  <a:pt x="434520" y="44943"/>
                  <a:pt x="442579" y="47182"/>
                  <a:pt x="450034" y="51659"/>
                </a:cubicBezTo>
                <a:cubicBezTo>
                  <a:pt x="457489" y="56137"/>
                  <a:pt x="463151" y="62498"/>
                  <a:pt x="467020" y="70743"/>
                </a:cubicBezTo>
                <a:cubicBezTo>
                  <a:pt x="470890" y="78988"/>
                  <a:pt x="472825" y="88014"/>
                  <a:pt x="472825" y="97821"/>
                </a:cubicBezTo>
                <a:cubicBezTo>
                  <a:pt x="472825" y="111963"/>
                  <a:pt x="469239" y="123797"/>
                  <a:pt x="462068" y="133322"/>
                </a:cubicBezTo>
                <a:cubicBezTo>
                  <a:pt x="453406" y="144835"/>
                  <a:pt x="441443" y="150591"/>
                  <a:pt x="426177" y="150591"/>
                </a:cubicBezTo>
                <a:cubicBezTo>
                  <a:pt x="411196" y="150591"/>
                  <a:pt x="399659" y="145332"/>
                  <a:pt x="391565" y="134813"/>
                </a:cubicBezTo>
                <a:cubicBezTo>
                  <a:pt x="383471" y="124294"/>
                  <a:pt x="379424" y="112105"/>
                  <a:pt x="379424" y="98247"/>
                </a:cubicBezTo>
                <a:cubicBezTo>
                  <a:pt x="379424" y="83962"/>
                  <a:pt x="383560" y="71507"/>
                  <a:pt x="391831" y="60882"/>
                </a:cubicBezTo>
                <a:cubicBezTo>
                  <a:pt x="400103" y="50256"/>
                  <a:pt x="411445" y="44943"/>
                  <a:pt x="425858" y="44943"/>
                </a:cubicBezTo>
                <a:moveTo>
                  <a:pt x="426284" y="52398"/>
                </a:moveTo>
                <a:cubicBezTo>
                  <a:pt x="422663" y="52398"/>
                  <a:pt x="419557" y="53767"/>
                  <a:pt x="416965" y="56505"/>
                </a:cubicBezTo>
                <a:cubicBezTo>
                  <a:pt x="414374" y="59241"/>
                  <a:pt x="412670" y="64642"/>
                  <a:pt x="411853" y="72710"/>
                </a:cubicBezTo>
                <a:cubicBezTo>
                  <a:pt x="411037" y="80777"/>
                  <a:pt x="410628" y="91991"/>
                  <a:pt x="410628" y="106351"/>
                </a:cubicBezTo>
                <a:cubicBezTo>
                  <a:pt x="410628" y="113956"/>
                  <a:pt x="411125" y="121065"/>
                  <a:pt x="412119" y="127677"/>
                </a:cubicBezTo>
                <a:cubicBezTo>
                  <a:pt x="412900" y="132723"/>
                  <a:pt x="414569" y="136561"/>
                  <a:pt x="417125" y="139193"/>
                </a:cubicBezTo>
                <a:cubicBezTo>
                  <a:pt x="419681" y="141822"/>
                  <a:pt x="422592" y="143136"/>
                  <a:pt x="425858" y="143136"/>
                </a:cubicBezTo>
                <a:cubicBezTo>
                  <a:pt x="429053" y="143136"/>
                  <a:pt x="431715" y="142248"/>
                  <a:pt x="433845" y="140471"/>
                </a:cubicBezTo>
                <a:cubicBezTo>
                  <a:pt x="436614" y="138054"/>
                  <a:pt x="438461" y="134677"/>
                  <a:pt x="439384" y="130340"/>
                </a:cubicBezTo>
                <a:cubicBezTo>
                  <a:pt x="440804" y="123588"/>
                  <a:pt x="441514" y="109941"/>
                  <a:pt x="441514" y="89397"/>
                </a:cubicBezTo>
                <a:cubicBezTo>
                  <a:pt x="441514" y="77314"/>
                  <a:pt x="440839" y="69016"/>
                  <a:pt x="439490" y="64503"/>
                </a:cubicBezTo>
                <a:cubicBezTo>
                  <a:pt x="438141" y="59987"/>
                  <a:pt x="436153" y="56699"/>
                  <a:pt x="433526" y="54638"/>
                </a:cubicBezTo>
                <a:cubicBezTo>
                  <a:pt x="431680" y="53145"/>
                  <a:pt x="429266" y="52398"/>
                  <a:pt x="426284" y="52398"/>
                </a:cubicBezTo>
                <a:close/>
                <a:moveTo>
                  <a:pt x="529271" y="47925"/>
                </a:moveTo>
                <a:lnTo>
                  <a:pt x="529271" y="70503"/>
                </a:lnTo>
                <a:cubicBezTo>
                  <a:pt x="535874" y="60208"/>
                  <a:pt x="541660" y="53374"/>
                  <a:pt x="546630" y="50002"/>
                </a:cubicBezTo>
                <a:cubicBezTo>
                  <a:pt x="551600" y="46629"/>
                  <a:pt x="556393" y="44943"/>
                  <a:pt x="561008" y="44943"/>
                </a:cubicBezTo>
                <a:cubicBezTo>
                  <a:pt x="564984" y="44943"/>
                  <a:pt x="568161" y="46172"/>
                  <a:pt x="570540" y="48631"/>
                </a:cubicBezTo>
                <a:cubicBezTo>
                  <a:pt x="572918" y="51089"/>
                  <a:pt x="574107" y="54563"/>
                  <a:pt x="574107" y="59051"/>
                </a:cubicBezTo>
                <a:cubicBezTo>
                  <a:pt x="574107" y="63826"/>
                  <a:pt x="572954" y="67532"/>
                  <a:pt x="570646" y="70170"/>
                </a:cubicBezTo>
                <a:cubicBezTo>
                  <a:pt x="568339" y="72806"/>
                  <a:pt x="565552" y="74124"/>
                  <a:pt x="562286" y="74124"/>
                </a:cubicBezTo>
                <a:cubicBezTo>
                  <a:pt x="558523" y="74124"/>
                  <a:pt x="555257" y="72917"/>
                  <a:pt x="552488" y="70503"/>
                </a:cubicBezTo>
                <a:cubicBezTo>
                  <a:pt x="549719" y="68089"/>
                  <a:pt x="548086" y="66740"/>
                  <a:pt x="547589" y="66456"/>
                </a:cubicBezTo>
                <a:cubicBezTo>
                  <a:pt x="546879" y="66030"/>
                  <a:pt x="546062" y="65817"/>
                  <a:pt x="545139" y="65817"/>
                </a:cubicBezTo>
                <a:cubicBezTo>
                  <a:pt x="543080" y="65817"/>
                  <a:pt x="541128" y="66598"/>
                  <a:pt x="539282" y="68160"/>
                </a:cubicBezTo>
                <a:cubicBezTo>
                  <a:pt x="536371" y="70574"/>
                  <a:pt x="534170" y="74018"/>
                  <a:pt x="532679" y="78491"/>
                </a:cubicBezTo>
                <a:cubicBezTo>
                  <a:pt x="530407" y="85378"/>
                  <a:pt x="529271" y="92975"/>
                  <a:pt x="529271" y="101282"/>
                </a:cubicBezTo>
                <a:lnTo>
                  <a:pt x="529271" y="124179"/>
                </a:lnTo>
                <a:lnTo>
                  <a:pt x="529377" y="130143"/>
                </a:lnTo>
                <a:cubicBezTo>
                  <a:pt x="529377" y="134190"/>
                  <a:pt x="529626" y="136782"/>
                  <a:pt x="530123" y="137918"/>
                </a:cubicBezTo>
                <a:cubicBezTo>
                  <a:pt x="530975" y="139835"/>
                  <a:pt x="532235" y="141237"/>
                  <a:pt x="533904" y="142125"/>
                </a:cubicBezTo>
                <a:cubicBezTo>
                  <a:pt x="535572" y="143012"/>
                  <a:pt x="538394" y="143562"/>
                  <a:pt x="542370" y="143775"/>
                </a:cubicBezTo>
                <a:lnTo>
                  <a:pt x="542370" y="147609"/>
                </a:lnTo>
                <a:lnTo>
                  <a:pt x="488588" y="147609"/>
                </a:lnTo>
                <a:lnTo>
                  <a:pt x="488588" y="143775"/>
                </a:lnTo>
                <a:cubicBezTo>
                  <a:pt x="492919" y="143420"/>
                  <a:pt x="495847" y="142231"/>
                  <a:pt x="497374" y="140208"/>
                </a:cubicBezTo>
                <a:cubicBezTo>
                  <a:pt x="498900" y="138184"/>
                  <a:pt x="499664" y="132841"/>
                  <a:pt x="499664" y="124179"/>
                </a:cubicBezTo>
                <a:lnTo>
                  <a:pt x="499664" y="69012"/>
                </a:lnTo>
                <a:cubicBezTo>
                  <a:pt x="499664" y="63297"/>
                  <a:pt x="499380" y="59653"/>
                  <a:pt x="498812" y="58083"/>
                </a:cubicBezTo>
                <a:cubicBezTo>
                  <a:pt x="498102" y="56081"/>
                  <a:pt x="497072" y="54617"/>
                  <a:pt x="495723" y="53689"/>
                </a:cubicBezTo>
                <a:cubicBezTo>
                  <a:pt x="494374" y="52760"/>
                  <a:pt x="491996" y="52116"/>
                  <a:pt x="488588" y="51759"/>
                </a:cubicBezTo>
                <a:lnTo>
                  <a:pt x="488588" y="47925"/>
                </a:lnTo>
                <a:lnTo>
                  <a:pt x="529271" y="47925"/>
                </a:lnTo>
                <a:close/>
                <a:moveTo>
                  <a:pt x="624302" y="11289"/>
                </a:moveTo>
                <a:lnTo>
                  <a:pt x="624302" y="47925"/>
                </a:lnTo>
                <a:lnTo>
                  <a:pt x="647945" y="47925"/>
                </a:lnTo>
                <a:lnTo>
                  <a:pt x="647945" y="58362"/>
                </a:lnTo>
                <a:lnTo>
                  <a:pt x="624302" y="58362"/>
                </a:lnTo>
                <a:lnTo>
                  <a:pt x="624302" y="119979"/>
                </a:lnTo>
                <a:cubicBezTo>
                  <a:pt x="624302" y="125746"/>
                  <a:pt x="624568" y="129466"/>
                  <a:pt x="625101" y="131139"/>
                </a:cubicBezTo>
                <a:cubicBezTo>
                  <a:pt x="625633" y="132811"/>
                  <a:pt x="626574" y="134165"/>
                  <a:pt x="627923" y="135199"/>
                </a:cubicBezTo>
                <a:cubicBezTo>
                  <a:pt x="629272" y="136231"/>
                  <a:pt x="630515" y="136746"/>
                  <a:pt x="631651" y="136746"/>
                </a:cubicBezTo>
                <a:cubicBezTo>
                  <a:pt x="636266" y="136746"/>
                  <a:pt x="640632" y="133196"/>
                  <a:pt x="644750" y="126096"/>
                </a:cubicBezTo>
                <a:lnTo>
                  <a:pt x="647945" y="128463"/>
                </a:lnTo>
                <a:cubicBezTo>
                  <a:pt x="642194" y="142221"/>
                  <a:pt x="632858" y="149100"/>
                  <a:pt x="619936" y="149100"/>
                </a:cubicBezTo>
                <a:cubicBezTo>
                  <a:pt x="613617" y="149100"/>
                  <a:pt x="608274" y="147338"/>
                  <a:pt x="603907" y="143812"/>
                </a:cubicBezTo>
                <a:cubicBezTo>
                  <a:pt x="599541" y="140284"/>
                  <a:pt x="596754" y="136347"/>
                  <a:pt x="595547" y="132001"/>
                </a:cubicBezTo>
                <a:cubicBezTo>
                  <a:pt x="594837" y="129578"/>
                  <a:pt x="594482" y="123022"/>
                  <a:pt x="594482" y="112335"/>
                </a:cubicBezTo>
                <a:lnTo>
                  <a:pt x="594482" y="58362"/>
                </a:lnTo>
                <a:lnTo>
                  <a:pt x="581489" y="58362"/>
                </a:lnTo>
                <a:lnTo>
                  <a:pt x="581489" y="54625"/>
                </a:lnTo>
                <a:cubicBezTo>
                  <a:pt x="590435" y="48292"/>
                  <a:pt x="598050" y="41639"/>
                  <a:pt x="604333" y="34666"/>
                </a:cubicBezTo>
                <a:cubicBezTo>
                  <a:pt x="610617" y="27692"/>
                  <a:pt x="616102" y="19900"/>
                  <a:pt x="620788" y="11289"/>
                </a:cubicBezTo>
                <a:lnTo>
                  <a:pt x="624302" y="11289"/>
                </a:lnTo>
                <a:close/>
                <a:moveTo>
                  <a:pt x="855086" y="0"/>
                </a:moveTo>
                <a:lnTo>
                  <a:pt x="855086" y="50907"/>
                </a:lnTo>
                <a:lnTo>
                  <a:pt x="851145" y="50907"/>
                </a:lnTo>
                <a:cubicBezTo>
                  <a:pt x="846388" y="37060"/>
                  <a:pt x="839253" y="26534"/>
                  <a:pt x="829739" y="19330"/>
                </a:cubicBezTo>
                <a:cubicBezTo>
                  <a:pt x="820225" y="12123"/>
                  <a:pt x="809823" y="8520"/>
                  <a:pt x="798534" y="8520"/>
                </a:cubicBezTo>
                <a:cubicBezTo>
                  <a:pt x="787742" y="8520"/>
                  <a:pt x="778761" y="11543"/>
                  <a:pt x="771590" y="17589"/>
                </a:cubicBezTo>
                <a:cubicBezTo>
                  <a:pt x="764419" y="23635"/>
                  <a:pt x="759342" y="32069"/>
                  <a:pt x="756360" y="42890"/>
                </a:cubicBezTo>
                <a:cubicBezTo>
                  <a:pt x="753378" y="53711"/>
                  <a:pt x="751887" y="64813"/>
                  <a:pt x="751887" y="76198"/>
                </a:cubicBezTo>
                <a:cubicBezTo>
                  <a:pt x="751887" y="89989"/>
                  <a:pt x="753520" y="102083"/>
                  <a:pt x="756786" y="112478"/>
                </a:cubicBezTo>
                <a:cubicBezTo>
                  <a:pt x="760052" y="122873"/>
                  <a:pt x="765324" y="130511"/>
                  <a:pt x="772601" y="135392"/>
                </a:cubicBezTo>
                <a:cubicBezTo>
                  <a:pt x="779879" y="140271"/>
                  <a:pt x="788523" y="142710"/>
                  <a:pt x="798534" y="142710"/>
                </a:cubicBezTo>
                <a:cubicBezTo>
                  <a:pt x="802013" y="142710"/>
                  <a:pt x="805581" y="142339"/>
                  <a:pt x="809238" y="141596"/>
                </a:cubicBezTo>
                <a:cubicBezTo>
                  <a:pt x="812894" y="140850"/>
                  <a:pt x="816639" y="139768"/>
                  <a:pt x="820473" y="138351"/>
                </a:cubicBezTo>
                <a:lnTo>
                  <a:pt x="820473" y="108417"/>
                </a:lnTo>
                <a:cubicBezTo>
                  <a:pt x="820473" y="102702"/>
                  <a:pt x="820083" y="99005"/>
                  <a:pt x="819302" y="97328"/>
                </a:cubicBezTo>
                <a:cubicBezTo>
                  <a:pt x="818521" y="95648"/>
                  <a:pt x="816906" y="94131"/>
                  <a:pt x="814456" y="92775"/>
                </a:cubicBezTo>
                <a:cubicBezTo>
                  <a:pt x="812007" y="91417"/>
                  <a:pt x="809042" y="90738"/>
                  <a:pt x="805563" y="90738"/>
                </a:cubicBezTo>
                <a:lnTo>
                  <a:pt x="801836" y="90738"/>
                </a:lnTo>
                <a:lnTo>
                  <a:pt x="801836" y="86904"/>
                </a:lnTo>
                <a:lnTo>
                  <a:pt x="872020" y="86904"/>
                </a:lnTo>
                <a:lnTo>
                  <a:pt x="872020" y="90738"/>
                </a:lnTo>
                <a:cubicBezTo>
                  <a:pt x="866695" y="91096"/>
                  <a:pt x="862985" y="91828"/>
                  <a:pt x="860890" y="92935"/>
                </a:cubicBezTo>
                <a:cubicBezTo>
                  <a:pt x="858796" y="94042"/>
                  <a:pt x="857180" y="95881"/>
                  <a:pt x="856044" y="98453"/>
                </a:cubicBezTo>
                <a:cubicBezTo>
                  <a:pt x="855405" y="99811"/>
                  <a:pt x="855086" y="103132"/>
                  <a:pt x="855086" y="108417"/>
                </a:cubicBezTo>
                <a:lnTo>
                  <a:pt x="855086" y="138351"/>
                </a:lnTo>
                <a:cubicBezTo>
                  <a:pt x="845856" y="142466"/>
                  <a:pt x="836253" y="145570"/>
                  <a:pt x="826278" y="147663"/>
                </a:cubicBezTo>
                <a:cubicBezTo>
                  <a:pt x="816302" y="149757"/>
                  <a:pt x="805954" y="150804"/>
                  <a:pt x="795233" y="150804"/>
                </a:cubicBezTo>
                <a:cubicBezTo>
                  <a:pt x="781530" y="150804"/>
                  <a:pt x="770152" y="148946"/>
                  <a:pt x="761099" y="145230"/>
                </a:cubicBezTo>
                <a:cubicBezTo>
                  <a:pt x="752047" y="141511"/>
                  <a:pt x="744059" y="136626"/>
                  <a:pt x="737137" y="130573"/>
                </a:cubicBezTo>
                <a:cubicBezTo>
                  <a:pt x="730214" y="124520"/>
                  <a:pt x="724801" y="117706"/>
                  <a:pt x="720896" y="110131"/>
                </a:cubicBezTo>
                <a:cubicBezTo>
                  <a:pt x="715926" y="100360"/>
                  <a:pt x="713441" y="89420"/>
                  <a:pt x="713441" y="77313"/>
                </a:cubicBezTo>
                <a:cubicBezTo>
                  <a:pt x="713441" y="55649"/>
                  <a:pt x="721073" y="37347"/>
                  <a:pt x="736338" y="22408"/>
                </a:cubicBezTo>
                <a:cubicBezTo>
                  <a:pt x="751603" y="7469"/>
                  <a:pt x="770809" y="0"/>
                  <a:pt x="793955" y="0"/>
                </a:cubicBezTo>
                <a:cubicBezTo>
                  <a:pt x="801126" y="0"/>
                  <a:pt x="807587" y="574"/>
                  <a:pt x="813338" y="1721"/>
                </a:cubicBezTo>
                <a:cubicBezTo>
                  <a:pt x="816462" y="2295"/>
                  <a:pt x="821521" y="3927"/>
                  <a:pt x="828514" y="6616"/>
                </a:cubicBezTo>
                <a:cubicBezTo>
                  <a:pt x="835508" y="9305"/>
                  <a:pt x="839643" y="10650"/>
                  <a:pt x="840921" y="10650"/>
                </a:cubicBezTo>
                <a:cubicBezTo>
                  <a:pt x="842909" y="10650"/>
                  <a:pt x="844755" y="9908"/>
                  <a:pt x="846459" y="8424"/>
                </a:cubicBezTo>
                <a:cubicBezTo>
                  <a:pt x="848163" y="6937"/>
                  <a:pt x="849725" y="4129"/>
                  <a:pt x="851145" y="0"/>
                </a:cubicBezTo>
                <a:lnTo>
                  <a:pt x="855086" y="0"/>
                </a:lnTo>
                <a:close/>
                <a:moveTo>
                  <a:pt x="965990" y="94146"/>
                </a:moveTo>
                <a:lnTo>
                  <a:pt x="911355" y="94146"/>
                </a:lnTo>
                <a:cubicBezTo>
                  <a:pt x="911994" y="107388"/>
                  <a:pt x="915509" y="117853"/>
                  <a:pt x="921899" y="125541"/>
                </a:cubicBezTo>
                <a:cubicBezTo>
                  <a:pt x="926798" y="131449"/>
                  <a:pt x="932691" y="134403"/>
                  <a:pt x="939578" y="134403"/>
                </a:cubicBezTo>
                <a:cubicBezTo>
                  <a:pt x="943838" y="134403"/>
                  <a:pt x="947707" y="133214"/>
                  <a:pt x="951186" y="130836"/>
                </a:cubicBezTo>
                <a:cubicBezTo>
                  <a:pt x="954665" y="128457"/>
                  <a:pt x="958393" y="124179"/>
                  <a:pt x="962369" y="118002"/>
                </a:cubicBezTo>
                <a:lnTo>
                  <a:pt x="965990" y="120345"/>
                </a:lnTo>
                <a:cubicBezTo>
                  <a:pt x="960594" y="131350"/>
                  <a:pt x="954630" y="139143"/>
                  <a:pt x="948098" y="143722"/>
                </a:cubicBezTo>
                <a:cubicBezTo>
                  <a:pt x="941566" y="148302"/>
                  <a:pt x="934004" y="150591"/>
                  <a:pt x="925413" y="150591"/>
                </a:cubicBezTo>
                <a:cubicBezTo>
                  <a:pt x="910645" y="150591"/>
                  <a:pt x="899463" y="144906"/>
                  <a:pt x="891866" y="133535"/>
                </a:cubicBezTo>
                <a:cubicBezTo>
                  <a:pt x="885760" y="124367"/>
                  <a:pt x="882707" y="112996"/>
                  <a:pt x="882707" y="99421"/>
                </a:cubicBezTo>
                <a:cubicBezTo>
                  <a:pt x="882707" y="82790"/>
                  <a:pt x="887197" y="69552"/>
                  <a:pt x="896179" y="59710"/>
                </a:cubicBezTo>
                <a:cubicBezTo>
                  <a:pt x="905160" y="49865"/>
                  <a:pt x="915686" y="44943"/>
                  <a:pt x="927756" y="44943"/>
                </a:cubicBezTo>
                <a:cubicBezTo>
                  <a:pt x="937838" y="44943"/>
                  <a:pt x="946589" y="49079"/>
                  <a:pt x="954009" y="57350"/>
                </a:cubicBezTo>
                <a:cubicBezTo>
                  <a:pt x="961428" y="65622"/>
                  <a:pt x="965422" y="77887"/>
                  <a:pt x="965990" y="94146"/>
                </a:cubicBezTo>
                <a:moveTo>
                  <a:pt x="939791" y="87117"/>
                </a:moveTo>
                <a:cubicBezTo>
                  <a:pt x="939791" y="75686"/>
                  <a:pt x="939170" y="67841"/>
                  <a:pt x="937927" y="63581"/>
                </a:cubicBezTo>
                <a:cubicBezTo>
                  <a:pt x="936685" y="59321"/>
                  <a:pt x="934750" y="56090"/>
                  <a:pt x="932123" y="53889"/>
                </a:cubicBezTo>
                <a:cubicBezTo>
                  <a:pt x="930632" y="52611"/>
                  <a:pt x="928644" y="51972"/>
                  <a:pt x="926159" y="51972"/>
                </a:cubicBezTo>
                <a:cubicBezTo>
                  <a:pt x="922467" y="51972"/>
                  <a:pt x="919449" y="53783"/>
                  <a:pt x="917106" y="57404"/>
                </a:cubicBezTo>
                <a:cubicBezTo>
                  <a:pt x="912917" y="63723"/>
                  <a:pt x="910823" y="72385"/>
                  <a:pt x="910823" y="83390"/>
                </a:cubicBezTo>
                <a:lnTo>
                  <a:pt x="910823" y="87117"/>
                </a:lnTo>
                <a:lnTo>
                  <a:pt x="939791" y="87117"/>
                </a:lnTo>
                <a:close/>
                <a:moveTo>
                  <a:pt x="1019168" y="47925"/>
                </a:moveTo>
                <a:lnTo>
                  <a:pt x="1019168" y="60918"/>
                </a:lnTo>
                <a:cubicBezTo>
                  <a:pt x="1024280" y="55342"/>
                  <a:pt x="1029179" y="51287"/>
                  <a:pt x="1033865" y="48751"/>
                </a:cubicBezTo>
                <a:cubicBezTo>
                  <a:pt x="1038551" y="46212"/>
                  <a:pt x="1043592" y="44943"/>
                  <a:pt x="1048988" y="44943"/>
                </a:cubicBezTo>
                <a:cubicBezTo>
                  <a:pt x="1055449" y="44943"/>
                  <a:pt x="1060810" y="46738"/>
                  <a:pt x="1065070" y="50328"/>
                </a:cubicBezTo>
                <a:cubicBezTo>
                  <a:pt x="1069330" y="53918"/>
                  <a:pt x="1072170" y="58379"/>
                  <a:pt x="1073590" y="63710"/>
                </a:cubicBezTo>
                <a:cubicBezTo>
                  <a:pt x="1074726" y="67764"/>
                  <a:pt x="1075294" y="75550"/>
                  <a:pt x="1075294" y="87067"/>
                </a:cubicBezTo>
                <a:lnTo>
                  <a:pt x="1075294" y="125883"/>
                </a:lnTo>
                <a:cubicBezTo>
                  <a:pt x="1075294" y="133551"/>
                  <a:pt x="1075986" y="138326"/>
                  <a:pt x="1077370" y="140208"/>
                </a:cubicBezTo>
                <a:cubicBezTo>
                  <a:pt x="1078755" y="142089"/>
                  <a:pt x="1081648" y="143278"/>
                  <a:pt x="1086050" y="143775"/>
                </a:cubicBezTo>
                <a:lnTo>
                  <a:pt x="1086050" y="147609"/>
                </a:lnTo>
                <a:lnTo>
                  <a:pt x="1035676" y="147609"/>
                </a:lnTo>
                <a:lnTo>
                  <a:pt x="1035676" y="143775"/>
                </a:lnTo>
                <a:cubicBezTo>
                  <a:pt x="1039439" y="143278"/>
                  <a:pt x="1042137" y="141716"/>
                  <a:pt x="1043770" y="139089"/>
                </a:cubicBezTo>
                <a:cubicBezTo>
                  <a:pt x="1044906" y="137314"/>
                  <a:pt x="1045474" y="132912"/>
                  <a:pt x="1045474" y="125883"/>
                </a:cubicBezTo>
                <a:lnTo>
                  <a:pt x="1045474" y="81579"/>
                </a:lnTo>
                <a:cubicBezTo>
                  <a:pt x="1045474" y="73414"/>
                  <a:pt x="1045154" y="68267"/>
                  <a:pt x="1044515" y="66137"/>
                </a:cubicBezTo>
                <a:cubicBezTo>
                  <a:pt x="1043876" y="64007"/>
                  <a:pt x="1042793" y="62356"/>
                  <a:pt x="1041267" y="61184"/>
                </a:cubicBezTo>
                <a:cubicBezTo>
                  <a:pt x="1039740" y="60013"/>
                  <a:pt x="1038054" y="59427"/>
                  <a:pt x="1036208" y="59427"/>
                </a:cubicBezTo>
                <a:cubicBezTo>
                  <a:pt x="1030102" y="59427"/>
                  <a:pt x="1024422" y="63829"/>
                  <a:pt x="1019168" y="72633"/>
                </a:cubicBezTo>
                <a:lnTo>
                  <a:pt x="1019168" y="125883"/>
                </a:lnTo>
                <a:cubicBezTo>
                  <a:pt x="1019168" y="133338"/>
                  <a:pt x="1019860" y="138060"/>
                  <a:pt x="1021245" y="140048"/>
                </a:cubicBezTo>
                <a:cubicBezTo>
                  <a:pt x="1022629" y="142036"/>
                  <a:pt x="1025203" y="143278"/>
                  <a:pt x="1028966" y="143775"/>
                </a:cubicBezTo>
                <a:lnTo>
                  <a:pt x="1028966" y="147609"/>
                </a:lnTo>
                <a:lnTo>
                  <a:pt x="978591" y="147609"/>
                </a:lnTo>
                <a:lnTo>
                  <a:pt x="978591" y="143775"/>
                </a:lnTo>
                <a:cubicBezTo>
                  <a:pt x="982780" y="143349"/>
                  <a:pt x="985762" y="142000"/>
                  <a:pt x="987537" y="139728"/>
                </a:cubicBezTo>
                <a:cubicBezTo>
                  <a:pt x="988744" y="138166"/>
                  <a:pt x="989348" y="133551"/>
                  <a:pt x="989348" y="125883"/>
                </a:cubicBezTo>
                <a:lnTo>
                  <a:pt x="989348" y="69651"/>
                </a:lnTo>
                <a:cubicBezTo>
                  <a:pt x="989348" y="62034"/>
                  <a:pt x="988656" y="57292"/>
                  <a:pt x="987271" y="55423"/>
                </a:cubicBezTo>
                <a:cubicBezTo>
                  <a:pt x="985887" y="53555"/>
                  <a:pt x="982993" y="52334"/>
                  <a:pt x="978591" y="51759"/>
                </a:cubicBezTo>
                <a:lnTo>
                  <a:pt x="978591" y="47925"/>
                </a:lnTo>
                <a:lnTo>
                  <a:pt x="1019168" y="47925"/>
                </a:lnTo>
                <a:close/>
                <a:moveTo>
                  <a:pt x="1184103" y="94146"/>
                </a:moveTo>
                <a:lnTo>
                  <a:pt x="1129468" y="94146"/>
                </a:lnTo>
                <a:cubicBezTo>
                  <a:pt x="1130107" y="107388"/>
                  <a:pt x="1133621" y="117853"/>
                  <a:pt x="1140011" y="125541"/>
                </a:cubicBezTo>
                <a:cubicBezTo>
                  <a:pt x="1144910" y="131449"/>
                  <a:pt x="1150803" y="134403"/>
                  <a:pt x="1157690" y="134403"/>
                </a:cubicBezTo>
                <a:cubicBezTo>
                  <a:pt x="1161950" y="134403"/>
                  <a:pt x="1165820" y="133214"/>
                  <a:pt x="1169299" y="130836"/>
                </a:cubicBezTo>
                <a:cubicBezTo>
                  <a:pt x="1172778" y="128457"/>
                  <a:pt x="1176506" y="124179"/>
                  <a:pt x="1180482" y="118002"/>
                </a:cubicBezTo>
                <a:lnTo>
                  <a:pt x="1184103" y="120345"/>
                </a:lnTo>
                <a:cubicBezTo>
                  <a:pt x="1178707" y="131350"/>
                  <a:pt x="1172742" y="139143"/>
                  <a:pt x="1166210" y="143722"/>
                </a:cubicBezTo>
                <a:cubicBezTo>
                  <a:pt x="1159678" y="148302"/>
                  <a:pt x="1152117" y="150591"/>
                  <a:pt x="1143526" y="150591"/>
                </a:cubicBezTo>
                <a:cubicBezTo>
                  <a:pt x="1128758" y="150591"/>
                  <a:pt x="1117575" y="144906"/>
                  <a:pt x="1109978" y="133535"/>
                </a:cubicBezTo>
                <a:cubicBezTo>
                  <a:pt x="1103872" y="124367"/>
                  <a:pt x="1100819" y="112996"/>
                  <a:pt x="1100819" y="99421"/>
                </a:cubicBezTo>
                <a:cubicBezTo>
                  <a:pt x="1100819" y="82790"/>
                  <a:pt x="1105310" y="69552"/>
                  <a:pt x="1114292" y="59710"/>
                </a:cubicBezTo>
                <a:cubicBezTo>
                  <a:pt x="1123273" y="49865"/>
                  <a:pt x="1133799" y="44943"/>
                  <a:pt x="1145869" y="44943"/>
                </a:cubicBezTo>
                <a:cubicBezTo>
                  <a:pt x="1155951" y="44943"/>
                  <a:pt x="1164702" y="49079"/>
                  <a:pt x="1172121" y="57350"/>
                </a:cubicBezTo>
                <a:cubicBezTo>
                  <a:pt x="1179541" y="65622"/>
                  <a:pt x="1183535" y="77887"/>
                  <a:pt x="1184103" y="94146"/>
                </a:cubicBezTo>
                <a:moveTo>
                  <a:pt x="1157903" y="87117"/>
                </a:moveTo>
                <a:cubicBezTo>
                  <a:pt x="1157903" y="75686"/>
                  <a:pt x="1157282" y="67841"/>
                  <a:pt x="1156040" y="63581"/>
                </a:cubicBezTo>
                <a:cubicBezTo>
                  <a:pt x="1154797" y="59321"/>
                  <a:pt x="1152862" y="56090"/>
                  <a:pt x="1150235" y="53889"/>
                </a:cubicBezTo>
                <a:cubicBezTo>
                  <a:pt x="1148744" y="52611"/>
                  <a:pt x="1146756" y="51972"/>
                  <a:pt x="1144271" y="51972"/>
                </a:cubicBezTo>
                <a:cubicBezTo>
                  <a:pt x="1140579" y="51972"/>
                  <a:pt x="1137562" y="53783"/>
                  <a:pt x="1135219" y="57404"/>
                </a:cubicBezTo>
                <a:cubicBezTo>
                  <a:pt x="1131030" y="63723"/>
                  <a:pt x="1128935" y="72385"/>
                  <a:pt x="1128935" y="83390"/>
                </a:cubicBezTo>
                <a:lnTo>
                  <a:pt x="1128935" y="87117"/>
                </a:lnTo>
                <a:lnTo>
                  <a:pt x="1157903" y="87117"/>
                </a:lnTo>
                <a:close/>
                <a:moveTo>
                  <a:pt x="1237918" y="47925"/>
                </a:moveTo>
                <a:lnTo>
                  <a:pt x="1237918" y="70503"/>
                </a:lnTo>
                <a:cubicBezTo>
                  <a:pt x="1244521" y="60208"/>
                  <a:pt x="1250308" y="53374"/>
                  <a:pt x="1255278" y="50002"/>
                </a:cubicBezTo>
                <a:cubicBezTo>
                  <a:pt x="1260248" y="46629"/>
                  <a:pt x="1265040" y="44943"/>
                  <a:pt x="1269655" y="44943"/>
                </a:cubicBezTo>
                <a:cubicBezTo>
                  <a:pt x="1273631" y="44943"/>
                  <a:pt x="1276809" y="46172"/>
                  <a:pt x="1279187" y="48631"/>
                </a:cubicBezTo>
                <a:cubicBezTo>
                  <a:pt x="1281566" y="51089"/>
                  <a:pt x="1282755" y="54563"/>
                  <a:pt x="1282755" y="59051"/>
                </a:cubicBezTo>
                <a:cubicBezTo>
                  <a:pt x="1282755" y="63826"/>
                  <a:pt x="1281601" y="67532"/>
                  <a:pt x="1279294" y="70170"/>
                </a:cubicBezTo>
                <a:cubicBezTo>
                  <a:pt x="1276986" y="72806"/>
                  <a:pt x="1274199" y="74124"/>
                  <a:pt x="1270933" y="74124"/>
                </a:cubicBezTo>
                <a:cubicBezTo>
                  <a:pt x="1267170" y="74124"/>
                  <a:pt x="1263904" y="72917"/>
                  <a:pt x="1261135" y="70503"/>
                </a:cubicBezTo>
                <a:cubicBezTo>
                  <a:pt x="1258366" y="68089"/>
                  <a:pt x="1256733" y="66740"/>
                  <a:pt x="1256236" y="66456"/>
                </a:cubicBezTo>
                <a:cubicBezTo>
                  <a:pt x="1255526" y="66030"/>
                  <a:pt x="1254710" y="65817"/>
                  <a:pt x="1253787" y="65817"/>
                </a:cubicBezTo>
                <a:cubicBezTo>
                  <a:pt x="1251728" y="65817"/>
                  <a:pt x="1249775" y="66598"/>
                  <a:pt x="1247929" y="68160"/>
                </a:cubicBezTo>
                <a:cubicBezTo>
                  <a:pt x="1245018" y="70574"/>
                  <a:pt x="1242817" y="74018"/>
                  <a:pt x="1241326" y="78491"/>
                </a:cubicBezTo>
                <a:cubicBezTo>
                  <a:pt x="1239054" y="85378"/>
                  <a:pt x="1237918" y="92975"/>
                  <a:pt x="1237918" y="101282"/>
                </a:cubicBezTo>
                <a:lnTo>
                  <a:pt x="1237918" y="124179"/>
                </a:lnTo>
                <a:lnTo>
                  <a:pt x="1238025" y="130143"/>
                </a:lnTo>
                <a:cubicBezTo>
                  <a:pt x="1238025" y="134190"/>
                  <a:pt x="1238273" y="136782"/>
                  <a:pt x="1238770" y="137918"/>
                </a:cubicBezTo>
                <a:cubicBezTo>
                  <a:pt x="1239622" y="139835"/>
                  <a:pt x="1240882" y="141237"/>
                  <a:pt x="1242551" y="142125"/>
                </a:cubicBezTo>
                <a:cubicBezTo>
                  <a:pt x="1244219" y="143012"/>
                  <a:pt x="1247042" y="143562"/>
                  <a:pt x="1251018" y="143775"/>
                </a:cubicBezTo>
                <a:lnTo>
                  <a:pt x="1251018" y="147609"/>
                </a:lnTo>
                <a:lnTo>
                  <a:pt x="1197235" y="147609"/>
                </a:lnTo>
                <a:lnTo>
                  <a:pt x="1197235" y="143775"/>
                </a:lnTo>
                <a:cubicBezTo>
                  <a:pt x="1201566" y="143420"/>
                  <a:pt x="1204495" y="142231"/>
                  <a:pt x="1206021" y="140208"/>
                </a:cubicBezTo>
                <a:cubicBezTo>
                  <a:pt x="1207548" y="138184"/>
                  <a:pt x="1208311" y="132841"/>
                  <a:pt x="1208311" y="124179"/>
                </a:cubicBezTo>
                <a:lnTo>
                  <a:pt x="1208311" y="69012"/>
                </a:lnTo>
                <a:cubicBezTo>
                  <a:pt x="1208311" y="63297"/>
                  <a:pt x="1208027" y="59653"/>
                  <a:pt x="1207459" y="58083"/>
                </a:cubicBezTo>
                <a:cubicBezTo>
                  <a:pt x="1206749" y="56081"/>
                  <a:pt x="1205720" y="54617"/>
                  <a:pt x="1204371" y="53689"/>
                </a:cubicBezTo>
                <a:cubicBezTo>
                  <a:pt x="1203022" y="52760"/>
                  <a:pt x="1200643" y="52116"/>
                  <a:pt x="1197235" y="51759"/>
                </a:cubicBezTo>
                <a:lnTo>
                  <a:pt x="1197235" y="47925"/>
                </a:lnTo>
                <a:lnTo>
                  <a:pt x="1237918" y="47925"/>
                </a:lnTo>
                <a:close/>
                <a:moveTo>
                  <a:pt x="1348394" y="132912"/>
                </a:moveTo>
                <a:cubicBezTo>
                  <a:pt x="1336253" y="143704"/>
                  <a:pt x="1325354" y="149100"/>
                  <a:pt x="1315698" y="149100"/>
                </a:cubicBezTo>
                <a:cubicBezTo>
                  <a:pt x="1310018" y="149100"/>
                  <a:pt x="1305297" y="147231"/>
                  <a:pt x="1301534" y="143493"/>
                </a:cubicBezTo>
                <a:cubicBezTo>
                  <a:pt x="1297771" y="139752"/>
                  <a:pt x="1295889" y="135068"/>
                  <a:pt x="1295889" y="129441"/>
                </a:cubicBezTo>
                <a:cubicBezTo>
                  <a:pt x="1295889" y="121818"/>
                  <a:pt x="1299155" y="114960"/>
                  <a:pt x="1305687" y="108870"/>
                </a:cubicBezTo>
                <a:cubicBezTo>
                  <a:pt x="1312219" y="102779"/>
                  <a:pt x="1326455" y="94677"/>
                  <a:pt x="1348394" y="84561"/>
                </a:cubicBezTo>
                <a:lnTo>
                  <a:pt x="1348394" y="74550"/>
                </a:lnTo>
                <a:cubicBezTo>
                  <a:pt x="1348394" y="67024"/>
                  <a:pt x="1347986" y="62285"/>
                  <a:pt x="1347169" y="60332"/>
                </a:cubicBezTo>
                <a:cubicBezTo>
                  <a:pt x="1346353" y="58380"/>
                  <a:pt x="1344808" y="56676"/>
                  <a:pt x="1342536" y="55220"/>
                </a:cubicBezTo>
                <a:cubicBezTo>
                  <a:pt x="1340264" y="53765"/>
                  <a:pt x="1337708" y="53037"/>
                  <a:pt x="1334868" y="53037"/>
                </a:cubicBezTo>
                <a:cubicBezTo>
                  <a:pt x="1330253" y="53037"/>
                  <a:pt x="1326455" y="54067"/>
                  <a:pt x="1323473" y="56126"/>
                </a:cubicBezTo>
                <a:cubicBezTo>
                  <a:pt x="1321627" y="57404"/>
                  <a:pt x="1320704" y="58895"/>
                  <a:pt x="1320704" y="60599"/>
                </a:cubicBezTo>
                <a:cubicBezTo>
                  <a:pt x="1320704" y="62090"/>
                  <a:pt x="1321698" y="63936"/>
                  <a:pt x="1323686" y="66137"/>
                </a:cubicBezTo>
                <a:cubicBezTo>
                  <a:pt x="1326384" y="69190"/>
                  <a:pt x="1327733" y="72136"/>
                  <a:pt x="1327733" y="74976"/>
                </a:cubicBezTo>
                <a:cubicBezTo>
                  <a:pt x="1327733" y="78455"/>
                  <a:pt x="1326437" y="81419"/>
                  <a:pt x="1323845" y="83869"/>
                </a:cubicBezTo>
                <a:cubicBezTo>
                  <a:pt x="1321254" y="86319"/>
                  <a:pt x="1317864" y="87543"/>
                  <a:pt x="1313675" y="87543"/>
                </a:cubicBezTo>
                <a:cubicBezTo>
                  <a:pt x="1309202" y="87543"/>
                  <a:pt x="1305456" y="86194"/>
                  <a:pt x="1302439" y="83496"/>
                </a:cubicBezTo>
                <a:cubicBezTo>
                  <a:pt x="1299421" y="80798"/>
                  <a:pt x="1297913" y="77639"/>
                  <a:pt x="1297913" y="74018"/>
                </a:cubicBezTo>
                <a:cubicBezTo>
                  <a:pt x="1297913" y="68906"/>
                  <a:pt x="1299936" y="64024"/>
                  <a:pt x="1303983" y="59374"/>
                </a:cubicBezTo>
                <a:cubicBezTo>
                  <a:pt x="1308030" y="54723"/>
                  <a:pt x="1313675" y="51156"/>
                  <a:pt x="1320917" y="48671"/>
                </a:cubicBezTo>
                <a:cubicBezTo>
                  <a:pt x="1328159" y="46186"/>
                  <a:pt x="1335685" y="44943"/>
                  <a:pt x="1343495" y="44943"/>
                </a:cubicBezTo>
                <a:cubicBezTo>
                  <a:pt x="1352938" y="44943"/>
                  <a:pt x="1360411" y="46954"/>
                  <a:pt x="1365913" y="50977"/>
                </a:cubicBezTo>
                <a:cubicBezTo>
                  <a:pt x="1371416" y="54997"/>
                  <a:pt x="1374983" y="59356"/>
                  <a:pt x="1376616" y="64053"/>
                </a:cubicBezTo>
                <a:cubicBezTo>
                  <a:pt x="1377610" y="67042"/>
                  <a:pt x="1378107" y="73909"/>
                  <a:pt x="1378107" y="84654"/>
                </a:cubicBezTo>
                <a:lnTo>
                  <a:pt x="1378107" y="123404"/>
                </a:lnTo>
                <a:cubicBezTo>
                  <a:pt x="1378107" y="127959"/>
                  <a:pt x="1378285" y="130825"/>
                  <a:pt x="1378640" y="132001"/>
                </a:cubicBezTo>
                <a:cubicBezTo>
                  <a:pt x="1378995" y="133174"/>
                  <a:pt x="1379527" y="134046"/>
                  <a:pt x="1380237" y="134616"/>
                </a:cubicBezTo>
                <a:cubicBezTo>
                  <a:pt x="1380947" y="135184"/>
                  <a:pt x="1381764" y="135468"/>
                  <a:pt x="1382687" y="135468"/>
                </a:cubicBezTo>
                <a:cubicBezTo>
                  <a:pt x="1384533" y="135468"/>
                  <a:pt x="1386414" y="134155"/>
                  <a:pt x="1388331" y="131528"/>
                </a:cubicBezTo>
                <a:lnTo>
                  <a:pt x="1391526" y="134084"/>
                </a:lnTo>
                <a:cubicBezTo>
                  <a:pt x="1387976" y="139338"/>
                  <a:pt x="1384302" y="143154"/>
                  <a:pt x="1380504" y="145533"/>
                </a:cubicBezTo>
                <a:cubicBezTo>
                  <a:pt x="1376705" y="147911"/>
                  <a:pt x="1372392" y="149100"/>
                  <a:pt x="1367564" y="149100"/>
                </a:cubicBezTo>
                <a:cubicBezTo>
                  <a:pt x="1361884" y="149100"/>
                  <a:pt x="1357446" y="147760"/>
                  <a:pt x="1354251" y="145080"/>
                </a:cubicBezTo>
                <a:cubicBezTo>
                  <a:pt x="1351056" y="142400"/>
                  <a:pt x="1349104" y="138344"/>
                  <a:pt x="1348394" y="132912"/>
                </a:cubicBezTo>
                <a:moveTo>
                  <a:pt x="1348394" y="125031"/>
                </a:moveTo>
                <a:lnTo>
                  <a:pt x="1348394" y="91717"/>
                </a:lnTo>
                <a:cubicBezTo>
                  <a:pt x="1339803" y="96782"/>
                  <a:pt x="1333413" y="102205"/>
                  <a:pt x="1329224" y="107985"/>
                </a:cubicBezTo>
                <a:cubicBezTo>
                  <a:pt x="1326455" y="111836"/>
                  <a:pt x="1325070" y="115725"/>
                  <a:pt x="1325070" y="119650"/>
                </a:cubicBezTo>
                <a:cubicBezTo>
                  <a:pt x="1325070" y="122931"/>
                  <a:pt x="1326242" y="125821"/>
                  <a:pt x="1328585" y="128320"/>
                </a:cubicBezTo>
                <a:cubicBezTo>
                  <a:pt x="1330360" y="130245"/>
                  <a:pt x="1332845" y="131208"/>
                  <a:pt x="1336040" y="131208"/>
                </a:cubicBezTo>
                <a:cubicBezTo>
                  <a:pt x="1339590" y="131208"/>
                  <a:pt x="1343708" y="129149"/>
                  <a:pt x="1348394" y="125031"/>
                </a:cubicBezTo>
                <a:close/>
                <a:moveTo>
                  <a:pt x="1442007" y="11289"/>
                </a:moveTo>
                <a:lnTo>
                  <a:pt x="1442007" y="47925"/>
                </a:lnTo>
                <a:lnTo>
                  <a:pt x="1465650" y="47925"/>
                </a:lnTo>
                <a:lnTo>
                  <a:pt x="1465650" y="58362"/>
                </a:lnTo>
                <a:lnTo>
                  <a:pt x="1442007" y="58362"/>
                </a:lnTo>
                <a:lnTo>
                  <a:pt x="1442007" y="119979"/>
                </a:lnTo>
                <a:cubicBezTo>
                  <a:pt x="1442007" y="125746"/>
                  <a:pt x="1442273" y="129466"/>
                  <a:pt x="1442806" y="131139"/>
                </a:cubicBezTo>
                <a:cubicBezTo>
                  <a:pt x="1443338" y="132811"/>
                  <a:pt x="1444279" y="134165"/>
                  <a:pt x="1445628" y="135199"/>
                </a:cubicBezTo>
                <a:cubicBezTo>
                  <a:pt x="1446977" y="136231"/>
                  <a:pt x="1448219" y="136746"/>
                  <a:pt x="1449355" y="136746"/>
                </a:cubicBezTo>
                <a:cubicBezTo>
                  <a:pt x="1453970" y="136746"/>
                  <a:pt x="1458337" y="133196"/>
                  <a:pt x="1462455" y="126096"/>
                </a:cubicBezTo>
                <a:lnTo>
                  <a:pt x="1465650" y="128463"/>
                </a:lnTo>
                <a:cubicBezTo>
                  <a:pt x="1459899" y="142221"/>
                  <a:pt x="1450562" y="149100"/>
                  <a:pt x="1437640" y="149100"/>
                </a:cubicBezTo>
                <a:cubicBezTo>
                  <a:pt x="1431321" y="149100"/>
                  <a:pt x="1425979" y="147338"/>
                  <a:pt x="1421612" y="143812"/>
                </a:cubicBezTo>
                <a:cubicBezTo>
                  <a:pt x="1417246" y="140284"/>
                  <a:pt x="1414459" y="136347"/>
                  <a:pt x="1413252" y="132001"/>
                </a:cubicBezTo>
                <a:cubicBezTo>
                  <a:pt x="1412542" y="129578"/>
                  <a:pt x="1412187" y="123022"/>
                  <a:pt x="1412187" y="112335"/>
                </a:cubicBezTo>
                <a:lnTo>
                  <a:pt x="1412187" y="58362"/>
                </a:lnTo>
                <a:lnTo>
                  <a:pt x="1399194" y="58362"/>
                </a:lnTo>
                <a:lnTo>
                  <a:pt x="1399194" y="54625"/>
                </a:lnTo>
                <a:cubicBezTo>
                  <a:pt x="1408140" y="48292"/>
                  <a:pt x="1415755" y="41639"/>
                  <a:pt x="1422038" y="34666"/>
                </a:cubicBezTo>
                <a:cubicBezTo>
                  <a:pt x="1428322" y="27692"/>
                  <a:pt x="1433806" y="19900"/>
                  <a:pt x="1438492" y="11289"/>
                </a:cubicBezTo>
                <a:lnTo>
                  <a:pt x="1442007" y="11289"/>
                </a:lnTo>
                <a:close/>
                <a:moveTo>
                  <a:pt x="1499090" y="0"/>
                </a:moveTo>
                <a:cubicBezTo>
                  <a:pt x="1503705" y="0"/>
                  <a:pt x="1507610" y="1621"/>
                  <a:pt x="1510805" y="4862"/>
                </a:cubicBezTo>
                <a:cubicBezTo>
                  <a:pt x="1514000" y="8102"/>
                  <a:pt x="1515597" y="12001"/>
                  <a:pt x="1515597" y="16561"/>
                </a:cubicBezTo>
                <a:cubicBezTo>
                  <a:pt x="1515597" y="21120"/>
                  <a:pt x="1513982" y="25003"/>
                  <a:pt x="1510752" y="28209"/>
                </a:cubicBezTo>
                <a:cubicBezTo>
                  <a:pt x="1507521" y="31413"/>
                  <a:pt x="1503634" y="33015"/>
                  <a:pt x="1499090" y="33015"/>
                </a:cubicBezTo>
                <a:cubicBezTo>
                  <a:pt x="1494546" y="33015"/>
                  <a:pt x="1490676" y="31413"/>
                  <a:pt x="1487481" y="28209"/>
                </a:cubicBezTo>
                <a:cubicBezTo>
                  <a:pt x="1484286" y="25003"/>
                  <a:pt x="1482689" y="21120"/>
                  <a:pt x="1482689" y="16561"/>
                </a:cubicBezTo>
                <a:cubicBezTo>
                  <a:pt x="1482689" y="12001"/>
                  <a:pt x="1484286" y="8102"/>
                  <a:pt x="1487481" y="4862"/>
                </a:cubicBezTo>
                <a:cubicBezTo>
                  <a:pt x="1490676" y="1621"/>
                  <a:pt x="1494546" y="0"/>
                  <a:pt x="1499090" y="0"/>
                </a:cubicBezTo>
                <a:moveTo>
                  <a:pt x="1514000" y="47925"/>
                </a:moveTo>
                <a:lnTo>
                  <a:pt x="1514000" y="126948"/>
                </a:lnTo>
                <a:cubicBezTo>
                  <a:pt x="1514000" y="133977"/>
                  <a:pt x="1514816" y="138468"/>
                  <a:pt x="1516449" y="140421"/>
                </a:cubicBezTo>
                <a:cubicBezTo>
                  <a:pt x="1518082" y="142373"/>
                  <a:pt x="1521277" y="143491"/>
                  <a:pt x="1526034" y="143775"/>
                </a:cubicBezTo>
                <a:lnTo>
                  <a:pt x="1526034" y="147609"/>
                </a:lnTo>
                <a:lnTo>
                  <a:pt x="1472252" y="147609"/>
                </a:lnTo>
                <a:lnTo>
                  <a:pt x="1472252" y="143775"/>
                </a:lnTo>
                <a:cubicBezTo>
                  <a:pt x="1476654" y="143633"/>
                  <a:pt x="1479920" y="142355"/>
                  <a:pt x="1482050" y="139941"/>
                </a:cubicBezTo>
                <a:cubicBezTo>
                  <a:pt x="1483470" y="138308"/>
                  <a:pt x="1484180" y="133977"/>
                  <a:pt x="1484180" y="126948"/>
                </a:cubicBezTo>
                <a:lnTo>
                  <a:pt x="1484180" y="68799"/>
                </a:lnTo>
                <a:cubicBezTo>
                  <a:pt x="1484180" y="61681"/>
                  <a:pt x="1483363" y="57134"/>
                  <a:pt x="1481730" y="55157"/>
                </a:cubicBezTo>
                <a:cubicBezTo>
                  <a:pt x="1480097" y="53180"/>
                  <a:pt x="1476938" y="52048"/>
                  <a:pt x="1472252" y="51759"/>
                </a:cubicBezTo>
                <a:lnTo>
                  <a:pt x="1472252" y="47925"/>
                </a:lnTo>
                <a:lnTo>
                  <a:pt x="1514000" y="47925"/>
                </a:lnTo>
                <a:close/>
                <a:moveTo>
                  <a:pt x="1582728" y="44943"/>
                </a:moveTo>
                <a:cubicBezTo>
                  <a:pt x="1591390" y="44943"/>
                  <a:pt x="1599449" y="47182"/>
                  <a:pt x="1606904" y="51659"/>
                </a:cubicBezTo>
                <a:cubicBezTo>
                  <a:pt x="1614359" y="56137"/>
                  <a:pt x="1620021" y="62498"/>
                  <a:pt x="1623891" y="70743"/>
                </a:cubicBezTo>
                <a:cubicBezTo>
                  <a:pt x="1627760" y="78988"/>
                  <a:pt x="1629695" y="88014"/>
                  <a:pt x="1629695" y="97821"/>
                </a:cubicBezTo>
                <a:cubicBezTo>
                  <a:pt x="1629695" y="111963"/>
                  <a:pt x="1626109" y="123797"/>
                  <a:pt x="1618938" y="133322"/>
                </a:cubicBezTo>
                <a:cubicBezTo>
                  <a:pt x="1610276" y="144835"/>
                  <a:pt x="1598313" y="150591"/>
                  <a:pt x="1583048" y="150591"/>
                </a:cubicBezTo>
                <a:cubicBezTo>
                  <a:pt x="1568067" y="150591"/>
                  <a:pt x="1556529" y="145332"/>
                  <a:pt x="1548435" y="134813"/>
                </a:cubicBezTo>
                <a:cubicBezTo>
                  <a:pt x="1540341" y="124294"/>
                  <a:pt x="1536294" y="112105"/>
                  <a:pt x="1536294" y="98247"/>
                </a:cubicBezTo>
                <a:cubicBezTo>
                  <a:pt x="1536294" y="83962"/>
                  <a:pt x="1540430" y="71507"/>
                  <a:pt x="1548701" y="60882"/>
                </a:cubicBezTo>
                <a:cubicBezTo>
                  <a:pt x="1556973" y="50256"/>
                  <a:pt x="1568315" y="44943"/>
                  <a:pt x="1582728" y="44943"/>
                </a:cubicBezTo>
                <a:moveTo>
                  <a:pt x="1583154" y="52398"/>
                </a:moveTo>
                <a:cubicBezTo>
                  <a:pt x="1579533" y="52398"/>
                  <a:pt x="1576427" y="53767"/>
                  <a:pt x="1573835" y="56505"/>
                </a:cubicBezTo>
                <a:cubicBezTo>
                  <a:pt x="1571244" y="59241"/>
                  <a:pt x="1569540" y="64642"/>
                  <a:pt x="1568723" y="72710"/>
                </a:cubicBezTo>
                <a:cubicBezTo>
                  <a:pt x="1567907" y="80777"/>
                  <a:pt x="1567499" y="91991"/>
                  <a:pt x="1567499" y="106351"/>
                </a:cubicBezTo>
                <a:cubicBezTo>
                  <a:pt x="1567499" y="113956"/>
                  <a:pt x="1567996" y="121065"/>
                  <a:pt x="1568990" y="127677"/>
                </a:cubicBezTo>
                <a:cubicBezTo>
                  <a:pt x="1569771" y="132723"/>
                  <a:pt x="1571439" y="136561"/>
                  <a:pt x="1573995" y="139193"/>
                </a:cubicBezTo>
                <a:cubicBezTo>
                  <a:pt x="1576551" y="141822"/>
                  <a:pt x="1579462" y="143136"/>
                  <a:pt x="1582728" y="143136"/>
                </a:cubicBezTo>
                <a:cubicBezTo>
                  <a:pt x="1585923" y="143136"/>
                  <a:pt x="1588586" y="142248"/>
                  <a:pt x="1590716" y="140471"/>
                </a:cubicBezTo>
                <a:cubicBezTo>
                  <a:pt x="1593485" y="138054"/>
                  <a:pt x="1595331" y="134677"/>
                  <a:pt x="1596254" y="130340"/>
                </a:cubicBezTo>
                <a:cubicBezTo>
                  <a:pt x="1597674" y="123588"/>
                  <a:pt x="1598384" y="109941"/>
                  <a:pt x="1598384" y="89397"/>
                </a:cubicBezTo>
                <a:cubicBezTo>
                  <a:pt x="1598384" y="77314"/>
                  <a:pt x="1597709" y="69016"/>
                  <a:pt x="1596360" y="64503"/>
                </a:cubicBezTo>
                <a:cubicBezTo>
                  <a:pt x="1595011" y="59987"/>
                  <a:pt x="1593023" y="56699"/>
                  <a:pt x="1590396" y="54638"/>
                </a:cubicBezTo>
                <a:cubicBezTo>
                  <a:pt x="1588550" y="53145"/>
                  <a:pt x="1586136" y="52398"/>
                  <a:pt x="1583154" y="52398"/>
                </a:cubicBezTo>
                <a:close/>
                <a:moveTo>
                  <a:pt x="1685502" y="47925"/>
                </a:moveTo>
                <a:lnTo>
                  <a:pt x="1685502" y="60918"/>
                </a:lnTo>
                <a:cubicBezTo>
                  <a:pt x="1690614" y="55342"/>
                  <a:pt x="1695513" y="51287"/>
                  <a:pt x="1700199" y="48751"/>
                </a:cubicBezTo>
                <a:cubicBezTo>
                  <a:pt x="1704885" y="46212"/>
                  <a:pt x="1709926" y="44943"/>
                  <a:pt x="1715322" y="44943"/>
                </a:cubicBezTo>
                <a:cubicBezTo>
                  <a:pt x="1721783" y="44943"/>
                  <a:pt x="1727144" y="46738"/>
                  <a:pt x="1731404" y="50328"/>
                </a:cubicBezTo>
                <a:cubicBezTo>
                  <a:pt x="1735664" y="53918"/>
                  <a:pt x="1738504" y="58379"/>
                  <a:pt x="1739924" y="63710"/>
                </a:cubicBezTo>
                <a:cubicBezTo>
                  <a:pt x="1741060" y="67764"/>
                  <a:pt x="1741628" y="75550"/>
                  <a:pt x="1741628" y="87067"/>
                </a:cubicBezTo>
                <a:lnTo>
                  <a:pt x="1741628" y="125883"/>
                </a:lnTo>
                <a:cubicBezTo>
                  <a:pt x="1741628" y="133551"/>
                  <a:pt x="1742320" y="138326"/>
                  <a:pt x="1743705" y="140208"/>
                </a:cubicBezTo>
                <a:cubicBezTo>
                  <a:pt x="1745089" y="142089"/>
                  <a:pt x="1747983" y="143278"/>
                  <a:pt x="1752385" y="143775"/>
                </a:cubicBezTo>
                <a:lnTo>
                  <a:pt x="1752385" y="147609"/>
                </a:lnTo>
                <a:lnTo>
                  <a:pt x="1702010" y="147609"/>
                </a:lnTo>
                <a:lnTo>
                  <a:pt x="1702010" y="143775"/>
                </a:lnTo>
                <a:cubicBezTo>
                  <a:pt x="1705773" y="143278"/>
                  <a:pt x="1708471" y="141716"/>
                  <a:pt x="1710104" y="139089"/>
                </a:cubicBezTo>
                <a:cubicBezTo>
                  <a:pt x="1711240" y="137314"/>
                  <a:pt x="1711808" y="132912"/>
                  <a:pt x="1711808" y="125883"/>
                </a:cubicBezTo>
                <a:lnTo>
                  <a:pt x="1711808" y="81579"/>
                </a:lnTo>
                <a:cubicBezTo>
                  <a:pt x="1711808" y="73414"/>
                  <a:pt x="1711488" y="68267"/>
                  <a:pt x="1710849" y="66137"/>
                </a:cubicBezTo>
                <a:cubicBezTo>
                  <a:pt x="1710210" y="64007"/>
                  <a:pt x="1709128" y="62356"/>
                  <a:pt x="1707601" y="61184"/>
                </a:cubicBezTo>
                <a:cubicBezTo>
                  <a:pt x="1706075" y="60013"/>
                  <a:pt x="1704388" y="59427"/>
                  <a:pt x="1702542" y="59427"/>
                </a:cubicBezTo>
                <a:cubicBezTo>
                  <a:pt x="1696436" y="59427"/>
                  <a:pt x="1690756" y="63829"/>
                  <a:pt x="1685502" y="72633"/>
                </a:cubicBezTo>
                <a:lnTo>
                  <a:pt x="1685502" y="125883"/>
                </a:lnTo>
                <a:cubicBezTo>
                  <a:pt x="1685502" y="133338"/>
                  <a:pt x="1686195" y="138060"/>
                  <a:pt x="1687579" y="140048"/>
                </a:cubicBezTo>
                <a:cubicBezTo>
                  <a:pt x="1688964" y="142036"/>
                  <a:pt x="1691537" y="143278"/>
                  <a:pt x="1695300" y="143775"/>
                </a:cubicBezTo>
                <a:lnTo>
                  <a:pt x="1695300" y="147609"/>
                </a:lnTo>
                <a:lnTo>
                  <a:pt x="1644926" y="147609"/>
                </a:lnTo>
                <a:lnTo>
                  <a:pt x="1644926" y="143775"/>
                </a:lnTo>
                <a:cubicBezTo>
                  <a:pt x="1649115" y="143349"/>
                  <a:pt x="1652097" y="142000"/>
                  <a:pt x="1653872" y="139728"/>
                </a:cubicBezTo>
                <a:cubicBezTo>
                  <a:pt x="1655079" y="138166"/>
                  <a:pt x="1655682" y="133551"/>
                  <a:pt x="1655682" y="125883"/>
                </a:cubicBezTo>
                <a:lnTo>
                  <a:pt x="1655682" y="69651"/>
                </a:lnTo>
                <a:cubicBezTo>
                  <a:pt x="1655682" y="62034"/>
                  <a:pt x="1654990" y="57292"/>
                  <a:pt x="1653606" y="55423"/>
                </a:cubicBezTo>
                <a:cubicBezTo>
                  <a:pt x="1652221" y="53555"/>
                  <a:pt x="1649328" y="52334"/>
                  <a:pt x="1644926" y="51759"/>
                </a:cubicBezTo>
                <a:lnTo>
                  <a:pt x="1644926" y="47925"/>
                </a:lnTo>
                <a:lnTo>
                  <a:pt x="1685502" y="479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(§7.3)">
            <a:extLst xmlns:a="http://schemas.openxmlformats.org/drawingml/2006/main">
              <a:ext uri="{FF2B5EF4-FFF2-40B4-BE49-F238E27FC236}">
                <a16:creationId xmlns:a16="http://schemas.microsoft.com/office/drawing/2014/main" id="{BBAF8DB1-5A46-4805-A253-E65A1480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2412" y="1838456"/>
            <a:ext cx="509068" cy="198091"/>
          </a:xfrm>
          <a:custGeom xmlns:a="http://schemas.openxmlformats.org/drawingml/2006/main">
            <a:pathLst>
              <a:path w="509068" h="198091">
                <a:moveTo>
                  <a:pt x="58788" y="194150"/>
                </a:moveTo>
                <a:lnTo>
                  <a:pt x="58788" y="198091"/>
                </a:lnTo>
                <a:cubicBezTo>
                  <a:pt x="48067" y="192695"/>
                  <a:pt x="39121" y="186376"/>
                  <a:pt x="31950" y="179134"/>
                </a:cubicBezTo>
                <a:cubicBezTo>
                  <a:pt x="21726" y="168839"/>
                  <a:pt x="13845" y="156697"/>
                  <a:pt x="8307" y="142710"/>
                </a:cubicBezTo>
                <a:cubicBezTo>
                  <a:pt x="2769" y="128723"/>
                  <a:pt x="0" y="114204"/>
                  <a:pt x="0" y="99152"/>
                </a:cubicBezTo>
                <a:cubicBezTo>
                  <a:pt x="0" y="77142"/>
                  <a:pt x="5432" y="57066"/>
                  <a:pt x="16295" y="38926"/>
                </a:cubicBezTo>
                <a:cubicBezTo>
                  <a:pt x="27158" y="20785"/>
                  <a:pt x="41322" y="7810"/>
                  <a:pt x="58788" y="0"/>
                </a:cubicBezTo>
                <a:lnTo>
                  <a:pt x="58788" y="4473"/>
                </a:lnTo>
                <a:cubicBezTo>
                  <a:pt x="50055" y="9301"/>
                  <a:pt x="42884" y="15904"/>
                  <a:pt x="37275" y="24282"/>
                </a:cubicBezTo>
                <a:cubicBezTo>
                  <a:pt x="31666" y="32660"/>
                  <a:pt x="27477" y="43275"/>
                  <a:pt x="24708" y="56126"/>
                </a:cubicBezTo>
                <a:cubicBezTo>
                  <a:pt x="21939" y="68977"/>
                  <a:pt x="20555" y="82396"/>
                  <a:pt x="20555" y="96383"/>
                </a:cubicBezTo>
                <a:cubicBezTo>
                  <a:pt x="20555" y="111577"/>
                  <a:pt x="21726" y="125386"/>
                  <a:pt x="24069" y="137811"/>
                </a:cubicBezTo>
                <a:cubicBezTo>
                  <a:pt x="25915" y="147609"/>
                  <a:pt x="28152" y="155473"/>
                  <a:pt x="30779" y="161401"/>
                </a:cubicBezTo>
                <a:cubicBezTo>
                  <a:pt x="33406" y="167330"/>
                  <a:pt x="36938" y="173028"/>
                  <a:pt x="41375" y="178495"/>
                </a:cubicBezTo>
                <a:cubicBezTo>
                  <a:pt x="45813" y="183962"/>
                  <a:pt x="51617" y="189180"/>
                  <a:pt x="58788" y="194150"/>
                </a:cubicBezTo>
                <a:close/>
                <a:moveTo>
                  <a:pt x="103835" y="61517"/>
                </a:moveTo>
                <a:cubicBezTo>
                  <a:pt x="99078" y="56257"/>
                  <a:pt x="95688" y="51459"/>
                  <a:pt x="93664" y="47123"/>
                </a:cubicBezTo>
                <a:cubicBezTo>
                  <a:pt x="91641" y="42788"/>
                  <a:pt x="90629" y="38380"/>
                  <a:pt x="90629" y="33900"/>
                </a:cubicBezTo>
                <a:cubicBezTo>
                  <a:pt x="90629" y="25584"/>
                  <a:pt x="93540" y="18494"/>
                  <a:pt x="99362" y="12630"/>
                </a:cubicBezTo>
                <a:cubicBezTo>
                  <a:pt x="105184" y="6766"/>
                  <a:pt x="112355" y="3834"/>
                  <a:pt x="120875" y="3834"/>
                </a:cubicBezTo>
                <a:cubicBezTo>
                  <a:pt x="128685" y="3834"/>
                  <a:pt x="135128" y="6216"/>
                  <a:pt x="140205" y="10980"/>
                </a:cubicBezTo>
                <a:cubicBezTo>
                  <a:pt x="145281" y="15741"/>
                  <a:pt x="147820" y="21178"/>
                  <a:pt x="147820" y="27291"/>
                </a:cubicBezTo>
                <a:cubicBezTo>
                  <a:pt x="147820" y="30062"/>
                  <a:pt x="146897" y="32514"/>
                  <a:pt x="145051" y="34646"/>
                </a:cubicBezTo>
                <a:cubicBezTo>
                  <a:pt x="143702" y="36139"/>
                  <a:pt x="141820" y="36886"/>
                  <a:pt x="139406" y="36886"/>
                </a:cubicBezTo>
                <a:cubicBezTo>
                  <a:pt x="136992" y="36886"/>
                  <a:pt x="135004" y="36068"/>
                  <a:pt x="133442" y="34433"/>
                </a:cubicBezTo>
                <a:cubicBezTo>
                  <a:pt x="131880" y="32798"/>
                  <a:pt x="131099" y="30878"/>
                  <a:pt x="131099" y="28675"/>
                </a:cubicBezTo>
                <a:cubicBezTo>
                  <a:pt x="131099" y="27608"/>
                  <a:pt x="131383" y="25724"/>
                  <a:pt x="131951" y="23024"/>
                </a:cubicBezTo>
                <a:cubicBezTo>
                  <a:pt x="132306" y="21389"/>
                  <a:pt x="132484" y="19860"/>
                  <a:pt x="132484" y="18438"/>
                </a:cubicBezTo>
                <a:cubicBezTo>
                  <a:pt x="132484" y="15522"/>
                  <a:pt x="131454" y="13105"/>
                  <a:pt x="129395" y="11186"/>
                </a:cubicBezTo>
                <a:cubicBezTo>
                  <a:pt x="127336" y="9267"/>
                  <a:pt x="124496" y="8307"/>
                  <a:pt x="120875" y="8307"/>
                </a:cubicBezTo>
                <a:cubicBezTo>
                  <a:pt x="115692" y="8307"/>
                  <a:pt x="111308" y="10120"/>
                  <a:pt x="107722" y="13745"/>
                </a:cubicBezTo>
                <a:cubicBezTo>
                  <a:pt x="104137" y="17371"/>
                  <a:pt x="102344" y="21777"/>
                  <a:pt x="102344" y="26965"/>
                </a:cubicBezTo>
                <a:cubicBezTo>
                  <a:pt x="102344" y="31515"/>
                  <a:pt x="103303" y="35283"/>
                  <a:pt x="105220" y="38267"/>
                </a:cubicBezTo>
                <a:cubicBezTo>
                  <a:pt x="108415" y="43244"/>
                  <a:pt x="113775" y="48469"/>
                  <a:pt x="121301" y="53942"/>
                </a:cubicBezTo>
                <a:cubicBezTo>
                  <a:pt x="135572" y="64249"/>
                  <a:pt x="145335" y="73489"/>
                  <a:pt x="150589" y="81662"/>
                </a:cubicBezTo>
                <a:cubicBezTo>
                  <a:pt x="154281" y="87491"/>
                  <a:pt x="156127" y="93605"/>
                  <a:pt x="156127" y="100004"/>
                </a:cubicBezTo>
                <a:cubicBezTo>
                  <a:pt x="156127" y="106471"/>
                  <a:pt x="154245" y="112940"/>
                  <a:pt x="150482" y="119410"/>
                </a:cubicBezTo>
                <a:cubicBezTo>
                  <a:pt x="146719" y="125878"/>
                  <a:pt x="140755" y="131563"/>
                  <a:pt x="132590" y="136467"/>
                </a:cubicBezTo>
                <a:cubicBezTo>
                  <a:pt x="137560" y="141941"/>
                  <a:pt x="140986" y="146668"/>
                  <a:pt x="142867" y="150648"/>
                </a:cubicBezTo>
                <a:cubicBezTo>
                  <a:pt x="144749" y="154629"/>
                  <a:pt x="145690" y="158928"/>
                  <a:pt x="145690" y="163548"/>
                </a:cubicBezTo>
                <a:cubicBezTo>
                  <a:pt x="145690" y="172221"/>
                  <a:pt x="142779" y="179472"/>
                  <a:pt x="136957" y="185301"/>
                </a:cubicBezTo>
                <a:cubicBezTo>
                  <a:pt x="131135" y="191129"/>
                  <a:pt x="123964" y="194044"/>
                  <a:pt x="115444" y="194044"/>
                </a:cubicBezTo>
                <a:cubicBezTo>
                  <a:pt x="107776" y="194044"/>
                  <a:pt x="101403" y="191610"/>
                  <a:pt x="96327" y="186742"/>
                </a:cubicBezTo>
                <a:cubicBezTo>
                  <a:pt x="91250" y="181874"/>
                  <a:pt x="88712" y="176312"/>
                  <a:pt x="88712" y="170058"/>
                </a:cubicBezTo>
                <a:cubicBezTo>
                  <a:pt x="88712" y="167429"/>
                  <a:pt x="89546" y="165208"/>
                  <a:pt x="91215" y="163395"/>
                </a:cubicBezTo>
                <a:cubicBezTo>
                  <a:pt x="92883" y="161582"/>
                  <a:pt x="94818" y="160676"/>
                  <a:pt x="97019" y="160676"/>
                </a:cubicBezTo>
                <a:cubicBezTo>
                  <a:pt x="99220" y="160676"/>
                  <a:pt x="101102" y="161511"/>
                  <a:pt x="102664" y="163182"/>
                </a:cubicBezTo>
                <a:cubicBezTo>
                  <a:pt x="104226" y="164853"/>
                  <a:pt x="105007" y="167109"/>
                  <a:pt x="105007" y="169951"/>
                </a:cubicBezTo>
                <a:cubicBezTo>
                  <a:pt x="105007" y="171870"/>
                  <a:pt x="104723" y="173985"/>
                  <a:pt x="104155" y="176295"/>
                </a:cubicBezTo>
                <a:cubicBezTo>
                  <a:pt x="103587" y="178607"/>
                  <a:pt x="103303" y="180366"/>
                  <a:pt x="103303" y="181573"/>
                </a:cubicBezTo>
                <a:cubicBezTo>
                  <a:pt x="103303" y="183634"/>
                  <a:pt x="104190" y="185341"/>
                  <a:pt x="105965" y="186692"/>
                </a:cubicBezTo>
                <a:cubicBezTo>
                  <a:pt x="108734" y="188824"/>
                  <a:pt x="112107" y="189890"/>
                  <a:pt x="116083" y="189890"/>
                </a:cubicBezTo>
                <a:cubicBezTo>
                  <a:pt x="120840" y="189890"/>
                  <a:pt x="125153" y="188042"/>
                  <a:pt x="129022" y="184345"/>
                </a:cubicBezTo>
                <a:cubicBezTo>
                  <a:pt x="132892" y="180649"/>
                  <a:pt x="134827" y="176633"/>
                  <a:pt x="134827" y="172298"/>
                </a:cubicBezTo>
                <a:cubicBezTo>
                  <a:pt x="134827" y="167891"/>
                  <a:pt x="133726" y="163946"/>
                  <a:pt x="131525" y="160463"/>
                </a:cubicBezTo>
                <a:cubicBezTo>
                  <a:pt x="128117" y="155131"/>
                  <a:pt x="121940" y="149089"/>
                  <a:pt x="112994" y="142338"/>
                </a:cubicBezTo>
                <a:cubicBezTo>
                  <a:pt x="99646" y="132387"/>
                  <a:pt x="90558" y="123608"/>
                  <a:pt x="85730" y="116002"/>
                </a:cubicBezTo>
                <a:cubicBezTo>
                  <a:pt x="82109" y="110244"/>
                  <a:pt x="80299" y="104131"/>
                  <a:pt x="80299" y="97661"/>
                </a:cubicBezTo>
                <a:cubicBezTo>
                  <a:pt x="80299" y="91122"/>
                  <a:pt x="82216" y="84672"/>
                  <a:pt x="86050" y="78311"/>
                </a:cubicBezTo>
                <a:cubicBezTo>
                  <a:pt x="89884" y="71948"/>
                  <a:pt x="95812" y="66350"/>
                  <a:pt x="103835" y="61517"/>
                </a:cubicBezTo>
                <a:moveTo>
                  <a:pt x="107243" y="64822"/>
                </a:moveTo>
                <a:cubicBezTo>
                  <a:pt x="96522" y="71290"/>
                  <a:pt x="91162" y="79180"/>
                  <a:pt x="91162" y="88492"/>
                </a:cubicBezTo>
                <a:cubicBezTo>
                  <a:pt x="91162" y="93468"/>
                  <a:pt x="92475" y="98054"/>
                  <a:pt x="95102" y="102247"/>
                </a:cubicBezTo>
                <a:cubicBezTo>
                  <a:pt x="98794" y="108005"/>
                  <a:pt x="105788" y="114793"/>
                  <a:pt x="116083" y="122612"/>
                </a:cubicBezTo>
                <a:cubicBezTo>
                  <a:pt x="121053" y="126379"/>
                  <a:pt x="125384" y="129969"/>
                  <a:pt x="129076" y="133382"/>
                </a:cubicBezTo>
                <a:cubicBezTo>
                  <a:pt x="139939" y="126772"/>
                  <a:pt x="145370" y="118953"/>
                  <a:pt x="145370" y="109925"/>
                </a:cubicBezTo>
                <a:cubicBezTo>
                  <a:pt x="145370" y="105303"/>
                  <a:pt x="143808" y="100488"/>
                  <a:pt x="140684" y="95478"/>
                </a:cubicBezTo>
                <a:cubicBezTo>
                  <a:pt x="137560" y="90465"/>
                  <a:pt x="131135" y="84156"/>
                  <a:pt x="121408" y="76550"/>
                </a:cubicBezTo>
                <a:cubicBezTo>
                  <a:pt x="115586" y="72073"/>
                  <a:pt x="110864" y="68164"/>
                  <a:pt x="107243" y="64822"/>
                </a:cubicBezTo>
                <a:close/>
                <a:moveTo>
                  <a:pt x="194680" y="7029"/>
                </a:moveTo>
                <a:lnTo>
                  <a:pt x="272106" y="7029"/>
                </a:lnTo>
                <a:lnTo>
                  <a:pt x="272106" y="11076"/>
                </a:lnTo>
                <a:lnTo>
                  <a:pt x="223968" y="154425"/>
                </a:lnTo>
                <a:lnTo>
                  <a:pt x="212040" y="154425"/>
                </a:lnTo>
                <a:lnTo>
                  <a:pt x="255173" y="24389"/>
                </a:lnTo>
                <a:lnTo>
                  <a:pt x="215448" y="24389"/>
                </a:lnTo>
                <a:cubicBezTo>
                  <a:pt x="207425" y="24389"/>
                  <a:pt x="201709" y="25347"/>
                  <a:pt x="198301" y="27264"/>
                </a:cubicBezTo>
                <a:cubicBezTo>
                  <a:pt x="192337" y="30530"/>
                  <a:pt x="187545" y="35571"/>
                  <a:pt x="183924" y="42387"/>
                </a:cubicBezTo>
                <a:lnTo>
                  <a:pt x="180835" y="41216"/>
                </a:lnTo>
                <a:lnTo>
                  <a:pt x="194680" y="7029"/>
                </a:lnTo>
                <a:close/>
                <a:moveTo>
                  <a:pt x="309061" y="130782"/>
                </a:moveTo>
                <a:cubicBezTo>
                  <a:pt x="312398" y="130782"/>
                  <a:pt x="315203" y="131936"/>
                  <a:pt x="317475" y="134244"/>
                </a:cubicBezTo>
                <a:cubicBezTo>
                  <a:pt x="319747" y="136551"/>
                  <a:pt x="320883" y="139338"/>
                  <a:pt x="320883" y="142604"/>
                </a:cubicBezTo>
                <a:cubicBezTo>
                  <a:pt x="320883" y="145870"/>
                  <a:pt x="319729" y="148657"/>
                  <a:pt x="317422" y="150964"/>
                </a:cubicBezTo>
                <a:cubicBezTo>
                  <a:pt x="315114" y="153272"/>
                  <a:pt x="312327" y="154425"/>
                  <a:pt x="309061" y="154425"/>
                </a:cubicBezTo>
                <a:cubicBezTo>
                  <a:pt x="305795" y="154425"/>
                  <a:pt x="303008" y="153272"/>
                  <a:pt x="300701" y="150964"/>
                </a:cubicBezTo>
                <a:cubicBezTo>
                  <a:pt x="298393" y="148657"/>
                  <a:pt x="297240" y="145870"/>
                  <a:pt x="297240" y="142604"/>
                </a:cubicBezTo>
                <a:cubicBezTo>
                  <a:pt x="297240" y="139267"/>
                  <a:pt x="298393" y="136462"/>
                  <a:pt x="300701" y="134190"/>
                </a:cubicBezTo>
                <a:cubicBezTo>
                  <a:pt x="303008" y="131918"/>
                  <a:pt x="305795" y="130782"/>
                  <a:pt x="309061" y="130782"/>
                </a:cubicBezTo>
                <a:close/>
                <a:moveTo>
                  <a:pt x="347402" y="34400"/>
                </a:moveTo>
                <a:cubicBezTo>
                  <a:pt x="351520" y="24673"/>
                  <a:pt x="356721" y="17182"/>
                  <a:pt x="363004" y="11928"/>
                </a:cubicBezTo>
                <a:cubicBezTo>
                  <a:pt x="369288" y="6674"/>
                  <a:pt x="377116" y="4047"/>
                  <a:pt x="386488" y="4047"/>
                </a:cubicBezTo>
                <a:cubicBezTo>
                  <a:pt x="398061" y="4047"/>
                  <a:pt x="406936" y="7804"/>
                  <a:pt x="413113" y="15319"/>
                </a:cubicBezTo>
                <a:cubicBezTo>
                  <a:pt x="417799" y="20922"/>
                  <a:pt x="420142" y="26914"/>
                  <a:pt x="420142" y="33295"/>
                </a:cubicBezTo>
                <a:cubicBezTo>
                  <a:pt x="420142" y="43787"/>
                  <a:pt x="413539" y="54635"/>
                  <a:pt x="400333" y="65837"/>
                </a:cubicBezTo>
                <a:cubicBezTo>
                  <a:pt x="409208" y="69321"/>
                  <a:pt x="415917" y="74296"/>
                  <a:pt x="420461" y="80764"/>
                </a:cubicBezTo>
                <a:cubicBezTo>
                  <a:pt x="425005" y="87229"/>
                  <a:pt x="427277" y="94833"/>
                  <a:pt x="427277" y="103575"/>
                </a:cubicBezTo>
                <a:cubicBezTo>
                  <a:pt x="427277" y="116084"/>
                  <a:pt x="423301" y="126923"/>
                  <a:pt x="415349" y="136091"/>
                </a:cubicBezTo>
                <a:cubicBezTo>
                  <a:pt x="404983" y="148030"/>
                  <a:pt x="389967" y="153999"/>
                  <a:pt x="370300" y="153999"/>
                </a:cubicBezTo>
                <a:cubicBezTo>
                  <a:pt x="360573" y="153999"/>
                  <a:pt x="353952" y="152792"/>
                  <a:pt x="350437" y="150378"/>
                </a:cubicBezTo>
                <a:cubicBezTo>
                  <a:pt x="346923" y="147964"/>
                  <a:pt x="345166" y="145373"/>
                  <a:pt x="345166" y="142604"/>
                </a:cubicBezTo>
                <a:cubicBezTo>
                  <a:pt x="345166" y="140545"/>
                  <a:pt x="346000" y="138734"/>
                  <a:pt x="347668" y="137172"/>
                </a:cubicBezTo>
                <a:cubicBezTo>
                  <a:pt x="349337" y="135610"/>
                  <a:pt x="351343" y="134829"/>
                  <a:pt x="353686" y="134829"/>
                </a:cubicBezTo>
                <a:cubicBezTo>
                  <a:pt x="355461" y="134829"/>
                  <a:pt x="357271" y="135113"/>
                  <a:pt x="359117" y="135681"/>
                </a:cubicBezTo>
                <a:cubicBezTo>
                  <a:pt x="360324" y="136036"/>
                  <a:pt x="363058" y="137332"/>
                  <a:pt x="367318" y="139569"/>
                </a:cubicBezTo>
                <a:cubicBezTo>
                  <a:pt x="371578" y="141805"/>
                  <a:pt x="374524" y="143136"/>
                  <a:pt x="376157" y="143562"/>
                </a:cubicBezTo>
                <a:cubicBezTo>
                  <a:pt x="378784" y="144343"/>
                  <a:pt x="381589" y="144734"/>
                  <a:pt x="384571" y="144734"/>
                </a:cubicBezTo>
                <a:cubicBezTo>
                  <a:pt x="391813" y="144734"/>
                  <a:pt x="398114" y="141925"/>
                  <a:pt x="403474" y="136307"/>
                </a:cubicBezTo>
                <a:cubicBezTo>
                  <a:pt x="408835" y="130689"/>
                  <a:pt x="411515" y="124040"/>
                  <a:pt x="411515" y="116358"/>
                </a:cubicBezTo>
                <a:cubicBezTo>
                  <a:pt x="411515" y="110740"/>
                  <a:pt x="410273" y="105264"/>
                  <a:pt x="407788" y="99931"/>
                </a:cubicBezTo>
                <a:cubicBezTo>
                  <a:pt x="405942" y="95948"/>
                  <a:pt x="403918" y="92926"/>
                  <a:pt x="401717" y="90865"/>
                </a:cubicBezTo>
                <a:cubicBezTo>
                  <a:pt x="398664" y="88018"/>
                  <a:pt x="394475" y="85440"/>
                  <a:pt x="389150" y="83130"/>
                </a:cubicBezTo>
                <a:cubicBezTo>
                  <a:pt x="383825" y="80818"/>
                  <a:pt x="378394" y="79662"/>
                  <a:pt x="372856" y="79662"/>
                </a:cubicBezTo>
                <a:lnTo>
                  <a:pt x="369448" y="79662"/>
                </a:lnTo>
                <a:lnTo>
                  <a:pt x="369448" y="76467"/>
                </a:lnTo>
                <a:cubicBezTo>
                  <a:pt x="375057" y="75757"/>
                  <a:pt x="380683" y="73734"/>
                  <a:pt x="386328" y="70397"/>
                </a:cubicBezTo>
                <a:cubicBezTo>
                  <a:pt x="391972" y="67060"/>
                  <a:pt x="396073" y="63048"/>
                  <a:pt x="398629" y="58362"/>
                </a:cubicBezTo>
                <a:cubicBezTo>
                  <a:pt x="401185" y="53676"/>
                  <a:pt x="402463" y="48529"/>
                  <a:pt x="402463" y="42920"/>
                </a:cubicBezTo>
                <a:cubicBezTo>
                  <a:pt x="402463" y="35607"/>
                  <a:pt x="400173" y="29696"/>
                  <a:pt x="395593" y="25187"/>
                </a:cubicBezTo>
                <a:cubicBezTo>
                  <a:pt x="391014" y="20679"/>
                  <a:pt x="385316" y="18425"/>
                  <a:pt x="378500" y="18425"/>
                </a:cubicBezTo>
                <a:cubicBezTo>
                  <a:pt x="367495" y="18425"/>
                  <a:pt x="358301" y="24318"/>
                  <a:pt x="350917" y="36104"/>
                </a:cubicBezTo>
                <a:lnTo>
                  <a:pt x="347402" y="34400"/>
                </a:lnTo>
                <a:close/>
                <a:moveTo>
                  <a:pt x="450280" y="4473"/>
                </a:moveTo>
                <a:lnTo>
                  <a:pt x="450280" y="0"/>
                </a:lnTo>
                <a:cubicBezTo>
                  <a:pt x="461072" y="5325"/>
                  <a:pt x="470054" y="11609"/>
                  <a:pt x="477225" y="18851"/>
                </a:cubicBezTo>
                <a:cubicBezTo>
                  <a:pt x="487378" y="29217"/>
                  <a:pt x="495223" y="41375"/>
                  <a:pt x="500761" y="55327"/>
                </a:cubicBezTo>
                <a:cubicBezTo>
                  <a:pt x="506299" y="69278"/>
                  <a:pt x="509068" y="83816"/>
                  <a:pt x="509068" y="98939"/>
                </a:cubicBezTo>
                <a:cubicBezTo>
                  <a:pt x="509068" y="120949"/>
                  <a:pt x="503654" y="141024"/>
                  <a:pt x="492827" y="159165"/>
                </a:cubicBezTo>
                <a:cubicBezTo>
                  <a:pt x="481999" y="177305"/>
                  <a:pt x="467817" y="190281"/>
                  <a:pt x="450280" y="198091"/>
                </a:cubicBezTo>
                <a:lnTo>
                  <a:pt x="450280" y="194150"/>
                </a:lnTo>
                <a:cubicBezTo>
                  <a:pt x="459013" y="189251"/>
                  <a:pt x="466202" y="182630"/>
                  <a:pt x="471846" y="174288"/>
                </a:cubicBezTo>
                <a:cubicBezTo>
                  <a:pt x="477491" y="165945"/>
                  <a:pt x="481680" y="155331"/>
                  <a:pt x="484413" y="142444"/>
                </a:cubicBezTo>
                <a:cubicBezTo>
                  <a:pt x="487147" y="129558"/>
                  <a:pt x="488514" y="116121"/>
                  <a:pt x="488514" y="102134"/>
                </a:cubicBezTo>
                <a:cubicBezTo>
                  <a:pt x="488514" y="87011"/>
                  <a:pt x="487342" y="73201"/>
                  <a:pt x="484999" y="60705"/>
                </a:cubicBezTo>
                <a:cubicBezTo>
                  <a:pt x="483224" y="50907"/>
                  <a:pt x="481005" y="43062"/>
                  <a:pt x="478343" y="37169"/>
                </a:cubicBezTo>
                <a:cubicBezTo>
                  <a:pt x="475680" y="31276"/>
                  <a:pt x="472148" y="25596"/>
                  <a:pt x="467746" y="20129"/>
                </a:cubicBezTo>
                <a:cubicBezTo>
                  <a:pt x="463344" y="14662"/>
                  <a:pt x="457522" y="9443"/>
                  <a:pt x="450280" y="4473"/>
                </a:cubicBez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6460918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2026-09-05T08:53:22.2390000Z</dcterms:created>
  <dcterms:modified xsi:type="dcterms:W3CDTF">2026-09-05T08:53:22.2390000Z</dcterms:modified>
</coreProperties>
</file>