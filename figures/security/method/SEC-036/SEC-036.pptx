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5e129e7a9341f9" /><Relationship Type="http://schemas.openxmlformats.org/officeDocument/2006/relationships/extended-properties" Target="/docProps/app.xml" Id="R114c8287021043f7" /><Relationship Type="http://schemas.openxmlformats.org/officeDocument/2006/relationships/officeDocument" Target="/ppt/presentation.xml" Id="Rb03379556d69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62a0f9827f476d"/>
  </p:sldMasterIdLst>
  <p:notesMasterIdLst>
    <p:notesMasterId xmlns:r="http://schemas.openxmlformats.org/officeDocument/2006/relationships" r:id="R7f85c52e03eb40f1"/>
  </p:notesMasterIdLst>
  <p:sldIdLst>
    <p:sldId xmlns:r="http://schemas.openxmlformats.org/officeDocument/2006/relationships" id="256" r:id="Rf2df01b9128f4974"/>
  </p:sldIdLst>
  <p:sldSz cx="7229475" cy="23431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5ac24d04a4927" /><Relationship Type="http://schemas.openxmlformats.org/officeDocument/2006/relationships/slideMaster" Target="/ppt/slideMasters/slideMaster1.xml" Id="R4162a0f9827f476d" /><Relationship Type="http://schemas.openxmlformats.org/officeDocument/2006/relationships/notesMaster" Target="/ppt/notesMasters/notesMaster1.xml" Id="R7f85c52e03eb40f1" /><Relationship Type="http://schemas.openxmlformats.org/officeDocument/2006/relationships/presProps" Target="/ppt/presProps.xml" Id="Re8956a3fe41d401b" /><Relationship Type="http://schemas.openxmlformats.org/officeDocument/2006/relationships/tableStyles" Target="/ppt/tableStyles.xml" Id="R647872162c6541ba" /><Relationship Type="http://schemas.openxmlformats.org/officeDocument/2006/relationships/slide" Target="/ppt/slides/slide1.xml" Id="Rf2df01b9128f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55840e2ba5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5f73938b5495f" /><Relationship Type="http://schemas.openxmlformats.org/officeDocument/2006/relationships/notesMaster" Target="/ppt/notesMasters/notesMaster1.xml" Id="Rdb1d86686a23423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素材ID：SEC-036</ns1:t>
            </ns1:r>
          </ns1:p>
          <ns1:p>
            <ns1:r>
              <ns1:t>论文：OCCUPY+PROBE: Cross-Privilege Branch Target Buffer Side-Channel Attacks at Instruction Granularity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4，PDF第4页</ns1:t>
            </ns1:r>
          </ns1:p>
          <ns1:p>
            <ns1:r>
              <ns1:t>类型：方法细节</ns1:t>
            </ns1:r>
          </ns1:p>
          <ns1:p>
            <ns1:r>
              <ns1:t>借鉴点：代码片段和缓存小矩阵成对出现，以占位、受害者执行、探测三阶段解释微架构侧信道。</ns1:t>
            </ns1:r>
          </ns1:p>
          <ns1:p>
            <ns1:r>
              <ns1:t>论文URL：https://www.ndss-symposium.org/wp-content/uploads/2026-s925-paper.pdf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acbc6cdd248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466be581604e38" /><Relationship Type="http://schemas.openxmlformats.org/officeDocument/2006/relationships/slideLayout" Target="/ppt/slideLayouts/slideLayout1.xml" Id="Rf2a0c923cf764b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a0c923cf764b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95645b0644856" /><Relationship Type="http://schemas.openxmlformats.org/officeDocument/2006/relationships/notesSlide" Target="/ppt/notesSlides/notesSlide1.xml" Id="Rca19f521292040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473DCE-B37B-4565-AB69-5E50CCA2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046"/>
            <a:ext cx="7172621" cy="2112180"/>
          </a:xfrm>
          <a:custGeom xmlns:a="http://schemas.openxmlformats.org/drawingml/2006/main">
            <a:pathLst>
              <a:path w="7172621" h="2112180">
                <a:moveTo>
                  <a:pt x="7172621" y="2112180"/>
                </a:moveTo>
                <a:lnTo>
                  <a:pt x="7172621" y="0"/>
                </a:lnTo>
                <a:lnTo>
                  <a:pt x="0" y="0"/>
                </a:lnTo>
                <a:lnTo>
                  <a:pt x="0" y="2112180"/>
                </a:lnTo>
                <a:lnTo>
                  <a:pt x="7172621" y="21121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1C652D-3482-4525-BC5D-5CBB1C9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5" y="63943"/>
            <a:ext cx="2128506" cy="2085651"/>
          </a:xfrm>
          <a:custGeom xmlns:a="http://schemas.openxmlformats.org/drawingml/2006/main">
            <a:pathLst>
              <a:path w="2128506" h="2085651">
                <a:moveTo>
                  <a:pt x="0" y="0"/>
                </a:moveTo>
                <a:lnTo>
                  <a:pt x="2128506" y="0"/>
                </a:lnTo>
                <a:lnTo>
                  <a:pt x="2128506" y="2085651"/>
                </a:lnTo>
                <a:lnTo>
                  <a:pt x="0" y="20856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3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①Occupyphase(usermode)">
            <a:extLst xmlns:a="http://schemas.openxmlformats.org/drawingml/2006/main">
              <a:ext uri="{FF2B5EF4-FFF2-40B4-BE49-F238E27FC236}">
                <a16:creationId xmlns:a16="http://schemas.microsoft.com/office/drawing/2014/main" id="{D4166B71-1D91-48C7-8269-1E973440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40" y="119433"/>
            <a:ext cx="2031984" cy="164916"/>
          </a:xfrm>
          <a:custGeom xmlns:a="http://schemas.openxmlformats.org/drawingml/2006/main">
            <a:pathLst>
              <a:path w="2031984" h="164916">
                <a:moveTo>
                  <a:pt x="82789" y="0"/>
                </a:moveTo>
                <a:cubicBezTo>
                  <a:pt x="133185" y="4687"/>
                  <a:pt x="160726" y="32118"/>
                  <a:pt x="165413" y="82293"/>
                </a:cubicBezTo>
                <a:cubicBezTo>
                  <a:pt x="160671" y="132358"/>
                  <a:pt x="133130" y="159733"/>
                  <a:pt x="82789" y="164420"/>
                </a:cubicBezTo>
                <a:cubicBezTo>
                  <a:pt x="32283" y="159789"/>
                  <a:pt x="4687" y="132413"/>
                  <a:pt x="0" y="82293"/>
                </a:cubicBezTo>
                <a:cubicBezTo>
                  <a:pt x="4687" y="32062"/>
                  <a:pt x="32283" y="4632"/>
                  <a:pt x="82789" y="0"/>
                </a:cubicBezTo>
                <a:moveTo>
                  <a:pt x="82789" y="8436"/>
                </a:moveTo>
                <a:cubicBezTo>
                  <a:pt x="38072" y="12682"/>
                  <a:pt x="13619" y="37301"/>
                  <a:pt x="9429" y="82293"/>
                </a:cubicBezTo>
                <a:cubicBezTo>
                  <a:pt x="13619" y="127285"/>
                  <a:pt x="38072" y="151904"/>
                  <a:pt x="82789" y="156150"/>
                </a:cubicBezTo>
                <a:cubicBezTo>
                  <a:pt x="127506" y="151904"/>
                  <a:pt x="151959" y="127285"/>
                  <a:pt x="156150" y="82293"/>
                </a:cubicBezTo>
                <a:cubicBezTo>
                  <a:pt x="151959" y="37301"/>
                  <a:pt x="127506" y="12682"/>
                  <a:pt x="82789" y="8436"/>
                </a:cubicBezTo>
                <a:moveTo>
                  <a:pt x="77579" y="141924"/>
                </a:moveTo>
                <a:lnTo>
                  <a:pt x="77579" y="57067"/>
                </a:lnTo>
                <a:lnTo>
                  <a:pt x="48052" y="57067"/>
                </a:lnTo>
                <a:lnTo>
                  <a:pt x="48052" y="45158"/>
                </a:lnTo>
                <a:cubicBezTo>
                  <a:pt x="59411" y="44717"/>
                  <a:pt x="67047" y="42980"/>
                  <a:pt x="70962" y="39947"/>
                </a:cubicBezTo>
                <a:cubicBezTo>
                  <a:pt x="75649" y="36694"/>
                  <a:pt x="78681" y="30877"/>
                  <a:pt x="80060" y="22496"/>
                </a:cubicBezTo>
                <a:lnTo>
                  <a:pt x="94120" y="22496"/>
                </a:lnTo>
                <a:lnTo>
                  <a:pt x="94120" y="141924"/>
                </a:lnTo>
                <a:lnTo>
                  <a:pt x="77579" y="141924"/>
                </a:lnTo>
                <a:close/>
                <a:moveTo>
                  <a:pt x="312975" y="80057"/>
                </a:moveTo>
                <a:cubicBezTo>
                  <a:pt x="312975" y="88948"/>
                  <a:pt x="311872" y="96900"/>
                  <a:pt x="309666" y="103913"/>
                </a:cubicBezTo>
                <a:cubicBezTo>
                  <a:pt x="307461" y="110926"/>
                  <a:pt x="304180" y="116876"/>
                  <a:pt x="299824" y="121764"/>
                </a:cubicBezTo>
                <a:cubicBezTo>
                  <a:pt x="295468" y="126651"/>
                  <a:pt x="290079" y="130378"/>
                  <a:pt x="283655" y="132945"/>
                </a:cubicBezTo>
                <a:cubicBezTo>
                  <a:pt x="277232" y="135513"/>
                  <a:pt x="269802" y="136796"/>
                  <a:pt x="261366" y="136796"/>
                </a:cubicBezTo>
                <a:cubicBezTo>
                  <a:pt x="253040" y="136796"/>
                  <a:pt x="245776" y="135706"/>
                  <a:pt x="239573" y="133524"/>
                </a:cubicBezTo>
                <a:cubicBezTo>
                  <a:pt x="233370" y="131343"/>
                  <a:pt x="228201" y="128016"/>
                  <a:pt x="224065" y="123543"/>
                </a:cubicBezTo>
                <a:cubicBezTo>
                  <a:pt x="219930" y="119070"/>
                  <a:pt x="216829" y="113383"/>
                  <a:pt x="214761" y="106482"/>
                </a:cubicBezTo>
                <a:cubicBezTo>
                  <a:pt x="212693" y="99579"/>
                  <a:pt x="211659" y="91406"/>
                  <a:pt x="211659" y="81962"/>
                </a:cubicBezTo>
                <a:cubicBezTo>
                  <a:pt x="211659" y="73293"/>
                  <a:pt x="212762" y="65494"/>
                  <a:pt x="214968" y="58564"/>
                </a:cubicBezTo>
                <a:cubicBezTo>
                  <a:pt x="217173" y="51634"/>
                  <a:pt x="220454" y="45739"/>
                  <a:pt x="224810" y="40880"/>
                </a:cubicBezTo>
                <a:cubicBezTo>
                  <a:pt x="229166" y="36019"/>
                  <a:pt x="234555" y="32292"/>
                  <a:pt x="240979" y="29697"/>
                </a:cubicBezTo>
                <a:cubicBezTo>
                  <a:pt x="247402" y="27102"/>
                  <a:pt x="254860" y="25804"/>
                  <a:pt x="263351" y="25804"/>
                </a:cubicBezTo>
                <a:cubicBezTo>
                  <a:pt x="271456" y="25804"/>
                  <a:pt x="278610" y="26881"/>
                  <a:pt x="284813" y="29035"/>
                </a:cubicBezTo>
                <a:cubicBezTo>
                  <a:pt x="291016" y="31189"/>
                  <a:pt x="296199" y="34502"/>
                  <a:pt x="300362" y="38975"/>
                </a:cubicBezTo>
                <a:cubicBezTo>
                  <a:pt x="304525" y="43447"/>
                  <a:pt x="307668" y="49092"/>
                  <a:pt x="309790" y="55912"/>
                </a:cubicBezTo>
                <a:cubicBezTo>
                  <a:pt x="311913" y="62732"/>
                  <a:pt x="312975" y="70780"/>
                  <a:pt x="312975" y="80057"/>
                </a:cubicBezTo>
                <a:moveTo>
                  <a:pt x="290148" y="81176"/>
                </a:moveTo>
                <a:cubicBezTo>
                  <a:pt x="290148" y="75545"/>
                  <a:pt x="289707" y="70425"/>
                  <a:pt x="288824" y="65816"/>
                </a:cubicBezTo>
                <a:cubicBezTo>
                  <a:pt x="287942" y="61207"/>
                  <a:pt x="286440" y="57260"/>
                  <a:pt x="284317" y="53976"/>
                </a:cubicBezTo>
                <a:cubicBezTo>
                  <a:pt x="282194" y="50692"/>
                  <a:pt x="279368" y="48153"/>
                  <a:pt x="275840" y="46359"/>
                </a:cubicBezTo>
                <a:cubicBezTo>
                  <a:pt x="272311" y="44566"/>
                  <a:pt x="267900" y="43669"/>
                  <a:pt x="262607" y="43669"/>
                </a:cubicBezTo>
                <a:cubicBezTo>
                  <a:pt x="257258" y="43669"/>
                  <a:pt x="252792" y="44677"/>
                  <a:pt x="249208" y="46693"/>
                </a:cubicBezTo>
                <a:cubicBezTo>
                  <a:pt x="245624" y="48707"/>
                  <a:pt x="242729" y="51398"/>
                  <a:pt x="240524" y="54765"/>
                </a:cubicBezTo>
                <a:cubicBezTo>
                  <a:pt x="238318" y="58131"/>
                  <a:pt x="236761" y="62064"/>
                  <a:pt x="235851" y="66563"/>
                </a:cubicBezTo>
                <a:cubicBezTo>
                  <a:pt x="234941" y="71062"/>
                  <a:pt x="234486" y="75823"/>
                  <a:pt x="234486" y="80845"/>
                </a:cubicBezTo>
                <a:cubicBezTo>
                  <a:pt x="234486" y="86697"/>
                  <a:pt x="234927" y="91955"/>
                  <a:pt x="235810" y="96619"/>
                </a:cubicBezTo>
                <a:cubicBezTo>
                  <a:pt x="236692" y="101283"/>
                  <a:pt x="238181" y="105271"/>
                  <a:pt x="240276" y="108583"/>
                </a:cubicBezTo>
                <a:cubicBezTo>
                  <a:pt x="242371" y="111895"/>
                  <a:pt x="245183" y="114420"/>
                  <a:pt x="248712" y="116158"/>
                </a:cubicBezTo>
                <a:cubicBezTo>
                  <a:pt x="252241" y="117897"/>
                  <a:pt x="256679" y="118766"/>
                  <a:pt x="262028" y="118766"/>
                </a:cubicBezTo>
                <a:cubicBezTo>
                  <a:pt x="267376" y="118766"/>
                  <a:pt x="271842" y="117773"/>
                  <a:pt x="275426" y="115786"/>
                </a:cubicBezTo>
                <a:cubicBezTo>
                  <a:pt x="279010" y="113798"/>
                  <a:pt x="281905" y="111093"/>
                  <a:pt x="284110" y="107671"/>
                </a:cubicBezTo>
                <a:cubicBezTo>
                  <a:pt x="286316" y="104249"/>
                  <a:pt x="287873" y="100261"/>
                  <a:pt x="288783" y="95707"/>
                </a:cubicBezTo>
                <a:cubicBezTo>
                  <a:pt x="289693" y="91153"/>
                  <a:pt x="290148" y="86309"/>
                  <a:pt x="290148" y="81176"/>
                </a:cubicBezTo>
                <a:close/>
                <a:moveTo>
                  <a:pt x="384709" y="120255"/>
                </a:moveTo>
                <a:cubicBezTo>
                  <a:pt x="384709" y="121689"/>
                  <a:pt x="384668" y="122888"/>
                  <a:pt x="384585" y="123853"/>
                </a:cubicBezTo>
                <a:cubicBezTo>
                  <a:pt x="384502" y="124818"/>
                  <a:pt x="384392" y="125631"/>
                  <a:pt x="384254" y="126293"/>
                </a:cubicBezTo>
                <a:cubicBezTo>
                  <a:pt x="384117" y="126954"/>
                  <a:pt x="383951" y="127492"/>
                  <a:pt x="383758" y="127905"/>
                </a:cubicBezTo>
                <a:cubicBezTo>
                  <a:pt x="383565" y="128319"/>
                  <a:pt x="383138" y="128843"/>
                  <a:pt x="382476" y="129477"/>
                </a:cubicBezTo>
                <a:cubicBezTo>
                  <a:pt x="381815" y="130111"/>
                  <a:pt x="380684" y="130883"/>
                  <a:pt x="379085" y="131793"/>
                </a:cubicBezTo>
                <a:cubicBezTo>
                  <a:pt x="377486" y="132702"/>
                  <a:pt x="375667" y="133516"/>
                  <a:pt x="373627" y="134232"/>
                </a:cubicBezTo>
                <a:cubicBezTo>
                  <a:pt x="371587" y="134949"/>
                  <a:pt x="369367" y="135528"/>
                  <a:pt x="366969" y="135969"/>
                </a:cubicBezTo>
                <a:cubicBezTo>
                  <a:pt x="364570" y="136410"/>
                  <a:pt x="362103" y="136631"/>
                  <a:pt x="359567" y="136631"/>
                </a:cubicBezTo>
                <a:cubicBezTo>
                  <a:pt x="353887" y="136631"/>
                  <a:pt x="348856" y="135749"/>
                  <a:pt x="344473" y="133984"/>
                </a:cubicBezTo>
                <a:cubicBezTo>
                  <a:pt x="340089" y="132220"/>
                  <a:pt x="336409" y="129615"/>
                  <a:pt x="333431" y="126168"/>
                </a:cubicBezTo>
                <a:cubicBezTo>
                  <a:pt x="330454" y="122722"/>
                  <a:pt x="328207" y="118518"/>
                  <a:pt x="326691" y="113556"/>
                </a:cubicBezTo>
                <a:cubicBezTo>
                  <a:pt x="325174" y="108593"/>
                  <a:pt x="324416" y="102914"/>
                  <a:pt x="324416" y="96518"/>
                </a:cubicBezTo>
                <a:cubicBezTo>
                  <a:pt x="324416" y="89130"/>
                  <a:pt x="325340" y="82748"/>
                  <a:pt x="327187" y="77372"/>
                </a:cubicBezTo>
                <a:cubicBezTo>
                  <a:pt x="329034" y="71996"/>
                  <a:pt x="331612" y="67544"/>
                  <a:pt x="334920" y="64015"/>
                </a:cubicBezTo>
                <a:cubicBezTo>
                  <a:pt x="338228" y="60486"/>
                  <a:pt x="342143" y="57867"/>
                  <a:pt x="346664" y="56158"/>
                </a:cubicBezTo>
                <a:cubicBezTo>
                  <a:pt x="351186" y="54448"/>
                  <a:pt x="356148" y="53594"/>
                  <a:pt x="361551" y="53594"/>
                </a:cubicBezTo>
                <a:cubicBezTo>
                  <a:pt x="363757" y="53594"/>
                  <a:pt x="365921" y="53787"/>
                  <a:pt x="368044" y="54173"/>
                </a:cubicBezTo>
                <a:cubicBezTo>
                  <a:pt x="370167" y="54559"/>
                  <a:pt x="372152" y="55082"/>
                  <a:pt x="373999" y="55744"/>
                </a:cubicBezTo>
                <a:cubicBezTo>
                  <a:pt x="375846" y="56406"/>
                  <a:pt x="377500" y="57150"/>
                  <a:pt x="378961" y="57977"/>
                </a:cubicBezTo>
                <a:cubicBezTo>
                  <a:pt x="380422" y="58804"/>
                  <a:pt x="381456" y="59521"/>
                  <a:pt x="382063" y="60127"/>
                </a:cubicBezTo>
                <a:cubicBezTo>
                  <a:pt x="382669" y="60734"/>
                  <a:pt x="383096" y="61244"/>
                  <a:pt x="383345" y="61658"/>
                </a:cubicBezTo>
                <a:cubicBezTo>
                  <a:pt x="383593" y="62071"/>
                  <a:pt x="383786" y="62609"/>
                  <a:pt x="383924" y="63270"/>
                </a:cubicBezTo>
                <a:cubicBezTo>
                  <a:pt x="384061" y="63932"/>
                  <a:pt x="384172" y="64745"/>
                  <a:pt x="384254" y="65710"/>
                </a:cubicBezTo>
                <a:cubicBezTo>
                  <a:pt x="384337" y="66675"/>
                  <a:pt x="384378" y="67847"/>
                  <a:pt x="384378" y="69225"/>
                </a:cubicBezTo>
                <a:cubicBezTo>
                  <a:pt x="384378" y="72423"/>
                  <a:pt x="384103" y="74670"/>
                  <a:pt x="383551" y="75966"/>
                </a:cubicBezTo>
                <a:cubicBezTo>
                  <a:pt x="383000" y="77261"/>
                  <a:pt x="382283" y="77909"/>
                  <a:pt x="381401" y="77909"/>
                </a:cubicBezTo>
                <a:cubicBezTo>
                  <a:pt x="380464" y="77909"/>
                  <a:pt x="379471" y="77523"/>
                  <a:pt x="378424" y="76751"/>
                </a:cubicBezTo>
                <a:cubicBezTo>
                  <a:pt x="377376" y="75980"/>
                  <a:pt x="376135" y="75125"/>
                  <a:pt x="374702" y="74188"/>
                </a:cubicBezTo>
                <a:cubicBezTo>
                  <a:pt x="373268" y="73250"/>
                  <a:pt x="371559" y="72396"/>
                  <a:pt x="369574" y="71624"/>
                </a:cubicBezTo>
                <a:cubicBezTo>
                  <a:pt x="367589" y="70852"/>
                  <a:pt x="365218" y="70466"/>
                  <a:pt x="362461" y="70466"/>
                </a:cubicBezTo>
                <a:cubicBezTo>
                  <a:pt x="357058" y="70466"/>
                  <a:pt x="352922" y="72547"/>
                  <a:pt x="350055" y="76710"/>
                </a:cubicBezTo>
                <a:cubicBezTo>
                  <a:pt x="347188" y="80873"/>
                  <a:pt x="345755" y="86979"/>
                  <a:pt x="345755" y="95030"/>
                </a:cubicBezTo>
                <a:cubicBezTo>
                  <a:pt x="345755" y="98999"/>
                  <a:pt x="346113" y="102501"/>
                  <a:pt x="346830" y="105533"/>
                </a:cubicBezTo>
                <a:cubicBezTo>
                  <a:pt x="347547" y="108566"/>
                  <a:pt x="348608" y="111102"/>
                  <a:pt x="350014" y="113142"/>
                </a:cubicBezTo>
                <a:cubicBezTo>
                  <a:pt x="351420" y="115182"/>
                  <a:pt x="353184" y="116712"/>
                  <a:pt x="355307" y="117732"/>
                </a:cubicBezTo>
                <a:cubicBezTo>
                  <a:pt x="357430" y="118752"/>
                  <a:pt x="359897" y="119263"/>
                  <a:pt x="362709" y="119263"/>
                </a:cubicBezTo>
                <a:cubicBezTo>
                  <a:pt x="365577" y="119263"/>
                  <a:pt x="368044" y="118835"/>
                  <a:pt x="370112" y="117981"/>
                </a:cubicBezTo>
                <a:cubicBezTo>
                  <a:pt x="372179" y="117126"/>
                  <a:pt x="373985" y="116175"/>
                  <a:pt x="375529" y="115127"/>
                </a:cubicBezTo>
                <a:cubicBezTo>
                  <a:pt x="377073" y="114080"/>
                  <a:pt x="378368" y="113128"/>
                  <a:pt x="379416" y="112274"/>
                </a:cubicBezTo>
                <a:cubicBezTo>
                  <a:pt x="380464" y="111419"/>
                  <a:pt x="381346" y="110992"/>
                  <a:pt x="382063" y="110992"/>
                </a:cubicBezTo>
                <a:cubicBezTo>
                  <a:pt x="382559" y="110992"/>
                  <a:pt x="382972" y="111130"/>
                  <a:pt x="383303" y="111405"/>
                </a:cubicBezTo>
                <a:cubicBezTo>
                  <a:pt x="383634" y="111681"/>
                  <a:pt x="383896" y="112191"/>
                  <a:pt x="384089" y="112935"/>
                </a:cubicBezTo>
                <a:cubicBezTo>
                  <a:pt x="384282" y="113680"/>
                  <a:pt x="384434" y="114631"/>
                  <a:pt x="384544" y="115789"/>
                </a:cubicBezTo>
                <a:cubicBezTo>
                  <a:pt x="384654" y="116947"/>
                  <a:pt x="384709" y="118435"/>
                  <a:pt x="384709" y="120255"/>
                </a:cubicBezTo>
                <a:close/>
                <a:moveTo>
                  <a:pt x="454935" y="120255"/>
                </a:moveTo>
                <a:cubicBezTo>
                  <a:pt x="454935" y="121689"/>
                  <a:pt x="454894" y="122888"/>
                  <a:pt x="454811" y="123853"/>
                </a:cubicBezTo>
                <a:cubicBezTo>
                  <a:pt x="454728" y="124818"/>
                  <a:pt x="454618" y="125631"/>
                  <a:pt x="454480" y="126293"/>
                </a:cubicBezTo>
                <a:cubicBezTo>
                  <a:pt x="454343" y="126954"/>
                  <a:pt x="454177" y="127492"/>
                  <a:pt x="453984" y="127905"/>
                </a:cubicBezTo>
                <a:cubicBezTo>
                  <a:pt x="453791" y="128319"/>
                  <a:pt x="453364" y="128843"/>
                  <a:pt x="452702" y="129477"/>
                </a:cubicBezTo>
                <a:cubicBezTo>
                  <a:pt x="452041" y="130111"/>
                  <a:pt x="450910" y="130883"/>
                  <a:pt x="449311" y="131793"/>
                </a:cubicBezTo>
                <a:cubicBezTo>
                  <a:pt x="447712" y="132702"/>
                  <a:pt x="445893" y="133516"/>
                  <a:pt x="443853" y="134232"/>
                </a:cubicBezTo>
                <a:cubicBezTo>
                  <a:pt x="441813" y="134949"/>
                  <a:pt x="439593" y="135528"/>
                  <a:pt x="437195" y="135969"/>
                </a:cubicBezTo>
                <a:cubicBezTo>
                  <a:pt x="434796" y="136410"/>
                  <a:pt x="432329" y="136631"/>
                  <a:pt x="429793" y="136631"/>
                </a:cubicBezTo>
                <a:cubicBezTo>
                  <a:pt x="424113" y="136631"/>
                  <a:pt x="419082" y="135749"/>
                  <a:pt x="414699" y="133984"/>
                </a:cubicBezTo>
                <a:cubicBezTo>
                  <a:pt x="410315" y="132220"/>
                  <a:pt x="406635" y="129615"/>
                  <a:pt x="403657" y="126168"/>
                </a:cubicBezTo>
                <a:cubicBezTo>
                  <a:pt x="400680" y="122722"/>
                  <a:pt x="398433" y="118518"/>
                  <a:pt x="396917" y="113556"/>
                </a:cubicBezTo>
                <a:cubicBezTo>
                  <a:pt x="395400" y="108593"/>
                  <a:pt x="394642" y="102914"/>
                  <a:pt x="394642" y="96518"/>
                </a:cubicBezTo>
                <a:cubicBezTo>
                  <a:pt x="394642" y="89130"/>
                  <a:pt x="395566" y="82748"/>
                  <a:pt x="397413" y="77372"/>
                </a:cubicBezTo>
                <a:cubicBezTo>
                  <a:pt x="399260" y="71996"/>
                  <a:pt x="401838" y="67544"/>
                  <a:pt x="405146" y="64015"/>
                </a:cubicBezTo>
                <a:cubicBezTo>
                  <a:pt x="408454" y="60486"/>
                  <a:pt x="412369" y="57867"/>
                  <a:pt x="416890" y="56158"/>
                </a:cubicBezTo>
                <a:cubicBezTo>
                  <a:pt x="421412" y="54448"/>
                  <a:pt x="426374" y="53594"/>
                  <a:pt x="431777" y="53594"/>
                </a:cubicBezTo>
                <a:cubicBezTo>
                  <a:pt x="433983" y="53594"/>
                  <a:pt x="436147" y="53787"/>
                  <a:pt x="438270" y="54173"/>
                </a:cubicBezTo>
                <a:cubicBezTo>
                  <a:pt x="440393" y="54559"/>
                  <a:pt x="442378" y="55082"/>
                  <a:pt x="444225" y="55744"/>
                </a:cubicBezTo>
                <a:cubicBezTo>
                  <a:pt x="446072" y="56406"/>
                  <a:pt x="447726" y="57150"/>
                  <a:pt x="449187" y="57977"/>
                </a:cubicBezTo>
                <a:cubicBezTo>
                  <a:pt x="450648" y="58804"/>
                  <a:pt x="451682" y="59521"/>
                  <a:pt x="452289" y="60127"/>
                </a:cubicBezTo>
                <a:cubicBezTo>
                  <a:pt x="452895" y="60734"/>
                  <a:pt x="453322" y="61244"/>
                  <a:pt x="453571" y="61658"/>
                </a:cubicBezTo>
                <a:cubicBezTo>
                  <a:pt x="453819" y="62071"/>
                  <a:pt x="454012" y="62609"/>
                  <a:pt x="454150" y="63270"/>
                </a:cubicBezTo>
                <a:cubicBezTo>
                  <a:pt x="454287" y="63932"/>
                  <a:pt x="454398" y="64745"/>
                  <a:pt x="454480" y="65710"/>
                </a:cubicBezTo>
                <a:cubicBezTo>
                  <a:pt x="454563" y="66675"/>
                  <a:pt x="454604" y="67847"/>
                  <a:pt x="454604" y="69225"/>
                </a:cubicBezTo>
                <a:cubicBezTo>
                  <a:pt x="454604" y="72423"/>
                  <a:pt x="454329" y="74670"/>
                  <a:pt x="453777" y="75966"/>
                </a:cubicBezTo>
                <a:cubicBezTo>
                  <a:pt x="453226" y="77261"/>
                  <a:pt x="452509" y="77909"/>
                  <a:pt x="451627" y="77909"/>
                </a:cubicBezTo>
                <a:cubicBezTo>
                  <a:pt x="450690" y="77909"/>
                  <a:pt x="449697" y="77523"/>
                  <a:pt x="448650" y="76751"/>
                </a:cubicBezTo>
                <a:cubicBezTo>
                  <a:pt x="447602" y="75980"/>
                  <a:pt x="446361" y="75125"/>
                  <a:pt x="444928" y="74188"/>
                </a:cubicBezTo>
                <a:cubicBezTo>
                  <a:pt x="443494" y="73250"/>
                  <a:pt x="441785" y="72396"/>
                  <a:pt x="439800" y="71624"/>
                </a:cubicBezTo>
                <a:cubicBezTo>
                  <a:pt x="437815" y="70852"/>
                  <a:pt x="435444" y="70466"/>
                  <a:pt x="432687" y="70466"/>
                </a:cubicBezTo>
                <a:cubicBezTo>
                  <a:pt x="427284" y="70466"/>
                  <a:pt x="423148" y="72547"/>
                  <a:pt x="420281" y="76710"/>
                </a:cubicBezTo>
                <a:cubicBezTo>
                  <a:pt x="417414" y="80873"/>
                  <a:pt x="415981" y="86979"/>
                  <a:pt x="415981" y="95030"/>
                </a:cubicBezTo>
                <a:cubicBezTo>
                  <a:pt x="415981" y="98999"/>
                  <a:pt x="416339" y="102501"/>
                  <a:pt x="417056" y="105533"/>
                </a:cubicBezTo>
                <a:cubicBezTo>
                  <a:pt x="417773" y="108566"/>
                  <a:pt x="418834" y="111102"/>
                  <a:pt x="420240" y="113142"/>
                </a:cubicBezTo>
                <a:cubicBezTo>
                  <a:pt x="421646" y="115182"/>
                  <a:pt x="423410" y="116712"/>
                  <a:pt x="425533" y="117732"/>
                </a:cubicBezTo>
                <a:cubicBezTo>
                  <a:pt x="427656" y="118752"/>
                  <a:pt x="430123" y="119263"/>
                  <a:pt x="432935" y="119263"/>
                </a:cubicBezTo>
                <a:cubicBezTo>
                  <a:pt x="435803" y="119263"/>
                  <a:pt x="438270" y="118835"/>
                  <a:pt x="440338" y="117981"/>
                </a:cubicBezTo>
                <a:cubicBezTo>
                  <a:pt x="442405" y="117126"/>
                  <a:pt x="444211" y="116175"/>
                  <a:pt x="445755" y="115127"/>
                </a:cubicBezTo>
                <a:cubicBezTo>
                  <a:pt x="447299" y="114080"/>
                  <a:pt x="448594" y="113128"/>
                  <a:pt x="449642" y="112274"/>
                </a:cubicBezTo>
                <a:cubicBezTo>
                  <a:pt x="450690" y="111419"/>
                  <a:pt x="451572" y="110992"/>
                  <a:pt x="452289" y="110992"/>
                </a:cubicBezTo>
                <a:cubicBezTo>
                  <a:pt x="452785" y="110992"/>
                  <a:pt x="453198" y="111130"/>
                  <a:pt x="453529" y="111405"/>
                </a:cubicBezTo>
                <a:cubicBezTo>
                  <a:pt x="453860" y="111681"/>
                  <a:pt x="454122" y="112191"/>
                  <a:pt x="454315" y="112935"/>
                </a:cubicBezTo>
                <a:cubicBezTo>
                  <a:pt x="454508" y="113680"/>
                  <a:pt x="454660" y="114631"/>
                  <a:pt x="454770" y="115789"/>
                </a:cubicBezTo>
                <a:cubicBezTo>
                  <a:pt x="454880" y="116947"/>
                  <a:pt x="454935" y="118435"/>
                  <a:pt x="454935" y="120255"/>
                </a:cubicBezTo>
                <a:close/>
                <a:moveTo>
                  <a:pt x="539304" y="131999"/>
                </a:moveTo>
                <a:cubicBezTo>
                  <a:pt x="539304" y="132551"/>
                  <a:pt x="539166" y="133033"/>
                  <a:pt x="538891" y="133447"/>
                </a:cubicBezTo>
                <a:cubicBezTo>
                  <a:pt x="538615" y="133860"/>
                  <a:pt x="538132" y="134205"/>
                  <a:pt x="537443" y="134480"/>
                </a:cubicBezTo>
                <a:cubicBezTo>
                  <a:pt x="536754" y="134756"/>
                  <a:pt x="535844" y="134963"/>
                  <a:pt x="534714" y="135101"/>
                </a:cubicBezTo>
                <a:cubicBezTo>
                  <a:pt x="533584" y="135239"/>
                  <a:pt x="532164" y="135308"/>
                  <a:pt x="530454" y="135308"/>
                </a:cubicBezTo>
                <a:cubicBezTo>
                  <a:pt x="528635" y="135308"/>
                  <a:pt x="527160" y="135239"/>
                  <a:pt x="526030" y="135101"/>
                </a:cubicBezTo>
                <a:cubicBezTo>
                  <a:pt x="524899" y="134963"/>
                  <a:pt x="524003" y="134756"/>
                  <a:pt x="523342" y="134480"/>
                </a:cubicBezTo>
                <a:cubicBezTo>
                  <a:pt x="522680" y="134205"/>
                  <a:pt x="522211" y="133860"/>
                  <a:pt x="521936" y="133447"/>
                </a:cubicBezTo>
                <a:cubicBezTo>
                  <a:pt x="521660" y="133033"/>
                  <a:pt x="521522" y="132551"/>
                  <a:pt x="521522" y="131999"/>
                </a:cubicBezTo>
                <a:lnTo>
                  <a:pt x="521522" y="123481"/>
                </a:lnTo>
                <a:cubicBezTo>
                  <a:pt x="517442" y="127919"/>
                  <a:pt x="513293" y="131248"/>
                  <a:pt x="509075" y="133467"/>
                </a:cubicBezTo>
                <a:cubicBezTo>
                  <a:pt x="504857" y="135687"/>
                  <a:pt x="500487" y="136796"/>
                  <a:pt x="495966" y="136796"/>
                </a:cubicBezTo>
                <a:cubicBezTo>
                  <a:pt x="490893" y="136796"/>
                  <a:pt x="486634" y="135968"/>
                  <a:pt x="483188" y="134312"/>
                </a:cubicBezTo>
                <a:cubicBezTo>
                  <a:pt x="479742" y="132657"/>
                  <a:pt x="476957" y="130394"/>
                  <a:pt x="474834" y="127525"/>
                </a:cubicBezTo>
                <a:cubicBezTo>
                  <a:pt x="472712" y="124655"/>
                  <a:pt x="471195" y="121329"/>
                  <a:pt x="470286" y="117549"/>
                </a:cubicBezTo>
                <a:cubicBezTo>
                  <a:pt x="469376" y="113767"/>
                  <a:pt x="468921" y="109061"/>
                  <a:pt x="468921" y="103432"/>
                </a:cubicBezTo>
                <a:lnTo>
                  <a:pt x="468921" y="58228"/>
                </a:lnTo>
                <a:cubicBezTo>
                  <a:pt x="468921" y="57676"/>
                  <a:pt x="469073" y="57194"/>
                  <a:pt x="469376" y="56780"/>
                </a:cubicBezTo>
                <a:cubicBezTo>
                  <a:pt x="469679" y="56365"/>
                  <a:pt x="470230" y="56020"/>
                  <a:pt x="471030" y="55744"/>
                </a:cubicBezTo>
                <a:cubicBezTo>
                  <a:pt x="471829" y="55468"/>
                  <a:pt x="472905" y="55262"/>
                  <a:pt x="474256" y="55124"/>
                </a:cubicBezTo>
                <a:cubicBezTo>
                  <a:pt x="475606" y="54986"/>
                  <a:pt x="477274" y="54917"/>
                  <a:pt x="479259" y="54917"/>
                </a:cubicBezTo>
                <a:cubicBezTo>
                  <a:pt x="481299" y="54917"/>
                  <a:pt x="482981" y="54986"/>
                  <a:pt x="484304" y="55124"/>
                </a:cubicBezTo>
                <a:cubicBezTo>
                  <a:pt x="485628" y="55262"/>
                  <a:pt x="486689" y="55468"/>
                  <a:pt x="487489" y="55744"/>
                </a:cubicBezTo>
                <a:cubicBezTo>
                  <a:pt x="488288" y="56020"/>
                  <a:pt x="488853" y="56364"/>
                  <a:pt x="489184" y="56778"/>
                </a:cubicBezTo>
                <a:cubicBezTo>
                  <a:pt x="489515" y="57191"/>
                  <a:pt x="489680" y="57674"/>
                  <a:pt x="489680" y="58225"/>
                </a:cubicBezTo>
                <a:lnTo>
                  <a:pt x="489680" y="99909"/>
                </a:lnTo>
                <a:cubicBezTo>
                  <a:pt x="489680" y="103769"/>
                  <a:pt x="489928" y="106719"/>
                  <a:pt x="490425" y="108759"/>
                </a:cubicBezTo>
                <a:cubicBezTo>
                  <a:pt x="490921" y="110799"/>
                  <a:pt x="491679" y="112550"/>
                  <a:pt x="492699" y="114011"/>
                </a:cubicBezTo>
                <a:cubicBezTo>
                  <a:pt x="493719" y="115472"/>
                  <a:pt x="495015" y="116602"/>
                  <a:pt x="496586" y="117402"/>
                </a:cubicBezTo>
                <a:cubicBezTo>
                  <a:pt x="498158" y="118201"/>
                  <a:pt x="499991" y="118601"/>
                  <a:pt x="502086" y="118601"/>
                </a:cubicBezTo>
                <a:cubicBezTo>
                  <a:pt x="504733" y="118601"/>
                  <a:pt x="507393" y="117636"/>
                  <a:pt x="510067" y="115706"/>
                </a:cubicBezTo>
                <a:cubicBezTo>
                  <a:pt x="512742" y="113776"/>
                  <a:pt x="515595" y="110964"/>
                  <a:pt x="518627" y="107270"/>
                </a:cubicBezTo>
                <a:lnTo>
                  <a:pt x="518627" y="58225"/>
                </a:lnTo>
                <a:cubicBezTo>
                  <a:pt x="518627" y="57674"/>
                  <a:pt x="518779" y="57191"/>
                  <a:pt x="519082" y="56778"/>
                </a:cubicBezTo>
                <a:cubicBezTo>
                  <a:pt x="519386" y="56364"/>
                  <a:pt x="519937" y="56020"/>
                  <a:pt x="520736" y="55744"/>
                </a:cubicBezTo>
                <a:cubicBezTo>
                  <a:pt x="521536" y="55468"/>
                  <a:pt x="522597" y="55262"/>
                  <a:pt x="523921" y="55124"/>
                </a:cubicBezTo>
                <a:cubicBezTo>
                  <a:pt x="525244" y="54986"/>
                  <a:pt x="526926" y="54917"/>
                  <a:pt x="528966" y="54917"/>
                </a:cubicBezTo>
                <a:cubicBezTo>
                  <a:pt x="531006" y="54917"/>
                  <a:pt x="532688" y="54986"/>
                  <a:pt x="534011" y="55124"/>
                </a:cubicBezTo>
                <a:cubicBezTo>
                  <a:pt x="535334" y="55262"/>
                  <a:pt x="536382" y="55468"/>
                  <a:pt x="537154" y="55744"/>
                </a:cubicBezTo>
                <a:cubicBezTo>
                  <a:pt x="537926" y="56020"/>
                  <a:pt x="538477" y="56364"/>
                  <a:pt x="538808" y="56778"/>
                </a:cubicBezTo>
                <a:cubicBezTo>
                  <a:pt x="539139" y="57191"/>
                  <a:pt x="539304" y="57674"/>
                  <a:pt x="539304" y="58225"/>
                </a:cubicBezTo>
                <a:lnTo>
                  <a:pt x="539304" y="131999"/>
                </a:lnTo>
                <a:close/>
                <a:moveTo>
                  <a:pt x="633649" y="94035"/>
                </a:moveTo>
                <a:cubicBezTo>
                  <a:pt x="633649" y="100610"/>
                  <a:pt x="632946" y="106535"/>
                  <a:pt x="631540" y="111811"/>
                </a:cubicBezTo>
                <a:cubicBezTo>
                  <a:pt x="630133" y="117087"/>
                  <a:pt x="628080" y="121576"/>
                  <a:pt x="625378" y="125277"/>
                </a:cubicBezTo>
                <a:cubicBezTo>
                  <a:pt x="622676" y="128978"/>
                  <a:pt x="619313" y="131824"/>
                  <a:pt x="615288" y="133814"/>
                </a:cubicBezTo>
                <a:cubicBezTo>
                  <a:pt x="611263" y="135802"/>
                  <a:pt x="606659" y="136796"/>
                  <a:pt x="601476" y="136796"/>
                </a:cubicBezTo>
                <a:cubicBezTo>
                  <a:pt x="599325" y="136796"/>
                  <a:pt x="597354" y="136589"/>
                  <a:pt x="595562" y="136173"/>
                </a:cubicBezTo>
                <a:cubicBezTo>
                  <a:pt x="593770" y="135760"/>
                  <a:pt x="592033" y="135125"/>
                  <a:pt x="590352" y="134269"/>
                </a:cubicBezTo>
                <a:cubicBezTo>
                  <a:pt x="588670" y="133412"/>
                  <a:pt x="587002" y="132349"/>
                  <a:pt x="585348" y="131079"/>
                </a:cubicBezTo>
                <a:cubicBezTo>
                  <a:pt x="583694" y="129808"/>
                  <a:pt x="581985" y="128315"/>
                  <a:pt x="580220" y="126603"/>
                </a:cubicBezTo>
                <a:lnTo>
                  <a:pt x="580220" y="161357"/>
                </a:lnTo>
                <a:cubicBezTo>
                  <a:pt x="580220" y="161909"/>
                  <a:pt x="580055" y="162405"/>
                  <a:pt x="579724" y="162846"/>
                </a:cubicBezTo>
                <a:cubicBezTo>
                  <a:pt x="579393" y="163289"/>
                  <a:pt x="578828" y="163662"/>
                  <a:pt x="578029" y="163965"/>
                </a:cubicBezTo>
                <a:cubicBezTo>
                  <a:pt x="577229" y="164269"/>
                  <a:pt x="576168" y="164503"/>
                  <a:pt x="574844" y="164668"/>
                </a:cubicBezTo>
                <a:cubicBezTo>
                  <a:pt x="573521" y="164834"/>
                  <a:pt x="571839" y="164916"/>
                  <a:pt x="569799" y="164916"/>
                </a:cubicBezTo>
                <a:cubicBezTo>
                  <a:pt x="567759" y="164916"/>
                  <a:pt x="566077" y="164834"/>
                  <a:pt x="564754" y="164668"/>
                </a:cubicBezTo>
                <a:cubicBezTo>
                  <a:pt x="563431" y="164503"/>
                  <a:pt x="562369" y="164269"/>
                  <a:pt x="561570" y="163965"/>
                </a:cubicBezTo>
                <a:cubicBezTo>
                  <a:pt x="560770" y="163662"/>
                  <a:pt x="560205" y="163289"/>
                  <a:pt x="559874" y="162846"/>
                </a:cubicBezTo>
                <a:cubicBezTo>
                  <a:pt x="559544" y="162405"/>
                  <a:pt x="559378" y="161909"/>
                  <a:pt x="559378" y="161357"/>
                </a:cubicBezTo>
                <a:lnTo>
                  <a:pt x="559378" y="58228"/>
                </a:lnTo>
                <a:cubicBezTo>
                  <a:pt x="559378" y="57676"/>
                  <a:pt x="559516" y="57194"/>
                  <a:pt x="559792" y="56780"/>
                </a:cubicBezTo>
                <a:cubicBezTo>
                  <a:pt x="560067" y="56365"/>
                  <a:pt x="560550" y="56020"/>
                  <a:pt x="561239" y="55744"/>
                </a:cubicBezTo>
                <a:cubicBezTo>
                  <a:pt x="561928" y="55468"/>
                  <a:pt x="562838" y="55262"/>
                  <a:pt x="563968" y="55124"/>
                </a:cubicBezTo>
                <a:cubicBezTo>
                  <a:pt x="565099" y="54986"/>
                  <a:pt x="566519" y="54917"/>
                  <a:pt x="568228" y="54917"/>
                </a:cubicBezTo>
                <a:cubicBezTo>
                  <a:pt x="569882" y="54917"/>
                  <a:pt x="571274" y="54986"/>
                  <a:pt x="572404" y="55124"/>
                </a:cubicBezTo>
                <a:cubicBezTo>
                  <a:pt x="573535" y="55260"/>
                  <a:pt x="574445" y="55466"/>
                  <a:pt x="575134" y="55741"/>
                </a:cubicBezTo>
                <a:cubicBezTo>
                  <a:pt x="575823" y="56015"/>
                  <a:pt x="576305" y="56358"/>
                  <a:pt x="576581" y="56770"/>
                </a:cubicBezTo>
                <a:cubicBezTo>
                  <a:pt x="576857" y="57180"/>
                  <a:pt x="576995" y="57660"/>
                  <a:pt x="576995" y="58210"/>
                </a:cubicBezTo>
                <a:lnTo>
                  <a:pt x="576995" y="66853"/>
                </a:lnTo>
                <a:cubicBezTo>
                  <a:pt x="579145" y="64644"/>
                  <a:pt x="581254" y="62697"/>
                  <a:pt x="583322" y="61011"/>
                </a:cubicBezTo>
                <a:cubicBezTo>
                  <a:pt x="585389" y="59326"/>
                  <a:pt x="587498" y="57918"/>
                  <a:pt x="589649" y="56786"/>
                </a:cubicBezTo>
                <a:cubicBezTo>
                  <a:pt x="591799" y="55652"/>
                  <a:pt x="594018" y="54809"/>
                  <a:pt x="596307" y="54258"/>
                </a:cubicBezTo>
                <a:cubicBezTo>
                  <a:pt x="598595" y="53705"/>
                  <a:pt x="601035" y="53428"/>
                  <a:pt x="603626" y="53428"/>
                </a:cubicBezTo>
                <a:cubicBezTo>
                  <a:pt x="609030" y="53428"/>
                  <a:pt x="613634" y="54492"/>
                  <a:pt x="617438" y="56620"/>
                </a:cubicBezTo>
                <a:cubicBezTo>
                  <a:pt x="621243" y="58746"/>
                  <a:pt x="624344" y="61660"/>
                  <a:pt x="626743" y="65361"/>
                </a:cubicBezTo>
                <a:cubicBezTo>
                  <a:pt x="629141" y="69062"/>
                  <a:pt x="630892" y="73372"/>
                  <a:pt x="631994" y="78289"/>
                </a:cubicBezTo>
                <a:cubicBezTo>
                  <a:pt x="633097" y="83207"/>
                  <a:pt x="633649" y="88455"/>
                  <a:pt x="633649" y="94035"/>
                </a:cubicBezTo>
                <a:moveTo>
                  <a:pt x="611979" y="95567"/>
                </a:moveTo>
                <a:cubicBezTo>
                  <a:pt x="611979" y="92419"/>
                  <a:pt x="611745" y="89395"/>
                  <a:pt x="611276" y="86495"/>
                </a:cubicBezTo>
                <a:cubicBezTo>
                  <a:pt x="610808" y="83595"/>
                  <a:pt x="610008" y="81013"/>
                  <a:pt x="608878" y="78749"/>
                </a:cubicBezTo>
                <a:cubicBezTo>
                  <a:pt x="607748" y="76485"/>
                  <a:pt x="606259" y="74677"/>
                  <a:pt x="604412" y="73324"/>
                </a:cubicBezTo>
                <a:cubicBezTo>
                  <a:pt x="602565" y="71970"/>
                  <a:pt x="600263" y="71293"/>
                  <a:pt x="597506" y="71293"/>
                </a:cubicBezTo>
                <a:cubicBezTo>
                  <a:pt x="596127" y="71293"/>
                  <a:pt x="594763" y="71500"/>
                  <a:pt x="593412" y="71913"/>
                </a:cubicBezTo>
                <a:cubicBezTo>
                  <a:pt x="592061" y="72325"/>
                  <a:pt x="590683" y="72999"/>
                  <a:pt x="589277" y="73934"/>
                </a:cubicBezTo>
                <a:cubicBezTo>
                  <a:pt x="587871" y="74870"/>
                  <a:pt x="586423" y="76081"/>
                  <a:pt x="584934" y="77568"/>
                </a:cubicBezTo>
                <a:cubicBezTo>
                  <a:pt x="583446" y="79053"/>
                  <a:pt x="581874" y="80896"/>
                  <a:pt x="580220" y="83097"/>
                </a:cubicBezTo>
                <a:lnTo>
                  <a:pt x="580220" y="107459"/>
                </a:lnTo>
                <a:cubicBezTo>
                  <a:pt x="583143" y="111172"/>
                  <a:pt x="585927" y="114040"/>
                  <a:pt x="588574" y="116063"/>
                </a:cubicBezTo>
                <a:cubicBezTo>
                  <a:pt x="591220" y="118086"/>
                  <a:pt x="593977" y="119097"/>
                  <a:pt x="596844" y="119097"/>
                </a:cubicBezTo>
                <a:cubicBezTo>
                  <a:pt x="599546" y="119097"/>
                  <a:pt x="601848" y="118407"/>
                  <a:pt x="603750" y="117027"/>
                </a:cubicBezTo>
                <a:cubicBezTo>
                  <a:pt x="605652" y="115645"/>
                  <a:pt x="607210" y="113836"/>
                  <a:pt x="608423" y="111599"/>
                </a:cubicBezTo>
                <a:cubicBezTo>
                  <a:pt x="609636" y="109363"/>
                  <a:pt x="610532" y="106836"/>
                  <a:pt x="611111" y="104019"/>
                </a:cubicBezTo>
                <a:cubicBezTo>
                  <a:pt x="611690" y="101202"/>
                  <a:pt x="611979" y="98384"/>
                  <a:pt x="611979" y="95567"/>
                </a:cubicBezTo>
                <a:close/>
                <a:moveTo>
                  <a:pt x="691334" y="134811"/>
                </a:moveTo>
                <a:lnTo>
                  <a:pt x="682402" y="161019"/>
                </a:lnTo>
                <a:cubicBezTo>
                  <a:pt x="681906" y="162401"/>
                  <a:pt x="680555" y="163396"/>
                  <a:pt x="678349" y="164004"/>
                </a:cubicBezTo>
                <a:cubicBezTo>
                  <a:pt x="676144" y="164612"/>
                  <a:pt x="672918" y="164916"/>
                  <a:pt x="668673" y="164916"/>
                </a:cubicBezTo>
                <a:cubicBezTo>
                  <a:pt x="666467" y="164916"/>
                  <a:pt x="664703" y="164819"/>
                  <a:pt x="663380" y="164624"/>
                </a:cubicBezTo>
                <a:cubicBezTo>
                  <a:pt x="662056" y="164431"/>
                  <a:pt x="661064" y="164113"/>
                  <a:pt x="660402" y="163671"/>
                </a:cubicBezTo>
                <a:cubicBezTo>
                  <a:pt x="659740" y="163230"/>
                  <a:pt x="659382" y="162677"/>
                  <a:pt x="659327" y="162014"/>
                </a:cubicBezTo>
                <a:cubicBezTo>
                  <a:pt x="659272" y="161351"/>
                  <a:pt x="659437" y="160548"/>
                  <a:pt x="659823" y="159608"/>
                </a:cubicBezTo>
                <a:lnTo>
                  <a:pt x="669665" y="134811"/>
                </a:lnTo>
                <a:cubicBezTo>
                  <a:pt x="668948" y="134480"/>
                  <a:pt x="668301" y="133970"/>
                  <a:pt x="667722" y="133281"/>
                </a:cubicBezTo>
                <a:cubicBezTo>
                  <a:pt x="667143" y="132592"/>
                  <a:pt x="666715" y="131861"/>
                  <a:pt x="666440" y="131090"/>
                </a:cubicBezTo>
                <a:lnTo>
                  <a:pt x="641049" y="63270"/>
                </a:lnTo>
                <a:cubicBezTo>
                  <a:pt x="640332" y="61341"/>
                  <a:pt x="639974" y="59866"/>
                  <a:pt x="639974" y="58846"/>
                </a:cubicBezTo>
                <a:cubicBezTo>
                  <a:pt x="639974" y="57826"/>
                  <a:pt x="640304" y="57026"/>
                  <a:pt x="640966" y="56447"/>
                </a:cubicBezTo>
                <a:cubicBezTo>
                  <a:pt x="641628" y="55868"/>
                  <a:pt x="642744" y="55468"/>
                  <a:pt x="644316" y="55248"/>
                </a:cubicBezTo>
                <a:cubicBezTo>
                  <a:pt x="645887" y="55027"/>
                  <a:pt x="647969" y="54917"/>
                  <a:pt x="650560" y="54917"/>
                </a:cubicBezTo>
                <a:cubicBezTo>
                  <a:pt x="652931" y="54917"/>
                  <a:pt x="654806" y="54958"/>
                  <a:pt x="656184" y="55041"/>
                </a:cubicBezTo>
                <a:cubicBezTo>
                  <a:pt x="657563" y="55124"/>
                  <a:pt x="658638" y="55331"/>
                  <a:pt x="659410" y="55661"/>
                </a:cubicBezTo>
                <a:cubicBezTo>
                  <a:pt x="660182" y="55992"/>
                  <a:pt x="660761" y="56502"/>
                  <a:pt x="661146" y="57191"/>
                </a:cubicBezTo>
                <a:cubicBezTo>
                  <a:pt x="661532" y="57881"/>
                  <a:pt x="661918" y="58859"/>
                  <a:pt x="662304" y="60127"/>
                </a:cubicBezTo>
                <a:lnTo>
                  <a:pt x="679673" y="109503"/>
                </a:lnTo>
                <a:lnTo>
                  <a:pt x="679921" y="109503"/>
                </a:lnTo>
                <a:lnTo>
                  <a:pt x="695800" y="59135"/>
                </a:lnTo>
                <a:cubicBezTo>
                  <a:pt x="696131" y="57701"/>
                  <a:pt x="696559" y="56750"/>
                  <a:pt x="697082" y="56282"/>
                </a:cubicBezTo>
                <a:cubicBezTo>
                  <a:pt x="697606" y="55813"/>
                  <a:pt x="698475" y="55468"/>
                  <a:pt x="699688" y="55248"/>
                </a:cubicBezTo>
                <a:cubicBezTo>
                  <a:pt x="700901" y="55027"/>
                  <a:pt x="703023" y="54917"/>
                  <a:pt x="706056" y="54917"/>
                </a:cubicBezTo>
                <a:cubicBezTo>
                  <a:pt x="708427" y="54917"/>
                  <a:pt x="710398" y="55027"/>
                  <a:pt x="711969" y="55248"/>
                </a:cubicBezTo>
                <a:cubicBezTo>
                  <a:pt x="713541" y="55468"/>
                  <a:pt x="714699" y="55882"/>
                  <a:pt x="715443" y="56488"/>
                </a:cubicBezTo>
                <a:cubicBezTo>
                  <a:pt x="716188" y="57095"/>
                  <a:pt x="716560" y="57908"/>
                  <a:pt x="716560" y="58928"/>
                </a:cubicBezTo>
                <a:cubicBezTo>
                  <a:pt x="716560" y="59948"/>
                  <a:pt x="716339" y="61148"/>
                  <a:pt x="715898" y="62526"/>
                </a:cubicBezTo>
                <a:lnTo>
                  <a:pt x="691334" y="134811"/>
                </a:lnTo>
                <a:close/>
                <a:moveTo>
                  <a:pt x="840699" y="94035"/>
                </a:moveTo>
                <a:cubicBezTo>
                  <a:pt x="840699" y="100610"/>
                  <a:pt x="839996" y="106535"/>
                  <a:pt x="838590" y="111811"/>
                </a:cubicBezTo>
                <a:cubicBezTo>
                  <a:pt x="837184" y="117087"/>
                  <a:pt x="835131" y="121576"/>
                  <a:pt x="832429" y="125277"/>
                </a:cubicBezTo>
                <a:cubicBezTo>
                  <a:pt x="829727" y="128978"/>
                  <a:pt x="826364" y="131824"/>
                  <a:pt x="822339" y="133814"/>
                </a:cubicBezTo>
                <a:cubicBezTo>
                  <a:pt x="818314" y="135802"/>
                  <a:pt x="813710" y="136796"/>
                  <a:pt x="808527" y="136796"/>
                </a:cubicBezTo>
                <a:cubicBezTo>
                  <a:pt x="806376" y="136796"/>
                  <a:pt x="804405" y="136589"/>
                  <a:pt x="802613" y="136173"/>
                </a:cubicBezTo>
                <a:cubicBezTo>
                  <a:pt x="800821" y="135760"/>
                  <a:pt x="799084" y="135125"/>
                  <a:pt x="797403" y="134269"/>
                </a:cubicBezTo>
                <a:cubicBezTo>
                  <a:pt x="795721" y="133412"/>
                  <a:pt x="794053" y="132349"/>
                  <a:pt x="792399" y="131079"/>
                </a:cubicBezTo>
                <a:cubicBezTo>
                  <a:pt x="790745" y="129808"/>
                  <a:pt x="789036" y="128315"/>
                  <a:pt x="787271" y="126603"/>
                </a:cubicBezTo>
                <a:lnTo>
                  <a:pt x="787271" y="161357"/>
                </a:lnTo>
                <a:cubicBezTo>
                  <a:pt x="787271" y="161909"/>
                  <a:pt x="787106" y="162405"/>
                  <a:pt x="786775" y="162846"/>
                </a:cubicBezTo>
                <a:cubicBezTo>
                  <a:pt x="786444" y="163289"/>
                  <a:pt x="785879" y="163662"/>
                  <a:pt x="785079" y="163965"/>
                </a:cubicBezTo>
                <a:cubicBezTo>
                  <a:pt x="784280" y="164269"/>
                  <a:pt x="783219" y="164503"/>
                  <a:pt x="781895" y="164668"/>
                </a:cubicBezTo>
                <a:cubicBezTo>
                  <a:pt x="780572" y="164834"/>
                  <a:pt x="778890" y="164916"/>
                  <a:pt x="776850" y="164916"/>
                </a:cubicBezTo>
                <a:cubicBezTo>
                  <a:pt x="774810" y="164916"/>
                  <a:pt x="773128" y="164834"/>
                  <a:pt x="771805" y="164668"/>
                </a:cubicBezTo>
                <a:cubicBezTo>
                  <a:pt x="770482" y="164503"/>
                  <a:pt x="769420" y="164269"/>
                  <a:pt x="768621" y="163965"/>
                </a:cubicBezTo>
                <a:cubicBezTo>
                  <a:pt x="767821" y="163662"/>
                  <a:pt x="767256" y="163289"/>
                  <a:pt x="766925" y="162846"/>
                </a:cubicBezTo>
                <a:cubicBezTo>
                  <a:pt x="766595" y="162405"/>
                  <a:pt x="766429" y="161909"/>
                  <a:pt x="766429" y="161357"/>
                </a:cubicBezTo>
                <a:lnTo>
                  <a:pt x="766429" y="58228"/>
                </a:lnTo>
                <a:cubicBezTo>
                  <a:pt x="766429" y="57676"/>
                  <a:pt x="766567" y="57194"/>
                  <a:pt x="766843" y="56780"/>
                </a:cubicBezTo>
                <a:cubicBezTo>
                  <a:pt x="767118" y="56365"/>
                  <a:pt x="767601" y="56020"/>
                  <a:pt x="768290" y="55744"/>
                </a:cubicBezTo>
                <a:cubicBezTo>
                  <a:pt x="768979" y="55468"/>
                  <a:pt x="769889" y="55262"/>
                  <a:pt x="771019" y="55124"/>
                </a:cubicBezTo>
                <a:cubicBezTo>
                  <a:pt x="772150" y="54986"/>
                  <a:pt x="773569" y="54917"/>
                  <a:pt x="775279" y="54917"/>
                </a:cubicBezTo>
                <a:cubicBezTo>
                  <a:pt x="776933" y="54917"/>
                  <a:pt x="778325" y="54986"/>
                  <a:pt x="779455" y="55124"/>
                </a:cubicBezTo>
                <a:cubicBezTo>
                  <a:pt x="780586" y="55260"/>
                  <a:pt x="781495" y="55466"/>
                  <a:pt x="782185" y="55741"/>
                </a:cubicBezTo>
                <a:cubicBezTo>
                  <a:pt x="782874" y="56015"/>
                  <a:pt x="783356" y="56358"/>
                  <a:pt x="783632" y="56770"/>
                </a:cubicBezTo>
                <a:cubicBezTo>
                  <a:pt x="783908" y="57180"/>
                  <a:pt x="784046" y="57660"/>
                  <a:pt x="784046" y="58210"/>
                </a:cubicBezTo>
                <a:lnTo>
                  <a:pt x="784046" y="66853"/>
                </a:lnTo>
                <a:cubicBezTo>
                  <a:pt x="786196" y="64644"/>
                  <a:pt x="788305" y="62697"/>
                  <a:pt x="790373" y="61011"/>
                </a:cubicBezTo>
                <a:cubicBezTo>
                  <a:pt x="792440" y="59326"/>
                  <a:pt x="794549" y="57918"/>
                  <a:pt x="796700" y="56786"/>
                </a:cubicBezTo>
                <a:cubicBezTo>
                  <a:pt x="798850" y="55652"/>
                  <a:pt x="801069" y="54809"/>
                  <a:pt x="803358" y="54258"/>
                </a:cubicBezTo>
                <a:cubicBezTo>
                  <a:pt x="805646" y="53705"/>
                  <a:pt x="808086" y="53428"/>
                  <a:pt x="810677" y="53428"/>
                </a:cubicBezTo>
                <a:cubicBezTo>
                  <a:pt x="816081" y="53428"/>
                  <a:pt x="820684" y="54492"/>
                  <a:pt x="824489" y="56620"/>
                </a:cubicBezTo>
                <a:cubicBezTo>
                  <a:pt x="828293" y="58746"/>
                  <a:pt x="831395" y="61660"/>
                  <a:pt x="833793" y="65361"/>
                </a:cubicBezTo>
                <a:cubicBezTo>
                  <a:pt x="836192" y="69062"/>
                  <a:pt x="837943" y="73372"/>
                  <a:pt x="839045" y="78289"/>
                </a:cubicBezTo>
                <a:cubicBezTo>
                  <a:pt x="840148" y="83207"/>
                  <a:pt x="840699" y="88455"/>
                  <a:pt x="840699" y="94035"/>
                </a:cubicBezTo>
                <a:moveTo>
                  <a:pt x="819030" y="95567"/>
                </a:moveTo>
                <a:cubicBezTo>
                  <a:pt x="819030" y="92419"/>
                  <a:pt x="818796" y="89395"/>
                  <a:pt x="818327" y="86495"/>
                </a:cubicBezTo>
                <a:cubicBezTo>
                  <a:pt x="817859" y="83595"/>
                  <a:pt x="817059" y="81013"/>
                  <a:pt x="815929" y="78749"/>
                </a:cubicBezTo>
                <a:cubicBezTo>
                  <a:pt x="814799" y="76485"/>
                  <a:pt x="813310" y="74677"/>
                  <a:pt x="811463" y="73324"/>
                </a:cubicBezTo>
                <a:cubicBezTo>
                  <a:pt x="809616" y="71970"/>
                  <a:pt x="807314" y="71293"/>
                  <a:pt x="804557" y="71293"/>
                </a:cubicBezTo>
                <a:cubicBezTo>
                  <a:pt x="803178" y="71293"/>
                  <a:pt x="801814" y="71500"/>
                  <a:pt x="800463" y="71913"/>
                </a:cubicBezTo>
                <a:cubicBezTo>
                  <a:pt x="799112" y="72325"/>
                  <a:pt x="797733" y="72999"/>
                  <a:pt x="796327" y="73934"/>
                </a:cubicBezTo>
                <a:cubicBezTo>
                  <a:pt x="794921" y="74870"/>
                  <a:pt x="793474" y="76081"/>
                  <a:pt x="791985" y="77568"/>
                </a:cubicBezTo>
                <a:cubicBezTo>
                  <a:pt x="790497" y="79053"/>
                  <a:pt x="788925" y="80896"/>
                  <a:pt x="787271" y="83097"/>
                </a:cubicBezTo>
                <a:lnTo>
                  <a:pt x="787271" y="107459"/>
                </a:lnTo>
                <a:cubicBezTo>
                  <a:pt x="790193" y="111172"/>
                  <a:pt x="792978" y="114040"/>
                  <a:pt x="795624" y="116063"/>
                </a:cubicBezTo>
                <a:cubicBezTo>
                  <a:pt x="798271" y="118086"/>
                  <a:pt x="801028" y="119097"/>
                  <a:pt x="803895" y="119097"/>
                </a:cubicBezTo>
                <a:cubicBezTo>
                  <a:pt x="806597" y="119097"/>
                  <a:pt x="808899" y="118407"/>
                  <a:pt x="810801" y="117027"/>
                </a:cubicBezTo>
                <a:cubicBezTo>
                  <a:pt x="812703" y="115645"/>
                  <a:pt x="814261" y="113836"/>
                  <a:pt x="815474" y="111599"/>
                </a:cubicBezTo>
                <a:cubicBezTo>
                  <a:pt x="816687" y="109363"/>
                  <a:pt x="817583" y="106836"/>
                  <a:pt x="818162" y="104019"/>
                </a:cubicBezTo>
                <a:cubicBezTo>
                  <a:pt x="818741" y="101202"/>
                  <a:pt x="819030" y="98384"/>
                  <a:pt x="819030" y="95567"/>
                </a:cubicBezTo>
                <a:close/>
                <a:moveTo>
                  <a:pt x="926922" y="131997"/>
                </a:moveTo>
                <a:cubicBezTo>
                  <a:pt x="926922" y="132548"/>
                  <a:pt x="926756" y="133031"/>
                  <a:pt x="926425" y="133447"/>
                </a:cubicBezTo>
                <a:cubicBezTo>
                  <a:pt x="926095" y="133860"/>
                  <a:pt x="925543" y="134205"/>
                  <a:pt x="924771" y="134480"/>
                </a:cubicBezTo>
                <a:cubicBezTo>
                  <a:pt x="923999" y="134756"/>
                  <a:pt x="922938" y="134963"/>
                  <a:pt x="921587" y="135101"/>
                </a:cubicBezTo>
                <a:cubicBezTo>
                  <a:pt x="920236" y="135239"/>
                  <a:pt x="918568" y="135308"/>
                  <a:pt x="916583" y="135308"/>
                </a:cubicBezTo>
                <a:cubicBezTo>
                  <a:pt x="914543" y="135308"/>
                  <a:pt x="912848" y="135239"/>
                  <a:pt x="911497" y="135101"/>
                </a:cubicBezTo>
                <a:cubicBezTo>
                  <a:pt x="910146" y="134963"/>
                  <a:pt x="909085" y="134756"/>
                  <a:pt x="908313" y="134480"/>
                </a:cubicBezTo>
                <a:cubicBezTo>
                  <a:pt x="907541" y="134205"/>
                  <a:pt x="906990" y="133860"/>
                  <a:pt x="906659" y="133447"/>
                </a:cubicBezTo>
                <a:cubicBezTo>
                  <a:pt x="906328" y="133033"/>
                  <a:pt x="906162" y="132551"/>
                  <a:pt x="906162" y="131999"/>
                </a:cubicBezTo>
                <a:lnTo>
                  <a:pt x="906162" y="89902"/>
                </a:lnTo>
                <a:cubicBezTo>
                  <a:pt x="906162" y="86318"/>
                  <a:pt x="905901" y="83506"/>
                  <a:pt x="905377" y="81466"/>
                </a:cubicBezTo>
                <a:cubicBezTo>
                  <a:pt x="904853" y="79426"/>
                  <a:pt x="904095" y="77675"/>
                  <a:pt x="903102" y="76214"/>
                </a:cubicBezTo>
                <a:cubicBezTo>
                  <a:pt x="902110" y="74753"/>
                  <a:pt x="900828" y="73622"/>
                  <a:pt x="899256" y="72823"/>
                </a:cubicBezTo>
                <a:cubicBezTo>
                  <a:pt x="897685" y="72023"/>
                  <a:pt x="895852" y="71624"/>
                  <a:pt x="893756" y="71624"/>
                </a:cubicBezTo>
                <a:cubicBezTo>
                  <a:pt x="891110" y="71624"/>
                  <a:pt x="888436" y="72589"/>
                  <a:pt x="885734" y="74518"/>
                </a:cubicBezTo>
                <a:cubicBezTo>
                  <a:pt x="883032" y="76448"/>
                  <a:pt x="880220" y="79260"/>
                  <a:pt x="877298" y="82954"/>
                </a:cubicBezTo>
                <a:lnTo>
                  <a:pt x="877298" y="131999"/>
                </a:lnTo>
                <a:cubicBezTo>
                  <a:pt x="877298" y="132551"/>
                  <a:pt x="877133" y="133033"/>
                  <a:pt x="876802" y="133447"/>
                </a:cubicBezTo>
                <a:cubicBezTo>
                  <a:pt x="876471" y="133860"/>
                  <a:pt x="875906" y="134205"/>
                  <a:pt x="875106" y="134480"/>
                </a:cubicBezTo>
                <a:cubicBezTo>
                  <a:pt x="874307" y="134756"/>
                  <a:pt x="873245" y="134963"/>
                  <a:pt x="871922" y="135101"/>
                </a:cubicBezTo>
                <a:cubicBezTo>
                  <a:pt x="870599" y="135239"/>
                  <a:pt x="868917" y="135308"/>
                  <a:pt x="866877" y="135308"/>
                </a:cubicBezTo>
                <a:cubicBezTo>
                  <a:pt x="864837" y="135308"/>
                  <a:pt x="863155" y="135239"/>
                  <a:pt x="861832" y="135101"/>
                </a:cubicBezTo>
                <a:cubicBezTo>
                  <a:pt x="860509" y="134963"/>
                  <a:pt x="859447" y="134756"/>
                  <a:pt x="858648" y="134480"/>
                </a:cubicBezTo>
                <a:cubicBezTo>
                  <a:pt x="857848" y="134205"/>
                  <a:pt x="857283" y="133860"/>
                  <a:pt x="856952" y="133447"/>
                </a:cubicBezTo>
                <a:cubicBezTo>
                  <a:pt x="856621" y="133033"/>
                  <a:pt x="856456" y="132551"/>
                  <a:pt x="856456" y="131999"/>
                </a:cubicBezTo>
                <a:lnTo>
                  <a:pt x="856456" y="23240"/>
                </a:lnTo>
                <a:cubicBezTo>
                  <a:pt x="856456" y="22689"/>
                  <a:pt x="856621" y="22193"/>
                  <a:pt x="856952" y="21752"/>
                </a:cubicBezTo>
                <a:cubicBezTo>
                  <a:pt x="857283" y="21311"/>
                  <a:pt x="857848" y="20938"/>
                  <a:pt x="858648" y="20635"/>
                </a:cubicBezTo>
                <a:cubicBezTo>
                  <a:pt x="859447" y="20332"/>
                  <a:pt x="860509" y="20098"/>
                  <a:pt x="861832" y="19932"/>
                </a:cubicBezTo>
                <a:cubicBezTo>
                  <a:pt x="863155" y="19767"/>
                  <a:pt x="864837" y="19684"/>
                  <a:pt x="866877" y="19684"/>
                </a:cubicBezTo>
                <a:cubicBezTo>
                  <a:pt x="868917" y="19684"/>
                  <a:pt x="870599" y="19767"/>
                  <a:pt x="871922" y="19932"/>
                </a:cubicBezTo>
                <a:cubicBezTo>
                  <a:pt x="873245" y="20098"/>
                  <a:pt x="874307" y="20332"/>
                  <a:pt x="875106" y="20635"/>
                </a:cubicBezTo>
                <a:cubicBezTo>
                  <a:pt x="875906" y="20937"/>
                  <a:pt x="876471" y="21308"/>
                  <a:pt x="876802" y="21749"/>
                </a:cubicBezTo>
                <a:cubicBezTo>
                  <a:pt x="877133" y="22189"/>
                  <a:pt x="877298" y="22684"/>
                  <a:pt x="877298" y="23235"/>
                </a:cubicBezTo>
                <a:lnTo>
                  <a:pt x="877298" y="63942"/>
                </a:lnTo>
                <a:cubicBezTo>
                  <a:pt x="880882" y="60410"/>
                  <a:pt x="884535" y="57775"/>
                  <a:pt x="888257" y="56036"/>
                </a:cubicBezTo>
                <a:cubicBezTo>
                  <a:pt x="891978" y="54298"/>
                  <a:pt x="895852" y="53428"/>
                  <a:pt x="899877" y="53428"/>
                </a:cubicBezTo>
                <a:cubicBezTo>
                  <a:pt x="904894" y="53428"/>
                  <a:pt x="909126" y="54256"/>
                  <a:pt x="912572" y="55912"/>
                </a:cubicBezTo>
                <a:cubicBezTo>
                  <a:pt x="916018" y="57568"/>
                  <a:pt x="918803" y="59831"/>
                  <a:pt x="920926" y="62702"/>
                </a:cubicBezTo>
                <a:cubicBezTo>
                  <a:pt x="923048" y="65571"/>
                  <a:pt x="924578" y="68924"/>
                  <a:pt x="925516" y="72761"/>
                </a:cubicBezTo>
                <a:cubicBezTo>
                  <a:pt x="926453" y="76596"/>
                  <a:pt x="926922" y="81246"/>
                  <a:pt x="926922" y="86710"/>
                </a:cubicBezTo>
                <a:lnTo>
                  <a:pt x="926922" y="131997"/>
                </a:lnTo>
                <a:close/>
                <a:moveTo>
                  <a:pt x="1009340" y="132245"/>
                </a:moveTo>
                <a:cubicBezTo>
                  <a:pt x="1009340" y="133017"/>
                  <a:pt x="1009064" y="133624"/>
                  <a:pt x="1008513" y="134067"/>
                </a:cubicBezTo>
                <a:cubicBezTo>
                  <a:pt x="1007961" y="134508"/>
                  <a:pt x="1007093" y="134825"/>
                  <a:pt x="1005907" y="135018"/>
                </a:cubicBezTo>
                <a:cubicBezTo>
                  <a:pt x="1004722" y="135211"/>
                  <a:pt x="1002971" y="135308"/>
                  <a:pt x="1000655" y="135308"/>
                </a:cubicBezTo>
                <a:cubicBezTo>
                  <a:pt x="998174" y="135308"/>
                  <a:pt x="996368" y="135211"/>
                  <a:pt x="995238" y="135018"/>
                </a:cubicBezTo>
                <a:cubicBezTo>
                  <a:pt x="994108" y="134825"/>
                  <a:pt x="993308" y="134508"/>
                  <a:pt x="992840" y="134067"/>
                </a:cubicBezTo>
                <a:cubicBezTo>
                  <a:pt x="992371" y="133626"/>
                  <a:pt x="992137" y="133019"/>
                  <a:pt x="992137" y="132247"/>
                </a:cubicBezTo>
                <a:lnTo>
                  <a:pt x="992137" y="126375"/>
                </a:lnTo>
                <a:cubicBezTo>
                  <a:pt x="989104" y="129628"/>
                  <a:pt x="985644" y="132178"/>
                  <a:pt x="981757" y="134026"/>
                </a:cubicBezTo>
                <a:cubicBezTo>
                  <a:pt x="977870" y="135873"/>
                  <a:pt x="973555" y="136796"/>
                  <a:pt x="968814" y="136796"/>
                </a:cubicBezTo>
                <a:cubicBezTo>
                  <a:pt x="964899" y="136796"/>
                  <a:pt x="961301" y="136285"/>
                  <a:pt x="958020" y="135261"/>
                </a:cubicBezTo>
                <a:cubicBezTo>
                  <a:pt x="954740" y="134238"/>
                  <a:pt x="951900" y="132716"/>
                  <a:pt x="949502" y="130697"/>
                </a:cubicBezTo>
                <a:cubicBezTo>
                  <a:pt x="947103" y="128677"/>
                  <a:pt x="945242" y="126175"/>
                  <a:pt x="943919" y="123188"/>
                </a:cubicBezTo>
                <a:cubicBezTo>
                  <a:pt x="942596" y="120201"/>
                  <a:pt x="941934" y="116715"/>
                  <a:pt x="941934" y="112731"/>
                </a:cubicBezTo>
                <a:cubicBezTo>
                  <a:pt x="941934" y="108415"/>
                  <a:pt x="942775" y="104667"/>
                  <a:pt x="944456" y="101486"/>
                </a:cubicBezTo>
                <a:cubicBezTo>
                  <a:pt x="946138" y="98305"/>
                  <a:pt x="948647" y="95677"/>
                  <a:pt x="951983" y="93603"/>
                </a:cubicBezTo>
                <a:cubicBezTo>
                  <a:pt x="955319" y="91528"/>
                  <a:pt x="959468" y="89993"/>
                  <a:pt x="964430" y="88997"/>
                </a:cubicBezTo>
                <a:cubicBezTo>
                  <a:pt x="969392" y="88001"/>
                  <a:pt x="975154" y="87503"/>
                  <a:pt x="981716" y="87503"/>
                </a:cubicBezTo>
                <a:lnTo>
                  <a:pt x="988911" y="87503"/>
                </a:lnTo>
                <a:lnTo>
                  <a:pt x="988911" y="83058"/>
                </a:lnTo>
                <a:cubicBezTo>
                  <a:pt x="988911" y="80752"/>
                  <a:pt x="988677" y="78736"/>
                  <a:pt x="988208" y="77007"/>
                </a:cubicBezTo>
                <a:cubicBezTo>
                  <a:pt x="987739" y="75277"/>
                  <a:pt x="986968" y="73836"/>
                  <a:pt x="985892" y="72683"/>
                </a:cubicBezTo>
                <a:cubicBezTo>
                  <a:pt x="984817" y="71531"/>
                  <a:pt x="983384" y="70680"/>
                  <a:pt x="981592" y="70132"/>
                </a:cubicBezTo>
                <a:cubicBezTo>
                  <a:pt x="979800" y="69583"/>
                  <a:pt x="977580" y="69308"/>
                  <a:pt x="974934" y="69308"/>
                </a:cubicBezTo>
                <a:cubicBezTo>
                  <a:pt x="971460" y="69308"/>
                  <a:pt x="968359" y="69694"/>
                  <a:pt x="965629" y="70466"/>
                </a:cubicBezTo>
                <a:cubicBezTo>
                  <a:pt x="962900" y="71238"/>
                  <a:pt x="960488" y="72092"/>
                  <a:pt x="958393" y="73030"/>
                </a:cubicBezTo>
                <a:cubicBezTo>
                  <a:pt x="956297" y="73967"/>
                  <a:pt x="954547" y="74822"/>
                  <a:pt x="953141" y="75594"/>
                </a:cubicBezTo>
                <a:cubicBezTo>
                  <a:pt x="951735" y="76366"/>
                  <a:pt x="950591" y="76751"/>
                  <a:pt x="949708" y="76751"/>
                </a:cubicBezTo>
                <a:cubicBezTo>
                  <a:pt x="949102" y="76751"/>
                  <a:pt x="948564" y="76558"/>
                  <a:pt x="948096" y="76170"/>
                </a:cubicBezTo>
                <a:cubicBezTo>
                  <a:pt x="947627" y="75782"/>
                  <a:pt x="947241" y="75228"/>
                  <a:pt x="946938" y="74508"/>
                </a:cubicBezTo>
                <a:cubicBezTo>
                  <a:pt x="946634" y="73788"/>
                  <a:pt x="946400" y="72901"/>
                  <a:pt x="946235" y="71849"/>
                </a:cubicBezTo>
                <a:cubicBezTo>
                  <a:pt x="946069" y="70794"/>
                  <a:pt x="945987" y="69630"/>
                  <a:pt x="945987" y="68357"/>
                </a:cubicBezTo>
                <a:cubicBezTo>
                  <a:pt x="945987" y="66639"/>
                  <a:pt x="946124" y="65281"/>
                  <a:pt x="946400" y="64283"/>
                </a:cubicBezTo>
                <a:cubicBezTo>
                  <a:pt x="946676" y="63286"/>
                  <a:pt x="947200" y="62386"/>
                  <a:pt x="947972" y="61583"/>
                </a:cubicBezTo>
                <a:cubicBezTo>
                  <a:pt x="948743" y="60778"/>
                  <a:pt x="950094" y="59893"/>
                  <a:pt x="952024" y="58928"/>
                </a:cubicBezTo>
                <a:cubicBezTo>
                  <a:pt x="953954" y="57963"/>
                  <a:pt x="956215" y="57067"/>
                  <a:pt x="958806" y="56240"/>
                </a:cubicBezTo>
                <a:cubicBezTo>
                  <a:pt x="961398" y="55413"/>
                  <a:pt x="964223" y="54738"/>
                  <a:pt x="967283" y="54214"/>
                </a:cubicBezTo>
                <a:cubicBezTo>
                  <a:pt x="970344" y="53690"/>
                  <a:pt x="973500" y="53428"/>
                  <a:pt x="976753" y="53428"/>
                </a:cubicBezTo>
                <a:cubicBezTo>
                  <a:pt x="982543" y="53428"/>
                  <a:pt x="987491" y="53994"/>
                  <a:pt x="991599" y="55126"/>
                </a:cubicBezTo>
                <a:cubicBezTo>
                  <a:pt x="995707" y="56257"/>
                  <a:pt x="999084" y="57995"/>
                  <a:pt x="1001731" y="60342"/>
                </a:cubicBezTo>
                <a:cubicBezTo>
                  <a:pt x="1004377" y="62687"/>
                  <a:pt x="1006307" y="65708"/>
                  <a:pt x="1007520" y="69406"/>
                </a:cubicBezTo>
                <a:cubicBezTo>
                  <a:pt x="1008733" y="73104"/>
                  <a:pt x="1009340" y="77492"/>
                  <a:pt x="1009340" y="82569"/>
                </a:cubicBezTo>
                <a:lnTo>
                  <a:pt x="1009340" y="132245"/>
                </a:lnTo>
                <a:moveTo>
                  <a:pt x="988911" y="100571"/>
                </a:moveTo>
                <a:lnTo>
                  <a:pt x="980971" y="100571"/>
                </a:lnTo>
                <a:cubicBezTo>
                  <a:pt x="977608" y="100571"/>
                  <a:pt x="974741" y="100821"/>
                  <a:pt x="972370" y="101320"/>
                </a:cubicBezTo>
                <a:cubicBezTo>
                  <a:pt x="969999" y="101820"/>
                  <a:pt x="968069" y="102570"/>
                  <a:pt x="966580" y="103572"/>
                </a:cubicBezTo>
                <a:cubicBezTo>
                  <a:pt x="965092" y="104571"/>
                  <a:pt x="964003" y="105780"/>
                  <a:pt x="963314" y="107198"/>
                </a:cubicBezTo>
                <a:cubicBezTo>
                  <a:pt x="962624" y="108614"/>
                  <a:pt x="962280" y="110239"/>
                  <a:pt x="962280" y="112072"/>
                </a:cubicBezTo>
                <a:cubicBezTo>
                  <a:pt x="962280" y="115184"/>
                  <a:pt x="963258" y="117629"/>
                  <a:pt x="965216" y="119407"/>
                </a:cubicBezTo>
                <a:cubicBezTo>
                  <a:pt x="967173" y="121185"/>
                  <a:pt x="969889" y="122075"/>
                  <a:pt x="973362" y="122075"/>
                </a:cubicBezTo>
                <a:cubicBezTo>
                  <a:pt x="976285" y="122075"/>
                  <a:pt x="978973" y="121325"/>
                  <a:pt x="981426" y="119826"/>
                </a:cubicBezTo>
                <a:cubicBezTo>
                  <a:pt x="983880" y="118325"/>
                  <a:pt x="986375" y="116130"/>
                  <a:pt x="988911" y="113240"/>
                </a:cubicBezTo>
                <a:lnTo>
                  <a:pt x="988911" y="100571"/>
                </a:lnTo>
                <a:close/>
                <a:moveTo>
                  <a:pt x="1081504" y="111188"/>
                </a:moveTo>
                <a:cubicBezTo>
                  <a:pt x="1081504" y="115387"/>
                  <a:pt x="1080719" y="119089"/>
                  <a:pt x="1079147" y="122294"/>
                </a:cubicBezTo>
                <a:cubicBezTo>
                  <a:pt x="1077576" y="125497"/>
                  <a:pt x="1075357" y="128177"/>
                  <a:pt x="1072489" y="130332"/>
                </a:cubicBezTo>
                <a:cubicBezTo>
                  <a:pt x="1069622" y="132486"/>
                  <a:pt x="1066231" y="134101"/>
                  <a:pt x="1062317" y="135178"/>
                </a:cubicBezTo>
                <a:cubicBezTo>
                  <a:pt x="1058402" y="136257"/>
                  <a:pt x="1054156" y="136796"/>
                  <a:pt x="1049580" y="136796"/>
                </a:cubicBezTo>
                <a:cubicBezTo>
                  <a:pt x="1046823" y="136796"/>
                  <a:pt x="1044190" y="136587"/>
                  <a:pt x="1041681" y="136168"/>
                </a:cubicBezTo>
                <a:cubicBezTo>
                  <a:pt x="1039173" y="135750"/>
                  <a:pt x="1036926" y="135220"/>
                  <a:pt x="1034941" y="134579"/>
                </a:cubicBezTo>
                <a:cubicBezTo>
                  <a:pt x="1032956" y="133936"/>
                  <a:pt x="1031302" y="133280"/>
                  <a:pt x="1029978" y="132612"/>
                </a:cubicBezTo>
                <a:cubicBezTo>
                  <a:pt x="1028655" y="131942"/>
                  <a:pt x="1027690" y="131314"/>
                  <a:pt x="1027084" y="130728"/>
                </a:cubicBezTo>
                <a:cubicBezTo>
                  <a:pt x="1026477" y="130142"/>
                  <a:pt x="1026009" y="129225"/>
                  <a:pt x="1025678" y="127978"/>
                </a:cubicBezTo>
                <a:cubicBezTo>
                  <a:pt x="1025347" y="126730"/>
                  <a:pt x="1025181" y="124887"/>
                  <a:pt x="1025181" y="122447"/>
                </a:cubicBezTo>
                <a:cubicBezTo>
                  <a:pt x="1025181" y="120839"/>
                  <a:pt x="1025237" y="119550"/>
                  <a:pt x="1025347" y="118580"/>
                </a:cubicBezTo>
                <a:cubicBezTo>
                  <a:pt x="1025457" y="117610"/>
                  <a:pt x="1025623" y="116834"/>
                  <a:pt x="1025843" y="116251"/>
                </a:cubicBezTo>
                <a:cubicBezTo>
                  <a:pt x="1026064" y="115669"/>
                  <a:pt x="1026339" y="115281"/>
                  <a:pt x="1026670" y="115088"/>
                </a:cubicBezTo>
                <a:cubicBezTo>
                  <a:pt x="1027001" y="114894"/>
                  <a:pt x="1027415" y="114796"/>
                  <a:pt x="1027911" y="114796"/>
                </a:cubicBezTo>
                <a:cubicBezTo>
                  <a:pt x="1028517" y="114796"/>
                  <a:pt x="1029413" y="115145"/>
                  <a:pt x="1030599" y="115843"/>
                </a:cubicBezTo>
                <a:cubicBezTo>
                  <a:pt x="1031784" y="116541"/>
                  <a:pt x="1033259" y="117309"/>
                  <a:pt x="1035024" y="118146"/>
                </a:cubicBezTo>
                <a:cubicBezTo>
                  <a:pt x="1036788" y="118983"/>
                  <a:pt x="1038842" y="119765"/>
                  <a:pt x="1041185" y="120490"/>
                </a:cubicBezTo>
                <a:cubicBezTo>
                  <a:pt x="1043528" y="121216"/>
                  <a:pt x="1046189" y="121578"/>
                  <a:pt x="1049166" y="121578"/>
                </a:cubicBezTo>
                <a:cubicBezTo>
                  <a:pt x="1051041" y="121578"/>
                  <a:pt x="1052709" y="121386"/>
                  <a:pt x="1054170" y="121002"/>
                </a:cubicBezTo>
                <a:cubicBezTo>
                  <a:pt x="1055631" y="120618"/>
                  <a:pt x="1056899" y="120069"/>
                  <a:pt x="1057975" y="119356"/>
                </a:cubicBezTo>
                <a:cubicBezTo>
                  <a:pt x="1059050" y="118640"/>
                  <a:pt x="1059863" y="117734"/>
                  <a:pt x="1060414" y="116637"/>
                </a:cubicBezTo>
                <a:cubicBezTo>
                  <a:pt x="1060966" y="115539"/>
                  <a:pt x="1061241" y="114276"/>
                  <a:pt x="1061241" y="112848"/>
                </a:cubicBezTo>
                <a:cubicBezTo>
                  <a:pt x="1061241" y="111190"/>
                  <a:pt x="1060731" y="109768"/>
                  <a:pt x="1059711" y="108580"/>
                </a:cubicBezTo>
                <a:cubicBezTo>
                  <a:pt x="1058691" y="107392"/>
                  <a:pt x="1057340" y="106355"/>
                  <a:pt x="1055659" y="105471"/>
                </a:cubicBezTo>
                <a:cubicBezTo>
                  <a:pt x="1053977" y="104587"/>
                  <a:pt x="1052075" y="103759"/>
                  <a:pt x="1049952" y="102985"/>
                </a:cubicBezTo>
                <a:cubicBezTo>
                  <a:pt x="1047829" y="102211"/>
                  <a:pt x="1045651" y="101355"/>
                  <a:pt x="1043418" y="100416"/>
                </a:cubicBezTo>
                <a:cubicBezTo>
                  <a:pt x="1041185" y="99477"/>
                  <a:pt x="1039007" y="98400"/>
                  <a:pt x="1036884" y="97185"/>
                </a:cubicBezTo>
                <a:cubicBezTo>
                  <a:pt x="1034762" y="95969"/>
                  <a:pt x="1032859" y="94476"/>
                  <a:pt x="1031178" y="92709"/>
                </a:cubicBezTo>
                <a:cubicBezTo>
                  <a:pt x="1029496" y="90941"/>
                  <a:pt x="1028145" y="88815"/>
                  <a:pt x="1027125" y="86330"/>
                </a:cubicBezTo>
                <a:cubicBezTo>
                  <a:pt x="1026105" y="83844"/>
                  <a:pt x="1025595" y="80860"/>
                  <a:pt x="1025595" y="77380"/>
                </a:cubicBezTo>
                <a:cubicBezTo>
                  <a:pt x="1025595" y="73842"/>
                  <a:pt x="1026284" y="70596"/>
                  <a:pt x="1027663" y="67641"/>
                </a:cubicBezTo>
                <a:cubicBezTo>
                  <a:pt x="1029041" y="64686"/>
                  <a:pt x="1031026" y="62159"/>
                  <a:pt x="1033618" y="60060"/>
                </a:cubicBezTo>
                <a:cubicBezTo>
                  <a:pt x="1036209" y="57960"/>
                  <a:pt x="1039366" y="56330"/>
                  <a:pt x="1043087" y="55170"/>
                </a:cubicBezTo>
                <a:cubicBezTo>
                  <a:pt x="1046809" y="54009"/>
                  <a:pt x="1050986" y="53428"/>
                  <a:pt x="1055617" y="53428"/>
                </a:cubicBezTo>
                <a:cubicBezTo>
                  <a:pt x="1057933" y="53428"/>
                  <a:pt x="1060180" y="53594"/>
                  <a:pt x="1062358" y="53925"/>
                </a:cubicBezTo>
                <a:cubicBezTo>
                  <a:pt x="1064536" y="54255"/>
                  <a:pt x="1066507" y="54669"/>
                  <a:pt x="1068271" y="55165"/>
                </a:cubicBezTo>
                <a:cubicBezTo>
                  <a:pt x="1070036" y="55661"/>
                  <a:pt x="1071525" y="56199"/>
                  <a:pt x="1072738" y="56778"/>
                </a:cubicBezTo>
                <a:cubicBezTo>
                  <a:pt x="1073951" y="57357"/>
                  <a:pt x="1074819" y="57853"/>
                  <a:pt x="1075343" y="58267"/>
                </a:cubicBezTo>
                <a:cubicBezTo>
                  <a:pt x="1075867" y="58680"/>
                  <a:pt x="1076239" y="59094"/>
                  <a:pt x="1076459" y="59507"/>
                </a:cubicBezTo>
                <a:cubicBezTo>
                  <a:pt x="1076680" y="59921"/>
                  <a:pt x="1076845" y="60417"/>
                  <a:pt x="1076956" y="60996"/>
                </a:cubicBezTo>
                <a:cubicBezTo>
                  <a:pt x="1077066" y="61575"/>
                  <a:pt x="1077162" y="62292"/>
                  <a:pt x="1077245" y="63146"/>
                </a:cubicBezTo>
                <a:cubicBezTo>
                  <a:pt x="1077328" y="64001"/>
                  <a:pt x="1077369" y="65062"/>
                  <a:pt x="1077369" y="66330"/>
                </a:cubicBezTo>
                <a:cubicBezTo>
                  <a:pt x="1077369" y="67819"/>
                  <a:pt x="1077328" y="69032"/>
                  <a:pt x="1077245" y="69970"/>
                </a:cubicBezTo>
                <a:cubicBezTo>
                  <a:pt x="1077162" y="70907"/>
                  <a:pt x="1077025" y="71651"/>
                  <a:pt x="1076832" y="72203"/>
                </a:cubicBezTo>
                <a:cubicBezTo>
                  <a:pt x="1076639" y="72754"/>
                  <a:pt x="1076377" y="73126"/>
                  <a:pt x="1076046" y="73319"/>
                </a:cubicBezTo>
                <a:cubicBezTo>
                  <a:pt x="1075715" y="73512"/>
                  <a:pt x="1075329" y="73609"/>
                  <a:pt x="1074888" y="73609"/>
                </a:cubicBezTo>
                <a:cubicBezTo>
                  <a:pt x="1074392" y="73609"/>
                  <a:pt x="1073620" y="73319"/>
                  <a:pt x="1072572" y="72740"/>
                </a:cubicBezTo>
                <a:cubicBezTo>
                  <a:pt x="1071525" y="72161"/>
                  <a:pt x="1070215" y="71541"/>
                  <a:pt x="1068644" y="70879"/>
                </a:cubicBezTo>
                <a:cubicBezTo>
                  <a:pt x="1067072" y="70218"/>
                  <a:pt x="1065253" y="69597"/>
                  <a:pt x="1063185" y="69018"/>
                </a:cubicBezTo>
                <a:cubicBezTo>
                  <a:pt x="1061117" y="68439"/>
                  <a:pt x="1058760" y="68150"/>
                  <a:pt x="1056114" y="68150"/>
                </a:cubicBezTo>
                <a:cubicBezTo>
                  <a:pt x="1054239" y="68150"/>
                  <a:pt x="1052612" y="68345"/>
                  <a:pt x="1051234" y="68734"/>
                </a:cubicBezTo>
                <a:cubicBezTo>
                  <a:pt x="1049856" y="69122"/>
                  <a:pt x="1048725" y="69676"/>
                  <a:pt x="1047843" y="70396"/>
                </a:cubicBezTo>
                <a:cubicBezTo>
                  <a:pt x="1046961" y="71116"/>
                  <a:pt x="1046299" y="71961"/>
                  <a:pt x="1045858" y="72931"/>
                </a:cubicBezTo>
                <a:cubicBezTo>
                  <a:pt x="1045417" y="73902"/>
                  <a:pt x="1045196" y="74941"/>
                  <a:pt x="1045196" y="76051"/>
                </a:cubicBezTo>
                <a:cubicBezTo>
                  <a:pt x="1045196" y="77764"/>
                  <a:pt x="1045720" y="79201"/>
                  <a:pt x="1046768" y="80362"/>
                </a:cubicBezTo>
                <a:cubicBezTo>
                  <a:pt x="1047815" y="81522"/>
                  <a:pt x="1049194" y="82543"/>
                  <a:pt x="1050903" y="83427"/>
                </a:cubicBezTo>
                <a:cubicBezTo>
                  <a:pt x="1052612" y="84311"/>
                  <a:pt x="1054556" y="85140"/>
                  <a:pt x="1056734" y="85914"/>
                </a:cubicBezTo>
                <a:cubicBezTo>
                  <a:pt x="1058912" y="86687"/>
                  <a:pt x="1061117" y="87530"/>
                  <a:pt x="1063350" y="88441"/>
                </a:cubicBezTo>
                <a:cubicBezTo>
                  <a:pt x="1065583" y="89353"/>
                  <a:pt x="1067789" y="90416"/>
                  <a:pt x="1069967" y="91631"/>
                </a:cubicBezTo>
                <a:cubicBezTo>
                  <a:pt x="1072145" y="92846"/>
                  <a:pt x="1074088" y="94338"/>
                  <a:pt x="1075798" y="96107"/>
                </a:cubicBezTo>
                <a:cubicBezTo>
                  <a:pt x="1077507" y="97875"/>
                  <a:pt x="1078885" y="99988"/>
                  <a:pt x="1079933" y="102447"/>
                </a:cubicBezTo>
                <a:cubicBezTo>
                  <a:pt x="1080981" y="104904"/>
                  <a:pt x="1081504" y="107818"/>
                  <a:pt x="1081504" y="111188"/>
                </a:cubicBezTo>
                <a:close/>
                <a:moveTo>
                  <a:pt x="1164367" y="92949"/>
                </a:moveTo>
                <a:cubicBezTo>
                  <a:pt x="1164367" y="95490"/>
                  <a:pt x="1163802" y="97369"/>
                  <a:pt x="1162671" y="98583"/>
                </a:cubicBezTo>
                <a:cubicBezTo>
                  <a:pt x="1161541" y="99798"/>
                  <a:pt x="1159984" y="100405"/>
                  <a:pt x="1157999" y="100405"/>
                </a:cubicBezTo>
                <a:lnTo>
                  <a:pt x="1113089" y="100405"/>
                </a:lnTo>
                <a:cubicBezTo>
                  <a:pt x="1113089" y="103560"/>
                  <a:pt x="1113461" y="106425"/>
                  <a:pt x="1114206" y="108999"/>
                </a:cubicBezTo>
                <a:cubicBezTo>
                  <a:pt x="1114950" y="111573"/>
                  <a:pt x="1116135" y="113761"/>
                  <a:pt x="1117762" y="115561"/>
                </a:cubicBezTo>
                <a:cubicBezTo>
                  <a:pt x="1119388" y="117360"/>
                  <a:pt x="1121484" y="118730"/>
                  <a:pt x="1124048" y="119671"/>
                </a:cubicBezTo>
                <a:cubicBezTo>
                  <a:pt x="1126612" y="120612"/>
                  <a:pt x="1129685" y="121082"/>
                  <a:pt x="1133269" y="121082"/>
                </a:cubicBezTo>
                <a:cubicBezTo>
                  <a:pt x="1136908" y="121082"/>
                  <a:pt x="1140106" y="120816"/>
                  <a:pt x="1142863" y="120283"/>
                </a:cubicBezTo>
                <a:cubicBezTo>
                  <a:pt x="1145620" y="119751"/>
                  <a:pt x="1148005" y="119163"/>
                  <a:pt x="1150017" y="118518"/>
                </a:cubicBezTo>
                <a:cubicBezTo>
                  <a:pt x="1152030" y="117874"/>
                  <a:pt x="1153698" y="117285"/>
                  <a:pt x="1155021" y="116753"/>
                </a:cubicBezTo>
                <a:cubicBezTo>
                  <a:pt x="1156344" y="116220"/>
                  <a:pt x="1157420" y="115954"/>
                  <a:pt x="1158247" y="115954"/>
                </a:cubicBezTo>
                <a:cubicBezTo>
                  <a:pt x="1158743" y="115954"/>
                  <a:pt x="1159156" y="116052"/>
                  <a:pt x="1159487" y="116246"/>
                </a:cubicBezTo>
                <a:cubicBezTo>
                  <a:pt x="1159818" y="116439"/>
                  <a:pt x="1160094" y="116786"/>
                  <a:pt x="1160314" y="117285"/>
                </a:cubicBezTo>
                <a:cubicBezTo>
                  <a:pt x="1160535" y="117783"/>
                  <a:pt x="1160687" y="118490"/>
                  <a:pt x="1160769" y="119405"/>
                </a:cubicBezTo>
                <a:cubicBezTo>
                  <a:pt x="1160852" y="120320"/>
                  <a:pt x="1160893" y="121470"/>
                  <a:pt x="1160893" y="122855"/>
                </a:cubicBezTo>
                <a:cubicBezTo>
                  <a:pt x="1160893" y="124075"/>
                  <a:pt x="1160866" y="125115"/>
                  <a:pt x="1160811" y="125975"/>
                </a:cubicBezTo>
                <a:cubicBezTo>
                  <a:pt x="1160755" y="126833"/>
                  <a:pt x="1160673" y="127567"/>
                  <a:pt x="1160562" y="128177"/>
                </a:cubicBezTo>
                <a:cubicBezTo>
                  <a:pt x="1160452" y="128787"/>
                  <a:pt x="1160287" y="129300"/>
                  <a:pt x="1160066" y="129717"/>
                </a:cubicBezTo>
                <a:cubicBezTo>
                  <a:pt x="1159846" y="130132"/>
                  <a:pt x="1159556" y="130534"/>
                  <a:pt x="1159198" y="130922"/>
                </a:cubicBezTo>
                <a:cubicBezTo>
                  <a:pt x="1158839" y="131309"/>
                  <a:pt x="1157861" y="131834"/>
                  <a:pt x="1156262" y="132496"/>
                </a:cubicBezTo>
                <a:cubicBezTo>
                  <a:pt x="1154663" y="133157"/>
                  <a:pt x="1152623" y="133805"/>
                  <a:pt x="1150141" y="134439"/>
                </a:cubicBezTo>
                <a:cubicBezTo>
                  <a:pt x="1147660" y="135073"/>
                  <a:pt x="1144821" y="135625"/>
                  <a:pt x="1141623" y="136093"/>
                </a:cubicBezTo>
                <a:cubicBezTo>
                  <a:pt x="1138425" y="136562"/>
                  <a:pt x="1135006" y="136796"/>
                  <a:pt x="1131367" y="136796"/>
                </a:cubicBezTo>
                <a:cubicBezTo>
                  <a:pt x="1124806" y="136796"/>
                  <a:pt x="1119058" y="135967"/>
                  <a:pt x="1114123" y="134310"/>
                </a:cubicBezTo>
                <a:cubicBezTo>
                  <a:pt x="1109188" y="132652"/>
                  <a:pt x="1105067" y="130138"/>
                  <a:pt x="1101758" y="126768"/>
                </a:cubicBezTo>
                <a:cubicBezTo>
                  <a:pt x="1098450" y="123398"/>
                  <a:pt x="1095983" y="119144"/>
                  <a:pt x="1094356" y="114008"/>
                </a:cubicBezTo>
                <a:cubicBezTo>
                  <a:pt x="1092729" y="108870"/>
                  <a:pt x="1091916" y="102848"/>
                  <a:pt x="1091916" y="95942"/>
                </a:cubicBezTo>
                <a:cubicBezTo>
                  <a:pt x="1091916" y="89367"/>
                  <a:pt x="1092771" y="83441"/>
                  <a:pt x="1094480" y="78165"/>
                </a:cubicBezTo>
                <a:cubicBezTo>
                  <a:pt x="1096189" y="72889"/>
                  <a:pt x="1098671" y="68414"/>
                  <a:pt x="1101924" y="64741"/>
                </a:cubicBezTo>
                <a:cubicBezTo>
                  <a:pt x="1105177" y="61066"/>
                  <a:pt x="1109133" y="58261"/>
                  <a:pt x="1113792" y="56328"/>
                </a:cubicBezTo>
                <a:cubicBezTo>
                  <a:pt x="1118451" y="54395"/>
                  <a:pt x="1123703" y="53428"/>
                  <a:pt x="1129548" y="53428"/>
                </a:cubicBezTo>
                <a:cubicBezTo>
                  <a:pt x="1135723" y="53428"/>
                  <a:pt x="1141002" y="54340"/>
                  <a:pt x="1145386" y="56163"/>
                </a:cubicBezTo>
                <a:cubicBezTo>
                  <a:pt x="1149769" y="57986"/>
                  <a:pt x="1153367" y="60513"/>
                  <a:pt x="1156179" y="63743"/>
                </a:cubicBezTo>
                <a:cubicBezTo>
                  <a:pt x="1158991" y="66974"/>
                  <a:pt x="1161059" y="70799"/>
                  <a:pt x="1162382" y="75219"/>
                </a:cubicBezTo>
                <a:cubicBezTo>
                  <a:pt x="1163705" y="79637"/>
                  <a:pt x="1164367" y="84442"/>
                  <a:pt x="1164367" y="89636"/>
                </a:cubicBezTo>
                <a:lnTo>
                  <a:pt x="1164367" y="92949"/>
                </a:lnTo>
                <a:moveTo>
                  <a:pt x="1144187" y="87007"/>
                </a:moveTo>
                <a:cubicBezTo>
                  <a:pt x="1144352" y="81137"/>
                  <a:pt x="1143180" y="76527"/>
                  <a:pt x="1140672" y="73177"/>
                </a:cubicBezTo>
                <a:cubicBezTo>
                  <a:pt x="1138163" y="69826"/>
                  <a:pt x="1134289" y="68150"/>
                  <a:pt x="1129051" y="68150"/>
                </a:cubicBezTo>
                <a:cubicBezTo>
                  <a:pt x="1126405" y="68150"/>
                  <a:pt x="1124103" y="68649"/>
                  <a:pt x="1122145" y="69646"/>
                </a:cubicBezTo>
                <a:cubicBezTo>
                  <a:pt x="1120188" y="70642"/>
                  <a:pt x="1118561" y="71986"/>
                  <a:pt x="1117266" y="73676"/>
                </a:cubicBezTo>
                <a:cubicBezTo>
                  <a:pt x="1115970" y="75364"/>
                  <a:pt x="1114977" y="77358"/>
                  <a:pt x="1114288" y="79657"/>
                </a:cubicBezTo>
                <a:cubicBezTo>
                  <a:pt x="1113599" y="81953"/>
                  <a:pt x="1113199" y="84404"/>
                  <a:pt x="1113089" y="87007"/>
                </a:cubicBezTo>
                <a:lnTo>
                  <a:pt x="1144187" y="87007"/>
                </a:lnTo>
                <a:close/>
                <a:moveTo>
                  <a:pt x="1249421" y="20762"/>
                </a:moveTo>
                <a:cubicBezTo>
                  <a:pt x="1244183" y="31858"/>
                  <a:pt x="1240282" y="43244"/>
                  <a:pt x="1237718" y="54920"/>
                </a:cubicBezTo>
                <a:cubicBezTo>
                  <a:pt x="1235154" y="66593"/>
                  <a:pt x="1233872" y="78337"/>
                  <a:pt x="1233872" y="90150"/>
                </a:cubicBezTo>
                <a:cubicBezTo>
                  <a:pt x="1233872" y="102018"/>
                  <a:pt x="1235182" y="113776"/>
                  <a:pt x="1237801" y="125424"/>
                </a:cubicBezTo>
                <a:cubicBezTo>
                  <a:pt x="1240420" y="137070"/>
                  <a:pt x="1244238" y="148496"/>
                  <a:pt x="1249256" y="159701"/>
                </a:cubicBezTo>
                <a:cubicBezTo>
                  <a:pt x="1249531" y="160364"/>
                  <a:pt x="1249683" y="160930"/>
                  <a:pt x="1249711" y="161399"/>
                </a:cubicBezTo>
                <a:cubicBezTo>
                  <a:pt x="1249738" y="161867"/>
                  <a:pt x="1249559" y="162253"/>
                  <a:pt x="1249173" y="162557"/>
                </a:cubicBezTo>
                <a:cubicBezTo>
                  <a:pt x="1248787" y="162862"/>
                  <a:pt x="1248194" y="163083"/>
                  <a:pt x="1247395" y="163221"/>
                </a:cubicBezTo>
                <a:cubicBezTo>
                  <a:pt x="1246595" y="163359"/>
                  <a:pt x="1245506" y="163428"/>
                  <a:pt x="1244128" y="163428"/>
                </a:cubicBezTo>
                <a:cubicBezTo>
                  <a:pt x="1243136" y="163428"/>
                  <a:pt x="1242281" y="163400"/>
                  <a:pt x="1241564" y="163345"/>
                </a:cubicBezTo>
                <a:cubicBezTo>
                  <a:pt x="1240847" y="163290"/>
                  <a:pt x="1240227" y="163180"/>
                  <a:pt x="1239703" y="163014"/>
                </a:cubicBezTo>
                <a:cubicBezTo>
                  <a:pt x="1239179" y="162849"/>
                  <a:pt x="1238752" y="162655"/>
                  <a:pt x="1238421" y="162433"/>
                </a:cubicBezTo>
                <a:cubicBezTo>
                  <a:pt x="1238090" y="162212"/>
                  <a:pt x="1237842" y="161964"/>
                  <a:pt x="1237677" y="161688"/>
                </a:cubicBezTo>
                <a:cubicBezTo>
                  <a:pt x="1234699" y="156059"/>
                  <a:pt x="1232080" y="150360"/>
                  <a:pt x="1229820" y="144591"/>
                </a:cubicBezTo>
                <a:cubicBezTo>
                  <a:pt x="1227559" y="138823"/>
                  <a:pt x="1225657" y="132957"/>
                  <a:pt x="1224113" y="126996"/>
                </a:cubicBezTo>
                <a:cubicBezTo>
                  <a:pt x="1222569" y="121034"/>
                  <a:pt x="1221411" y="115003"/>
                  <a:pt x="1220639" y="108904"/>
                </a:cubicBezTo>
                <a:cubicBezTo>
                  <a:pt x="1219867" y="102804"/>
                  <a:pt x="1219482" y="96635"/>
                  <a:pt x="1219482" y="90398"/>
                </a:cubicBezTo>
                <a:cubicBezTo>
                  <a:pt x="1219482" y="84161"/>
                  <a:pt x="1219909" y="78006"/>
                  <a:pt x="1220763" y="71934"/>
                </a:cubicBezTo>
                <a:cubicBezTo>
                  <a:pt x="1221618" y="65862"/>
                  <a:pt x="1222831" y="59831"/>
                  <a:pt x="1224403" y="53842"/>
                </a:cubicBezTo>
                <a:cubicBezTo>
                  <a:pt x="1225974" y="47853"/>
                  <a:pt x="1227890" y="41960"/>
                  <a:pt x="1230151" y="36163"/>
                </a:cubicBezTo>
                <a:cubicBezTo>
                  <a:pt x="1232411" y="30367"/>
                  <a:pt x="1234948" y="24627"/>
                  <a:pt x="1237760" y="18942"/>
                </a:cubicBezTo>
                <a:cubicBezTo>
                  <a:pt x="1237815" y="18722"/>
                  <a:pt x="1237966" y="18529"/>
                  <a:pt x="1238214" y="18363"/>
                </a:cubicBezTo>
                <a:cubicBezTo>
                  <a:pt x="1238463" y="18196"/>
                  <a:pt x="1238807" y="18030"/>
                  <a:pt x="1239248" y="17865"/>
                </a:cubicBezTo>
                <a:cubicBezTo>
                  <a:pt x="1239689" y="17699"/>
                  <a:pt x="1240296" y="17575"/>
                  <a:pt x="1241068" y="17492"/>
                </a:cubicBezTo>
                <a:cubicBezTo>
                  <a:pt x="1241840" y="17410"/>
                  <a:pt x="1242832" y="17368"/>
                  <a:pt x="1244045" y="17368"/>
                </a:cubicBezTo>
                <a:cubicBezTo>
                  <a:pt x="1245313" y="17368"/>
                  <a:pt x="1246333" y="17451"/>
                  <a:pt x="1247105" y="17616"/>
                </a:cubicBezTo>
                <a:cubicBezTo>
                  <a:pt x="1247877" y="17782"/>
                  <a:pt x="1248484" y="18003"/>
                  <a:pt x="1248925" y="18281"/>
                </a:cubicBezTo>
                <a:cubicBezTo>
                  <a:pt x="1249366" y="18556"/>
                  <a:pt x="1249614" y="18915"/>
                  <a:pt x="1249669" y="19356"/>
                </a:cubicBezTo>
                <a:cubicBezTo>
                  <a:pt x="1249724" y="19797"/>
                  <a:pt x="1249642" y="20266"/>
                  <a:pt x="1249421" y="20762"/>
                </a:cubicBezTo>
                <a:close/>
                <a:moveTo>
                  <a:pt x="1336344" y="132744"/>
                </a:moveTo>
                <a:cubicBezTo>
                  <a:pt x="1336344" y="133185"/>
                  <a:pt x="1336247" y="133557"/>
                  <a:pt x="1336054" y="133860"/>
                </a:cubicBezTo>
                <a:cubicBezTo>
                  <a:pt x="1335861" y="134163"/>
                  <a:pt x="1335517" y="134425"/>
                  <a:pt x="1335020" y="134646"/>
                </a:cubicBezTo>
                <a:cubicBezTo>
                  <a:pt x="1334524" y="134866"/>
                  <a:pt x="1333876" y="135032"/>
                  <a:pt x="1333077" y="135142"/>
                </a:cubicBezTo>
                <a:cubicBezTo>
                  <a:pt x="1332277" y="135252"/>
                  <a:pt x="1331299" y="135308"/>
                  <a:pt x="1330141" y="135308"/>
                </a:cubicBezTo>
                <a:cubicBezTo>
                  <a:pt x="1328873" y="135308"/>
                  <a:pt x="1327839" y="135252"/>
                  <a:pt x="1327039" y="135142"/>
                </a:cubicBezTo>
                <a:cubicBezTo>
                  <a:pt x="1326240" y="135032"/>
                  <a:pt x="1325606" y="134866"/>
                  <a:pt x="1325137" y="134646"/>
                </a:cubicBezTo>
                <a:cubicBezTo>
                  <a:pt x="1324668" y="134425"/>
                  <a:pt x="1324351" y="134163"/>
                  <a:pt x="1324186" y="133860"/>
                </a:cubicBezTo>
                <a:cubicBezTo>
                  <a:pt x="1324021" y="133557"/>
                  <a:pt x="1323938" y="133185"/>
                  <a:pt x="1323938" y="132744"/>
                </a:cubicBezTo>
                <a:lnTo>
                  <a:pt x="1323938" y="122902"/>
                </a:lnTo>
                <a:cubicBezTo>
                  <a:pt x="1319692" y="127618"/>
                  <a:pt x="1315502" y="131058"/>
                  <a:pt x="1311366" y="133222"/>
                </a:cubicBezTo>
                <a:cubicBezTo>
                  <a:pt x="1307231" y="135384"/>
                  <a:pt x="1303041" y="136465"/>
                  <a:pt x="1298795" y="136465"/>
                </a:cubicBezTo>
                <a:cubicBezTo>
                  <a:pt x="1293833" y="136465"/>
                  <a:pt x="1289656" y="135638"/>
                  <a:pt x="1286265" y="133982"/>
                </a:cubicBezTo>
                <a:cubicBezTo>
                  <a:pt x="1282874" y="132326"/>
                  <a:pt x="1280131" y="130077"/>
                  <a:pt x="1278036" y="127236"/>
                </a:cubicBezTo>
                <a:cubicBezTo>
                  <a:pt x="1275941" y="124393"/>
                  <a:pt x="1274438" y="121081"/>
                  <a:pt x="1273528" y="117301"/>
                </a:cubicBezTo>
                <a:cubicBezTo>
                  <a:pt x="1272619" y="113519"/>
                  <a:pt x="1272164" y="108923"/>
                  <a:pt x="1272164" y="103515"/>
                </a:cubicBezTo>
                <a:lnTo>
                  <a:pt x="1272164" y="58311"/>
                </a:lnTo>
                <a:cubicBezTo>
                  <a:pt x="1272164" y="57869"/>
                  <a:pt x="1272260" y="57497"/>
                  <a:pt x="1272453" y="57194"/>
                </a:cubicBezTo>
                <a:cubicBezTo>
                  <a:pt x="1272646" y="56889"/>
                  <a:pt x="1273018" y="56612"/>
                  <a:pt x="1273570" y="56364"/>
                </a:cubicBezTo>
                <a:cubicBezTo>
                  <a:pt x="1274121" y="56116"/>
                  <a:pt x="1274838" y="55951"/>
                  <a:pt x="1275720" y="55868"/>
                </a:cubicBezTo>
                <a:cubicBezTo>
                  <a:pt x="1276602" y="55785"/>
                  <a:pt x="1277705" y="55744"/>
                  <a:pt x="1279028" y="55744"/>
                </a:cubicBezTo>
                <a:cubicBezTo>
                  <a:pt x="1280352" y="55744"/>
                  <a:pt x="1281454" y="55785"/>
                  <a:pt x="1282337" y="55868"/>
                </a:cubicBezTo>
                <a:cubicBezTo>
                  <a:pt x="1283219" y="55951"/>
                  <a:pt x="1283922" y="56116"/>
                  <a:pt x="1284446" y="56364"/>
                </a:cubicBezTo>
                <a:cubicBezTo>
                  <a:pt x="1284969" y="56612"/>
                  <a:pt x="1285342" y="56889"/>
                  <a:pt x="1285562" y="57194"/>
                </a:cubicBezTo>
                <a:cubicBezTo>
                  <a:pt x="1285783" y="57497"/>
                  <a:pt x="1285893" y="57869"/>
                  <a:pt x="1285893" y="58311"/>
                </a:cubicBezTo>
                <a:lnTo>
                  <a:pt x="1285893" y="101700"/>
                </a:lnTo>
                <a:cubicBezTo>
                  <a:pt x="1285893" y="106061"/>
                  <a:pt x="1286210" y="109553"/>
                  <a:pt x="1286844" y="112176"/>
                </a:cubicBezTo>
                <a:cubicBezTo>
                  <a:pt x="1287478" y="114798"/>
                  <a:pt x="1288443" y="117035"/>
                  <a:pt x="1289739" y="118885"/>
                </a:cubicBezTo>
                <a:cubicBezTo>
                  <a:pt x="1291034" y="120734"/>
                  <a:pt x="1292675" y="122169"/>
                  <a:pt x="1294660" y="123191"/>
                </a:cubicBezTo>
                <a:cubicBezTo>
                  <a:pt x="1296645" y="124211"/>
                  <a:pt x="1298961" y="124721"/>
                  <a:pt x="1301607" y="124721"/>
                </a:cubicBezTo>
                <a:cubicBezTo>
                  <a:pt x="1305026" y="124721"/>
                  <a:pt x="1308430" y="123501"/>
                  <a:pt x="1311821" y="121061"/>
                </a:cubicBezTo>
                <a:cubicBezTo>
                  <a:pt x="1315212" y="118622"/>
                  <a:pt x="1318810" y="115044"/>
                  <a:pt x="1322615" y="110330"/>
                </a:cubicBezTo>
                <a:lnTo>
                  <a:pt x="1322615" y="58308"/>
                </a:lnTo>
                <a:cubicBezTo>
                  <a:pt x="1322615" y="57867"/>
                  <a:pt x="1322711" y="57495"/>
                  <a:pt x="1322904" y="57191"/>
                </a:cubicBezTo>
                <a:cubicBezTo>
                  <a:pt x="1323097" y="56888"/>
                  <a:pt x="1323469" y="56612"/>
                  <a:pt x="1324021" y="56364"/>
                </a:cubicBezTo>
                <a:cubicBezTo>
                  <a:pt x="1324572" y="56116"/>
                  <a:pt x="1325275" y="55951"/>
                  <a:pt x="1326130" y="55868"/>
                </a:cubicBezTo>
                <a:cubicBezTo>
                  <a:pt x="1326984" y="55785"/>
                  <a:pt x="1328101" y="55744"/>
                  <a:pt x="1329479" y="55744"/>
                </a:cubicBezTo>
                <a:cubicBezTo>
                  <a:pt x="1330802" y="55744"/>
                  <a:pt x="1331905" y="55785"/>
                  <a:pt x="1332787" y="55868"/>
                </a:cubicBezTo>
                <a:cubicBezTo>
                  <a:pt x="1333670" y="55951"/>
                  <a:pt x="1334359" y="56116"/>
                  <a:pt x="1334855" y="56364"/>
                </a:cubicBezTo>
                <a:cubicBezTo>
                  <a:pt x="1335351" y="56612"/>
                  <a:pt x="1335723" y="56888"/>
                  <a:pt x="1335972" y="57191"/>
                </a:cubicBezTo>
                <a:cubicBezTo>
                  <a:pt x="1336220" y="57495"/>
                  <a:pt x="1336344" y="57867"/>
                  <a:pt x="1336344" y="58308"/>
                </a:cubicBezTo>
                <a:lnTo>
                  <a:pt x="1336344" y="132744"/>
                </a:lnTo>
                <a:close/>
                <a:moveTo>
                  <a:pt x="1408181" y="112540"/>
                </a:moveTo>
                <a:cubicBezTo>
                  <a:pt x="1408181" y="116348"/>
                  <a:pt x="1407478" y="119742"/>
                  <a:pt x="1406072" y="122723"/>
                </a:cubicBezTo>
                <a:cubicBezTo>
                  <a:pt x="1404666" y="125702"/>
                  <a:pt x="1402667" y="128214"/>
                  <a:pt x="1400076" y="130257"/>
                </a:cubicBezTo>
                <a:cubicBezTo>
                  <a:pt x="1397484" y="132299"/>
                  <a:pt x="1394397" y="133844"/>
                  <a:pt x="1390813" y="134891"/>
                </a:cubicBezTo>
                <a:cubicBezTo>
                  <a:pt x="1387229" y="135941"/>
                  <a:pt x="1383286" y="136465"/>
                  <a:pt x="1378986" y="136465"/>
                </a:cubicBezTo>
                <a:cubicBezTo>
                  <a:pt x="1376339" y="136465"/>
                  <a:pt x="1373817" y="136259"/>
                  <a:pt x="1371418" y="135845"/>
                </a:cubicBezTo>
                <a:cubicBezTo>
                  <a:pt x="1369020" y="135432"/>
                  <a:pt x="1366869" y="134908"/>
                  <a:pt x="1364967" y="134274"/>
                </a:cubicBezTo>
                <a:cubicBezTo>
                  <a:pt x="1363065" y="133640"/>
                  <a:pt x="1361452" y="132978"/>
                  <a:pt x="1360129" y="132289"/>
                </a:cubicBezTo>
                <a:cubicBezTo>
                  <a:pt x="1358805" y="131600"/>
                  <a:pt x="1357841" y="130979"/>
                  <a:pt x="1357234" y="130428"/>
                </a:cubicBezTo>
                <a:cubicBezTo>
                  <a:pt x="1356627" y="129876"/>
                  <a:pt x="1356186" y="129105"/>
                  <a:pt x="1355911" y="128112"/>
                </a:cubicBezTo>
                <a:cubicBezTo>
                  <a:pt x="1355635" y="127120"/>
                  <a:pt x="1355497" y="125769"/>
                  <a:pt x="1355497" y="124059"/>
                </a:cubicBezTo>
                <a:cubicBezTo>
                  <a:pt x="1355497" y="123012"/>
                  <a:pt x="1355552" y="122130"/>
                  <a:pt x="1355663" y="121413"/>
                </a:cubicBezTo>
                <a:cubicBezTo>
                  <a:pt x="1355773" y="120696"/>
                  <a:pt x="1355911" y="120117"/>
                  <a:pt x="1356076" y="119676"/>
                </a:cubicBezTo>
                <a:cubicBezTo>
                  <a:pt x="1356242" y="119235"/>
                  <a:pt x="1356476" y="118918"/>
                  <a:pt x="1356779" y="118725"/>
                </a:cubicBezTo>
                <a:cubicBezTo>
                  <a:pt x="1357082" y="118532"/>
                  <a:pt x="1357427" y="118435"/>
                  <a:pt x="1357813" y="118435"/>
                </a:cubicBezTo>
                <a:cubicBezTo>
                  <a:pt x="1358419" y="118435"/>
                  <a:pt x="1359315" y="118808"/>
                  <a:pt x="1360501" y="119552"/>
                </a:cubicBezTo>
                <a:cubicBezTo>
                  <a:pt x="1361686" y="120296"/>
                  <a:pt x="1363148" y="121110"/>
                  <a:pt x="1364884" y="121992"/>
                </a:cubicBezTo>
                <a:cubicBezTo>
                  <a:pt x="1366621" y="122874"/>
                  <a:pt x="1368675" y="123687"/>
                  <a:pt x="1371046" y="124432"/>
                </a:cubicBezTo>
                <a:cubicBezTo>
                  <a:pt x="1373417" y="125176"/>
                  <a:pt x="1376146" y="125548"/>
                  <a:pt x="1379234" y="125548"/>
                </a:cubicBezTo>
                <a:cubicBezTo>
                  <a:pt x="1381550" y="125548"/>
                  <a:pt x="1383645" y="125300"/>
                  <a:pt x="1385520" y="124804"/>
                </a:cubicBezTo>
                <a:cubicBezTo>
                  <a:pt x="1387394" y="124306"/>
                  <a:pt x="1389021" y="123574"/>
                  <a:pt x="1390399" y="122607"/>
                </a:cubicBezTo>
                <a:cubicBezTo>
                  <a:pt x="1391778" y="121640"/>
                  <a:pt x="1392839" y="120411"/>
                  <a:pt x="1393583" y="118919"/>
                </a:cubicBezTo>
                <a:cubicBezTo>
                  <a:pt x="1394328" y="117427"/>
                  <a:pt x="1394700" y="115659"/>
                  <a:pt x="1394700" y="113615"/>
                </a:cubicBezTo>
                <a:cubicBezTo>
                  <a:pt x="1394700" y="111518"/>
                  <a:pt x="1394162" y="109752"/>
                  <a:pt x="1393087" y="108317"/>
                </a:cubicBezTo>
                <a:cubicBezTo>
                  <a:pt x="1392012" y="106882"/>
                  <a:pt x="1390592" y="105613"/>
                  <a:pt x="1388828" y="104510"/>
                </a:cubicBezTo>
                <a:cubicBezTo>
                  <a:pt x="1387063" y="103405"/>
                  <a:pt x="1385078" y="102426"/>
                  <a:pt x="1382873" y="101571"/>
                </a:cubicBezTo>
                <a:cubicBezTo>
                  <a:pt x="1380667" y="100715"/>
                  <a:pt x="1378393" y="99818"/>
                  <a:pt x="1376050" y="98881"/>
                </a:cubicBezTo>
                <a:cubicBezTo>
                  <a:pt x="1373706" y="97942"/>
                  <a:pt x="1371418" y="96878"/>
                  <a:pt x="1369185" y="95691"/>
                </a:cubicBezTo>
                <a:cubicBezTo>
                  <a:pt x="1366952" y="94504"/>
                  <a:pt x="1364953" y="93055"/>
                  <a:pt x="1363189" y="91344"/>
                </a:cubicBezTo>
                <a:cubicBezTo>
                  <a:pt x="1361424" y="89633"/>
                  <a:pt x="1360005" y="87591"/>
                  <a:pt x="1358929" y="85219"/>
                </a:cubicBezTo>
                <a:cubicBezTo>
                  <a:pt x="1357854" y="82846"/>
                  <a:pt x="1357317" y="80004"/>
                  <a:pt x="1357317" y="76692"/>
                </a:cubicBezTo>
                <a:cubicBezTo>
                  <a:pt x="1357317" y="73766"/>
                  <a:pt x="1357882" y="70965"/>
                  <a:pt x="1359012" y="68290"/>
                </a:cubicBezTo>
                <a:cubicBezTo>
                  <a:pt x="1360143" y="65612"/>
                  <a:pt x="1361838" y="63266"/>
                  <a:pt x="1364099" y="61252"/>
                </a:cubicBezTo>
                <a:cubicBezTo>
                  <a:pt x="1366359" y="59236"/>
                  <a:pt x="1369185" y="57621"/>
                  <a:pt x="1372576" y="56408"/>
                </a:cubicBezTo>
                <a:cubicBezTo>
                  <a:pt x="1375967" y="55194"/>
                  <a:pt x="1379923" y="54586"/>
                  <a:pt x="1384444" y="54586"/>
                </a:cubicBezTo>
                <a:cubicBezTo>
                  <a:pt x="1386429" y="54586"/>
                  <a:pt x="1388414" y="54754"/>
                  <a:pt x="1390399" y="55090"/>
                </a:cubicBezTo>
                <a:cubicBezTo>
                  <a:pt x="1392384" y="55426"/>
                  <a:pt x="1394176" y="55846"/>
                  <a:pt x="1395775" y="56349"/>
                </a:cubicBezTo>
                <a:cubicBezTo>
                  <a:pt x="1397374" y="56852"/>
                  <a:pt x="1398739" y="57397"/>
                  <a:pt x="1399869" y="57985"/>
                </a:cubicBezTo>
                <a:cubicBezTo>
                  <a:pt x="1400999" y="58572"/>
                  <a:pt x="1401854" y="59090"/>
                  <a:pt x="1402433" y="59538"/>
                </a:cubicBezTo>
                <a:cubicBezTo>
                  <a:pt x="1403012" y="59986"/>
                  <a:pt x="1403398" y="60376"/>
                  <a:pt x="1403591" y="60706"/>
                </a:cubicBezTo>
                <a:cubicBezTo>
                  <a:pt x="1403784" y="61037"/>
                  <a:pt x="1403922" y="61409"/>
                  <a:pt x="1404004" y="61823"/>
                </a:cubicBezTo>
                <a:cubicBezTo>
                  <a:pt x="1404087" y="62237"/>
                  <a:pt x="1404170" y="62747"/>
                  <a:pt x="1404253" y="63353"/>
                </a:cubicBezTo>
                <a:cubicBezTo>
                  <a:pt x="1404335" y="63960"/>
                  <a:pt x="1404377" y="64704"/>
                  <a:pt x="1404377" y="65586"/>
                </a:cubicBezTo>
                <a:cubicBezTo>
                  <a:pt x="1404377" y="66523"/>
                  <a:pt x="1404335" y="67337"/>
                  <a:pt x="1404253" y="68026"/>
                </a:cubicBezTo>
                <a:cubicBezTo>
                  <a:pt x="1404170" y="68715"/>
                  <a:pt x="1404032" y="69280"/>
                  <a:pt x="1403839" y="69721"/>
                </a:cubicBezTo>
                <a:cubicBezTo>
                  <a:pt x="1403646" y="70163"/>
                  <a:pt x="1403412" y="70480"/>
                  <a:pt x="1403136" y="70673"/>
                </a:cubicBezTo>
                <a:cubicBezTo>
                  <a:pt x="1402860" y="70866"/>
                  <a:pt x="1402557" y="70962"/>
                  <a:pt x="1402226" y="70962"/>
                </a:cubicBezTo>
                <a:cubicBezTo>
                  <a:pt x="1401730" y="70962"/>
                  <a:pt x="1401013" y="70654"/>
                  <a:pt x="1400076" y="70039"/>
                </a:cubicBezTo>
                <a:cubicBezTo>
                  <a:pt x="1399139" y="69424"/>
                  <a:pt x="1397926" y="68767"/>
                  <a:pt x="1396437" y="68067"/>
                </a:cubicBezTo>
                <a:cubicBezTo>
                  <a:pt x="1394948" y="67368"/>
                  <a:pt x="1393197" y="66710"/>
                  <a:pt x="1391185" y="66095"/>
                </a:cubicBezTo>
                <a:cubicBezTo>
                  <a:pt x="1389172" y="65480"/>
                  <a:pt x="1386870" y="65173"/>
                  <a:pt x="1384279" y="65173"/>
                </a:cubicBezTo>
                <a:cubicBezTo>
                  <a:pt x="1381963" y="65173"/>
                  <a:pt x="1379923" y="65435"/>
                  <a:pt x="1378159" y="65961"/>
                </a:cubicBezTo>
                <a:cubicBezTo>
                  <a:pt x="1376394" y="66485"/>
                  <a:pt x="1374947" y="67230"/>
                  <a:pt x="1373817" y="68197"/>
                </a:cubicBezTo>
                <a:cubicBezTo>
                  <a:pt x="1372686" y="69163"/>
                  <a:pt x="1371832" y="70310"/>
                  <a:pt x="1371253" y="71637"/>
                </a:cubicBezTo>
                <a:cubicBezTo>
                  <a:pt x="1370674" y="72962"/>
                  <a:pt x="1370384" y="74398"/>
                  <a:pt x="1370384" y="75945"/>
                </a:cubicBezTo>
                <a:cubicBezTo>
                  <a:pt x="1370384" y="78097"/>
                  <a:pt x="1370936" y="79905"/>
                  <a:pt x="1372038" y="81368"/>
                </a:cubicBezTo>
                <a:cubicBezTo>
                  <a:pt x="1373141" y="82830"/>
                  <a:pt x="1374575" y="84114"/>
                  <a:pt x="1376339" y="85219"/>
                </a:cubicBezTo>
                <a:cubicBezTo>
                  <a:pt x="1378104" y="86321"/>
                  <a:pt x="1380116" y="87315"/>
                  <a:pt x="1382377" y="88199"/>
                </a:cubicBezTo>
                <a:cubicBezTo>
                  <a:pt x="1384637" y="89081"/>
                  <a:pt x="1386939" y="89991"/>
                  <a:pt x="1389283" y="90930"/>
                </a:cubicBezTo>
                <a:cubicBezTo>
                  <a:pt x="1391626" y="91868"/>
                  <a:pt x="1393942" y="92916"/>
                  <a:pt x="1396230" y="94076"/>
                </a:cubicBezTo>
                <a:cubicBezTo>
                  <a:pt x="1398518" y="95235"/>
                  <a:pt x="1400545" y="96643"/>
                  <a:pt x="1402309" y="98299"/>
                </a:cubicBezTo>
                <a:cubicBezTo>
                  <a:pt x="1404073" y="99955"/>
                  <a:pt x="1405493" y="101942"/>
                  <a:pt x="1406568" y="104262"/>
                </a:cubicBezTo>
                <a:cubicBezTo>
                  <a:pt x="1407643" y="106579"/>
                  <a:pt x="1408181" y="109339"/>
                  <a:pt x="1408181" y="112540"/>
                </a:cubicBezTo>
                <a:close/>
                <a:moveTo>
                  <a:pt x="1490471" y="92300"/>
                </a:moveTo>
                <a:cubicBezTo>
                  <a:pt x="1490471" y="94451"/>
                  <a:pt x="1489933" y="95981"/>
                  <a:pt x="1488858" y="96890"/>
                </a:cubicBezTo>
                <a:cubicBezTo>
                  <a:pt x="1487783" y="97800"/>
                  <a:pt x="1486556" y="98255"/>
                  <a:pt x="1485178" y="98255"/>
                </a:cubicBezTo>
                <a:lnTo>
                  <a:pt x="1436381" y="98255"/>
                </a:lnTo>
                <a:cubicBezTo>
                  <a:pt x="1436381" y="102402"/>
                  <a:pt x="1436794" y="106135"/>
                  <a:pt x="1437622" y="109454"/>
                </a:cubicBezTo>
                <a:cubicBezTo>
                  <a:pt x="1438449" y="112773"/>
                  <a:pt x="1439827" y="115621"/>
                  <a:pt x="1441757" y="117999"/>
                </a:cubicBezTo>
                <a:cubicBezTo>
                  <a:pt x="1443687" y="120376"/>
                  <a:pt x="1446195" y="122202"/>
                  <a:pt x="1449283" y="123475"/>
                </a:cubicBezTo>
                <a:cubicBezTo>
                  <a:pt x="1452371" y="124747"/>
                  <a:pt x="1456148" y="125383"/>
                  <a:pt x="1460614" y="125383"/>
                </a:cubicBezTo>
                <a:cubicBezTo>
                  <a:pt x="1464143" y="125383"/>
                  <a:pt x="1467286" y="125093"/>
                  <a:pt x="1470042" y="124514"/>
                </a:cubicBezTo>
                <a:cubicBezTo>
                  <a:pt x="1472799" y="123935"/>
                  <a:pt x="1475184" y="123288"/>
                  <a:pt x="1477197" y="122571"/>
                </a:cubicBezTo>
                <a:cubicBezTo>
                  <a:pt x="1479209" y="121854"/>
                  <a:pt x="1480863" y="121206"/>
                  <a:pt x="1482159" y="120627"/>
                </a:cubicBezTo>
                <a:cubicBezTo>
                  <a:pt x="1483455" y="120048"/>
                  <a:pt x="1484433" y="119759"/>
                  <a:pt x="1485095" y="119759"/>
                </a:cubicBezTo>
                <a:cubicBezTo>
                  <a:pt x="1485481" y="119759"/>
                  <a:pt x="1485826" y="119855"/>
                  <a:pt x="1486129" y="120048"/>
                </a:cubicBezTo>
                <a:cubicBezTo>
                  <a:pt x="1486432" y="120241"/>
                  <a:pt x="1486666" y="120531"/>
                  <a:pt x="1486832" y="120917"/>
                </a:cubicBezTo>
                <a:cubicBezTo>
                  <a:pt x="1486997" y="121303"/>
                  <a:pt x="1487121" y="121840"/>
                  <a:pt x="1487204" y="122529"/>
                </a:cubicBezTo>
                <a:cubicBezTo>
                  <a:pt x="1487287" y="123219"/>
                  <a:pt x="1487328" y="124059"/>
                  <a:pt x="1487328" y="125052"/>
                </a:cubicBezTo>
                <a:cubicBezTo>
                  <a:pt x="1487328" y="125769"/>
                  <a:pt x="1487300" y="126389"/>
                  <a:pt x="1487245" y="126913"/>
                </a:cubicBezTo>
                <a:cubicBezTo>
                  <a:pt x="1487190" y="127437"/>
                  <a:pt x="1487121" y="127905"/>
                  <a:pt x="1487039" y="128319"/>
                </a:cubicBezTo>
                <a:cubicBezTo>
                  <a:pt x="1486956" y="128732"/>
                  <a:pt x="1486818" y="129105"/>
                  <a:pt x="1486625" y="129435"/>
                </a:cubicBezTo>
                <a:cubicBezTo>
                  <a:pt x="1486432" y="129766"/>
                  <a:pt x="1486184" y="130083"/>
                  <a:pt x="1485881" y="130387"/>
                </a:cubicBezTo>
                <a:cubicBezTo>
                  <a:pt x="1485577" y="130690"/>
                  <a:pt x="1484681" y="131186"/>
                  <a:pt x="1483193" y="131875"/>
                </a:cubicBezTo>
                <a:cubicBezTo>
                  <a:pt x="1481704" y="132564"/>
                  <a:pt x="1479774" y="133240"/>
                  <a:pt x="1477403" y="133902"/>
                </a:cubicBezTo>
                <a:cubicBezTo>
                  <a:pt x="1475032" y="134563"/>
                  <a:pt x="1472289" y="135156"/>
                  <a:pt x="1469174" y="135680"/>
                </a:cubicBezTo>
                <a:cubicBezTo>
                  <a:pt x="1466059" y="136204"/>
                  <a:pt x="1462737" y="136465"/>
                  <a:pt x="1459208" y="136465"/>
                </a:cubicBezTo>
                <a:cubicBezTo>
                  <a:pt x="1453088" y="136465"/>
                  <a:pt x="1447726" y="135610"/>
                  <a:pt x="1443122" y="133899"/>
                </a:cubicBezTo>
                <a:cubicBezTo>
                  <a:pt x="1438518" y="132188"/>
                  <a:pt x="1434644" y="129649"/>
                  <a:pt x="1431501" y="126282"/>
                </a:cubicBezTo>
                <a:cubicBezTo>
                  <a:pt x="1428358" y="122915"/>
                  <a:pt x="1425988" y="118693"/>
                  <a:pt x="1424389" y="113615"/>
                </a:cubicBezTo>
                <a:cubicBezTo>
                  <a:pt x="1422790" y="108537"/>
                  <a:pt x="1421990" y="102632"/>
                  <a:pt x="1421990" y="95898"/>
                </a:cubicBezTo>
                <a:cubicBezTo>
                  <a:pt x="1421990" y="89495"/>
                  <a:pt x="1422817" y="83741"/>
                  <a:pt x="1424471" y="78636"/>
                </a:cubicBezTo>
                <a:cubicBezTo>
                  <a:pt x="1426125" y="73530"/>
                  <a:pt x="1428510" y="69198"/>
                  <a:pt x="1431625" y="65638"/>
                </a:cubicBezTo>
                <a:cubicBezTo>
                  <a:pt x="1434741" y="62078"/>
                  <a:pt x="1438504" y="59346"/>
                  <a:pt x="1442915" y="57442"/>
                </a:cubicBezTo>
                <a:cubicBezTo>
                  <a:pt x="1447326" y="55538"/>
                  <a:pt x="1452261" y="54586"/>
                  <a:pt x="1457719" y="54586"/>
                </a:cubicBezTo>
                <a:cubicBezTo>
                  <a:pt x="1463564" y="54586"/>
                  <a:pt x="1468540" y="55524"/>
                  <a:pt x="1472648" y="57398"/>
                </a:cubicBezTo>
                <a:cubicBezTo>
                  <a:pt x="1476755" y="59273"/>
                  <a:pt x="1480133" y="61795"/>
                  <a:pt x="1482779" y="64966"/>
                </a:cubicBezTo>
                <a:cubicBezTo>
                  <a:pt x="1485426" y="68136"/>
                  <a:pt x="1487369" y="71858"/>
                  <a:pt x="1488610" y="76131"/>
                </a:cubicBezTo>
                <a:cubicBezTo>
                  <a:pt x="1489851" y="80404"/>
                  <a:pt x="1490471" y="84967"/>
                  <a:pt x="1490471" y="89819"/>
                </a:cubicBezTo>
                <a:lnTo>
                  <a:pt x="1490471" y="92300"/>
                </a:lnTo>
                <a:moveTo>
                  <a:pt x="1476742" y="88248"/>
                </a:moveTo>
                <a:cubicBezTo>
                  <a:pt x="1476907" y="81080"/>
                  <a:pt x="1475322" y="75456"/>
                  <a:pt x="1471986" y="71376"/>
                </a:cubicBezTo>
                <a:cubicBezTo>
                  <a:pt x="1468650" y="67295"/>
                  <a:pt x="1463702" y="65255"/>
                  <a:pt x="1457140" y="65255"/>
                </a:cubicBezTo>
                <a:cubicBezTo>
                  <a:pt x="1453777" y="65255"/>
                  <a:pt x="1450827" y="65889"/>
                  <a:pt x="1448291" y="67158"/>
                </a:cubicBezTo>
                <a:cubicBezTo>
                  <a:pt x="1445754" y="68426"/>
                  <a:pt x="1443632" y="70107"/>
                  <a:pt x="1441922" y="72203"/>
                </a:cubicBezTo>
                <a:cubicBezTo>
                  <a:pt x="1440213" y="74298"/>
                  <a:pt x="1438890" y="76738"/>
                  <a:pt x="1437952" y="79522"/>
                </a:cubicBezTo>
                <a:cubicBezTo>
                  <a:pt x="1437015" y="82307"/>
                  <a:pt x="1436491" y="85215"/>
                  <a:pt x="1436381" y="88248"/>
                </a:cubicBezTo>
                <a:lnTo>
                  <a:pt x="1476742" y="88248"/>
                </a:lnTo>
                <a:close/>
                <a:moveTo>
                  <a:pt x="1554588" y="63188"/>
                </a:moveTo>
                <a:cubicBezTo>
                  <a:pt x="1554588" y="64401"/>
                  <a:pt x="1554561" y="65421"/>
                  <a:pt x="1554506" y="66248"/>
                </a:cubicBezTo>
                <a:cubicBezTo>
                  <a:pt x="1554450" y="67075"/>
                  <a:pt x="1554340" y="67723"/>
                  <a:pt x="1554175" y="68191"/>
                </a:cubicBezTo>
                <a:cubicBezTo>
                  <a:pt x="1554009" y="68660"/>
                  <a:pt x="1553803" y="69018"/>
                  <a:pt x="1553554" y="69267"/>
                </a:cubicBezTo>
                <a:cubicBezTo>
                  <a:pt x="1553306" y="69515"/>
                  <a:pt x="1552962" y="69639"/>
                  <a:pt x="1552521" y="69639"/>
                </a:cubicBezTo>
                <a:cubicBezTo>
                  <a:pt x="1552079" y="69639"/>
                  <a:pt x="1551542" y="69515"/>
                  <a:pt x="1550908" y="69267"/>
                </a:cubicBezTo>
                <a:cubicBezTo>
                  <a:pt x="1550274" y="69018"/>
                  <a:pt x="1549557" y="68770"/>
                  <a:pt x="1548757" y="68522"/>
                </a:cubicBezTo>
                <a:cubicBezTo>
                  <a:pt x="1547958" y="68274"/>
                  <a:pt x="1547062" y="68040"/>
                  <a:pt x="1546069" y="67819"/>
                </a:cubicBezTo>
                <a:cubicBezTo>
                  <a:pt x="1545077" y="67599"/>
                  <a:pt x="1544002" y="67488"/>
                  <a:pt x="1542844" y="67488"/>
                </a:cubicBezTo>
                <a:cubicBezTo>
                  <a:pt x="1541466" y="67488"/>
                  <a:pt x="1540115" y="67764"/>
                  <a:pt x="1538791" y="68315"/>
                </a:cubicBezTo>
                <a:cubicBezTo>
                  <a:pt x="1537468" y="68867"/>
                  <a:pt x="1536076" y="69777"/>
                  <a:pt x="1534615" y="71045"/>
                </a:cubicBezTo>
                <a:cubicBezTo>
                  <a:pt x="1533154" y="72313"/>
                  <a:pt x="1531623" y="73995"/>
                  <a:pt x="1530024" y="76090"/>
                </a:cubicBezTo>
                <a:cubicBezTo>
                  <a:pt x="1528425" y="78185"/>
                  <a:pt x="1526661" y="80749"/>
                  <a:pt x="1524731" y="83782"/>
                </a:cubicBezTo>
                <a:lnTo>
                  <a:pt x="1524731" y="132744"/>
                </a:lnTo>
                <a:cubicBezTo>
                  <a:pt x="1524731" y="133185"/>
                  <a:pt x="1524621" y="133557"/>
                  <a:pt x="1524400" y="133860"/>
                </a:cubicBezTo>
                <a:cubicBezTo>
                  <a:pt x="1524180" y="134163"/>
                  <a:pt x="1523821" y="134425"/>
                  <a:pt x="1523325" y="134646"/>
                </a:cubicBezTo>
                <a:cubicBezTo>
                  <a:pt x="1522829" y="134866"/>
                  <a:pt x="1522140" y="135032"/>
                  <a:pt x="1521258" y="135142"/>
                </a:cubicBezTo>
                <a:cubicBezTo>
                  <a:pt x="1520375" y="135252"/>
                  <a:pt x="1519245" y="135308"/>
                  <a:pt x="1517867" y="135308"/>
                </a:cubicBezTo>
                <a:cubicBezTo>
                  <a:pt x="1516543" y="135308"/>
                  <a:pt x="1515441" y="135252"/>
                  <a:pt x="1514558" y="135142"/>
                </a:cubicBezTo>
                <a:cubicBezTo>
                  <a:pt x="1513676" y="135032"/>
                  <a:pt x="1512973" y="134866"/>
                  <a:pt x="1512449" y="134646"/>
                </a:cubicBezTo>
                <a:cubicBezTo>
                  <a:pt x="1511926" y="134425"/>
                  <a:pt x="1511567" y="134163"/>
                  <a:pt x="1511374" y="133860"/>
                </a:cubicBezTo>
                <a:cubicBezTo>
                  <a:pt x="1511181" y="133557"/>
                  <a:pt x="1511085" y="133185"/>
                  <a:pt x="1511085" y="132744"/>
                </a:cubicBezTo>
                <a:lnTo>
                  <a:pt x="1511085" y="58308"/>
                </a:lnTo>
                <a:cubicBezTo>
                  <a:pt x="1511085" y="57867"/>
                  <a:pt x="1511167" y="57495"/>
                  <a:pt x="1511333" y="57191"/>
                </a:cubicBezTo>
                <a:cubicBezTo>
                  <a:pt x="1511498" y="56888"/>
                  <a:pt x="1511829" y="56612"/>
                  <a:pt x="1512325" y="56364"/>
                </a:cubicBezTo>
                <a:cubicBezTo>
                  <a:pt x="1512822" y="56116"/>
                  <a:pt x="1513456" y="55951"/>
                  <a:pt x="1514228" y="55868"/>
                </a:cubicBezTo>
                <a:cubicBezTo>
                  <a:pt x="1514999" y="55785"/>
                  <a:pt x="1516020" y="55744"/>
                  <a:pt x="1517288" y="55744"/>
                </a:cubicBezTo>
                <a:cubicBezTo>
                  <a:pt x="1518501" y="55744"/>
                  <a:pt x="1519507" y="55785"/>
                  <a:pt x="1520306" y="55868"/>
                </a:cubicBezTo>
                <a:cubicBezTo>
                  <a:pt x="1521106" y="55951"/>
                  <a:pt x="1521726" y="56116"/>
                  <a:pt x="1522167" y="56364"/>
                </a:cubicBezTo>
                <a:cubicBezTo>
                  <a:pt x="1522608" y="56612"/>
                  <a:pt x="1522926" y="56888"/>
                  <a:pt x="1523118" y="57191"/>
                </a:cubicBezTo>
                <a:cubicBezTo>
                  <a:pt x="1523311" y="57495"/>
                  <a:pt x="1523408" y="57867"/>
                  <a:pt x="1523408" y="58308"/>
                </a:cubicBezTo>
                <a:lnTo>
                  <a:pt x="1523408" y="69142"/>
                </a:lnTo>
                <a:cubicBezTo>
                  <a:pt x="1525448" y="66165"/>
                  <a:pt x="1527364" y="63739"/>
                  <a:pt x="1529156" y="61864"/>
                </a:cubicBezTo>
                <a:cubicBezTo>
                  <a:pt x="1530948" y="59990"/>
                  <a:pt x="1532644" y="58515"/>
                  <a:pt x="1534242" y="57440"/>
                </a:cubicBezTo>
                <a:cubicBezTo>
                  <a:pt x="1535841" y="56364"/>
                  <a:pt x="1537427" y="55620"/>
                  <a:pt x="1538998" y="55206"/>
                </a:cubicBezTo>
                <a:cubicBezTo>
                  <a:pt x="1540570" y="54793"/>
                  <a:pt x="1542155" y="54586"/>
                  <a:pt x="1543754" y="54586"/>
                </a:cubicBezTo>
                <a:cubicBezTo>
                  <a:pt x="1544471" y="54586"/>
                  <a:pt x="1545284" y="54628"/>
                  <a:pt x="1546194" y="54710"/>
                </a:cubicBezTo>
                <a:cubicBezTo>
                  <a:pt x="1547103" y="54793"/>
                  <a:pt x="1548054" y="54945"/>
                  <a:pt x="1549047" y="55165"/>
                </a:cubicBezTo>
                <a:cubicBezTo>
                  <a:pt x="1550039" y="55386"/>
                  <a:pt x="1550935" y="55634"/>
                  <a:pt x="1551735" y="55909"/>
                </a:cubicBezTo>
                <a:cubicBezTo>
                  <a:pt x="1552534" y="56185"/>
                  <a:pt x="1553100" y="56461"/>
                  <a:pt x="1553430" y="56737"/>
                </a:cubicBezTo>
                <a:cubicBezTo>
                  <a:pt x="1553761" y="57012"/>
                  <a:pt x="1553982" y="57274"/>
                  <a:pt x="1554092" y="57522"/>
                </a:cubicBezTo>
                <a:cubicBezTo>
                  <a:pt x="1554202" y="57770"/>
                  <a:pt x="1554299" y="58087"/>
                  <a:pt x="1554381" y="58473"/>
                </a:cubicBezTo>
                <a:cubicBezTo>
                  <a:pt x="1554464" y="58859"/>
                  <a:pt x="1554519" y="59424"/>
                  <a:pt x="1554547" y="60169"/>
                </a:cubicBezTo>
                <a:cubicBezTo>
                  <a:pt x="1554574" y="60913"/>
                  <a:pt x="1554588" y="61919"/>
                  <a:pt x="1554588" y="63188"/>
                </a:cubicBezTo>
                <a:close/>
                <a:moveTo>
                  <a:pt x="1718452" y="132744"/>
                </a:moveTo>
                <a:cubicBezTo>
                  <a:pt x="1718452" y="133185"/>
                  <a:pt x="1718342" y="133557"/>
                  <a:pt x="1718121" y="133860"/>
                </a:cubicBezTo>
                <a:cubicBezTo>
                  <a:pt x="1717901" y="134163"/>
                  <a:pt x="1717542" y="134425"/>
                  <a:pt x="1717046" y="134646"/>
                </a:cubicBezTo>
                <a:cubicBezTo>
                  <a:pt x="1716550" y="134866"/>
                  <a:pt x="1715861" y="135032"/>
                  <a:pt x="1714979" y="135142"/>
                </a:cubicBezTo>
                <a:cubicBezTo>
                  <a:pt x="1714096" y="135252"/>
                  <a:pt x="1712994" y="135308"/>
                  <a:pt x="1711670" y="135308"/>
                </a:cubicBezTo>
                <a:cubicBezTo>
                  <a:pt x="1710292" y="135308"/>
                  <a:pt x="1709161" y="135252"/>
                  <a:pt x="1708279" y="135142"/>
                </a:cubicBezTo>
                <a:cubicBezTo>
                  <a:pt x="1707397" y="135032"/>
                  <a:pt x="1706694" y="134866"/>
                  <a:pt x="1706170" y="134646"/>
                </a:cubicBezTo>
                <a:cubicBezTo>
                  <a:pt x="1705646" y="134425"/>
                  <a:pt x="1705274" y="134163"/>
                  <a:pt x="1705054" y="133860"/>
                </a:cubicBezTo>
                <a:cubicBezTo>
                  <a:pt x="1704833" y="133557"/>
                  <a:pt x="1704723" y="133185"/>
                  <a:pt x="1704723" y="132744"/>
                </a:cubicBezTo>
                <a:lnTo>
                  <a:pt x="1704723" y="87503"/>
                </a:lnTo>
                <a:cubicBezTo>
                  <a:pt x="1704723" y="84360"/>
                  <a:pt x="1704447" y="81493"/>
                  <a:pt x="1703896" y="78902"/>
                </a:cubicBezTo>
                <a:cubicBezTo>
                  <a:pt x="1703344" y="76310"/>
                  <a:pt x="1702462" y="74077"/>
                  <a:pt x="1701249" y="72203"/>
                </a:cubicBezTo>
                <a:cubicBezTo>
                  <a:pt x="1700036" y="70328"/>
                  <a:pt x="1698492" y="68894"/>
                  <a:pt x="1696618" y="67902"/>
                </a:cubicBezTo>
                <a:cubicBezTo>
                  <a:pt x="1694743" y="66909"/>
                  <a:pt x="1692538" y="66413"/>
                  <a:pt x="1690001" y="66413"/>
                </a:cubicBezTo>
                <a:cubicBezTo>
                  <a:pt x="1686858" y="66413"/>
                  <a:pt x="1683702" y="67626"/>
                  <a:pt x="1680531" y="70052"/>
                </a:cubicBezTo>
                <a:cubicBezTo>
                  <a:pt x="1677361" y="72478"/>
                  <a:pt x="1673873" y="76035"/>
                  <a:pt x="1670069" y="80721"/>
                </a:cubicBezTo>
                <a:lnTo>
                  <a:pt x="1670069" y="132744"/>
                </a:lnTo>
                <a:cubicBezTo>
                  <a:pt x="1670069" y="133185"/>
                  <a:pt x="1669959" y="133557"/>
                  <a:pt x="1669738" y="133860"/>
                </a:cubicBezTo>
                <a:cubicBezTo>
                  <a:pt x="1669518" y="134163"/>
                  <a:pt x="1669145" y="134425"/>
                  <a:pt x="1668622" y="134646"/>
                </a:cubicBezTo>
                <a:cubicBezTo>
                  <a:pt x="1668098" y="134866"/>
                  <a:pt x="1667395" y="135032"/>
                  <a:pt x="1666513" y="135142"/>
                </a:cubicBezTo>
                <a:cubicBezTo>
                  <a:pt x="1665630" y="135252"/>
                  <a:pt x="1664528" y="135308"/>
                  <a:pt x="1663204" y="135308"/>
                </a:cubicBezTo>
                <a:cubicBezTo>
                  <a:pt x="1661936" y="135308"/>
                  <a:pt x="1660847" y="135252"/>
                  <a:pt x="1659937" y="135142"/>
                </a:cubicBezTo>
                <a:cubicBezTo>
                  <a:pt x="1659028" y="135032"/>
                  <a:pt x="1658311" y="134866"/>
                  <a:pt x="1657787" y="134646"/>
                </a:cubicBezTo>
                <a:cubicBezTo>
                  <a:pt x="1657263" y="134425"/>
                  <a:pt x="1656905" y="134163"/>
                  <a:pt x="1656712" y="133860"/>
                </a:cubicBezTo>
                <a:cubicBezTo>
                  <a:pt x="1656519" y="133557"/>
                  <a:pt x="1656422" y="133185"/>
                  <a:pt x="1656422" y="132744"/>
                </a:cubicBezTo>
                <a:lnTo>
                  <a:pt x="1656422" y="87503"/>
                </a:lnTo>
                <a:cubicBezTo>
                  <a:pt x="1656422" y="84360"/>
                  <a:pt x="1656119" y="81493"/>
                  <a:pt x="1655513" y="78902"/>
                </a:cubicBezTo>
                <a:cubicBezTo>
                  <a:pt x="1654906" y="76310"/>
                  <a:pt x="1653996" y="74077"/>
                  <a:pt x="1652783" y="72203"/>
                </a:cubicBezTo>
                <a:cubicBezTo>
                  <a:pt x="1651570" y="70328"/>
                  <a:pt x="1650040" y="68894"/>
                  <a:pt x="1648193" y="67902"/>
                </a:cubicBezTo>
                <a:cubicBezTo>
                  <a:pt x="1646346" y="66909"/>
                  <a:pt x="1644154" y="66413"/>
                  <a:pt x="1641618" y="66413"/>
                </a:cubicBezTo>
                <a:cubicBezTo>
                  <a:pt x="1638475" y="66413"/>
                  <a:pt x="1635305" y="67626"/>
                  <a:pt x="1632107" y="70052"/>
                </a:cubicBezTo>
                <a:cubicBezTo>
                  <a:pt x="1628909" y="72478"/>
                  <a:pt x="1625435" y="76035"/>
                  <a:pt x="1621686" y="80721"/>
                </a:cubicBezTo>
                <a:lnTo>
                  <a:pt x="1621686" y="132744"/>
                </a:lnTo>
                <a:cubicBezTo>
                  <a:pt x="1621686" y="133185"/>
                  <a:pt x="1621576" y="133557"/>
                  <a:pt x="1621355" y="133860"/>
                </a:cubicBezTo>
                <a:cubicBezTo>
                  <a:pt x="1621134" y="134163"/>
                  <a:pt x="1620776" y="134425"/>
                  <a:pt x="1620280" y="134646"/>
                </a:cubicBezTo>
                <a:cubicBezTo>
                  <a:pt x="1619784" y="134866"/>
                  <a:pt x="1619094" y="135032"/>
                  <a:pt x="1618212" y="135142"/>
                </a:cubicBezTo>
                <a:cubicBezTo>
                  <a:pt x="1617330" y="135252"/>
                  <a:pt x="1616200" y="135308"/>
                  <a:pt x="1614821" y="135308"/>
                </a:cubicBezTo>
                <a:cubicBezTo>
                  <a:pt x="1613498" y="135308"/>
                  <a:pt x="1612395" y="135252"/>
                  <a:pt x="1611513" y="135142"/>
                </a:cubicBezTo>
                <a:cubicBezTo>
                  <a:pt x="1610631" y="135032"/>
                  <a:pt x="1609928" y="134866"/>
                  <a:pt x="1609404" y="134646"/>
                </a:cubicBezTo>
                <a:cubicBezTo>
                  <a:pt x="1608880" y="134425"/>
                  <a:pt x="1608522" y="134163"/>
                  <a:pt x="1608329" y="133860"/>
                </a:cubicBezTo>
                <a:cubicBezTo>
                  <a:pt x="1608136" y="133557"/>
                  <a:pt x="1608039" y="133185"/>
                  <a:pt x="1608039" y="132744"/>
                </a:cubicBezTo>
                <a:lnTo>
                  <a:pt x="1608039" y="58308"/>
                </a:lnTo>
                <a:cubicBezTo>
                  <a:pt x="1608039" y="57867"/>
                  <a:pt x="1608122" y="57495"/>
                  <a:pt x="1608287" y="57191"/>
                </a:cubicBezTo>
                <a:cubicBezTo>
                  <a:pt x="1608453" y="56888"/>
                  <a:pt x="1608784" y="56612"/>
                  <a:pt x="1609280" y="56364"/>
                </a:cubicBezTo>
                <a:cubicBezTo>
                  <a:pt x="1609776" y="56116"/>
                  <a:pt x="1610410" y="55951"/>
                  <a:pt x="1611182" y="55868"/>
                </a:cubicBezTo>
                <a:cubicBezTo>
                  <a:pt x="1611954" y="55785"/>
                  <a:pt x="1612974" y="55744"/>
                  <a:pt x="1614242" y="55744"/>
                </a:cubicBezTo>
                <a:cubicBezTo>
                  <a:pt x="1615455" y="55744"/>
                  <a:pt x="1616462" y="55785"/>
                  <a:pt x="1617261" y="55868"/>
                </a:cubicBezTo>
                <a:cubicBezTo>
                  <a:pt x="1618060" y="55951"/>
                  <a:pt x="1618681" y="56116"/>
                  <a:pt x="1619122" y="56364"/>
                </a:cubicBezTo>
                <a:cubicBezTo>
                  <a:pt x="1619563" y="56612"/>
                  <a:pt x="1619880" y="56888"/>
                  <a:pt x="1620073" y="57191"/>
                </a:cubicBezTo>
                <a:cubicBezTo>
                  <a:pt x="1620266" y="57495"/>
                  <a:pt x="1620362" y="57867"/>
                  <a:pt x="1620362" y="58308"/>
                </a:cubicBezTo>
                <a:lnTo>
                  <a:pt x="1620362" y="68150"/>
                </a:lnTo>
                <a:cubicBezTo>
                  <a:pt x="1624553" y="63463"/>
                  <a:pt x="1628619" y="60031"/>
                  <a:pt x="1632562" y="57853"/>
                </a:cubicBezTo>
                <a:cubicBezTo>
                  <a:pt x="1636504" y="55675"/>
                  <a:pt x="1640488" y="54586"/>
                  <a:pt x="1644513" y="54586"/>
                </a:cubicBezTo>
                <a:cubicBezTo>
                  <a:pt x="1647600" y="54586"/>
                  <a:pt x="1650371" y="54945"/>
                  <a:pt x="1652825" y="55661"/>
                </a:cubicBezTo>
                <a:cubicBezTo>
                  <a:pt x="1655278" y="56378"/>
                  <a:pt x="1657442" y="57384"/>
                  <a:pt x="1659317" y="58680"/>
                </a:cubicBezTo>
                <a:cubicBezTo>
                  <a:pt x="1661192" y="59976"/>
                  <a:pt x="1662791" y="61520"/>
                  <a:pt x="1664114" y="63312"/>
                </a:cubicBezTo>
                <a:cubicBezTo>
                  <a:pt x="1665437" y="65104"/>
                  <a:pt x="1666540" y="67102"/>
                  <a:pt x="1667422" y="69308"/>
                </a:cubicBezTo>
                <a:cubicBezTo>
                  <a:pt x="1669904" y="66606"/>
                  <a:pt x="1672261" y="64318"/>
                  <a:pt x="1674494" y="62443"/>
                </a:cubicBezTo>
                <a:cubicBezTo>
                  <a:pt x="1676727" y="60569"/>
                  <a:pt x="1678877" y="59052"/>
                  <a:pt x="1680945" y="57894"/>
                </a:cubicBezTo>
                <a:cubicBezTo>
                  <a:pt x="1683013" y="56737"/>
                  <a:pt x="1685025" y="55896"/>
                  <a:pt x="1686982" y="55372"/>
                </a:cubicBezTo>
                <a:cubicBezTo>
                  <a:pt x="1688940" y="54848"/>
                  <a:pt x="1690911" y="54586"/>
                  <a:pt x="1692896" y="54586"/>
                </a:cubicBezTo>
                <a:cubicBezTo>
                  <a:pt x="1697693" y="54586"/>
                  <a:pt x="1701718" y="55427"/>
                  <a:pt x="1704971" y="57109"/>
                </a:cubicBezTo>
                <a:cubicBezTo>
                  <a:pt x="1708224" y="58790"/>
                  <a:pt x="1710857" y="61037"/>
                  <a:pt x="1712869" y="63849"/>
                </a:cubicBezTo>
                <a:cubicBezTo>
                  <a:pt x="1714882" y="66661"/>
                  <a:pt x="1716316" y="69956"/>
                  <a:pt x="1717170" y="73733"/>
                </a:cubicBezTo>
                <a:cubicBezTo>
                  <a:pt x="1718025" y="77510"/>
                  <a:pt x="1718452" y="81493"/>
                  <a:pt x="1718452" y="85684"/>
                </a:cubicBezTo>
                <a:lnTo>
                  <a:pt x="1718452" y="132744"/>
                </a:lnTo>
                <a:close/>
                <a:moveTo>
                  <a:pt x="1811703" y="94740"/>
                </a:moveTo>
                <a:cubicBezTo>
                  <a:pt x="1811703" y="100810"/>
                  <a:pt x="1810904" y="106398"/>
                  <a:pt x="1809305" y="111504"/>
                </a:cubicBezTo>
                <a:cubicBezTo>
                  <a:pt x="1807706" y="116609"/>
                  <a:pt x="1805321" y="121011"/>
                  <a:pt x="1802151" y="124711"/>
                </a:cubicBezTo>
                <a:cubicBezTo>
                  <a:pt x="1798980" y="128408"/>
                  <a:pt x="1795010" y="131292"/>
                  <a:pt x="1790241" y="133361"/>
                </a:cubicBezTo>
                <a:cubicBezTo>
                  <a:pt x="1785472" y="135431"/>
                  <a:pt x="1779944" y="136465"/>
                  <a:pt x="1773658" y="136465"/>
                </a:cubicBezTo>
                <a:cubicBezTo>
                  <a:pt x="1767538" y="136465"/>
                  <a:pt x="1762204" y="135555"/>
                  <a:pt x="1757655" y="133734"/>
                </a:cubicBezTo>
                <a:cubicBezTo>
                  <a:pt x="1753106" y="131912"/>
                  <a:pt x="1749315" y="129263"/>
                  <a:pt x="1746283" y="125786"/>
                </a:cubicBezTo>
                <a:cubicBezTo>
                  <a:pt x="1743250" y="122309"/>
                  <a:pt x="1740989" y="118087"/>
                  <a:pt x="1739501" y="113119"/>
                </a:cubicBezTo>
                <a:cubicBezTo>
                  <a:pt x="1738012" y="108151"/>
                  <a:pt x="1737268" y="102521"/>
                  <a:pt x="1737268" y="96229"/>
                </a:cubicBezTo>
                <a:cubicBezTo>
                  <a:pt x="1737268" y="90159"/>
                  <a:pt x="1738053" y="84571"/>
                  <a:pt x="1739625" y="79465"/>
                </a:cubicBezTo>
                <a:cubicBezTo>
                  <a:pt x="1741196" y="74360"/>
                  <a:pt x="1743567" y="69958"/>
                  <a:pt x="1746738" y="66261"/>
                </a:cubicBezTo>
                <a:cubicBezTo>
                  <a:pt x="1749908" y="62561"/>
                  <a:pt x="1753864" y="59691"/>
                  <a:pt x="1758606" y="57649"/>
                </a:cubicBezTo>
                <a:cubicBezTo>
                  <a:pt x="1763348" y="55607"/>
                  <a:pt x="1768889" y="54586"/>
                  <a:pt x="1775230" y="54586"/>
                </a:cubicBezTo>
                <a:cubicBezTo>
                  <a:pt x="1781350" y="54586"/>
                  <a:pt x="1786685" y="55497"/>
                  <a:pt x="1791234" y="57318"/>
                </a:cubicBezTo>
                <a:cubicBezTo>
                  <a:pt x="1795782" y="59139"/>
                  <a:pt x="1799573" y="61789"/>
                  <a:pt x="1802606" y="65266"/>
                </a:cubicBezTo>
                <a:cubicBezTo>
                  <a:pt x="1805638" y="68743"/>
                  <a:pt x="1807913" y="72965"/>
                  <a:pt x="1809429" y="77933"/>
                </a:cubicBezTo>
                <a:cubicBezTo>
                  <a:pt x="1810945" y="82900"/>
                  <a:pt x="1811703" y="88503"/>
                  <a:pt x="1811703" y="94740"/>
                </a:cubicBezTo>
                <a:moveTo>
                  <a:pt x="1797312" y="95650"/>
                </a:moveTo>
                <a:cubicBezTo>
                  <a:pt x="1797312" y="91620"/>
                  <a:pt x="1796940" y="87810"/>
                  <a:pt x="1796196" y="84221"/>
                </a:cubicBezTo>
                <a:cubicBezTo>
                  <a:pt x="1795452" y="80632"/>
                  <a:pt x="1794225" y="77485"/>
                  <a:pt x="1792516" y="74779"/>
                </a:cubicBezTo>
                <a:cubicBezTo>
                  <a:pt x="1790806" y="72074"/>
                  <a:pt x="1788490" y="69935"/>
                  <a:pt x="1785568" y="68362"/>
                </a:cubicBezTo>
                <a:cubicBezTo>
                  <a:pt x="1782646" y="66787"/>
                  <a:pt x="1779007" y="66000"/>
                  <a:pt x="1774651" y="66000"/>
                </a:cubicBezTo>
                <a:cubicBezTo>
                  <a:pt x="1770626" y="66000"/>
                  <a:pt x="1767166" y="66717"/>
                  <a:pt x="1764271" y="68153"/>
                </a:cubicBezTo>
                <a:cubicBezTo>
                  <a:pt x="1761377" y="69588"/>
                  <a:pt x="1758992" y="71618"/>
                  <a:pt x="1757117" y="74242"/>
                </a:cubicBezTo>
                <a:cubicBezTo>
                  <a:pt x="1755243" y="76864"/>
                  <a:pt x="1753850" y="79970"/>
                  <a:pt x="1752941" y="83559"/>
                </a:cubicBezTo>
                <a:cubicBezTo>
                  <a:pt x="1752031" y="87147"/>
                  <a:pt x="1751576" y="91067"/>
                  <a:pt x="1751576" y="95319"/>
                </a:cubicBezTo>
                <a:cubicBezTo>
                  <a:pt x="1751576" y="99404"/>
                  <a:pt x="1751948" y="103242"/>
                  <a:pt x="1752692" y="106831"/>
                </a:cubicBezTo>
                <a:cubicBezTo>
                  <a:pt x="1753437" y="110420"/>
                  <a:pt x="1754677" y="113553"/>
                  <a:pt x="1756414" y="116231"/>
                </a:cubicBezTo>
                <a:cubicBezTo>
                  <a:pt x="1758151" y="118908"/>
                  <a:pt x="1760481" y="121035"/>
                  <a:pt x="1763403" y="122610"/>
                </a:cubicBezTo>
                <a:cubicBezTo>
                  <a:pt x="1766325" y="124183"/>
                  <a:pt x="1769964" y="124969"/>
                  <a:pt x="1774320" y="124969"/>
                </a:cubicBezTo>
                <a:cubicBezTo>
                  <a:pt x="1778290" y="124969"/>
                  <a:pt x="1781736" y="124252"/>
                  <a:pt x="1784658" y="122816"/>
                </a:cubicBezTo>
                <a:cubicBezTo>
                  <a:pt x="1787581" y="121381"/>
                  <a:pt x="1789979" y="119366"/>
                  <a:pt x="1791854" y="116771"/>
                </a:cubicBezTo>
                <a:cubicBezTo>
                  <a:pt x="1793729" y="114174"/>
                  <a:pt x="1795107" y="111082"/>
                  <a:pt x="1795989" y="107495"/>
                </a:cubicBezTo>
                <a:cubicBezTo>
                  <a:pt x="1796871" y="103906"/>
                  <a:pt x="1797312" y="99957"/>
                  <a:pt x="1797312" y="95650"/>
                </a:cubicBezTo>
                <a:close/>
                <a:moveTo>
                  <a:pt x="1895120" y="132741"/>
                </a:moveTo>
                <a:cubicBezTo>
                  <a:pt x="1895120" y="133182"/>
                  <a:pt x="1895023" y="133569"/>
                  <a:pt x="1894830" y="133902"/>
                </a:cubicBezTo>
                <a:cubicBezTo>
                  <a:pt x="1894637" y="134232"/>
                  <a:pt x="1894306" y="134494"/>
                  <a:pt x="1893838" y="134687"/>
                </a:cubicBezTo>
                <a:cubicBezTo>
                  <a:pt x="1893369" y="134880"/>
                  <a:pt x="1892749" y="135032"/>
                  <a:pt x="1891977" y="135142"/>
                </a:cubicBezTo>
                <a:cubicBezTo>
                  <a:pt x="1891205" y="135252"/>
                  <a:pt x="1890268" y="135308"/>
                  <a:pt x="1889165" y="135308"/>
                </a:cubicBezTo>
                <a:cubicBezTo>
                  <a:pt x="1888007" y="135308"/>
                  <a:pt x="1887042" y="135252"/>
                  <a:pt x="1886270" y="135142"/>
                </a:cubicBezTo>
                <a:cubicBezTo>
                  <a:pt x="1885498" y="135034"/>
                  <a:pt x="1884864" y="134884"/>
                  <a:pt x="1884368" y="134692"/>
                </a:cubicBezTo>
                <a:cubicBezTo>
                  <a:pt x="1883872" y="134499"/>
                  <a:pt x="1883513" y="134238"/>
                  <a:pt x="1883293" y="133909"/>
                </a:cubicBezTo>
                <a:cubicBezTo>
                  <a:pt x="1883072" y="133580"/>
                  <a:pt x="1882962" y="133197"/>
                  <a:pt x="1882962" y="132759"/>
                </a:cubicBezTo>
                <a:lnTo>
                  <a:pt x="1882962" y="122971"/>
                </a:lnTo>
                <a:cubicBezTo>
                  <a:pt x="1879047" y="127220"/>
                  <a:pt x="1874981" y="130532"/>
                  <a:pt x="1870763" y="132906"/>
                </a:cubicBezTo>
                <a:cubicBezTo>
                  <a:pt x="1866545" y="135279"/>
                  <a:pt x="1861927" y="136465"/>
                  <a:pt x="1856909" y="136465"/>
                </a:cubicBezTo>
                <a:cubicBezTo>
                  <a:pt x="1851451" y="136465"/>
                  <a:pt x="1846792" y="135403"/>
                  <a:pt x="1842932" y="133279"/>
                </a:cubicBezTo>
                <a:cubicBezTo>
                  <a:pt x="1839072" y="131154"/>
                  <a:pt x="1835943" y="128284"/>
                  <a:pt x="1833545" y="124669"/>
                </a:cubicBezTo>
                <a:cubicBezTo>
                  <a:pt x="1831146" y="121053"/>
                  <a:pt x="1829396" y="116803"/>
                  <a:pt x="1828293" y="111920"/>
                </a:cubicBezTo>
                <a:cubicBezTo>
                  <a:pt x="1827190" y="107035"/>
                  <a:pt x="1826639" y="101887"/>
                  <a:pt x="1826639" y="96477"/>
                </a:cubicBezTo>
                <a:cubicBezTo>
                  <a:pt x="1826639" y="90076"/>
                  <a:pt x="1827328" y="84295"/>
                  <a:pt x="1828706" y="79134"/>
                </a:cubicBezTo>
                <a:cubicBezTo>
                  <a:pt x="1830085" y="73974"/>
                  <a:pt x="1832125" y="69572"/>
                  <a:pt x="1834827" y="65930"/>
                </a:cubicBezTo>
                <a:cubicBezTo>
                  <a:pt x="1837528" y="62286"/>
                  <a:pt x="1840878" y="59484"/>
                  <a:pt x="1844876" y="57525"/>
                </a:cubicBezTo>
                <a:cubicBezTo>
                  <a:pt x="1848873" y="55566"/>
                  <a:pt x="1853491" y="54586"/>
                  <a:pt x="1858729" y="54586"/>
                </a:cubicBezTo>
                <a:cubicBezTo>
                  <a:pt x="1863085" y="54586"/>
                  <a:pt x="1867068" y="55538"/>
                  <a:pt x="1870680" y="57442"/>
                </a:cubicBezTo>
                <a:cubicBezTo>
                  <a:pt x="1874291" y="59346"/>
                  <a:pt x="1877862" y="62147"/>
                  <a:pt x="1881390" y="65845"/>
                </a:cubicBezTo>
                <a:lnTo>
                  <a:pt x="1881390" y="22501"/>
                </a:lnTo>
                <a:cubicBezTo>
                  <a:pt x="1881390" y="22115"/>
                  <a:pt x="1881487" y="21743"/>
                  <a:pt x="1881680" y="21385"/>
                </a:cubicBezTo>
                <a:cubicBezTo>
                  <a:pt x="1881873" y="21025"/>
                  <a:pt x="1882245" y="20748"/>
                  <a:pt x="1882796" y="20555"/>
                </a:cubicBezTo>
                <a:cubicBezTo>
                  <a:pt x="1883348" y="20360"/>
                  <a:pt x="1884051" y="20194"/>
                  <a:pt x="1884905" y="20056"/>
                </a:cubicBezTo>
                <a:cubicBezTo>
                  <a:pt x="1885760" y="19918"/>
                  <a:pt x="1886849" y="19850"/>
                  <a:pt x="1888172" y="19850"/>
                </a:cubicBezTo>
                <a:cubicBezTo>
                  <a:pt x="1889551" y="19850"/>
                  <a:pt x="1890681" y="19918"/>
                  <a:pt x="1891563" y="20056"/>
                </a:cubicBezTo>
                <a:cubicBezTo>
                  <a:pt x="1892445" y="20194"/>
                  <a:pt x="1893135" y="20360"/>
                  <a:pt x="1893631" y="20553"/>
                </a:cubicBezTo>
                <a:cubicBezTo>
                  <a:pt x="1894127" y="20746"/>
                  <a:pt x="1894499" y="21022"/>
                  <a:pt x="1894747" y="21382"/>
                </a:cubicBezTo>
                <a:cubicBezTo>
                  <a:pt x="1894996" y="21741"/>
                  <a:pt x="1895120" y="22113"/>
                  <a:pt x="1895120" y="22499"/>
                </a:cubicBezTo>
                <a:lnTo>
                  <a:pt x="1895120" y="132741"/>
                </a:lnTo>
                <a:moveTo>
                  <a:pt x="1881390" y="80416"/>
                </a:moveTo>
                <a:cubicBezTo>
                  <a:pt x="1877696" y="75831"/>
                  <a:pt x="1874126" y="72338"/>
                  <a:pt x="1870680" y="69936"/>
                </a:cubicBezTo>
                <a:cubicBezTo>
                  <a:pt x="1867234" y="67532"/>
                  <a:pt x="1863636" y="66330"/>
                  <a:pt x="1859887" y="66330"/>
                </a:cubicBezTo>
                <a:cubicBezTo>
                  <a:pt x="1856413" y="66330"/>
                  <a:pt x="1853463" y="67159"/>
                  <a:pt x="1851037" y="68817"/>
                </a:cubicBezTo>
                <a:cubicBezTo>
                  <a:pt x="1848611" y="70473"/>
                  <a:pt x="1846640" y="72653"/>
                  <a:pt x="1845124" y="75358"/>
                </a:cubicBezTo>
                <a:cubicBezTo>
                  <a:pt x="1843607" y="78064"/>
                  <a:pt x="1842505" y="81128"/>
                  <a:pt x="1841815" y="84552"/>
                </a:cubicBezTo>
                <a:cubicBezTo>
                  <a:pt x="1841126" y="87975"/>
                  <a:pt x="1840782" y="91454"/>
                  <a:pt x="1840782" y="94988"/>
                </a:cubicBezTo>
                <a:cubicBezTo>
                  <a:pt x="1840782" y="98743"/>
                  <a:pt x="1841071" y="102415"/>
                  <a:pt x="1841650" y="106004"/>
                </a:cubicBezTo>
                <a:cubicBezTo>
                  <a:pt x="1842229" y="109593"/>
                  <a:pt x="1843235" y="112781"/>
                  <a:pt x="1844669" y="115569"/>
                </a:cubicBezTo>
                <a:cubicBezTo>
                  <a:pt x="1846102" y="118357"/>
                  <a:pt x="1848005" y="120594"/>
                  <a:pt x="1850375" y="122279"/>
                </a:cubicBezTo>
                <a:cubicBezTo>
                  <a:pt x="1852746" y="123962"/>
                  <a:pt x="1855724" y="124804"/>
                  <a:pt x="1859308" y="124804"/>
                </a:cubicBezTo>
                <a:cubicBezTo>
                  <a:pt x="1861127" y="124804"/>
                  <a:pt x="1862878" y="124556"/>
                  <a:pt x="1864560" y="124059"/>
                </a:cubicBezTo>
                <a:cubicBezTo>
                  <a:pt x="1866241" y="123562"/>
                  <a:pt x="1867964" y="122733"/>
                  <a:pt x="1869729" y="121573"/>
                </a:cubicBezTo>
                <a:cubicBezTo>
                  <a:pt x="1871493" y="120414"/>
                  <a:pt x="1873340" y="118908"/>
                  <a:pt x="1875270" y="117058"/>
                </a:cubicBezTo>
                <a:cubicBezTo>
                  <a:pt x="1877200" y="115207"/>
                  <a:pt x="1879240" y="112929"/>
                  <a:pt x="1881390" y="110222"/>
                </a:cubicBezTo>
                <a:lnTo>
                  <a:pt x="1881390" y="80416"/>
                </a:lnTo>
                <a:close/>
                <a:moveTo>
                  <a:pt x="1983747" y="92300"/>
                </a:moveTo>
                <a:cubicBezTo>
                  <a:pt x="1983747" y="94451"/>
                  <a:pt x="1983209" y="95981"/>
                  <a:pt x="1982134" y="96890"/>
                </a:cubicBezTo>
                <a:cubicBezTo>
                  <a:pt x="1981059" y="97800"/>
                  <a:pt x="1979832" y="98255"/>
                  <a:pt x="1978453" y="98255"/>
                </a:cubicBezTo>
                <a:lnTo>
                  <a:pt x="1929657" y="98255"/>
                </a:lnTo>
                <a:cubicBezTo>
                  <a:pt x="1929657" y="102402"/>
                  <a:pt x="1930070" y="106135"/>
                  <a:pt x="1930897" y="109454"/>
                </a:cubicBezTo>
                <a:cubicBezTo>
                  <a:pt x="1931724" y="112773"/>
                  <a:pt x="1933103" y="115621"/>
                  <a:pt x="1935033" y="117999"/>
                </a:cubicBezTo>
                <a:cubicBezTo>
                  <a:pt x="1936962" y="120376"/>
                  <a:pt x="1939471" y="122202"/>
                  <a:pt x="1942559" y="123475"/>
                </a:cubicBezTo>
                <a:cubicBezTo>
                  <a:pt x="1945647" y="124747"/>
                  <a:pt x="1949423" y="125383"/>
                  <a:pt x="1953890" y="125383"/>
                </a:cubicBezTo>
                <a:cubicBezTo>
                  <a:pt x="1957418" y="125383"/>
                  <a:pt x="1960561" y="125093"/>
                  <a:pt x="1963318" y="124514"/>
                </a:cubicBezTo>
                <a:cubicBezTo>
                  <a:pt x="1966075" y="123935"/>
                  <a:pt x="1968460" y="123288"/>
                  <a:pt x="1970472" y="122571"/>
                </a:cubicBezTo>
                <a:cubicBezTo>
                  <a:pt x="1972485" y="121854"/>
                  <a:pt x="1974139" y="121206"/>
                  <a:pt x="1975435" y="120627"/>
                </a:cubicBezTo>
                <a:cubicBezTo>
                  <a:pt x="1976730" y="120048"/>
                  <a:pt x="1977709" y="119759"/>
                  <a:pt x="1978371" y="119759"/>
                </a:cubicBezTo>
                <a:cubicBezTo>
                  <a:pt x="1978757" y="119759"/>
                  <a:pt x="1979101" y="119855"/>
                  <a:pt x="1979405" y="120048"/>
                </a:cubicBezTo>
                <a:cubicBezTo>
                  <a:pt x="1979708" y="120241"/>
                  <a:pt x="1979942" y="120531"/>
                  <a:pt x="1980108" y="120917"/>
                </a:cubicBezTo>
                <a:cubicBezTo>
                  <a:pt x="1980273" y="121303"/>
                  <a:pt x="1980397" y="121840"/>
                  <a:pt x="1980480" y="122529"/>
                </a:cubicBezTo>
                <a:cubicBezTo>
                  <a:pt x="1980562" y="123219"/>
                  <a:pt x="1980604" y="124059"/>
                  <a:pt x="1980604" y="125052"/>
                </a:cubicBezTo>
                <a:cubicBezTo>
                  <a:pt x="1980604" y="125769"/>
                  <a:pt x="1980576" y="126389"/>
                  <a:pt x="1980521" y="126913"/>
                </a:cubicBezTo>
                <a:cubicBezTo>
                  <a:pt x="1980466" y="127437"/>
                  <a:pt x="1980397" y="127905"/>
                  <a:pt x="1980314" y="128319"/>
                </a:cubicBezTo>
                <a:cubicBezTo>
                  <a:pt x="1980232" y="128732"/>
                  <a:pt x="1980094" y="129105"/>
                  <a:pt x="1979901" y="129435"/>
                </a:cubicBezTo>
                <a:cubicBezTo>
                  <a:pt x="1979708" y="129766"/>
                  <a:pt x="1979460" y="130083"/>
                  <a:pt x="1979156" y="130387"/>
                </a:cubicBezTo>
                <a:cubicBezTo>
                  <a:pt x="1978853" y="130690"/>
                  <a:pt x="1977957" y="131186"/>
                  <a:pt x="1976468" y="131875"/>
                </a:cubicBezTo>
                <a:cubicBezTo>
                  <a:pt x="1974980" y="132564"/>
                  <a:pt x="1973050" y="133240"/>
                  <a:pt x="1970679" y="133902"/>
                </a:cubicBezTo>
                <a:cubicBezTo>
                  <a:pt x="1968308" y="134563"/>
                  <a:pt x="1965565" y="135156"/>
                  <a:pt x="1962450" y="135680"/>
                </a:cubicBezTo>
                <a:cubicBezTo>
                  <a:pt x="1959334" y="136204"/>
                  <a:pt x="1956012" y="136465"/>
                  <a:pt x="1952484" y="136465"/>
                </a:cubicBezTo>
                <a:cubicBezTo>
                  <a:pt x="1946363" y="136465"/>
                  <a:pt x="1941001" y="135610"/>
                  <a:pt x="1936397" y="133899"/>
                </a:cubicBezTo>
                <a:cubicBezTo>
                  <a:pt x="1931793" y="132188"/>
                  <a:pt x="1927920" y="129649"/>
                  <a:pt x="1924777" y="126282"/>
                </a:cubicBezTo>
                <a:cubicBezTo>
                  <a:pt x="1921634" y="122915"/>
                  <a:pt x="1919263" y="118693"/>
                  <a:pt x="1917664" y="113615"/>
                </a:cubicBezTo>
                <a:cubicBezTo>
                  <a:pt x="1916065" y="108537"/>
                  <a:pt x="1915266" y="102632"/>
                  <a:pt x="1915266" y="95898"/>
                </a:cubicBezTo>
                <a:cubicBezTo>
                  <a:pt x="1915266" y="89495"/>
                  <a:pt x="1916093" y="83741"/>
                  <a:pt x="1917747" y="78636"/>
                </a:cubicBezTo>
                <a:cubicBezTo>
                  <a:pt x="1919401" y="73530"/>
                  <a:pt x="1921786" y="69198"/>
                  <a:pt x="1924901" y="65638"/>
                </a:cubicBezTo>
                <a:cubicBezTo>
                  <a:pt x="1928016" y="62078"/>
                  <a:pt x="1931779" y="59346"/>
                  <a:pt x="1936190" y="57442"/>
                </a:cubicBezTo>
                <a:cubicBezTo>
                  <a:pt x="1940601" y="55538"/>
                  <a:pt x="1945536" y="54586"/>
                  <a:pt x="1950995" y="54586"/>
                </a:cubicBezTo>
                <a:cubicBezTo>
                  <a:pt x="1956839" y="54586"/>
                  <a:pt x="1961816" y="55524"/>
                  <a:pt x="1965923" y="57398"/>
                </a:cubicBezTo>
                <a:cubicBezTo>
                  <a:pt x="1970031" y="59273"/>
                  <a:pt x="1973408" y="61795"/>
                  <a:pt x="1976055" y="64966"/>
                </a:cubicBezTo>
                <a:cubicBezTo>
                  <a:pt x="1978702" y="68136"/>
                  <a:pt x="1980645" y="71858"/>
                  <a:pt x="1981886" y="76131"/>
                </a:cubicBezTo>
                <a:cubicBezTo>
                  <a:pt x="1983126" y="80404"/>
                  <a:pt x="1983747" y="84967"/>
                  <a:pt x="1983747" y="89819"/>
                </a:cubicBezTo>
                <a:lnTo>
                  <a:pt x="1983747" y="92300"/>
                </a:lnTo>
                <a:moveTo>
                  <a:pt x="1970017" y="88248"/>
                </a:moveTo>
                <a:cubicBezTo>
                  <a:pt x="1970183" y="81080"/>
                  <a:pt x="1968598" y="75456"/>
                  <a:pt x="1965262" y="71376"/>
                </a:cubicBezTo>
                <a:cubicBezTo>
                  <a:pt x="1961926" y="67295"/>
                  <a:pt x="1956977" y="65255"/>
                  <a:pt x="1950416" y="65255"/>
                </a:cubicBezTo>
                <a:cubicBezTo>
                  <a:pt x="1947053" y="65255"/>
                  <a:pt x="1944103" y="65889"/>
                  <a:pt x="1941566" y="67158"/>
                </a:cubicBezTo>
                <a:cubicBezTo>
                  <a:pt x="1939030" y="68426"/>
                  <a:pt x="1936907" y="70107"/>
                  <a:pt x="1935198" y="72203"/>
                </a:cubicBezTo>
                <a:cubicBezTo>
                  <a:pt x="1933489" y="74298"/>
                  <a:pt x="1932165" y="76738"/>
                  <a:pt x="1931228" y="79522"/>
                </a:cubicBezTo>
                <a:cubicBezTo>
                  <a:pt x="1930291" y="82307"/>
                  <a:pt x="1929767" y="85215"/>
                  <a:pt x="1929657" y="88248"/>
                </a:cubicBezTo>
                <a:lnTo>
                  <a:pt x="1970017" y="88248"/>
                </a:lnTo>
                <a:close/>
                <a:moveTo>
                  <a:pt x="2031984" y="90398"/>
                </a:moveTo>
                <a:cubicBezTo>
                  <a:pt x="2031984" y="96635"/>
                  <a:pt x="2031598" y="102804"/>
                  <a:pt x="2030826" y="108904"/>
                </a:cubicBezTo>
                <a:cubicBezTo>
                  <a:pt x="2030054" y="115003"/>
                  <a:pt x="2028897" y="121034"/>
                  <a:pt x="2027353" y="126996"/>
                </a:cubicBezTo>
                <a:cubicBezTo>
                  <a:pt x="2025809" y="132957"/>
                  <a:pt x="2023920" y="138823"/>
                  <a:pt x="2021687" y="144591"/>
                </a:cubicBezTo>
                <a:cubicBezTo>
                  <a:pt x="2019454" y="150360"/>
                  <a:pt x="2016849" y="156059"/>
                  <a:pt x="2013872" y="161688"/>
                </a:cubicBezTo>
                <a:cubicBezTo>
                  <a:pt x="2013706" y="161964"/>
                  <a:pt x="2013458" y="162212"/>
                  <a:pt x="2013127" y="162433"/>
                </a:cubicBezTo>
                <a:cubicBezTo>
                  <a:pt x="2012796" y="162655"/>
                  <a:pt x="2012369" y="162849"/>
                  <a:pt x="2011845" y="163014"/>
                </a:cubicBezTo>
                <a:cubicBezTo>
                  <a:pt x="2011321" y="163180"/>
                  <a:pt x="2010701" y="163290"/>
                  <a:pt x="2009984" y="163345"/>
                </a:cubicBezTo>
                <a:cubicBezTo>
                  <a:pt x="2009268" y="163400"/>
                  <a:pt x="2008413" y="163428"/>
                  <a:pt x="2007421" y="163428"/>
                </a:cubicBezTo>
                <a:cubicBezTo>
                  <a:pt x="2005987" y="163428"/>
                  <a:pt x="2004870" y="163359"/>
                  <a:pt x="2004071" y="163221"/>
                </a:cubicBezTo>
                <a:cubicBezTo>
                  <a:pt x="2003271" y="163083"/>
                  <a:pt x="2002692" y="162862"/>
                  <a:pt x="2002334" y="162557"/>
                </a:cubicBezTo>
                <a:cubicBezTo>
                  <a:pt x="2001976" y="162253"/>
                  <a:pt x="2001810" y="161867"/>
                  <a:pt x="2001838" y="161399"/>
                </a:cubicBezTo>
                <a:cubicBezTo>
                  <a:pt x="2001865" y="160930"/>
                  <a:pt x="2002017" y="160364"/>
                  <a:pt x="2002293" y="159701"/>
                </a:cubicBezTo>
                <a:cubicBezTo>
                  <a:pt x="2007365" y="148551"/>
                  <a:pt x="2011197" y="137139"/>
                  <a:pt x="2013789" y="125465"/>
                </a:cubicBezTo>
                <a:cubicBezTo>
                  <a:pt x="2016380" y="113790"/>
                  <a:pt x="2017676" y="102018"/>
                  <a:pt x="2017676" y="90150"/>
                </a:cubicBezTo>
                <a:cubicBezTo>
                  <a:pt x="2017676" y="78337"/>
                  <a:pt x="2016380" y="66593"/>
                  <a:pt x="2013789" y="54920"/>
                </a:cubicBezTo>
                <a:cubicBezTo>
                  <a:pt x="2011197" y="43244"/>
                  <a:pt x="2007310" y="31858"/>
                  <a:pt x="2002127" y="20762"/>
                </a:cubicBezTo>
                <a:cubicBezTo>
                  <a:pt x="2001907" y="20266"/>
                  <a:pt x="2001824" y="19797"/>
                  <a:pt x="2001879" y="19356"/>
                </a:cubicBezTo>
                <a:cubicBezTo>
                  <a:pt x="2001934" y="18915"/>
                  <a:pt x="2002182" y="18556"/>
                  <a:pt x="2002624" y="18281"/>
                </a:cubicBezTo>
                <a:cubicBezTo>
                  <a:pt x="2003065" y="18003"/>
                  <a:pt x="2003671" y="17782"/>
                  <a:pt x="2004443" y="17616"/>
                </a:cubicBezTo>
                <a:cubicBezTo>
                  <a:pt x="2005215" y="17451"/>
                  <a:pt x="2006235" y="17368"/>
                  <a:pt x="2007503" y="17368"/>
                </a:cubicBezTo>
                <a:cubicBezTo>
                  <a:pt x="2008661" y="17368"/>
                  <a:pt x="2009626" y="17410"/>
                  <a:pt x="2010398" y="17492"/>
                </a:cubicBezTo>
                <a:cubicBezTo>
                  <a:pt x="2011170" y="17575"/>
                  <a:pt x="2011790" y="17699"/>
                  <a:pt x="2012259" y="17865"/>
                </a:cubicBezTo>
                <a:cubicBezTo>
                  <a:pt x="2012727" y="18030"/>
                  <a:pt x="2013072" y="18196"/>
                  <a:pt x="2013293" y="18363"/>
                </a:cubicBezTo>
                <a:cubicBezTo>
                  <a:pt x="2013513" y="18529"/>
                  <a:pt x="2013679" y="18722"/>
                  <a:pt x="2013789" y="18942"/>
                </a:cubicBezTo>
                <a:cubicBezTo>
                  <a:pt x="2019468" y="30258"/>
                  <a:pt x="2023920" y="41891"/>
                  <a:pt x="2027146" y="53842"/>
                </a:cubicBezTo>
                <a:cubicBezTo>
                  <a:pt x="2030372" y="65793"/>
                  <a:pt x="2031984" y="77978"/>
                  <a:pt x="2031984" y="90398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BTB">
            <a:extLst xmlns:a="http://schemas.openxmlformats.org/drawingml/2006/main">
              <a:ext uri="{FF2B5EF4-FFF2-40B4-BE49-F238E27FC236}">
                <a16:creationId xmlns:a16="http://schemas.microsoft.com/office/drawing/2014/main" id="{68D86B58-B74B-4639-9FAC-3DAD22A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73" y="1610443"/>
            <a:ext cx="251553" cy="107518"/>
          </a:xfrm>
          <a:custGeom xmlns:a="http://schemas.openxmlformats.org/drawingml/2006/main">
            <a:pathLst>
              <a:path w="251553" h="107518">
                <a:moveTo>
                  <a:pt x="77496" y="74885"/>
                </a:moveTo>
                <a:cubicBezTo>
                  <a:pt x="77496" y="78695"/>
                  <a:pt x="76972" y="82146"/>
                  <a:pt x="75924" y="85239"/>
                </a:cubicBezTo>
                <a:cubicBezTo>
                  <a:pt x="74877" y="88332"/>
                  <a:pt x="73429" y="91066"/>
                  <a:pt x="71582" y="93440"/>
                </a:cubicBezTo>
                <a:cubicBezTo>
                  <a:pt x="69735" y="95813"/>
                  <a:pt x="67530" y="97855"/>
                  <a:pt x="64966" y="99568"/>
                </a:cubicBezTo>
                <a:cubicBezTo>
                  <a:pt x="62402" y="101279"/>
                  <a:pt x="59576" y="102687"/>
                  <a:pt x="56488" y="103791"/>
                </a:cubicBezTo>
                <a:cubicBezTo>
                  <a:pt x="53401" y="104896"/>
                  <a:pt x="50106" y="105711"/>
                  <a:pt x="46605" y="106236"/>
                </a:cubicBezTo>
                <a:cubicBezTo>
                  <a:pt x="43104" y="106760"/>
                  <a:pt x="39203" y="107022"/>
                  <a:pt x="34902" y="107022"/>
                </a:cubicBezTo>
                <a:lnTo>
                  <a:pt x="6451" y="107022"/>
                </a:lnTo>
                <a:cubicBezTo>
                  <a:pt x="4632" y="107022"/>
                  <a:pt x="3101" y="106484"/>
                  <a:pt x="1861" y="105409"/>
                </a:cubicBezTo>
                <a:cubicBezTo>
                  <a:pt x="620" y="104334"/>
                  <a:pt x="0" y="102583"/>
                  <a:pt x="0" y="100157"/>
                </a:cubicBezTo>
                <a:lnTo>
                  <a:pt x="0" y="6865"/>
                </a:lnTo>
                <a:cubicBezTo>
                  <a:pt x="0" y="4439"/>
                  <a:pt x="620" y="2688"/>
                  <a:pt x="1861" y="1613"/>
                </a:cubicBezTo>
                <a:cubicBezTo>
                  <a:pt x="3101" y="538"/>
                  <a:pt x="4632" y="0"/>
                  <a:pt x="6451" y="0"/>
                </a:cubicBezTo>
                <a:lnTo>
                  <a:pt x="33331" y="0"/>
                </a:lnTo>
                <a:cubicBezTo>
                  <a:pt x="39892" y="0"/>
                  <a:pt x="45447" y="551"/>
                  <a:pt x="49996" y="1652"/>
                </a:cubicBezTo>
                <a:cubicBezTo>
                  <a:pt x="54545" y="2753"/>
                  <a:pt x="58377" y="4418"/>
                  <a:pt x="61492" y="6648"/>
                </a:cubicBezTo>
                <a:cubicBezTo>
                  <a:pt x="64607" y="8875"/>
                  <a:pt x="66992" y="11696"/>
                  <a:pt x="68646" y="15109"/>
                </a:cubicBezTo>
                <a:cubicBezTo>
                  <a:pt x="70300" y="18523"/>
                  <a:pt x="71127" y="22541"/>
                  <a:pt x="71127" y="27164"/>
                </a:cubicBezTo>
                <a:cubicBezTo>
                  <a:pt x="71127" y="29752"/>
                  <a:pt x="70797" y="32188"/>
                  <a:pt x="70135" y="34473"/>
                </a:cubicBezTo>
                <a:cubicBezTo>
                  <a:pt x="69473" y="36756"/>
                  <a:pt x="68508" y="38834"/>
                  <a:pt x="67240" y="40707"/>
                </a:cubicBezTo>
                <a:cubicBezTo>
                  <a:pt x="65972" y="42578"/>
                  <a:pt x="64414" y="44230"/>
                  <a:pt x="62567" y="45662"/>
                </a:cubicBezTo>
                <a:cubicBezTo>
                  <a:pt x="60720" y="47092"/>
                  <a:pt x="58611" y="48247"/>
                  <a:pt x="56240" y="49128"/>
                </a:cubicBezTo>
                <a:cubicBezTo>
                  <a:pt x="59273" y="49679"/>
                  <a:pt x="62071" y="50646"/>
                  <a:pt x="64635" y="52027"/>
                </a:cubicBezTo>
                <a:cubicBezTo>
                  <a:pt x="67199" y="53408"/>
                  <a:pt x="69432" y="55188"/>
                  <a:pt x="71334" y="57370"/>
                </a:cubicBezTo>
                <a:cubicBezTo>
                  <a:pt x="73236" y="59549"/>
                  <a:pt x="74739" y="62103"/>
                  <a:pt x="75842" y="65030"/>
                </a:cubicBezTo>
                <a:cubicBezTo>
                  <a:pt x="76944" y="67956"/>
                  <a:pt x="77496" y="71241"/>
                  <a:pt x="77496" y="74885"/>
                </a:cubicBezTo>
                <a:moveTo>
                  <a:pt x="49376" y="29860"/>
                </a:moveTo>
                <a:cubicBezTo>
                  <a:pt x="49376" y="27721"/>
                  <a:pt x="49045" y="25803"/>
                  <a:pt x="48383" y="24104"/>
                </a:cubicBezTo>
                <a:cubicBezTo>
                  <a:pt x="47722" y="22405"/>
                  <a:pt x="46729" y="20994"/>
                  <a:pt x="45406" y="19870"/>
                </a:cubicBezTo>
                <a:cubicBezTo>
                  <a:pt x="44082" y="18747"/>
                  <a:pt x="42415" y="17884"/>
                  <a:pt x="40402" y="17280"/>
                </a:cubicBezTo>
                <a:cubicBezTo>
                  <a:pt x="38390" y="16677"/>
                  <a:pt x="35702" y="16376"/>
                  <a:pt x="32338" y="16376"/>
                </a:cubicBezTo>
                <a:lnTo>
                  <a:pt x="21338" y="16376"/>
                </a:lnTo>
                <a:lnTo>
                  <a:pt x="21338" y="44000"/>
                </a:lnTo>
                <a:lnTo>
                  <a:pt x="33496" y="44000"/>
                </a:lnTo>
                <a:cubicBezTo>
                  <a:pt x="36639" y="44000"/>
                  <a:pt x="39148" y="43630"/>
                  <a:pt x="41022" y="42891"/>
                </a:cubicBezTo>
                <a:cubicBezTo>
                  <a:pt x="42897" y="42150"/>
                  <a:pt x="44455" y="41136"/>
                  <a:pt x="45695" y="39849"/>
                </a:cubicBezTo>
                <a:cubicBezTo>
                  <a:pt x="46936" y="38560"/>
                  <a:pt x="47859" y="37052"/>
                  <a:pt x="48466" y="35326"/>
                </a:cubicBezTo>
                <a:cubicBezTo>
                  <a:pt x="49072" y="33599"/>
                  <a:pt x="49376" y="31777"/>
                  <a:pt x="49376" y="29860"/>
                </a:cubicBezTo>
                <a:moveTo>
                  <a:pt x="54917" y="75594"/>
                </a:moveTo>
                <a:cubicBezTo>
                  <a:pt x="54917" y="73112"/>
                  <a:pt x="54503" y="70893"/>
                  <a:pt x="53676" y="68936"/>
                </a:cubicBezTo>
                <a:cubicBezTo>
                  <a:pt x="52849" y="66978"/>
                  <a:pt x="51636" y="65338"/>
                  <a:pt x="50037" y="64015"/>
                </a:cubicBezTo>
                <a:cubicBezTo>
                  <a:pt x="48438" y="62691"/>
                  <a:pt x="46398" y="61671"/>
                  <a:pt x="43917" y="60955"/>
                </a:cubicBezTo>
                <a:cubicBezTo>
                  <a:pt x="41436" y="60238"/>
                  <a:pt x="38210" y="59879"/>
                  <a:pt x="34240" y="59879"/>
                </a:cubicBezTo>
                <a:lnTo>
                  <a:pt x="21338" y="59879"/>
                </a:lnTo>
                <a:lnTo>
                  <a:pt x="21338" y="90315"/>
                </a:lnTo>
                <a:lnTo>
                  <a:pt x="37052" y="90315"/>
                </a:lnTo>
                <a:cubicBezTo>
                  <a:pt x="40085" y="90315"/>
                  <a:pt x="42635" y="89998"/>
                  <a:pt x="44703" y="89364"/>
                </a:cubicBezTo>
                <a:cubicBezTo>
                  <a:pt x="46770" y="88730"/>
                  <a:pt x="48562" y="87793"/>
                  <a:pt x="50079" y="86552"/>
                </a:cubicBezTo>
                <a:cubicBezTo>
                  <a:pt x="51595" y="85312"/>
                  <a:pt x="52780" y="83768"/>
                  <a:pt x="53635" y="81921"/>
                </a:cubicBezTo>
                <a:cubicBezTo>
                  <a:pt x="54490" y="80074"/>
                  <a:pt x="54917" y="77964"/>
                  <a:pt x="54917" y="75594"/>
                </a:cubicBezTo>
                <a:close/>
                <a:moveTo>
                  <a:pt x="162219" y="8974"/>
                </a:moveTo>
                <a:cubicBezTo>
                  <a:pt x="162219" y="10580"/>
                  <a:pt x="162150" y="11950"/>
                  <a:pt x="162013" y="13086"/>
                </a:cubicBezTo>
                <a:cubicBezTo>
                  <a:pt x="161875" y="14221"/>
                  <a:pt x="161668" y="15135"/>
                  <a:pt x="161392" y="15828"/>
                </a:cubicBezTo>
                <a:cubicBezTo>
                  <a:pt x="161117" y="16521"/>
                  <a:pt x="160772" y="17033"/>
                  <a:pt x="160359" y="17366"/>
                </a:cubicBezTo>
                <a:cubicBezTo>
                  <a:pt x="159945" y="17698"/>
                  <a:pt x="159490" y="17865"/>
                  <a:pt x="158994" y="17865"/>
                </a:cubicBezTo>
                <a:lnTo>
                  <a:pt x="132197" y="17865"/>
                </a:lnTo>
                <a:lnTo>
                  <a:pt x="132197" y="104047"/>
                </a:lnTo>
                <a:cubicBezTo>
                  <a:pt x="132197" y="104599"/>
                  <a:pt x="132018" y="105095"/>
                  <a:pt x="131659" y="105536"/>
                </a:cubicBezTo>
                <a:cubicBezTo>
                  <a:pt x="131301" y="105975"/>
                  <a:pt x="130708" y="106333"/>
                  <a:pt x="129881" y="106608"/>
                </a:cubicBezTo>
                <a:cubicBezTo>
                  <a:pt x="129054" y="106884"/>
                  <a:pt x="127938" y="107105"/>
                  <a:pt x="126532" y="107270"/>
                </a:cubicBezTo>
                <a:cubicBezTo>
                  <a:pt x="125126" y="107436"/>
                  <a:pt x="123375" y="107518"/>
                  <a:pt x="121280" y="107518"/>
                </a:cubicBezTo>
                <a:cubicBezTo>
                  <a:pt x="119185" y="107518"/>
                  <a:pt x="117434" y="107436"/>
                  <a:pt x="116028" y="107270"/>
                </a:cubicBezTo>
                <a:cubicBezTo>
                  <a:pt x="114622" y="107105"/>
                  <a:pt x="113505" y="106884"/>
                  <a:pt x="112678" y="106608"/>
                </a:cubicBezTo>
                <a:cubicBezTo>
                  <a:pt x="111851" y="106333"/>
                  <a:pt x="111259" y="105975"/>
                  <a:pt x="110900" y="105536"/>
                </a:cubicBezTo>
                <a:cubicBezTo>
                  <a:pt x="110542" y="105095"/>
                  <a:pt x="110363" y="104599"/>
                  <a:pt x="110363" y="104047"/>
                </a:cubicBezTo>
                <a:lnTo>
                  <a:pt x="110363" y="17865"/>
                </a:lnTo>
                <a:lnTo>
                  <a:pt x="83566" y="17865"/>
                </a:lnTo>
                <a:cubicBezTo>
                  <a:pt x="83014" y="17865"/>
                  <a:pt x="82546" y="17698"/>
                  <a:pt x="82160" y="17366"/>
                </a:cubicBezTo>
                <a:cubicBezTo>
                  <a:pt x="81774" y="17033"/>
                  <a:pt x="81443" y="16521"/>
                  <a:pt x="81167" y="15828"/>
                </a:cubicBezTo>
                <a:cubicBezTo>
                  <a:pt x="80892" y="15135"/>
                  <a:pt x="80685" y="14221"/>
                  <a:pt x="80547" y="13086"/>
                </a:cubicBezTo>
                <a:cubicBezTo>
                  <a:pt x="80409" y="11950"/>
                  <a:pt x="80340" y="10580"/>
                  <a:pt x="80340" y="8974"/>
                </a:cubicBezTo>
                <a:cubicBezTo>
                  <a:pt x="80340" y="7313"/>
                  <a:pt x="80409" y="5901"/>
                  <a:pt x="80547" y="4738"/>
                </a:cubicBezTo>
                <a:cubicBezTo>
                  <a:pt x="80685" y="3573"/>
                  <a:pt x="80892" y="2645"/>
                  <a:pt x="81167" y="1954"/>
                </a:cubicBezTo>
                <a:cubicBezTo>
                  <a:pt x="81443" y="1261"/>
                  <a:pt x="81774" y="762"/>
                  <a:pt x="82160" y="457"/>
                </a:cubicBezTo>
                <a:cubicBezTo>
                  <a:pt x="82546" y="152"/>
                  <a:pt x="83014" y="0"/>
                  <a:pt x="83566" y="0"/>
                </a:cubicBezTo>
                <a:lnTo>
                  <a:pt x="158994" y="0"/>
                </a:lnTo>
                <a:cubicBezTo>
                  <a:pt x="159490" y="0"/>
                  <a:pt x="159945" y="152"/>
                  <a:pt x="160359" y="457"/>
                </a:cubicBezTo>
                <a:cubicBezTo>
                  <a:pt x="160772" y="762"/>
                  <a:pt x="161117" y="1261"/>
                  <a:pt x="161392" y="1954"/>
                </a:cubicBezTo>
                <a:cubicBezTo>
                  <a:pt x="161668" y="2645"/>
                  <a:pt x="161875" y="3573"/>
                  <a:pt x="162013" y="4738"/>
                </a:cubicBezTo>
                <a:cubicBezTo>
                  <a:pt x="162150" y="5901"/>
                  <a:pt x="162219" y="7313"/>
                  <a:pt x="162219" y="8974"/>
                </a:cubicBezTo>
                <a:close/>
                <a:moveTo>
                  <a:pt x="251553" y="74885"/>
                </a:moveTo>
                <a:cubicBezTo>
                  <a:pt x="251553" y="78695"/>
                  <a:pt x="251030" y="82146"/>
                  <a:pt x="249982" y="85239"/>
                </a:cubicBezTo>
                <a:cubicBezTo>
                  <a:pt x="248934" y="88332"/>
                  <a:pt x="247487" y="91066"/>
                  <a:pt x="245640" y="93440"/>
                </a:cubicBezTo>
                <a:cubicBezTo>
                  <a:pt x="243793" y="95813"/>
                  <a:pt x="241587" y="97855"/>
                  <a:pt x="239023" y="99568"/>
                </a:cubicBezTo>
                <a:cubicBezTo>
                  <a:pt x="236459" y="101279"/>
                  <a:pt x="233634" y="102687"/>
                  <a:pt x="230546" y="103791"/>
                </a:cubicBezTo>
                <a:cubicBezTo>
                  <a:pt x="227458" y="104896"/>
                  <a:pt x="224164" y="105711"/>
                  <a:pt x="220663" y="106236"/>
                </a:cubicBezTo>
                <a:cubicBezTo>
                  <a:pt x="217161" y="106760"/>
                  <a:pt x="213260" y="107022"/>
                  <a:pt x="208960" y="107022"/>
                </a:cubicBezTo>
                <a:lnTo>
                  <a:pt x="180509" y="107022"/>
                </a:lnTo>
                <a:cubicBezTo>
                  <a:pt x="178689" y="107022"/>
                  <a:pt x="177159" y="106484"/>
                  <a:pt x="175918" y="105409"/>
                </a:cubicBezTo>
                <a:cubicBezTo>
                  <a:pt x="174678" y="104334"/>
                  <a:pt x="174058" y="102583"/>
                  <a:pt x="174058" y="100157"/>
                </a:cubicBezTo>
                <a:lnTo>
                  <a:pt x="174058" y="6865"/>
                </a:lnTo>
                <a:cubicBezTo>
                  <a:pt x="174058" y="4439"/>
                  <a:pt x="174678" y="2688"/>
                  <a:pt x="175918" y="1613"/>
                </a:cubicBezTo>
                <a:cubicBezTo>
                  <a:pt x="177159" y="538"/>
                  <a:pt x="178689" y="0"/>
                  <a:pt x="180509" y="0"/>
                </a:cubicBezTo>
                <a:lnTo>
                  <a:pt x="207388" y="0"/>
                </a:lnTo>
                <a:cubicBezTo>
                  <a:pt x="213950" y="0"/>
                  <a:pt x="219505" y="551"/>
                  <a:pt x="224053" y="1652"/>
                </a:cubicBezTo>
                <a:cubicBezTo>
                  <a:pt x="228602" y="2753"/>
                  <a:pt x="232434" y="4418"/>
                  <a:pt x="235550" y="6648"/>
                </a:cubicBezTo>
                <a:cubicBezTo>
                  <a:pt x="238665" y="8875"/>
                  <a:pt x="241050" y="11696"/>
                  <a:pt x="242704" y="15109"/>
                </a:cubicBezTo>
                <a:cubicBezTo>
                  <a:pt x="244358" y="18523"/>
                  <a:pt x="245185" y="22541"/>
                  <a:pt x="245185" y="27164"/>
                </a:cubicBezTo>
                <a:cubicBezTo>
                  <a:pt x="245185" y="29752"/>
                  <a:pt x="244854" y="32188"/>
                  <a:pt x="244192" y="34473"/>
                </a:cubicBezTo>
                <a:cubicBezTo>
                  <a:pt x="243531" y="36756"/>
                  <a:pt x="242566" y="38834"/>
                  <a:pt x="241298" y="40707"/>
                </a:cubicBezTo>
                <a:cubicBezTo>
                  <a:pt x="240030" y="42578"/>
                  <a:pt x="238472" y="44230"/>
                  <a:pt x="236625" y="45662"/>
                </a:cubicBezTo>
                <a:cubicBezTo>
                  <a:pt x="234778" y="47092"/>
                  <a:pt x="232669" y="48247"/>
                  <a:pt x="230298" y="49128"/>
                </a:cubicBezTo>
                <a:cubicBezTo>
                  <a:pt x="233330" y="49679"/>
                  <a:pt x="236129" y="50646"/>
                  <a:pt x="238693" y="52027"/>
                </a:cubicBezTo>
                <a:cubicBezTo>
                  <a:pt x="241256" y="53408"/>
                  <a:pt x="243489" y="55188"/>
                  <a:pt x="245392" y="57370"/>
                </a:cubicBezTo>
                <a:cubicBezTo>
                  <a:pt x="247294" y="59549"/>
                  <a:pt x="248796" y="62103"/>
                  <a:pt x="249899" y="65030"/>
                </a:cubicBezTo>
                <a:cubicBezTo>
                  <a:pt x="251002" y="67956"/>
                  <a:pt x="251553" y="71241"/>
                  <a:pt x="251553" y="74885"/>
                </a:cubicBezTo>
                <a:moveTo>
                  <a:pt x="223433" y="29860"/>
                </a:moveTo>
                <a:cubicBezTo>
                  <a:pt x="223433" y="27721"/>
                  <a:pt x="223102" y="25803"/>
                  <a:pt x="222441" y="24104"/>
                </a:cubicBezTo>
                <a:cubicBezTo>
                  <a:pt x="221779" y="22405"/>
                  <a:pt x="220787" y="20994"/>
                  <a:pt x="219463" y="19870"/>
                </a:cubicBezTo>
                <a:cubicBezTo>
                  <a:pt x="218140" y="18747"/>
                  <a:pt x="216472" y="17884"/>
                  <a:pt x="214460" y="17280"/>
                </a:cubicBezTo>
                <a:cubicBezTo>
                  <a:pt x="212447" y="16677"/>
                  <a:pt x="209759" y="16376"/>
                  <a:pt x="206396" y="16376"/>
                </a:cubicBezTo>
                <a:lnTo>
                  <a:pt x="195396" y="16376"/>
                </a:lnTo>
                <a:lnTo>
                  <a:pt x="195396" y="44000"/>
                </a:lnTo>
                <a:lnTo>
                  <a:pt x="207554" y="44000"/>
                </a:lnTo>
                <a:cubicBezTo>
                  <a:pt x="210696" y="44000"/>
                  <a:pt x="213205" y="43630"/>
                  <a:pt x="215080" y="42891"/>
                </a:cubicBezTo>
                <a:cubicBezTo>
                  <a:pt x="216955" y="42150"/>
                  <a:pt x="218512" y="41136"/>
                  <a:pt x="219753" y="39849"/>
                </a:cubicBezTo>
                <a:cubicBezTo>
                  <a:pt x="220993" y="38560"/>
                  <a:pt x="221917" y="37052"/>
                  <a:pt x="222523" y="35326"/>
                </a:cubicBezTo>
                <a:cubicBezTo>
                  <a:pt x="223130" y="33599"/>
                  <a:pt x="223433" y="31777"/>
                  <a:pt x="223433" y="29860"/>
                </a:cubicBezTo>
                <a:moveTo>
                  <a:pt x="228975" y="75594"/>
                </a:moveTo>
                <a:cubicBezTo>
                  <a:pt x="228975" y="73112"/>
                  <a:pt x="228561" y="70893"/>
                  <a:pt x="227734" y="68936"/>
                </a:cubicBezTo>
                <a:cubicBezTo>
                  <a:pt x="226907" y="66978"/>
                  <a:pt x="225694" y="65338"/>
                  <a:pt x="224095" y="64015"/>
                </a:cubicBezTo>
                <a:cubicBezTo>
                  <a:pt x="222496" y="62691"/>
                  <a:pt x="220456" y="61671"/>
                  <a:pt x="217975" y="60955"/>
                </a:cubicBezTo>
                <a:cubicBezTo>
                  <a:pt x="215493" y="60238"/>
                  <a:pt x="212268" y="59879"/>
                  <a:pt x="208298" y="59879"/>
                </a:cubicBezTo>
                <a:lnTo>
                  <a:pt x="195396" y="59879"/>
                </a:lnTo>
                <a:lnTo>
                  <a:pt x="195396" y="90315"/>
                </a:lnTo>
                <a:lnTo>
                  <a:pt x="211110" y="90315"/>
                </a:lnTo>
                <a:cubicBezTo>
                  <a:pt x="214143" y="90315"/>
                  <a:pt x="216693" y="89998"/>
                  <a:pt x="218760" y="89364"/>
                </a:cubicBezTo>
                <a:cubicBezTo>
                  <a:pt x="220828" y="88730"/>
                  <a:pt x="222620" y="87793"/>
                  <a:pt x="224136" y="86552"/>
                </a:cubicBezTo>
                <a:cubicBezTo>
                  <a:pt x="225652" y="85312"/>
                  <a:pt x="226838" y="83768"/>
                  <a:pt x="227693" y="81921"/>
                </a:cubicBezTo>
                <a:cubicBezTo>
                  <a:pt x="228547" y="80074"/>
                  <a:pt x="228975" y="77964"/>
                  <a:pt x="228975" y="755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C6CDA-E30C-4194-A3B6-174320F7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720" y="63943"/>
            <a:ext cx="4997805" cy="922421"/>
          </a:xfrm>
          <a:custGeom xmlns:a="http://schemas.openxmlformats.org/drawingml/2006/main">
            <a:pathLst>
              <a:path w="4997805" h="922421">
                <a:moveTo>
                  <a:pt x="0" y="0"/>
                </a:moveTo>
                <a:lnTo>
                  <a:pt x="4997805" y="0"/>
                </a:lnTo>
                <a:lnTo>
                  <a:pt x="4997805" y="922421"/>
                </a:lnTo>
                <a:lnTo>
                  <a:pt x="0" y="9224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②Victimexecution(kernelmode)">
            <a:extLst xmlns:a="http://schemas.openxmlformats.org/drawingml/2006/main">
              <a:ext uri="{FF2B5EF4-FFF2-40B4-BE49-F238E27FC236}">
                <a16:creationId xmlns:a16="http://schemas.microsoft.com/office/drawing/2014/main" id="{04739DA4-D58D-480B-B372-D704918B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435" y="119929"/>
            <a:ext cx="2358621" cy="164420"/>
          </a:xfrm>
          <a:custGeom xmlns:a="http://schemas.openxmlformats.org/drawingml/2006/main">
            <a:pathLst>
              <a:path w="2358621" h="164420">
                <a:moveTo>
                  <a:pt x="82789" y="0"/>
                </a:moveTo>
                <a:cubicBezTo>
                  <a:pt x="133185" y="4687"/>
                  <a:pt x="160726" y="32118"/>
                  <a:pt x="165413" y="82293"/>
                </a:cubicBezTo>
                <a:cubicBezTo>
                  <a:pt x="160671" y="132358"/>
                  <a:pt x="133130" y="159733"/>
                  <a:pt x="82789" y="164420"/>
                </a:cubicBezTo>
                <a:cubicBezTo>
                  <a:pt x="32283" y="159789"/>
                  <a:pt x="4687" y="132413"/>
                  <a:pt x="0" y="82293"/>
                </a:cubicBezTo>
                <a:cubicBezTo>
                  <a:pt x="4687" y="32062"/>
                  <a:pt x="32283" y="4632"/>
                  <a:pt x="82789" y="0"/>
                </a:cubicBezTo>
                <a:moveTo>
                  <a:pt x="82789" y="8436"/>
                </a:moveTo>
                <a:cubicBezTo>
                  <a:pt x="38072" y="12682"/>
                  <a:pt x="13619" y="37301"/>
                  <a:pt x="9429" y="82293"/>
                </a:cubicBezTo>
                <a:cubicBezTo>
                  <a:pt x="13619" y="127285"/>
                  <a:pt x="38072" y="151904"/>
                  <a:pt x="82789" y="156150"/>
                </a:cubicBezTo>
                <a:cubicBezTo>
                  <a:pt x="127506" y="151904"/>
                  <a:pt x="151959" y="127285"/>
                  <a:pt x="156150" y="82293"/>
                </a:cubicBezTo>
                <a:cubicBezTo>
                  <a:pt x="151959" y="37301"/>
                  <a:pt x="127506" y="12682"/>
                  <a:pt x="82789" y="8436"/>
                </a:cubicBezTo>
                <a:moveTo>
                  <a:pt x="62609" y="65173"/>
                </a:moveTo>
                <a:lnTo>
                  <a:pt x="45158" y="65173"/>
                </a:lnTo>
                <a:cubicBezTo>
                  <a:pt x="46426" y="38045"/>
                  <a:pt x="59824" y="23819"/>
                  <a:pt x="85353" y="22496"/>
                </a:cubicBezTo>
                <a:cubicBezTo>
                  <a:pt x="109558" y="23433"/>
                  <a:pt x="122323" y="34856"/>
                  <a:pt x="123646" y="56765"/>
                </a:cubicBezTo>
                <a:cubicBezTo>
                  <a:pt x="124363" y="74257"/>
                  <a:pt x="112315" y="88825"/>
                  <a:pt x="87503" y="100468"/>
                </a:cubicBezTo>
                <a:cubicBezTo>
                  <a:pt x="81052" y="103889"/>
                  <a:pt x="75759" y="107173"/>
                  <a:pt x="71624" y="110317"/>
                </a:cubicBezTo>
                <a:cubicBezTo>
                  <a:pt x="64897" y="115395"/>
                  <a:pt x="60927" y="120527"/>
                  <a:pt x="59714" y="125714"/>
                </a:cubicBezTo>
                <a:lnTo>
                  <a:pt x="122571" y="125714"/>
                </a:lnTo>
                <a:lnTo>
                  <a:pt x="122571" y="139608"/>
                </a:lnTo>
                <a:lnTo>
                  <a:pt x="41767" y="139608"/>
                </a:lnTo>
                <a:cubicBezTo>
                  <a:pt x="41712" y="126916"/>
                  <a:pt x="44937" y="116874"/>
                  <a:pt x="51443" y="109480"/>
                </a:cubicBezTo>
                <a:cubicBezTo>
                  <a:pt x="58832" y="100484"/>
                  <a:pt x="69335" y="92454"/>
                  <a:pt x="82954" y="85392"/>
                </a:cubicBezTo>
                <a:cubicBezTo>
                  <a:pt x="99165" y="77557"/>
                  <a:pt x="106912" y="68231"/>
                  <a:pt x="106195" y="57414"/>
                </a:cubicBezTo>
                <a:cubicBezTo>
                  <a:pt x="105478" y="44336"/>
                  <a:pt x="98117" y="37383"/>
                  <a:pt x="84112" y="36556"/>
                </a:cubicBezTo>
                <a:cubicBezTo>
                  <a:pt x="70328" y="38045"/>
                  <a:pt x="63160" y="47584"/>
                  <a:pt x="62609" y="65173"/>
                </a:cubicBezTo>
                <a:close/>
                <a:moveTo>
                  <a:pt x="269967" y="130511"/>
                </a:moveTo>
                <a:cubicBezTo>
                  <a:pt x="269692" y="131448"/>
                  <a:pt x="269333" y="132206"/>
                  <a:pt x="268892" y="132785"/>
                </a:cubicBezTo>
                <a:cubicBezTo>
                  <a:pt x="268451" y="133364"/>
                  <a:pt x="267734" y="133805"/>
                  <a:pt x="266742" y="134108"/>
                </a:cubicBezTo>
                <a:cubicBezTo>
                  <a:pt x="265749" y="134412"/>
                  <a:pt x="264398" y="134605"/>
                  <a:pt x="262689" y="134687"/>
                </a:cubicBezTo>
                <a:cubicBezTo>
                  <a:pt x="260980" y="134770"/>
                  <a:pt x="258747" y="134811"/>
                  <a:pt x="255990" y="134811"/>
                </a:cubicBezTo>
                <a:cubicBezTo>
                  <a:pt x="253784" y="134811"/>
                  <a:pt x="251896" y="134798"/>
                  <a:pt x="250324" y="134770"/>
                </a:cubicBezTo>
                <a:cubicBezTo>
                  <a:pt x="248753" y="134742"/>
                  <a:pt x="247416" y="134673"/>
                  <a:pt x="246313" y="134563"/>
                </a:cubicBezTo>
                <a:cubicBezTo>
                  <a:pt x="245210" y="134453"/>
                  <a:pt x="244314" y="134287"/>
                  <a:pt x="243625" y="134067"/>
                </a:cubicBezTo>
                <a:cubicBezTo>
                  <a:pt x="242936" y="133846"/>
                  <a:pt x="242357" y="133571"/>
                  <a:pt x="241888" y="133240"/>
                </a:cubicBezTo>
                <a:cubicBezTo>
                  <a:pt x="241420" y="132909"/>
                  <a:pt x="241061" y="132509"/>
                  <a:pt x="240813" y="132041"/>
                </a:cubicBezTo>
                <a:cubicBezTo>
                  <a:pt x="240565" y="131572"/>
                  <a:pt x="240331" y="130979"/>
                  <a:pt x="240110" y="130262"/>
                </a:cubicBezTo>
                <a:lnTo>
                  <a:pt x="208268" y="35398"/>
                </a:lnTo>
                <a:cubicBezTo>
                  <a:pt x="207607" y="33413"/>
                  <a:pt x="207207" y="31842"/>
                  <a:pt x="207069" y="30684"/>
                </a:cubicBezTo>
                <a:cubicBezTo>
                  <a:pt x="206931" y="29526"/>
                  <a:pt x="207207" y="28658"/>
                  <a:pt x="207896" y="28079"/>
                </a:cubicBezTo>
                <a:cubicBezTo>
                  <a:pt x="208585" y="27500"/>
                  <a:pt x="209757" y="27141"/>
                  <a:pt x="211411" y="27004"/>
                </a:cubicBezTo>
                <a:cubicBezTo>
                  <a:pt x="213065" y="26866"/>
                  <a:pt x="215381" y="26797"/>
                  <a:pt x="218358" y="26797"/>
                </a:cubicBezTo>
                <a:cubicBezTo>
                  <a:pt x="220895" y="26797"/>
                  <a:pt x="222880" y="26852"/>
                  <a:pt x="224313" y="26962"/>
                </a:cubicBezTo>
                <a:cubicBezTo>
                  <a:pt x="225747" y="27073"/>
                  <a:pt x="226850" y="27266"/>
                  <a:pt x="227622" y="27541"/>
                </a:cubicBezTo>
                <a:cubicBezTo>
                  <a:pt x="228394" y="27817"/>
                  <a:pt x="228931" y="28230"/>
                  <a:pt x="229234" y="28782"/>
                </a:cubicBezTo>
                <a:cubicBezTo>
                  <a:pt x="229538" y="29333"/>
                  <a:pt x="229827" y="30022"/>
                  <a:pt x="230103" y="30849"/>
                </a:cubicBezTo>
                <a:lnTo>
                  <a:pt x="256155" y="113390"/>
                </a:lnTo>
                <a:lnTo>
                  <a:pt x="256238" y="113390"/>
                </a:lnTo>
                <a:lnTo>
                  <a:pt x="281794" y="31263"/>
                </a:lnTo>
                <a:cubicBezTo>
                  <a:pt x="282015" y="30326"/>
                  <a:pt x="282290" y="29568"/>
                  <a:pt x="282621" y="28989"/>
                </a:cubicBezTo>
                <a:cubicBezTo>
                  <a:pt x="282952" y="28410"/>
                  <a:pt x="283517" y="27955"/>
                  <a:pt x="284317" y="27624"/>
                </a:cubicBezTo>
                <a:cubicBezTo>
                  <a:pt x="285116" y="27293"/>
                  <a:pt x="286260" y="27073"/>
                  <a:pt x="287749" y="26962"/>
                </a:cubicBezTo>
                <a:cubicBezTo>
                  <a:pt x="289238" y="26852"/>
                  <a:pt x="291278" y="26797"/>
                  <a:pt x="293869" y="26797"/>
                </a:cubicBezTo>
                <a:cubicBezTo>
                  <a:pt x="296406" y="26797"/>
                  <a:pt x="298377" y="26880"/>
                  <a:pt x="299783" y="27045"/>
                </a:cubicBezTo>
                <a:cubicBezTo>
                  <a:pt x="301189" y="27210"/>
                  <a:pt x="302154" y="27610"/>
                  <a:pt x="302678" y="28244"/>
                </a:cubicBezTo>
                <a:cubicBezTo>
                  <a:pt x="303201" y="28878"/>
                  <a:pt x="303367" y="29774"/>
                  <a:pt x="303174" y="30932"/>
                </a:cubicBezTo>
                <a:cubicBezTo>
                  <a:pt x="302981" y="32090"/>
                  <a:pt x="302554" y="33634"/>
                  <a:pt x="301892" y="35564"/>
                </a:cubicBezTo>
                <a:lnTo>
                  <a:pt x="269967" y="130511"/>
                </a:lnTo>
                <a:close/>
                <a:moveTo>
                  <a:pt x="335683" y="131503"/>
                </a:moveTo>
                <a:cubicBezTo>
                  <a:pt x="335683" y="132054"/>
                  <a:pt x="335517" y="132537"/>
                  <a:pt x="335186" y="132950"/>
                </a:cubicBezTo>
                <a:cubicBezTo>
                  <a:pt x="334856" y="133364"/>
                  <a:pt x="334290" y="133709"/>
                  <a:pt x="333491" y="133984"/>
                </a:cubicBezTo>
                <a:cubicBezTo>
                  <a:pt x="332692" y="134260"/>
                  <a:pt x="331630" y="134467"/>
                  <a:pt x="330307" y="134605"/>
                </a:cubicBezTo>
                <a:cubicBezTo>
                  <a:pt x="328984" y="134742"/>
                  <a:pt x="327302" y="134811"/>
                  <a:pt x="325262" y="134811"/>
                </a:cubicBezTo>
                <a:cubicBezTo>
                  <a:pt x="323222" y="134811"/>
                  <a:pt x="321540" y="134742"/>
                  <a:pt x="320217" y="134605"/>
                </a:cubicBezTo>
                <a:cubicBezTo>
                  <a:pt x="318893" y="134467"/>
                  <a:pt x="317832" y="134260"/>
                  <a:pt x="317032" y="133984"/>
                </a:cubicBezTo>
                <a:cubicBezTo>
                  <a:pt x="316233" y="133709"/>
                  <a:pt x="315668" y="133364"/>
                  <a:pt x="315337" y="132950"/>
                </a:cubicBezTo>
                <a:cubicBezTo>
                  <a:pt x="315006" y="132537"/>
                  <a:pt x="314841" y="132054"/>
                  <a:pt x="314841" y="131503"/>
                </a:cubicBezTo>
                <a:lnTo>
                  <a:pt x="314841" y="57894"/>
                </a:lnTo>
                <a:cubicBezTo>
                  <a:pt x="314841" y="57343"/>
                  <a:pt x="315006" y="56861"/>
                  <a:pt x="315337" y="56447"/>
                </a:cubicBezTo>
                <a:cubicBezTo>
                  <a:pt x="315668" y="56034"/>
                  <a:pt x="316233" y="55675"/>
                  <a:pt x="317032" y="55372"/>
                </a:cubicBezTo>
                <a:cubicBezTo>
                  <a:pt x="317832" y="55069"/>
                  <a:pt x="318893" y="54834"/>
                  <a:pt x="320217" y="54669"/>
                </a:cubicBezTo>
                <a:cubicBezTo>
                  <a:pt x="321540" y="54503"/>
                  <a:pt x="323222" y="54421"/>
                  <a:pt x="325262" y="54421"/>
                </a:cubicBezTo>
                <a:cubicBezTo>
                  <a:pt x="327302" y="54421"/>
                  <a:pt x="328984" y="54503"/>
                  <a:pt x="330307" y="54669"/>
                </a:cubicBezTo>
                <a:cubicBezTo>
                  <a:pt x="331630" y="54834"/>
                  <a:pt x="332692" y="55069"/>
                  <a:pt x="333491" y="55372"/>
                </a:cubicBezTo>
                <a:cubicBezTo>
                  <a:pt x="334290" y="55675"/>
                  <a:pt x="334856" y="56034"/>
                  <a:pt x="335186" y="56447"/>
                </a:cubicBezTo>
                <a:cubicBezTo>
                  <a:pt x="335517" y="56861"/>
                  <a:pt x="335683" y="57343"/>
                  <a:pt x="335683" y="57894"/>
                </a:cubicBezTo>
                <a:lnTo>
                  <a:pt x="335683" y="131503"/>
                </a:lnTo>
                <a:moveTo>
                  <a:pt x="337254" y="32752"/>
                </a:moveTo>
                <a:cubicBezTo>
                  <a:pt x="337254" y="36942"/>
                  <a:pt x="336400" y="39837"/>
                  <a:pt x="334690" y="41436"/>
                </a:cubicBezTo>
                <a:cubicBezTo>
                  <a:pt x="332981" y="43035"/>
                  <a:pt x="329811" y="43834"/>
                  <a:pt x="325179" y="43834"/>
                </a:cubicBezTo>
                <a:cubicBezTo>
                  <a:pt x="320492" y="43834"/>
                  <a:pt x="317336" y="43062"/>
                  <a:pt x="315709" y="41519"/>
                </a:cubicBezTo>
                <a:cubicBezTo>
                  <a:pt x="314083" y="39975"/>
                  <a:pt x="313269" y="37190"/>
                  <a:pt x="313269" y="33165"/>
                </a:cubicBezTo>
                <a:cubicBezTo>
                  <a:pt x="313269" y="28975"/>
                  <a:pt x="314110" y="26066"/>
                  <a:pt x="315792" y="24440"/>
                </a:cubicBezTo>
                <a:cubicBezTo>
                  <a:pt x="317474" y="22813"/>
                  <a:pt x="320658" y="22000"/>
                  <a:pt x="325344" y="22000"/>
                </a:cubicBezTo>
                <a:cubicBezTo>
                  <a:pt x="329976" y="22000"/>
                  <a:pt x="333119" y="22786"/>
                  <a:pt x="334773" y="24357"/>
                </a:cubicBezTo>
                <a:cubicBezTo>
                  <a:pt x="336427" y="25928"/>
                  <a:pt x="337254" y="28727"/>
                  <a:pt x="337254" y="32752"/>
                </a:cubicBezTo>
                <a:close/>
                <a:moveTo>
                  <a:pt x="411607" y="119759"/>
                </a:moveTo>
                <a:cubicBezTo>
                  <a:pt x="411607" y="121192"/>
                  <a:pt x="411566" y="122392"/>
                  <a:pt x="411483" y="123356"/>
                </a:cubicBezTo>
                <a:cubicBezTo>
                  <a:pt x="411400" y="124321"/>
                  <a:pt x="411290" y="125135"/>
                  <a:pt x="411152" y="125796"/>
                </a:cubicBezTo>
                <a:cubicBezTo>
                  <a:pt x="411014" y="126458"/>
                  <a:pt x="410849" y="126996"/>
                  <a:pt x="410656" y="127409"/>
                </a:cubicBezTo>
                <a:cubicBezTo>
                  <a:pt x="410463" y="127823"/>
                  <a:pt x="410036" y="128346"/>
                  <a:pt x="409374" y="128981"/>
                </a:cubicBezTo>
                <a:cubicBezTo>
                  <a:pt x="408712" y="129615"/>
                  <a:pt x="407582" y="130387"/>
                  <a:pt x="405983" y="131296"/>
                </a:cubicBezTo>
                <a:cubicBezTo>
                  <a:pt x="404384" y="132206"/>
                  <a:pt x="402565" y="133019"/>
                  <a:pt x="400525" y="133736"/>
                </a:cubicBezTo>
                <a:cubicBezTo>
                  <a:pt x="398484" y="134453"/>
                  <a:pt x="396265" y="135032"/>
                  <a:pt x="393867" y="135473"/>
                </a:cubicBezTo>
                <a:cubicBezTo>
                  <a:pt x="391468" y="135914"/>
                  <a:pt x="389001" y="136135"/>
                  <a:pt x="386464" y="136135"/>
                </a:cubicBezTo>
                <a:cubicBezTo>
                  <a:pt x="380785" y="136135"/>
                  <a:pt x="375754" y="135252"/>
                  <a:pt x="371371" y="133488"/>
                </a:cubicBezTo>
                <a:cubicBezTo>
                  <a:pt x="366987" y="131724"/>
                  <a:pt x="363307" y="129118"/>
                  <a:pt x="360329" y="125672"/>
                </a:cubicBezTo>
                <a:cubicBezTo>
                  <a:pt x="357352" y="122226"/>
                  <a:pt x="355105" y="118022"/>
                  <a:pt x="353589" y="113060"/>
                </a:cubicBezTo>
                <a:cubicBezTo>
                  <a:pt x="352072" y="108097"/>
                  <a:pt x="351314" y="102418"/>
                  <a:pt x="351314" y="96022"/>
                </a:cubicBezTo>
                <a:cubicBezTo>
                  <a:pt x="351314" y="88634"/>
                  <a:pt x="352238" y="82251"/>
                  <a:pt x="354085" y="76876"/>
                </a:cubicBezTo>
                <a:cubicBezTo>
                  <a:pt x="355932" y="71500"/>
                  <a:pt x="358510" y="67047"/>
                  <a:pt x="361818" y="63518"/>
                </a:cubicBezTo>
                <a:cubicBezTo>
                  <a:pt x="365126" y="59990"/>
                  <a:pt x="369041" y="57371"/>
                  <a:pt x="373562" y="55661"/>
                </a:cubicBezTo>
                <a:cubicBezTo>
                  <a:pt x="378084" y="53952"/>
                  <a:pt x="383046" y="53097"/>
                  <a:pt x="388449" y="53097"/>
                </a:cubicBezTo>
                <a:cubicBezTo>
                  <a:pt x="390655" y="53097"/>
                  <a:pt x="392819" y="53290"/>
                  <a:pt x="394942" y="53676"/>
                </a:cubicBezTo>
                <a:cubicBezTo>
                  <a:pt x="397065" y="54062"/>
                  <a:pt x="399050" y="54586"/>
                  <a:pt x="400897" y="55248"/>
                </a:cubicBezTo>
                <a:cubicBezTo>
                  <a:pt x="402744" y="55909"/>
                  <a:pt x="404398" y="56654"/>
                  <a:pt x="405859" y="57481"/>
                </a:cubicBezTo>
                <a:cubicBezTo>
                  <a:pt x="407320" y="58308"/>
                  <a:pt x="408354" y="59025"/>
                  <a:pt x="408961" y="59631"/>
                </a:cubicBezTo>
                <a:cubicBezTo>
                  <a:pt x="409567" y="60238"/>
                  <a:pt x="409994" y="60748"/>
                  <a:pt x="410242" y="61161"/>
                </a:cubicBezTo>
                <a:cubicBezTo>
                  <a:pt x="410491" y="61575"/>
                  <a:pt x="410684" y="62112"/>
                  <a:pt x="410821" y="62774"/>
                </a:cubicBezTo>
                <a:cubicBezTo>
                  <a:pt x="410959" y="63436"/>
                  <a:pt x="411070" y="64249"/>
                  <a:pt x="411152" y="65214"/>
                </a:cubicBezTo>
                <a:cubicBezTo>
                  <a:pt x="411235" y="66179"/>
                  <a:pt x="411276" y="67351"/>
                  <a:pt x="411276" y="68729"/>
                </a:cubicBezTo>
                <a:cubicBezTo>
                  <a:pt x="411276" y="71927"/>
                  <a:pt x="411001" y="74174"/>
                  <a:pt x="410449" y="75470"/>
                </a:cubicBezTo>
                <a:cubicBezTo>
                  <a:pt x="409898" y="76765"/>
                  <a:pt x="409181" y="77413"/>
                  <a:pt x="408299" y="77413"/>
                </a:cubicBezTo>
                <a:cubicBezTo>
                  <a:pt x="407362" y="77413"/>
                  <a:pt x="406369" y="77027"/>
                  <a:pt x="405321" y="76255"/>
                </a:cubicBezTo>
                <a:cubicBezTo>
                  <a:pt x="404274" y="75483"/>
                  <a:pt x="403033" y="74629"/>
                  <a:pt x="401600" y="73691"/>
                </a:cubicBezTo>
                <a:cubicBezTo>
                  <a:pt x="400166" y="72754"/>
                  <a:pt x="398457" y="71899"/>
                  <a:pt x="396472" y="71127"/>
                </a:cubicBezTo>
                <a:cubicBezTo>
                  <a:pt x="394487" y="70356"/>
                  <a:pt x="392116" y="69970"/>
                  <a:pt x="389359" y="69970"/>
                </a:cubicBezTo>
                <a:cubicBezTo>
                  <a:pt x="383956" y="69970"/>
                  <a:pt x="379820" y="72051"/>
                  <a:pt x="376953" y="76214"/>
                </a:cubicBezTo>
                <a:cubicBezTo>
                  <a:pt x="374086" y="80377"/>
                  <a:pt x="372652" y="86483"/>
                  <a:pt x="372652" y="94533"/>
                </a:cubicBezTo>
                <a:cubicBezTo>
                  <a:pt x="372652" y="98503"/>
                  <a:pt x="373011" y="102004"/>
                  <a:pt x="373728" y="105037"/>
                </a:cubicBezTo>
                <a:cubicBezTo>
                  <a:pt x="374444" y="108070"/>
                  <a:pt x="375506" y="110606"/>
                  <a:pt x="376912" y="112646"/>
                </a:cubicBezTo>
                <a:cubicBezTo>
                  <a:pt x="378318" y="114686"/>
                  <a:pt x="380082" y="116216"/>
                  <a:pt x="382205" y="117236"/>
                </a:cubicBezTo>
                <a:cubicBezTo>
                  <a:pt x="384328" y="118256"/>
                  <a:pt x="386795" y="118766"/>
                  <a:pt x="389607" y="118766"/>
                </a:cubicBezTo>
                <a:cubicBezTo>
                  <a:pt x="392474" y="118766"/>
                  <a:pt x="394942" y="118339"/>
                  <a:pt x="397009" y="117484"/>
                </a:cubicBezTo>
                <a:cubicBezTo>
                  <a:pt x="399077" y="116630"/>
                  <a:pt x="400883" y="115679"/>
                  <a:pt x="402427" y="114631"/>
                </a:cubicBezTo>
                <a:cubicBezTo>
                  <a:pt x="403971" y="113583"/>
                  <a:pt x="405266" y="112632"/>
                  <a:pt x="406314" y="111778"/>
                </a:cubicBezTo>
                <a:cubicBezTo>
                  <a:pt x="407362" y="110923"/>
                  <a:pt x="408244" y="110496"/>
                  <a:pt x="408961" y="110496"/>
                </a:cubicBezTo>
                <a:cubicBezTo>
                  <a:pt x="409457" y="110496"/>
                  <a:pt x="409870" y="110633"/>
                  <a:pt x="410201" y="110909"/>
                </a:cubicBezTo>
                <a:cubicBezTo>
                  <a:pt x="410532" y="111185"/>
                  <a:pt x="410794" y="111695"/>
                  <a:pt x="410987" y="112439"/>
                </a:cubicBezTo>
                <a:cubicBezTo>
                  <a:pt x="411180" y="113184"/>
                  <a:pt x="411331" y="114135"/>
                  <a:pt x="411442" y="115293"/>
                </a:cubicBezTo>
                <a:cubicBezTo>
                  <a:pt x="411552" y="116451"/>
                  <a:pt x="411607" y="117939"/>
                  <a:pt x="411607" y="119759"/>
                </a:cubicBezTo>
                <a:close/>
                <a:moveTo>
                  <a:pt x="469692" y="124168"/>
                </a:moveTo>
                <a:cubicBezTo>
                  <a:pt x="469692" y="126606"/>
                  <a:pt x="469541" y="128477"/>
                  <a:pt x="469237" y="129779"/>
                </a:cubicBezTo>
                <a:cubicBezTo>
                  <a:pt x="468934" y="131080"/>
                  <a:pt x="468534" y="131994"/>
                  <a:pt x="468038" y="132521"/>
                </a:cubicBezTo>
                <a:cubicBezTo>
                  <a:pt x="467542" y="133047"/>
                  <a:pt x="466811" y="133517"/>
                  <a:pt x="465846" y="133933"/>
                </a:cubicBezTo>
                <a:cubicBezTo>
                  <a:pt x="464881" y="134348"/>
                  <a:pt x="463751" y="134708"/>
                  <a:pt x="462455" y="135013"/>
                </a:cubicBezTo>
                <a:cubicBezTo>
                  <a:pt x="461160" y="135318"/>
                  <a:pt x="459754" y="135553"/>
                  <a:pt x="458237" y="135718"/>
                </a:cubicBezTo>
                <a:cubicBezTo>
                  <a:pt x="456721" y="135886"/>
                  <a:pt x="455191" y="135969"/>
                  <a:pt x="453647" y="135969"/>
                </a:cubicBezTo>
                <a:cubicBezTo>
                  <a:pt x="449512" y="135969"/>
                  <a:pt x="445928" y="135445"/>
                  <a:pt x="442895" y="134398"/>
                </a:cubicBezTo>
                <a:cubicBezTo>
                  <a:pt x="439863" y="133350"/>
                  <a:pt x="437354" y="131737"/>
                  <a:pt x="435369" y="129559"/>
                </a:cubicBezTo>
                <a:cubicBezTo>
                  <a:pt x="433384" y="127382"/>
                  <a:pt x="431923" y="124638"/>
                  <a:pt x="430986" y="121330"/>
                </a:cubicBezTo>
                <a:cubicBezTo>
                  <a:pt x="430048" y="118022"/>
                  <a:pt x="429580" y="114107"/>
                  <a:pt x="429580" y="109586"/>
                </a:cubicBezTo>
                <a:lnTo>
                  <a:pt x="429580" y="71789"/>
                </a:lnTo>
                <a:lnTo>
                  <a:pt x="420730" y="71789"/>
                </a:lnTo>
                <a:cubicBezTo>
                  <a:pt x="419682" y="71789"/>
                  <a:pt x="418883" y="71141"/>
                  <a:pt x="418332" y="69845"/>
                </a:cubicBezTo>
                <a:cubicBezTo>
                  <a:pt x="417780" y="68550"/>
                  <a:pt x="417504" y="66386"/>
                  <a:pt x="417504" y="63353"/>
                </a:cubicBezTo>
                <a:cubicBezTo>
                  <a:pt x="417504" y="61754"/>
                  <a:pt x="417573" y="60403"/>
                  <a:pt x="417711" y="59300"/>
                </a:cubicBezTo>
                <a:cubicBezTo>
                  <a:pt x="417849" y="58198"/>
                  <a:pt x="418056" y="57329"/>
                  <a:pt x="418332" y="56695"/>
                </a:cubicBezTo>
                <a:cubicBezTo>
                  <a:pt x="418607" y="56061"/>
                  <a:pt x="418952" y="55606"/>
                  <a:pt x="419365" y="55331"/>
                </a:cubicBezTo>
                <a:cubicBezTo>
                  <a:pt x="419779" y="55055"/>
                  <a:pt x="420261" y="54917"/>
                  <a:pt x="420813" y="54917"/>
                </a:cubicBezTo>
                <a:lnTo>
                  <a:pt x="429580" y="54917"/>
                </a:lnTo>
                <a:lnTo>
                  <a:pt x="429580" y="38391"/>
                </a:lnTo>
                <a:cubicBezTo>
                  <a:pt x="429580" y="37836"/>
                  <a:pt x="429731" y="37338"/>
                  <a:pt x="430034" y="36895"/>
                </a:cubicBezTo>
                <a:cubicBezTo>
                  <a:pt x="430338" y="36452"/>
                  <a:pt x="430889" y="36079"/>
                  <a:pt x="431689" y="35776"/>
                </a:cubicBezTo>
                <a:cubicBezTo>
                  <a:pt x="432488" y="35471"/>
                  <a:pt x="433563" y="35249"/>
                  <a:pt x="434914" y="35111"/>
                </a:cubicBezTo>
                <a:cubicBezTo>
                  <a:pt x="436265" y="34972"/>
                  <a:pt x="437933" y="34902"/>
                  <a:pt x="439918" y="34902"/>
                </a:cubicBezTo>
                <a:cubicBezTo>
                  <a:pt x="441958" y="34902"/>
                  <a:pt x="443653" y="34972"/>
                  <a:pt x="445004" y="35111"/>
                </a:cubicBezTo>
                <a:cubicBezTo>
                  <a:pt x="446355" y="35249"/>
                  <a:pt x="447417" y="35471"/>
                  <a:pt x="448189" y="35776"/>
                </a:cubicBezTo>
                <a:cubicBezTo>
                  <a:pt x="448960" y="36079"/>
                  <a:pt x="449512" y="36452"/>
                  <a:pt x="449843" y="36895"/>
                </a:cubicBezTo>
                <a:cubicBezTo>
                  <a:pt x="450173" y="37338"/>
                  <a:pt x="450339" y="37836"/>
                  <a:pt x="450339" y="38391"/>
                </a:cubicBezTo>
                <a:lnTo>
                  <a:pt x="450339" y="54917"/>
                </a:lnTo>
                <a:lnTo>
                  <a:pt x="466384" y="54917"/>
                </a:lnTo>
                <a:cubicBezTo>
                  <a:pt x="466935" y="54917"/>
                  <a:pt x="467418" y="55055"/>
                  <a:pt x="467831" y="55331"/>
                </a:cubicBezTo>
                <a:cubicBezTo>
                  <a:pt x="468245" y="55606"/>
                  <a:pt x="468589" y="56061"/>
                  <a:pt x="468865" y="56695"/>
                </a:cubicBezTo>
                <a:cubicBezTo>
                  <a:pt x="469141" y="57329"/>
                  <a:pt x="469348" y="58198"/>
                  <a:pt x="469485" y="59300"/>
                </a:cubicBezTo>
                <a:cubicBezTo>
                  <a:pt x="469623" y="60403"/>
                  <a:pt x="469692" y="61754"/>
                  <a:pt x="469692" y="63353"/>
                </a:cubicBezTo>
                <a:cubicBezTo>
                  <a:pt x="469692" y="66386"/>
                  <a:pt x="469416" y="68550"/>
                  <a:pt x="468865" y="69845"/>
                </a:cubicBezTo>
                <a:cubicBezTo>
                  <a:pt x="468314" y="71141"/>
                  <a:pt x="467514" y="71789"/>
                  <a:pt x="466467" y="71789"/>
                </a:cubicBezTo>
                <a:lnTo>
                  <a:pt x="450339" y="71789"/>
                </a:lnTo>
                <a:lnTo>
                  <a:pt x="450339" y="106381"/>
                </a:lnTo>
                <a:cubicBezTo>
                  <a:pt x="450339" y="110399"/>
                  <a:pt x="450973" y="113413"/>
                  <a:pt x="452241" y="115422"/>
                </a:cubicBezTo>
                <a:cubicBezTo>
                  <a:pt x="453509" y="117431"/>
                  <a:pt x="455770" y="118435"/>
                  <a:pt x="459023" y="118435"/>
                </a:cubicBezTo>
                <a:cubicBezTo>
                  <a:pt x="460126" y="118435"/>
                  <a:pt x="461118" y="118339"/>
                  <a:pt x="462000" y="118146"/>
                </a:cubicBezTo>
                <a:cubicBezTo>
                  <a:pt x="462883" y="117953"/>
                  <a:pt x="463668" y="117732"/>
                  <a:pt x="464358" y="117484"/>
                </a:cubicBezTo>
                <a:cubicBezTo>
                  <a:pt x="465047" y="117236"/>
                  <a:pt x="465626" y="117016"/>
                  <a:pt x="466094" y="116823"/>
                </a:cubicBezTo>
                <a:cubicBezTo>
                  <a:pt x="466563" y="116630"/>
                  <a:pt x="466990" y="116533"/>
                  <a:pt x="467376" y="116533"/>
                </a:cubicBezTo>
                <a:cubicBezTo>
                  <a:pt x="467707" y="116533"/>
                  <a:pt x="468024" y="116630"/>
                  <a:pt x="468328" y="116823"/>
                </a:cubicBezTo>
                <a:cubicBezTo>
                  <a:pt x="468631" y="117016"/>
                  <a:pt x="468865" y="117402"/>
                  <a:pt x="469031" y="117983"/>
                </a:cubicBezTo>
                <a:cubicBezTo>
                  <a:pt x="469196" y="118562"/>
                  <a:pt x="469348" y="119350"/>
                  <a:pt x="469485" y="120348"/>
                </a:cubicBezTo>
                <a:cubicBezTo>
                  <a:pt x="469623" y="121344"/>
                  <a:pt x="469692" y="122617"/>
                  <a:pt x="469692" y="124168"/>
                </a:cubicBezTo>
                <a:close/>
                <a:moveTo>
                  <a:pt x="505251" y="131503"/>
                </a:moveTo>
                <a:cubicBezTo>
                  <a:pt x="505251" y="132054"/>
                  <a:pt x="505086" y="132537"/>
                  <a:pt x="504755" y="132950"/>
                </a:cubicBezTo>
                <a:cubicBezTo>
                  <a:pt x="504424" y="133364"/>
                  <a:pt x="503859" y="133709"/>
                  <a:pt x="503060" y="133984"/>
                </a:cubicBezTo>
                <a:cubicBezTo>
                  <a:pt x="502260" y="134260"/>
                  <a:pt x="501199" y="134467"/>
                  <a:pt x="499875" y="134605"/>
                </a:cubicBezTo>
                <a:cubicBezTo>
                  <a:pt x="498552" y="134742"/>
                  <a:pt x="496870" y="134811"/>
                  <a:pt x="494830" y="134811"/>
                </a:cubicBezTo>
                <a:cubicBezTo>
                  <a:pt x="492790" y="134811"/>
                  <a:pt x="491109" y="134742"/>
                  <a:pt x="489785" y="134605"/>
                </a:cubicBezTo>
                <a:cubicBezTo>
                  <a:pt x="488462" y="134467"/>
                  <a:pt x="487401" y="134260"/>
                  <a:pt x="486601" y="133984"/>
                </a:cubicBezTo>
                <a:cubicBezTo>
                  <a:pt x="485802" y="133709"/>
                  <a:pt x="485236" y="133364"/>
                  <a:pt x="484906" y="132950"/>
                </a:cubicBezTo>
                <a:cubicBezTo>
                  <a:pt x="484575" y="132537"/>
                  <a:pt x="484409" y="132054"/>
                  <a:pt x="484409" y="131503"/>
                </a:cubicBezTo>
                <a:lnTo>
                  <a:pt x="484409" y="57894"/>
                </a:lnTo>
                <a:cubicBezTo>
                  <a:pt x="484409" y="57343"/>
                  <a:pt x="484575" y="56861"/>
                  <a:pt x="484906" y="56447"/>
                </a:cubicBezTo>
                <a:cubicBezTo>
                  <a:pt x="485236" y="56034"/>
                  <a:pt x="485802" y="55675"/>
                  <a:pt x="486601" y="55372"/>
                </a:cubicBezTo>
                <a:cubicBezTo>
                  <a:pt x="487401" y="55069"/>
                  <a:pt x="488462" y="54834"/>
                  <a:pt x="489785" y="54669"/>
                </a:cubicBezTo>
                <a:cubicBezTo>
                  <a:pt x="491109" y="54503"/>
                  <a:pt x="492790" y="54421"/>
                  <a:pt x="494830" y="54421"/>
                </a:cubicBezTo>
                <a:cubicBezTo>
                  <a:pt x="496870" y="54421"/>
                  <a:pt x="498552" y="54503"/>
                  <a:pt x="499875" y="54669"/>
                </a:cubicBezTo>
                <a:cubicBezTo>
                  <a:pt x="501199" y="54834"/>
                  <a:pt x="502260" y="55069"/>
                  <a:pt x="503060" y="55372"/>
                </a:cubicBezTo>
                <a:cubicBezTo>
                  <a:pt x="503859" y="55675"/>
                  <a:pt x="504424" y="56034"/>
                  <a:pt x="504755" y="56447"/>
                </a:cubicBezTo>
                <a:cubicBezTo>
                  <a:pt x="505086" y="56861"/>
                  <a:pt x="505251" y="57343"/>
                  <a:pt x="505251" y="57894"/>
                </a:cubicBezTo>
                <a:lnTo>
                  <a:pt x="505251" y="131503"/>
                </a:lnTo>
                <a:moveTo>
                  <a:pt x="506823" y="32752"/>
                </a:moveTo>
                <a:cubicBezTo>
                  <a:pt x="506823" y="36942"/>
                  <a:pt x="505968" y="39837"/>
                  <a:pt x="504259" y="41436"/>
                </a:cubicBezTo>
                <a:cubicBezTo>
                  <a:pt x="502550" y="43035"/>
                  <a:pt x="499379" y="43834"/>
                  <a:pt x="494748" y="43834"/>
                </a:cubicBezTo>
                <a:cubicBezTo>
                  <a:pt x="490061" y="43834"/>
                  <a:pt x="486904" y="43062"/>
                  <a:pt x="485278" y="41519"/>
                </a:cubicBezTo>
                <a:cubicBezTo>
                  <a:pt x="483651" y="39975"/>
                  <a:pt x="482838" y="37190"/>
                  <a:pt x="482838" y="33165"/>
                </a:cubicBezTo>
                <a:cubicBezTo>
                  <a:pt x="482838" y="28975"/>
                  <a:pt x="483679" y="26066"/>
                  <a:pt x="485360" y="24440"/>
                </a:cubicBezTo>
                <a:cubicBezTo>
                  <a:pt x="487042" y="22813"/>
                  <a:pt x="490226" y="22000"/>
                  <a:pt x="494913" y="22000"/>
                </a:cubicBezTo>
                <a:cubicBezTo>
                  <a:pt x="499545" y="22000"/>
                  <a:pt x="502687" y="22786"/>
                  <a:pt x="504342" y="24357"/>
                </a:cubicBezTo>
                <a:cubicBezTo>
                  <a:pt x="505996" y="25928"/>
                  <a:pt x="506823" y="28727"/>
                  <a:pt x="506823" y="32752"/>
                </a:cubicBezTo>
                <a:close/>
                <a:moveTo>
                  <a:pt x="642710" y="131500"/>
                </a:moveTo>
                <a:cubicBezTo>
                  <a:pt x="642710" y="132052"/>
                  <a:pt x="642544" y="132535"/>
                  <a:pt x="642213" y="132950"/>
                </a:cubicBezTo>
                <a:cubicBezTo>
                  <a:pt x="641883" y="133364"/>
                  <a:pt x="641331" y="133709"/>
                  <a:pt x="640559" y="133984"/>
                </a:cubicBezTo>
                <a:cubicBezTo>
                  <a:pt x="639787" y="134260"/>
                  <a:pt x="638740" y="134467"/>
                  <a:pt x="637416" y="134605"/>
                </a:cubicBezTo>
                <a:cubicBezTo>
                  <a:pt x="636093" y="134742"/>
                  <a:pt x="634411" y="134811"/>
                  <a:pt x="632371" y="134811"/>
                </a:cubicBezTo>
                <a:cubicBezTo>
                  <a:pt x="630276" y="134811"/>
                  <a:pt x="628567" y="134742"/>
                  <a:pt x="627244" y="134605"/>
                </a:cubicBezTo>
                <a:cubicBezTo>
                  <a:pt x="625920" y="134467"/>
                  <a:pt x="624859" y="134260"/>
                  <a:pt x="624059" y="133984"/>
                </a:cubicBezTo>
                <a:cubicBezTo>
                  <a:pt x="623260" y="133709"/>
                  <a:pt x="622708" y="133364"/>
                  <a:pt x="622405" y="132950"/>
                </a:cubicBezTo>
                <a:cubicBezTo>
                  <a:pt x="622102" y="132537"/>
                  <a:pt x="621950" y="132054"/>
                  <a:pt x="621950" y="131503"/>
                </a:cubicBezTo>
                <a:lnTo>
                  <a:pt x="621950" y="87751"/>
                </a:lnTo>
                <a:cubicBezTo>
                  <a:pt x="621950" y="85270"/>
                  <a:pt x="621716" y="83010"/>
                  <a:pt x="621247" y="80969"/>
                </a:cubicBezTo>
                <a:cubicBezTo>
                  <a:pt x="620779" y="78929"/>
                  <a:pt x="620062" y="77179"/>
                  <a:pt x="619097" y="75718"/>
                </a:cubicBezTo>
                <a:cubicBezTo>
                  <a:pt x="618132" y="74256"/>
                  <a:pt x="616919" y="73126"/>
                  <a:pt x="615458" y="72327"/>
                </a:cubicBezTo>
                <a:cubicBezTo>
                  <a:pt x="613997" y="71527"/>
                  <a:pt x="612246" y="71127"/>
                  <a:pt x="610206" y="71127"/>
                </a:cubicBezTo>
                <a:cubicBezTo>
                  <a:pt x="607725" y="71127"/>
                  <a:pt x="605216" y="72092"/>
                  <a:pt x="602680" y="74022"/>
                </a:cubicBezTo>
                <a:cubicBezTo>
                  <a:pt x="600143" y="75952"/>
                  <a:pt x="597387" y="78764"/>
                  <a:pt x="594409" y="82458"/>
                </a:cubicBezTo>
                <a:lnTo>
                  <a:pt x="594409" y="131503"/>
                </a:lnTo>
                <a:cubicBezTo>
                  <a:pt x="594409" y="132054"/>
                  <a:pt x="594244" y="132537"/>
                  <a:pt x="593913" y="132950"/>
                </a:cubicBezTo>
                <a:cubicBezTo>
                  <a:pt x="593582" y="133364"/>
                  <a:pt x="593017" y="133709"/>
                  <a:pt x="592217" y="133984"/>
                </a:cubicBezTo>
                <a:cubicBezTo>
                  <a:pt x="591418" y="134260"/>
                  <a:pt x="590357" y="134467"/>
                  <a:pt x="589033" y="134605"/>
                </a:cubicBezTo>
                <a:cubicBezTo>
                  <a:pt x="587710" y="134742"/>
                  <a:pt x="586056" y="134811"/>
                  <a:pt x="584071" y="134811"/>
                </a:cubicBezTo>
                <a:cubicBezTo>
                  <a:pt x="582031" y="134811"/>
                  <a:pt x="580349" y="134742"/>
                  <a:pt x="579026" y="134605"/>
                </a:cubicBezTo>
                <a:cubicBezTo>
                  <a:pt x="577702" y="134467"/>
                  <a:pt x="576641" y="134260"/>
                  <a:pt x="575842" y="133984"/>
                </a:cubicBezTo>
                <a:cubicBezTo>
                  <a:pt x="575042" y="133709"/>
                  <a:pt x="574477" y="133364"/>
                  <a:pt x="574146" y="132950"/>
                </a:cubicBezTo>
                <a:cubicBezTo>
                  <a:pt x="573815" y="132537"/>
                  <a:pt x="573650" y="132054"/>
                  <a:pt x="573650" y="131503"/>
                </a:cubicBezTo>
                <a:lnTo>
                  <a:pt x="573650" y="87751"/>
                </a:lnTo>
                <a:cubicBezTo>
                  <a:pt x="573650" y="85270"/>
                  <a:pt x="573416" y="83010"/>
                  <a:pt x="572947" y="80969"/>
                </a:cubicBezTo>
                <a:cubicBezTo>
                  <a:pt x="572478" y="78929"/>
                  <a:pt x="571775" y="77179"/>
                  <a:pt x="570838" y="75718"/>
                </a:cubicBezTo>
                <a:cubicBezTo>
                  <a:pt x="569900" y="74256"/>
                  <a:pt x="568687" y="73126"/>
                  <a:pt x="567199" y="72327"/>
                </a:cubicBezTo>
                <a:cubicBezTo>
                  <a:pt x="565710" y="71527"/>
                  <a:pt x="563973" y="71127"/>
                  <a:pt x="561988" y="71127"/>
                </a:cubicBezTo>
                <a:cubicBezTo>
                  <a:pt x="559452" y="71127"/>
                  <a:pt x="556916" y="72092"/>
                  <a:pt x="554379" y="74022"/>
                </a:cubicBezTo>
                <a:cubicBezTo>
                  <a:pt x="551843" y="75952"/>
                  <a:pt x="549114" y="78764"/>
                  <a:pt x="546191" y="82458"/>
                </a:cubicBezTo>
                <a:lnTo>
                  <a:pt x="546191" y="131503"/>
                </a:lnTo>
                <a:cubicBezTo>
                  <a:pt x="546191" y="132054"/>
                  <a:pt x="546026" y="132537"/>
                  <a:pt x="545695" y="132950"/>
                </a:cubicBezTo>
                <a:cubicBezTo>
                  <a:pt x="545364" y="133364"/>
                  <a:pt x="544799" y="133709"/>
                  <a:pt x="544000" y="133984"/>
                </a:cubicBezTo>
                <a:cubicBezTo>
                  <a:pt x="543200" y="134260"/>
                  <a:pt x="542139" y="134467"/>
                  <a:pt x="540815" y="134605"/>
                </a:cubicBezTo>
                <a:cubicBezTo>
                  <a:pt x="539492" y="134742"/>
                  <a:pt x="537810" y="134811"/>
                  <a:pt x="535770" y="134811"/>
                </a:cubicBezTo>
                <a:cubicBezTo>
                  <a:pt x="533730" y="134811"/>
                  <a:pt x="532049" y="134742"/>
                  <a:pt x="530725" y="134605"/>
                </a:cubicBezTo>
                <a:cubicBezTo>
                  <a:pt x="529402" y="134467"/>
                  <a:pt x="528341" y="134260"/>
                  <a:pt x="527541" y="133984"/>
                </a:cubicBezTo>
                <a:cubicBezTo>
                  <a:pt x="526742" y="133709"/>
                  <a:pt x="526176" y="133364"/>
                  <a:pt x="525846" y="132950"/>
                </a:cubicBezTo>
                <a:cubicBezTo>
                  <a:pt x="525515" y="132537"/>
                  <a:pt x="525349" y="132054"/>
                  <a:pt x="525349" y="131503"/>
                </a:cubicBezTo>
                <a:lnTo>
                  <a:pt x="525349" y="57729"/>
                </a:lnTo>
                <a:cubicBezTo>
                  <a:pt x="525349" y="57178"/>
                  <a:pt x="525487" y="56695"/>
                  <a:pt x="525763" y="56282"/>
                </a:cubicBezTo>
                <a:cubicBezTo>
                  <a:pt x="526039" y="55868"/>
                  <a:pt x="526535" y="55524"/>
                  <a:pt x="527252" y="55248"/>
                </a:cubicBezTo>
                <a:cubicBezTo>
                  <a:pt x="527968" y="54972"/>
                  <a:pt x="528892" y="54765"/>
                  <a:pt x="530022" y="54628"/>
                </a:cubicBezTo>
                <a:cubicBezTo>
                  <a:pt x="531153" y="54490"/>
                  <a:pt x="532572" y="54421"/>
                  <a:pt x="534282" y="54421"/>
                </a:cubicBezTo>
                <a:cubicBezTo>
                  <a:pt x="536046" y="54421"/>
                  <a:pt x="537507" y="54490"/>
                  <a:pt x="538665" y="54628"/>
                </a:cubicBezTo>
                <a:cubicBezTo>
                  <a:pt x="539823" y="54765"/>
                  <a:pt x="540719" y="54972"/>
                  <a:pt x="541353" y="55248"/>
                </a:cubicBezTo>
                <a:cubicBezTo>
                  <a:pt x="541987" y="55524"/>
                  <a:pt x="542442" y="55868"/>
                  <a:pt x="542718" y="56282"/>
                </a:cubicBezTo>
                <a:cubicBezTo>
                  <a:pt x="542993" y="56695"/>
                  <a:pt x="543131" y="57178"/>
                  <a:pt x="543131" y="57729"/>
                </a:cubicBezTo>
                <a:lnTo>
                  <a:pt x="543131" y="66248"/>
                </a:lnTo>
                <a:cubicBezTo>
                  <a:pt x="547211" y="61809"/>
                  <a:pt x="551278" y="58480"/>
                  <a:pt x="555330" y="56261"/>
                </a:cubicBezTo>
                <a:cubicBezTo>
                  <a:pt x="559383" y="54042"/>
                  <a:pt x="563615" y="52932"/>
                  <a:pt x="568026" y="52932"/>
                </a:cubicBezTo>
                <a:cubicBezTo>
                  <a:pt x="571058" y="52932"/>
                  <a:pt x="573788" y="53252"/>
                  <a:pt x="576214" y="53891"/>
                </a:cubicBezTo>
                <a:cubicBezTo>
                  <a:pt x="578640" y="54528"/>
                  <a:pt x="580804" y="55443"/>
                  <a:pt x="582706" y="56636"/>
                </a:cubicBezTo>
                <a:cubicBezTo>
                  <a:pt x="584608" y="57828"/>
                  <a:pt x="586249" y="59256"/>
                  <a:pt x="587627" y="60921"/>
                </a:cubicBezTo>
                <a:cubicBezTo>
                  <a:pt x="589006" y="62585"/>
                  <a:pt x="590164" y="64444"/>
                  <a:pt x="591101" y="66496"/>
                </a:cubicBezTo>
                <a:cubicBezTo>
                  <a:pt x="593306" y="64111"/>
                  <a:pt x="595471" y="62059"/>
                  <a:pt x="597593" y="60339"/>
                </a:cubicBezTo>
                <a:cubicBezTo>
                  <a:pt x="599716" y="58618"/>
                  <a:pt x="601811" y="57217"/>
                  <a:pt x="603879" y="56137"/>
                </a:cubicBezTo>
                <a:cubicBezTo>
                  <a:pt x="605947" y="55055"/>
                  <a:pt x="608014" y="54250"/>
                  <a:pt x="610082" y="53723"/>
                </a:cubicBezTo>
                <a:cubicBezTo>
                  <a:pt x="612150" y="53196"/>
                  <a:pt x="614259" y="52932"/>
                  <a:pt x="616409" y="52932"/>
                </a:cubicBezTo>
                <a:cubicBezTo>
                  <a:pt x="621316" y="52932"/>
                  <a:pt x="625452" y="53760"/>
                  <a:pt x="628815" y="55416"/>
                </a:cubicBezTo>
                <a:cubicBezTo>
                  <a:pt x="632178" y="57072"/>
                  <a:pt x="634894" y="59321"/>
                  <a:pt x="636962" y="62164"/>
                </a:cubicBezTo>
                <a:cubicBezTo>
                  <a:pt x="639029" y="65005"/>
                  <a:pt x="640504" y="68331"/>
                  <a:pt x="641386" y="72141"/>
                </a:cubicBezTo>
                <a:cubicBezTo>
                  <a:pt x="642269" y="75949"/>
                  <a:pt x="642710" y="79977"/>
                  <a:pt x="642710" y="84226"/>
                </a:cubicBezTo>
                <a:lnTo>
                  <a:pt x="642710" y="131500"/>
                </a:lnTo>
                <a:close/>
                <a:moveTo>
                  <a:pt x="768824" y="92453"/>
                </a:moveTo>
                <a:cubicBezTo>
                  <a:pt x="768824" y="94994"/>
                  <a:pt x="768259" y="96872"/>
                  <a:pt x="767129" y="98087"/>
                </a:cubicBezTo>
                <a:cubicBezTo>
                  <a:pt x="765998" y="99302"/>
                  <a:pt x="764441" y="99909"/>
                  <a:pt x="762456" y="99909"/>
                </a:cubicBezTo>
                <a:lnTo>
                  <a:pt x="717546" y="99909"/>
                </a:lnTo>
                <a:cubicBezTo>
                  <a:pt x="717546" y="103064"/>
                  <a:pt x="717918" y="105929"/>
                  <a:pt x="718663" y="108503"/>
                </a:cubicBezTo>
                <a:cubicBezTo>
                  <a:pt x="719407" y="111077"/>
                  <a:pt x="720593" y="113265"/>
                  <a:pt x="722219" y="115065"/>
                </a:cubicBezTo>
                <a:cubicBezTo>
                  <a:pt x="723846" y="116864"/>
                  <a:pt x="725941" y="118234"/>
                  <a:pt x="728505" y="119175"/>
                </a:cubicBezTo>
                <a:cubicBezTo>
                  <a:pt x="731069" y="120115"/>
                  <a:pt x="734143" y="120586"/>
                  <a:pt x="737727" y="120586"/>
                </a:cubicBezTo>
                <a:cubicBezTo>
                  <a:pt x="741366" y="120586"/>
                  <a:pt x="744564" y="120320"/>
                  <a:pt x="747320" y="119787"/>
                </a:cubicBezTo>
                <a:cubicBezTo>
                  <a:pt x="750077" y="119255"/>
                  <a:pt x="752462" y="118666"/>
                  <a:pt x="754475" y="118022"/>
                </a:cubicBezTo>
                <a:cubicBezTo>
                  <a:pt x="756487" y="117378"/>
                  <a:pt x="758155" y="116789"/>
                  <a:pt x="759478" y="116257"/>
                </a:cubicBezTo>
                <a:cubicBezTo>
                  <a:pt x="760802" y="115724"/>
                  <a:pt x="761877" y="115458"/>
                  <a:pt x="762704" y="115458"/>
                </a:cubicBezTo>
                <a:cubicBezTo>
                  <a:pt x="763200" y="115458"/>
                  <a:pt x="763614" y="115555"/>
                  <a:pt x="763944" y="115750"/>
                </a:cubicBezTo>
                <a:cubicBezTo>
                  <a:pt x="764275" y="115943"/>
                  <a:pt x="764551" y="116289"/>
                  <a:pt x="764772" y="116789"/>
                </a:cubicBezTo>
                <a:cubicBezTo>
                  <a:pt x="764992" y="117287"/>
                  <a:pt x="765144" y="117993"/>
                  <a:pt x="765226" y="118908"/>
                </a:cubicBezTo>
                <a:cubicBezTo>
                  <a:pt x="765309" y="119823"/>
                  <a:pt x="765350" y="120974"/>
                  <a:pt x="765350" y="122359"/>
                </a:cubicBezTo>
                <a:cubicBezTo>
                  <a:pt x="765350" y="123579"/>
                  <a:pt x="765323" y="124619"/>
                  <a:pt x="765268" y="125478"/>
                </a:cubicBezTo>
                <a:cubicBezTo>
                  <a:pt x="765213" y="126336"/>
                  <a:pt x="765130" y="127071"/>
                  <a:pt x="765020" y="127680"/>
                </a:cubicBezTo>
                <a:cubicBezTo>
                  <a:pt x="764909" y="128290"/>
                  <a:pt x="764744" y="128804"/>
                  <a:pt x="764523" y="129221"/>
                </a:cubicBezTo>
                <a:cubicBezTo>
                  <a:pt x="764303" y="129636"/>
                  <a:pt x="764013" y="130038"/>
                  <a:pt x="763655" y="130425"/>
                </a:cubicBezTo>
                <a:cubicBezTo>
                  <a:pt x="763297" y="130813"/>
                  <a:pt x="762318" y="131338"/>
                  <a:pt x="760719" y="131999"/>
                </a:cubicBezTo>
                <a:cubicBezTo>
                  <a:pt x="759120" y="132661"/>
                  <a:pt x="757080" y="133309"/>
                  <a:pt x="754599" y="133943"/>
                </a:cubicBezTo>
                <a:cubicBezTo>
                  <a:pt x="752117" y="134577"/>
                  <a:pt x="749278" y="135128"/>
                  <a:pt x="746080" y="135597"/>
                </a:cubicBezTo>
                <a:cubicBezTo>
                  <a:pt x="742882" y="136066"/>
                  <a:pt x="739463" y="136300"/>
                  <a:pt x="735824" y="136300"/>
                </a:cubicBezTo>
                <a:cubicBezTo>
                  <a:pt x="729263" y="136300"/>
                  <a:pt x="723515" y="135471"/>
                  <a:pt x="718580" y="133814"/>
                </a:cubicBezTo>
                <a:cubicBezTo>
                  <a:pt x="713645" y="132156"/>
                  <a:pt x="709524" y="129642"/>
                  <a:pt x="706215" y="126272"/>
                </a:cubicBezTo>
                <a:cubicBezTo>
                  <a:pt x="702907" y="122902"/>
                  <a:pt x="700440" y="118648"/>
                  <a:pt x="698813" y="113512"/>
                </a:cubicBezTo>
                <a:cubicBezTo>
                  <a:pt x="697187" y="108374"/>
                  <a:pt x="696373" y="102352"/>
                  <a:pt x="696373" y="95446"/>
                </a:cubicBezTo>
                <a:cubicBezTo>
                  <a:pt x="696373" y="88871"/>
                  <a:pt x="697228" y="82945"/>
                  <a:pt x="698937" y="77669"/>
                </a:cubicBezTo>
                <a:cubicBezTo>
                  <a:pt x="700647" y="72393"/>
                  <a:pt x="703128" y="67918"/>
                  <a:pt x="706381" y="64245"/>
                </a:cubicBezTo>
                <a:cubicBezTo>
                  <a:pt x="709634" y="60569"/>
                  <a:pt x="713590" y="57765"/>
                  <a:pt x="718249" y="55832"/>
                </a:cubicBezTo>
                <a:cubicBezTo>
                  <a:pt x="722908" y="53899"/>
                  <a:pt x="728160" y="52932"/>
                  <a:pt x="734005" y="52932"/>
                </a:cubicBezTo>
                <a:cubicBezTo>
                  <a:pt x="740180" y="52932"/>
                  <a:pt x="745460" y="53844"/>
                  <a:pt x="749843" y="55667"/>
                </a:cubicBezTo>
                <a:cubicBezTo>
                  <a:pt x="754226" y="57490"/>
                  <a:pt x="757824" y="60016"/>
                  <a:pt x="760636" y="63247"/>
                </a:cubicBezTo>
                <a:cubicBezTo>
                  <a:pt x="763448" y="66478"/>
                  <a:pt x="765516" y="70303"/>
                  <a:pt x="766839" y="74723"/>
                </a:cubicBezTo>
                <a:cubicBezTo>
                  <a:pt x="768162" y="79140"/>
                  <a:pt x="768824" y="83946"/>
                  <a:pt x="768824" y="89139"/>
                </a:cubicBezTo>
                <a:lnTo>
                  <a:pt x="768824" y="92453"/>
                </a:lnTo>
                <a:moveTo>
                  <a:pt x="748644" y="86511"/>
                </a:moveTo>
                <a:cubicBezTo>
                  <a:pt x="748809" y="80640"/>
                  <a:pt x="747638" y="76030"/>
                  <a:pt x="745129" y="72681"/>
                </a:cubicBezTo>
                <a:cubicBezTo>
                  <a:pt x="742620" y="69329"/>
                  <a:pt x="738747" y="67654"/>
                  <a:pt x="733509" y="67654"/>
                </a:cubicBezTo>
                <a:cubicBezTo>
                  <a:pt x="730862" y="67654"/>
                  <a:pt x="728560" y="68153"/>
                  <a:pt x="726603" y="69150"/>
                </a:cubicBezTo>
                <a:cubicBezTo>
                  <a:pt x="724645" y="70146"/>
                  <a:pt x="723019" y="71489"/>
                  <a:pt x="721723" y="73180"/>
                </a:cubicBezTo>
                <a:cubicBezTo>
                  <a:pt x="720427" y="74868"/>
                  <a:pt x="719435" y="76862"/>
                  <a:pt x="718745" y="79160"/>
                </a:cubicBezTo>
                <a:cubicBezTo>
                  <a:pt x="718056" y="81457"/>
                  <a:pt x="717656" y="83907"/>
                  <a:pt x="717546" y="86511"/>
                </a:cubicBezTo>
                <a:lnTo>
                  <a:pt x="748644" y="86511"/>
                </a:lnTo>
                <a:close/>
                <a:moveTo>
                  <a:pt x="846329" y="130014"/>
                </a:moveTo>
                <a:cubicBezTo>
                  <a:pt x="846771" y="130952"/>
                  <a:pt x="846977" y="131724"/>
                  <a:pt x="846950" y="132330"/>
                </a:cubicBezTo>
                <a:cubicBezTo>
                  <a:pt x="846922" y="132937"/>
                  <a:pt x="846522" y="133433"/>
                  <a:pt x="845750" y="133819"/>
                </a:cubicBezTo>
                <a:cubicBezTo>
                  <a:pt x="844979" y="134205"/>
                  <a:pt x="843793" y="134467"/>
                  <a:pt x="842194" y="134605"/>
                </a:cubicBezTo>
                <a:cubicBezTo>
                  <a:pt x="840595" y="134742"/>
                  <a:pt x="838472" y="134811"/>
                  <a:pt x="835826" y="134811"/>
                </a:cubicBezTo>
                <a:cubicBezTo>
                  <a:pt x="833345" y="134811"/>
                  <a:pt x="831346" y="134770"/>
                  <a:pt x="829830" y="134687"/>
                </a:cubicBezTo>
                <a:cubicBezTo>
                  <a:pt x="828313" y="134605"/>
                  <a:pt x="827128" y="134439"/>
                  <a:pt x="826273" y="134191"/>
                </a:cubicBezTo>
                <a:cubicBezTo>
                  <a:pt x="825419" y="133943"/>
                  <a:pt x="824784" y="133640"/>
                  <a:pt x="824371" y="133281"/>
                </a:cubicBezTo>
                <a:cubicBezTo>
                  <a:pt x="823957" y="132923"/>
                  <a:pt x="823640" y="132468"/>
                  <a:pt x="823420" y="131917"/>
                </a:cubicBezTo>
                <a:lnTo>
                  <a:pt x="809773" y="105699"/>
                </a:lnTo>
                <a:lnTo>
                  <a:pt x="796127" y="131917"/>
                </a:lnTo>
                <a:cubicBezTo>
                  <a:pt x="795906" y="132468"/>
                  <a:pt x="795603" y="132923"/>
                  <a:pt x="795217" y="133281"/>
                </a:cubicBezTo>
                <a:cubicBezTo>
                  <a:pt x="794831" y="133640"/>
                  <a:pt x="794238" y="133943"/>
                  <a:pt x="793439" y="134191"/>
                </a:cubicBezTo>
                <a:cubicBezTo>
                  <a:pt x="792639" y="134439"/>
                  <a:pt x="791523" y="134605"/>
                  <a:pt x="790089" y="134687"/>
                </a:cubicBezTo>
                <a:cubicBezTo>
                  <a:pt x="788656" y="134770"/>
                  <a:pt x="786781" y="134811"/>
                  <a:pt x="784465" y="134811"/>
                </a:cubicBezTo>
                <a:cubicBezTo>
                  <a:pt x="782039" y="134811"/>
                  <a:pt x="780109" y="134742"/>
                  <a:pt x="778676" y="134605"/>
                </a:cubicBezTo>
                <a:cubicBezTo>
                  <a:pt x="777242" y="134467"/>
                  <a:pt x="776194" y="134205"/>
                  <a:pt x="775533" y="133819"/>
                </a:cubicBezTo>
                <a:cubicBezTo>
                  <a:pt x="774871" y="133433"/>
                  <a:pt x="774527" y="132937"/>
                  <a:pt x="774499" y="132330"/>
                </a:cubicBezTo>
                <a:cubicBezTo>
                  <a:pt x="774471" y="131724"/>
                  <a:pt x="774706" y="130952"/>
                  <a:pt x="775202" y="130014"/>
                </a:cubicBezTo>
                <a:lnTo>
                  <a:pt x="795630" y="93706"/>
                </a:lnTo>
                <a:lnTo>
                  <a:pt x="776773" y="59631"/>
                </a:lnTo>
                <a:cubicBezTo>
                  <a:pt x="776277" y="58639"/>
                  <a:pt x="776015" y="57798"/>
                  <a:pt x="775988" y="57109"/>
                </a:cubicBezTo>
                <a:cubicBezTo>
                  <a:pt x="775960" y="56419"/>
                  <a:pt x="776305" y="55882"/>
                  <a:pt x="777022" y="55496"/>
                </a:cubicBezTo>
                <a:cubicBezTo>
                  <a:pt x="777738" y="55110"/>
                  <a:pt x="778882" y="54834"/>
                  <a:pt x="780454" y="54669"/>
                </a:cubicBezTo>
                <a:cubicBezTo>
                  <a:pt x="782025" y="54503"/>
                  <a:pt x="784162" y="54421"/>
                  <a:pt x="786864" y="54421"/>
                </a:cubicBezTo>
                <a:cubicBezTo>
                  <a:pt x="789290" y="54421"/>
                  <a:pt x="791233" y="54462"/>
                  <a:pt x="792694" y="54545"/>
                </a:cubicBezTo>
                <a:cubicBezTo>
                  <a:pt x="794156" y="54628"/>
                  <a:pt x="795300" y="54752"/>
                  <a:pt x="796127" y="54917"/>
                </a:cubicBezTo>
                <a:cubicBezTo>
                  <a:pt x="796954" y="55082"/>
                  <a:pt x="797560" y="55344"/>
                  <a:pt x="797946" y="55703"/>
                </a:cubicBezTo>
                <a:cubicBezTo>
                  <a:pt x="798332" y="56061"/>
                  <a:pt x="798663" y="56516"/>
                  <a:pt x="798939" y="57067"/>
                </a:cubicBezTo>
                <a:lnTo>
                  <a:pt x="812089" y="81714"/>
                </a:lnTo>
                <a:lnTo>
                  <a:pt x="825157" y="57067"/>
                </a:lnTo>
                <a:cubicBezTo>
                  <a:pt x="825322" y="56626"/>
                  <a:pt x="825570" y="56240"/>
                  <a:pt x="825901" y="55909"/>
                </a:cubicBezTo>
                <a:cubicBezTo>
                  <a:pt x="826232" y="55579"/>
                  <a:pt x="826756" y="55303"/>
                  <a:pt x="827472" y="55082"/>
                </a:cubicBezTo>
                <a:cubicBezTo>
                  <a:pt x="828189" y="54862"/>
                  <a:pt x="829168" y="54696"/>
                  <a:pt x="830408" y="54586"/>
                </a:cubicBezTo>
                <a:cubicBezTo>
                  <a:pt x="831649" y="54476"/>
                  <a:pt x="833345" y="54421"/>
                  <a:pt x="835495" y="54421"/>
                </a:cubicBezTo>
                <a:cubicBezTo>
                  <a:pt x="837921" y="54421"/>
                  <a:pt x="839865" y="54476"/>
                  <a:pt x="841326" y="54586"/>
                </a:cubicBezTo>
                <a:cubicBezTo>
                  <a:pt x="842787" y="54696"/>
                  <a:pt x="843834" y="54945"/>
                  <a:pt x="844469" y="55331"/>
                </a:cubicBezTo>
                <a:cubicBezTo>
                  <a:pt x="845103" y="55716"/>
                  <a:pt x="845406" y="56254"/>
                  <a:pt x="845378" y="56943"/>
                </a:cubicBezTo>
                <a:cubicBezTo>
                  <a:pt x="845351" y="57633"/>
                  <a:pt x="845034" y="58529"/>
                  <a:pt x="844427" y="59631"/>
                </a:cubicBezTo>
                <a:lnTo>
                  <a:pt x="826066" y="93127"/>
                </a:lnTo>
                <a:lnTo>
                  <a:pt x="846329" y="130014"/>
                </a:lnTo>
                <a:close/>
                <a:moveTo>
                  <a:pt x="923471" y="92453"/>
                </a:moveTo>
                <a:cubicBezTo>
                  <a:pt x="923471" y="94994"/>
                  <a:pt x="922905" y="96872"/>
                  <a:pt x="921775" y="98087"/>
                </a:cubicBezTo>
                <a:cubicBezTo>
                  <a:pt x="920645" y="99302"/>
                  <a:pt x="919087" y="99909"/>
                  <a:pt x="917102" y="99909"/>
                </a:cubicBezTo>
                <a:lnTo>
                  <a:pt x="872193" y="99909"/>
                </a:lnTo>
                <a:cubicBezTo>
                  <a:pt x="872193" y="103064"/>
                  <a:pt x="872565" y="105929"/>
                  <a:pt x="873309" y="108503"/>
                </a:cubicBezTo>
                <a:cubicBezTo>
                  <a:pt x="874053" y="111077"/>
                  <a:pt x="875239" y="113265"/>
                  <a:pt x="876865" y="115065"/>
                </a:cubicBezTo>
                <a:cubicBezTo>
                  <a:pt x="878492" y="116864"/>
                  <a:pt x="880587" y="118234"/>
                  <a:pt x="883151" y="119175"/>
                </a:cubicBezTo>
                <a:cubicBezTo>
                  <a:pt x="885715" y="120115"/>
                  <a:pt x="888789" y="120586"/>
                  <a:pt x="892373" y="120586"/>
                </a:cubicBezTo>
                <a:cubicBezTo>
                  <a:pt x="896012" y="120586"/>
                  <a:pt x="899210" y="120320"/>
                  <a:pt x="901967" y="119787"/>
                </a:cubicBezTo>
                <a:cubicBezTo>
                  <a:pt x="904724" y="119255"/>
                  <a:pt x="907108" y="118666"/>
                  <a:pt x="909121" y="118022"/>
                </a:cubicBezTo>
                <a:cubicBezTo>
                  <a:pt x="911133" y="117378"/>
                  <a:pt x="912801" y="116789"/>
                  <a:pt x="914125" y="116257"/>
                </a:cubicBezTo>
                <a:cubicBezTo>
                  <a:pt x="915448" y="115724"/>
                  <a:pt x="916523" y="115458"/>
                  <a:pt x="917350" y="115458"/>
                </a:cubicBezTo>
                <a:cubicBezTo>
                  <a:pt x="917846" y="115458"/>
                  <a:pt x="918260" y="115555"/>
                  <a:pt x="918591" y="115750"/>
                </a:cubicBezTo>
                <a:cubicBezTo>
                  <a:pt x="918922" y="115943"/>
                  <a:pt x="919197" y="116289"/>
                  <a:pt x="919418" y="116789"/>
                </a:cubicBezTo>
                <a:cubicBezTo>
                  <a:pt x="919638" y="117287"/>
                  <a:pt x="919790" y="117993"/>
                  <a:pt x="919873" y="118908"/>
                </a:cubicBezTo>
                <a:cubicBezTo>
                  <a:pt x="919955" y="119823"/>
                  <a:pt x="919997" y="120974"/>
                  <a:pt x="919997" y="122359"/>
                </a:cubicBezTo>
                <a:cubicBezTo>
                  <a:pt x="919997" y="123579"/>
                  <a:pt x="919969" y="124619"/>
                  <a:pt x="919914" y="125478"/>
                </a:cubicBezTo>
                <a:cubicBezTo>
                  <a:pt x="919859" y="126336"/>
                  <a:pt x="919776" y="127071"/>
                  <a:pt x="919666" y="127680"/>
                </a:cubicBezTo>
                <a:cubicBezTo>
                  <a:pt x="919556" y="128290"/>
                  <a:pt x="919390" y="128804"/>
                  <a:pt x="919170" y="129221"/>
                </a:cubicBezTo>
                <a:cubicBezTo>
                  <a:pt x="918949" y="129636"/>
                  <a:pt x="918660" y="130038"/>
                  <a:pt x="918301" y="130425"/>
                </a:cubicBezTo>
                <a:cubicBezTo>
                  <a:pt x="917943" y="130813"/>
                  <a:pt x="916964" y="131338"/>
                  <a:pt x="915365" y="131999"/>
                </a:cubicBezTo>
                <a:cubicBezTo>
                  <a:pt x="913766" y="132661"/>
                  <a:pt x="911726" y="133309"/>
                  <a:pt x="909245" y="133943"/>
                </a:cubicBezTo>
                <a:cubicBezTo>
                  <a:pt x="906764" y="134577"/>
                  <a:pt x="903924" y="135128"/>
                  <a:pt x="900726" y="135597"/>
                </a:cubicBezTo>
                <a:cubicBezTo>
                  <a:pt x="897528" y="136066"/>
                  <a:pt x="894110" y="136300"/>
                  <a:pt x="890471" y="136300"/>
                </a:cubicBezTo>
                <a:cubicBezTo>
                  <a:pt x="883909" y="136300"/>
                  <a:pt x="878161" y="135471"/>
                  <a:pt x="873226" y="133814"/>
                </a:cubicBezTo>
                <a:cubicBezTo>
                  <a:pt x="868292" y="132156"/>
                  <a:pt x="864170" y="129642"/>
                  <a:pt x="860862" y="126272"/>
                </a:cubicBezTo>
                <a:cubicBezTo>
                  <a:pt x="857554" y="122902"/>
                  <a:pt x="855086" y="118648"/>
                  <a:pt x="853460" y="113512"/>
                </a:cubicBezTo>
                <a:cubicBezTo>
                  <a:pt x="851833" y="108374"/>
                  <a:pt x="851020" y="102352"/>
                  <a:pt x="851020" y="95446"/>
                </a:cubicBezTo>
                <a:cubicBezTo>
                  <a:pt x="851020" y="88871"/>
                  <a:pt x="851874" y="82945"/>
                  <a:pt x="853584" y="77669"/>
                </a:cubicBezTo>
                <a:cubicBezTo>
                  <a:pt x="855293" y="72393"/>
                  <a:pt x="857774" y="67918"/>
                  <a:pt x="861027" y="64245"/>
                </a:cubicBezTo>
                <a:cubicBezTo>
                  <a:pt x="864280" y="60569"/>
                  <a:pt x="868236" y="57765"/>
                  <a:pt x="872896" y="55832"/>
                </a:cubicBezTo>
                <a:cubicBezTo>
                  <a:pt x="877555" y="53899"/>
                  <a:pt x="882807" y="52932"/>
                  <a:pt x="888651" y="52932"/>
                </a:cubicBezTo>
                <a:cubicBezTo>
                  <a:pt x="894827" y="52932"/>
                  <a:pt x="900106" y="53844"/>
                  <a:pt x="904489" y="55667"/>
                </a:cubicBezTo>
                <a:cubicBezTo>
                  <a:pt x="908873" y="57490"/>
                  <a:pt x="912471" y="60016"/>
                  <a:pt x="915283" y="63247"/>
                </a:cubicBezTo>
                <a:cubicBezTo>
                  <a:pt x="918095" y="66478"/>
                  <a:pt x="920162" y="70303"/>
                  <a:pt x="921486" y="74723"/>
                </a:cubicBezTo>
                <a:cubicBezTo>
                  <a:pt x="922809" y="79140"/>
                  <a:pt x="923471" y="83946"/>
                  <a:pt x="923471" y="89139"/>
                </a:cubicBezTo>
                <a:lnTo>
                  <a:pt x="923471" y="92453"/>
                </a:lnTo>
                <a:moveTo>
                  <a:pt x="903290" y="86511"/>
                </a:moveTo>
                <a:cubicBezTo>
                  <a:pt x="903456" y="80640"/>
                  <a:pt x="902284" y="76030"/>
                  <a:pt x="899775" y="72681"/>
                </a:cubicBezTo>
                <a:cubicBezTo>
                  <a:pt x="897266" y="69329"/>
                  <a:pt x="893393" y="67654"/>
                  <a:pt x="888155" y="67654"/>
                </a:cubicBezTo>
                <a:cubicBezTo>
                  <a:pt x="885508" y="67654"/>
                  <a:pt x="883206" y="68153"/>
                  <a:pt x="881249" y="69150"/>
                </a:cubicBezTo>
                <a:cubicBezTo>
                  <a:pt x="879292" y="70146"/>
                  <a:pt x="877665" y="71489"/>
                  <a:pt x="876369" y="73180"/>
                </a:cubicBezTo>
                <a:cubicBezTo>
                  <a:pt x="875074" y="74868"/>
                  <a:pt x="874081" y="76862"/>
                  <a:pt x="873392" y="79160"/>
                </a:cubicBezTo>
                <a:cubicBezTo>
                  <a:pt x="872703" y="81457"/>
                  <a:pt x="872303" y="83907"/>
                  <a:pt x="872193" y="86511"/>
                </a:cubicBezTo>
                <a:lnTo>
                  <a:pt x="903290" y="86511"/>
                </a:lnTo>
                <a:close/>
                <a:moveTo>
                  <a:pt x="995415" y="119759"/>
                </a:moveTo>
                <a:cubicBezTo>
                  <a:pt x="995415" y="121192"/>
                  <a:pt x="995374" y="122392"/>
                  <a:pt x="995291" y="123356"/>
                </a:cubicBezTo>
                <a:cubicBezTo>
                  <a:pt x="995208" y="124321"/>
                  <a:pt x="995098" y="125135"/>
                  <a:pt x="994960" y="125796"/>
                </a:cubicBezTo>
                <a:cubicBezTo>
                  <a:pt x="994822" y="126458"/>
                  <a:pt x="994657" y="126996"/>
                  <a:pt x="994464" y="127409"/>
                </a:cubicBezTo>
                <a:cubicBezTo>
                  <a:pt x="994271" y="127823"/>
                  <a:pt x="993844" y="128346"/>
                  <a:pt x="993182" y="128981"/>
                </a:cubicBezTo>
                <a:cubicBezTo>
                  <a:pt x="992520" y="129615"/>
                  <a:pt x="991390" y="130387"/>
                  <a:pt x="989791" y="131296"/>
                </a:cubicBezTo>
                <a:cubicBezTo>
                  <a:pt x="988192" y="132206"/>
                  <a:pt x="986372" y="133019"/>
                  <a:pt x="984332" y="133736"/>
                </a:cubicBezTo>
                <a:cubicBezTo>
                  <a:pt x="982292" y="134453"/>
                  <a:pt x="980073" y="135032"/>
                  <a:pt x="977675" y="135473"/>
                </a:cubicBezTo>
                <a:cubicBezTo>
                  <a:pt x="975276" y="135914"/>
                  <a:pt x="972809" y="136135"/>
                  <a:pt x="970272" y="136135"/>
                </a:cubicBezTo>
                <a:cubicBezTo>
                  <a:pt x="964593" y="136135"/>
                  <a:pt x="959562" y="135252"/>
                  <a:pt x="955178" y="133488"/>
                </a:cubicBezTo>
                <a:cubicBezTo>
                  <a:pt x="950795" y="131724"/>
                  <a:pt x="947115" y="129118"/>
                  <a:pt x="944137" y="125672"/>
                </a:cubicBezTo>
                <a:cubicBezTo>
                  <a:pt x="941160" y="122226"/>
                  <a:pt x="938913" y="118022"/>
                  <a:pt x="937397" y="113060"/>
                </a:cubicBezTo>
                <a:cubicBezTo>
                  <a:pt x="935880" y="108097"/>
                  <a:pt x="935122" y="102418"/>
                  <a:pt x="935122" y="96022"/>
                </a:cubicBezTo>
                <a:cubicBezTo>
                  <a:pt x="935122" y="88634"/>
                  <a:pt x="936046" y="82251"/>
                  <a:pt x="937893" y="76876"/>
                </a:cubicBezTo>
                <a:cubicBezTo>
                  <a:pt x="939740" y="71500"/>
                  <a:pt x="942318" y="67047"/>
                  <a:pt x="945626" y="63518"/>
                </a:cubicBezTo>
                <a:cubicBezTo>
                  <a:pt x="948934" y="59990"/>
                  <a:pt x="952849" y="57371"/>
                  <a:pt x="957370" y="55661"/>
                </a:cubicBezTo>
                <a:cubicBezTo>
                  <a:pt x="961891" y="53952"/>
                  <a:pt x="966854" y="53097"/>
                  <a:pt x="972257" y="53097"/>
                </a:cubicBezTo>
                <a:cubicBezTo>
                  <a:pt x="974463" y="53097"/>
                  <a:pt x="976627" y="53290"/>
                  <a:pt x="978750" y="53676"/>
                </a:cubicBezTo>
                <a:cubicBezTo>
                  <a:pt x="980873" y="54062"/>
                  <a:pt x="982857" y="54586"/>
                  <a:pt x="984705" y="55248"/>
                </a:cubicBezTo>
                <a:cubicBezTo>
                  <a:pt x="986552" y="55909"/>
                  <a:pt x="988206" y="56654"/>
                  <a:pt x="989667" y="57481"/>
                </a:cubicBezTo>
                <a:cubicBezTo>
                  <a:pt x="991128" y="58308"/>
                  <a:pt x="992162" y="59025"/>
                  <a:pt x="992768" y="59631"/>
                </a:cubicBezTo>
                <a:cubicBezTo>
                  <a:pt x="993375" y="60238"/>
                  <a:pt x="993802" y="60748"/>
                  <a:pt x="994050" y="61161"/>
                </a:cubicBezTo>
                <a:cubicBezTo>
                  <a:pt x="994298" y="61575"/>
                  <a:pt x="994491" y="62112"/>
                  <a:pt x="994629" y="62774"/>
                </a:cubicBezTo>
                <a:cubicBezTo>
                  <a:pt x="994767" y="63436"/>
                  <a:pt x="994877" y="64249"/>
                  <a:pt x="994960" y="65214"/>
                </a:cubicBezTo>
                <a:cubicBezTo>
                  <a:pt x="995043" y="66179"/>
                  <a:pt x="995084" y="67351"/>
                  <a:pt x="995084" y="68729"/>
                </a:cubicBezTo>
                <a:cubicBezTo>
                  <a:pt x="995084" y="71927"/>
                  <a:pt x="994809" y="74174"/>
                  <a:pt x="994257" y="75470"/>
                </a:cubicBezTo>
                <a:cubicBezTo>
                  <a:pt x="993706" y="76765"/>
                  <a:pt x="992989" y="77413"/>
                  <a:pt x="992107" y="77413"/>
                </a:cubicBezTo>
                <a:cubicBezTo>
                  <a:pt x="991169" y="77413"/>
                  <a:pt x="990177" y="77027"/>
                  <a:pt x="989129" y="76255"/>
                </a:cubicBezTo>
                <a:cubicBezTo>
                  <a:pt x="988082" y="75483"/>
                  <a:pt x="986841" y="74629"/>
                  <a:pt x="985408" y="73691"/>
                </a:cubicBezTo>
                <a:cubicBezTo>
                  <a:pt x="983974" y="72754"/>
                  <a:pt x="982265" y="71899"/>
                  <a:pt x="980280" y="71127"/>
                </a:cubicBezTo>
                <a:cubicBezTo>
                  <a:pt x="978295" y="70356"/>
                  <a:pt x="975924" y="69970"/>
                  <a:pt x="973167" y="69970"/>
                </a:cubicBezTo>
                <a:cubicBezTo>
                  <a:pt x="967764" y="69970"/>
                  <a:pt x="963628" y="72051"/>
                  <a:pt x="960761" y="76214"/>
                </a:cubicBezTo>
                <a:cubicBezTo>
                  <a:pt x="957894" y="80377"/>
                  <a:pt x="956460" y="86483"/>
                  <a:pt x="956460" y="94533"/>
                </a:cubicBezTo>
                <a:cubicBezTo>
                  <a:pt x="956460" y="98503"/>
                  <a:pt x="956819" y="102004"/>
                  <a:pt x="957536" y="105037"/>
                </a:cubicBezTo>
                <a:cubicBezTo>
                  <a:pt x="958252" y="108070"/>
                  <a:pt x="959314" y="110606"/>
                  <a:pt x="960720" y="112646"/>
                </a:cubicBezTo>
                <a:cubicBezTo>
                  <a:pt x="962126" y="114686"/>
                  <a:pt x="963890" y="116216"/>
                  <a:pt x="966013" y="117236"/>
                </a:cubicBezTo>
                <a:cubicBezTo>
                  <a:pt x="968136" y="118256"/>
                  <a:pt x="970603" y="118766"/>
                  <a:pt x="973415" y="118766"/>
                </a:cubicBezTo>
                <a:cubicBezTo>
                  <a:pt x="976282" y="118766"/>
                  <a:pt x="978750" y="118339"/>
                  <a:pt x="980817" y="117484"/>
                </a:cubicBezTo>
                <a:cubicBezTo>
                  <a:pt x="982885" y="116630"/>
                  <a:pt x="984691" y="115679"/>
                  <a:pt x="986235" y="114631"/>
                </a:cubicBezTo>
                <a:cubicBezTo>
                  <a:pt x="987778" y="113583"/>
                  <a:pt x="989074" y="112632"/>
                  <a:pt x="990122" y="111778"/>
                </a:cubicBezTo>
                <a:cubicBezTo>
                  <a:pt x="991169" y="110923"/>
                  <a:pt x="992052" y="110496"/>
                  <a:pt x="992768" y="110496"/>
                </a:cubicBezTo>
                <a:cubicBezTo>
                  <a:pt x="993265" y="110496"/>
                  <a:pt x="993678" y="110633"/>
                  <a:pt x="994009" y="110909"/>
                </a:cubicBezTo>
                <a:cubicBezTo>
                  <a:pt x="994340" y="111185"/>
                  <a:pt x="994602" y="111695"/>
                  <a:pt x="994795" y="112439"/>
                </a:cubicBezTo>
                <a:cubicBezTo>
                  <a:pt x="994988" y="113184"/>
                  <a:pt x="995139" y="114135"/>
                  <a:pt x="995250" y="115293"/>
                </a:cubicBezTo>
                <a:cubicBezTo>
                  <a:pt x="995360" y="116451"/>
                  <a:pt x="995415" y="117939"/>
                  <a:pt x="995415" y="119759"/>
                </a:cubicBezTo>
                <a:close/>
                <a:moveTo>
                  <a:pt x="1079767" y="131503"/>
                </a:moveTo>
                <a:cubicBezTo>
                  <a:pt x="1079767" y="132054"/>
                  <a:pt x="1079629" y="132537"/>
                  <a:pt x="1079354" y="132950"/>
                </a:cubicBezTo>
                <a:cubicBezTo>
                  <a:pt x="1079078" y="133364"/>
                  <a:pt x="1078595" y="133709"/>
                  <a:pt x="1077906" y="133984"/>
                </a:cubicBezTo>
                <a:cubicBezTo>
                  <a:pt x="1077217" y="134260"/>
                  <a:pt x="1076307" y="134467"/>
                  <a:pt x="1075177" y="134605"/>
                </a:cubicBezTo>
                <a:cubicBezTo>
                  <a:pt x="1074047" y="134742"/>
                  <a:pt x="1072627" y="134811"/>
                  <a:pt x="1070918" y="134811"/>
                </a:cubicBezTo>
                <a:cubicBezTo>
                  <a:pt x="1069098" y="134811"/>
                  <a:pt x="1067623" y="134742"/>
                  <a:pt x="1066493" y="134605"/>
                </a:cubicBezTo>
                <a:cubicBezTo>
                  <a:pt x="1065362" y="134467"/>
                  <a:pt x="1064466" y="134260"/>
                  <a:pt x="1063805" y="133984"/>
                </a:cubicBezTo>
                <a:cubicBezTo>
                  <a:pt x="1063143" y="133709"/>
                  <a:pt x="1062674" y="133364"/>
                  <a:pt x="1062399" y="132950"/>
                </a:cubicBezTo>
                <a:cubicBezTo>
                  <a:pt x="1062123" y="132537"/>
                  <a:pt x="1061985" y="132054"/>
                  <a:pt x="1061985" y="131503"/>
                </a:cubicBezTo>
                <a:lnTo>
                  <a:pt x="1061985" y="122984"/>
                </a:lnTo>
                <a:cubicBezTo>
                  <a:pt x="1057905" y="127423"/>
                  <a:pt x="1053756" y="130752"/>
                  <a:pt x="1049538" y="132971"/>
                </a:cubicBezTo>
                <a:cubicBezTo>
                  <a:pt x="1045320" y="135190"/>
                  <a:pt x="1040950" y="136300"/>
                  <a:pt x="1036429" y="136300"/>
                </a:cubicBezTo>
                <a:cubicBezTo>
                  <a:pt x="1031356" y="136300"/>
                  <a:pt x="1027097" y="135472"/>
                  <a:pt x="1023651" y="133816"/>
                </a:cubicBezTo>
                <a:cubicBezTo>
                  <a:pt x="1020205" y="132160"/>
                  <a:pt x="1017420" y="129898"/>
                  <a:pt x="1015298" y="127029"/>
                </a:cubicBezTo>
                <a:cubicBezTo>
                  <a:pt x="1013175" y="124159"/>
                  <a:pt x="1011658" y="120833"/>
                  <a:pt x="1010749" y="117053"/>
                </a:cubicBezTo>
                <a:cubicBezTo>
                  <a:pt x="1009839" y="113271"/>
                  <a:pt x="1009384" y="108565"/>
                  <a:pt x="1009384" y="102936"/>
                </a:cubicBezTo>
                <a:lnTo>
                  <a:pt x="1009384" y="57732"/>
                </a:lnTo>
                <a:cubicBezTo>
                  <a:pt x="1009384" y="57180"/>
                  <a:pt x="1009536" y="56698"/>
                  <a:pt x="1009839" y="56284"/>
                </a:cubicBezTo>
                <a:cubicBezTo>
                  <a:pt x="1010142" y="55869"/>
                  <a:pt x="1010694" y="55524"/>
                  <a:pt x="1011493" y="55248"/>
                </a:cubicBezTo>
                <a:cubicBezTo>
                  <a:pt x="1012293" y="54972"/>
                  <a:pt x="1013368" y="54765"/>
                  <a:pt x="1014719" y="54628"/>
                </a:cubicBezTo>
                <a:cubicBezTo>
                  <a:pt x="1016069" y="54490"/>
                  <a:pt x="1017737" y="54421"/>
                  <a:pt x="1019722" y="54421"/>
                </a:cubicBezTo>
                <a:cubicBezTo>
                  <a:pt x="1021762" y="54421"/>
                  <a:pt x="1023444" y="54490"/>
                  <a:pt x="1024767" y="54628"/>
                </a:cubicBezTo>
                <a:cubicBezTo>
                  <a:pt x="1026091" y="54765"/>
                  <a:pt x="1027152" y="54972"/>
                  <a:pt x="1027952" y="55248"/>
                </a:cubicBezTo>
                <a:cubicBezTo>
                  <a:pt x="1028751" y="55524"/>
                  <a:pt x="1029316" y="55868"/>
                  <a:pt x="1029647" y="56282"/>
                </a:cubicBezTo>
                <a:cubicBezTo>
                  <a:pt x="1029978" y="56695"/>
                  <a:pt x="1030143" y="57178"/>
                  <a:pt x="1030143" y="57729"/>
                </a:cubicBezTo>
                <a:lnTo>
                  <a:pt x="1030143" y="99413"/>
                </a:lnTo>
                <a:cubicBezTo>
                  <a:pt x="1030143" y="103273"/>
                  <a:pt x="1030391" y="106222"/>
                  <a:pt x="1030888" y="108263"/>
                </a:cubicBezTo>
                <a:cubicBezTo>
                  <a:pt x="1031384" y="110303"/>
                  <a:pt x="1032142" y="112053"/>
                  <a:pt x="1033162" y="113514"/>
                </a:cubicBezTo>
                <a:cubicBezTo>
                  <a:pt x="1034182" y="114976"/>
                  <a:pt x="1035478" y="116106"/>
                  <a:pt x="1037049" y="116905"/>
                </a:cubicBezTo>
                <a:cubicBezTo>
                  <a:pt x="1038621" y="117705"/>
                  <a:pt x="1040454" y="118105"/>
                  <a:pt x="1042549" y="118105"/>
                </a:cubicBezTo>
                <a:cubicBezTo>
                  <a:pt x="1045196" y="118105"/>
                  <a:pt x="1047856" y="117140"/>
                  <a:pt x="1050530" y="115210"/>
                </a:cubicBezTo>
                <a:cubicBezTo>
                  <a:pt x="1053205" y="113280"/>
                  <a:pt x="1056058" y="110468"/>
                  <a:pt x="1059091" y="106774"/>
                </a:cubicBezTo>
                <a:lnTo>
                  <a:pt x="1059091" y="57729"/>
                </a:lnTo>
                <a:cubicBezTo>
                  <a:pt x="1059091" y="57178"/>
                  <a:pt x="1059242" y="56695"/>
                  <a:pt x="1059545" y="56282"/>
                </a:cubicBezTo>
                <a:cubicBezTo>
                  <a:pt x="1059849" y="55868"/>
                  <a:pt x="1060400" y="55524"/>
                  <a:pt x="1061200" y="55248"/>
                </a:cubicBezTo>
                <a:cubicBezTo>
                  <a:pt x="1061999" y="54972"/>
                  <a:pt x="1063060" y="54765"/>
                  <a:pt x="1064384" y="54628"/>
                </a:cubicBezTo>
                <a:cubicBezTo>
                  <a:pt x="1065707" y="54490"/>
                  <a:pt x="1067389" y="54421"/>
                  <a:pt x="1069429" y="54421"/>
                </a:cubicBezTo>
                <a:cubicBezTo>
                  <a:pt x="1071469" y="54421"/>
                  <a:pt x="1073151" y="54490"/>
                  <a:pt x="1074474" y="54628"/>
                </a:cubicBezTo>
                <a:cubicBezTo>
                  <a:pt x="1075797" y="54765"/>
                  <a:pt x="1076845" y="54972"/>
                  <a:pt x="1077617" y="55248"/>
                </a:cubicBezTo>
                <a:cubicBezTo>
                  <a:pt x="1078389" y="55524"/>
                  <a:pt x="1078940" y="55868"/>
                  <a:pt x="1079271" y="56282"/>
                </a:cubicBezTo>
                <a:cubicBezTo>
                  <a:pt x="1079602" y="56695"/>
                  <a:pt x="1079767" y="57178"/>
                  <a:pt x="1079767" y="57729"/>
                </a:cubicBezTo>
                <a:lnTo>
                  <a:pt x="1079767" y="131503"/>
                </a:lnTo>
                <a:close/>
                <a:moveTo>
                  <a:pt x="1143493" y="124168"/>
                </a:moveTo>
                <a:cubicBezTo>
                  <a:pt x="1143493" y="126606"/>
                  <a:pt x="1143342" y="128477"/>
                  <a:pt x="1143038" y="129779"/>
                </a:cubicBezTo>
                <a:cubicBezTo>
                  <a:pt x="1142735" y="131080"/>
                  <a:pt x="1142335" y="131994"/>
                  <a:pt x="1141839" y="132521"/>
                </a:cubicBezTo>
                <a:cubicBezTo>
                  <a:pt x="1141343" y="133047"/>
                  <a:pt x="1140612" y="133517"/>
                  <a:pt x="1139647" y="133933"/>
                </a:cubicBezTo>
                <a:cubicBezTo>
                  <a:pt x="1138682" y="134348"/>
                  <a:pt x="1137552" y="134708"/>
                  <a:pt x="1136256" y="135013"/>
                </a:cubicBezTo>
                <a:cubicBezTo>
                  <a:pt x="1134961" y="135318"/>
                  <a:pt x="1133555" y="135553"/>
                  <a:pt x="1132038" y="135718"/>
                </a:cubicBezTo>
                <a:cubicBezTo>
                  <a:pt x="1130522" y="135886"/>
                  <a:pt x="1128992" y="135969"/>
                  <a:pt x="1127448" y="135969"/>
                </a:cubicBezTo>
                <a:cubicBezTo>
                  <a:pt x="1123313" y="135969"/>
                  <a:pt x="1119729" y="135445"/>
                  <a:pt x="1116696" y="134398"/>
                </a:cubicBezTo>
                <a:cubicBezTo>
                  <a:pt x="1113664" y="133350"/>
                  <a:pt x="1111155" y="131737"/>
                  <a:pt x="1109170" y="129559"/>
                </a:cubicBezTo>
                <a:cubicBezTo>
                  <a:pt x="1107185" y="127382"/>
                  <a:pt x="1105724" y="124638"/>
                  <a:pt x="1104787" y="121330"/>
                </a:cubicBezTo>
                <a:cubicBezTo>
                  <a:pt x="1103849" y="118022"/>
                  <a:pt x="1103381" y="114107"/>
                  <a:pt x="1103381" y="109586"/>
                </a:cubicBezTo>
                <a:lnTo>
                  <a:pt x="1103381" y="71789"/>
                </a:lnTo>
                <a:lnTo>
                  <a:pt x="1094531" y="71789"/>
                </a:lnTo>
                <a:cubicBezTo>
                  <a:pt x="1093483" y="71789"/>
                  <a:pt x="1092684" y="71141"/>
                  <a:pt x="1092133" y="69845"/>
                </a:cubicBezTo>
                <a:cubicBezTo>
                  <a:pt x="1091581" y="68550"/>
                  <a:pt x="1091306" y="66386"/>
                  <a:pt x="1091306" y="63353"/>
                </a:cubicBezTo>
                <a:cubicBezTo>
                  <a:pt x="1091306" y="61754"/>
                  <a:pt x="1091374" y="60403"/>
                  <a:pt x="1091512" y="59300"/>
                </a:cubicBezTo>
                <a:cubicBezTo>
                  <a:pt x="1091650" y="58198"/>
                  <a:pt x="1091857" y="57329"/>
                  <a:pt x="1092133" y="56695"/>
                </a:cubicBezTo>
                <a:cubicBezTo>
                  <a:pt x="1092408" y="56061"/>
                  <a:pt x="1092753" y="55606"/>
                  <a:pt x="1093166" y="55331"/>
                </a:cubicBezTo>
                <a:cubicBezTo>
                  <a:pt x="1093580" y="55055"/>
                  <a:pt x="1094062" y="54917"/>
                  <a:pt x="1094614" y="54917"/>
                </a:cubicBezTo>
                <a:lnTo>
                  <a:pt x="1103381" y="54917"/>
                </a:lnTo>
                <a:lnTo>
                  <a:pt x="1103381" y="38391"/>
                </a:lnTo>
                <a:cubicBezTo>
                  <a:pt x="1103381" y="37836"/>
                  <a:pt x="1103532" y="37338"/>
                  <a:pt x="1103836" y="36895"/>
                </a:cubicBezTo>
                <a:cubicBezTo>
                  <a:pt x="1104139" y="36452"/>
                  <a:pt x="1104690" y="36079"/>
                  <a:pt x="1105490" y="35776"/>
                </a:cubicBezTo>
                <a:cubicBezTo>
                  <a:pt x="1106289" y="35471"/>
                  <a:pt x="1107364" y="35249"/>
                  <a:pt x="1108715" y="35111"/>
                </a:cubicBezTo>
                <a:cubicBezTo>
                  <a:pt x="1110066" y="34972"/>
                  <a:pt x="1111734" y="34902"/>
                  <a:pt x="1113719" y="34902"/>
                </a:cubicBezTo>
                <a:cubicBezTo>
                  <a:pt x="1115759" y="34902"/>
                  <a:pt x="1117455" y="34972"/>
                  <a:pt x="1118805" y="35111"/>
                </a:cubicBezTo>
                <a:cubicBezTo>
                  <a:pt x="1120156" y="35249"/>
                  <a:pt x="1121218" y="35471"/>
                  <a:pt x="1121990" y="35776"/>
                </a:cubicBezTo>
                <a:cubicBezTo>
                  <a:pt x="1122762" y="36079"/>
                  <a:pt x="1123313" y="36452"/>
                  <a:pt x="1123644" y="36895"/>
                </a:cubicBezTo>
                <a:cubicBezTo>
                  <a:pt x="1123975" y="37338"/>
                  <a:pt x="1124140" y="37836"/>
                  <a:pt x="1124140" y="38391"/>
                </a:cubicBezTo>
                <a:lnTo>
                  <a:pt x="1124140" y="54917"/>
                </a:lnTo>
                <a:lnTo>
                  <a:pt x="1140185" y="54917"/>
                </a:lnTo>
                <a:cubicBezTo>
                  <a:pt x="1140736" y="54917"/>
                  <a:pt x="1141219" y="55055"/>
                  <a:pt x="1141632" y="55331"/>
                </a:cubicBezTo>
                <a:cubicBezTo>
                  <a:pt x="1142046" y="55606"/>
                  <a:pt x="1142390" y="56061"/>
                  <a:pt x="1142666" y="56695"/>
                </a:cubicBezTo>
                <a:cubicBezTo>
                  <a:pt x="1142942" y="57329"/>
                  <a:pt x="1143149" y="58198"/>
                  <a:pt x="1143286" y="59300"/>
                </a:cubicBezTo>
                <a:cubicBezTo>
                  <a:pt x="1143424" y="60403"/>
                  <a:pt x="1143493" y="61754"/>
                  <a:pt x="1143493" y="63353"/>
                </a:cubicBezTo>
                <a:cubicBezTo>
                  <a:pt x="1143493" y="66386"/>
                  <a:pt x="1143218" y="68550"/>
                  <a:pt x="1142666" y="69845"/>
                </a:cubicBezTo>
                <a:cubicBezTo>
                  <a:pt x="1142115" y="71141"/>
                  <a:pt x="1141315" y="71789"/>
                  <a:pt x="1140268" y="71789"/>
                </a:cubicBezTo>
                <a:lnTo>
                  <a:pt x="1124140" y="71789"/>
                </a:lnTo>
                <a:lnTo>
                  <a:pt x="1124140" y="106381"/>
                </a:lnTo>
                <a:cubicBezTo>
                  <a:pt x="1124140" y="110399"/>
                  <a:pt x="1124774" y="113413"/>
                  <a:pt x="1126042" y="115422"/>
                </a:cubicBezTo>
                <a:cubicBezTo>
                  <a:pt x="1127310" y="117431"/>
                  <a:pt x="1129571" y="118435"/>
                  <a:pt x="1132824" y="118435"/>
                </a:cubicBezTo>
                <a:cubicBezTo>
                  <a:pt x="1133927" y="118435"/>
                  <a:pt x="1134919" y="118339"/>
                  <a:pt x="1135802" y="118146"/>
                </a:cubicBezTo>
                <a:cubicBezTo>
                  <a:pt x="1136684" y="117953"/>
                  <a:pt x="1137469" y="117732"/>
                  <a:pt x="1138159" y="117484"/>
                </a:cubicBezTo>
                <a:cubicBezTo>
                  <a:pt x="1138848" y="117236"/>
                  <a:pt x="1139427" y="117016"/>
                  <a:pt x="1139896" y="116823"/>
                </a:cubicBezTo>
                <a:cubicBezTo>
                  <a:pt x="1140364" y="116630"/>
                  <a:pt x="1140791" y="116533"/>
                  <a:pt x="1141177" y="116533"/>
                </a:cubicBezTo>
                <a:cubicBezTo>
                  <a:pt x="1141508" y="116533"/>
                  <a:pt x="1141825" y="116630"/>
                  <a:pt x="1142129" y="116823"/>
                </a:cubicBezTo>
                <a:cubicBezTo>
                  <a:pt x="1142432" y="117016"/>
                  <a:pt x="1142666" y="117402"/>
                  <a:pt x="1142832" y="117983"/>
                </a:cubicBezTo>
                <a:cubicBezTo>
                  <a:pt x="1142997" y="118562"/>
                  <a:pt x="1143149" y="119350"/>
                  <a:pt x="1143286" y="120348"/>
                </a:cubicBezTo>
                <a:cubicBezTo>
                  <a:pt x="1143424" y="121344"/>
                  <a:pt x="1143493" y="122617"/>
                  <a:pt x="1143493" y="124168"/>
                </a:cubicBezTo>
                <a:close/>
                <a:moveTo>
                  <a:pt x="1179188" y="131503"/>
                </a:moveTo>
                <a:cubicBezTo>
                  <a:pt x="1179188" y="132054"/>
                  <a:pt x="1179022" y="132537"/>
                  <a:pt x="1178692" y="132950"/>
                </a:cubicBezTo>
                <a:cubicBezTo>
                  <a:pt x="1178361" y="133364"/>
                  <a:pt x="1177796" y="133709"/>
                  <a:pt x="1176996" y="133984"/>
                </a:cubicBezTo>
                <a:cubicBezTo>
                  <a:pt x="1176197" y="134260"/>
                  <a:pt x="1175135" y="134467"/>
                  <a:pt x="1173812" y="134605"/>
                </a:cubicBezTo>
                <a:cubicBezTo>
                  <a:pt x="1172489" y="134742"/>
                  <a:pt x="1170807" y="134811"/>
                  <a:pt x="1168767" y="134811"/>
                </a:cubicBezTo>
                <a:cubicBezTo>
                  <a:pt x="1166727" y="134811"/>
                  <a:pt x="1165045" y="134742"/>
                  <a:pt x="1163722" y="134605"/>
                </a:cubicBezTo>
                <a:cubicBezTo>
                  <a:pt x="1162398" y="134467"/>
                  <a:pt x="1161337" y="134260"/>
                  <a:pt x="1160538" y="133984"/>
                </a:cubicBezTo>
                <a:cubicBezTo>
                  <a:pt x="1159738" y="133709"/>
                  <a:pt x="1159173" y="133364"/>
                  <a:pt x="1158842" y="132950"/>
                </a:cubicBezTo>
                <a:cubicBezTo>
                  <a:pt x="1158511" y="132537"/>
                  <a:pt x="1158346" y="132054"/>
                  <a:pt x="1158346" y="131503"/>
                </a:cubicBezTo>
                <a:lnTo>
                  <a:pt x="1158346" y="57894"/>
                </a:lnTo>
                <a:cubicBezTo>
                  <a:pt x="1158346" y="57343"/>
                  <a:pt x="1158511" y="56861"/>
                  <a:pt x="1158842" y="56447"/>
                </a:cubicBezTo>
                <a:cubicBezTo>
                  <a:pt x="1159173" y="56034"/>
                  <a:pt x="1159738" y="55675"/>
                  <a:pt x="1160538" y="55372"/>
                </a:cubicBezTo>
                <a:cubicBezTo>
                  <a:pt x="1161337" y="55069"/>
                  <a:pt x="1162398" y="54834"/>
                  <a:pt x="1163722" y="54669"/>
                </a:cubicBezTo>
                <a:cubicBezTo>
                  <a:pt x="1165045" y="54503"/>
                  <a:pt x="1166727" y="54421"/>
                  <a:pt x="1168767" y="54421"/>
                </a:cubicBezTo>
                <a:cubicBezTo>
                  <a:pt x="1170807" y="54421"/>
                  <a:pt x="1172489" y="54503"/>
                  <a:pt x="1173812" y="54669"/>
                </a:cubicBezTo>
                <a:cubicBezTo>
                  <a:pt x="1175135" y="54834"/>
                  <a:pt x="1176197" y="55069"/>
                  <a:pt x="1176996" y="55372"/>
                </a:cubicBezTo>
                <a:cubicBezTo>
                  <a:pt x="1177796" y="55675"/>
                  <a:pt x="1178361" y="56034"/>
                  <a:pt x="1178692" y="56447"/>
                </a:cubicBezTo>
                <a:cubicBezTo>
                  <a:pt x="1179022" y="56861"/>
                  <a:pt x="1179188" y="57343"/>
                  <a:pt x="1179188" y="57894"/>
                </a:cubicBezTo>
                <a:lnTo>
                  <a:pt x="1179188" y="131503"/>
                </a:lnTo>
                <a:moveTo>
                  <a:pt x="1180759" y="32752"/>
                </a:moveTo>
                <a:cubicBezTo>
                  <a:pt x="1180759" y="36942"/>
                  <a:pt x="1179905" y="39837"/>
                  <a:pt x="1178195" y="41436"/>
                </a:cubicBezTo>
                <a:cubicBezTo>
                  <a:pt x="1176486" y="43035"/>
                  <a:pt x="1173316" y="43834"/>
                  <a:pt x="1168684" y="43834"/>
                </a:cubicBezTo>
                <a:cubicBezTo>
                  <a:pt x="1163997" y="43834"/>
                  <a:pt x="1160841" y="43062"/>
                  <a:pt x="1159214" y="41519"/>
                </a:cubicBezTo>
                <a:cubicBezTo>
                  <a:pt x="1157588" y="39975"/>
                  <a:pt x="1156774" y="37190"/>
                  <a:pt x="1156774" y="33165"/>
                </a:cubicBezTo>
                <a:cubicBezTo>
                  <a:pt x="1156774" y="28975"/>
                  <a:pt x="1157615" y="26066"/>
                  <a:pt x="1159297" y="24440"/>
                </a:cubicBezTo>
                <a:cubicBezTo>
                  <a:pt x="1160979" y="22813"/>
                  <a:pt x="1164163" y="22000"/>
                  <a:pt x="1168850" y="22000"/>
                </a:cubicBezTo>
                <a:cubicBezTo>
                  <a:pt x="1173481" y="22000"/>
                  <a:pt x="1176624" y="22786"/>
                  <a:pt x="1178278" y="24357"/>
                </a:cubicBezTo>
                <a:cubicBezTo>
                  <a:pt x="1179932" y="25928"/>
                  <a:pt x="1180759" y="28727"/>
                  <a:pt x="1180759" y="32752"/>
                </a:cubicBezTo>
                <a:close/>
                <a:moveTo>
                  <a:pt x="1273853" y="93869"/>
                </a:moveTo>
                <a:cubicBezTo>
                  <a:pt x="1273853" y="100169"/>
                  <a:pt x="1273026" y="105915"/>
                  <a:pt x="1271371" y="111108"/>
                </a:cubicBezTo>
                <a:cubicBezTo>
                  <a:pt x="1269717" y="116301"/>
                  <a:pt x="1267209" y="120776"/>
                  <a:pt x="1263845" y="124532"/>
                </a:cubicBezTo>
                <a:cubicBezTo>
                  <a:pt x="1260482" y="128289"/>
                  <a:pt x="1256264" y="131189"/>
                  <a:pt x="1251191" y="133235"/>
                </a:cubicBezTo>
                <a:cubicBezTo>
                  <a:pt x="1246118" y="135278"/>
                  <a:pt x="1240191" y="136300"/>
                  <a:pt x="1233409" y="136300"/>
                </a:cubicBezTo>
                <a:cubicBezTo>
                  <a:pt x="1226848" y="136300"/>
                  <a:pt x="1221141" y="135389"/>
                  <a:pt x="1216289" y="133566"/>
                </a:cubicBezTo>
                <a:cubicBezTo>
                  <a:pt x="1211437" y="131743"/>
                  <a:pt x="1207412" y="129091"/>
                  <a:pt x="1204214" y="125610"/>
                </a:cubicBezTo>
                <a:cubicBezTo>
                  <a:pt x="1201016" y="122130"/>
                  <a:pt x="1198645" y="117848"/>
                  <a:pt x="1197101" y="112765"/>
                </a:cubicBezTo>
                <a:cubicBezTo>
                  <a:pt x="1195557" y="107682"/>
                  <a:pt x="1194785" y="101881"/>
                  <a:pt x="1194785" y="95363"/>
                </a:cubicBezTo>
                <a:cubicBezTo>
                  <a:pt x="1194785" y="89064"/>
                  <a:pt x="1195626" y="83303"/>
                  <a:pt x="1197308" y="78083"/>
                </a:cubicBezTo>
                <a:cubicBezTo>
                  <a:pt x="1198990" y="72862"/>
                  <a:pt x="1201512" y="68387"/>
                  <a:pt x="1204876" y="64658"/>
                </a:cubicBezTo>
                <a:cubicBezTo>
                  <a:pt x="1208239" y="60930"/>
                  <a:pt x="1212443" y="58043"/>
                  <a:pt x="1217488" y="56000"/>
                </a:cubicBezTo>
                <a:cubicBezTo>
                  <a:pt x="1222533" y="53955"/>
                  <a:pt x="1228447" y="52932"/>
                  <a:pt x="1235229" y="52932"/>
                </a:cubicBezTo>
                <a:cubicBezTo>
                  <a:pt x="1241845" y="52932"/>
                  <a:pt x="1247580" y="53830"/>
                  <a:pt x="1252432" y="55625"/>
                </a:cubicBezTo>
                <a:cubicBezTo>
                  <a:pt x="1257284" y="57421"/>
                  <a:pt x="1261295" y="60059"/>
                  <a:pt x="1264466" y="63539"/>
                </a:cubicBezTo>
                <a:cubicBezTo>
                  <a:pt x="1267636" y="67020"/>
                  <a:pt x="1269993" y="71301"/>
                  <a:pt x="1271537" y="76384"/>
                </a:cubicBezTo>
                <a:cubicBezTo>
                  <a:pt x="1273081" y="81467"/>
                  <a:pt x="1273853" y="87296"/>
                  <a:pt x="1273853" y="93869"/>
                </a:cubicBezTo>
                <a:moveTo>
                  <a:pt x="1252432" y="94699"/>
                </a:moveTo>
                <a:cubicBezTo>
                  <a:pt x="1252432" y="91060"/>
                  <a:pt x="1252142" y="87710"/>
                  <a:pt x="1251563" y="84650"/>
                </a:cubicBezTo>
                <a:cubicBezTo>
                  <a:pt x="1250984" y="81590"/>
                  <a:pt x="1250006" y="78929"/>
                  <a:pt x="1248627" y="76669"/>
                </a:cubicBezTo>
                <a:cubicBezTo>
                  <a:pt x="1247249" y="74408"/>
                  <a:pt x="1245415" y="72644"/>
                  <a:pt x="1243127" y="71376"/>
                </a:cubicBezTo>
                <a:cubicBezTo>
                  <a:pt x="1240839" y="70107"/>
                  <a:pt x="1237958" y="69473"/>
                  <a:pt x="1234484" y="69473"/>
                </a:cubicBezTo>
                <a:cubicBezTo>
                  <a:pt x="1231397" y="69473"/>
                  <a:pt x="1228695" y="70038"/>
                  <a:pt x="1226379" y="71169"/>
                </a:cubicBezTo>
                <a:cubicBezTo>
                  <a:pt x="1224063" y="72299"/>
                  <a:pt x="1222161" y="73953"/>
                  <a:pt x="1220673" y="76131"/>
                </a:cubicBezTo>
                <a:cubicBezTo>
                  <a:pt x="1219184" y="78309"/>
                  <a:pt x="1218067" y="80928"/>
                  <a:pt x="1217323" y="83988"/>
                </a:cubicBezTo>
                <a:cubicBezTo>
                  <a:pt x="1216579" y="87048"/>
                  <a:pt x="1216206" y="90536"/>
                  <a:pt x="1216206" y="94451"/>
                </a:cubicBezTo>
                <a:cubicBezTo>
                  <a:pt x="1216206" y="98090"/>
                  <a:pt x="1216510" y="101439"/>
                  <a:pt x="1217116" y="104499"/>
                </a:cubicBezTo>
                <a:cubicBezTo>
                  <a:pt x="1217723" y="107560"/>
                  <a:pt x="1218701" y="110220"/>
                  <a:pt x="1220052" y="112481"/>
                </a:cubicBezTo>
                <a:cubicBezTo>
                  <a:pt x="1221403" y="114741"/>
                  <a:pt x="1223236" y="116492"/>
                  <a:pt x="1225552" y="117732"/>
                </a:cubicBezTo>
                <a:cubicBezTo>
                  <a:pt x="1227868" y="118973"/>
                  <a:pt x="1230735" y="119593"/>
                  <a:pt x="1234154" y="119593"/>
                </a:cubicBezTo>
                <a:cubicBezTo>
                  <a:pt x="1237296" y="119593"/>
                  <a:pt x="1240026" y="119028"/>
                  <a:pt x="1242342" y="117898"/>
                </a:cubicBezTo>
                <a:cubicBezTo>
                  <a:pt x="1244657" y="116768"/>
                  <a:pt x="1246560" y="115127"/>
                  <a:pt x="1248048" y="112977"/>
                </a:cubicBezTo>
                <a:cubicBezTo>
                  <a:pt x="1249537" y="110826"/>
                  <a:pt x="1250640" y="108221"/>
                  <a:pt x="1251357" y="105161"/>
                </a:cubicBezTo>
                <a:cubicBezTo>
                  <a:pt x="1252073" y="102101"/>
                  <a:pt x="1252432" y="98614"/>
                  <a:pt x="1252432" y="94699"/>
                </a:cubicBezTo>
                <a:close/>
                <a:moveTo>
                  <a:pt x="1359744" y="131500"/>
                </a:moveTo>
                <a:cubicBezTo>
                  <a:pt x="1359744" y="132052"/>
                  <a:pt x="1359579" y="132535"/>
                  <a:pt x="1359248" y="132950"/>
                </a:cubicBezTo>
                <a:cubicBezTo>
                  <a:pt x="1358917" y="133364"/>
                  <a:pt x="1358366" y="133709"/>
                  <a:pt x="1357594" y="133984"/>
                </a:cubicBezTo>
                <a:cubicBezTo>
                  <a:pt x="1356822" y="134260"/>
                  <a:pt x="1355761" y="134467"/>
                  <a:pt x="1354410" y="134605"/>
                </a:cubicBezTo>
                <a:cubicBezTo>
                  <a:pt x="1353059" y="134742"/>
                  <a:pt x="1351391" y="134811"/>
                  <a:pt x="1349406" y="134811"/>
                </a:cubicBezTo>
                <a:cubicBezTo>
                  <a:pt x="1347366" y="134811"/>
                  <a:pt x="1345670" y="134742"/>
                  <a:pt x="1344320" y="134605"/>
                </a:cubicBezTo>
                <a:cubicBezTo>
                  <a:pt x="1342969" y="134467"/>
                  <a:pt x="1341907" y="134260"/>
                  <a:pt x="1341135" y="133984"/>
                </a:cubicBezTo>
                <a:cubicBezTo>
                  <a:pt x="1340363" y="133709"/>
                  <a:pt x="1339812" y="133364"/>
                  <a:pt x="1339481" y="132950"/>
                </a:cubicBezTo>
                <a:cubicBezTo>
                  <a:pt x="1339150" y="132537"/>
                  <a:pt x="1338985" y="132054"/>
                  <a:pt x="1338985" y="131503"/>
                </a:cubicBezTo>
                <a:lnTo>
                  <a:pt x="1338985" y="89406"/>
                </a:lnTo>
                <a:cubicBezTo>
                  <a:pt x="1338985" y="85822"/>
                  <a:pt x="1338723" y="83010"/>
                  <a:pt x="1338199" y="80969"/>
                </a:cubicBezTo>
                <a:cubicBezTo>
                  <a:pt x="1337676" y="78929"/>
                  <a:pt x="1336917" y="77179"/>
                  <a:pt x="1335925" y="75718"/>
                </a:cubicBezTo>
                <a:cubicBezTo>
                  <a:pt x="1334932" y="74256"/>
                  <a:pt x="1333650" y="73126"/>
                  <a:pt x="1332079" y="72327"/>
                </a:cubicBezTo>
                <a:cubicBezTo>
                  <a:pt x="1330508" y="71527"/>
                  <a:pt x="1328674" y="71127"/>
                  <a:pt x="1326579" y="71127"/>
                </a:cubicBezTo>
                <a:cubicBezTo>
                  <a:pt x="1323932" y="71127"/>
                  <a:pt x="1321258" y="72092"/>
                  <a:pt x="1318557" y="74022"/>
                </a:cubicBezTo>
                <a:cubicBezTo>
                  <a:pt x="1315855" y="75952"/>
                  <a:pt x="1313043" y="78764"/>
                  <a:pt x="1310121" y="82458"/>
                </a:cubicBezTo>
                <a:lnTo>
                  <a:pt x="1310121" y="131503"/>
                </a:lnTo>
                <a:cubicBezTo>
                  <a:pt x="1310121" y="132054"/>
                  <a:pt x="1309955" y="132537"/>
                  <a:pt x="1309624" y="132950"/>
                </a:cubicBezTo>
                <a:cubicBezTo>
                  <a:pt x="1309293" y="133364"/>
                  <a:pt x="1308728" y="133709"/>
                  <a:pt x="1307929" y="133984"/>
                </a:cubicBezTo>
                <a:cubicBezTo>
                  <a:pt x="1307129" y="134260"/>
                  <a:pt x="1306068" y="134467"/>
                  <a:pt x="1304745" y="134605"/>
                </a:cubicBezTo>
                <a:cubicBezTo>
                  <a:pt x="1303421" y="134742"/>
                  <a:pt x="1301740" y="134811"/>
                  <a:pt x="1299700" y="134811"/>
                </a:cubicBezTo>
                <a:cubicBezTo>
                  <a:pt x="1297659" y="134811"/>
                  <a:pt x="1295978" y="134742"/>
                  <a:pt x="1294654" y="134605"/>
                </a:cubicBezTo>
                <a:cubicBezTo>
                  <a:pt x="1293331" y="134467"/>
                  <a:pt x="1292270" y="134260"/>
                  <a:pt x="1291470" y="133984"/>
                </a:cubicBezTo>
                <a:cubicBezTo>
                  <a:pt x="1290671" y="133709"/>
                  <a:pt x="1290106" y="133364"/>
                  <a:pt x="1289775" y="132950"/>
                </a:cubicBezTo>
                <a:cubicBezTo>
                  <a:pt x="1289444" y="132537"/>
                  <a:pt x="1289279" y="132054"/>
                  <a:pt x="1289279" y="131503"/>
                </a:cubicBezTo>
                <a:lnTo>
                  <a:pt x="1289279" y="57729"/>
                </a:lnTo>
                <a:cubicBezTo>
                  <a:pt x="1289279" y="57178"/>
                  <a:pt x="1289416" y="56695"/>
                  <a:pt x="1289692" y="56282"/>
                </a:cubicBezTo>
                <a:cubicBezTo>
                  <a:pt x="1289968" y="55868"/>
                  <a:pt x="1290464" y="55524"/>
                  <a:pt x="1291181" y="55248"/>
                </a:cubicBezTo>
                <a:cubicBezTo>
                  <a:pt x="1291898" y="54972"/>
                  <a:pt x="1292821" y="54765"/>
                  <a:pt x="1293951" y="54628"/>
                </a:cubicBezTo>
                <a:cubicBezTo>
                  <a:pt x="1295082" y="54490"/>
                  <a:pt x="1296502" y="54421"/>
                  <a:pt x="1298211" y="54421"/>
                </a:cubicBezTo>
                <a:cubicBezTo>
                  <a:pt x="1299975" y="54421"/>
                  <a:pt x="1301436" y="54490"/>
                  <a:pt x="1302594" y="54628"/>
                </a:cubicBezTo>
                <a:cubicBezTo>
                  <a:pt x="1303752" y="54765"/>
                  <a:pt x="1304648" y="54972"/>
                  <a:pt x="1305282" y="55248"/>
                </a:cubicBezTo>
                <a:cubicBezTo>
                  <a:pt x="1305916" y="55524"/>
                  <a:pt x="1306371" y="55868"/>
                  <a:pt x="1306647" y="56282"/>
                </a:cubicBezTo>
                <a:cubicBezTo>
                  <a:pt x="1306923" y="56695"/>
                  <a:pt x="1307060" y="57178"/>
                  <a:pt x="1307060" y="57729"/>
                </a:cubicBezTo>
                <a:lnTo>
                  <a:pt x="1307060" y="66248"/>
                </a:lnTo>
                <a:cubicBezTo>
                  <a:pt x="1311141" y="61809"/>
                  <a:pt x="1315290" y="58480"/>
                  <a:pt x="1319508" y="56261"/>
                </a:cubicBezTo>
                <a:cubicBezTo>
                  <a:pt x="1323726" y="54042"/>
                  <a:pt x="1328123" y="52932"/>
                  <a:pt x="1332699" y="52932"/>
                </a:cubicBezTo>
                <a:cubicBezTo>
                  <a:pt x="1337717" y="52932"/>
                  <a:pt x="1341949" y="53760"/>
                  <a:pt x="1345395" y="55416"/>
                </a:cubicBezTo>
                <a:cubicBezTo>
                  <a:pt x="1348841" y="57072"/>
                  <a:pt x="1351625" y="59321"/>
                  <a:pt x="1353748" y="62164"/>
                </a:cubicBezTo>
                <a:cubicBezTo>
                  <a:pt x="1355871" y="65005"/>
                  <a:pt x="1357401" y="68331"/>
                  <a:pt x="1358338" y="72141"/>
                </a:cubicBezTo>
                <a:cubicBezTo>
                  <a:pt x="1359276" y="75949"/>
                  <a:pt x="1359744" y="80529"/>
                  <a:pt x="1359744" y="85883"/>
                </a:cubicBezTo>
                <a:lnTo>
                  <a:pt x="1359744" y="131500"/>
                </a:lnTo>
                <a:close/>
                <a:moveTo>
                  <a:pt x="1448276" y="20266"/>
                </a:moveTo>
                <a:cubicBezTo>
                  <a:pt x="1443037" y="31362"/>
                  <a:pt x="1439136" y="42748"/>
                  <a:pt x="1436573" y="54423"/>
                </a:cubicBezTo>
                <a:cubicBezTo>
                  <a:pt x="1434009" y="66097"/>
                  <a:pt x="1432727" y="77840"/>
                  <a:pt x="1432727" y="89654"/>
                </a:cubicBezTo>
                <a:cubicBezTo>
                  <a:pt x="1432727" y="101522"/>
                  <a:pt x="1434036" y="113280"/>
                  <a:pt x="1436655" y="124928"/>
                </a:cubicBezTo>
                <a:cubicBezTo>
                  <a:pt x="1439274" y="136574"/>
                  <a:pt x="1443093" y="148000"/>
                  <a:pt x="1448110" y="159204"/>
                </a:cubicBezTo>
                <a:cubicBezTo>
                  <a:pt x="1448386" y="159868"/>
                  <a:pt x="1448537" y="160434"/>
                  <a:pt x="1448565" y="160903"/>
                </a:cubicBezTo>
                <a:cubicBezTo>
                  <a:pt x="1448593" y="161371"/>
                  <a:pt x="1448413" y="161757"/>
                  <a:pt x="1448027" y="162060"/>
                </a:cubicBezTo>
                <a:cubicBezTo>
                  <a:pt x="1447641" y="162365"/>
                  <a:pt x="1447049" y="162587"/>
                  <a:pt x="1446249" y="162725"/>
                </a:cubicBezTo>
                <a:cubicBezTo>
                  <a:pt x="1445450" y="162863"/>
                  <a:pt x="1444361" y="162931"/>
                  <a:pt x="1442982" y="162931"/>
                </a:cubicBezTo>
                <a:cubicBezTo>
                  <a:pt x="1441990" y="162931"/>
                  <a:pt x="1441135" y="162904"/>
                  <a:pt x="1440418" y="162849"/>
                </a:cubicBezTo>
                <a:cubicBezTo>
                  <a:pt x="1439702" y="162794"/>
                  <a:pt x="1439081" y="162683"/>
                  <a:pt x="1438558" y="162518"/>
                </a:cubicBezTo>
                <a:cubicBezTo>
                  <a:pt x="1438034" y="162353"/>
                  <a:pt x="1437606" y="162159"/>
                  <a:pt x="1437276" y="161936"/>
                </a:cubicBezTo>
                <a:cubicBezTo>
                  <a:pt x="1436945" y="161716"/>
                  <a:pt x="1436697" y="161468"/>
                  <a:pt x="1436531" y="161192"/>
                </a:cubicBezTo>
                <a:cubicBezTo>
                  <a:pt x="1433554" y="155563"/>
                  <a:pt x="1430935" y="149864"/>
                  <a:pt x="1428674" y="144095"/>
                </a:cubicBezTo>
                <a:cubicBezTo>
                  <a:pt x="1426413" y="138326"/>
                  <a:pt x="1424511" y="132461"/>
                  <a:pt x="1422967" y="126499"/>
                </a:cubicBezTo>
                <a:cubicBezTo>
                  <a:pt x="1421424" y="120538"/>
                  <a:pt x="1420266" y="114507"/>
                  <a:pt x="1419494" y="108407"/>
                </a:cubicBezTo>
                <a:cubicBezTo>
                  <a:pt x="1418722" y="102308"/>
                  <a:pt x="1418336" y="96139"/>
                  <a:pt x="1418336" y="89902"/>
                </a:cubicBezTo>
                <a:cubicBezTo>
                  <a:pt x="1418336" y="83664"/>
                  <a:pt x="1418763" y="77510"/>
                  <a:pt x="1419618" y="71438"/>
                </a:cubicBezTo>
                <a:cubicBezTo>
                  <a:pt x="1420472" y="65366"/>
                  <a:pt x="1421685" y="59335"/>
                  <a:pt x="1423257" y="53346"/>
                </a:cubicBezTo>
                <a:cubicBezTo>
                  <a:pt x="1424828" y="47356"/>
                  <a:pt x="1426744" y="41463"/>
                  <a:pt x="1429005" y="35667"/>
                </a:cubicBezTo>
                <a:cubicBezTo>
                  <a:pt x="1431266" y="29871"/>
                  <a:pt x="1433802" y="24130"/>
                  <a:pt x="1436614" y="18446"/>
                </a:cubicBezTo>
                <a:cubicBezTo>
                  <a:pt x="1436669" y="18226"/>
                  <a:pt x="1436821" y="18033"/>
                  <a:pt x="1437069" y="17867"/>
                </a:cubicBezTo>
                <a:cubicBezTo>
                  <a:pt x="1437317" y="17700"/>
                  <a:pt x="1437662" y="17534"/>
                  <a:pt x="1438103" y="17368"/>
                </a:cubicBezTo>
                <a:cubicBezTo>
                  <a:pt x="1438544" y="17203"/>
                  <a:pt x="1439150" y="17079"/>
                  <a:pt x="1439922" y="16996"/>
                </a:cubicBezTo>
                <a:cubicBezTo>
                  <a:pt x="1440694" y="16913"/>
                  <a:pt x="1441687" y="16872"/>
                  <a:pt x="1442900" y="16872"/>
                </a:cubicBezTo>
                <a:cubicBezTo>
                  <a:pt x="1444168" y="16872"/>
                  <a:pt x="1445188" y="16955"/>
                  <a:pt x="1445960" y="17120"/>
                </a:cubicBezTo>
                <a:cubicBezTo>
                  <a:pt x="1446732" y="17286"/>
                  <a:pt x="1447338" y="17507"/>
                  <a:pt x="1447779" y="17784"/>
                </a:cubicBezTo>
                <a:cubicBezTo>
                  <a:pt x="1448220" y="18060"/>
                  <a:pt x="1448468" y="18419"/>
                  <a:pt x="1448524" y="18860"/>
                </a:cubicBezTo>
                <a:cubicBezTo>
                  <a:pt x="1448579" y="19301"/>
                  <a:pt x="1448496" y="19769"/>
                  <a:pt x="1448276" y="20266"/>
                </a:cubicBezTo>
                <a:close/>
                <a:moveTo>
                  <a:pt x="1532551" y="132165"/>
                </a:moveTo>
                <a:cubicBezTo>
                  <a:pt x="1532551" y="132606"/>
                  <a:pt x="1532441" y="132992"/>
                  <a:pt x="1532221" y="133323"/>
                </a:cubicBezTo>
                <a:cubicBezTo>
                  <a:pt x="1532000" y="133653"/>
                  <a:pt x="1531628" y="133929"/>
                  <a:pt x="1531104" y="134150"/>
                </a:cubicBezTo>
                <a:cubicBezTo>
                  <a:pt x="1530580" y="134370"/>
                  <a:pt x="1529850" y="134536"/>
                  <a:pt x="1528912" y="134646"/>
                </a:cubicBezTo>
                <a:cubicBezTo>
                  <a:pt x="1527975" y="134756"/>
                  <a:pt x="1526790" y="134811"/>
                  <a:pt x="1525356" y="134811"/>
                </a:cubicBezTo>
                <a:cubicBezTo>
                  <a:pt x="1523867" y="134811"/>
                  <a:pt x="1522641" y="134770"/>
                  <a:pt x="1521676" y="134687"/>
                </a:cubicBezTo>
                <a:cubicBezTo>
                  <a:pt x="1520711" y="134605"/>
                  <a:pt x="1519897" y="134467"/>
                  <a:pt x="1519236" y="134274"/>
                </a:cubicBezTo>
                <a:cubicBezTo>
                  <a:pt x="1518574" y="134081"/>
                  <a:pt x="1518037" y="133805"/>
                  <a:pt x="1517623" y="133447"/>
                </a:cubicBezTo>
                <a:cubicBezTo>
                  <a:pt x="1517209" y="133088"/>
                  <a:pt x="1516837" y="132661"/>
                  <a:pt x="1516506" y="132165"/>
                </a:cubicBezTo>
                <a:lnTo>
                  <a:pt x="1485078" y="90977"/>
                </a:lnTo>
                <a:lnTo>
                  <a:pt x="1485078" y="132247"/>
                </a:lnTo>
                <a:cubicBezTo>
                  <a:pt x="1485078" y="132689"/>
                  <a:pt x="1484968" y="133061"/>
                  <a:pt x="1484747" y="133364"/>
                </a:cubicBezTo>
                <a:cubicBezTo>
                  <a:pt x="1484527" y="133667"/>
                  <a:pt x="1484168" y="133929"/>
                  <a:pt x="1483672" y="134150"/>
                </a:cubicBezTo>
                <a:cubicBezTo>
                  <a:pt x="1483176" y="134370"/>
                  <a:pt x="1482487" y="134536"/>
                  <a:pt x="1481604" y="134646"/>
                </a:cubicBezTo>
                <a:cubicBezTo>
                  <a:pt x="1480722" y="134756"/>
                  <a:pt x="1479592" y="134811"/>
                  <a:pt x="1478213" y="134811"/>
                </a:cubicBezTo>
                <a:cubicBezTo>
                  <a:pt x="1476890" y="134811"/>
                  <a:pt x="1475787" y="134756"/>
                  <a:pt x="1474905" y="134646"/>
                </a:cubicBezTo>
                <a:cubicBezTo>
                  <a:pt x="1474023" y="134536"/>
                  <a:pt x="1473320" y="134370"/>
                  <a:pt x="1472796" y="134150"/>
                </a:cubicBezTo>
                <a:cubicBezTo>
                  <a:pt x="1472272" y="133929"/>
                  <a:pt x="1471914" y="133667"/>
                  <a:pt x="1471721" y="133364"/>
                </a:cubicBezTo>
                <a:cubicBezTo>
                  <a:pt x="1471528" y="133059"/>
                  <a:pt x="1471432" y="132686"/>
                  <a:pt x="1471432" y="132245"/>
                </a:cubicBezTo>
                <a:lnTo>
                  <a:pt x="1471432" y="21672"/>
                </a:lnTo>
                <a:cubicBezTo>
                  <a:pt x="1471432" y="21231"/>
                  <a:pt x="1471528" y="20845"/>
                  <a:pt x="1471721" y="20514"/>
                </a:cubicBezTo>
                <a:cubicBezTo>
                  <a:pt x="1471914" y="20181"/>
                  <a:pt x="1472272" y="19905"/>
                  <a:pt x="1472796" y="19684"/>
                </a:cubicBezTo>
                <a:cubicBezTo>
                  <a:pt x="1473320" y="19464"/>
                  <a:pt x="1474023" y="19298"/>
                  <a:pt x="1474905" y="19188"/>
                </a:cubicBezTo>
                <a:cubicBezTo>
                  <a:pt x="1475787" y="19078"/>
                  <a:pt x="1476890" y="19022"/>
                  <a:pt x="1478213" y="19022"/>
                </a:cubicBezTo>
                <a:cubicBezTo>
                  <a:pt x="1479592" y="19022"/>
                  <a:pt x="1480722" y="19078"/>
                  <a:pt x="1481604" y="19188"/>
                </a:cubicBezTo>
                <a:cubicBezTo>
                  <a:pt x="1482487" y="19298"/>
                  <a:pt x="1483176" y="19464"/>
                  <a:pt x="1483672" y="19684"/>
                </a:cubicBezTo>
                <a:cubicBezTo>
                  <a:pt x="1484168" y="19905"/>
                  <a:pt x="1484527" y="20181"/>
                  <a:pt x="1484747" y="20514"/>
                </a:cubicBezTo>
                <a:cubicBezTo>
                  <a:pt x="1484968" y="20845"/>
                  <a:pt x="1485078" y="21231"/>
                  <a:pt x="1485078" y="21672"/>
                </a:cubicBezTo>
                <a:lnTo>
                  <a:pt x="1485078" y="89075"/>
                </a:lnTo>
                <a:lnTo>
                  <a:pt x="1513198" y="58143"/>
                </a:lnTo>
                <a:cubicBezTo>
                  <a:pt x="1513639" y="57591"/>
                  <a:pt x="1514108" y="57136"/>
                  <a:pt x="1514604" y="56778"/>
                </a:cubicBezTo>
                <a:cubicBezTo>
                  <a:pt x="1515100" y="56419"/>
                  <a:pt x="1515693" y="56116"/>
                  <a:pt x="1516382" y="55868"/>
                </a:cubicBezTo>
                <a:cubicBezTo>
                  <a:pt x="1517072" y="55620"/>
                  <a:pt x="1517885" y="55455"/>
                  <a:pt x="1518822" y="55372"/>
                </a:cubicBezTo>
                <a:cubicBezTo>
                  <a:pt x="1519760" y="55289"/>
                  <a:pt x="1520890" y="55248"/>
                  <a:pt x="1522213" y="55248"/>
                </a:cubicBezTo>
                <a:cubicBezTo>
                  <a:pt x="1523592" y="55248"/>
                  <a:pt x="1524750" y="55289"/>
                  <a:pt x="1525687" y="55372"/>
                </a:cubicBezTo>
                <a:cubicBezTo>
                  <a:pt x="1526624" y="55455"/>
                  <a:pt x="1527382" y="55592"/>
                  <a:pt x="1527961" y="55785"/>
                </a:cubicBezTo>
                <a:cubicBezTo>
                  <a:pt x="1528540" y="55978"/>
                  <a:pt x="1528954" y="56227"/>
                  <a:pt x="1529202" y="56530"/>
                </a:cubicBezTo>
                <a:cubicBezTo>
                  <a:pt x="1529450" y="56833"/>
                  <a:pt x="1529574" y="57233"/>
                  <a:pt x="1529574" y="57729"/>
                </a:cubicBezTo>
                <a:cubicBezTo>
                  <a:pt x="1529574" y="58391"/>
                  <a:pt x="1529395" y="59052"/>
                  <a:pt x="1529036" y="59714"/>
                </a:cubicBezTo>
                <a:cubicBezTo>
                  <a:pt x="1528678" y="60376"/>
                  <a:pt x="1528085" y="61148"/>
                  <a:pt x="1527258" y="62030"/>
                </a:cubicBezTo>
                <a:lnTo>
                  <a:pt x="1500296" y="88992"/>
                </a:lnTo>
                <a:lnTo>
                  <a:pt x="1530567" y="128278"/>
                </a:lnTo>
                <a:cubicBezTo>
                  <a:pt x="1531283" y="129215"/>
                  <a:pt x="1531793" y="129973"/>
                  <a:pt x="1532097" y="130552"/>
                </a:cubicBezTo>
                <a:cubicBezTo>
                  <a:pt x="1532400" y="131131"/>
                  <a:pt x="1532551" y="131668"/>
                  <a:pt x="1532551" y="132165"/>
                </a:cubicBezTo>
                <a:close/>
                <a:moveTo>
                  <a:pt x="1605532" y="91804"/>
                </a:moveTo>
                <a:cubicBezTo>
                  <a:pt x="1605532" y="93954"/>
                  <a:pt x="1604994" y="95484"/>
                  <a:pt x="1603919" y="96394"/>
                </a:cubicBezTo>
                <a:cubicBezTo>
                  <a:pt x="1602844" y="97304"/>
                  <a:pt x="1601617" y="97759"/>
                  <a:pt x="1600238" y="97759"/>
                </a:cubicBezTo>
                <a:lnTo>
                  <a:pt x="1551442" y="97759"/>
                </a:lnTo>
                <a:cubicBezTo>
                  <a:pt x="1551442" y="101906"/>
                  <a:pt x="1551855" y="105639"/>
                  <a:pt x="1552682" y="108958"/>
                </a:cubicBezTo>
                <a:cubicBezTo>
                  <a:pt x="1553509" y="112276"/>
                  <a:pt x="1554888" y="115125"/>
                  <a:pt x="1556818" y="117502"/>
                </a:cubicBezTo>
                <a:cubicBezTo>
                  <a:pt x="1558747" y="119880"/>
                  <a:pt x="1561256" y="121706"/>
                  <a:pt x="1564344" y="122979"/>
                </a:cubicBezTo>
                <a:cubicBezTo>
                  <a:pt x="1567432" y="124251"/>
                  <a:pt x="1571209" y="124887"/>
                  <a:pt x="1575675" y="124887"/>
                </a:cubicBezTo>
                <a:cubicBezTo>
                  <a:pt x="1579203" y="124887"/>
                  <a:pt x="1582346" y="124597"/>
                  <a:pt x="1585103" y="124018"/>
                </a:cubicBezTo>
                <a:cubicBezTo>
                  <a:pt x="1587860" y="123439"/>
                  <a:pt x="1590245" y="122791"/>
                  <a:pt x="1592257" y="122075"/>
                </a:cubicBezTo>
                <a:cubicBezTo>
                  <a:pt x="1594270" y="121358"/>
                  <a:pt x="1595924" y="120710"/>
                  <a:pt x="1597220" y="120131"/>
                </a:cubicBezTo>
                <a:cubicBezTo>
                  <a:pt x="1598515" y="119552"/>
                  <a:pt x="1599494" y="119263"/>
                  <a:pt x="1600156" y="119263"/>
                </a:cubicBezTo>
                <a:cubicBezTo>
                  <a:pt x="1600542" y="119263"/>
                  <a:pt x="1600886" y="119359"/>
                  <a:pt x="1601190" y="119552"/>
                </a:cubicBezTo>
                <a:cubicBezTo>
                  <a:pt x="1601493" y="119745"/>
                  <a:pt x="1601727" y="120034"/>
                  <a:pt x="1601893" y="120420"/>
                </a:cubicBezTo>
                <a:cubicBezTo>
                  <a:pt x="1602058" y="120806"/>
                  <a:pt x="1602182" y="121344"/>
                  <a:pt x="1602265" y="122033"/>
                </a:cubicBezTo>
                <a:cubicBezTo>
                  <a:pt x="1602347" y="122722"/>
                  <a:pt x="1602389" y="123563"/>
                  <a:pt x="1602389" y="124556"/>
                </a:cubicBezTo>
                <a:cubicBezTo>
                  <a:pt x="1602389" y="125273"/>
                  <a:pt x="1602361" y="125893"/>
                  <a:pt x="1602306" y="126417"/>
                </a:cubicBezTo>
                <a:cubicBezTo>
                  <a:pt x="1602251" y="126940"/>
                  <a:pt x="1602182" y="127409"/>
                  <a:pt x="1602099" y="127823"/>
                </a:cubicBezTo>
                <a:cubicBezTo>
                  <a:pt x="1602017" y="128236"/>
                  <a:pt x="1601879" y="128608"/>
                  <a:pt x="1601686" y="128939"/>
                </a:cubicBezTo>
                <a:cubicBezTo>
                  <a:pt x="1601493" y="129270"/>
                  <a:pt x="1601245" y="129587"/>
                  <a:pt x="1600941" y="129890"/>
                </a:cubicBezTo>
                <a:cubicBezTo>
                  <a:pt x="1600638" y="130194"/>
                  <a:pt x="1599742" y="130690"/>
                  <a:pt x="1598254" y="131379"/>
                </a:cubicBezTo>
                <a:cubicBezTo>
                  <a:pt x="1596765" y="132068"/>
                  <a:pt x="1594835" y="132744"/>
                  <a:pt x="1592464" y="133405"/>
                </a:cubicBezTo>
                <a:cubicBezTo>
                  <a:pt x="1590093" y="134067"/>
                  <a:pt x="1587350" y="134660"/>
                  <a:pt x="1584235" y="135183"/>
                </a:cubicBezTo>
                <a:cubicBezTo>
                  <a:pt x="1581120" y="135707"/>
                  <a:pt x="1577797" y="135969"/>
                  <a:pt x="1574269" y="135969"/>
                </a:cubicBezTo>
                <a:cubicBezTo>
                  <a:pt x="1568148" y="135969"/>
                  <a:pt x="1562786" y="135114"/>
                  <a:pt x="1558182" y="133403"/>
                </a:cubicBezTo>
                <a:cubicBezTo>
                  <a:pt x="1553578" y="131692"/>
                  <a:pt x="1549705" y="129153"/>
                  <a:pt x="1546562" y="125786"/>
                </a:cubicBezTo>
                <a:cubicBezTo>
                  <a:pt x="1543419" y="122419"/>
                  <a:pt x="1541048" y="118197"/>
                  <a:pt x="1539449" y="113119"/>
                </a:cubicBezTo>
                <a:cubicBezTo>
                  <a:pt x="1537850" y="108041"/>
                  <a:pt x="1537051" y="102135"/>
                  <a:pt x="1537051" y="95402"/>
                </a:cubicBezTo>
                <a:cubicBezTo>
                  <a:pt x="1537051" y="88999"/>
                  <a:pt x="1537878" y="83245"/>
                  <a:pt x="1539532" y="78139"/>
                </a:cubicBezTo>
                <a:cubicBezTo>
                  <a:pt x="1541186" y="73034"/>
                  <a:pt x="1543571" y="68701"/>
                  <a:pt x="1546686" y="65142"/>
                </a:cubicBezTo>
                <a:cubicBezTo>
                  <a:pt x="1549801" y="61582"/>
                  <a:pt x="1553565" y="58850"/>
                  <a:pt x="1557976" y="56946"/>
                </a:cubicBezTo>
                <a:cubicBezTo>
                  <a:pt x="1562387" y="55042"/>
                  <a:pt x="1567321" y="54090"/>
                  <a:pt x="1572780" y="54090"/>
                </a:cubicBezTo>
                <a:cubicBezTo>
                  <a:pt x="1578625" y="54090"/>
                  <a:pt x="1583601" y="55027"/>
                  <a:pt x="1587708" y="56902"/>
                </a:cubicBezTo>
                <a:cubicBezTo>
                  <a:pt x="1591816" y="58777"/>
                  <a:pt x="1595193" y="61299"/>
                  <a:pt x="1597840" y="64470"/>
                </a:cubicBezTo>
                <a:cubicBezTo>
                  <a:pt x="1600487" y="67640"/>
                  <a:pt x="1602430" y="71362"/>
                  <a:pt x="1603671" y="75635"/>
                </a:cubicBezTo>
                <a:cubicBezTo>
                  <a:pt x="1604911" y="79908"/>
                  <a:pt x="1605532" y="84471"/>
                  <a:pt x="1605532" y="89323"/>
                </a:cubicBezTo>
                <a:lnTo>
                  <a:pt x="1605532" y="91804"/>
                </a:lnTo>
                <a:moveTo>
                  <a:pt x="1591802" y="87751"/>
                </a:moveTo>
                <a:cubicBezTo>
                  <a:pt x="1591968" y="80584"/>
                  <a:pt x="1590383" y="74959"/>
                  <a:pt x="1587047" y="70879"/>
                </a:cubicBezTo>
                <a:cubicBezTo>
                  <a:pt x="1583711" y="66799"/>
                  <a:pt x="1578762" y="64759"/>
                  <a:pt x="1572201" y="64759"/>
                </a:cubicBezTo>
                <a:cubicBezTo>
                  <a:pt x="1568838" y="64759"/>
                  <a:pt x="1565888" y="65393"/>
                  <a:pt x="1563351" y="66661"/>
                </a:cubicBezTo>
                <a:cubicBezTo>
                  <a:pt x="1560815" y="67929"/>
                  <a:pt x="1558692" y="69611"/>
                  <a:pt x="1556983" y="71706"/>
                </a:cubicBezTo>
                <a:cubicBezTo>
                  <a:pt x="1555274" y="73802"/>
                  <a:pt x="1553950" y="76241"/>
                  <a:pt x="1553013" y="79026"/>
                </a:cubicBezTo>
                <a:cubicBezTo>
                  <a:pt x="1552076" y="81810"/>
                  <a:pt x="1551552" y="84719"/>
                  <a:pt x="1551442" y="87751"/>
                </a:cubicBezTo>
                <a:lnTo>
                  <a:pt x="1591802" y="87751"/>
                </a:lnTo>
                <a:close/>
                <a:moveTo>
                  <a:pt x="1669649" y="62691"/>
                </a:moveTo>
                <a:cubicBezTo>
                  <a:pt x="1669649" y="63904"/>
                  <a:pt x="1669621" y="64924"/>
                  <a:pt x="1669566" y="65752"/>
                </a:cubicBezTo>
                <a:cubicBezTo>
                  <a:pt x="1669511" y="66579"/>
                  <a:pt x="1669401" y="67226"/>
                  <a:pt x="1669235" y="67695"/>
                </a:cubicBezTo>
                <a:cubicBezTo>
                  <a:pt x="1669070" y="68164"/>
                  <a:pt x="1668863" y="68522"/>
                  <a:pt x="1668615" y="68770"/>
                </a:cubicBezTo>
                <a:cubicBezTo>
                  <a:pt x="1668367" y="69018"/>
                  <a:pt x="1668022" y="69142"/>
                  <a:pt x="1667581" y="69142"/>
                </a:cubicBezTo>
                <a:cubicBezTo>
                  <a:pt x="1667140" y="69142"/>
                  <a:pt x="1666603" y="69018"/>
                  <a:pt x="1665969" y="68770"/>
                </a:cubicBezTo>
                <a:cubicBezTo>
                  <a:pt x="1665334" y="68522"/>
                  <a:pt x="1664618" y="68274"/>
                  <a:pt x="1663818" y="68026"/>
                </a:cubicBezTo>
                <a:cubicBezTo>
                  <a:pt x="1663019" y="67778"/>
                  <a:pt x="1662123" y="67543"/>
                  <a:pt x="1661130" y="67323"/>
                </a:cubicBezTo>
                <a:cubicBezTo>
                  <a:pt x="1660138" y="67102"/>
                  <a:pt x="1659063" y="66992"/>
                  <a:pt x="1657905" y="66992"/>
                </a:cubicBezTo>
                <a:cubicBezTo>
                  <a:pt x="1656526" y="66992"/>
                  <a:pt x="1655175" y="67268"/>
                  <a:pt x="1653852" y="67819"/>
                </a:cubicBezTo>
                <a:cubicBezTo>
                  <a:pt x="1652529" y="68371"/>
                  <a:pt x="1651137" y="69280"/>
                  <a:pt x="1649675" y="70548"/>
                </a:cubicBezTo>
                <a:cubicBezTo>
                  <a:pt x="1648214" y="71817"/>
                  <a:pt x="1646684" y="73498"/>
                  <a:pt x="1645085" y="75594"/>
                </a:cubicBezTo>
                <a:cubicBezTo>
                  <a:pt x="1643486" y="77689"/>
                  <a:pt x="1641722" y="80253"/>
                  <a:pt x="1639792" y="83285"/>
                </a:cubicBezTo>
                <a:lnTo>
                  <a:pt x="1639792" y="132247"/>
                </a:lnTo>
                <a:cubicBezTo>
                  <a:pt x="1639792" y="132689"/>
                  <a:pt x="1639682" y="133061"/>
                  <a:pt x="1639461" y="133364"/>
                </a:cubicBezTo>
                <a:cubicBezTo>
                  <a:pt x="1639241" y="133667"/>
                  <a:pt x="1638882" y="133929"/>
                  <a:pt x="1638386" y="134150"/>
                </a:cubicBezTo>
                <a:cubicBezTo>
                  <a:pt x="1637890" y="134370"/>
                  <a:pt x="1637201" y="134536"/>
                  <a:pt x="1636318" y="134646"/>
                </a:cubicBezTo>
                <a:cubicBezTo>
                  <a:pt x="1635436" y="134756"/>
                  <a:pt x="1634306" y="134811"/>
                  <a:pt x="1632927" y="134811"/>
                </a:cubicBezTo>
                <a:cubicBezTo>
                  <a:pt x="1631604" y="134811"/>
                  <a:pt x="1630501" y="134756"/>
                  <a:pt x="1629619" y="134646"/>
                </a:cubicBezTo>
                <a:cubicBezTo>
                  <a:pt x="1628737" y="134536"/>
                  <a:pt x="1628034" y="134370"/>
                  <a:pt x="1627510" y="134150"/>
                </a:cubicBezTo>
                <a:cubicBezTo>
                  <a:pt x="1626986" y="133929"/>
                  <a:pt x="1626628" y="133667"/>
                  <a:pt x="1626435" y="133364"/>
                </a:cubicBezTo>
                <a:cubicBezTo>
                  <a:pt x="1626242" y="133061"/>
                  <a:pt x="1626145" y="132689"/>
                  <a:pt x="1626145" y="132247"/>
                </a:cubicBezTo>
                <a:lnTo>
                  <a:pt x="1626145" y="57812"/>
                </a:lnTo>
                <a:cubicBezTo>
                  <a:pt x="1626145" y="57371"/>
                  <a:pt x="1626228" y="56998"/>
                  <a:pt x="1626394" y="56695"/>
                </a:cubicBezTo>
                <a:cubicBezTo>
                  <a:pt x="1626559" y="56392"/>
                  <a:pt x="1626890" y="56116"/>
                  <a:pt x="1627386" y="55868"/>
                </a:cubicBezTo>
                <a:cubicBezTo>
                  <a:pt x="1627882" y="55620"/>
                  <a:pt x="1628516" y="55455"/>
                  <a:pt x="1629288" y="55372"/>
                </a:cubicBezTo>
                <a:cubicBezTo>
                  <a:pt x="1630060" y="55289"/>
                  <a:pt x="1631080" y="55248"/>
                  <a:pt x="1632348" y="55248"/>
                </a:cubicBezTo>
                <a:cubicBezTo>
                  <a:pt x="1633561" y="55248"/>
                  <a:pt x="1634568" y="55289"/>
                  <a:pt x="1635367" y="55372"/>
                </a:cubicBezTo>
                <a:cubicBezTo>
                  <a:pt x="1636167" y="55455"/>
                  <a:pt x="1636787" y="55620"/>
                  <a:pt x="1637228" y="55868"/>
                </a:cubicBezTo>
                <a:cubicBezTo>
                  <a:pt x="1637669" y="56116"/>
                  <a:pt x="1637986" y="56392"/>
                  <a:pt x="1638179" y="56695"/>
                </a:cubicBezTo>
                <a:cubicBezTo>
                  <a:pt x="1638372" y="56998"/>
                  <a:pt x="1638469" y="57371"/>
                  <a:pt x="1638469" y="57812"/>
                </a:cubicBezTo>
                <a:lnTo>
                  <a:pt x="1638469" y="68646"/>
                </a:lnTo>
                <a:cubicBezTo>
                  <a:pt x="1640509" y="65669"/>
                  <a:pt x="1642425" y="63243"/>
                  <a:pt x="1644217" y="61368"/>
                </a:cubicBezTo>
                <a:cubicBezTo>
                  <a:pt x="1646009" y="59493"/>
                  <a:pt x="1647704" y="58018"/>
                  <a:pt x="1649303" y="56943"/>
                </a:cubicBezTo>
                <a:cubicBezTo>
                  <a:pt x="1650902" y="55868"/>
                  <a:pt x="1652487" y="55124"/>
                  <a:pt x="1654059" y="54710"/>
                </a:cubicBezTo>
                <a:cubicBezTo>
                  <a:pt x="1655630" y="54297"/>
                  <a:pt x="1657215" y="54090"/>
                  <a:pt x="1658814" y="54090"/>
                </a:cubicBezTo>
                <a:cubicBezTo>
                  <a:pt x="1659531" y="54090"/>
                  <a:pt x="1660344" y="54131"/>
                  <a:pt x="1661254" y="54214"/>
                </a:cubicBezTo>
                <a:cubicBezTo>
                  <a:pt x="1662164" y="54297"/>
                  <a:pt x="1663115" y="54448"/>
                  <a:pt x="1664108" y="54669"/>
                </a:cubicBezTo>
                <a:cubicBezTo>
                  <a:pt x="1665100" y="54889"/>
                  <a:pt x="1665996" y="55138"/>
                  <a:pt x="1666796" y="55413"/>
                </a:cubicBezTo>
                <a:cubicBezTo>
                  <a:pt x="1667595" y="55689"/>
                  <a:pt x="1668160" y="55965"/>
                  <a:pt x="1668491" y="56240"/>
                </a:cubicBezTo>
                <a:cubicBezTo>
                  <a:pt x="1668822" y="56516"/>
                  <a:pt x="1669042" y="56778"/>
                  <a:pt x="1669153" y="57026"/>
                </a:cubicBezTo>
                <a:cubicBezTo>
                  <a:pt x="1669263" y="57274"/>
                  <a:pt x="1669359" y="57591"/>
                  <a:pt x="1669442" y="57977"/>
                </a:cubicBezTo>
                <a:cubicBezTo>
                  <a:pt x="1669525" y="58363"/>
                  <a:pt x="1669580" y="58928"/>
                  <a:pt x="1669608" y="59673"/>
                </a:cubicBezTo>
                <a:cubicBezTo>
                  <a:pt x="1669635" y="60417"/>
                  <a:pt x="1669649" y="61423"/>
                  <a:pt x="1669649" y="62691"/>
                </a:cubicBezTo>
                <a:close/>
                <a:moveTo>
                  <a:pt x="1748629" y="132247"/>
                </a:moveTo>
                <a:cubicBezTo>
                  <a:pt x="1748629" y="132689"/>
                  <a:pt x="1748519" y="133061"/>
                  <a:pt x="1748298" y="133364"/>
                </a:cubicBezTo>
                <a:cubicBezTo>
                  <a:pt x="1748078" y="133667"/>
                  <a:pt x="1747719" y="133929"/>
                  <a:pt x="1747223" y="134150"/>
                </a:cubicBezTo>
                <a:cubicBezTo>
                  <a:pt x="1746727" y="134370"/>
                  <a:pt x="1746038" y="134536"/>
                  <a:pt x="1745155" y="134646"/>
                </a:cubicBezTo>
                <a:cubicBezTo>
                  <a:pt x="1744273" y="134756"/>
                  <a:pt x="1743170" y="134811"/>
                  <a:pt x="1741847" y="134811"/>
                </a:cubicBezTo>
                <a:cubicBezTo>
                  <a:pt x="1740469" y="134811"/>
                  <a:pt x="1739338" y="134756"/>
                  <a:pt x="1738456" y="134646"/>
                </a:cubicBezTo>
                <a:cubicBezTo>
                  <a:pt x="1737574" y="134536"/>
                  <a:pt x="1736885" y="134370"/>
                  <a:pt x="1736388" y="134150"/>
                </a:cubicBezTo>
                <a:cubicBezTo>
                  <a:pt x="1735892" y="133929"/>
                  <a:pt x="1735534" y="133667"/>
                  <a:pt x="1735313" y="133364"/>
                </a:cubicBezTo>
                <a:cubicBezTo>
                  <a:pt x="1735093" y="133061"/>
                  <a:pt x="1734982" y="132689"/>
                  <a:pt x="1734982" y="132247"/>
                </a:cubicBezTo>
                <a:lnTo>
                  <a:pt x="1734982" y="88661"/>
                </a:lnTo>
                <a:cubicBezTo>
                  <a:pt x="1734982" y="84416"/>
                  <a:pt x="1734652" y="80997"/>
                  <a:pt x="1733990" y="78406"/>
                </a:cubicBezTo>
                <a:cubicBezTo>
                  <a:pt x="1733328" y="75814"/>
                  <a:pt x="1732363" y="73581"/>
                  <a:pt x="1731095" y="71706"/>
                </a:cubicBezTo>
                <a:cubicBezTo>
                  <a:pt x="1729827" y="69832"/>
                  <a:pt x="1728187" y="68398"/>
                  <a:pt x="1726174" y="67406"/>
                </a:cubicBezTo>
                <a:cubicBezTo>
                  <a:pt x="1724162" y="66413"/>
                  <a:pt x="1721832" y="65917"/>
                  <a:pt x="1719186" y="65917"/>
                </a:cubicBezTo>
                <a:cubicBezTo>
                  <a:pt x="1715767" y="65917"/>
                  <a:pt x="1712348" y="67130"/>
                  <a:pt x="1708930" y="69556"/>
                </a:cubicBezTo>
                <a:cubicBezTo>
                  <a:pt x="1705511" y="71982"/>
                  <a:pt x="1701927" y="75538"/>
                  <a:pt x="1698178" y="80225"/>
                </a:cubicBezTo>
                <a:lnTo>
                  <a:pt x="1698178" y="132247"/>
                </a:lnTo>
                <a:cubicBezTo>
                  <a:pt x="1698178" y="132689"/>
                  <a:pt x="1698068" y="133061"/>
                  <a:pt x="1697847" y="133364"/>
                </a:cubicBezTo>
                <a:cubicBezTo>
                  <a:pt x="1697627" y="133667"/>
                  <a:pt x="1697268" y="133929"/>
                  <a:pt x="1696772" y="134150"/>
                </a:cubicBezTo>
                <a:cubicBezTo>
                  <a:pt x="1696276" y="134370"/>
                  <a:pt x="1695587" y="134536"/>
                  <a:pt x="1694704" y="134646"/>
                </a:cubicBezTo>
                <a:cubicBezTo>
                  <a:pt x="1693822" y="134756"/>
                  <a:pt x="1692692" y="134811"/>
                  <a:pt x="1691314" y="134811"/>
                </a:cubicBezTo>
                <a:cubicBezTo>
                  <a:pt x="1689990" y="134811"/>
                  <a:pt x="1688887" y="134756"/>
                  <a:pt x="1688005" y="134646"/>
                </a:cubicBezTo>
                <a:cubicBezTo>
                  <a:pt x="1687123" y="134536"/>
                  <a:pt x="1686420" y="134370"/>
                  <a:pt x="1685896" y="134150"/>
                </a:cubicBezTo>
                <a:cubicBezTo>
                  <a:pt x="1685372" y="133929"/>
                  <a:pt x="1685014" y="133667"/>
                  <a:pt x="1684821" y="133364"/>
                </a:cubicBezTo>
                <a:cubicBezTo>
                  <a:pt x="1684628" y="133061"/>
                  <a:pt x="1684532" y="132689"/>
                  <a:pt x="1684532" y="132247"/>
                </a:cubicBezTo>
                <a:lnTo>
                  <a:pt x="1684532" y="57812"/>
                </a:lnTo>
                <a:cubicBezTo>
                  <a:pt x="1684532" y="57371"/>
                  <a:pt x="1684614" y="56998"/>
                  <a:pt x="1684780" y="56695"/>
                </a:cubicBezTo>
                <a:cubicBezTo>
                  <a:pt x="1684945" y="56392"/>
                  <a:pt x="1685276" y="56116"/>
                  <a:pt x="1685772" y="55868"/>
                </a:cubicBezTo>
                <a:cubicBezTo>
                  <a:pt x="1686268" y="55620"/>
                  <a:pt x="1686903" y="55455"/>
                  <a:pt x="1687674" y="55372"/>
                </a:cubicBezTo>
                <a:cubicBezTo>
                  <a:pt x="1688446" y="55289"/>
                  <a:pt x="1689466" y="55248"/>
                  <a:pt x="1690735" y="55248"/>
                </a:cubicBezTo>
                <a:cubicBezTo>
                  <a:pt x="1691948" y="55248"/>
                  <a:pt x="1692954" y="55289"/>
                  <a:pt x="1693753" y="55372"/>
                </a:cubicBezTo>
                <a:cubicBezTo>
                  <a:pt x="1694553" y="55455"/>
                  <a:pt x="1695173" y="55620"/>
                  <a:pt x="1695614" y="55868"/>
                </a:cubicBezTo>
                <a:cubicBezTo>
                  <a:pt x="1696055" y="56116"/>
                  <a:pt x="1696372" y="56392"/>
                  <a:pt x="1696565" y="56695"/>
                </a:cubicBezTo>
                <a:cubicBezTo>
                  <a:pt x="1696758" y="56998"/>
                  <a:pt x="1696855" y="57371"/>
                  <a:pt x="1696855" y="57812"/>
                </a:cubicBezTo>
                <a:lnTo>
                  <a:pt x="1696855" y="67654"/>
                </a:lnTo>
                <a:cubicBezTo>
                  <a:pt x="1701045" y="62967"/>
                  <a:pt x="1705222" y="59535"/>
                  <a:pt x="1709385" y="57357"/>
                </a:cubicBezTo>
                <a:cubicBezTo>
                  <a:pt x="1713548" y="55179"/>
                  <a:pt x="1717752" y="54090"/>
                  <a:pt x="1721998" y="54090"/>
                </a:cubicBezTo>
                <a:cubicBezTo>
                  <a:pt x="1726960" y="54090"/>
                  <a:pt x="1731137" y="54931"/>
                  <a:pt x="1734528" y="56612"/>
                </a:cubicBezTo>
                <a:cubicBezTo>
                  <a:pt x="1737919" y="58294"/>
                  <a:pt x="1740662" y="60541"/>
                  <a:pt x="1742757" y="63353"/>
                </a:cubicBezTo>
                <a:cubicBezTo>
                  <a:pt x="1744852" y="66165"/>
                  <a:pt x="1746355" y="69460"/>
                  <a:pt x="1747264" y="73236"/>
                </a:cubicBezTo>
                <a:cubicBezTo>
                  <a:pt x="1748174" y="77013"/>
                  <a:pt x="1748629" y="81548"/>
                  <a:pt x="1748629" y="86842"/>
                </a:cubicBezTo>
                <a:lnTo>
                  <a:pt x="1748629" y="132247"/>
                </a:lnTo>
                <a:close/>
                <a:moveTo>
                  <a:pt x="1836925" y="91804"/>
                </a:moveTo>
                <a:cubicBezTo>
                  <a:pt x="1836925" y="93954"/>
                  <a:pt x="1836388" y="95484"/>
                  <a:pt x="1835312" y="96394"/>
                </a:cubicBezTo>
                <a:cubicBezTo>
                  <a:pt x="1834237" y="97304"/>
                  <a:pt x="1833010" y="97759"/>
                  <a:pt x="1831632" y="97759"/>
                </a:cubicBezTo>
                <a:lnTo>
                  <a:pt x="1782835" y="97759"/>
                </a:lnTo>
                <a:cubicBezTo>
                  <a:pt x="1782835" y="101906"/>
                  <a:pt x="1783249" y="105639"/>
                  <a:pt x="1784076" y="108958"/>
                </a:cubicBezTo>
                <a:cubicBezTo>
                  <a:pt x="1784903" y="112276"/>
                  <a:pt x="1786281" y="115125"/>
                  <a:pt x="1788211" y="117502"/>
                </a:cubicBezTo>
                <a:cubicBezTo>
                  <a:pt x="1790141" y="119880"/>
                  <a:pt x="1792650" y="121706"/>
                  <a:pt x="1795737" y="122979"/>
                </a:cubicBezTo>
                <a:cubicBezTo>
                  <a:pt x="1798825" y="124251"/>
                  <a:pt x="1802602" y="124887"/>
                  <a:pt x="1807068" y="124887"/>
                </a:cubicBezTo>
                <a:cubicBezTo>
                  <a:pt x="1810597" y="124887"/>
                  <a:pt x="1813740" y="124597"/>
                  <a:pt x="1816497" y="124018"/>
                </a:cubicBezTo>
                <a:cubicBezTo>
                  <a:pt x="1819254" y="123439"/>
                  <a:pt x="1821638" y="122791"/>
                  <a:pt x="1823651" y="122075"/>
                </a:cubicBezTo>
                <a:cubicBezTo>
                  <a:pt x="1825663" y="121358"/>
                  <a:pt x="1827317" y="120710"/>
                  <a:pt x="1828613" y="120131"/>
                </a:cubicBezTo>
                <a:cubicBezTo>
                  <a:pt x="1829909" y="119552"/>
                  <a:pt x="1830888" y="119263"/>
                  <a:pt x="1831549" y="119263"/>
                </a:cubicBezTo>
                <a:cubicBezTo>
                  <a:pt x="1831935" y="119263"/>
                  <a:pt x="1832280" y="119359"/>
                  <a:pt x="1832583" y="119552"/>
                </a:cubicBezTo>
                <a:cubicBezTo>
                  <a:pt x="1832886" y="119745"/>
                  <a:pt x="1833121" y="120034"/>
                  <a:pt x="1833286" y="120420"/>
                </a:cubicBezTo>
                <a:cubicBezTo>
                  <a:pt x="1833451" y="120806"/>
                  <a:pt x="1833576" y="121344"/>
                  <a:pt x="1833658" y="122033"/>
                </a:cubicBezTo>
                <a:cubicBezTo>
                  <a:pt x="1833741" y="122722"/>
                  <a:pt x="1833782" y="123563"/>
                  <a:pt x="1833782" y="124556"/>
                </a:cubicBezTo>
                <a:cubicBezTo>
                  <a:pt x="1833782" y="125273"/>
                  <a:pt x="1833755" y="125893"/>
                  <a:pt x="1833700" y="126417"/>
                </a:cubicBezTo>
                <a:cubicBezTo>
                  <a:pt x="1833644" y="126940"/>
                  <a:pt x="1833576" y="127409"/>
                  <a:pt x="1833493" y="127823"/>
                </a:cubicBezTo>
                <a:cubicBezTo>
                  <a:pt x="1833410" y="128236"/>
                  <a:pt x="1833272" y="128608"/>
                  <a:pt x="1833079" y="128939"/>
                </a:cubicBezTo>
                <a:cubicBezTo>
                  <a:pt x="1832886" y="129270"/>
                  <a:pt x="1832638" y="129587"/>
                  <a:pt x="1832335" y="129890"/>
                </a:cubicBezTo>
                <a:cubicBezTo>
                  <a:pt x="1832032" y="130194"/>
                  <a:pt x="1831136" y="130690"/>
                  <a:pt x="1829647" y="131379"/>
                </a:cubicBezTo>
                <a:cubicBezTo>
                  <a:pt x="1828158" y="132068"/>
                  <a:pt x="1826228" y="132744"/>
                  <a:pt x="1823858" y="133405"/>
                </a:cubicBezTo>
                <a:cubicBezTo>
                  <a:pt x="1821487" y="134067"/>
                  <a:pt x="1818744" y="134660"/>
                  <a:pt x="1815628" y="135183"/>
                </a:cubicBezTo>
                <a:cubicBezTo>
                  <a:pt x="1812513" y="135707"/>
                  <a:pt x="1809191" y="135969"/>
                  <a:pt x="1805662" y="135969"/>
                </a:cubicBezTo>
                <a:cubicBezTo>
                  <a:pt x="1799542" y="135969"/>
                  <a:pt x="1794180" y="135114"/>
                  <a:pt x="1789576" y="133403"/>
                </a:cubicBezTo>
                <a:cubicBezTo>
                  <a:pt x="1784972" y="131692"/>
                  <a:pt x="1781098" y="129153"/>
                  <a:pt x="1777956" y="125786"/>
                </a:cubicBezTo>
                <a:cubicBezTo>
                  <a:pt x="1774813" y="122419"/>
                  <a:pt x="1772442" y="118197"/>
                  <a:pt x="1770843" y="113119"/>
                </a:cubicBezTo>
                <a:cubicBezTo>
                  <a:pt x="1769244" y="108041"/>
                  <a:pt x="1768444" y="102135"/>
                  <a:pt x="1768444" y="95402"/>
                </a:cubicBezTo>
                <a:cubicBezTo>
                  <a:pt x="1768444" y="88999"/>
                  <a:pt x="1769271" y="83245"/>
                  <a:pt x="1770926" y="78139"/>
                </a:cubicBezTo>
                <a:cubicBezTo>
                  <a:pt x="1772580" y="73034"/>
                  <a:pt x="1774964" y="68701"/>
                  <a:pt x="1778080" y="65142"/>
                </a:cubicBezTo>
                <a:cubicBezTo>
                  <a:pt x="1781195" y="61582"/>
                  <a:pt x="1784958" y="58850"/>
                  <a:pt x="1789369" y="56946"/>
                </a:cubicBezTo>
                <a:cubicBezTo>
                  <a:pt x="1793780" y="55042"/>
                  <a:pt x="1798715" y="54090"/>
                  <a:pt x="1804173" y="54090"/>
                </a:cubicBezTo>
                <a:cubicBezTo>
                  <a:pt x="1810018" y="54090"/>
                  <a:pt x="1814994" y="55027"/>
                  <a:pt x="1819102" y="56902"/>
                </a:cubicBezTo>
                <a:cubicBezTo>
                  <a:pt x="1823210" y="58777"/>
                  <a:pt x="1826587" y="61299"/>
                  <a:pt x="1829233" y="64470"/>
                </a:cubicBezTo>
                <a:cubicBezTo>
                  <a:pt x="1831880" y="67640"/>
                  <a:pt x="1833824" y="71362"/>
                  <a:pt x="1835064" y="75635"/>
                </a:cubicBezTo>
                <a:cubicBezTo>
                  <a:pt x="1836305" y="79908"/>
                  <a:pt x="1836925" y="84471"/>
                  <a:pt x="1836925" y="89323"/>
                </a:cubicBezTo>
                <a:lnTo>
                  <a:pt x="1836925" y="91804"/>
                </a:lnTo>
                <a:moveTo>
                  <a:pt x="1823196" y="87751"/>
                </a:moveTo>
                <a:cubicBezTo>
                  <a:pt x="1823361" y="80584"/>
                  <a:pt x="1821776" y="74959"/>
                  <a:pt x="1818440" y="70879"/>
                </a:cubicBezTo>
                <a:cubicBezTo>
                  <a:pt x="1815104" y="66799"/>
                  <a:pt x="1810156" y="64759"/>
                  <a:pt x="1803595" y="64759"/>
                </a:cubicBezTo>
                <a:cubicBezTo>
                  <a:pt x="1800231" y="64759"/>
                  <a:pt x="1797281" y="65393"/>
                  <a:pt x="1794745" y="66661"/>
                </a:cubicBezTo>
                <a:cubicBezTo>
                  <a:pt x="1792209" y="67929"/>
                  <a:pt x="1790086" y="69611"/>
                  <a:pt x="1788377" y="71706"/>
                </a:cubicBezTo>
                <a:cubicBezTo>
                  <a:pt x="1786667" y="73802"/>
                  <a:pt x="1785344" y="76241"/>
                  <a:pt x="1784407" y="79026"/>
                </a:cubicBezTo>
                <a:cubicBezTo>
                  <a:pt x="1783469" y="81810"/>
                  <a:pt x="1782945" y="84719"/>
                  <a:pt x="1782835" y="87751"/>
                </a:cubicBezTo>
                <a:lnTo>
                  <a:pt x="1823196" y="87751"/>
                </a:lnTo>
                <a:close/>
                <a:moveTo>
                  <a:pt x="1871185" y="132245"/>
                </a:moveTo>
                <a:cubicBezTo>
                  <a:pt x="1871185" y="132686"/>
                  <a:pt x="1871075" y="133059"/>
                  <a:pt x="1870855" y="133364"/>
                </a:cubicBezTo>
                <a:cubicBezTo>
                  <a:pt x="1870634" y="133667"/>
                  <a:pt x="1870276" y="133929"/>
                  <a:pt x="1869779" y="134150"/>
                </a:cubicBezTo>
                <a:cubicBezTo>
                  <a:pt x="1869283" y="134370"/>
                  <a:pt x="1868594" y="134536"/>
                  <a:pt x="1867712" y="134646"/>
                </a:cubicBezTo>
                <a:cubicBezTo>
                  <a:pt x="1866830" y="134756"/>
                  <a:pt x="1865699" y="134811"/>
                  <a:pt x="1864321" y="134811"/>
                </a:cubicBezTo>
                <a:cubicBezTo>
                  <a:pt x="1862998" y="134811"/>
                  <a:pt x="1861895" y="134756"/>
                  <a:pt x="1861013" y="134646"/>
                </a:cubicBezTo>
                <a:cubicBezTo>
                  <a:pt x="1860130" y="134536"/>
                  <a:pt x="1859427" y="134370"/>
                  <a:pt x="1858904" y="134150"/>
                </a:cubicBezTo>
                <a:cubicBezTo>
                  <a:pt x="1858380" y="133929"/>
                  <a:pt x="1858021" y="133667"/>
                  <a:pt x="1857828" y="133364"/>
                </a:cubicBezTo>
                <a:cubicBezTo>
                  <a:pt x="1857635" y="133059"/>
                  <a:pt x="1857539" y="132686"/>
                  <a:pt x="1857539" y="132245"/>
                </a:cubicBezTo>
                <a:lnTo>
                  <a:pt x="1857539" y="21672"/>
                </a:lnTo>
                <a:cubicBezTo>
                  <a:pt x="1857539" y="21231"/>
                  <a:pt x="1857635" y="20845"/>
                  <a:pt x="1857828" y="20514"/>
                </a:cubicBezTo>
                <a:cubicBezTo>
                  <a:pt x="1858021" y="20181"/>
                  <a:pt x="1858380" y="19905"/>
                  <a:pt x="1858904" y="19684"/>
                </a:cubicBezTo>
                <a:cubicBezTo>
                  <a:pt x="1859427" y="19464"/>
                  <a:pt x="1860130" y="19298"/>
                  <a:pt x="1861013" y="19188"/>
                </a:cubicBezTo>
                <a:cubicBezTo>
                  <a:pt x="1861895" y="19078"/>
                  <a:pt x="1862998" y="19022"/>
                  <a:pt x="1864321" y="19022"/>
                </a:cubicBezTo>
                <a:cubicBezTo>
                  <a:pt x="1865699" y="19022"/>
                  <a:pt x="1866830" y="19078"/>
                  <a:pt x="1867712" y="19188"/>
                </a:cubicBezTo>
                <a:cubicBezTo>
                  <a:pt x="1868594" y="19298"/>
                  <a:pt x="1869283" y="19464"/>
                  <a:pt x="1869779" y="19684"/>
                </a:cubicBezTo>
                <a:cubicBezTo>
                  <a:pt x="1870276" y="19905"/>
                  <a:pt x="1870634" y="20181"/>
                  <a:pt x="1870855" y="20514"/>
                </a:cubicBezTo>
                <a:cubicBezTo>
                  <a:pt x="1871075" y="20845"/>
                  <a:pt x="1871185" y="21231"/>
                  <a:pt x="1871185" y="21672"/>
                </a:cubicBezTo>
                <a:lnTo>
                  <a:pt x="1871185" y="132245"/>
                </a:lnTo>
                <a:close/>
                <a:moveTo>
                  <a:pt x="2045089" y="132247"/>
                </a:moveTo>
                <a:cubicBezTo>
                  <a:pt x="2045089" y="132689"/>
                  <a:pt x="2044978" y="133061"/>
                  <a:pt x="2044758" y="133364"/>
                </a:cubicBezTo>
                <a:cubicBezTo>
                  <a:pt x="2044537" y="133667"/>
                  <a:pt x="2044179" y="133929"/>
                  <a:pt x="2043683" y="134150"/>
                </a:cubicBezTo>
                <a:cubicBezTo>
                  <a:pt x="2043186" y="134370"/>
                  <a:pt x="2042497" y="134536"/>
                  <a:pt x="2041615" y="134646"/>
                </a:cubicBezTo>
                <a:cubicBezTo>
                  <a:pt x="2040733" y="134756"/>
                  <a:pt x="2039630" y="134811"/>
                  <a:pt x="2038307" y="134811"/>
                </a:cubicBezTo>
                <a:cubicBezTo>
                  <a:pt x="2036928" y="134811"/>
                  <a:pt x="2035798" y="134756"/>
                  <a:pt x="2034916" y="134646"/>
                </a:cubicBezTo>
                <a:cubicBezTo>
                  <a:pt x="2034034" y="134536"/>
                  <a:pt x="2033331" y="134370"/>
                  <a:pt x="2032807" y="134150"/>
                </a:cubicBezTo>
                <a:cubicBezTo>
                  <a:pt x="2032283" y="133929"/>
                  <a:pt x="2031911" y="133667"/>
                  <a:pt x="2031690" y="133364"/>
                </a:cubicBezTo>
                <a:cubicBezTo>
                  <a:pt x="2031470" y="133061"/>
                  <a:pt x="2031359" y="132689"/>
                  <a:pt x="2031359" y="132247"/>
                </a:cubicBezTo>
                <a:lnTo>
                  <a:pt x="2031359" y="87007"/>
                </a:lnTo>
                <a:cubicBezTo>
                  <a:pt x="2031359" y="83864"/>
                  <a:pt x="2031084" y="80997"/>
                  <a:pt x="2030532" y="78406"/>
                </a:cubicBezTo>
                <a:cubicBezTo>
                  <a:pt x="2029981" y="75814"/>
                  <a:pt x="2029099" y="73581"/>
                  <a:pt x="2027886" y="71706"/>
                </a:cubicBezTo>
                <a:cubicBezTo>
                  <a:pt x="2026673" y="69832"/>
                  <a:pt x="2025129" y="68398"/>
                  <a:pt x="2023254" y="67406"/>
                </a:cubicBezTo>
                <a:cubicBezTo>
                  <a:pt x="2021380" y="66413"/>
                  <a:pt x="2019174" y="65917"/>
                  <a:pt x="2016638" y="65917"/>
                </a:cubicBezTo>
                <a:cubicBezTo>
                  <a:pt x="2013495" y="65917"/>
                  <a:pt x="2010338" y="67130"/>
                  <a:pt x="2007168" y="69556"/>
                </a:cubicBezTo>
                <a:cubicBezTo>
                  <a:pt x="2003997" y="71982"/>
                  <a:pt x="2000510" y="75538"/>
                  <a:pt x="1996705" y="80225"/>
                </a:cubicBezTo>
                <a:lnTo>
                  <a:pt x="1996705" y="132247"/>
                </a:lnTo>
                <a:cubicBezTo>
                  <a:pt x="1996705" y="132689"/>
                  <a:pt x="1996595" y="133061"/>
                  <a:pt x="1996375" y="133364"/>
                </a:cubicBezTo>
                <a:cubicBezTo>
                  <a:pt x="1996154" y="133667"/>
                  <a:pt x="1995782" y="133929"/>
                  <a:pt x="1995258" y="134150"/>
                </a:cubicBezTo>
                <a:cubicBezTo>
                  <a:pt x="1994734" y="134370"/>
                  <a:pt x="1994031" y="134536"/>
                  <a:pt x="1993149" y="134646"/>
                </a:cubicBezTo>
                <a:cubicBezTo>
                  <a:pt x="1992267" y="134756"/>
                  <a:pt x="1991164" y="134811"/>
                  <a:pt x="1989841" y="134811"/>
                </a:cubicBezTo>
                <a:cubicBezTo>
                  <a:pt x="1988573" y="134811"/>
                  <a:pt x="1987484" y="134756"/>
                  <a:pt x="1986574" y="134646"/>
                </a:cubicBezTo>
                <a:cubicBezTo>
                  <a:pt x="1985664" y="134536"/>
                  <a:pt x="1984947" y="134370"/>
                  <a:pt x="1984424" y="134150"/>
                </a:cubicBezTo>
                <a:cubicBezTo>
                  <a:pt x="1983900" y="133929"/>
                  <a:pt x="1983541" y="133667"/>
                  <a:pt x="1983348" y="133364"/>
                </a:cubicBezTo>
                <a:cubicBezTo>
                  <a:pt x="1983155" y="133061"/>
                  <a:pt x="1983059" y="132689"/>
                  <a:pt x="1983059" y="132247"/>
                </a:cubicBezTo>
                <a:lnTo>
                  <a:pt x="1983059" y="87007"/>
                </a:lnTo>
                <a:cubicBezTo>
                  <a:pt x="1983059" y="83864"/>
                  <a:pt x="1982756" y="80997"/>
                  <a:pt x="1982149" y="78406"/>
                </a:cubicBezTo>
                <a:cubicBezTo>
                  <a:pt x="1981543" y="75814"/>
                  <a:pt x="1980633" y="73581"/>
                  <a:pt x="1979420" y="71706"/>
                </a:cubicBezTo>
                <a:cubicBezTo>
                  <a:pt x="1978207" y="69832"/>
                  <a:pt x="1976677" y="68398"/>
                  <a:pt x="1974830" y="67406"/>
                </a:cubicBezTo>
                <a:cubicBezTo>
                  <a:pt x="1972983" y="66413"/>
                  <a:pt x="1970791" y="65917"/>
                  <a:pt x="1968254" y="65917"/>
                </a:cubicBezTo>
                <a:cubicBezTo>
                  <a:pt x="1965112" y="65917"/>
                  <a:pt x="1961941" y="67130"/>
                  <a:pt x="1958743" y="69556"/>
                </a:cubicBezTo>
                <a:cubicBezTo>
                  <a:pt x="1955545" y="71982"/>
                  <a:pt x="1952072" y="75538"/>
                  <a:pt x="1948322" y="80225"/>
                </a:cubicBezTo>
                <a:lnTo>
                  <a:pt x="1948322" y="132247"/>
                </a:lnTo>
                <a:cubicBezTo>
                  <a:pt x="1948322" y="132689"/>
                  <a:pt x="1948212" y="133061"/>
                  <a:pt x="1947991" y="133364"/>
                </a:cubicBezTo>
                <a:cubicBezTo>
                  <a:pt x="1947771" y="133667"/>
                  <a:pt x="1947412" y="133929"/>
                  <a:pt x="1946916" y="134150"/>
                </a:cubicBezTo>
                <a:cubicBezTo>
                  <a:pt x="1946420" y="134370"/>
                  <a:pt x="1945731" y="134536"/>
                  <a:pt x="1944849" y="134646"/>
                </a:cubicBezTo>
                <a:cubicBezTo>
                  <a:pt x="1943966" y="134756"/>
                  <a:pt x="1942836" y="134811"/>
                  <a:pt x="1941458" y="134811"/>
                </a:cubicBezTo>
                <a:cubicBezTo>
                  <a:pt x="1940134" y="134811"/>
                  <a:pt x="1939032" y="134756"/>
                  <a:pt x="1938149" y="134646"/>
                </a:cubicBezTo>
                <a:cubicBezTo>
                  <a:pt x="1937267" y="134536"/>
                  <a:pt x="1936564" y="134370"/>
                  <a:pt x="1936040" y="134150"/>
                </a:cubicBezTo>
                <a:cubicBezTo>
                  <a:pt x="1935517" y="133929"/>
                  <a:pt x="1935158" y="133667"/>
                  <a:pt x="1934965" y="133364"/>
                </a:cubicBezTo>
                <a:cubicBezTo>
                  <a:pt x="1934772" y="133061"/>
                  <a:pt x="1934676" y="132689"/>
                  <a:pt x="1934676" y="132247"/>
                </a:cubicBezTo>
                <a:lnTo>
                  <a:pt x="1934676" y="57812"/>
                </a:lnTo>
                <a:cubicBezTo>
                  <a:pt x="1934676" y="57371"/>
                  <a:pt x="1934758" y="56998"/>
                  <a:pt x="1934924" y="56695"/>
                </a:cubicBezTo>
                <a:cubicBezTo>
                  <a:pt x="1935089" y="56392"/>
                  <a:pt x="1935420" y="56116"/>
                  <a:pt x="1935916" y="55868"/>
                </a:cubicBezTo>
                <a:cubicBezTo>
                  <a:pt x="1936413" y="55620"/>
                  <a:pt x="1937047" y="55455"/>
                  <a:pt x="1937819" y="55372"/>
                </a:cubicBezTo>
                <a:cubicBezTo>
                  <a:pt x="1938590" y="55289"/>
                  <a:pt x="1939611" y="55248"/>
                  <a:pt x="1940879" y="55248"/>
                </a:cubicBezTo>
                <a:cubicBezTo>
                  <a:pt x="1942092" y="55248"/>
                  <a:pt x="1943098" y="55289"/>
                  <a:pt x="1943897" y="55372"/>
                </a:cubicBezTo>
                <a:cubicBezTo>
                  <a:pt x="1944697" y="55455"/>
                  <a:pt x="1945317" y="55620"/>
                  <a:pt x="1945758" y="55868"/>
                </a:cubicBezTo>
                <a:cubicBezTo>
                  <a:pt x="1946199" y="56116"/>
                  <a:pt x="1946516" y="56392"/>
                  <a:pt x="1946709" y="56695"/>
                </a:cubicBezTo>
                <a:cubicBezTo>
                  <a:pt x="1946902" y="56998"/>
                  <a:pt x="1946999" y="57371"/>
                  <a:pt x="1946999" y="57812"/>
                </a:cubicBezTo>
                <a:lnTo>
                  <a:pt x="1946999" y="67654"/>
                </a:lnTo>
                <a:cubicBezTo>
                  <a:pt x="1951189" y="62967"/>
                  <a:pt x="1955256" y="59535"/>
                  <a:pt x="1959198" y="57357"/>
                </a:cubicBezTo>
                <a:cubicBezTo>
                  <a:pt x="1963140" y="55179"/>
                  <a:pt x="1967124" y="54090"/>
                  <a:pt x="1971149" y="54090"/>
                </a:cubicBezTo>
                <a:cubicBezTo>
                  <a:pt x="1974237" y="54090"/>
                  <a:pt x="1977008" y="54448"/>
                  <a:pt x="1979461" y="55165"/>
                </a:cubicBezTo>
                <a:cubicBezTo>
                  <a:pt x="1981915" y="55882"/>
                  <a:pt x="1984079" y="56888"/>
                  <a:pt x="1985954" y="58184"/>
                </a:cubicBezTo>
                <a:cubicBezTo>
                  <a:pt x="1987828" y="59480"/>
                  <a:pt x="1989427" y="61023"/>
                  <a:pt x="1990751" y="62815"/>
                </a:cubicBezTo>
                <a:cubicBezTo>
                  <a:pt x="1992074" y="64607"/>
                  <a:pt x="1993177" y="66606"/>
                  <a:pt x="1994059" y="68812"/>
                </a:cubicBezTo>
                <a:cubicBezTo>
                  <a:pt x="1996540" y="66110"/>
                  <a:pt x="1998897" y="63822"/>
                  <a:pt x="2001130" y="61947"/>
                </a:cubicBezTo>
                <a:cubicBezTo>
                  <a:pt x="2003363" y="60072"/>
                  <a:pt x="2005514" y="58556"/>
                  <a:pt x="2007581" y="57398"/>
                </a:cubicBezTo>
                <a:cubicBezTo>
                  <a:pt x="2009649" y="56240"/>
                  <a:pt x="2011662" y="55399"/>
                  <a:pt x="2013619" y="54876"/>
                </a:cubicBezTo>
                <a:cubicBezTo>
                  <a:pt x="2015576" y="54352"/>
                  <a:pt x="2017547" y="54090"/>
                  <a:pt x="2019532" y="54090"/>
                </a:cubicBezTo>
                <a:cubicBezTo>
                  <a:pt x="2024329" y="54090"/>
                  <a:pt x="2028354" y="54931"/>
                  <a:pt x="2031608" y="56612"/>
                </a:cubicBezTo>
                <a:cubicBezTo>
                  <a:pt x="2034861" y="58294"/>
                  <a:pt x="2037493" y="60541"/>
                  <a:pt x="2039506" y="63353"/>
                </a:cubicBezTo>
                <a:cubicBezTo>
                  <a:pt x="2041518" y="66165"/>
                  <a:pt x="2042952" y="69460"/>
                  <a:pt x="2043807" y="73236"/>
                </a:cubicBezTo>
                <a:cubicBezTo>
                  <a:pt x="2044661" y="77013"/>
                  <a:pt x="2045089" y="80997"/>
                  <a:pt x="2045089" y="85188"/>
                </a:cubicBezTo>
                <a:lnTo>
                  <a:pt x="2045089" y="132247"/>
                </a:lnTo>
                <a:close/>
                <a:moveTo>
                  <a:pt x="2138340" y="94244"/>
                </a:moveTo>
                <a:cubicBezTo>
                  <a:pt x="2138340" y="100314"/>
                  <a:pt x="2137540" y="105902"/>
                  <a:pt x="2135941" y="111007"/>
                </a:cubicBezTo>
                <a:cubicBezTo>
                  <a:pt x="2134342" y="116113"/>
                  <a:pt x="2131958" y="120515"/>
                  <a:pt x="2128787" y="124215"/>
                </a:cubicBezTo>
                <a:cubicBezTo>
                  <a:pt x="2125617" y="127912"/>
                  <a:pt x="2121647" y="130796"/>
                  <a:pt x="2116877" y="132865"/>
                </a:cubicBezTo>
                <a:cubicBezTo>
                  <a:pt x="2112108" y="134935"/>
                  <a:pt x="2106580" y="135969"/>
                  <a:pt x="2100295" y="135969"/>
                </a:cubicBezTo>
                <a:cubicBezTo>
                  <a:pt x="2094175" y="135969"/>
                  <a:pt x="2088840" y="135059"/>
                  <a:pt x="2084291" y="133237"/>
                </a:cubicBezTo>
                <a:cubicBezTo>
                  <a:pt x="2079742" y="131416"/>
                  <a:pt x="2075952" y="128767"/>
                  <a:pt x="2072919" y="125290"/>
                </a:cubicBezTo>
                <a:cubicBezTo>
                  <a:pt x="2069886" y="121813"/>
                  <a:pt x="2067626" y="117590"/>
                  <a:pt x="2066137" y="112623"/>
                </a:cubicBezTo>
                <a:cubicBezTo>
                  <a:pt x="2064648" y="107655"/>
                  <a:pt x="2063904" y="102025"/>
                  <a:pt x="2063904" y="95733"/>
                </a:cubicBezTo>
                <a:cubicBezTo>
                  <a:pt x="2063904" y="89662"/>
                  <a:pt x="2064690" y="84074"/>
                  <a:pt x="2066261" y="78969"/>
                </a:cubicBezTo>
                <a:cubicBezTo>
                  <a:pt x="2067833" y="73864"/>
                  <a:pt x="2070203" y="69462"/>
                  <a:pt x="2073374" y="65764"/>
                </a:cubicBezTo>
                <a:cubicBezTo>
                  <a:pt x="2076544" y="62065"/>
                  <a:pt x="2080500" y="59194"/>
                  <a:pt x="2085242" y="57153"/>
                </a:cubicBezTo>
                <a:cubicBezTo>
                  <a:pt x="2089984" y="55111"/>
                  <a:pt x="2095525" y="54090"/>
                  <a:pt x="2101866" y="54090"/>
                </a:cubicBezTo>
                <a:cubicBezTo>
                  <a:pt x="2107986" y="54090"/>
                  <a:pt x="2113321" y="55001"/>
                  <a:pt x="2117870" y="56822"/>
                </a:cubicBezTo>
                <a:cubicBezTo>
                  <a:pt x="2122419" y="58643"/>
                  <a:pt x="2126209" y="61292"/>
                  <a:pt x="2129242" y="64769"/>
                </a:cubicBezTo>
                <a:cubicBezTo>
                  <a:pt x="2132275" y="68247"/>
                  <a:pt x="2134549" y="72469"/>
                  <a:pt x="2136065" y="77436"/>
                </a:cubicBezTo>
                <a:cubicBezTo>
                  <a:pt x="2137582" y="82404"/>
                  <a:pt x="2138340" y="88006"/>
                  <a:pt x="2138340" y="94244"/>
                </a:cubicBezTo>
                <a:moveTo>
                  <a:pt x="2123949" y="95154"/>
                </a:moveTo>
                <a:cubicBezTo>
                  <a:pt x="2123949" y="91123"/>
                  <a:pt x="2123577" y="87314"/>
                  <a:pt x="2122832" y="83725"/>
                </a:cubicBezTo>
                <a:cubicBezTo>
                  <a:pt x="2122088" y="80136"/>
                  <a:pt x="2120861" y="76988"/>
                  <a:pt x="2119152" y="74283"/>
                </a:cubicBezTo>
                <a:cubicBezTo>
                  <a:pt x="2117443" y="71578"/>
                  <a:pt x="2115127" y="69439"/>
                  <a:pt x="2112205" y="67866"/>
                </a:cubicBezTo>
                <a:cubicBezTo>
                  <a:pt x="2109282" y="66291"/>
                  <a:pt x="2105643" y="65503"/>
                  <a:pt x="2101287" y="65503"/>
                </a:cubicBezTo>
                <a:cubicBezTo>
                  <a:pt x="2097262" y="65503"/>
                  <a:pt x="2093802" y="66221"/>
                  <a:pt x="2090908" y="67656"/>
                </a:cubicBezTo>
                <a:cubicBezTo>
                  <a:pt x="2088013" y="69092"/>
                  <a:pt x="2085628" y="71121"/>
                  <a:pt x="2083754" y="73746"/>
                </a:cubicBezTo>
                <a:cubicBezTo>
                  <a:pt x="2081879" y="76368"/>
                  <a:pt x="2080487" y="79474"/>
                  <a:pt x="2079577" y="83063"/>
                </a:cubicBezTo>
                <a:cubicBezTo>
                  <a:pt x="2078667" y="86650"/>
                  <a:pt x="2078212" y="90570"/>
                  <a:pt x="2078212" y="94823"/>
                </a:cubicBezTo>
                <a:cubicBezTo>
                  <a:pt x="2078212" y="98908"/>
                  <a:pt x="2078584" y="102745"/>
                  <a:pt x="2079329" y="106334"/>
                </a:cubicBezTo>
                <a:cubicBezTo>
                  <a:pt x="2080073" y="109924"/>
                  <a:pt x="2081314" y="113057"/>
                  <a:pt x="2083051" y="115735"/>
                </a:cubicBezTo>
                <a:cubicBezTo>
                  <a:pt x="2084787" y="118412"/>
                  <a:pt x="2087117" y="120538"/>
                  <a:pt x="2090039" y="122113"/>
                </a:cubicBezTo>
                <a:cubicBezTo>
                  <a:pt x="2092962" y="123686"/>
                  <a:pt x="2096601" y="124473"/>
                  <a:pt x="2100956" y="124473"/>
                </a:cubicBezTo>
                <a:cubicBezTo>
                  <a:pt x="2104926" y="124473"/>
                  <a:pt x="2108372" y="123755"/>
                  <a:pt x="2111295" y="122320"/>
                </a:cubicBezTo>
                <a:cubicBezTo>
                  <a:pt x="2114217" y="120885"/>
                  <a:pt x="2116616" y="118870"/>
                  <a:pt x="2118490" y="116275"/>
                </a:cubicBezTo>
                <a:cubicBezTo>
                  <a:pt x="2120365" y="113678"/>
                  <a:pt x="2121743" y="110586"/>
                  <a:pt x="2122626" y="106999"/>
                </a:cubicBezTo>
                <a:cubicBezTo>
                  <a:pt x="2123508" y="103410"/>
                  <a:pt x="2123949" y="99461"/>
                  <a:pt x="2123949" y="95154"/>
                </a:cubicBezTo>
                <a:close/>
                <a:moveTo>
                  <a:pt x="2221756" y="132245"/>
                </a:moveTo>
                <a:cubicBezTo>
                  <a:pt x="2221756" y="132686"/>
                  <a:pt x="2221660" y="133073"/>
                  <a:pt x="2221467" y="133405"/>
                </a:cubicBezTo>
                <a:cubicBezTo>
                  <a:pt x="2221274" y="133736"/>
                  <a:pt x="2220943" y="133998"/>
                  <a:pt x="2220475" y="134191"/>
                </a:cubicBezTo>
                <a:cubicBezTo>
                  <a:pt x="2220006" y="134384"/>
                  <a:pt x="2219386" y="134536"/>
                  <a:pt x="2218614" y="134646"/>
                </a:cubicBezTo>
                <a:cubicBezTo>
                  <a:pt x="2217842" y="134756"/>
                  <a:pt x="2216904" y="134811"/>
                  <a:pt x="2215802" y="134811"/>
                </a:cubicBezTo>
                <a:cubicBezTo>
                  <a:pt x="2214644" y="134811"/>
                  <a:pt x="2213679" y="134756"/>
                  <a:pt x="2212907" y="134646"/>
                </a:cubicBezTo>
                <a:cubicBezTo>
                  <a:pt x="2212135" y="134537"/>
                  <a:pt x="2211501" y="134387"/>
                  <a:pt x="2211005" y="134196"/>
                </a:cubicBezTo>
                <a:cubicBezTo>
                  <a:pt x="2210508" y="134003"/>
                  <a:pt x="2210150" y="133742"/>
                  <a:pt x="2209929" y="133413"/>
                </a:cubicBezTo>
                <a:cubicBezTo>
                  <a:pt x="2209709" y="133084"/>
                  <a:pt x="2209599" y="132701"/>
                  <a:pt x="2209599" y="132263"/>
                </a:cubicBezTo>
                <a:lnTo>
                  <a:pt x="2209599" y="122475"/>
                </a:lnTo>
                <a:cubicBezTo>
                  <a:pt x="2205684" y="126724"/>
                  <a:pt x="2201617" y="130036"/>
                  <a:pt x="2197399" y="132410"/>
                </a:cubicBezTo>
                <a:cubicBezTo>
                  <a:pt x="2193181" y="134783"/>
                  <a:pt x="2188564" y="135969"/>
                  <a:pt x="2183546" y="135969"/>
                </a:cubicBezTo>
                <a:cubicBezTo>
                  <a:pt x="2178088" y="135969"/>
                  <a:pt x="2173428" y="134907"/>
                  <a:pt x="2169569" y="132782"/>
                </a:cubicBezTo>
                <a:cubicBezTo>
                  <a:pt x="2165709" y="130658"/>
                  <a:pt x="2162580" y="127788"/>
                  <a:pt x="2160182" y="124173"/>
                </a:cubicBezTo>
                <a:cubicBezTo>
                  <a:pt x="2157783" y="120557"/>
                  <a:pt x="2156033" y="116307"/>
                  <a:pt x="2154930" y="111424"/>
                </a:cubicBezTo>
                <a:cubicBezTo>
                  <a:pt x="2153827" y="106539"/>
                  <a:pt x="2153276" y="101391"/>
                  <a:pt x="2153276" y="95981"/>
                </a:cubicBezTo>
                <a:cubicBezTo>
                  <a:pt x="2153276" y="89580"/>
                  <a:pt x="2153965" y="83799"/>
                  <a:pt x="2155343" y="78638"/>
                </a:cubicBezTo>
                <a:cubicBezTo>
                  <a:pt x="2156722" y="73478"/>
                  <a:pt x="2158762" y="69076"/>
                  <a:pt x="2161464" y="65434"/>
                </a:cubicBezTo>
                <a:cubicBezTo>
                  <a:pt x="2164165" y="61789"/>
                  <a:pt x="2167515" y="58988"/>
                  <a:pt x="2171512" y="57029"/>
                </a:cubicBezTo>
                <a:cubicBezTo>
                  <a:pt x="2175510" y="55069"/>
                  <a:pt x="2180128" y="54090"/>
                  <a:pt x="2185366" y="54090"/>
                </a:cubicBezTo>
                <a:cubicBezTo>
                  <a:pt x="2189722" y="54090"/>
                  <a:pt x="2193705" y="55042"/>
                  <a:pt x="2197317" y="56946"/>
                </a:cubicBezTo>
                <a:cubicBezTo>
                  <a:pt x="2200928" y="58850"/>
                  <a:pt x="2204498" y="61651"/>
                  <a:pt x="2208027" y="65348"/>
                </a:cubicBezTo>
                <a:lnTo>
                  <a:pt x="2208027" y="22005"/>
                </a:lnTo>
                <a:cubicBezTo>
                  <a:pt x="2208027" y="21619"/>
                  <a:pt x="2208124" y="21247"/>
                  <a:pt x="2208317" y="20889"/>
                </a:cubicBezTo>
                <a:cubicBezTo>
                  <a:pt x="2208510" y="20528"/>
                  <a:pt x="2208882" y="20252"/>
                  <a:pt x="2209433" y="20059"/>
                </a:cubicBezTo>
                <a:cubicBezTo>
                  <a:pt x="2209985" y="19864"/>
                  <a:pt x="2210688" y="19698"/>
                  <a:pt x="2211542" y="19560"/>
                </a:cubicBezTo>
                <a:cubicBezTo>
                  <a:pt x="2212397" y="19422"/>
                  <a:pt x="2213486" y="19353"/>
                  <a:pt x="2214809" y="19353"/>
                </a:cubicBezTo>
                <a:cubicBezTo>
                  <a:pt x="2216188" y="19353"/>
                  <a:pt x="2217318" y="19422"/>
                  <a:pt x="2218200" y="19560"/>
                </a:cubicBezTo>
                <a:cubicBezTo>
                  <a:pt x="2219082" y="19698"/>
                  <a:pt x="2219772" y="19863"/>
                  <a:pt x="2220268" y="20056"/>
                </a:cubicBezTo>
                <a:cubicBezTo>
                  <a:pt x="2220764" y="20249"/>
                  <a:pt x="2221136" y="20526"/>
                  <a:pt x="2221384" y="20886"/>
                </a:cubicBezTo>
                <a:cubicBezTo>
                  <a:pt x="2221632" y="21244"/>
                  <a:pt x="2221756" y="21617"/>
                  <a:pt x="2221756" y="22002"/>
                </a:cubicBezTo>
                <a:lnTo>
                  <a:pt x="2221756" y="132245"/>
                </a:lnTo>
                <a:moveTo>
                  <a:pt x="2208027" y="79920"/>
                </a:moveTo>
                <a:cubicBezTo>
                  <a:pt x="2204333" y="75335"/>
                  <a:pt x="2200763" y="71842"/>
                  <a:pt x="2197317" y="69440"/>
                </a:cubicBezTo>
                <a:cubicBezTo>
                  <a:pt x="2193871" y="67036"/>
                  <a:pt x="2190273" y="65834"/>
                  <a:pt x="2186524" y="65834"/>
                </a:cubicBezTo>
                <a:cubicBezTo>
                  <a:pt x="2183050" y="65834"/>
                  <a:pt x="2180100" y="66663"/>
                  <a:pt x="2177674" y="68321"/>
                </a:cubicBezTo>
                <a:cubicBezTo>
                  <a:pt x="2175248" y="69976"/>
                  <a:pt x="2173277" y="72157"/>
                  <a:pt x="2171761" y="74862"/>
                </a:cubicBezTo>
                <a:cubicBezTo>
                  <a:pt x="2170244" y="77567"/>
                  <a:pt x="2169141" y="80632"/>
                  <a:pt x="2168452" y="84055"/>
                </a:cubicBezTo>
                <a:cubicBezTo>
                  <a:pt x="2167763" y="87479"/>
                  <a:pt x="2167418" y="90958"/>
                  <a:pt x="2167418" y="94492"/>
                </a:cubicBezTo>
                <a:cubicBezTo>
                  <a:pt x="2167418" y="98246"/>
                  <a:pt x="2167708" y="101918"/>
                  <a:pt x="2168287" y="105507"/>
                </a:cubicBezTo>
                <a:cubicBezTo>
                  <a:pt x="2168866" y="109097"/>
                  <a:pt x="2169872" y="112285"/>
                  <a:pt x="2171306" y="115073"/>
                </a:cubicBezTo>
                <a:cubicBezTo>
                  <a:pt x="2172739" y="117861"/>
                  <a:pt x="2174641" y="120097"/>
                  <a:pt x="2177012" y="121782"/>
                </a:cubicBezTo>
                <a:cubicBezTo>
                  <a:pt x="2179383" y="123466"/>
                  <a:pt x="2182361" y="124308"/>
                  <a:pt x="2185945" y="124308"/>
                </a:cubicBezTo>
                <a:cubicBezTo>
                  <a:pt x="2187764" y="124308"/>
                  <a:pt x="2189515" y="124059"/>
                  <a:pt x="2191196" y="123563"/>
                </a:cubicBezTo>
                <a:cubicBezTo>
                  <a:pt x="2192878" y="123065"/>
                  <a:pt x="2194601" y="122236"/>
                  <a:pt x="2196366" y="121077"/>
                </a:cubicBezTo>
                <a:cubicBezTo>
                  <a:pt x="2198130" y="119917"/>
                  <a:pt x="2199977" y="118412"/>
                  <a:pt x="2201907" y="116562"/>
                </a:cubicBezTo>
                <a:cubicBezTo>
                  <a:pt x="2203837" y="114711"/>
                  <a:pt x="2205877" y="112432"/>
                  <a:pt x="2208027" y="109725"/>
                </a:cubicBezTo>
                <a:lnTo>
                  <a:pt x="2208027" y="79920"/>
                </a:lnTo>
                <a:close/>
                <a:moveTo>
                  <a:pt x="2310383" y="91804"/>
                </a:moveTo>
                <a:cubicBezTo>
                  <a:pt x="2310383" y="93954"/>
                  <a:pt x="2309846" y="95484"/>
                  <a:pt x="2308770" y="96394"/>
                </a:cubicBezTo>
                <a:cubicBezTo>
                  <a:pt x="2307695" y="97304"/>
                  <a:pt x="2306468" y="97759"/>
                  <a:pt x="2305090" y="97759"/>
                </a:cubicBezTo>
                <a:lnTo>
                  <a:pt x="2256293" y="97759"/>
                </a:lnTo>
                <a:cubicBezTo>
                  <a:pt x="2256293" y="101906"/>
                  <a:pt x="2256707" y="105639"/>
                  <a:pt x="2257534" y="108958"/>
                </a:cubicBezTo>
                <a:cubicBezTo>
                  <a:pt x="2258361" y="112276"/>
                  <a:pt x="2259739" y="115125"/>
                  <a:pt x="2261669" y="117502"/>
                </a:cubicBezTo>
                <a:cubicBezTo>
                  <a:pt x="2263599" y="119880"/>
                  <a:pt x="2266108" y="121706"/>
                  <a:pt x="2269195" y="122979"/>
                </a:cubicBezTo>
                <a:cubicBezTo>
                  <a:pt x="2272283" y="124251"/>
                  <a:pt x="2276060" y="124887"/>
                  <a:pt x="2280526" y="124887"/>
                </a:cubicBezTo>
                <a:cubicBezTo>
                  <a:pt x="2284055" y="124887"/>
                  <a:pt x="2287198" y="124597"/>
                  <a:pt x="2289955" y="124018"/>
                </a:cubicBezTo>
                <a:cubicBezTo>
                  <a:pt x="2292712" y="123439"/>
                  <a:pt x="2295096" y="122791"/>
                  <a:pt x="2297109" y="122075"/>
                </a:cubicBezTo>
                <a:cubicBezTo>
                  <a:pt x="2299121" y="121358"/>
                  <a:pt x="2300775" y="120710"/>
                  <a:pt x="2302071" y="120131"/>
                </a:cubicBezTo>
                <a:cubicBezTo>
                  <a:pt x="2303367" y="119552"/>
                  <a:pt x="2304346" y="119263"/>
                  <a:pt x="2305007" y="119263"/>
                </a:cubicBezTo>
                <a:cubicBezTo>
                  <a:pt x="2305393" y="119263"/>
                  <a:pt x="2305738" y="119359"/>
                  <a:pt x="2306041" y="119552"/>
                </a:cubicBezTo>
                <a:cubicBezTo>
                  <a:pt x="2306344" y="119745"/>
                  <a:pt x="2306579" y="120034"/>
                  <a:pt x="2306744" y="120420"/>
                </a:cubicBezTo>
                <a:cubicBezTo>
                  <a:pt x="2306910" y="120806"/>
                  <a:pt x="2307034" y="121344"/>
                  <a:pt x="2307116" y="122033"/>
                </a:cubicBezTo>
                <a:cubicBezTo>
                  <a:pt x="2307199" y="122722"/>
                  <a:pt x="2307240" y="123563"/>
                  <a:pt x="2307240" y="124556"/>
                </a:cubicBezTo>
                <a:cubicBezTo>
                  <a:pt x="2307240" y="125273"/>
                  <a:pt x="2307213" y="125893"/>
                  <a:pt x="2307158" y="126417"/>
                </a:cubicBezTo>
                <a:cubicBezTo>
                  <a:pt x="2307102" y="126940"/>
                  <a:pt x="2307034" y="127409"/>
                  <a:pt x="2306951" y="127823"/>
                </a:cubicBezTo>
                <a:cubicBezTo>
                  <a:pt x="2306868" y="128236"/>
                  <a:pt x="2306730" y="128608"/>
                  <a:pt x="2306537" y="128939"/>
                </a:cubicBezTo>
                <a:cubicBezTo>
                  <a:pt x="2306344" y="129270"/>
                  <a:pt x="2306096" y="129587"/>
                  <a:pt x="2305793" y="129890"/>
                </a:cubicBezTo>
                <a:cubicBezTo>
                  <a:pt x="2305490" y="130194"/>
                  <a:pt x="2304594" y="130690"/>
                  <a:pt x="2303105" y="131379"/>
                </a:cubicBezTo>
                <a:cubicBezTo>
                  <a:pt x="2301616" y="132068"/>
                  <a:pt x="2299687" y="132744"/>
                  <a:pt x="2297316" y="133405"/>
                </a:cubicBezTo>
                <a:cubicBezTo>
                  <a:pt x="2294945" y="134067"/>
                  <a:pt x="2292202" y="134660"/>
                  <a:pt x="2289086" y="135183"/>
                </a:cubicBezTo>
                <a:cubicBezTo>
                  <a:pt x="2285971" y="135707"/>
                  <a:pt x="2282649" y="135969"/>
                  <a:pt x="2279120" y="135969"/>
                </a:cubicBezTo>
                <a:cubicBezTo>
                  <a:pt x="2273000" y="135969"/>
                  <a:pt x="2267638" y="135114"/>
                  <a:pt x="2263034" y="133403"/>
                </a:cubicBezTo>
                <a:cubicBezTo>
                  <a:pt x="2258430" y="131692"/>
                  <a:pt x="2254556" y="129153"/>
                  <a:pt x="2251414" y="125786"/>
                </a:cubicBezTo>
                <a:cubicBezTo>
                  <a:pt x="2248271" y="122419"/>
                  <a:pt x="2245900" y="118197"/>
                  <a:pt x="2244301" y="113119"/>
                </a:cubicBezTo>
                <a:cubicBezTo>
                  <a:pt x="2242702" y="108041"/>
                  <a:pt x="2241902" y="102135"/>
                  <a:pt x="2241902" y="95402"/>
                </a:cubicBezTo>
                <a:cubicBezTo>
                  <a:pt x="2241902" y="88999"/>
                  <a:pt x="2242729" y="83245"/>
                  <a:pt x="2244384" y="78139"/>
                </a:cubicBezTo>
                <a:cubicBezTo>
                  <a:pt x="2246038" y="73034"/>
                  <a:pt x="2248422" y="68701"/>
                  <a:pt x="2251538" y="65142"/>
                </a:cubicBezTo>
                <a:cubicBezTo>
                  <a:pt x="2254653" y="61582"/>
                  <a:pt x="2258416" y="58850"/>
                  <a:pt x="2262827" y="56946"/>
                </a:cubicBezTo>
                <a:cubicBezTo>
                  <a:pt x="2267238" y="55042"/>
                  <a:pt x="2272173" y="54090"/>
                  <a:pt x="2277631" y="54090"/>
                </a:cubicBezTo>
                <a:cubicBezTo>
                  <a:pt x="2283476" y="54090"/>
                  <a:pt x="2288452" y="55027"/>
                  <a:pt x="2292560" y="56902"/>
                </a:cubicBezTo>
                <a:cubicBezTo>
                  <a:pt x="2296668" y="58777"/>
                  <a:pt x="2300045" y="61299"/>
                  <a:pt x="2302691" y="64470"/>
                </a:cubicBezTo>
                <a:cubicBezTo>
                  <a:pt x="2305338" y="67640"/>
                  <a:pt x="2307282" y="71362"/>
                  <a:pt x="2308522" y="75635"/>
                </a:cubicBezTo>
                <a:cubicBezTo>
                  <a:pt x="2309763" y="79908"/>
                  <a:pt x="2310383" y="84471"/>
                  <a:pt x="2310383" y="89323"/>
                </a:cubicBezTo>
                <a:lnTo>
                  <a:pt x="2310383" y="91804"/>
                </a:lnTo>
                <a:moveTo>
                  <a:pt x="2296654" y="87751"/>
                </a:moveTo>
                <a:cubicBezTo>
                  <a:pt x="2296819" y="80584"/>
                  <a:pt x="2295234" y="74959"/>
                  <a:pt x="2291898" y="70879"/>
                </a:cubicBezTo>
                <a:cubicBezTo>
                  <a:pt x="2288563" y="66799"/>
                  <a:pt x="2283614" y="64759"/>
                  <a:pt x="2277053" y="64759"/>
                </a:cubicBezTo>
                <a:cubicBezTo>
                  <a:pt x="2273689" y="64759"/>
                  <a:pt x="2270739" y="65393"/>
                  <a:pt x="2268203" y="66661"/>
                </a:cubicBezTo>
                <a:cubicBezTo>
                  <a:pt x="2265667" y="67929"/>
                  <a:pt x="2263544" y="69611"/>
                  <a:pt x="2261835" y="71706"/>
                </a:cubicBezTo>
                <a:cubicBezTo>
                  <a:pt x="2260125" y="73802"/>
                  <a:pt x="2258802" y="76241"/>
                  <a:pt x="2257865" y="79026"/>
                </a:cubicBezTo>
                <a:cubicBezTo>
                  <a:pt x="2256927" y="81810"/>
                  <a:pt x="2256404" y="84719"/>
                  <a:pt x="2256293" y="87751"/>
                </a:cubicBezTo>
                <a:lnTo>
                  <a:pt x="2296654" y="87751"/>
                </a:lnTo>
                <a:close/>
                <a:moveTo>
                  <a:pt x="2358621" y="89902"/>
                </a:moveTo>
                <a:cubicBezTo>
                  <a:pt x="2358621" y="96139"/>
                  <a:pt x="2358235" y="102308"/>
                  <a:pt x="2357463" y="108407"/>
                </a:cubicBezTo>
                <a:cubicBezTo>
                  <a:pt x="2356691" y="114507"/>
                  <a:pt x="2355533" y="120538"/>
                  <a:pt x="2353990" y="126499"/>
                </a:cubicBezTo>
                <a:cubicBezTo>
                  <a:pt x="2352446" y="132461"/>
                  <a:pt x="2350557" y="138326"/>
                  <a:pt x="2348324" y="144095"/>
                </a:cubicBezTo>
                <a:cubicBezTo>
                  <a:pt x="2346091" y="149864"/>
                  <a:pt x="2343486" y="155563"/>
                  <a:pt x="2340508" y="161192"/>
                </a:cubicBezTo>
                <a:cubicBezTo>
                  <a:pt x="2340343" y="161468"/>
                  <a:pt x="2340095" y="161716"/>
                  <a:pt x="2339764" y="161936"/>
                </a:cubicBezTo>
                <a:cubicBezTo>
                  <a:pt x="2339433" y="162159"/>
                  <a:pt x="2339006" y="162353"/>
                  <a:pt x="2338482" y="162518"/>
                </a:cubicBezTo>
                <a:cubicBezTo>
                  <a:pt x="2337958" y="162683"/>
                  <a:pt x="2337338" y="162794"/>
                  <a:pt x="2336621" y="162849"/>
                </a:cubicBezTo>
                <a:cubicBezTo>
                  <a:pt x="2335904" y="162904"/>
                  <a:pt x="2335050" y="162931"/>
                  <a:pt x="2334057" y="162931"/>
                </a:cubicBezTo>
                <a:cubicBezTo>
                  <a:pt x="2332624" y="162931"/>
                  <a:pt x="2331507" y="162863"/>
                  <a:pt x="2330708" y="162725"/>
                </a:cubicBezTo>
                <a:cubicBezTo>
                  <a:pt x="2329908" y="162587"/>
                  <a:pt x="2329329" y="162365"/>
                  <a:pt x="2328971" y="162060"/>
                </a:cubicBezTo>
                <a:cubicBezTo>
                  <a:pt x="2328613" y="161757"/>
                  <a:pt x="2328447" y="161371"/>
                  <a:pt x="2328475" y="160903"/>
                </a:cubicBezTo>
                <a:cubicBezTo>
                  <a:pt x="2328502" y="160434"/>
                  <a:pt x="2328654" y="159868"/>
                  <a:pt x="2328930" y="159204"/>
                </a:cubicBezTo>
                <a:cubicBezTo>
                  <a:pt x="2334002" y="148055"/>
                  <a:pt x="2337834" y="136643"/>
                  <a:pt x="2340426" y="124969"/>
                </a:cubicBezTo>
                <a:cubicBezTo>
                  <a:pt x="2343017" y="113294"/>
                  <a:pt x="2344313" y="101522"/>
                  <a:pt x="2344313" y="89654"/>
                </a:cubicBezTo>
                <a:cubicBezTo>
                  <a:pt x="2344313" y="77840"/>
                  <a:pt x="2343017" y="66097"/>
                  <a:pt x="2340426" y="54423"/>
                </a:cubicBezTo>
                <a:cubicBezTo>
                  <a:pt x="2337834" y="42748"/>
                  <a:pt x="2333947" y="31362"/>
                  <a:pt x="2328764" y="20266"/>
                </a:cubicBezTo>
                <a:cubicBezTo>
                  <a:pt x="2328544" y="19769"/>
                  <a:pt x="2328461" y="19301"/>
                  <a:pt x="2328516" y="18860"/>
                </a:cubicBezTo>
                <a:cubicBezTo>
                  <a:pt x="2328571" y="18419"/>
                  <a:pt x="2328819" y="18060"/>
                  <a:pt x="2329260" y="17784"/>
                </a:cubicBezTo>
                <a:cubicBezTo>
                  <a:pt x="2329702" y="17507"/>
                  <a:pt x="2330308" y="17286"/>
                  <a:pt x="2331080" y="17120"/>
                </a:cubicBezTo>
                <a:cubicBezTo>
                  <a:pt x="2331852" y="16955"/>
                  <a:pt x="2332872" y="16872"/>
                  <a:pt x="2334140" y="16872"/>
                </a:cubicBezTo>
                <a:cubicBezTo>
                  <a:pt x="2335298" y="16872"/>
                  <a:pt x="2336263" y="16913"/>
                  <a:pt x="2337035" y="16996"/>
                </a:cubicBezTo>
                <a:cubicBezTo>
                  <a:pt x="2337807" y="17079"/>
                  <a:pt x="2338427" y="17203"/>
                  <a:pt x="2338896" y="17368"/>
                </a:cubicBezTo>
                <a:cubicBezTo>
                  <a:pt x="2339364" y="17534"/>
                  <a:pt x="2339709" y="17700"/>
                  <a:pt x="2339930" y="17867"/>
                </a:cubicBezTo>
                <a:cubicBezTo>
                  <a:pt x="2340150" y="18033"/>
                  <a:pt x="2340315" y="18226"/>
                  <a:pt x="2340426" y="18446"/>
                </a:cubicBezTo>
                <a:cubicBezTo>
                  <a:pt x="2346105" y="29761"/>
                  <a:pt x="2350557" y="41395"/>
                  <a:pt x="2353783" y="53346"/>
                </a:cubicBezTo>
                <a:cubicBezTo>
                  <a:pt x="2357008" y="65297"/>
                  <a:pt x="2358621" y="77482"/>
                  <a:pt x="2358621" y="89902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je">
            <a:extLst xmlns:a="http://schemas.openxmlformats.org/drawingml/2006/main">
              <a:ext uri="{FF2B5EF4-FFF2-40B4-BE49-F238E27FC236}">
                <a16:creationId xmlns:a16="http://schemas.microsoft.com/office/drawing/2014/main" id="{8DC96FDD-6E55-4541-8BCE-A4BBBC54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862" y="773017"/>
            <a:ext cx="145642" cy="134208"/>
          </a:xfrm>
          <a:custGeom xmlns:a="http://schemas.openxmlformats.org/drawingml/2006/main">
            <a:pathLst>
              <a:path w="145642" h="134208">
                <a:moveTo>
                  <a:pt x="51574" y="30624"/>
                </a:moveTo>
                <a:lnTo>
                  <a:pt x="51574" y="102348"/>
                </a:lnTo>
                <a:cubicBezTo>
                  <a:pt x="51574" y="107439"/>
                  <a:pt x="50846" y="111962"/>
                  <a:pt x="49392" y="115914"/>
                </a:cubicBezTo>
                <a:cubicBezTo>
                  <a:pt x="47937" y="119866"/>
                  <a:pt x="45852" y="123200"/>
                  <a:pt x="43136" y="125916"/>
                </a:cubicBezTo>
                <a:cubicBezTo>
                  <a:pt x="40420" y="128632"/>
                  <a:pt x="37086" y="130693"/>
                  <a:pt x="33134" y="132099"/>
                </a:cubicBezTo>
                <a:cubicBezTo>
                  <a:pt x="29182" y="133505"/>
                  <a:pt x="24732" y="134208"/>
                  <a:pt x="19786" y="134208"/>
                </a:cubicBezTo>
                <a:cubicBezTo>
                  <a:pt x="16197" y="134208"/>
                  <a:pt x="12693" y="133881"/>
                  <a:pt x="9275" y="133226"/>
                </a:cubicBezTo>
                <a:cubicBezTo>
                  <a:pt x="5856" y="132572"/>
                  <a:pt x="2764" y="131662"/>
                  <a:pt x="0" y="130499"/>
                </a:cubicBezTo>
                <a:lnTo>
                  <a:pt x="0" y="118423"/>
                </a:lnTo>
                <a:cubicBezTo>
                  <a:pt x="1503" y="119199"/>
                  <a:pt x="3116" y="119903"/>
                  <a:pt x="4837" y="120533"/>
                </a:cubicBezTo>
                <a:cubicBezTo>
                  <a:pt x="6559" y="121163"/>
                  <a:pt x="8329" y="121697"/>
                  <a:pt x="10147" y="122133"/>
                </a:cubicBezTo>
                <a:cubicBezTo>
                  <a:pt x="11966" y="122570"/>
                  <a:pt x="13797" y="122897"/>
                  <a:pt x="15639" y="123115"/>
                </a:cubicBezTo>
                <a:cubicBezTo>
                  <a:pt x="17482" y="123334"/>
                  <a:pt x="19277" y="123443"/>
                  <a:pt x="21022" y="123443"/>
                </a:cubicBezTo>
                <a:cubicBezTo>
                  <a:pt x="26551" y="123443"/>
                  <a:pt x="30891" y="121697"/>
                  <a:pt x="34043" y="118205"/>
                </a:cubicBezTo>
                <a:cubicBezTo>
                  <a:pt x="37195" y="114714"/>
                  <a:pt x="38771" y="109573"/>
                  <a:pt x="38771" y="102784"/>
                </a:cubicBezTo>
                <a:lnTo>
                  <a:pt x="38771" y="41099"/>
                </a:lnTo>
                <a:lnTo>
                  <a:pt x="2982" y="41099"/>
                </a:lnTo>
                <a:lnTo>
                  <a:pt x="2982" y="30624"/>
                </a:lnTo>
                <a:lnTo>
                  <a:pt x="51574" y="30624"/>
                </a:lnTo>
                <a:moveTo>
                  <a:pt x="43936" y="0"/>
                </a:moveTo>
                <a:cubicBezTo>
                  <a:pt x="45342" y="0"/>
                  <a:pt x="46652" y="255"/>
                  <a:pt x="47864" y="764"/>
                </a:cubicBezTo>
                <a:cubicBezTo>
                  <a:pt x="49076" y="1273"/>
                  <a:pt x="50131" y="1988"/>
                  <a:pt x="51028" y="2910"/>
                </a:cubicBezTo>
                <a:cubicBezTo>
                  <a:pt x="51925" y="3831"/>
                  <a:pt x="52629" y="4898"/>
                  <a:pt x="53138" y="6110"/>
                </a:cubicBezTo>
                <a:cubicBezTo>
                  <a:pt x="53647" y="7323"/>
                  <a:pt x="53902" y="8608"/>
                  <a:pt x="53902" y="9966"/>
                </a:cubicBezTo>
                <a:cubicBezTo>
                  <a:pt x="53902" y="11372"/>
                  <a:pt x="53647" y="12669"/>
                  <a:pt x="53138" y="13857"/>
                </a:cubicBezTo>
                <a:cubicBezTo>
                  <a:pt x="52629" y="15045"/>
                  <a:pt x="51925" y="16100"/>
                  <a:pt x="51028" y="17022"/>
                </a:cubicBezTo>
                <a:cubicBezTo>
                  <a:pt x="50131" y="17943"/>
                  <a:pt x="49076" y="18658"/>
                  <a:pt x="47864" y="19167"/>
                </a:cubicBezTo>
                <a:cubicBezTo>
                  <a:pt x="46652" y="19677"/>
                  <a:pt x="45342" y="19931"/>
                  <a:pt x="43936" y="19931"/>
                </a:cubicBezTo>
                <a:cubicBezTo>
                  <a:pt x="42530" y="19931"/>
                  <a:pt x="41220" y="19677"/>
                  <a:pt x="40008" y="19167"/>
                </a:cubicBezTo>
                <a:cubicBezTo>
                  <a:pt x="38796" y="18658"/>
                  <a:pt x="37741" y="17943"/>
                  <a:pt x="36844" y="17022"/>
                </a:cubicBezTo>
                <a:cubicBezTo>
                  <a:pt x="35947" y="16100"/>
                  <a:pt x="35243" y="15045"/>
                  <a:pt x="34734" y="13857"/>
                </a:cubicBezTo>
                <a:cubicBezTo>
                  <a:pt x="34225" y="12669"/>
                  <a:pt x="33970" y="11372"/>
                  <a:pt x="33970" y="9966"/>
                </a:cubicBezTo>
                <a:cubicBezTo>
                  <a:pt x="33970" y="8608"/>
                  <a:pt x="34225" y="7323"/>
                  <a:pt x="34734" y="6110"/>
                </a:cubicBezTo>
                <a:cubicBezTo>
                  <a:pt x="35243" y="4898"/>
                  <a:pt x="35947" y="3831"/>
                  <a:pt x="36844" y="2910"/>
                </a:cubicBezTo>
                <a:cubicBezTo>
                  <a:pt x="37741" y="1988"/>
                  <a:pt x="38796" y="1273"/>
                  <a:pt x="40008" y="764"/>
                </a:cubicBezTo>
                <a:cubicBezTo>
                  <a:pt x="41220" y="255"/>
                  <a:pt x="42530" y="0"/>
                  <a:pt x="43936" y="0"/>
                </a:cubicBezTo>
                <a:close/>
                <a:moveTo>
                  <a:pt x="145642" y="63285"/>
                </a:moveTo>
                <a:cubicBezTo>
                  <a:pt x="145642" y="65080"/>
                  <a:pt x="145617" y="66583"/>
                  <a:pt x="145569" y="67795"/>
                </a:cubicBezTo>
                <a:cubicBezTo>
                  <a:pt x="145520" y="69008"/>
                  <a:pt x="145448" y="70147"/>
                  <a:pt x="145351" y="71214"/>
                </a:cubicBezTo>
                <a:lnTo>
                  <a:pt x="94068" y="71214"/>
                </a:lnTo>
                <a:cubicBezTo>
                  <a:pt x="94068" y="78682"/>
                  <a:pt x="96153" y="84417"/>
                  <a:pt x="100323" y="88418"/>
                </a:cubicBezTo>
                <a:cubicBezTo>
                  <a:pt x="104494" y="92418"/>
                  <a:pt x="110507" y="94419"/>
                  <a:pt x="118363" y="94419"/>
                </a:cubicBezTo>
                <a:cubicBezTo>
                  <a:pt x="120497" y="94419"/>
                  <a:pt x="122631" y="94334"/>
                  <a:pt x="124765" y="94164"/>
                </a:cubicBezTo>
                <a:cubicBezTo>
                  <a:pt x="126898" y="93994"/>
                  <a:pt x="128959" y="93764"/>
                  <a:pt x="130948" y="93473"/>
                </a:cubicBezTo>
                <a:cubicBezTo>
                  <a:pt x="132936" y="93182"/>
                  <a:pt x="134839" y="92855"/>
                  <a:pt x="136658" y="92491"/>
                </a:cubicBezTo>
                <a:cubicBezTo>
                  <a:pt x="138477" y="92127"/>
                  <a:pt x="140162" y="91727"/>
                  <a:pt x="141714" y="91291"/>
                </a:cubicBezTo>
                <a:lnTo>
                  <a:pt x="141714" y="101693"/>
                </a:lnTo>
                <a:cubicBezTo>
                  <a:pt x="138270" y="102663"/>
                  <a:pt x="134379" y="103451"/>
                  <a:pt x="130038" y="104057"/>
                </a:cubicBezTo>
                <a:cubicBezTo>
                  <a:pt x="125698" y="104663"/>
                  <a:pt x="121200" y="104966"/>
                  <a:pt x="116545" y="104966"/>
                </a:cubicBezTo>
                <a:cubicBezTo>
                  <a:pt x="110289" y="104966"/>
                  <a:pt x="104906" y="104118"/>
                  <a:pt x="100396" y="102420"/>
                </a:cubicBezTo>
                <a:cubicBezTo>
                  <a:pt x="95886" y="100723"/>
                  <a:pt x="92189" y="98262"/>
                  <a:pt x="89303" y="95037"/>
                </a:cubicBezTo>
                <a:cubicBezTo>
                  <a:pt x="86418" y="91812"/>
                  <a:pt x="84284" y="87860"/>
                  <a:pt x="82902" y="83180"/>
                </a:cubicBezTo>
                <a:cubicBezTo>
                  <a:pt x="81520" y="78500"/>
                  <a:pt x="80829" y="73202"/>
                  <a:pt x="80829" y="67286"/>
                </a:cubicBezTo>
                <a:cubicBezTo>
                  <a:pt x="80829" y="62146"/>
                  <a:pt x="81568" y="57284"/>
                  <a:pt x="83047" y="52701"/>
                </a:cubicBezTo>
                <a:cubicBezTo>
                  <a:pt x="84526" y="48119"/>
                  <a:pt x="86684" y="44094"/>
                  <a:pt x="89521" y="40626"/>
                </a:cubicBezTo>
                <a:cubicBezTo>
                  <a:pt x="92358" y="37159"/>
                  <a:pt x="95838" y="34407"/>
                  <a:pt x="99960" y="32370"/>
                </a:cubicBezTo>
                <a:cubicBezTo>
                  <a:pt x="104082" y="30333"/>
                  <a:pt x="108762" y="29315"/>
                  <a:pt x="113999" y="29315"/>
                </a:cubicBezTo>
                <a:cubicBezTo>
                  <a:pt x="119091" y="29315"/>
                  <a:pt x="123601" y="30115"/>
                  <a:pt x="127529" y="31715"/>
                </a:cubicBezTo>
                <a:cubicBezTo>
                  <a:pt x="131457" y="33316"/>
                  <a:pt x="134767" y="35583"/>
                  <a:pt x="137458" y="38517"/>
                </a:cubicBezTo>
                <a:cubicBezTo>
                  <a:pt x="140150" y="41451"/>
                  <a:pt x="142186" y="45015"/>
                  <a:pt x="143568" y="49210"/>
                </a:cubicBezTo>
                <a:cubicBezTo>
                  <a:pt x="144951" y="53405"/>
                  <a:pt x="145642" y="58096"/>
                  <a:pt x="145642" y="63285"/>
                </a:cubicBezTo>
                <a:moveTo>
                  <a:pt x="132475" y="61467"/>
                </a:moveTo>
                <a:cubicBezTo>
                  <a:pt x="132621" y="58218"/>
                  <a:pt x="132306" y="55247"/>
                  <a:pt x="131530" y="52556"/>
                </a:cubicBezTo>
                <a:cubicBezTo>
                  <a:pt x="130754" y="49864"/>
                  <a:pt x="129554" y="47549"/>
                  <a:pt x="127929" y="45609"/>
                </a:cubicBezTo>
                <a:cubicBezTo>
                  <a:pt x="126304" y="43669"/>
                  <a:pt x="124280" y="42154"/>
                  <a:pt x="121855" y="41063"/>
                </a:cubicBezTo>
                <a:cubicBezTo>
                  <a:pt x="119430" y="39972"/>
                  <a:pt x="116618" y="39426"/>
                  <a:pt x="113417" y="39426"/>
                </a:cubicBezTo>
                <a:cubicBezTo>
                  <a:pt x="110653" y="39426"/>
                  <a:pt x="108131" y="39959"/>
                  <a:pt x="105852" y="41026"/>
                </a:cubicBezTo>
                <a:cubicBezTo>
                  <a:pt x="103573" y="42093"/>
                  <a:pt x="101609" y="43597"/>
                  <a:pt x="99960" y="45536"/>
                </a:cubicBezTo>
                <a:cubicBezTo>
                  <a:pt x="98311" y="47476"/>
                  <a:pt x="96977" y="49804"/>
                  <a:pt x="95959" y="52520"/>
                </a:cubicBezTo>
                <a:cubicBezTo>
                  <a:pt x="94941" y="55235"/>
                  <a:pt x="94310" y="58218"/>
                  <a:pt x="94068" y="61467"/>
                </a:cubicBezTo>
                <a:lnTo>
                  <a:pt x="132475" y="6146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istaken">
            <a:extLst xmlns:a="http://schemas.openxmlformats.org/drawingml/2006/main">
              <a:ext uri="{FF2B5EF4-FFF2-40B4-BE49-F238E27FC236}">
                <a16:creationId xmlns:a16="http://schemas.microsoft.com/office/drawing/2014/main" id="{834F006A-B869-418A-9A1B-CAFA944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599" y="775272"/>
            <a:ext cx="441768" cy="102857"/>
          </a:xfrm>
          <a:custGeom xmlns:a="http://schemas.openxmlformats.org/drawingml/2006/main">
            <a:pathLst>
              <a:path w="441768" h="102857">
                <a:moveTo>
                  <a:pt x="13457" y="99583"/>
                </a:moveTo>
                <a:cubicBezTo>
                  <a:pt x="13457" y="99971"/>
                  <a:pt x="13360" y="100299"/>
                  <a:pt x="13166" y="100565"/>
                </a:cubicBezTo>
                <a:cubicBezTo>
                  <a:pt x="12972" y="100832"/>
                  <a:pt x="12657" y="101062"/>
                  <a:pt x="12221" y="101256"/>
                </a:cubicBezTo>
                <a:cubicBezTo>
                  <a:pt x="11784" y="101450"/>
                  <a:pt x="11178" y="101596"/>
                  <a:pt x="10402" y="101693"/>
                </a:cubicBezTo>
                <a:cubicBezTo>
                  <a:pt x="9626" y="101790"/>
                  <a:pt x="8632" y="101838"/>
                  <a:pt x="7420" y="101838"/>
                </a:cubicBezTo>
                <a:cubicBezTo>
                  <a:pt x="6256" y="101838"/>
                  <a:pt x="5286" y="101790"/>
                  <a:pt x="4510" y="101693"/>
                </a:cubicBezTo>
                <a:cubicBezTo>
                  <a:pt x="3734" y="101596"/>
                  <a:pt x="3116" y="101450"/>
                  <a:pt x="2655" y="101256"/>
                </a:cubicBezTo>
                <a:cubicBezTo>
                  <a:pt x="2194" y="101062"/>
                  <a:pt x="1879" y="100832"/>
                  <a:pt x="1709" y="100565"/>
                </a:cubicBezTo>
                <a:cubicBezTo>
                  <a:pt x="1540" y="100299"/>
                  <a:pt x="1455" y="99971"/>
                  <a:pt x="1455" y="99583"/>
                </a:cubicBezTo>
                <a:lnTo>
                  <a:pt x="1455" y="34116"/>
                </a:lnTo>
                <a:cubicBezTo>
                  <a:pt x="1455" y="33776"/>
                  <a:pt x="1540" y="33461"/>
                  <a:pt x="1709" y="33170"/>
                </a:cubicBezTo>
                <a:cubicBezTo>
                  <a:pt x="1879" y="32879"/>
                  <a:pt x="2194" y="32637"/>
                  <a:pt x="2655" y="32443"/>
                </a:cubicBezTo>
                <a:cubicBezTo>
                  <a:pt x="3116" y="32249"/>
                  <a:pt x="3734" y="32103"/>
                  <a:pt x="4510" y="32006"/>
                </a:cubicBezTo>
                <a:cubicBezTo>
                  <a:pt x="5286" y="31909"/>
                  <a:pt x="6256" y="31861"/>
                  <a:pt x="7420" y="31861"/>
                </a:cubicBezTo>
                <a:cubicBezTo>
                  <a:pt x="8632" y="31861"/>
                  <a:pt x="9626" y="31909"/>
                  <a:pt x="10402" y="32006"/>
                </a:cubicBezTo>
                <a:cubicBezTo>
                  <a:pt x="11178" y="32103"/>
                  <a:pt x="11784" y="32249"/>
                  <a:pt x="12221" y="32443"/>
                </a:cubicBezTo>
                <a:cubicBezTo>
                  <a:pt x="12657" y="32637"/>
                  <a:pt x="12972" y="32879"/>
                  <a:pt x="13166" y="33170"/>
                </a:cubicBezTo>
                <a:cubicBezTo>
                  <a:pt x="13360" y="33461"/>
                  <a:pt x="13457" y="33776"/>
                  <a:pt x="13457" y="34116"/>
                </a:cubicBezTo>
                <a:lnTo>
                  <a:pt x="13457" y="99583"/>
                </a:lnTo>
                <a:moveTo>
                  <a:pt x="14839" y="11930"/>
                </a:moveTo>
                <a:cubicBezTo>
                  <a:pt x="14839" y="14742"/>
                  <a:pt x="14306" y="16658"/>
                  <a:pt x="13239" y="17676"/>
                </a:cubicBezTo>
                <a:cubicBezTo>
                  <a:pt x="12172" y="18695"/>
                  <a:pt x="10208" y="19204"/>
                  <a:pt x="7347" y="19204"/>
                </a:cubicBezTo>
                <a:cubicBezTo>
                  <a:pt x="4534" y="19204"/>
                  <a:pt x="2607" y="18707"/>
                  <a:pt x="1564" y="17713"/>
                </a:cubicBezTo>
                <a:cubicBezTo>
                  <a:pt x="521" y="16718"/>
                  <a:pt x="0" y="14839"/>
                  <a:pt x="0" y="12075"/>
                </a:cubicBezTo>
                <a:cubicBezTo>
                  <a:pt x="0" y="9262"/>
                  <a:pt x="533" y="7347"/>
                  <a:pt x="1600" y="6329"/>
                </a:cubicBezTo>
                <a:cubicBezTo>
                  <a:pt x="2667" y="5310"/>
                  <a:pt x="4631" y="4801"/>
                  <a:pt x="7492" y="4801"/>
                </a:cubicBezTo>
                <a:cubicBezTo>
                  <a:pt x="10305" y="4801"/>
                  <a:pt x="12233" y="5298"/>
                  <a:pt x="13275" y="6292"/>
                </a:cubicBezTo>
                <a:cubicBezTo>
                  <a:pt x="14318" y="7286"/>
                  <a:pt x="14839" y="9165"/>
                  <a:pt x="14839" y="11930"/>
                </a:cubicBezTo>
                <a:close/>
                <a:moveTo>
                  <a:pt x="76461" y="81814"/>
                </a:moveTo>
                <a:cubicBezTo>
                  <a:pt x="76461" y="85163"/>
                  <a:pt x="75842" y="88149"/>
                  <a:pt x="74606" y="90770"/>
                </a:cubicBezTo>
                <a:cubicBezTo>
                  <a:pt x="73369" y="93390"/>
                  <a:pt x="71611" y="95599"/>
                  <a:pt x="69332" y="97397"/>
                </a:cubicBezTo>
                <a:cubicBezTo>
                  <a:pt x="67053" y="99192"/>
                  <a:pt x="64337" y="100551"/>
                  <a:pt x="61185" y="101472"/>
                </a:cubicBezTo>
                <a:cubicBezTo>
                  <a:pt x="58033" y="102395"/>
                  <a:pt x="54565" y="102857"/>
                  <a:pt x="50783" y="102857"/>
                </a:cubicBezTo>
                <a:cubicBezTo>
                  <a:pt x="48455" y="102857"/>
                  <a:pt x="46237" y="102675"/>
                  <a:pt x="44127" y="102311"/>
                </a:cubicBezTo>
                <a:cubicBezTo>
                  <a:pt x="42018" y="101947"/>
                  <a:pt x="40126" y="101487"/>
                  <a:pt x="38453" y="100929"/>
                </a:cubicBezTo>
                <a:cubicBezTo>
                  <a:pt x="36780" y="100371"/>
                  <a:pt x="35362" y="99789"/>
                  <a:pt x="34198" y="99183"/>
                </a:cubicBezTo>
                <a:cubicBezTo>
                  <a:pt x="33034" y="98577"/>
                  <a:pt x="32185" y="98032"/>
                  <a:pt x="31652" y="97547"/>
                </a:cubicBezTo>
                <a:cubicBezTo>
                  <a:pt x="31118" y="97062"/>
                  <a:pt x="30730" y="96383"/>
                  <a:pt x="30488" y="95510"/>
                </a:cubicBezTo>
                <a:cubicBezTo>
                  <a:pt x="30245" y="94637"/>
                  <a:pt x="30124" y="93449"/>
                  <a:pt x="30124" y="91946"/>
                </a:cubicBezTo>
                <a:cubicBezTo>
                  <a:pt x="30124" y="91024"/>
                  <a:pt x="30173" y="90248"/>
                  <a:pt x="30270" y="89618"/>
                </a:cubicBezTo>
                <a:cubicBezTo>
                  <a:pt x="30367" y="88987"/>
                  <a:pt x="30488" y="88478"/>
                  <a:pt x="30633" y="88090"/>
                </a:cubicBezTo>
                <a:cubicBezTo>
                  <a:pt x="30779" y="87702"/>
                  <a:pt x="30985" y="87423"/>
                  <a:pt x="31252" y="87254"/>
                </a:cubicBezTo>
                <a:cubicBezTo>
                  <a:pt x="31518" y="87084"/>
                  <a:pt x="31822" y="86999"/>
                  <a:pt x="32161" y="86999"/>
                </a:cubicBezTo>
                <a:cubicBezTo>
                  <a:pt x="32694" y="86999"/>
                  <a:pt x="33482" y="87326"/>
                  <a:pt x="34525" y="87981"/>
                </a:cubicBezTo>
                <a:cubicBezTo>
                  <a:pt x="35568" y="88636"/>
                  <a:pt x="36853" y="89351"/>
                  <a:pt x="38380" y="90127"/>
                </a:cubicBezTo>
                <a:cubicBezTo>
                  <a:pt x="39908" y="90903"/>
                  <a:pt x="41714" y="91618"/>
                  <a:pt x="43800" y="92273"/>
                </a:cubicBezTo>
                <a:cubicBezTo>
                  <a:pt x="45885" y="92928"/>
                  <a:pt x="48285" y="93255"/>
                  <a:pt x="51001" y="93255"/>
                </a:cubicBezTo>
                <a:cubicBezTo>
                  <a:pt x="53038" y="93255"/>
                  <a:pt x="54881" y="93037"/>
                  <a:pt x="56529" y="92600"/>
                </a:cubicBezTo>
                <a:cubicBezTo>
                  <a:pt x="58178" y="92162"/>
                  <a:pt x="59609" y="91518"/>
                  <a:pt x="60821" y="90668"/>
                </a:cubicBezTo>
                <a:cubicBezTo>
                  <a:pt x="62034" y="89818"/>
                  <a:pt x="62967" y="88737"/>
                  <a:pt x="63622" y="87424"/>
                </a:cubicBezTo>
                <a:cubicBezTo>
                  <a:pt x="64276" y="86112"/>
                  <a:pt x="64604" y="84557"/>
                  <a:pt x="64604" y="82760"/>
                </a:cubicBezTo>
                <a:cubicBezTo>
                  <a:pt x="64604" y="80915"/>
                  <a:pt x="64131" y="79362"/>
                  <a:pt x="63185" y="78100"/>
                </a:cubicBezTo>
                <a:cubicBezTo>
                  <a:pt x="62240" y="76837"/>
                  <a:pt x="60991" y="75721"/>
                  <a:pt x="59439" y="74751"/>
                </a:cubicBezTo>
                <a:cubicBezTo>
                  <a:pt x="57887" y="73780"/>
                  <a:pt x="56142" y="72918"/>
                  <a:pt x="54202" y="72167"/>
                </a:cubicBezTo>
                <a:cubicBezTo>
                  <a:pt x="52262" y="71413"/>
                  <a:pt x="50262" y="70625"/>
                  <a:pt x="48201" y="69800"/>
                </a:cubicBezTo>
                <a:cubicBezTo>
                  <a:pt x="46140" y="68974"/>
                  <a:pt x="44127" y="68039"/>
                  <a:pt x="42163" y="66995"/>
                </a:cubicBezTo>
                <a:cubicBezTo>
                  <a:pt x="40199" y="65951"/>
                  <a:pt x="38441" y="64676"/>
                  <a:pt x="36889" y="63172"/>
                </a:cubicBezTo>
                <a:cubicBezTo>
                  <a:pt x="35337" y="61667"/>
                  <a:pt x="34089" y="59871"/>
                  <a:pt x="33143" y="57784"/>
                </a:cubicBezTo>
                <a:cubicBezTo>
                  <a:pt x="32197" y="55697"/>
                  <a:pt x="31725" y="53198"/>
                  <a:pt x="31725" y="50285"/>
                </a:cubicBezTo>
                <a:cubicBezTo>
                  <a:pt x="31725" y="47712"/>
                  <a:pt x="32222" y="45248"/>
                  <a:pt x="33216" y="42895"/>
                </a:cubicBezTo>
                <a:cubicBezTo>
                  <a:pt x="34210" y="40540"/>
                  <a:pt x="35701" y="38477"/>
                  <a:pt x="37689" y="36705"/>
                </a:cubicBezTo>
                <a:cubicBezTo>
                  <a:pt x="39678" y="34932"/>
                  <a:pt x="42163" y="33512"/>
                  <a:pt x="45145" y="32445"/>
                </a:cubicBezTo>
                <a:cubicBezTo>
                  <a:pt x="48128" y="31377"/>
                  <a:pt x="51607" y="30842"/>
                  <a:pt x="55584" y="30842"/>
                </a:cubicBezTo>
                <a:cubicBezTo>
                  <a:pt x="57330" y="30842"/>
                  <a:pt x="59075" y="30990"/>
                  <a:pt x="60821" y="31286"/>
                </a:cubicBezTo>
                <a:cubicBezTo>
                  <a:pt x="62567" y="31581"/>
                  <a:pt x="64143" y="31950"/>
                  <a:pt x="65549" y="32393"/>
                </a:cubicBezTo>
                <a:cubicBezTo>
                  <a:pt x="66956" y="32835"/>
                  <a:pt x="68156" y="33315"/>
                  <a:pt x="69150" y="33832"/>
                </a:cubicBezTo>
                <a:cubicBezTo>
                  <a:pt x="70144" y="34348"/>
                  <a:pt x="70896" y="34804"/>
                  <a:pt x="71405" y="35198"/>
                </a:cubicBezTo>
                <a:cubicBezTo>
                  <a:pt x="71914" y="35592"/>
                  <a:pt x="72254" y="35934"/>
                  <a:pt x="72424" y="36225"/>
                </a:cubicBezTo>
                <a:cubicBezTo>
                  <a:pt x="72593" y="36516"/>
                  <a:pt x="72715" y="36844"/>
                  <a:pt x="72787" y="37207"/>
                </a:cubicBezTo>
                <a:cubicBezTo>
                  <a:pt x="72860" y="37571"/>
                  <a:pt x="72933" y="38020"/>
                  <a:pt x="73005" y="38553"/>
                </a:cubicBezTo>
                <a:cubicBezTo>
                  <a:pt x="73078" y="39087"/>
                  <a:pt x="73115" y="39741"/>
                  <a:pt x="73115" y="40517"/>
                </a:cubicBezTo>
                <a:cubicBezTo>
                  <a:pt x="73115" y="41342"/>
                  <a:pt x="73078" y="42057"/>
                  <a:pt x="73005" y="42663"/>
                </a:cubicBezTo>
                <a:cubicBezTo>
                  <a:pt x="72933" y="43269"/>
                  <a:pt x="72811" y="43766"/>
                  <a:pt x="72642" y="44154"/>
                </a:cubicBezTo>
                <a:cubicBezTo>
                  <a:pt x="72472" y="44542"/>
                  <a:pt x="72266" y="44821"/>
                  <a:pt x="72023" y="44991"/>
                </a:cubicBezTo>
                <a:cubicBezTo>
                  <a:pt x="71781" y="45160"/>
                  <a:pt x="71514" y="45245"/>
                  <a:pt x="71223" y="45245"/>
                </a:cubicBezTo>
                <a:cubicBezTo>
                  <a:pt x="70787" y="45245"/>
                  <a:pt x="70156" y="44975"/>
                  <a:pt x="69332" y="44434"/>
                </a:cubicBezTo>
                <a:cubicBezTo>
                  <a:pt x="68508" y="43893"/>
                  <a:pt x="67441" y="43315"/>
                  <a:pt x="66131" y="42699"/>
                </a:cubicBezTo>
                <a:cubicBezTo>
                  <a:pt x="64822" y="42084"/>
                  <a:pt x="63282" y="41506"/>
                  <a:pt x="61512" y="40965"/>
                </a:cubicBezTo>
                <a:cubicBezTo>
                  <a:pt x="59742" y="40424"/>
                  <a:pt x="57718" y="40153"/>
                  <a:pt x="55438" y="40153"/>
                </a:cubicBezTo>
                <a:cubicBezTo>
                  <a:pt x="53402" y="40153"/>
                  <a:pt x="51607" y="40385"/>
                  <a:pt x="50055" y="40847"/>
                </a:cubicBezTo>
                <a:cubicBezTo>
                  <a:pt x="48504" y="41307"/>
                  <a:pt x="47231" y="41963"/>
                  <a:pt x="46237" y="42813"/>
                </a:cubicBezTo>
                <a:cubicBezTo>
                  <a:pt x="45242" y="43663"/>
                  <a:pt x="44491" y="44672"/>
                  <a:pt x="43982" y="45839"/>
                </a:cubicBezTo>
                <a:cubicBezTo>
                  <a:pt x="43472" y="47004"/>
                  <a:pt x="43218" y="48267"/>
                  <a:pt x="43218" y="49628"/>
                </a:cubicBezTo>
                <a:cubicBezTo>
                  <a:pt x="43218" y="51521"/>
                  <a:pt x="43703" y="53111"/>
                  <a:pt x="44673" y="54397"/>
                </a:cubicBezTo>
                <a:cubicBezTo>
                  <a:pt x="45642" y="55684"/>
                  <a:pt x="46903" y="56813"/>
                  <a:pt x="48455" y="57784"/>
                </a:cubicBezTo>
                <a:cubicBezTo>
                  <a:pt x="50007" y="58754"/>
                  <a:pt x="51777" y="59628"/>
                  <a:pt x="53765" y="60405"/>
                </a:cubicBezTo>
                <a:cubicBezTo>
                  <a:pt x="55754" y="61181"/>
                  <a:pt x="57778" y="61982"/>
                  <a:pt x="59839" y="62808"/>
                </a:cubicBezTo>
                <a:cubicBezTo>
                  <a:pt x="61900" y="63632"/>
                  <a:pt x="63937" y="64554"/>
                  <a:pt x="65950" y="65574"/>
                </a:cubicBezTo>
                <a:cubicBezTo>
                  <a:pt x="67962" y="66594"/>
                  <a:pt x="69744" y="67832"/>
                  <a:pt x="71296" y="69289"/>
                </a:cubicBezTo>
                <a:cubicBezTo>
                  <a:pt x="72848" y="70745"/>
                  <a:pt x="74097" y="72493"/>
                  <a:pt x="75042" y="74533"/>
                </a:cubicBezTo>
                <a:cubicBezTo>
                  <a:pt x="75988" y="76571"/>
                  <a:pt x="76461" y="78998"/>
                  <a:pt x="76461" y="81814"/>
                </a:cubicBezTo>
                <a:close/>
                <a:moveTo>
                  <a:pt x="161799" y="94855"/>
                </a:moveTo>
                <a:cubicBezTo>
                  <a:pt x="161799" y="96262"/>
                  <a:pt x="161702" y="97377"/>
                  <a:pt x="161508" y="98201"/>
                </a:cubicBezTo>
                <a:cubicBezTo>
                  <a:pt x="161314" y="99026"/>
                  <a:pt x="161023" y="99632"/>
                  <a:pt x="160635" y="100020"/>
                </a:cubicBezTo>
                <a:cubicBezTo>
                  <a:pt x="160247" y="100408"/>
                  <a:pt x="159665" y="100772"/>
                  <a:pt x="158889" y="101111"/>
                </a:cubicBezTo>
                <a:cubicBezTo>
                  <a:pt x="158113" y="101450"/>
                  <a:pt x="157228" y="101729"/>
                  <a:pt x="156234" y="101947"/>
                </a:cubicBezTo>
                <a:cubicBezTo>
                  <a:pt x="155240" y="102166"/>
                  <a:pt x="154185" y="102348"/>
                  <a:pt x="153070" y="102493"/>
                </a:cubicBezTo>
                <a:cubicBezTo>
                  <a:pt x="151955" y="102639"/>
                  <a:pt x="150839" y="102711"/>
                  <a:pt x="149724" y="102711"/>
                </a:cubicBezTo>
                <a:cubicBezTo>
                  <a:pt x="146329" y="102711"/>
                  <a:pt x="143419" y="102262"/>
                  <a:pt x="140995" y="101363"/>
                </a:cubicBezTo>
                <a:cubicBezTo>
                  <a:pt x="138570" y="100463"/>
                  <a:pt x="136582" y="99101"/>
                  <a:pt x="135030" y="97278"/>
                </a:cubicBezTo>
                <a:cubicBezTo>
                  <a:pt x="133478" y="95455"/>
                  <a:pt x="132351" y="93147"/>
                  <a:pt x="131647" y="90352"/>
                </a:cubicBezTo>
                <a:cubicBezTo>
                  <a:pt x="130944" y="87558"/>
                  <a:pt x="130593" y="84264"/>
                  <a:pt x="130593" y="80473"/>
                </a:cubicBezTo>
                <a:lnTo>
                  <a:pt x="130593" y="42117"/>
                </a:lnTo>
                <a:lnTo>
                  <a:pt x="121427" y="42117"/>
                </a:lnTo>
                <a:cubicBezTo>
                  <a:pt x="120700" y="42117"/>
                  <a:pt x="120118" y="41729"/>
                  <a:pt x="119681" y="40954"/>
                </a:cubicBezTo>
                <a:cubicBezTo>
                  <a:pt x="119245" y="40178"/>
                  <a:pt x="119027" y="38917"/>
                  <a:pt x="119027" y="37171"/>
                </a:cubicBezTo>
                <a:cubicBezTo>
                  <a:pt x="119027" y="36250"/>
                  <a:pt x="119087" y="35474"/>
                  <a:pt x="119209" y="34843"/>
                </a:cubicBezTo>
                <a:cubicBezTo>
                  <a:pt x="119330" y="34213"/>
                  <a:pt x="119487" y="33692"/>
                  <a:pt x="119681" y="33279"/>
                </a:cubicBezTo>
                <a:cubicBezTo>
                  <a:pt x="119875" y="32867"/>
                  <a:pt x="120130" y="32576"/>
                  <a:pt x="120445" y="32406"/>
                </a:cubicBezTo>
                <a:cubicBezTo>
                  <a:pt x="120760" y="32237"/>
                  <a:pt x="121112" y="32152"/>
                  <a:pt x="121500" y="32152"/>
                </a:cubicBezTo>
                <a:lnTo>
                  <a:pt x="130593" y="32152"/>
                </a:lnTo>
                <a:lnTo>
                  <a:pt x="130593" y="16585"/>
                </a:lnTo>
                <a:cubicBezTo>
                  <a:pt x="130593" y="16246"/>
                  <a:pt x="130678" y="15930"/>
                  <a:pt x="130847" y="15639"/>
                </a:cubicBezTo>
                <a:cubicBezTo>
                  <a:pt x="131017" y="15349"/>
                  <a:pt x="131332" y="15094"/>
                  <a:pt x="131793" y="14876"/>
                </a:cubicBezTo>
                <a:cubicBezTo>
                  <a:pt x="132254" y="14657"/>
                  <a:pt x="132872" y="14500"/>
                  <a:pt x="133648" y="14403"/>
                </a:cubicBezTo>
                <a:cubicBezTo>
                  <a:pt x="134424" y="14306"/>
                  <a:pt x="135394" y="14257"/>
                  <a:pt x="136558" y="14257"/>
                </a:cubicBezTo>
                <a:cubicBezTo>
                  <a:pt x="137770" y="14257"/>
                  <a:pt x="138764" y="14306"/>
                  <a:pt x="139540" y="14403"/>
                </a:cubicBezTo>
                <a:cubicBezTo>
                  <a:pt x="140316" y="14500"/>
                  <a:pt x="140922" y="14657"/>
                  <a:pt x="141358" y="14876"/>
                </a:cubicBezTo>
                <a:cubicBezTo>
                  <a:pt x="141795" y="15094"/>
                  <a:pt x="142110" y="15349"/>
                  <a:pt x="142304" y="15639"/>
                </a:cubicBezTo>
                <a:cubicBezTo>
                  <a:pt x="142498" y="15930"/>
                  <a:pt x="142595" y="16246"/>
                  <a:pt x="142595" y="16585"/>
                </a:cubicBezTo>
                <a:lnTo>
                  <a:pt x="142595" y="32152"/>
                </a:lnTo>
                <a:lnTo>
                  <a:pt x="159398" y="32152"/>
                </a:lnTo>
                <a:cubicBezTo>
                  <a:pt x="159786" y="32152"/>
                  <a:pt x="160126" y="32237"/>
                  <a:pt x="160417" y="32406"/>
                </a:cubicBezTo>
                <a:cubicBezTo>
                  <a:pt x="160708" y="32576"/>
                  <a:pt x="160962" y="32867"/>
                  <a:pt x="161181" y="33279"/>
                </a:cubicBezTo>
                <a:cubicBezTo>
                  <a:pt x="161399" y="33692"/>
                  <a:pt x="161556" y="34213"/>
                  <a:pt x="161653" y="34843"/>
                </a:cubicBezTo>
                <a:cubicBezTo>
                  <a:pt x="161750" y="35474"/>
                  <a:pt x="161799" y="36250"/>
                  <a:pt x="161799" y="37171"/>
                </a:cubicBezTo>
                <a:cubicBezTo>
                  <a:pt x="161799" y="38917"/>
                  <a:pt x="161581" y="40178"/>
                  <a:pt x="161144" y="40954"/>
                </a:cubicBezTo>
                <a:cubicBezTo>
                  <a:pt x="160708" y="41729"/>
                  <a:pt x="160126" y="42117"/>
                  <a:pt x="159398" y="42117"/>
                </a:cubicBezTo>
                <a:lnTo>
                  <a:pt x="142595" y="42117"/>
                </a:lnTo>
                <a:lnTo>
                  <a:pt x="142595" y="78741"/>
                </a:lnTo>
                <a:cubicBezTo>
                  <a:pt x="142595" y="83263"/>
                  <a:pt x="143262" y="86679"/>
                  <a:pt x="144595" y="88990"/>
                </a:cubicBezTo>
                <a:cubicBezTo>
                  <a:pt x="145929" y="91300"/>
                  <a:pt x="148317" y="92455"/>
                  <a:pt x="151761" y="92455"/>
                </a:cubicBezTo>
                <a:cubicBezTo>
                  <a:pt x="152876" y="92455"/>
                  <a:pt x="153870" y="92346"/>
                  <a:pt x="154743" y="92127"/>
                </a:cubicBezTo>
                <a:cubicBezTo>
                  <a:pt x="155616" y="91909"/>
                  <a:pt x="156392" y="91679"/>
                  <a:pt x="157071" y="91436"/>
                </a:cubicBezTo>
                <a:cubicBezTo>
                  <a:pt x="157750" y="91194"/>
                  <a:pt x="158332" y="90964"/>
                  <a:pt x="158816" y="90745"/>
                </a:cubicBezTo>
                <a:cubicBezTo>
                  <a:pt x="159301" y="90527"/>
                  <a:pt x="159738" y="90418"/>
                  <a:pt x="160126" y="90418"/>
                </a:cubicBezTo>
                <a:cubicBezTo>
                  <a:pt x="160368" y="90418"/>
                  <a:pt x="160599" y="90479"/>
                  <a:pt x="160817" y="90600"/>
                </a:cubicBezTo>
                <a:cubicBezTo>
                  <a:pt x="161035" y="90721"/>
                  <a:pt x="161205" y="90951"/>
                  <a:pt x="161326" y="91291"/>
                </a:cubicBezTo>
                <a:cubicBezTo>
                  <a:pt x="161447" y="91630"/>
                  <a:pt x="161556" y="92091"/>
                  <a:pt x="161653" y="92673"/>
                </a:cubicBezTo>
                <a:cubicBezTo>
                  <a:pt x="161750" y="93255"/>
                  <a:pt x="161799" y="93982"/>
                  <a:pt x="161799" y="94855"/>
                </a:cubicBezTo>
                <a:close/>
                <a:moveTo>
                  <a:pt x="225581" y="99656"/>
                </a:moveTo>
                <a:cubicBezTo>
                  <a:pt x="225581" y="100238"/>
                  <a:pt x="225387" y="100675"/>
                  <a:pt x="224999" y="100965"/>
                </a:cubicBezTo>
                <a:cubicBezTo>
                  <a:pt x="224611" y="101256"/>
                  <a:pt x="224078" y="101475"/>
                  <a:pt x="223399" y="101620"/>
                </a:cubicBezTo>
                <a:cubicBezTo>
                  <a:pt x="222720" y="101766"/>
                  <a:pt x="221726" y="101838"/>
                  <a:pt x="220416" y="101838"/>
                </a:cubicBezTo>
                <a:cubicBezTo>
                  <a:pt x="219155" y="101838"/>
                  <a:pt x="218149" y="101766"/>
                  <a:pt x="217398" y="101620"/>
                </a:cubicBezTo>
                <a:cubicBezTo>
                  <a:pt x="216646" y="101475"/>
                  <a:pt x="216100" y="101256"/>
                  <a:pt x="215761" y="100965"/>
                </a:cubicBezTo>
                <a:cubicBezTo>
                  <a:pt x="215421" y="100675"/>
                  <a:pt x="215252" y="100238"/>
                  <a:pt x="215252" y="99656"/>
                </a:cubicBezTo>
                <a:lnTo>
                  <a:pt x="215252" y="93109"/>
                </a:lnTo>
                <a:cubicBezTo>
                  <a:pt x="212390" y="96165"/>
                  <a:pt x="209202" y="98553"/>
                  <a:pt x="205686" y="100274"/>
                </a:cubicBezTo>
                <a:cubicBezTo>
                  <a:pt x="202170" y="101996"/>
                  <a:pt x="198448" y="102857"/>
                  <a:pt x="194520" y="102857"/>
                </a:cubicBezTo>
                <a:cubicBezTo>
                  <a:pt x="191077" y="102857"/>
                  <a:pt x="187961" y="102407"/>
                  <a:pt x="185173" y="101507"/>
                </a:cubicBezTo>
                <a:cubicBezTo>
                  <a:pt x="182385" y="100606"/>
                  <a:pt x="180008" y="99305"/>
                  <a:pt x="178044" y="97601"/>
                </a:cubicBezTo>
                <a:cubicBezTo>
                  <a:pt x="176080" y="95898"/>
                  <a:pt x="174553" y="93806"/>
                  <a:pt x="173462" y="91325"/>
                </a:cubicBezTo>
                <a:cubicBezTo>
                  <a:pt x="172370" y="88843"/>
                  <a:pt x="171825" y="86019"/>
                  <a:pt x="171825" y="82855"/>
                </a:cubicBezTo>
                <a:cubicBezTo>
                  <a:pt x="171825" y="79157"/>
                  <a:pt x="172577" y="75946"/>
                  <a:pt x="174080" y="73221"/>
                </a:cubicBezTo>
                <a:cubicBezTo>
                  <a:pt x="175583" y="70495"/>
                  <a:pt x="177741" y="68232"/>
                  <a:pt x="180554" y="66431"/>
                </a:cubicBezTo>
                <a:cubicBezTo>
                  <a:pt x="183367" y="64631"/>
                  <a:pt x="186810" y="63281"/>
                  <a:pt x="190883" y="62381"/>
                </a:cubicBezTo>
                <a:cubicBezTo>
                  <a:pt x="194957" y="61480"/>
                  <a:pt x="199539" y="61030"/>
                  <a:pt x="204631" y="61030"/>
                </a:cubicBezTo>
                <a:lnTo>
                  <a:pt x="213651" y="61030"/>
                </a:lnTo>
                <a:lnTo>
                  <a:pt x="213651" y="55957"/>
                </a:lnTo>
                <a:cubicBezTo>
                  <a:pt x="213651" y="53444"/>
                  <a:pt x="213385" y="51222"/>
                  <a:pt x="212851" y="49289"/>
                </a:cubicBezTo>
                <a:cubicBezTo>
                  <a:pt x="212318" y="47356"/>
                  <a:pt x="211457" y="45748"/>
                  <a:pt x="210269" y="44468"/>
                </a:cubicBezTo>
                <a:cubicBezTo>
                  <a:pt x="209081" y="43187"/>
                  <a:pt x="207541" y="42221"/>
                  <a:pt x="205650" y="41570"/>
                </a:cubicBezTo>
                <a:cubicBezTo>
                  <a:pt x="203758" y="40916"/>
                  <a:pt x="201431" y="40590"/>
                  <a:pt x="198667" y="40590"/>
                </a:cubicBezTo>
                <a:cubicBezTo>
                  <a:pt x="195708" y="40590"/>
                  <a:pt x="193053" y="40938"/>
                  <a:pt x="190701" y="41633"/>
                </a:cubicBezTo>
                <a:cubicBezTo>
                  <a:pt x="188349" y="42329"/>
                  <a:pt x="186288" y="43096"/>
                  <a:pt x="184518" y="43936"/>
                </a:cubicBezTo>
                <a:cubicBezTo>
                  <a:pt x="182748" y="44776"/>
                  <a:pt x="181269" y="45543"/>
                  <a:pt x="180081" y="46239"/>
                </a:cubicBezTo>
                <a:cubicBezTo>
                  <a:pt x="178893" y="46934"/>
                  <a:pt x="178008" y="47282"/>
                  <a:pt x="177426" y="47282"/>
                </a:cubicBezTo>
                <a:cubicBezTo>
                  <a:pt x="177038" y="47282"/>
                  <a:pt x="176699" y="47185"/>
                  <a:pt x="176408" y="46991"/>
                </a:cubicBezTo>
                <a:cubicBezTo>
                  <a:pt x="176117" y="46797"/>
                  <a:pt x="175862" y="46506"/>
                  <a:pt x="175644" y="46118"/>
                </a:cubicBezTo>
                <a:cubicBezTo>
                  <a:pt x="175426" y="45730"/>
                  <a:pt x="175268" y="45233"/>
                  <a:pt x="175171" y="44627"/>
                </a:cubicBezTo>
                <a:cubicBezTo>
                  <a:pt x="175074" y="44021"/>
                  <a:pt x="175026" y="43354"/>
                  <a:pt x="175026" y="42627"/>
                </a:cubicBezTo>
                <a:cubicBezTo>
                  <a:pt x="175026" y="41414"/>
                  <a:pt x="175110" y="40457"/>
                  <a:pt x="175280" y="39753"/>
                </a:cubicBezTo>
                <a:cubicBezTo>
                  <a:pt x="175450" y="39050"/>
                  <a:pt x="175862" y="38383"/>
                  <a:pt x="176517" y="37753"/>
                </a:cubicBezTo>
                <a:cubicBezTo>
                  <a:pt x="177171" y="37123"/>
                  <a:pt x="178299" y="36388"/>
                  <a:pt x="179899" y="35550"/>
                </a:cubicBezTo>
                <a:cubicBezTo>
                  <a:pt x="181500" y="34711"/>
                  <a:pt x="183342" y="33944"/>
                  <a:pt x="185428" y="33250"/>
                </a:cubicBezTo>
                <a:cubicBezTo>
                  <a:pt x="187513" y="32556"/>
                  <a:pt x="189792" y="31981"/>
                  <a:pt x="192265" y="31527"/>
                </a:cubicBezTo>
                <a:cubicBezTo>
                  <a:pt x="194739" y="31071"/>
                  <a:pt x="197236" y="30842"/>
                  <a:pt x="199758" y="30842"/>
                </a:cubicBezTo>
                <a:cubicBezTo>
                  <a:pt x="204462" y="30842"/>
                  <a:pt x="208462" y="31376"/>
                  <a:pt x="211760" y="32443"/>
                </a:cubicBezTo>
                <a:cubicBezTo>
                  <a:pt x="215058" y="33510"/>
                  <a:pt x="217725" y="35074"/>
                  <a:pt x="219762" y="37135"/>
                </a:cubicBezTo>
                <a:cubicBezTo>
                  <a:pt x="221798" y="39196"/>
                  <a:pt x="223277" y="41754"/>
                  <a:pt x="224199" y="44809"/>
                </a:cubicBezTo>
                <a:cubicBezTo>
                  <a:pt x="225120" y="47864"/>
                  <a:pt x="225581" y="51428"/>
                  <a:pt x="225581" y="55502"/>
                </a:cubicBezTo>
                <a:lnTo>
                  <a:pt x="225581" y="99656"/>
                </a:lnTo>
                <a:moveTo>
                  <a:pt x="213651" y="69687"/>
                </a:moveTo>
                <a:lnTo>
                  <a:pt x="203395" y="69687"/>
                </a:lnTo>
                <a:cubicBezTo>
                  <a:pt x="200097" y="69687"/>
                  <a:pt x="197236" y="69968"/>
                  <a:pt x="194811" y="70530"/>
                </a:cubicBezTo>
                <a:cubicBezTo>
                  <a:pt x="192387" y="71091"/>
                  <a:pt x="190374" y="71920"/>
                  <a:pt x="188774" y="73017"/>
                </a:cubicBezTo>
                <a:cubicBezTo>
                  <a:pt x="187173" y="74114"/>
                  <a:pt x="185997" y="75432"/>
                  <a:pt x="185246" y="76970"/>
                </a:cubicBezTo>
                <a:cubicBezTo>
                  <a:pt x="184494" y="78506"/>
                  <a:pt x="184118" y="80275"/>
                  <a:pt x="184118" y="82275"/>
                </a:cubicBezTo>
                <a:cubicBezTo>
                  <a:pt x="184118" y="85691"/>
                  <a:pt x="185197" y="88411"/>
                  <a:pt x="187355" y="90436"/>
                </a:cubicBezTo>
                <a:cubicBezTo>
                  <a:pt x="189513" y="92461"/>
                  <a:pt x="192532" y="93473"/>
                  <a:pt x="196412" y="93473"/>
                </a:cubicBezTo>
                <a:cubicBezTo>
                  <a:pt x="199564" y="93473"/>
                  <a:pt x="202485" y="92668"/>
                  <a:pt x="205177" y="91059"/>
                </a:cubicBezTo>
                <a:cubicBezTo>
                  <a:pt x="207868" y="89448"/>
                  <a:pt x="210693" y="86984"/>
                  <a:pt x="213651" y="83667"/>
                </a:cubicBezTo>
                <a:lnTo>
                  <a:pt x="213651" y="69687"/>
                </a:lnTo>
                <a:close/>
                <a:moveTo>
                  <a:pt x="301318" y="99511"/>
                </a:moveTo>
                <a:cubicBezTo>
                  <a:pt x="301318" y="99899"/>
                  <a:pt x="301221" y="100238"/>
                  <a:pt x="301027" y="100529"/>
                </a:cubicBezTo>
                <a:cubicBezTo>
                  <a:pt x="300833" y="100820"/>
                  <a:pt x="300505" y="101062"/>
                  <a:pt x="300045" y="101256"/>
                </a:cubicBezTo>
                <a:cubicBezTo>
                  <a:pt x="299584" y="101450"/>
                  <a:pt x="298941" y="101596"/>
                  <a:pt x="298117" y="101693"/>
                </a:cubicBezTo>
                <a:cubicBezTo>
                  <a:pt x="297293" y="101790"/>
                  <a:pt x="296250" y="101838"/>
                  <a:pt x="294989" y="101838"/>
                </a:cubicBezTo>
                <a:cubicBezTo>
                  <a:pt x="293680" y="101838"/>
                  <a:pt x="292601" y="101802"/>
                  <a:pt x="291752" y="101729"/>
                </a:cubicBezTo>
                <a:cubicBezTo>
                  <a:pt x="290904" y="101657"/>
                  <a:pt x="290188" y="101535"/>
                  <a:pt x="289606" y="101366"/>
                </a:cubicBezTo>
                <a:cubicBezTo>
                  <a:pt x="289024" y="101196"/>
                  <a:pt x="288552" y="100953"/>
                  <a:pt x="288188" y="100638"/>
                </a:cubicBezTo>
                <a:cubicBezTo>
                  <a:pt x="287824" y="100323"/>
                  <a:pt x="287497" y="99947"/>
                  <a:pt x="287206" y="99511"/>
                </a:cubicBezTo>
                <a:lnTo>
                  <a:pt x="259564" y="63285"/>
                </a:lnTo>
                <a:lnTo>
                  <a:pt x="259564" y="99583"/>
                </a:lnTo>
                <a:cubicBezTo>
                  <a:pt x="259564" y="99971"/>
                  <a:pt x="259467" y="100299"/>
                  <a:pt x="259273" y="100565"/>
                </a:cubicBezTo>
                <a:cubicBezTo>
                  <a:pt x="259079" y="100832"/>
                  <a:pt x="258764" y="101062"/>
                  <a:pt x="258327" y="101256"/>
                </a:cubicBezTo>
                <a:cubicBezTo>
                  <a:pt x="257891" y="101450"/>
                  <a:pt x="257285" y="101596"/>
                  <a:pt x="256509" y="101693"/>
                </a:cubicBezTo>
                <a:cubicBezTo>
                  <a:pt x="255733" y="101790"/>
                  <a:pt x="254739" y="101838"/>
                  <a:pt x="253526" y="101838"/>
                </a:cubicBezTo>
                <a:cubicBezTo>
                  <a:pt x="252363" y="101838"/>
                  <a:pt x="251393" y="101790"/>
                  <a:pt x="250617" y="101693"/>
                </a:cubicBezTo>
                <a:cubicBezTo>
                  <a:pt x="249841" y="101596"/>
                  <a:pt x="249223" y="101450"/>
                  <a:pt x="248762" y="101256"/>
                </a:cubicBezTo>
                <a:cubicBezTo>
                  <a:pt x="248301" y="101062"/>
                  <a:pt x="247986" y="100832"/>
                  <a:pt x="247816" y="100565"/>
                </a:cubicBezTo>
                <a:cubicBezTo>
                  <a:pt x="247646" y="100297"/>
                  <a:pt x="247562" y="99969"/>
                  <a:pt x="247562" y="99581"/>
                </a:cubicBezTo>
                <a:lnTo>
                  <a:pt x="247562" y="2330"/>
                </a:lnTo>
                <a:cubicBezTo>
                  <a:pt x="247562" y="1942"/>
                  <a:pt x="247646" y="1603"/>
                  <a:pt x="247816" y="1312"/>
                </a:cubicBezTo>
                <a:cubicBezTo>
                  <a:pt x="247986" y="1019"/>
                  <a:pt x="248301" y="776"/>
                  <a:pt x="248762" y="582"/>
                </a:cubicBezTo>
                <a:cubicBezTo>
                  <a:pt x="249223" y="388"/>
                  <a:pt x="249841" y="242"/>
                  <a:pt x="250617" y="145"/>
                </a:cubicBezTo>
                <a:cubicBezTo>
                  <a:pt x="251393" y="48"/>
                  <a:pt x="252363" y="0"/>
                  <a:pt x="253526" y="0"/>
                </a:cubicBezTo>
                <a:cubicBezTo>
                  <a:pt x="254739" y="0"/>
                  <a:pt x="255733" y="48"/>
                  <a:pt x="256509" y="145"/>
                </a:cubicBezTo>
                <a:cubicBezTo>
                  <a:pt x="257285" y="242"/>
                  <a:pt x="257891" y="388"/>
                  <a:pt x="258327" y="582"/>
                </a:cubicBezTo>
                <a:cubicBezTo>
                  <a:pt x="258764" y="776"/>
                  <a:pt x="259079" y="1019"/>
                  <a:pt x="259273" y="1312"/>
                </a:cubicBezTo>
                <a:cubicBezTo>
                  <a:pt x="259467" y="1603"/>
                  <a:pt x="259564" y="1942"/>
                  <a:pt x="259564" y="2330"/>
                </a:cubicBezTo>
                <a:lnTo>
                  <a:pt x="259564" y="61612"/>
                </a:lnTo>
                <a:lnTo>
                  <a:pt x="284296" y="34407"/>
                </a:lnTo>
                <a:cubicBezTo>
                  <a:pt x="284684" y="33922"/>
                  <a:pt x="285096" y="33522"/>
                  <a:pt x="285533" y="33207"/>
                </a:cubicBezTo>
                <a:cubicBezTo>
                  <a:pt x="285969" y="32891"/>
                  <a:pt x="286491" y="32625"/>
                  <a:pt x="287097" y="32406"/>
                </a:cubicBezTo>
                <a:cubicBezTo>
                  <a:pt x="287703" y="32188"/>
                  <a:pt x="288418" y="32043"/>
                  <a:pt x="289243" y="31970"/>
                </a:cubicBezTo>
                <a:cubicBezTo>
                  <a:pt x="290067" y="31897"/>
                  <a:pt x="291061" y="31861"/>
                  <a:pt x="292225" y="31861"/>
                </a:cubicBezTo>
                <a:cubicBezTo>
                  <a:pt x="293437" y="31861"/>
                  <a:pt x="294456" y="31897"/>
                  <a:pt x="295280" y="31970"/>
                </a:cubicBezTo>
                <a:cubicBezTo>
                  <a:pt x="296105" y="32043"/>
                  <a:pt x="296771" y="32164"/>
                  <a:pt x="297281" y="32334"/>
                </a:cubicBezTo>
                <a:cubicBezTo>
                  <a:pt x="297790" y="32503"/>
                  <a:pt x="298153" y="32722"/>
                  <a:pt x="298372" y="32988"/>
                </a:cubicBezTo>
                <a:cubicBezTo>
                  <a:pt x="298590" y="33255"/>
                  <a:pt x="298699" y="33607"/>
                  <a:pt x="298699" y="34043"/>
                </a:cubicBezTo>
                <a:cubicBezTo>
                  <a:pt x="298699" y="34625"/>
                  <a:pt x="298541" y="35207"/>
                  <a:pt x="298226" y="35789"/>
                </a:cubicBezTo>
                <a:cubicBezTo>
                  <a:pt x="297911" y="36371"/>
                  <a:pt x="297390" y="37050"/>
                  <a:pt x="296662" y="37826"/>
                </a:cubicBezTo>
                <a:lnTo>
                  <a:pt x="272948" y="61539"/>
                </a:lnTo>
                <a:lnTo>
                  <a:pt x="299572" y="96092"/>
                </a:lnTo>
                <a:cubicBezTo>
                  <a:pt x="300202" y="96916"/>
                  <a:pt x="300651" y="97583"/>
                  <a:pt x="300918" y="98092"/>
                </a:cubicBezTo>
                <a:cubicBezTo>
                  <a:pt x="301184" y="98601"/>
                  <a:pt x="301318" y="99074"/>
                  <a:pt x="301318" y="99511"/>
                </a:cubicBezTo>
                <a:close/>
                <a:moveTo>
                  <a:pt x="366384" y="64013"/>
                </a:moveTo>
                <a:cubicBezTo>
                  <a:pt x="366384" y="65904"/>
                  <a:pt x="365911" y="67250"/>
                  <a:pt x="364965" y="68050"/>
                </a:cubicBezTo>
                <a:cubicBezTo>
                  <a:pt x="364020" y="68850"/>
                  <a:pt x="362941" y="69250"/>
                  <a:pt x="361728" y="69250"/>
                </a:cubicBezTo>
                <a:lnTo>
                  <a:pt x="318811" y="69250"/>
                </a:lnTo>
                <a:cubicBezTo>
                  <a:pt x="318811" y="72898"/>
                  <a:pt x="319175" y="76181"/>
                  <a:pt x="319902" y="79100"/>
                </a:cubicBezTo>
                <a:cubicBezTo>
                  <a:pt x="320629" y="82019"/>
                  <a:pt x="321842" y="84524"/>
                  <a:pt x="323539" y="86615"/>
                </a:cubicBezTo>
                <a:cubicBezTo>
                  <a:pt x="325236" y="88706"/>
                  <a:pt x="327443" y="90312"/>
                  <a:pt x="330159" y="91432"/>
                </a:cubicBezTo>
                <a:cubicBezTo>
                  <a:pt x="332874" y="92550"/>
                  <a:pt x="336196" y="93109"/>
                  <a:pt x="340124" y="93109"/>
                </a:cubicBezTo>
                <a:cubicBezTo>
                  <a:pt x="343228" y="93109"/>
                  <a:pt x="345992" y="92855"/>
                  <a:pt x="348417" y="92346"/>
                </a:cubicBezTo>
                <a:cubicBezTo>
                  <a:pt x="350841" y="91836"/>
                  <a:pt x="352939" y="91267"/>
                  <a:pt x="354709" y="90636"/>
                </a:cubicBezTo>
                <a:cubicBezTo>
                  <a:pt x="356479" y="90006"/>
                  <a:pt x="357934" y="89436"/>
                  <a:pt x="359073" y="88927"/>
                </a:cubicBezTo>
                <a:cubicBezTo>
                  <a:pt x="360213" y="88418"/>
                  <a:pt x="361074" y="88163"/>
                  <a:pt x="361656" y="88163"/>
                </a:cubicBezTo>
                <a:cubicBezTo>
                  <a:pt x="361995" y="88163"/>
                  <a:pt x="362298" y="88248"/>
                  <a:pt x="362565" y="88418"/>
                </a:cubicBezTo>
                <a:cubicBezTo>
                  <a:pt x="362832" y="88587"/>
                  <a:pt x="363038" y="88842"/>
                  <a:pt x="363183" y="89181"/>
                </a:cubicBezTo>
                <a:cubicBezTo>
                  <a:pt x="363329" y="89521"/>
                  <a:pt x="363438" y="89994"/>
                  <a:pt x="363511" y="90600"/>
                </a:cubicBezTo>
                <a:cubicBezTo>
                  <a:pt x="363583" y="91206"/>
                  <a:pt x="363620" y="91946"/>
                  <a:pt x="363620" y="92818"/>
                </a:cubicBezTo>
                <a:cubicBezTo>
                  <a:pt x="363620" y="93449"/>
                  <a:pt x="363596" y="93994"/>
                  <a:pt x="363547" y="94455"/>
                </a:cubicBezTo>
                <a:cubicBezTo>
                  <a:pt x="363499" y="94916"/>
                  <a:pt x="363438" y="95328"/>
                  <a:pt x="363365" y="95692"/>
                </a:cubicBezTo>
                <a:cubicBezTo>
                  <a:pt x="363292" y="96055"/>
                  <a:pt x="363171" y="96383"/>
                  <a:pt x="363001" y="96674"/>
                </a:cubicBezTo>
                <a:cubicBezTo>
                  <a:pt x="362832" y="96965"/>
                  <a:pt x="362614" y="97244"/>
                  <a:pt x="362347" y="97510"/>
                </a:cubicBezTo>
                <a:cubicBezTo>
                  <a:pt x="362080" y="97777"/>
                  <a:pt x="361292" y="98213"/>
                  <a:pt x="359983" y="98820"/>
                </a:cubicBezTo>
                <a:cubicBezTo>
                  <a:pt x="358673" y="99426"/>
                  <a:pt x="356976" y="100020"/>
                  <a:pt x="354891" y="100602"/>
                </a:cubicBezTo>
                <a:cubicBezTo>
                  <a:pt x="352805" y="101184"/>
                  <a:pt x="350393" y="101705"/>
                  <a:pt x="347653" y="102166"/>
                </a:cubicBezTo>
                <a:cubicBezTo>
                  <a:pt x="344913" y="102626"/>
                  <a:pt x="341991" y="102857"/>
                  <a:pt x="338888" y="102857"/>
                </a:cubicBezTo>
                <a:cubicBezTo>
                  <a:pt x="333505" y="102857"/>
                  <a:pt x="328789" y="102104"/>
                  <a:pt x="324739" y="100600"/>
                </a:cubicBezTo>
                <a:cubicBezTo>
                  <a:pt x="320690" y="99095"/>
                  <a:pt x="317283" y="96862"/>
                  <a:pt x="314519" y="93900"/>
                </a:cubicBezTo>
                <a:cubicBezTo>
                  <a:pt x="311755" y="90939"/>
                  <a:pt x="309670" y="87226"/>
                  <a:pt x="308263" y="82760"/>
                </a:cubicBezTo>
                <a:cubicBezTo>
                  <a:pt x="306857" y="78294"/>
                  <a:pt x="306154" y="73099"/>
                  <a:pt x="306154" y="67177"/>
                </a:cubicBezTo>
                <a:cubicBezTo>
                  <a:pt x="306154" y="61546"/>
                  <a:pt x="306881" y="56485"/>
                  <a:pt x="308336" y="51994"/>
                </a:cubicBezTo>
                <a:cubicBezTo>
                  <a:pt x="309791" y="47504"/>
                  <a:pt x="311888" y="43694"/>
                  <a:pt x="314628" y="40563"/>
                </a:cubicBezTo>
                <a:cubicBezTo>
                  <a:pt x="317368" y="37432"/>
                  <a:pt x="320678" y="35029"/>
                  <a:pt x="324557" y="33354"/>
                </a:cubicBezTo>
                <a:cubicBezTo>
                  <a:pt x="328437" y="31680"/>
                  <a:pt x="332777" y="30842"/>
                  <a:pt x="337578" y="30842"/>
                </a:cubicBezTo>
                <a:cubicBezTo>
                  <a:pt x="342719" y="30842"/>
                  <a:pt x="347095" y="31667"/>
                  <a:pt x="350708" y="33316"/>
                </a:cubicBezTo>
                <a:cubicBezTo>
                  <a:pt x="354321" y="34965"/>
                  <a:pt x="357291" y="37183"/>
                  <a:pt x="359619" y="39972"/>
                </a:cubicBezTo>
                <a:cubicBezTo>
                  <a:pt x="361947" y="42760"/>
                  <a:pt x="363656" y="46033"/>
                  <a:pt x="364747" y="49792"/>
                </a:cubicBezTo>
                <a:cubicBezTo>
                  <a:pt x="365838" y="53550"/>
                  <a:pt x="366384" y="57563"/>
                  <a:pt x="366384" y="61830"/>
                </a:cubicBezTo>
                <a:lnTo>
                  <a:pt x="366384" y="64013"/>
                </a:lnTo>
                <a:moveTo>
                  <a:pt x="354309" y="60448"/>
                </a:moveTo>
                <a:cubicBezTo>
                  <a:pt x="354454" y="54144"/>
                  <a:pt x="353060" y="49198"/>
                  <a:pt x="350126" y="45609"/>
                </a:cubicBezTo>
                <a:cubicBezTo>
                  <a:pt x="347192" y="42020"/>
                  <a:pt x="342840" y="40226"/>
                  <a:pt x="337069" y="40226"/>
                </a:cubicBezTo>
                <a:cubicBezTo>
                  <a:pt x="334111" y="40226"/>
                  <a:pt x="331516" y="40784"/>
                  <a:pt x="329286" y="41899"/>
                </a:cubicBezTo>
                <a:cubicBezTo>
                  <a:pt x="327055" y="43015"/>
                  <a:pt x="325188" y="44494"/>
                  <a:pt x="323685" y="46336"/>
                </a:cubicBezTo>
                <a:cubicBezTo>
                  <a:pt x="322181" y="48179"/>
                  <a:pt x="321017" y="50325"/>
                  <a:pt x="320193" y="52774"/>
                </a:cubicBezTo>
                <a:cubicBezTo>
                  <a:pt x="319369" y="55223"/>
                  <a:pt x="318908" y="57781"/>
                  <a:pt x="318811" y="60448"/>
                </a:cubicBezTo>
                <a:lnTo>
                  <a:pt x="354309" y="60448"/>
                </a:lnTo>
                <a:close/>
                <a:moveTo>
                  <a:pt x="441768" y="99583"/>
                </a:moveTo>
                <a:cubicBezTo>
                  <a:pt x="441768" y="99971"/>
                  <a:pt x="441671" y="100299"/>
                  <a:pt x="441477" y="100565"/>
                </a:cubicBezTo>
                <a:cubicBezTo>
                  <a:pt x="441283" y="100832"/>
                  <a:pt x="440968" y="101062"/>
                  <a:pt x="440532" y="101256"/>
                </a:cubicBezTo>
                <a:cubicBezTo>
                  <a:pt x="440095" y="101450"/>
                  <a:pt x="439489" y="101596"/>
                  <a:pt x="438713" y="101693"/>
                </a:cubicBezTo>
                <a:cubicBezTo>
                  <a:pt x="437937" y="101790"/>
                  <a:pt x="436967" y="101838"/>
                  <a:pt x="435803" y="101838"/>
                </a:cubicBezTo>
                <a:cubicBezTo>
                  <a:pt x="434591" y="101838"/>
                  <a:pt x="433597" y="101790"/>
                  <a:pt x="432821" y="101693"/>
                </a:cubicBezTo>
                <a:cubicBezTo>
                  <a:pt x="432045" y="101596"/>
                  <a:pt x="431439" y="101450"/>
                  <a:pt x="431002" y="101256"/>
                </a:cubicBezTo>
                <a:cubicBezTo>
                  <a:pt x="430566" y="101062"/>
                  <a:pt x="430251" y="100832"/>
                  <a:pt x="430057" y="100565"/>
                </a:cubicBezTo>
                <a:cubicBezTo>
                  <a:pt x="429863" y="100299"/>
                  <a:pt x="429766" y="99971"/>
                  <a:pt x="429766" y="99583"/>
                </a:cubicBezTo>
                <a:lnTo>
                  <a:pt x="429766" y="61249"/>
                </a:lnTo>
                <a:cubicBezTo>
                  <a:pt x="429766" y="57514"/>
                  <a:pt x="429475" y="54508"/>
                  <a:pt x="428893" y="52229"/>
                </a:cubicBezTo>
                <a:cubicBezTo>
                  <a:pt x="428311" y="49949"/>
                  <a:pt x="427462" y="47985"/>
                  <a:pt x="426347" y="46336"/>
                </a:cubicBezTo>
                <a:cubicBezTo>
                  <a:pt x="425232" y="44688"/>
                  <a:pt x="423789" y="43427"/>
                  <a:pt x="422019" y="42554"/>
                </a:cubicBezTo>
                <a:cubicBezTo>
                  <a:pt x="420249" y="41681"/>
                  <a:pt x="418200" y="41245"/>
                  <a:pt x="415872" y="41245"/>
                </a:cubicBezTo>
                <a:cubicBezTo>
                  <a:pt x="412866" y="41245"/>
                  <a:pt x="409859" y="42311"/>
                  <a:pt x="406852" y="44445"/>
                </a:cubicBezTo>
                <a:cubicBezTo>
                  <a:pt x="403846" y="46579"/>
                  <a:pt x="400693" y="49707"/>
                  <a:pt x="397396" y="53829"/>
                </a:cubicBezTo>
                <a:lnTo>
                  <a:pt x="397396" y="99583"/>
                </a:lnTo>
                <a:cubicBezTo>
                  <a:pt x="397396" y="99971"/>
                  <a:pt x="397299" y="100299"/>
                  <a:pt x="397105" y="100565"/>
                </a:cubicBezTo>
                <a:cubicBezTo>
                  <a:pt x="396911" y="100832"/>
                  <a:pt x="396596" y="101062"/>
                  <a:pt x="396159" y="101256"/>
                </a:cubicBezTo>
                <a:cubicBezTo>
                  <a:pt x="395723" y="101450"/>
                  <a:pt x="395117" y="101596"/>
                  <a:pt x="394341" y="101693"/>
                </a:cubicBezTo>
                <a:cubicBezTo>
                  <a:pt x="393565" y="101790"/>
                  <a:pt x="392571" y="101838"/>
                  <a:pt x="391358" y="101838"/>
                </a:cubicBezTo>
                <a:cubicBezTo>
                  <a:pt x="390194" y="101838"/>
                  <a:pt x="389224" y="101790"/>
                  <a:pt x="388449" y="101693"/>
                </a:cubicBezTo>
                <a:cubicBezTo>
                  <a:pt x="387673" y="101596"/>
                  <a:pt x="387054" y="101450"/>
                  <a:pt x="386594" y="101256"/>
                </a:cubicBezTo>
                <a:cubicBezTo>
                  <a:pt x="386133" y="101062"/>
                  <a:pt x="385818" y="100832"/>
                  <a:pt x="385648" y="100565"/>
                </a:cubicBezTo>
                <a:cubicBezTo>
                  <a:pt x="385478" y="100299"/>
                  <a:pt x="385393" y="99971"/>
                  <a:pt x="385393" y="99583"/>
                </a:cubicBezTo>
                <a:lnTo>
                  <a:pt x="385393" y="34116"/>
                </a:lnTo>
                <a:cubicBezTo>
                  <a:pt x="385393" y="33728"/>
                  <a:pt x="385466" y="33401"/>
                  <a:pt x="385612" y="33134"/>
                </a:cubicBezTo>
                <a:cubicBezTo>
                  <a:pt x="385757" y="32867"/>
                  <a:pt x="386048" y="32625"/>
                  <a:pt x="386485" y="32406"/>
                </a:cubicBezTo>
                <a:cubicBezTo>
                  <a:pt x="386921" y="32188"/>
                  <a:pt x="387479" y="32043"/>
                  <a:pt x="388158" y="31970"/>
                </a:cubicBezTo>
                <a:cubicBezTo>
                  <a:pt x="388836" y="31897"/>
                  <a:pt x="389734" y="31861"/>
                  <a:pt x="390849" y="31861"/>
                </a:cubicBezTo>
                <a:cubicBezTo>
                  <a:pt x="391916" y="31861"/>
                  <a:pt x="392801" y="31897"/>
                  <a:pt x="393504" y="31970"/>
                </a:cubicBezTo>
                <a:cubicBezTo>
                  <a:pt x="394207" y="32043"/>
                  <a:pt x="394753" y="32188"/>
                  <a:pt x="395141" y="32406"/>
                </a:cubicBezTo>
                <a:cubicBezTo>
                  <a:pt x="395529" y="32625"/>
                  <a:pt x="395808" y="32867"/>
                  <a:pt x="395977" y="33134"/>
                </a:cubicBezTo>
                <a:cubicBezTo>
                  <a:pt x="396147" y="33401"/>
                  <a:pt x="396232" y="33728"/>
                  <a:pt x="396232" y="34116"/>
                </a:cubicBezTo>
                <a:lnTo>
                  <a:pt x="396232" y="42772"/>
                </a:lnTo>
                <a:cubicBezTo>
                  <a:pt x="399917" y="38650"/>
                  <a:pt x="403591" y="35631"/>
                  <a:pt x="407252" y="33716"/>
                </a:cubicBezTo>
                <a:cubicBezTo>
                  <a:pt x="410914" y="31800"/>
                  <a:pt x="414611" y="30842"/>
                  <a:pt x="418345" y="30842"/>
                </a:cubicBezTo>
                <a:cubicBezTo>
                  <a:pt x="422710" y="30842"/>
                  <a:pt x="426383" y="31582"/>
                  <a:pt x="429366" y="33061"/>
                </a:cubicBezTo>
                <a:cubicBezTo>
                  <a:pt x="432348" y="34540"/>
                  <a:pt x="434761" y="36516"/>
                  <a:pt x="436604" y="38990"/>
                </a:cubicBezTo>
                <a:cubicBezTo>
                  <a:pt x="438446" y="41463"/>
                  <a:pt x="439768" y="44360"/>
                  <a:pt x="440568" y="47682"/>
                </a:cubicBezTo>
                <a:cubicBezTo>
                  <a:pt x="441368" y="51004"/>
                  <a:pt x="441768" y="54993"/>
                  <a:pt x="441768" y="59648"/>
                </a:cubicBezTo>
                <a:lnTo>
                  <a:pt x="441768" y="99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je">
            <a:extLst xmlns:a="http://schemas.openxmlformats.org/drawingml/2006/main">
              <a:ext uri="{FF2B5EF4-FFF2-40B4-BE49-F238E27FC236}">
                <a16:creationId xmlns:a16="http://schemas.microsoft.com/office/drawing/2014/main" id="{21316AA0-946A-4210-81E8-E44B9D10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60" y="768935"/>
            <a:ext cx="145642" cy="134208"/>
          </a:xfrm>
          <a:custGeom xmlns:a="http://schemas.openxmlformats.org/drawingml/2006/main">
            <a:pathLst>
              <a:path w="145642" h="134208">
                <a:moveTo>
                  <a:pt x="51574" y="30624"/>
                </a:moveTo>
                <a:lnTo>
                  <a:pt x="51574" y="102348"/>
                </a:lnTo>
                <a:cubicBezTo>
                  <a:pt x="51574" y="107439"/>
                  <a:pt x="50846" y="111962"/>
                  <a:pt x="49392" y="115914"/>
                </a:cubicBezTo>
                <a:cubicBezTo>
                  <a:pt x="47937" y="119866"/>
                  <a:pt x="45852" y="123200"/>
                  <a:pt x="43136" y="125916"/>
                </a:cubicBezTo>
                <a:cubicBezTo>
                  <a:pt x="40420" y="128632"/>
                  <a:pt x="37086" y="130693"/>
                  <a:pt x="33134" y="132099"/>
                </a:cubicBezTo>
                <a:cubicBezTo>
                  <a:pt x="29182" y="133505"/>
                  <a:pt x="24732" y="134208"/>
                  <a:pt x="19786" y="134208"/>
                </a:cubicBezTo>
                <a:cubicBezTo>
                  <a:pt x="16197" y="134208"/>
                  <a:pt x="12693" y="133881"/>
                  <a:pt x="9275" y="133226"/>
                </a:cubicBezTo>
                <a:cubicBezTo>
                  <a:pt x="5856" y="132572"/>
                  <a:pt x="2764" y="131662"/>
                  <a:pt x="0" y="130499"/>
                </a:cubicBezTo>
                <a:lnTo>
                  <a:pt x="0" y="118423"/>
                </a:lnTo>
                <a:cubicBezTo>
                  <a:pt x="1503" y="119199"/>
                  <a:pt x="3116" y="119903"/>
                  <a:pt x="4837" y="120533"/>
                </a:cubicBezTo>
                <a:cubicBezTo>
                  <a:pt x="6559" y="121163"/>
                  <a:pt x="8329" y="121697"/>
                  <a:pt x="10147" y="122133"/>
                </a:cubicBezTo>
                <a:cubicBezTo>
                  <a:pt x="11966" y="122570"/>
                  <a:pt x="13797" y="122897"/>
                  <a:pt x="15639" y="123115"/>
                </a:cubicBezTo>
                <a:cubicBezTo>
                  <a:pt x="17482" y="123334"/>
                  <a:pt x="19277" y="123443"/>
                  <a:pt x="21022" y="123443"/>
                </a:cubicBezTo>
                <a:cubicBezTo>
                  <a:pt x="26551" y="123443"/>
                  <a:pt x="30891" y="121697"/>
                  <a:pt x="34043" y="118205"/>
                </a:cubicBezTo>
                <a:cubicBezTo>
                  <a:pt x="37195" y="114714"/>
                  <a:pt x="38771" y="109573"/>
                  <a:pt x="38771" y="102784"/>
                </a:cubicBezTo>
                <a:lnTo>
                  <a:pt x="38771" y="41099"/>
                </a:lnTo>
                <a:lnTo>
                  <a:pt x="2982" y="41099"/>
                </a:lnTo>
                <a:lnTo>
                  <a:pt x="2982" y="30624"/>
                </a:lnTo>
                <a:lnTo>
                  <a:pt x="51574" y="30624"/>
                </a:lnTo>
                <a:moveTo>
                  <a:pt x="43936" y="0"/>
                </a:moveTo>
                <a:cubicBezTo>
                  <a:pt x="45342" y="0"/>
                  <a:pt x="46652" y="255"/>
                  <a:pt x="47864" y="764"/>
                </a:cubicBezTo>
                <a:cubicBezTo>
                  <a:pt x="49076" y="1273"/>
                  <a:pt x="50131" y="1988"/>
                  <a:pt x="51028" y="2910"/>
                </a:cubicBezTo>
                <a:cubicBezTo>
                  <a:pt x="51925" y="3831"/>
                  <a:pt x="52629" y="4898"/>
                  <a:pt x="53138" y="6110"/>
                </a:cubicBezTo>
                <a:cubicBezTo>
                  <a:pt x="53647" y="7323"/>
                  <a:pt x="53902" y="8608"/>
                  <a:pt x="53902" y="9966"/>
                </a:cubicBezTo>
                <a:cubicBezTo>
                  <a:pt x="53902" y="11372"/>
                  <a:pt x="53647" y="12669"/>
                  <a:pt x="53138" y="13857"/>
                </a:cubicBezTo>
                <a:cubicBezTo>
                  <a:pt x="52629" y="15045"/>
                  <a:pt x="51925" y="16100"/>
                  <a:pt x="51028" y="17022"/>
                </a:cubicBezTo>
                <a:cubicBezTo>
                  <a:pt x="50131" y="17943"/>
                  <a:pt x="49076" y="18658"/>
                  <a:pt x="47864" y="19167"/>
                </a:cubicBezTo>
                <a:cubicBezTo>
                  <a:pt x="46652" y="19677"/>
                  <a:pt x="45342" y="19931"/>
                  <a:pt x="43936" y="19931"/>
                </a:cubicBezTo>
                <a:cubicBezTo>
                  <a:pt x="42530" y="19931"/>
                  <a:pt x="41220" y="19677"/>
                  <a:pt x="40008" y="19167"/>
                </a:cubicBezTo>
                <a:cubicBezTo>
                  <a:pt x="38796" y="18658"/>
                  <a:pt x="37741" y="17943"/>
                  <a:pt x="36844" y="17022"/>
                </a:cubicBezTo>
                <a:cubicBezTo>
                  <a:pt x="35947" y="16100"/>
                  <a:pt x="35243" y="15045"/>
                  <a:pt x="34734" y="13857"/>
                </a:cubicBezTo>
                <a:cubicBezTo>
                  <a:pt x="34225" y="12669"/>
                  <a:pt x="33970" y="11372"/>
                  <a:pt x="33970" y="9966"/>
                </a:cubicBezTo>
                <a:cubicBezTo>
                  <a:pt x="33970" y="8608"/>
                  <a:pt x="34225" y="7323"/>
                  <a:pt x="34734" y="6110"/>
                </a:cubicBezTo>
                <a:cubicBezTo>
                  <a:pt x="35243" y="4898"/>
                  <a:pt x="35947" y="3831"/>
                  <a:pt x="36844" y="2910"/>
                </a:cubicBezTo>
                <a:cubicBezTo>
                  <a:pt x="37741" y="1988"/>
                  <a:pt x="38796" y="1273"/>
                  <a:pt x="40008" y="764"/>
                </a:cubicBezTo>
                <a:cubicBezTo>
                  <a:pt x="41220" y="255"/>
                  <a:pt x="42530" y="0"/>
                  <a:pt x="43936" y="0"/>
                </a:cubicBezTo>
                <a:close/>
                <a:moveTo>
                  <a:pt x="145642" y="63285"/>
                </a:moveTo>
                <a:cubicBezTo>
                  <a:pt x="145642" y="65080"/>
                  <a:pt x="145617" y="66583"/>
                  <a:pt x="145569" y="67795"/>
                </a:cubicBezTo>
                <a:cubicBezTo>
                  <a:pt x="145520" y="69008"/>
                  <a:pt x="145448" y="70147"/>
                  <a:pt x="145351" y="71214"/>
                </a:cubicBezTo>
                <a:lnTo>
                  <a:pt x="94068" y="71214"/>
                </a:lnTo>
                <a:cubicBezTo>
                  <a:pt x="94068" y="78682"/>
                  <a:pt x="96153" y="84417"/>
                  <a:pt x="100323" y="88418"/>
                </a:cubicBezTo>
                <a:cubicBezTo>
                  <a:pt x="104494" y="92418"/>
                  <a:pt x="110507" y="94419"/>
                  <a:pt x="118363" y="94419"/>
                </a:cubicBezTo>
                <a:cubicBezTo>
                  <a:pt x="120497" y="94419"/>
                  <a:pt x="122631" y="94334"/>
                  <a:pt x="124765" y="94164"/>
                </a:cubicBezTo>
                <a:cubicBezTo>
                  <a:pt x="126898" y="93994"/>
                  <a:pt x="128959" y="93764"/>
                  <a:pt x="130948" y="93473"/>
                </a:cubicBezTo>
                <a:cubicBezTo>
                  <a:pt x="132936" y="93182"/>
                  <a:pt x="134839" y="92855"/>
                  <a:pt x="136658" y="92491"/>
                </a:cubicBezTo>
                <a:cubicBezTo>
                  <a:pt x="138477" y="92127"/>
                  <a:pt x="140162" y="91727"/>
                  <a:pt x="141714" y="91291"/>
                </a:cubicBezTo>
                <a:lnTo>
                  <a:pt x="141714" y="101693"/>
                </a:lnTo>
                <a:cubicBezTo>
                  <a:pt x="138270" y="102663"/>
                  <a:pt x="134379" y="103451"/>
                  <a:pt x="130038" y="104057"/>
                </a:cubicBezTo>
                <a:cubicBezTo>
                  <a:pt x="125698" y="104663"/>
                  <a:pt x="121200" y="104966"/>
                  <a:pt x="116545" y="104966"/>
                </a:cubicBezTo>
                <a:cubicBezTo>
                  <a:pt x="110289" y="104966"/>
                  <a:pt x="104906" y="104118"/>
                  <a:pt x="100396" y="102420"/>
                </a:cubicBezTo>
                <a:cubicBezTo>
                  <a:pt x="95886" y="100723"/>
                  <a:pt x="92189" y="98262"/>
                  <a:pt x="89303" y="95037"/>
                </a:cubicBezTo>
                <a:cubicBezTo>
                  <a:pt x="86418" y="91812"/>
                  <a:pt x="84284" y="87860"/>
                  <a:pt x="82902" y="83180"/>
                </a:cubicBezTo>
                <a:cubicBezTo>
                  <a:pt x="81520" y="78500"/>
                  <a:pt x="80829" y="73202"/>
                  <a:pt x="80829" y="67286"/>
                </a:cubicBezTo>
                <a:cubicBezTo>
                  <a:pt x="80829" y="62146"/>
                  <a:pt x="81568" y="57284"/>
                  <a:pt x="83047" y="52701"/>
                </a:cubicBezTo>
                <a:cubicBezTo>
                  <a:pt x="84526" y="48119"/>
                  <a:pt x="86684" y="44094"/>
                  <a:pt x="89521" y="40626"/>
                </a:cubicBezTo>
                <a:cubicBezTo>
                  <a:pt x="92358" y="37159"/>
                  <a:pt x="95838" y="34407"/>
                  <a:pt x="99960" y="32370"/>
                </a:cubicBezTo>
                <a:cubicBezTo>
                  <a:pt x="104082" y="30333"/>
                  <a:pt x="108762" y="29315"/>
                  <a:pt x="113999" y="29315"/>
                </a:cubicBezTo>
                <a:cubicBezTo>
                  <a:pt x="119091" y="29315"/>
                  <a:pt x="123601" y="30115"/>
                  <a:pt x="127529" y="31715"/>
                </a:cubicBezTo>
                <a:cubicBezTo>
                  <a:pt x="131457" y="33316"/>
                  <a:pt x="134767" y="35583"/>
                  <a:pt x="137458" y="38517"/>
                </a:cubicBezTo>
                <a:cubicBezTo>
                  <a:pt x="140150" y="41451"/>
                  <a:pt x="142186" y="45015"/>
                  <a:pt x="143568" y="49210"/>
                </a:cubicBezTo>
                <a:cubicBezTo>
                  <a:pt x="144951" y="53405"/>
                  <a:pt x="145642" y="58096"/>
                  <a:pt x="145642" y="63285"/>
                </a:cubicBezTo>
                <a:moveTo>
                  <a:pt x="132475" y="61467"/>
                </a:moveTo>
                <a:cubicBezTo>
                  <a:pt x="132621" y="58218"/>
                  <a:pt x="132306" y="55247"/>
                  <a:pt x="131530" y="52556"/>
                </a:cubicBezTo>
                <a:cubicBezTo>
                  <a:pt x="130754" y="49864"/>
                  <a:pt x="129554" y="47549"/>
                  <a:pt x="127929" y="45609"/>
                </a:cubicBezTo>
                <a:cubicBezTo>
                  <a:pt x="126304" y="43669"/>
                  <a:pt x="124280" y="42154"/>
                  <a:pt x="121855" y="41063"/>
                </a:cubicBezTo>
                <a:cubicBezTo>
                  <a:pt x="119430" y="39972"/>
                  <a:pt x="116618" y="39426"/>
                  <a:pt x="113417" y="39426"/>
                </a:cubicBezTo>
                <a:cubicBezTo>
                  <a:pt x="110653" y="39426"/>
                  <a:pt x="108131" y="39959"/>
                  <a:pt x="105852" y="41026"/>
                </a:cubicBezTo>
                <a:cubicBezTo>
                  <a:pt x="103573" y="42093"/>
                  <a:pt x="101609" y="43597"/>
                  <a:pt x="99960" y="45536"/>
                </a:cubicBezTo>
                <a:cubicBezTo>
                  <a:pt x="98311" y="47476"/>
                  <a:pt x="96977" y="49804"/>
                  <a:pt x="95959" y="52520"/>
                </a:cubicBezTo>
                <a:cubicBezTo>
                  <a:pt x="94941" y="55235"/>
                  <a:pt x="94310" y="58218"/>
                  <a:pt x="94068" y="61467"/>
                </a:cubicBezTo>
                <a:lnTo>
                  <a:pt x="132475" y="6146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isnottaken">
            <a:extLst xmlns:a="http://schemas.openxmlformats.org/drawingml/2006/main">
              <a:ext uri="{FF2B5EF4-FFF2-40B4-BE49-F238E27FC236}">
                <a16:creationId xmlns:a16="http://schemas.microsoft.com/office/drawing/2014/main" id="{3E4EB472-68DA-49AD-B1BD-E5EE616F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7397" y="771190"/>
            <a:ext cx="683763" cy="102857"/>
          </a:xfrm>
          <a:custGeom xmlns:a="http://schemas.openxmlformats.org/drawingml/2006/main">
            <a:pathLst>
              <a:path w="683763" h="102857">
                <a:moveTo>
                  <a:pt x="13457" y="99583"/>
                </a:moveTo>
                <a:cubicBezTo>
                  <a:pt x="13457" y="99971"/>
                  <a:pt x="13360" y="100299"/>
                  <a:pt x="13166" y="100565"/>
                </a:cubicBezTo>
                <a:cubicBezTo>
                  <a:pt x="12972" y="100832"/>
                  <a:pt x="12657" y="101062"/>
                  <a:pt x="12221" y="101256"/>
                </a:cubicBezTo>
                <a:cubicBezTo>
                  <a:pt x="11784" y="101450"/>
                  <a:pt x="11178" y="101596"/>
                  <a:pt x="10402" y="101693"/>
                </a:cubicBezTo>
                <a:cubicBezTo>
                  <a:pt x="9626" y="101790"/>
                  <a:pt x="8632" y="101838"/>
                  <a:pt x="7420" y="101838"/>
                </a:cubicBezTo>
                <a:cubicBezTo>
                  <a:pt x="6256" y="101838"/>
                  <a:pt x="5286" y="101790"/>
                  <a:pt x="4510" y="101693"/>
                </a:cubicBezTo>
                <a:cubicBezTo>
                  <a:pt x="3734" y="101596"/>
                  <a:pt x="3116" y="101450"/>
                  <a:pt x="2655" y="101256"/>
                </a:cubicBezTo>
                <a:cubicBezTo>
                  <a:pt x="2194" y="101062"/>
                  <a:pt x="1879" y="100832"/>
                  <a:pt x="1709" y="100565"/>
                </a:cubicBezTo>
                <a:cubicBezTo>
                  <a:pt x="1540" y="100299"/>
                  <a:pt x="1455" y="99971"/>
                  <a:pt x="1455" y="99583"/>
                </a:cubicBezTo>
                <a:lnTo>
                  <a:pt x="1455" y="34116"/>
                </a:lnTo>
                <a:cubicBezTo>
                  <a:pt x="1455" y="33776"/>
                  <a:pt x="1540" y="33461"/>
                  <a:pt x="1709" y="33170"/>
                </a:cubicBezTo>
                <a:cubicBezTo>
                  <a:pt x="1879" y="32879"/>
                  <a:pt x="2194" y="32637"/>
                  <a:pt x="2655" y="32443"/>
                </a:cubicBezTo>
                <a:cubicBezTo>
                  <a:pt x="3116" y="32249"/>
                  <a:pt x="3734" y="32103"/>
                  <a:pt x="4510" y="32006"/>
                </a:cubicBezTo>
                <a:cubicBezTo>
                  <a:pt x="5286" y="31909"/>
                  <a:pt x="6256" y="31861"/>
                  <a:pt x="7420" y="31861"/>
                </a:cubicBezTo>
                <a:cubicBezTo>
                  <a:pt x="8632" y="31861"/>
                  <a:pt x="9626" y="31909"/>
                  <a:pt x="10402" y="32006"/>
                </a:cubicBezTo>
                <a:cubicBezTo>
                  <a:pt x="11178" y="32103"/>
                  <a:pt x="11784" y="32249"/>
                  <a:pt x="12221" y="32443"/>
                </a:cubicBezTo>
                <a:cubicBezTo>
                  <a:pt x="12657" y="32637"/>
                  <a:pt x="12972" y="32879"/>
                  <a:pt x="13166" y="33170"/>
                </a:cubicBezTo>
                <a:cubicBezTo>
                  <a:pt x="13360" y="33461"/>
                  <a:pt x="13457" y="33776"/>
                  <a:pt x="13457" y="34116"/>
                </a:cubicBezTo>
                <a:lnTo>
                  <a:pt x="13457" y="99583"/>
                </a:lnTo>
                <a:moveTo>
                  <a:pt x="14839" y="11930"/>
                </a:moveTo>
                <a:cubicBezTo>
                  <a:pt x="14839" y="14742"/>
                  <a:pt x="14306" y="16658"/>
                  <a:pt x="13239" y="17676"/>
                </a:cubicBezTo>
                <a:cubicBezTo>
                  <a:pt x="12172" y="18695"/>
                  <a:pt x="10208" y="19204"/>
                  <a:pt x="7347" y="19204"/>
                </a:cubicBezTo>
                <a:cubicBezTo>
                  <a:pt x="4534" y="19204"/>
                  <a:pt x="2607" y="18707"/>
                  <a:pt x="1564" y="17713"/>
                </a:cubicBezTo>
                <a:cubicBezTo>
                  <a:pt x="521" y="16718"/>
                  <a:pt x="0" y="14839"/>
                  <a:pt x="0" y="12075"/>
                </a:cubicBezTo>
                <a:cubicBezTo>
                  <a:pt x="0" y="9262"/>
                  <a:pt x="533" y="7347"/>
                  <a:pt x="1600" y="6329"/>
                </a:cubicBezTo>
                <a:cubicBezTo>
                  <a:pt x="2667" y="5310"/>
                  <a:pt x="4631" y="4801"/>
                  <a:pt x="7492" y="4801"/>
                </a:cubicBezTo>
                <a:cubicBezTo>
                  <a:pt x="10305" y="4801"/>
                  <a:pt x="12233" y="5298"/>
                  <a:pt x="13275" y="6292"/>
                </a:cubicBezTo>
                <a:cubicBezTo>
                  <a:pt x="14318" y="7286"/>
                  <a:pt x="14839" y="9165"/>
                  <a:pt x="14839" y="11930"/>
                </a:cubicBezTo>
                <a:close/>
                <a:moveTo>
                  <a:pt x="76461" y="81814"/>
                </a:moveTo>
                <a:cubicBezTo>
                  <a:pt x="76461" y="85163"/>
                  <a:pt x="75842" y="88149"/>
                  <a:pt x="74606" y="90770"/>
                </a:cubicBezTo>
                <a:cubicBezTo>
                  <a:pt x="73369" y="93390"/>
                  <a:pt x="71611" y="95599"/>
                  <a:pt x="69332" y="97397"/>
                </a:cubicBezTo>
                <a:cubicBezTo>
                  <a:pt x="67053" y="99192"/>
                  <a:pt x="64337" y="100551"/>
                  <a:pt x="61185" y="101472"/>
                </a:cubicBezTo>
                <a:cubicBezTo>
                  <a:pt x="58033" y="102395"/>
                  <a:pt x="54565" y="102857"/>
                  <a:pt x="50783" y="102857"/>
                </a:cubicBezTo>
                <a:cubicBezTo>
                  <a:pt x="48455" y="102857"/>
                  <a:pt x="46237" y="102675"/>
                  <a:pt x="44127" y="102311"/>
                </a:cubicBezTo>
                <a:cubicBezTo>
                  <a:pt x="42018" y="101947"/>
                  <a:pt x="40126" y="101487"/>
                  <a:pt x="38453" y="100929"/>
                </a:cubicBezTo>
                <a:cubicBezTo>
                  <a:pt x="36780" y="100371"/>
                  <a:pt x="35362" y="99789"/>
                  <a:pt x="34198" y="99183"/>
                </a:cubicBezTo>
                <a:cubicBezTo>
                  <a:pt x="33034" y="98577"/>
                  <a:pt x="32185" y="98032"/>
                  <a:pt x="31652" y="97547"/>
                </a:cubicBezTo>
                <a:cubicBezTo>
                  <a:pt x="31118" y="97062"/>
                  <a:pt x="30730" y="96383"/>
                  <a:pt x="30488" y="95510"/>
                </a:cubicBezTo>
                <a:cubicBezTo>
                  <a:pt x="30245" y="94637"/>
                  <a:pt x="30124" y="93449"/>
                  <a:pt x="30124" y="91946"/>
                </a:cubicBezTo>
                <a:cubicBezTo>
                  <a:pt x="30124" y="91024"/>
                  <a:pt x="30173" y="90248"/>
                  <a:pt x="30270" y="89618"/>
                </a:cubicBezTo>
                <a:cubicBezTo>
                  <a:pt x="30367" y="88987"/>
                  <a:pt x="30488" y="88478"/>
                  <a:pt x="30633" y="88090"/>
                </a:cubicBezTo>
                <a:cubicBezTo>
                  <a:pt x="30779" y="87702"/>
                  <a:pt x="30985" y="87423"/>
                  <a:pt x="31252" y="87254"/>
                </a:cubicBezTo>
                <a:cubicBezTo>
                  <a:pt x="31518" y="87084"/>
                  <a:pt x="31822" y="86999"/>
                  <a:pt x="32161" y="86999"/>
                </a:cubicBezTo>
                <a:cubicBezTo>
                  <a:pt x="32694" y="86999"/>
                  <a:pt x="33482" y="87326"/>
                  <a:pt x="34525" y="87981"/>
                </a:cubicBezTo>
                <a:cubicBezTo>
                  <a:pt x="35568" y="88636"/>
                  <a:pt x="36853" y="89351"/>
                  <a:pt x="38380" y="90127"/>
                </a:cubicBezTo>
                <a:cubicBezTo>
                  <a:pt x="39908" y="90903"/>
                  <a:pt x="41714" y="91618"/>
                  <a:pt x="43800" y="92273"/>
                </a:cubicBezTo>
                <a:cubicBezTo>
                  <a:pt x="45885" y="92928"/>
                  <a:pt x="48285" y="93255"/>
                  <a:pt x="51001" y="93255"/>
                </a:cubicBezTo>
                <a:cubicBezTo>
                  <a:pt x="53038" y="93255"/>
                  <a:pt x="54881" y="93037"/>
                  <a:pt x="56529" y="92600"/>
                </a:cubicBezTo>
                <a:cubicBezTo>
                  <a:pt x="58178" y="92162"/>
                  <a:pt x="59609" y="91518"/>
                  <a:pt x="60821" y="90668"/>
                </a:cubicBezTo>
                <a:cubicBezTo>
                  <a:pt x="62034" y="89818"/>
                  <a:pt x="62967" y="88737"/>
                  <a:pt x="63622" y="87424"/>
                </a:cubicBezTo>
                <a:cubicBezTo>
                  <a:pt x="64276" y="86112"/>
                  <a:pt x="64604" y="84557"/>
                  <a:pt x="64604" y="82760"/>
                </a:cubicBezTo>
                <a:cubicBezTo>
                  <a:pt x="64604" y="80915"/>
                  <a:pt x="64131" y="79362"/>
                  <a:pt x="63185" y="78100"/>
                </a:cubicBezTo>
                <a:cubicBezTo>
                  <a:pt x="62240" y="76837"/>
                  <a:pt x="60991" y="75721"/>
                  <a:pt x="59439" y="74751"/>
                </a:cubicBezTo>
                <a:cubicBezTo>
                  <a:pt x="57887" y="73780"/>
                  <a:pt x="56142" y="72918"/>
                  <a:pt x="54202" y="72167"/>
                </a:cubicBezTo>
                <a:cubicBezTo>
                  <a:pt x="52262" y="71413"/>
                  <a:pt x="50262" y="70625"/>
                  <a:pt x="48201" y="69800"/>
                </a:cubicBezTo>
                <a:cubicBezTo>
                  <a:pt x="46140" y="68974"/>
                  <a:pt x="44127" y="68039"/>
                  <a:pt x="42163" y="66995"/>
                </a:cubicBezTo>
                <a:cubicBezTo>
                  <a:pt x="40199" y="65951"/>
                  <a:pt x="38441" y="64676"/>
                  <a:pt x="36889" y="63172"/>
                </a:cubicBezTo>
                <a:cubicBezTo>
                  <a:pt x="35337" y="61667"/>
                  <a:pt x="34089" y="59871"/>
                  <a:pt x="33143" y="57784"/>
                </a:cubicBezTo>
                <a:cubicBezTo>
                  <a:pt x="32197" y="55697"/>
                  <a:pt x="31725" y="53198"/>
                  <a:pt x="31725" y="50285"/>
                </a:cubicBezTo>
                <a:cubicBezTo>
                  <a:pt x="31725" y="47712"/>
                  <a:pt x="32222" y="45248"/>
                  <a:pt x="33216" y="42895"/>
                </a:cubicBezTo>
                <a:cubicBezTo>
                  <a:pt x="34210" y="40540"/>
                  <a:pt x="35701" y="38477"/>
                  <a:pt x="37689" y="36705"/>
                </a:cubicBezTo>
                <a:cubicBezTo>
                  <a:pt x="39678" y="34932"/>
                  <a:pt x="42163" y="33512"/>
                  <a:pt x="45145" y="32445"/>
                </a:cubicBezTo>
                <a:cubicBezTo>
                  <a:pt x="48128" y="31377"/>
                  <a:pt x="51607" y="30842"/>
                  <a:pt x="55584" y="30842"/>
                </a:cubicBezTo>
                <a:cubicBezTo>
                  <a:pt x="57330" y="30842"/>
                  <a:pt x="59075" y="30990"/>
                  <a:pt x="60821" y="31286"/>
                </a:cubicBezTo>
                <a:cubicBezTo>
                  <a:pt x="62567" y="31581"/>
                  <a:pt x="64143" y="31950"/>
                  <a:pt x="65549" y="32393"/>
                </a:cubicBezTo>
                <a:cubicBezTo>
                  <a:pt x="66956" y="32835"/>
                  <a:pt x="68156" y="33315"/>
                  <a:pt x="69150" y="33832"/>
                </a:cubicBezTo>
                <a:cubicBezTo>
                  <a:pt x="70144" y="34348"/>
                  <a:pt x="70896" y="34804"/>
                  <a:pt x="71405" y="35198"/>
                </a:cubicBezTo>
                <a:cubicBezTo>
                  <a:pt x="71914" y="35592"/>
                  <a:pt x="72254" y="35934"/>
                  <a:pt x="72424" y="36225"/>
                </a:cubicBezTo>
                <a:cubicBezTo>
                  <a:pt x="72593" y="36516"/>
                  <a:pt x="72715" y="36844"/>
                  <a:pt x="72787" y="37207"/>
                </a:cubicBezTo>
                <a:cubicBezTo>
                  <a:pt x="72860" y="37571"/>
                  <a:pt x="72933" y="38020"/>
                  <a:pt x="73005" y="38553"/>
                </a:cubicBezTo>
                <a:cubicBezTo>
                  <a:pt x="73078" y="39087"/>
                  <a:pt x="73115" y="39741"/>
                  <a:pt x="73115" y="40517"/>
                </a:cubicBezTo>
                <a:cubicBezTo>
                  <a:pt x="73115" y="41342"/>
                  <a:pt x="73078" y="42057"/>
                  <a:pt x="73005" y="42663"/>
                </a:cubicBezTo>
                <a:cubicBezTo>
                  <a:pt x="72933" y="43269"/>
                  <a:pt x="72811" y="43766"/>
                  <a:pt x="72642" y="44154"/>
                </a:cubicBezTo>
                <a:cubicBezTo>
                  <a:pt x="72472" y="44542"/>
                  <a:pt x="72266" y="44821"/>
                  <a:pt x="72023" y="44991"/>
                </a:cubicBezTo>
                <a:cubicBezTo>
                  <a:pt x="71781" y="45160"/>
                  <a:pt x="71514" y="45245"/>
                  <a:pt x="71223" y="45245"/>
                </a:cubicBezTo>
                <a:cubicBezTo>
                  <a:pt x="70787" y="45245"/>
                  <a:pt x="70156" y="44975"/>
                  <a:pt x="69332" y="44434"/>
                </a:cubicBezTo>
                <a:cubicBezTo>
                  <a:pt x="68508" y="43893"/>
                  <a:pt x="67441" y="43315"/>
                  <a:pt x="66131" y="42699"/>
                </a:cubicBezTo>
                <a:cubicBezTo>
                  <a:pt x="64822" y="42084"/>
                  <a:pt x="63282" y="41506"/>
                  <a:pt x="61512" y="40965"/>
                </a:cubicBezTo>
                <a:cubicBezTo>
                  <a:pt x="59742" y="40424"/>
                  <a:pt x="57718" y="40153"/>
                  <a:pt x="55438" y="40153"/>
                </a:cubicBezTo>
                <a:cubicBezTo>
                  <a:pt x="53402" y="40153"/>
                  <a:pt x="51607" y="40385"/>
                  <a:pt x="50055" y="40847"/>
                </a:cubicBezTo>
                <a:cubicBezTo>
                  <a:pt x="48504" y="41307"/>
                  <a:pt x="47231" y="41963"/>
                  <a:pt x="46237" y="42813"/>
                </a:cubicBezTo>
                <a:cubicBezTo>
                  <a:pt x="45242" y="43663"/>
                  <a:pt x="44491" y="44672"/>
                  <a:pt x="43982" y="45839"/>
                </a:cubicBezTo>
                <a:cubicBezTo>
                  <a:pt x="43472" y="47004"/>
                  <a:pt x="43218" y="48267"/>
                  <a:pt x="43218" y="49628"/>
                </a:cubicBezTo>
                <a:cubicBezTo>
                  <a:pt x="43218" y="51521"/>
                  <a:pt x="43703" y="53111"/>
                  <a:pt x="44673" y="54397"/>
                </a:cubicBezTo>
                <a:cubicBezTo>
                  <a:pt x="45642" y="55684"/>
                  <a:pt x="46903" y="56813"/>
                  <a:pt x="48455" y="57784"/>
                </a:cubicBezTo>
                <a:cubicBezTo>
                  <a:pt x="50007" y="58754"/>
                  <a:pt x="51777" y="59628"/>
                  <a:pt x="53765" y="60405"/>
                </a:cubicBezTo>
                <a:cubicBezTo>
                  <a:pt x="55754" y="61181"/>
                  <a:pt x="57778" y="61982"/>
                  <a:pt x="59839" y="62808"/>
                </a:cubicBezTo>
                <a:cubicBezTo>
                  <a:pt x="61900" y="63632"/>
                  <a:pt x="63937" y="64554"/>
                  <a:pt x="65950" y="65574"/>
                </a:cubicBezTo>
                <a:cubicBezTo>
                  <a:pt x="67962" y="66594"/>
                  <a:pt x="69744" y="67832"/>
                  <a:pt x="71296" y="69289"/>
                </a:cubicBezTo>
                <a:cubicBezTo>
                  <a:pt x="72848" y="70745"/>
                  <a:pt x="74097" y="72493"/>
                  <a:pt x="75042" y="74533"/>
                </a:cubicBezTo>
                <a:cubicBezTo>
                  <a:pt x="75988" y="76571"/>
                  <a:pt x="76461" y="78998"/>
                  <a:pt x="76461" y="81814"/>
                </a:cubicBezTo>
                <a:close/>
                <a:moveTo>
                  <a:pt x="184131" y="99583"/>
                </a:moveTo>
                <a:cubicBezTo>
                  <a:pt x="184131" y="99971"/>
                  <a:pt x="184034" y="100299"/>
                  <a:pt x="183840" y="100565"/>
                </a:cubicBezTo>
                <a:cubicBezTo>
                  <a:pt x="183646" y="100832"/>
                  <a:pt x="183330" y="101062"/>
                  <a:pt x="182894" y="101256"/>
                </a:cubicBezTo>
                <a:cubicBezTo>
                  <a:pt x="182458" y="101450"/>
                  <a:pt x="181851" y="101596"/>
                  <a:pt x="181075" y="101693"/>
                </a:cubicBezTo>
                <a:cubicBezTo>
                  <a:pt x="180300" y="101790"/>
                  <a:pt x="179330" y="101838"/>
                  <a:pt x="178166" y="101838"/>
                </a:cubicBezTo>
                <a:cubicBezTo>
                  <a:pt x="176953" y="101838"/>
                  <a:pt x="175959" y="101790"/>
                  <a:pt x="175183" y="101693"/>
                </a:cubicBezTo>
                <a:cubicBezTo>
                  <a:pt x="174407" y="101596"/>
                  <a:pt x="173801" y="101450"/>
                  <a:pt x="173365" y="101256"/>
                </a:cubicBezTo>
                <a:cubicBezTo>
                  <a:pt x="172928" y="101062"/>
                  <a:pt x="172613" y="100832"/>
                  <a:pt x="172419" y="100565"/>
                </a:cubicBezTo>
                <a:cubicBezTo>
                  <a:pt x="172225" y="100299"/>
                  <a:pt x="172128" y="99971"/>
                  <a:pt x="172128" y="99583"/>
                </a:cubicBezTo>
                <a:lnTo>
                  <a:pt x="172128" y="61249"/>
                </a:lnTo>
                <a:cubicBezTo>
                  <a:pt x="172128" y="57514"/>
                  <a:pt x="171837" y="54508"/>
                  <a:pt x="171255" y="52229"/>
                </a:cubicBezTo>
                <a:cubicBezTo>
                  <a:pt x="170673" y="49949"/>
                  <a:pt x="169825" y="47985"/>
                  <a:pt x="168709" y="46336"/>
                </a:cubicBezTo>
                <a:cubicBezTo>
                  <a:pt x="167594" y="44688"/>
                  <a:pt x="166151" y="43427"/>
                  <a:pt x="164381" y="42554"/>
                </a:cubicBezTo>
                <a:cubicBezTo>
                  <a:pt x="162611" y="41681"/>
                  <a:pt x="160562" y="41245"/>
                  <a:pt x="158235" y="41245"/>
                </a:cubicBezTo>
                <a:cubicBezTo>
                  <a:pt x="155228" y="41245"/>
                  <a:pt x="152221" y="42311"/>
                  <a:pt x="149215" y="44445"/>
                </a:cubicBezTo>
                <a:cubicBezTo>
                  <a:pt x="146208" y="46579"/>
                  <a:pt x="143056" y="49707"/>
                  <a:pt x="139758" y="53829"/>
                </a:cubicBezTo>
                <a:lnTo>
                  <a:pt x="139758" y="99583"/>
                </a:lnTo>
                <a:cubicBezTo>
                  <a:pt x="139758" y="99971"/>
                  <a:pt x="139661" y="100299"/>
                  <a:pt x="139467" y="100565"/>
                </a:cubicBezTo>
                <a:cubicBezTo>
                  <a:pt x="139273" y="100832"/>
                  <a:pt x="138958" y="101062"/>
                  <a:pt x="138522" y="101256"/>
                </a:cubicBezTo>
                <a:cubicBezTo>
                  <a:pt x="138085" y="101450"/>
                  <a:pt x="137479" y="101596"/>
                  <a:pt x="136703" y="101693"/>
                </a:cubicBezTo>
                <a:cubicBezTo>
                  <a:pt x="135927" y="101790"/>
                  <a:pt x="134933" y="101838"/>
                  <a:pt x="133721" y="101838"/>
                </a:cubicBezTo>
                <a:cubicBezTo>
                  <a:pt x="132557" y="101838"/>
                  <a:pt x="131587" y="101790"/>
                  <a:pt x="130811" y="101693"/>
                </a:cubicBezTo>
                <a:cubicBezTo>
                  <a:pt x="130035" y="101596"/>
                  <a:pt x="129417" y="101450"/>
                  <a:pt x="128956" y="101256"/>
                </a:cubicBezTo>
                <a:cubicBezTo>
                  <a:pt x="128495" y="101062"/>
                  <a:pt x="128180" y="100832"/>
                  <a:pt x="128010" y="100565"/>
                </a:cubicBezTo>
                <a:cubicBezTo>
                  <a:pt x="127841" y="100299"/>
                  <a:pt x="127756" y="99971"/>
                  <a:pt x="127756" y="99583"/>
                </a:cubicBezTo>
                <a:lnTo>
                  <a:pt x="127756" y="34116"/>
                </a:lnTo>
                <a:cubicBezTo>
                  <a:pt x="127756" y="33728"/>
                  <a:pt x="127829" y="33401"/>
                  <a:pt x="127974" y="33134"/>
                </a:cubicBezTo>
                <a:cubicBezTo>
                  <a:pt x="128119" y="32867"/>
                  <a:pt x="128410" y="32625"/>
                  <a:pt x="128847" y="32406"/>
                </a:cubicBezTo>
                <a:cubicBezTo>
                  <a:pt x="129283" y="32188"/>
                  <a:pt x="129841" y="32043"/>
                  <a:pt x="130520" y="31970"/>
                </a:cubicBezTo>
                <a:cubicBezTo>
                  <a:pt x="131199" y="31897"/>
                  <a:pt x="132096" y="31861"/>
                  <a:pt x="133211" y="31861"/>
                </a:cubicBezTo>
                <a:cubicBezTo>
                  <a:pt x="134278" y="31861"/>
                  <a:pt x="135163" y="31897"/>
                  <a:pt x="135866" y="31970"/>
                </a:cubicBezTo>
                <a:cubicBezTo>
                  <a:pt x="136570" y="32043"/>
                  <a:pt x="137115" y="32188"/>
                  <a:pt x="137503" y="32406"/>
                </a:cubicBezTo>
                <a:cubicBezTo>
                  <a:pt x="137891" y="32625"/>
                  <a:pt x="138170" y="32867"/>
                  <a:pt x="138340" y="33134"/>
                </a:cubicBezTo>
                <a:cubicBezTo>
                  <a:pt x="138509" y="33401"/>
                  <a:pt x="138594" y="33728"/>
                  <a:pt x="138594" y="34116"/>
                </a:cubicBezTo>
                <a:lnTo>
                  <a:pt x="138594" y="42772"/>
                </a:lnTo>
                <a:cubicBezTo>
                  <a:pt x="142280" y="38650"/>
                  <a:pt x="145953" y="35631"/>
                  <a:pt x="149615" y="33716"/>
                </a:cubicBezTo>
                <a:cubicBezTo>
                  <a:pt x="153276" y="31800"/>
                  <a:pt x="156974" y="30842"/>
                  <a:pt x="160708" y="30842"/>
                </a:cubicBezTo>
                <a:cubicBezTo>
                  <a:pt x="165072" y="30842"/>
                  <a:pt x="168746" y="31582"/>
                  <a:pt x="171728" y="33061"/>
                </a:cubicBezTo>
                <a:cubicBezTo>
                  <a:pt x="174711" y="34540"/>
                  <a:pt x="177123" y="36516"/>
                  <a:pt x="178966" y="38990"/>
                </a:cubicBezTo>
                <a:cubicBezTo>
                  <a:pt x="180809" y="41463"/>
                  <a:pt x="182130" y="44360"/>
                  <a:pt x="182930" y="47682"/>
                </a:cubicBezTo>
                <a:cubicBezTo>
                  <a:pt x="183731" y="51004"/>
                  <a:pt x="184131" y="54993"/>
                  <a:pt x="184131" y="59648"/>
                </a:cubicBezTo>
                <a:lnTo>
                  <a:pt x="184131" y="99583"/>
                </a:lnTo>
                <a:close/>
                <a:moveTo>
                  <a:pt x="266942" y="66159"/>
                </a:moveTo>
                <a:cubicBezTo>
                  <a:pt x="266942" y="71498"/>
                  <a:pt x="266239" y="76412"/>
                  <a:pt x="264833" y="80902"/>
                </a:cubicBezTo>
                <a:cubicBezTo>
                  <a:pt x="263426" y="85393"/>
                  <a:pt x="261329" y="89265"/>
                  <a:pt x="258540" y="92518"/>
                </a:cubicBezTo>
                <a:cubicBezTo>
                  <a:pt x="255752" y="95771"/>
                  <a:pt x="252260" y="98307"/>
                  <a:pt x="248066" y="100127"/>
                </a:cubicBezTo>
                <a:cubicBezTo>
                  <a:pt x="243871" y="101947"/>
                  <a:pt x="239009" y="102857"/>
                  <a:pt x="233481" y="102857"/>
                </a:cubicBezTo>
                <a:cubicBezTo>
                  <a:pt x="228098" y="102857"/>
                  <a:pt x="223406" y="102056"/>
                  <a:pt x="219405" y="100454"/>
                </a:cubicBezTo>
                <a:cubicBezTo>
                  <a:pt x="215405" y="98852"/>
                  <a:pt x="212071" y="96522"/>
                  <a:pt x="209403" y="93464"/>
                </a:cubicBezTo>
                <a:cubicBezTo>
                  <a:pt x="206736" y="90406"/>
                  <a:pt x="204748" y="86692"/>
                  <a:pt x="203439" y="82323"/>
                </a:cubicBezTo>
                <a:cubicBezTo>
                  <a:pt x="202129" y="77954"/>
                  <a:pt x="201475" y="73002"/>
                  <a:pt x="201475" y="67468"/>
                </a:cubicBezTo>
                <a:cubicBezTo>
                  <a:pt x="201475" y="62129"/>
                  <a:pt x="202166" y="57214"/>
                  <a:pt x="203548" y="52724"/>
                </a:cubicBezTo>
                <a:cubicBezTo>
                  <a:pt x="204930" y="48234"/>
                  <a:pt x="207015" y="44363"/>
                  <a:pt x="209803" y="41110"/>
                </a:cubicBezTo>
                <a:cubicBezTo>
                  <a:pt x="212592" y="37857"/>
                  <a:pt x="216071" y="35332"/>
                  <a:pt x="220242" y="33536"/>
                </a:cubicBezTo>
                <a:cubicBezTo>
                  <a:pt x="224412" y="31740"/>
                  <a:pt x="229286" y="30842"/>
                  <a:pt x="234863" y="30842"/>
                </a:cubicBezTo>
                <a:cubicBezTo>
                  <a:pt x="240246" y="30842"/>
                  <a:pt x="244938" y="31643"/>
                  <a:pt x="248938" y="33245"/>
                </a:cubicBezTo>
                <a:cubicBezTo>
                  <a:pt x="252939" y="34847"/>
                  <a:pt x="256273" y="37177"/>
                  <a:pt x="258940" y="40235"/>
                </a:cubicBezTo>
                <a:cubicBezTo>
                  <a:pt x="261608" y="43293"/>
                  <a:pt x="263608" y="47007"/>
                  <a:pt x="264942" y="51376"/>
                </a:cubicBezTo>
                <a:cubicBezTo>
                  <a:pt x="266275" y="55745"/>
                  <a:pt x="266942" y="60673"/>
                  <a:pt x="266942" y="66159"/>
                </a:cubicBezTo>
                <a:moveTo>
                  <a:pt x="254285" y="66959"/>
                </a:moveTo>
                <a:cubicBezTo>
                  <a:pt x="254285" y="63414"/>
                  <a:pt x="253958" y="60063"/>
                  <a:pt x="253303" y="56907"/>
                </a:cubicBezTo>
                <a:cubicBezTo>
                  <a:pt x="252648" y="53750"/>
                  <a:pt x="251569" y="50982"/>
                  <a:pt x="250066" y="48603"/>
                </a:cubicBezTo>
                <a:cubicBezTo>
                  <a:pt x="248563" y="46224"/>
                  <a:pt x="246526" y="44342"/>
                  <a:pt x="243956" y="42959"/>
                </a:cubicBezTo>
                <a:cubicBezTo>
                  <a:pt x="241385" y="41573"/>
                  <a:pt x="238185" y="40881"/>
                  <a:pt x="234354" y="40881"/>
                </a:cubicBezTo>
                <a:cubicBezTo>
                  <a:pt x="230814" y="40881"/>
                  <a:pt x="227771" y="41512"/>
                  <a:pt x="225225" y="42774"/>
                </a:cubicBezTo>
                <a:cubicBezTo>
                  <a:pt x="222679" y="44037"/>
                  <a:pt x="220581" y="45822"/>
                  <a:pt x="218933" y="48130"/>
                </a:cubicBezTo>
                <a:cubicBezTo>
                  <a:pt x="217284" y="50437"/>
                  <a:pt x="216059" y="53168"/>
                  <a:pt x="215259" y="56325"/>
                </a:cubicBezTo>
                <a:cubicBezTo>
                  <a:pt x="214459" y="59480"/>
                  <a:pt x="214059" y="62928"/>
                  <a:pt x="214059" y="66668"/>
                </a:cubicBezTo>
                <a:cubicBezTo>
                  <a:pt x="214059" y="70261"/>
                  <a:pt x="214386" y="73636"/>
                  <a:pt x="215041" y="76793"/>
                </a:cubicBezTo>
                <a:cubicBezTo>
                  <a:pt x="215696" y="79949"/>
                  <a:pt x="216787" y="82705"/>
                  <a:pt x="218314" y="85060"/>
                </a:cubicBezTo>
                <a:cubicBezTo>
                  <a:pt x="219842" y="87415"/>
                  <a:pt x="221891" y="89285"/>
                  <a:pt x="224461" y="90670"/>
                </a:cubicBezTo>
                <a:cubicBezTo>
                  <a:pt x="227031" y="92054"/>
                  <a:pt x="230232" y="92746"/>
                  <a:pt x="234063" y="92746"/>
                </a:cubicBezTo>
                <a:cubicBezTo>
                  <a:pt x="237554" y="92746"/>
                  <a:pt x="240585" y="92114"/>
                  <a:pt x="243156" y="90852"/>
                </a:cubicBezTo>
                <a:cubicBezTo>
                  <a:pt x="245726" y="89590"/>
                  <a:pt x="247835" y="87817"/>
                  <a:pt x="249484" y="85535"/>
                </a:cubicBezTo>
                <a:cubicBezTo>
                  <a:pt x="251133" y="83251"/>
                  <a:pt x="252345" y="80532"/>
                  <a:pt x="253121" y="77377"/>
                </a:cubicBezTo>
                <a:cubicBezTo>
                  <a:pt x="253897" y="74220"/>
                  <a:pt x="254285" y="70747"/>
                  <a:pt x="254285" y="66959"/>
                </a:cubicBezTo>
                <a:close/>
                <a:moveTo>
                  <a:pt x="319593" y="94855"/>
                </a:moveTo>
                <a:cubicBezTo>
                  <a:pt x="319593" y="96262"/>
                  <a:pt x="319496" y="97377"/>
                  <a:pt x="319302" y="98201"/>
                </a:cubicBezTo>
                <a:cubicBezTo>
                  <a:pt x="319108" y="99026"/>
                  <a:pt x="318817" y="99632"/>
                  <a:pt x="318429" y="100020"/>
                </a:cubicBezTo>
                <a:cubicBezTo>
                  <a:pt x="318041" y="100408"/>
                  <a:pt x="317459" y="100772"/>
                  <a:pt x="316684" y="101111"/>
                </a:cubicBezTo>
                <a:cubicBezTo>
                  <a:pt x="315908" y="101450"/>
                  <a:pt x="315023" y="101729"/>
                  <a:pt x="314028" y="101947"/>
                </a:cubicBezTo>
                <a:cubicBezTo>
                  <a:pt x="313034" y="102166"/>
                  <a:pt x="311980" y="102348"/>
                  <a:pt x="310864" y="102493"/>
                </a:cubicBezTo>
                <a:cubicBezTo>
                  <a:pt x="309749" y="102639"/>
                  <a:pt x="308633" y="102711"/>
                  <a:pt x="307518" y="102711"/>
                </a:cubicBezTo>
                <a:cubicBezTo>
                  <a:pt x="304123" y="102711"/>
                  <a:pt x="301214" y="102262"/>
                  <a:pt x="298789" y="101363"/>
                </a:cubicBezTo>
                <a:cubicBezTo>
                  <a:pt x="296364" y="100463"/>
                  <a:pt x="294376" y="99101"/>
                  <a:pt x="292824" y="97278"/>
                </a:cubicBezTo>
                <a:cubicBezTo>
                  <a:pt x="291272" y="95455"/>
                  <a:pt x="290145" y="93147"/>
                  <a:pt x="289442" y="90352"/>
                </a:cubicBezTo>
                <a:cubicBezTo>
                  <a:pt x="288739" y="87558"/>
                  <a:pt x="288387" y="84264"/>
                  <a:pt x="288387" y="80473"/>
                </a:cubicBezTo>
                <a:lnTo>
                  <a:pt x="288387" y="42117"/>
                </a:lnTo>
                <a:lnTo>
                  <a:pt x="279222" y="42117"/>
                </a:lnTo>
                <a:cubicBezTo>
                  <a:pt x="278494" y="42117"/>
                  <a:pt x="277912" y="41729"/>
                  <a:pt x="277476" y="40954"/>
                </a:cubicBezTo>
                <a:cubicBezTo>
                  <a:pt x="277039" y="40178"/>
                  <a:pt x="276821" y="38917"/>
                  <a:pt x="276821" y="37171"/>
                </a:cubicBezTo>
                <a:cubicBezTo>
                  <a:pt x="276821" y="36250"/>
                  <a:pt x="276882" y="35474"/>
                  <a:pt x="277003" y="34843"/>
                </a:cubicBezTo>
                <a:cubicBezTo>
                  <a:pt x="277124" y="34213"/>
                  <a:pt x="277282" y="33692"/>
                  <a:pt x="277476" y="33279"/>
                </a:cubicBezTo>
                <a:cubicBezTo>
                  <a:pt x="277670" y="32867"/>
                  <a:pt x="277924" y="32576"/>
                  <a:pt x="278240" y="32406"/>
                </a:cubicBezTo>
                <a:cubicBezTo>
                  <a:pt x="278555" y="32237"/>
                  <a:pt x="278906" y="32152"/>
                  <a:pt x="279294" y="32152"/>
                </a:cubicBezTo>
                <a:lnTo>
                  <a:pt x="288387" y="32152"/>
                </a:lnTo>
                <a:lnTo>
                  <a:pt x="288387" y="16585"/>
                </a:lnTo>
                <a:cubicBezTo>
                  <a:pt x="288387" y="16246"/>
                  <a:pt x="288472" y="15930"/>
                  <a:pt x="288642" y="15639"/>
                </a:cubicBezTo>
                <a:cubicBezTo>
                  <a:pt x="288811" y="15349"/>
                  <a:pt x="289127" y="15094"/>
                  <a:pt x="289587" y="14876"/>
                </a:cubicBezTo>
                <a:cubicBezTo>
                  <a:pt x="290048" y="14657"/>
                  <a:pt x="290666" y="14500"/>
                  <a:pt x="291442" y="14403"/>
                </a:cubicBezTo>
                <a:cubicBezTo>
                  <a:pt x="292218" y="14306"/>
                  <a:pt x="293188" y="14257"/>
                  <a:pt x="294352" y="14257"/>
                </a:cubicBezTo>
                <a:cubicBezTo>
                  <a:pt x="295564" y="14257"/>
                  <a:pt x="296558" y="14306"/>
                  <a:pt x="297334" y="14403"/>
                </a:cubicBezTo>
                <a:cubicBezTo>
                  <a:pt x="298110" y="14500"/>
                  <a:pt x="298716" y="14657"/>
                  <a:pt x="299153" y="14876"/>
                </a:cubicBezTo>
                <a:cubicBezTo>
                  <a:pt x="299589" y="15094"/>
                  <a:pt x="299904" y="15349"/>
                  <a:pt x="300098" y="15639"/>
                </a:cubicBezTo>
                <a:cubicBezTo>
                  <a:pt x="300292" y="15930"/>
                  <a:pt x="300389" y="16246"/>
                  <a:pt x="300389" y="16585"/>
                </a:cubicBezTo>
                <a:lnTo>
                  <a:pt x="300389" y="32152"/>
                </a:lnTo>
                <a:lnTo>
                  <a:pt x="317193" y="32152"/>
                </a:lnTo>
                <a:cubicBezTo>
                  <a:pt x="317581" y="32152"/>
                  <a:pt x="317920" y="32237"/>
                  <a:pt x="318211" y="32406"/>
                </a:cubicBezTo>
                <a:cubicBezTo>
                  <a:pt x="318502" y="32576"/>
                  <a:pt x="318757" y="32867"/>
                  <a:pt x="318975" y="33279"/>
                </a:cubicBezTo>
                <a:cubicBezTo>
                  <a:pt x="319193" y="33692"/>
                  <a:pt x="319351" y="34213"/>
                  <a:pt x="319448" y="34843"/>
                </a:cubicBezTo>
                <a:cubicBezTo>
                  <a:pt x="319545" y="35474"/>
                  <a:pt x="319593" y="36250"/>
                  <a:pt x="319593" y="37171"/>
                </a:cubicBezTo>
                <a:cubicBezTo>
                  <a:pt x="319593" y="38917"/>
                  <a:pt x="319375" y="40178"/>
                  <a:pt x="318938" y="40954"/>
                </a:cubicBezTo>
                <a:cubicBezTo>
                  <a:pt x="318502" y="41729"/>
                  <a:pt x="317920" y="42117"/>
                  <a:pt x="317193" y="42117"/>
                </a:cubicBezTo>
                <a:lnTo>
                  <a:pt x="300389" y="42117"/>
                </a:lnTo>
                <a:lnTo>
                  <a:pt x="300389" y="78741"/>
                </a:lnTo>
                <a:cubicBezTo>
                  <a:pt x="300389" y="83263"/>
                  <a:pt x="301056" y="86679"/>
                  <a:pt x="302390" y="88990"/>
                </a:cubicBezTo>
                <a:cubicBezTo>
                  <a:pt x="303723" y="91300"/>
                  <a:pt x="306112" y="92455"/>
                  <a:pt x="309555" y="92455"/>
                </a:cubicBezTo>
                <a:cubicBezTo>
                  <a:pt x="310670" y="92455"/>
                  <a:pt x="311664" y="92346"/>
                  <a:pt x="312537" y="92127"/>
                </a:cubicBezTo>
                <a:cubicBezTo>
                  <a:pt x="313410" y="91909"/>
                  <a:pt x="314186" y="91679"/>
                  <a:pt x="314865" y="91436"/>
                </a:cubicBezTo>
                <a:cubicBezTo>
                  <a:pt x="315544" y="91194"/>
                  <a:pt x="316126" y="90964"/>
                  <a:pt x="316611" y="90745"/>
                </a:cubicBezTo>
                <a:cubicBezTo>
                  <a:pt x="317096" y="90527"/>
                  <a:pt x="317532" y="90418"/>
                  <a:pt x="317920" y="90418"/>
                </a:cubicBezTo>
                <a:cubicBezTo>
                  <a:pt x="318163" y="90418"/>
                  <a:pt x="318393" y="90479"/>
                  <a:pt x="318611" y="90600"/>
                </a:cubicBezTo>
                <a:cubicBezTo>
                  <a:pt x="318829" y="90721"/>
                  <a:pt x="318999" y="90951"/>
                  <a:pt x="319120" y="91291"/>
                </a:cubicBezTo>
                <a:cubicBezTo>
                  <a:pt x="319242" y="91630"/>
                  <a:pt x="319351" y="92091"/>
                  <a:pt x="319448" y="92673"/>
                </a:cubicBezTo>
                <a:cubicBezTo>
                  <a:pt x="319545" y="93255"/>
                  <a:pt x="319593" y="93982"/>
                  <a:pt x="319593" y="94855"/>
                </a:cubicBezTo>
                <a:close/>
                <a:moveTo>
                  <a:pt x="403794" y="94855"/>
                </a:moveTo>
                <a:cubicBezTo>
                  <a:pt x="403794" y="96262"/>
                  <a:pt x="403697" y="97377"/>
                  <a:pt x="403503" y="98201"/>
                </a:cubicBezTo>
                <a:cubicBezTo>
                  <a:pt x="403309" y="99026"/>
                  <a:pt x="403018" y="99632"/>
                  <a:pt x="402630" y="100020"/>
                </a:cubicBezTo>
                <a:cubicBezTo>
                  <a:pt x="402242" y="100408"/>
                  <a:pt x="401660" y="100772"/>
                  <a:pt x="400884" y="101111"/>
                </a:cubicBezTo>
                <a:cubicBezTo>
                  <a:pt x="400108" y="101450"/>
                  <a:pt x="399223" y="101729"/>
                  <a:pt x="398229" y="101947"/>
                </a:cubicBezTo>
                <a:cubicBezTo>
                  <a:pt x="397235" y="102166"/>
                  <a:pt x="396180" y="102348"/>
                  <a:pt x="395065" y="102493"/>
                </a:cubicBezTo>
                <a:cubicBezTo>
                  <a:pt x="393950" y="102639"/>
                  <a:pt x="392834" y="102711"/>
                  <a:pt x="391719" y="102711"/>
                </a:cubicBezTo>
                <a:cubicBezTo>
                  <a:pt x="388324" y="102711"/>
                  <a:pt x="385415" y="102262"/>
                  <a:pt x="382990" y="101363"/>
                </a:cubicBezTo>
                <a:cubicBezTo>
                  <a:pt x="380565" y="100463"/>
                  <a:pt x="378577" y="99101"/>
                  <a:pt x="377025" y="97278"/>
                </a:cubicBezTo>
                <a:cubicBezTo>
                  <a:pt x="375473" y="95455"/>
                  <a:pt x="374346" y="93147"/>
                  <a:pt x="373643" y="90352"/>
                </a:cubicBezTo>
                <a:cubicBezTo>
                  <a:pt x="372939" y="87558"/>
                  <a:pt x="372588" y="84264"/>
                  <a:pt x="372588" y="80473"/>
                </a:cubicBezTo>
                <a:lnTo>
                  <a:pt x="372588" y="42117"/>
                </a:lnTo>
                <a:lnTo>
                  <a:pt x="363422" y="42117"/>
                </a:lnTo>
                <a:cubicBezTo>
                  <a:pt x="362695" y="42117"/>
                  <a:pt x="362113" y="41729"/>
                  <a:pt x="361677" y="40954"/>
                </a:cubicBezTo>
                <a:cubicBezTo>
                  <a:pt x="361240" y="40178"/>
                  <a:pt x="361022" y="38917"/>
                  <a:pt x="361022" y="37171"/>
                </a:cubicBezTo>
                <a:cubicBezTo>
                  <a:pt x="361022" y="36250"/>
                  <a:pt x="361082" y="35474"/>
                  <a:pt x="361204" y="34843"/>
                </a:cubicBezTo>
                <a:cubicBezTo>
                  <a:pt x="361325" y="34213"/>
                  <a:pt x="361483" y="33692"/>
                  <a:pt x="361677" y="33279"/>
                </a:cubicBezTo>
                <a:cubicBezTo>
                  <a:pt x="361871" y="32867"/>
                  <a:pt x="362125" y="32576"/>
                  <a:pt x="362440" y="32406"/>
                </a:cubicBezTo>
                <a:cubicBezTo>
                  <a:pt x="362756" y="32237"/>
                  <a:pt x="363107" y="32152"/>
                  <a:pt x="363495" y="32152"/>
                </a:cubicBezTo>
                <a:lnTo>
                  <a:pt x="372588" y="32152"/>
                </a:lnTo>
                <a:lnTo>
                  <a:pt x="372588" y="16585"/>
                </a:lnTo>
                <a:cubicBezTo>
                  <a:pt x="372588" y="16246"/>
                  <a:pt x="372673" y="15930"/>
                  <a:pt x="372842" y="15639"/>
                </a:cubicBezTo>
                <a:cubicBezTo>
                  <a:pt x="373012" y="15349"/>
                  <a:pt x="373327" y="15094"/>
                  <a:pt x="373788" y="14876"/>
                </a:cubicBezTo>
                <a:cubicBezTo>
                  <a:pt x="374249" y="14657"/>
                  <a:pt x="374867" y="14500"/>
                  <a:pt x="375643" y="14403"/>
                </a:cubicBezTo>
                <a:cubicBezTo>
                  <a:pt x="376419" y="14306"/>
                  <a:pt x="377389" y="14257"/>
                  <a:pt x="378553" y="14257"/>
                </a:cubicBezTo>
                <a:cubicBezTo>
                  <a:pt x="379765" y="14257"/>
                  <a:pt x="380759" y="14306"/>
                  <a:pt x="381535" y="14403"/>
                </a:cubicBezTo>
                <a:cubicBezTo>
                  <a:pt x="382311" y="14500"/>
                  <a:pt x="382917" y="14657"/>
                  <a:pt x="383354" y="14876"/>
                </a:cubicBezTo>
                <a:cubicBezTo>
                  <a:pt x="383790" y="15094"/>
                  <a:pt x="384105" y="15349"/>
                  <a:pt x="384299" y="15639"/>
                </a:cubicBezTo>
                <a:cubicBezTo>
                  <a:pt x="384493" y="15930"/>
                  <a:pt x="384590" y="16246"/>
                  <a:pt x="384590" y="16585"/>
                </a:cubicBezTo>
                <a:lnTo>
                  <a:pt x="384590" y="32152"/>
                </a:lnTo>
                <a:lnTo>
                  <a:pt x="401394" y="32152"/>
                </a:lnTo>
                <a:cubicBezTo>
                  <a:pt x="401781" y="32152"/>
                  <a:pt x="402121" y="32237"/>
                  <a:pt x="402412" y="32406"/>
                </a:cubicBezTo>
                <a:cubicBezTo>
                  <a:pt x="402703" y="32576"/>
                  <a:pt x="402957" y="32867"/>
                  <a:pt x="403176" y="33279"/>
                </a:cubicBezTo>
                <a:cubicBezTo>
                  <a:pt x="403394" y="33692"/>
                  <a:pt x="403552" y="34213"/>
                  <a:pt x="403648" y="34843"/>
                </a:cubicBezTo>
                <a:cubicBezTo>
                  <a:pt x="403745" y="35474"/>
                  <a:pt x="403794" y="36250"/>
                  <a:pt x="403794" y="37171"/>
                </a:cubicBezTo>
                <a:cubicBezTo>
                  <a:pt x="403794" y="38917"/>
                  <a:pt x="403576" y="40178"/>
                  <a:pt x="403139" y="40954"/>
                </a:cubicBezTo>
                <a:cubicBezTo>
                  <a:pt x="402703" y="41729"/>
                  <a:pt x="402121" y="42117"/>
                  <a:pt x="401394" y="42117"/>
                </a:cubicBezTo>
                <a:lnTo>
                  <a:pt x="384590" y="42117"/>
                </a:lnTo>
                <a:lnTo>
                  <a:pt x="384590" y="78741"/>
                </a:lnTo>
                <a:cubicBezTo>
                  <a:pt x="384590" y="83263"/>
                  <a:pt x="385257" y="86679"/>
                  <a:pt x="386591" y="88990"/>
                </a:cubicBezTo>
                <a:cubicBezTo>
                  <a:pt x="387924" y="91300"/>
                  <a:pt x="390313" y="92455"/>
                  <a:pt x="393756" y="92455"/>
                </a:cubicBezTo>
                <a:cubicBezTo>
                  <a:pt x="394871" y="92455"/>
                  <a:pt x="395865" y="92346"/>
                  <a:pt x="396738" y="92127"/>
                </a:cubicBezTo>
                <a:cubicBezTo>
                  <a:pt x="397611" y="91909"/>
                  <a:pt x="398387" y="91679"/>
                  <a:pt x="399066" y="91436"/>
                </a:cubicBezTo>
                <a:cubicBezTo>
                  <a:pt x="399745" y="91194"/>
                  <a:pt x="400327" y="90964"/>
                  <a:pt x="400812" y="90745"/>
                </a:cubicBezTo>
                <a:cubicBezTo>
                  <a:pt x="401297" y="90527"/>
                  <a:pt x="401733" y="90418"/>
                  <a:pt x="402121" y="90418"/>
                </a:cubicBezTo>
                <a:cubicBezTo>
                  <a:pt x="402363" y="90418"/>
                  <a:pt x="402594" y="90479"/>
                  <a:pt x="402812" y="90600"/>
                </a:cubicBezTo>
                <a:cubicBezTo>
                  <a:pt x="403030" y="90721"/>
                  <a:pt x="403200" y="90951"/>
                  <a:pt x="403321" y="91291"/>
                </a:cubicBezTo>
                <a:cubicBezTo>
                  <a:pt x="403442" y="91630"/>
                  <a:pt x="403552" y="92091"/>
                  <a:pt x="403648" y="92673"/>
                </a:cubicBezTo>
                <a:cubicBezTo>
                  <a:pt x="403745" y="93255"/>
                  <a:pt x="403794" y="93982"/>
                  <a:pt x="403794" y="94855"/>
                </a:cubicBezTo>
                <a:close/>
                <a:moveTo>
                  <a:pt x="467576" y="99656"/>
                </a:moveTo>
                <a:cubicBezTo>
                  <a:pt x="467576" y="100238"/>
                  <a:pt x="467382" y="100675"/>
                  <a:pt x="466994" y="100965"/>
                </a:cubicBezTo>
                <a:cubicBezTo>
                  <a:pt x="466606" y="101256"/>
                  <a:pt x="466073" y="101475"/>
                  <a:pt x="465394" y="101620"/>
                </a:cubicBezTo>
                <a:cubicBezTo>
                  <a:pt x="464715" y="101766"/>
                  <a:pt x="463721" y="101838"/>
                  <a:pt x="462411" y="101838"/>
                </a:cubicBezTo>
                <a:cubicBezTo>
                  <a:pt x="461151" y="101838"/>
                  <a:pt x="460144" y="101766"/>
                  <a:pt x="459393" y="101620"/>
                </a:cubicBezTo>
                <a:cubicBezTo>
                  <a:pt x="458641" y="101475"/>
                  <a:pt x="458095" y="101256"/>
                  <a:pt x="457756" y="100965"/>
                </a:cubicBezTo>
                <a:cubicBezTo>
                  <a:pt x="457416" y="100675"/>
                  <a:pt x="457247" y="100238"/>
                  <a:pt x="457247" y="99656"/>
                </a:cubicBezTo>
                <a:lnTo>
                  <a:pt x="457247" y="93109"/>
                </a:lnTo>
                <a:cubicBezTo>
                  <a:pt x="454386" y="96165"/>
                  <a:pt x="451197" y="98553"/>
                  <a:pt x="447681" y="100274"/>
                </a:cubicBezTo>
                <a:cubicBezTo>
                  <a:pt x="444165" y="101996"/>
                  <a:pt x="440443" y="102857"/>
                  <a:pt x="436515" y="102857"/>
                </a:cubicBezTo>
                <a:cubicBezTo>
                  <a:pt x="433072" y="102857"/>
                  <a:pt x="429957" y="102407"/>
                  <a:pt x="427168" y="101507"/>
                </a:cubicBezTo>
                <a:cubicBezTo>
                  <a:pt x="424380" y="100606"/>
                  <a:pt x="422003" y="99305"/>
                  <a:pt x="420039" y="97601"/>
                </a:cubicBezTo>
                <a:cubicBezTo>
                  <a:pt x="418075" y="95898"/>
                  <a:pt x="416548" y="93806"/>
                  <a:pt x="415457" y="91325"/>
                </a:cubicBezTo>
                <a:cubicBezTo>
                  <a:pt x="414366" y="88843"/>
                  <a:pt x="413820" y="86019"/>
                  <a:pt x="413820" y="82855"/>
                </a:cubicBezTo>
                <a:cubicBezTo>
                  <a:pt x="413820" y="79157"/>
                  <a:pt x="414572" y="75946"/>
                  <a:pt x="416075" y="73221"/>
                </a:cubicBezTo>
                <a:cubicBezTo>
                  <a:pt x="417578" y="70495"/>
                  <a:pt x="419736" y="68232"/>
                  <a:pt x="422549" y="66431"/>
                </a:cubicBezTo>
                <a:cubicBezTo>
                  <a:pt x="425362" y="64631"/>
                  <a:pt x="428805" y="63281"/>
                  <a:pt x="432878" y="62381"/>
                </a:cubicBezTo>
                <a:cubicBezTo>
                  <a:pt x="436952" y="61480"/>
                  <a:pt x="441535" y="61030"/>
                  <a:pt x="446626" y="61030"/>
                </a:cubicBezTo>
                <a:lnTo>
                  <a:pt x="455646" y="61030"/>
                </a:lnTo>
                <a:lnTo>
                  <a:pt x="455646" y="55957"/>
                </a:lnTo>
                <a:cubicBezTo>
                  <a:pt x="455646" y="53444"/>
                  <a:pt x="455380" y="51222"/>
                  <a:pt x="454846" y="49289"/>
                </a:cubicBezTo>
                <a:cubicBezTo>
                  <a:pt x="454313" y="47356"/>
                  <a:pt x="453452" y="45748"/>
                  <a:pt x="452264" y="44468"/>
                </a:cubicBezTo>
                <a:cubicBezTo>
                  <a:pt x="451076" y="43187"/>
                  <a:pt x="449536" y="42221"/>
                  <a:pt x="447645" y="41570"/>
                </a:cubicBezTo>
                <a:cubicBezTo>
                  <a:pt x="445754" y="40916"/>
                  <a:pt x="443426" y="40590"/>
                  <a:pt x="440662" y="40590"/>
                </a:cubicBezTo>
                <a:cubicBezTo>
                  <a:pt x="437703" y="40590"/>
                  <a:pt x="435048" y="40938"/>
                  <a:pt x="432696" y="41633"/>
                </a:cubicBezTo>
                <a:cubicBezTo>
                  <a:pt x="430344" y="42329"/>
                  <a:pt x="428283" y="43096"/>
                  <a:pt x="426513" y="43936"/>
                </a:cubicBezTo>
                <a:cubicBezTo>
                  <a:pt x="424743" y="44776"/>
                  <a:pt x="423264" y="45543"/>
                  <a:pt x="422076" y="46239"/>
                </a:cubicBezTo>
                <a:cubicBezTo>
                  <a:pt x="420888" y="46934"/>
                  <a:pt x="420003" y="47282"/>
                  <a:pt x="419421" y="47282"/>
                </a:cubicBezTo>
                <a:cubicBezTo>
                  <a:pt x="419033" y="47282"/>
                  <a:pt x="418694" y="47185"/>
                  <a:pt x="418403" y="46991"/>
                </a:cubicBezTo>
                <a:cubicBezTo>
                  <a:pt x="418112" y="46797"/>
                  <a:pt x="417857" y="46506"/>
                  <a:pt x="417639" y="46118"/>
                </a:cubicBezTo>
                <a:cubicBezTo>
                  <a:pt x="417421" y="45730"/>
                  <a:pt x="417263" y="45233"/>
                  <a:pt x="417166" y="44627"/>
                </a:cubicBezTo>
                <a:cubicBezTo>
                  <a:pt x="417069" y="44021"/>
                  <a:pt x="417021" y="43354"/>
                  <a:pt x="417021" y="42627"/>
                </a:cubicBezTo>
                <a:cubicBezTo>
                  <a:pt x="417021" y="41414"/>
                  <a:pt x="417105" y="40457"/>
                  <a:pt x="417275" y="39753"/>
                </a:cubicBezTo>
                <a:cubicBezTo>
                  <a:pt x="417445" y="39050"/>
                  <a:pt x="417857" y="38383"/>
                  <a:pt x="418512" y="37753"/>
                </a:cubicBezTo>
                <a:cubicBezTo>
                  <a:pt x="419166" y="37123"/>
                  <a:pt x="420294" y="36388"/>
                  <a:pt x="421894" y="35550"/>
                </a:cubicBezTo>
                <a:cubicBezTo>
                  <a:pt x="423495" y="34711"/>
                  <a:pt x="425337" y="33944"/>
                  <a:pt x="427423" y="33250"/>
                </a:cubicBezTo>
                <a:cubicBezTo>
                  <a:pt x="429508" y="32556"/>
                  <a:pt x="431787" y="31981"/>
                  <a:pt x="434260" y="31527"/>
                </a:cubicBezTo>
                <a:cubicBezTo>
                  <a:pt x="436734" y="31071"/>
                  <a:pt x="439231" y="30842"/>
                  <a:pt x="441753" y="30842"/>
                </a:cubicBezTo>
                <a:cubicBezTo>
                  <a:pt x="446457" y="30842"/>
                  <a:pt x="450458" y="31376"/>
                  <a:pt x="453755" y="32443"/>
                </a:cubicBezTo>
                <a:cubicBezTo>
                  <a:pt x="457053" y="33510"/>
                  <a:pt x="459720" y="35074"/>
                  <a:pt x="461757" y="37135"/>
                </a:cubicBezTo>
                <a:cubicBezTo>
                  <a:pt x="463794" y="39196"/>
                  <a:pt x="465273" y="41754"/>
                  <a:pt x="466194" y="44809"/>
                </a:cubicBezTo>
                <a:cubicBezTo>
                  <a:pt x="467115" y="47864"/>
                  <a:pt x="467576" y="51428"/>
                  <a:pt x="467576" y="55502"/>
                </a:cubicBezTo>
                <a:lnTo>
                  <a:pt x="467576" y="99656"/>
                </a:lnTo>
                <a:moveTo>
                  <a:pt x="455646" y="69687"/>
                </a:moveTo>
                <a:lnTo>
                  <a:pt x="445390" y="69687"/>
                </a:lnTo>
                <a:cubicBezTo>
                  <a:pt x="442092" y="69687"/>
                  <a:pt x="439231" y="69968"/>
                  <a:pt x="436806" y="70530"/>
                </a:cubicBezTo>
                <a:cubicBezTo>
                  <a:pt x="434382" y="71091"/>
                  <a:pt x="432369" y="71920"/>
                  <a:pt x="430769" y="73017"/>
                </a:cubicBezTo>
                <a:cubicBezTo>
                  <a:pt x="429168" y="74114"/>
                  <a:pt x="427992" y="75432"/>
                  <a:pt x="427241" y="76970"/>
                </a:cubicBezTo>
                <a:cubicBezTo>
                  <a:pt x="426489" y="78506"/>
                  <a:pt x="426113" y="80275"/>
                  <a:pt x="426113" y="82275"/>
                </a:cubicBezTo>
                <a:cubicBezTo>
                  <a:pt x="426113" y="85691"/>
                  <a:pt x="427192" y="88411"/>
                  <a:pt x="429350" y="90436"/>
                </a:cubicBezTo>
                <a:cubicBezTo>
                  <a:pt x="431508" y="92461"/>
                  <a:pt x="434527" y="93473"/>
                  <a:pt x="438407" y="93473"/>
                </a:cubicBezTo>
                <a:cubicBezTo>
                  <a:pt x="441559" y="93473"/>
                  <a:pt x="444481" y="92668"/>
                  <a:pt x="447172" y="91059"/>
                </a:cubicBezTo>
                <a:cubicBezTo>
                  <a:pt x="449863" y="89448"/>
                  <a:pt x="452688" y="86984"/>
                  <a:pt x="455646" y="83667"/>
                </a:cubicBezTo>
                <a:lnTo>
                  <a:pt x="455646" y="69687"/>
                </a:lnTo>
                <a:close/>
                <a:moveTo>
                  <a:pt x="543313" y="99511"/>
                </a:moveTo>
                <a:cubicBezTo>
                  <a:pt x="543313" y="99899"/>
                  <a:pt x="543216" y="100238"/>
                  <a:pt x="543022" y="100529"/>
                </a:cubicBezTo>
                <a:cubicBezTo>
                  <a:pt x="542828" y="100820"/>
                  <a:pt x="542500" y="101062"/>
                  <a:pt x="542040" y="101256"/>
                </a:cubicBezTo>
                <a:cubicBezTo>
                  <a:pt x="541579" y="101450"/>
                  <a:pt x="540936" y="101596"/>
                  <a:pt x="540112" y="101693"/>
                </a:cubicBezTo>
                <a:cubicBezTo>
                  <a:pt x="539287" y="101790"/>
                  <a:pt x="538245" y="101838"/>
                  <a:pt x="536984" y="101838"/>
                </a:cubicBezTo>
                <a:cubicBezTo>
                  <a:pt x="535675" y="101838"/>
                  <a:pt x="534596" y="101802"/>
                  <a:pt x="533747" y="101729"/>
                </a:cubicBezTo>
                <a:cubicBezTo>
                  <a:pt x="532898" y="101657"/>
                  <a:pt x="532183" y="101535"/>
                  <a:pt x="531601" y="101366"/>
                </a:cubicBezTo>
                <a:cubicBezTo>
                  <a:pt x="531019" y="101196"/>
                  <a:pt x="530546" y="100953"/>
                  <a:pt x="530183" y="100638"/>
                </a:cubicBezTo>
                <a:cubicBezTo>
                  <a:pt x="529819" y="100323"/>
                  <a:pt x="529492" y="99947"/>
                  <a:pt x="529201" y="99511"/>
                </a:cubicBezTo>
                <a:lnTo>
                  <a:pt x="501559" y="63285"/>
                </a:lnTo>
                <a:lnTo>
                  <a:pt x="501559" y="99583"/>
                </a:lnTo>
                <a:cubicBezTo>
                  <a:pt x="501559" y="99971"/>
                  <a:pt x="501462" y="100299"/>
                  <a:pt x="501268" y="100565"/>
                </a:cubicBezTo>
                <a:cubicBezTo>
                  <a:pt x="501074" y="100832"/>
                  <a:pt x="500759" y="101062"/>
                  <a:pt x="500322" y="101256"/>
                </a:cubicBezTo>
                <a:cubicBezTo>
                  <a:pt x="499886" y="101450"/>
                  <a:pt x="499280" y="101596"/>
                  <a:pt x="498504" y="101693"/>
                </a:cubicBezTo>
                <a:cubicBezTo>
                  <a:pt x="497728" y="101790"/>
                  <a:pt x="496734" y="101838"/>
                  <a:pt x="495521" y="101838"/>
                </a:cubicBezTo>
                <a:cubicBezTo>
                  <a:pt x="494357" y="101838"/>
                  <a:pt x="493387" y="101790"/>
                  <a:pt x="492612" y="101693"/>
                </a:cubicBezTo>
                <a:cubicBezTo>
                  <a:pt x="491836" y="101596"/>
                  <a:pt x="491217" y="101450"/>
                  <a:pt x="490757" y="101256"/>
                </a:cubicBezTo>
                <a:cubicBezTo>
                  <a:pt x="490296" y="101062"/>
                  <a:pt x="489981" y="100832"/>
                  <a:pt x="489811" y="100565"/>
                </a:cubicBezTo>
                <a:cubicBezTo>
                  <a:pt x="489641" y="100297"/>
                  <a:pt x="489556" y="99969"/>
                  <a:pt x="489556" y="99581"/>
                </a:cubicBezTo>
                <a:lnTo>
                  <a:pt x="489556" y="2330"/>
                </a:lnTo>
                <a:cubicBezTo>
                  <a:pt x="489556" y="1942"/>
                  <a:pt x="489641" y="1603"/>
                  <a:pt x="489811" y="1312"/>
                </a:cubicBezTo>
                <a:cubicBezTo>
                  <a:pt x="489981" y="1019"/>
                  <a:pt x="490296" y="776"/>
                  <a:pt x="490757" y="582"/>
                </a:cubicBezTo>
                <a:cubicBezTo>
                  <a:pt x="491217" y="388"/>
                  <a:pt x="491836" y="242"/>
                  <a:pt x="492612" y="145"/>
                </a:cubicBezTo>
                <a:cubicBezTo>
                  <a:pt x="493387" y="48"/>
                  <a:pt x="494357" y="0"/>
                  <a:pt x="495521" y="0"/>
                </a:cubicBezTo>
                <a:cubicBezTo>
                  <a:pt x="496734" y="0"/>
                  <a:pt x="497728" y="48"/>
                  <a:pt x="498504" y="145"/>
                </a:cubicBezTo>
                <a:cubicBezTo>
                  <a:pt x="499280" y="242"/>
                  <a:pt x="499886" y="388"/>
                  <a:pt x="500322" y="582"/>
                </a:cubicBezTo>
                <a:cubicBezTo>
                  <a:pt x="500759" y="776"/>
                  <a:pt x="501074" y="1019"/>
                  <a:pt x="501268" y="1312"/>
                </a:cubicBezTo>
                <a:cubicBezTo>
                  <a:pt x="501462" y="1603"/>
                  <a:pt x="501559" y="1942"/>
                  <a:pt x="501559" y="2330"/>
                </a:cubicBezTo>
                <a:lnTo>
                  <a:pt x="501559" y="61612"/>
                </a:lnTo>
                <a:lnTo>
                  <a:pt x="526291" y="34407"/>
                </a:lnTo>
                <a:cubicBezTo>
                  <a:pt x="526679" y="33922"/>
                  <a:pt x="527091" y="33522"/>
                  <a:pt x="527528" y="33207"/>
                </a:cubicBezTo>
                <a:cubicBezTo>
                  <a:pt x="527964" y="32891"/>
                  <a:pt x="528485" y="32625"/>
                  <a:pt x="529092" y="32406"/>
                </a:cubicBezTo>
                <a:cubicBezTo>
                  <a:pt x="529698" y="32188"/>
                  <a:pt x="530413" y="32043"/>
                  <a:pt x="531237" y="31970"/>
                </a:cubicBezTo>
                <a:cubicBezTo>
                  <a:pt x="532062" y="31897"/>
                  <a:pt x="533056" y="31861"/>
                  <a:pt x="534220" y="31861"/>
                </a:cubicBezTo>
                <a:cubicBezTo>
                  <a:pt x="535432" y="31861"/>
                  <a:pt x="536451" y="31897"/>
                  <a:pt x="537275" y="31970"/>
                </a:cubicBezTo>
                <a:cubicBezTo>
                  <a:pt x="538099" y="32043"/>
                  <a:pt x="538766" y="32164"/>
                  <a:pt x="539275" y="32334"/>
                </a:cubicBezTo>
                <a:cubicBezTo>
                  <a:pt x="539785" y="32503"/>
                  <a:pt x="540148" y="32722"/>
                  <a:pt x="540366" y="32988"/>
                </a:cubicBezTo>
                <a:cubicBezTo>
                  <a:pt x="540585" y="33255"/>
                  <a:pt x="540694" y="33607"/>
                  <a:pt x="540694" y="34043"/>
                </a:cubicBezTo>
                <a:cubicBezTo>
                  <a:pt x="540694" y="34625"/>
                  <a:pt x="540536" y="35207"/>
                  <a:pt x="540221" y="35789"/>
                </a:cubicBezTo>
                <a:cubicBezTo>
                  <a:pt x="539906" y="36371"/>
                  <a:pt x="539384" y="37050"/>
                  <a:pt x="538657" y="37826"/>
                </a:cubicBezTo>
                <a:lnTo>
                  <a:pt x="514943" y="61539"/>
                </a:lnTo>
                <a:lnTo>
                  <a:pt x="541567" y="96092"/>
                </a:lnTo>
                <a:cubicBezTo>
                  <a:pt x="542197" y="96916"/>
                  <a:pt x="542646" y="97583"/>
                  <a:pt x="542912" y="98092"/>
                </a:cubicBezTo>
                <a:cubicBezTo>
                  <a:pt x="543179" y="98601"/>
                  <a:pt x="543313" y="99074"/>
                  <a:pt x="543313" y="99511"/>
                </a:cubicBezTo>
                <a:close/>
                <a:moveTo>
                  <a:pt x="608379" y="64013"/>
                </a:moveTo>
                <a:cubicBezTo>
                  <a:pt x="608379" y="65904"/>
                  <a:pt x="607906" y="67250"/>
                  <a:pt x="606961" y="68050"/>
                </a:cubicBezTo>
                <a:cubicBezTo>
                  <a:pt x="606015" y="68850"/>
                  <a:pt x="604936" y="69250"/>
                  <a:pt x="603724" y="69250"/>
                </a:cubicBezTo>
                <a:lnTo>
                  <a:pt x="560806" y="69250"/>
                </a:lnTo>
                <a:cubicBezTo>
                  <a:pt x="560806" y="72898"/>
                  <a:pt x="561170" y="76181"/>
                  <a:pt x="561897" y="79100"/>
                </a:cubicBezTo>
                <a:cubicBezTo>
                  <a:pt x="562625" y="82019"/>
                  <a:pt x="563837" y="84524"/>
                  <a:pt x="565534" y="86615"/>
                </a:cubicBezTo>
                <a:cubicBezTo>
                  <a:pt x="567231" y="88706"/>
                  <a:pt x="569438" y="90312"/>
                  <a:pt x="572154" y="91432"/>
                </a:cubicBezTo>
                <a:cubicBezTo>
                  <a:pt x="574869" y="92550"/>
                  <a:pt x="578191" y="93109"/>
                  <a:pt x="582119" y="93109"/>
                </a:cubicBezTo>
                <a:cubicBezTo>
                  <a:pt x="585223" y="93109"/>
                  <a:pt x="587987" y="92855"/>
                  <a:pt x="590412" y="92346"/>
                </a:cubicBezTo>
                <a:cubicBezTo>
                  <a:pt x="592837" y="91836"/>
                  <a:pt x="594934" y="91267"/>
                  <a:pt x="596704" y="90636"/>
                </a:cubicBezTo>
                <a:cubicBezTo>
                  <a:pt x="598474" y="90006"/>
                  <a:pt x="599929" y="89436"/>
                  <a:pt x="601069" y="88927"/>
                </a:cubicBezTo>
                <a:cubicBezTo>
                  <a:pt x="602208" y="88418"/>
                  <a:pt x="603069" y="88163"/>
                  <a:pt x="603651" y="88163"/>
                </a:cubicBezTo>
                <a:cubicBezTo>
                  <a:pt x="603990" y="88163"/>
                  <a:pt x="604293" y="88248"/>
                  <a:pt x="604560" y="88418"/>
                </a:cubicBezTo>
                <a:cubicBezTo>
                  <a:pt x="604827" y="88587"/>
                  <a:pt x="605033" y="88842"/>
                  <a:pt x="605178" y="89181"/>
                </a:cubicBezTo>
                <a:cubicBezTo>
                  <a:pt x="605324" y="89521"/>
                  <a:pt x="605433" y="89994"/>
                  <a:pt x="605506" y="90600"/>
                </a:cubicBezTo>
                <a:cubicBezTo>
                  <a:pt x="605578" y="91206"/>
                  <a:pt x="605615" y="91946"/>
                  <a:pt x="605615" y="92818"/>
                </a:cubicBezTo>
                <a:cubicBezTo>
                  <a:pt x="605615" y="93449"/>
                  <a:pt x="605591" y="93994"/>
                  <a:pt x="605542" y="94455"/>
                </a:cubicBezTo>
                <a:cubicBezTo>
                  <a:pt x="605494" y="94916"/>
                  <a:pt x="605433" y="95328"/>
                  <a:pt x="605360" y="95692"/>
                </a:cubicBezTo>
                <a:cubicBezTo>
                  <a:pt x="605288" y="96055"/>
                  <a:pt x="605166" y="96383"/>
                  <a:pt x="604997" y="96674"/>
                </a:cubicBezTo>
                <a:cubicBezTo>
                  <a:pt x="604827" y="96965"/>
                  <a:pt x="604609" y="97244"/>
                  <a:pt x="604342" y="97510"/>
                </a:cubicBezTo>
                <a:cubicBezTo>
                  <a:pt x="604075" y="97777"/>
                  <a:pt x="603287" y="98213"/>
                  <a:pt x="601978" y="98820"/>
                </a:cubicBezTo>
                <a:cubicBezTo>
                  <a:pt x="600668" y="99426"/>
                  <a:pt x="598971" y="100020"/>
                  <a:pt x="596886" y="100602"/>
                </a:cubicBezTo>
                <a:cubicBezTo>
                  <a:pt x="594801" y="101184"/>
                  <a:pt x="592388" y="101705"/>
                  <a:pt x="589648" y="102166"/>
                </a:cubicBezTo>
                <a:cubicBezTo>
                  <a:pt x="586908" y="102626"/>
                  <a:pt x="583986" y="102857"/>
                  <a:pt x="580883" y="102857"/>
                </a:cubicBezTo>
                <a:cubicBezTo>
                  <a:pt x="575500" y="102857"/>
                  <a:pt x="570784" y="102104"/>
                  <a:pt x="566734" y="100600"/>
                </a:cubicBezTo>
                <a:cubicBezTo>
                  <a:pt x="562685" y="99095"/>
                  <a:pt x="559278" y="96862"/>
                  <a:pt x="556514" y="93900"/>
                </a:cubicBezTo>
                <a:cubicBezTo>
                  <a:pt x="553750" y="90939"/>
                  <a:pt x="551665" y="87226"/>
                  <a:pt x="550258" y="82760"/>
                </a:cubicBezTo>
                <a:cubicBezTo>
                  <a:pt x="548852" y="78294"/>
                  <a:pt x="548149" y="73099"/>
                  <a:pt x="548149" y="67177"/>
                </a:cubicBezTo>
                <a:cubicBezTo>
                  <a:pt x="548149" y="61546"/>
                  <a:pt x="548876" y="56485"/>
                  <a:pt x="550331" y="51994"/>
                </a:cubicBezTo>
                <a:cubicBezTo>
                  <a:pt x="551786" y="47504"/>
                  <a:pt x="553883" y="43694"/>
                  <a:pt x="556623" y="40563"/>
                </a:cubicBezTo>
                <a:cubicBezTo>
                  <a:pt x="559363" y="37432"/>
                  <a:pt x="562673" y="35029"/>
                  <a:pt x="566553" y="33354"/>
                </a:cubicBezTo>
                <a:cubicBezTo>
                  <a:pt x="570432" y="31680"/>
                  <a:pt x="574772" y="30842"/>
                  <a:pt x="579573" y="30842"/>
                </a:cubicBezTo>
                <a:cubicBezTo>
                  <a:pt x="584714" y="30842"/>
                  <a:pt x="589090" y="31667"/>
                  <a:pt x="592703" y="33316"/>
                </a:cubicBezTo>
                <a:cubicBezTo>
                  <a:pt x="596316" y="34965"/>
                  <a:pt x="599286" y="37183"/>
                  <a:pt x="601614" y="39972"/>
                </a:cubicBezTo>
                <a:cubicBezTo>
                  <a:pt x="603942" y="42760"/>
                  <a:pt x="605651" y="46033"/>
                  <a:pt x="606742" y="49792"/>
                </a:cubicBezTo>
                <a:cubicBezTo>
                  <a:pt x="607833" y="53550"/>
                  <a:pt x="608379" y="57563"/>
                  <a:pt x="608379" y="61830"/>
                </a:cubicBezTo>
                <a:lnTo>
                  <a:pt x="608379" y="64013"/>
                </a:lnTo>
                <a:moveTo>
                  <a:pt x="596304" y="60448"/>
                </a:moveTo>
                <a:cubicBezTo>
                  <a:pt x="596449" y="54144"/>
                  <a:pt x="595055" y="49198"/>
                  <a:pt x="592121" y="45609"/>
                </a:cubicBezTo>
                <a:cubicBezTo>
                  <a:pt x="589187" y="42020"/>
                  <a:pt x="584835" y="40226"/>
                  <a:pt x="579064" y="40226"/>
                </a:cubicBezTo>
                <a:cubicBezTo>
                  <a:pt x="576106" y="40226"/>
                  <a:pt x="573512" y="40784"/>
                  <a:pt x="571281" y="41899"/>
                </a:cubicBezTo>
                <a:cubicBezTo>
                  <a:pt x="569050" y="43015"/>
                  <a:pt x="567183" y="44494"/>
                  <a:pt x="565680" y="46336"/>
                </a:cubicBezTo>
                <a:cubicBezTo>
                  <a:pt x="564176" y="48179"/>
                  <a:pt x="563012" y="50325"/>
                  <a:pt x="562188" y="52774"/>
                </a:cubicBezTo>
                <a:cubicBezTo>
                  <a:pt x="561364" y="55223"/>
                  <a:pt x="560903" y="57781"/>
                  <a:pt x="560806" y="60448"/>
                </a:cubicBezTo>
                <a:lnTo>
                  <a:pt x="596304" y="60448"/>
                </a:lnTo>
                <a:close/>
                <a:moveTo>
                  <a:pt x="683763" y="99583"/>
                </a:moveTo>
                <a:cubicBezTo>
                  <a:pt x="683763" y="99971"/>
                  <a:pt x="683666" y="100299"/>
                  <a:pt x="683472" y="100565"/>
                </a:cubicBezTo>
                <a:cubicBezTo>
                  <a:pt x="683278" y="100832"/>
                  <a:pt x="682963" y="101062"/>
                  <a:pt x="682526" y="101256"/>
                </a:cubicBezTo>
                <a:cubicBezTo>
                  <a:pt x="682090" y="101450"/>
                  <a:pt x="681484" y="101596"/>
                  <a:pt x="680708" y="101693"/>
                </a:cubicBezTo>
                <a:cubicBezTo>
                  <a:pt x="679932" y="101790"/>
                  <a:pt x="678962" y="101838"/>
                  <a:pt x="677798" y="101838"/>
                </a:cubicBezTo>
                <a:cubicBezTo>
                  <a:pt x="676586" y="101838"/>
                  <a:pt x="675591" y="101790"/>
                  <a:pt x="674816" y="101693"/>
                </a:cubicBezTo>
                <a:cubicBezTo>
                  <a:pt x="674040" y="101596"/>
                  <a:pt x="673433" y="101450"/>
                  <a:pt x="672997" y="101256"/>
                </a:cubicBezTo>
                <a:cubicBezTo>
                  <a:pt x="672561" y="101062"/>
                  <a:pt x="672245" y="100832"/>
                  <a:pt x="672051" y="100565"/>
                </a:cubicBezTo>
                <a:cubicBezTo>
                  <a:pt x="671857" y="100299"/>
                  <a:pt x="671760" y="99971"/>
                  <a:pt x="671760" y="99583"/>
                </a:cubicBezTo>
                <a:lnTo>
                  <a:pt x="671760" y="61249"/>
                </a:lnTo>
                <a:cubicBezTo>
                  <a:pt x="671760" y="57514"/>
                  <a:pt x="671469" y="54508"/>
                  <a:pt x="670887" y="52229"/>
                </a:cubicBezTo>
                <a:cubicBezTo>
                  <a:pt x="670306" y="49949"/>
                  <a:pt x="669457" y="47985"/>
                  <a:pt x="668342" y="46336"/>
                </a:cubicBezTo>
                <a:cubicBezTo>
                  <a:pt x="667226" y="44688"/>
                  <a:pt x="665783" y="43427"/>
                  <a:pt x="664013" y="42554"/>
                </a:cubicBezTo>
                <a:cubicBezTo>
                  <a:pt x="662243" y="41681"/>
                  <a:pt x="660194" y="41245"/>
                  <a:pt x="657867" y="41245"/>
                </a:cubicBezTo>
                <a:cubicBezTo>
                  <a:pt x="654860" y="41245"/>
                  <a:pt x="651853" y="42311"/>
                  <a:pt x="648847" y="44445"/>
                </a:cubicBezTo>
                <a:cubicBezTo>
                  <a:pt x="645840" y="46579"/>
                  <a:pt x="642688" y="49707"/>
                  <a:pt x="639390" y="53829"/>
                </a:cubicBezTo>
                <a:lnTo>
                  <a:pt x="639390" y="99583"/>
                </a:lnTo>
                <a:cubicBezTo>
                  <a:pt x="639390" y="99971"/>
                  <a:pt x="639293" y="100299"/>
                  <a:pt x="639099" y="100565"/>
                </a:cubicBezTo>
                <a:cubicBezTo>
                  <a:pt x="638905" y="100832"/>
                  <a:pt x="638590" y="101062"/>
                  <a:pt x="638154" y="101256"/>
                </a:cubicBezTo>
                <a:cubicBezTo>
                  <a:pt x="637717" y="101450"/>
                  <a:pt x="637111" y="101596"/>
                  <a:pt x="636335" y="101693"/>
                </a:cubicBezTo>
                <a:cubicBezTo>
                  <a:pt x="635559" y="101790"/>
                  <a:pt x="634565" y="101838"/>
                  <a:pt x="633353" y="101838"/>
                </a:cubicBezTo>
                <a:cubicBezTo>
                  <a:pt x="632189" y="101838"/>
                  <a:pt x="631219" y="101790"/>
                  <a:pt x="630443" y="101693"/>
                </a:cubicBezTo>
                <a:cubicBezTo>
                  <a:pt x="629667" y="101596"/>
                  <a:pt x="629049" y="101450"/>
                  <a:pt x="628588" y="101256"/>
                </a:cubicBezTo>
                <a:cubicBezTo>
                  <a:pt x="628127" y="101062"/>
                  <a:pt x="627812" y="100832"/>
                  <a:pt x="627643" y="100565"/>
                </a:cubicBezTo>
                <a:cubicBezTo>
                  <a:pt x="627473" y="100299"/>
                  <a:pt x="627388" y="99971"/>
                  <a:pt x="627388" y="99583"/>
                </a:cubicBezTo>
                <a:lnTo>
                  <a:pt x="627388" y="34116"/>
                </a:lnTo>
                <a:cubicBezTo>
                  <a:pt x="627388" y="33728"/>
                  <a:pt x="627461" y="33401"/>
                  <a:pt x="627606" y="33134"/>
                </a:cubicBezTo>
                <a:cubicBezTo>
                  <a:pt x="627752" y="32867"/>
                  <a:pt x="628043" y="32625"/>
                  <a:pt x="628479" y="32406"/>
                </a:cubicBezTo>
                <a:cubicBezTo>
                  <a:pt x="628915" y="32188"/>
                  <a:pt x="629473" y="32043"/>
                  <a:pt x="630152" y="31970"/>
                </a:cubicBezTo>
                <a:cubicBezTo>
                  <a:pt x="630831" y="31897"/>
                  <a:pt x="631728" y="31861"/>
                  <a:pt x="632844" y="31861"/>
                </a:cubicBezTo>
                <a:cubicBezTo>
                  <a:pt x="633910" y="31861"/>
                  <a:pt x="634795" y="31897"/>
                  <a:pt x="635499" y="31970"/>
                </a:cubicBezTo>
                <a:cubicBezTo>
                  <a:pt x="636202" y="32043"/>
                  <a:pt x="636747" y="32188"/>
                  <a:pt x="637135" y="32406"/>
                </a:cubicBezTo>
                <a:cubicBezTo>
                  <a:pt x="637523" y="32625"/>
                  <a:pt x="637802" y="32867"/>
                  <a:pt x="637972" y="33134"/>
                </a:cubicBezTo>
                <a:cubicBezTo>
                  <a:pt x="638142" y="33401"/>
                  <a:pt x="638226" y="33728"/>
                  <a:pt x="638226" y="34116"/>
                </a:cubicBezTo>
                <a:lnTo>
                  <a:pt x="638226" y="42772"/>
                </a:lnTo>
                <a:cubicBezTo>
                  <a:pt x="641912" y="38650"/>
                  <a:pt x="645585" y="35631"/>
                  <a:pt x="649247" y="33716"/>
                </a:cubicBezTo>
                <a:cubicBezTo>
                  <a:pt x="652908" y="31800"/>
                  <a:pt x="656606" y="30842"/>
                  <a:pt x="660340" y="30842"/>
                </a:cubicBezTo>
                <a:cubicBezTo>
                  <a:pt x="664704" y="30842"/>
                  <a:pt x="668378" y="31582"/>
                  <a:pt x="671360" y="33061"/>
                </a:cubicBezTo>
                <a:cubicBezTo>
                  <a:pt x="674343" y="34540"/>
                  <a:pt x="676755" y="36516"/>
                  <a:pt x="678598" y="38990"/>
                </a:cubicBezTo>
                <a:cubicBezTo>
                  <a:pt x="680441" y="41463"/>
                  <a:pt x="681762" y="44360"/>
                  <a:pt x="682563" y="47682"/>
                </a:cubicBezTo>
                <a:cubicBezTo>
                  <a:pt x="683363" y="51004"/>
                  <a:pt x="683763" y="54993"/>
                  <a:pt x="683763" y="59648"/>
                </a:cubicBezTo>
                <a:lnTo>
                  <a:pt x="683763" y="995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6DF95-278B-41FA-A7B6-A383E64C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679" y="992487"/>
            <a:ext cx="4995766" cy="1148945"/>
          </a:xfrm>
          <a:custGeom xmlns:a="http://schemas.openxmlformats.org/drawingml/2006/main">
            <a:pathLst>
              <a:path w="4995766" h="1148945">
                <a:moveTo>
                  <a:pt x="0" y="0"/>
                </a:moveTo>
                <a:lnTo>
                  <a:pt x="4995766" y="0"/>
                </a:lnTo>
                <a:lnTo>
                  <a:pt x="4995766" y="1148945"/>
                </a:lnTo>
                <a:lnTo>
                  <a:pt x="0" y="11489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③Probephase(usermode)">
            <a:extLst xmlns:a="http://schemas.openxmlformats.org/drawingml/2006/main">
              <a:ext uri="{FF2B5EF4-FFF2-40B4-BE49-F238E27FC236}">
                <a16:creationId xmlns:a16="http://schemas.microsoft.com/office/drawing/2014/main" id="{386FBE35-EC42-4FB9-8B15-7706E52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460" y="1024809"/>
            <a:ext cx="1931435" cy="164586"/>
          </a:xfrm>
          <a:custGeom xmlns:a="http://schemas.openxmlformats.org/drawingml/2006/main">
            <a:pathLst>
              <a:path w="1931435" h="164586">
                <a:moveTo>
                  <a:pt x="82789" y="0"/>
                </a:moveTo>
                <a:cubicBezTo>
                  <a:pt x="133185" y="4688"/>
                  <a:pt x="160726" y="32133"/>
                  <a:pt x="165413" y="82334"/>
                </a:cubicBezTo>
                <a:cubicBezTo>
                  <a:pt x="160671" y="132425"/>
                  <a:pt x="133130" y="159842"/>
                  <a:pt x="82789" y="164586"/>
                </a:cubicBezTo>
                <a:cubicBezTo>
                  <a:pt x="32283" y="159952"/>
                  <a:pt x="4687" y="132535"/>
                  <a:pt x="0" y="82334"/>
                </a:cubicBezTo>
                <a:cubicBezTo>
                  <a:pt x="4687" y="32078"/>
                  <a:pt x="32283" y="4633"/>
                  <a:pt x="82789" y="0"/>
                </a:cubicBezTo>
                <a:moveTo>
                  <a:pt x="82789" y="8436"/>
                </a:moveTo>
                <a:cubicBezTo>
                  <a:pt x="38072" y="12683"/>
                  <a:pt x="13619" y="37316"/>
                  <a:pt x="9429" y="82334"/>
                </a:cubicBezTo>
                <a:cubicBezTo>
                  <a:pt x="13619" y="127352"/>
                  <a:pt x="38072" y="151985"/>
                  <a:pt x="82789" y="156232"/>
                </a:cubicBezTo>
                <a:cubicBezTo>
                  <a:pt x="127506" y="151985"/>
                  <a:pt x="151959" y="127352"/>
                  <a:pt x="156150" y="82334"/>
                </a:cubicBezTo>
                <a:cubicBezTo>
                  <a:pt x="151959" y="37316"/>
                  <a:pt x="127506" y="12683"/>
                  <a:pt x="82789" y="8436"/>
                </a:cubicBezTo>
                <a:moveTo>
                  <a:pt x="71293" y="86059"/>
                </a:moveTo>
                <a:lnTo>
                  <a:pt x="71293" y="72154"/>
                </a:lnTo>
                <a:cubicBezTo>
                  <a:pt x="93348" y="72705"/>
                  <a:pt x="104238" y="66275"/>
                  <a:pt x="103962" y="52865"/>
                </a:cubicBezTo>
                <a:cubicBezTo>
                  <a:pt x="103631" y="41606"/>
                  <a:pt x="96573" y="35784"/>
                  <a:pt x="82789" y="35398"/>
                </a:cubicBezTo>
                <a:cubicBezTo>
                  <a:pt x="69391" y="36336"/>
                  <a:pt x="62278" y="44468"/>
                  <a:pt x="61451" y="59797"/>
                </a:cubicBezTo>
                <a:lnTo>
                  <a:pt x="44827" y="59797"/>
                </a:lnTo>
                <a:cubicBezTo>
                  <a:pt x="44772" y="46894"/>
                  <a:pt x="48797" y="36832"/>
                  <a:pt x="56902" y="29609"/>
                </a:cubicBezTo>
                <a:cubicBezTo>
                  <a:pt x="62802" y="24150"/>
                  <a:pt x="72120" y="21449"/>
                  <a:pt x="84857" y="21504"/>
                </a:cubicBezTo>
                <a:cubicBezTo>
                  <a:pt x="107904" y="22386"/>
                  <a:pt x="119814" y="32621"/>
                  <a:pt x="120586" y="52208"/>
                </a:cubicBezTo>
                <a:cubicBezTo>
                  <a:pt x="120476" y="62857"/>
                  <a:pt x="116120" y="71271"/>
                  <a:pt x="107518" y="77452"/>
                </a:cubicBezTo>
                <a:cubicBezTo>
                  <a:pt x="118932" y="82693"/>
                  <a:pt x="124638" y="92183"/>
                  <a:pt x="124638" y="105921"/>
                </a:cubicBezTo>
                <a:cubicBezTo>
                  <a:pt x="122764" y="129480"/>
                  <a:pt x="109310" y="141922"/>
                  <a:pt x="84278" y="143247"/>
                </a:cubicBezTo>
                <a:cubicBezTo>
                  <a:pt x="58198" y="144240"/>
                  <a:pt x="43641" y="130731"/>
                  <a:pt x="40609" y="102721"/>
                </a:cubicBezTo>
                <a:lnTo>
                  <a:pt x="57564" y="102721"/>
                </a:lnTo>
                <a:cubicBezTo>
                  <a:pt x="58170" y="119759"/>
                  <a:pt x="66744" y="128636"/>
                  <a:pt x="83285" y="129353"/>
                </a:cubicBezTo>
                <a:cubicBezTo>
                  <a:pt x="98724" y="128526"/>
                  <a:pt x="106967" y="120827"/>
                  <a:pt x="108014" y="106257"/>
                </a:cubicBezTo>
                <a:cubicBezTo>
                  <a:pt x="107904" y="92736"/>
                  <a:pt x="98586" y="85838"/>
                  <a:pt x="80060" y="85562"/>
                </a:cubicBezTo>
                <a:cubicBezTo>
                  <a:pt x="78516" y="85507"/>
                  <a:pt x="75594" y="85673"/>
                  <a:pt x="71293" y="86059"/>
                </a:cubicBezTo>
                <a:close/>
                <a:moveTo>
                  <a:pt x="289982" y="58931"/>
                </a:moveTo>
                <a:cubicBezTo>
                  <a:pt x="289982" y="64934"/>
                  <a:pt x="289045" y="70249"/>
                  <a:pt x="287170" y="74875"/>
                </a:cubicBezTo>
                <a:cubicBezTo>
                  <a:pt x="285296" y="79501"/>
                  <a:pt x="282566" y="83398"/>
                  <a:pt x="278982" y="86565"/>
                </a:cubicBezTo>
                <a:cubicBezTo>
                  <a:pt x="275399" y="89730"/>
                  <a:pt x="271001" y="92139"/>
                  <a:pt x="265791" y="93792"/>
                </a:cubicBezTo>
                <a:cubicBezTo>
                  <a:pt x="260580" y="95444"/>
                  <a:pt x="254446" y="96270"/>
                  <a:pt x="247389" y="96270"/>
                </a:cubicBezTo>
                <a:lnTo>
                  <a:pt x="238456" y="96270"/>
                </a:lnTo>
                <a:lnTo>
                  <a:pt x="238456" y="130503"/>
                </a:lnTo>
                <a:cubicBezTo>
                  <a:pt x="238456" y="131056"/>
                  <a:pt x="238277" y="131554"/>
                  <a:pt x="237919" y="131997"/>
                </a:cubicBezTo>
                <a:cubicBezTo>
                  <a:pt x="237560" y="132438"/>
                  <a:pt x="236968" y="132797"/>
                  <a:pt x="236141" y="133074"/>
                </a:cubicBezTo>
                <a:cubicBezTo>
                  <a:pt x="235314" y="133350"/>
                  <a:pt x="234211" y="133571"/>
                  <a:pt x="232832" y="133736"/>
                </a:cubicBezTo>
                <a:cubicBezTo>
                  <a:pt x="231454" y="133902"/>
                  <a:pt x="229690" y="133984"/>
                  <a:pt x="227539" y="133984"/>
                </a:cubicBezTo>
                <a:cubicBezTo>
                  <a:pt x="225444" y="133984"/>
                  <a:pt x="223693" y="133902"/>
                  <a:pt x="222287" y="133736"/>
                </a:cubicBezTo>
                <a:cubicBezTo>
                  <a:pt x="220881" y="133571"/>
                  <a:pt x="219765" y="133350"/>
                  <a:pt x="218938" y="133074"/>
                </a:cubicBezTo>
                <a:cubicBezTo>
                  <a:pt x="218111" y="132799"/>
                  <a:pt x="217532" y="132440"/>
                  <a:pt x="217201" y="131999"/>
                </a:cubicBezTo>
                <a:cubicBezTo>
                  <a:pt x="216870" y="131558"/>
                  <a:pt x="216705" y="131062"/>
                  <a:pt x="216705" y="130511"/>
                </a:cubicBezTo>
                <a:lnTo>
                  <a:pt x="216705" y="34240"/>
                </a:lnTo>
                <a:cubicBezTo>
                  <a:pt x="216705" y="31649"/>
                  <a:pt x="217380" y="29705"/>
                  <a:pt x="218731" y="28410"/>
                </a:cubicBezTo>
                <a:cubicBezTo>
                  <a:pt x="220082" y="27114"/>
                  <a:pt x="221860" y="26466"/>
                  <a:pt x="224066" y="26466"/>
                </a:cubicBezTo>
                <a:lnTo>
                  <a:pt x="249291" y="26466"/>
                </a:lnTo>
                <a:cubicBezTo>
                  <a:pt x="251827" y="26466"/>
                  <a:pt x="254240" y="26563"/>
                  <a:pt x="256528" y="26755"/>
                </a:cubicBezTo>
                <a:cubicBezTo>
                  <a:pt x="258816" y="26948"/>
                  <a:pt x="261559" y="27362"/>
                  <a:pt x="264757" y="27996"/>
                </a:cubicBezTo>
                <a:cubicBezTo>
                  <a:pt x="267955" y="28628"/>
                  <a:pt x="271194" y="29798"/>
                  <a:pt x="274475" y="31506"/>
                </a:cubicBezTo>
                <a:cubicBezTo>
                  <a:pt x="277756" y="33213"/>
                  <a:pt x="280554" y="35375"/>
                  <a:pt x="282870" y="37991"/>
                </a:cubicBezTo>
                <a:cubicBezTo>
                  <a:pt x="285185" y="40606"/>
                  <a:pt x="286950" y="43663"/>
                  <a:pt x="288163" y="47161"/>
                </a:cubicBezTo>
                <a:cubicBezTo>
                  <a:pt x="289376" y="50657"/>
                  <a:pt x="289982" y="54580"/>
                  <a:pt x="289982" y="58931"/>
                </a:cubicBezTo>
                <a:moveTo>
                  <a:pt x="267238" y="60505"/>
                </a:moveTo>
                <a:cubicBezTo>
                  <a:pt x="267238" y="56781"/>
                  <a:pt x="266577" y="53715"/>
                  <a:pt x="265253" y="51306"/>
                </a:cubicBezTo>
                <a:cubicBezTo>
                  <a:pt x="263930" y="48896"/>
                  <a:pt x="262303" y="47116"/>
                  <a:pt x="260374" y="45967"/>
                </a:cubicBezTo>
                <a:cubicBezTo>
                  <a:pt x="258444" y="44817"/>
                  <a:pt x="256417" y="44092"/>
                  <a:pt x="254295" y="43790"/>
                </a:cubicBezTo>
                <a:cubicBezTo>
                  <a:pt x="252172" y="43489"/>
                  <a:pt x="249980" y="43338"/>
                  <a:pt x="247720" y="43338"/>
                </a:cubicBezTo>
                <a:lnTo>
                  <a:pt x="238456" y="43338"/>
                </a:lnTo>
                <a:lnTo>
                  <a:pt x="238456" y="79398"/>
                </a:lnTo>
                <a:lnTo>
                  <a:pt x="248216" y="79398"/>
                </a:lnTo>
                <a:cubicBezTo>
                  <a:pt x="251689" y="79398"/>
                  <a:pt x="254598" y="78933"/>
                  <a:pt x="256941" y="78002"/>
                </a:cubicBezTo>
                <a:cubicBezTo>
                  <a:pt x="259285" y="77070"/>
                  <a:pt x="261201" y="75769"/>
                  <a:pt x="262689" y="74100"/>
                </a:cubicBezTo>
                <a:cubicBezTo>
                  <a:pt x="264178" y="72430"/>
                  <a:pt x="265308" y="70431"/>
                  <a:pt x="266080" y="68103"/>
                </a:cubicBezTo>
                <a:cubicBezTo>
                  <a:pt x="266852" y="65776"/>
                  <a:pt x="267238" y="63243"/>
                  <a:pt x="267238" y="60505"/>
                </a:cubicBezTo>
                <a:close/>
                <a:moveTo>
                  <a:pt x="352882" y="63684"/>
                </a:moveTo>
                <a:cubicBezTo>
                  <a:pt x="352882" y="65669"/>
                  <a:pt x="352826" y="67295"/>
                  <a:pt x="352716" y="68564"/>
                </a:cubicBezTo>
                <a:cubicBezTo>
                  <a:pt x="352606" y="69832"/>
                  <a:pt x="352440" y="70824"/>
                  <a:pt x="352220" y="71541"/>
                </a:cubicBezTo>
                <a:cubicBezTo>
                  <a:pt x="351999" y="72258"/>
                  <a:pt x="351710" y="72754"/>
                  <a:pt x="351351" y="73030"/>
                </a:cubicBezTo>
                <a:cubicBezTo>
                  <a:pt x="350993" y="73305"/>
                  <a:pt x="350538" y="73443"/>
                  <a:pt x="349987" y="73443"/>
                </a:cubicBezTo>
                <a:cubicBezTo>
                  <a:pt x="349546" y="73443"/>
                  <a:pt x="349049" y="73347"/>
                  <a:pt x="348498" y="73154"/>
                </a:cubicBezTo>
                <a:cubicBezTo>
                  <a:pt x="347947" y="72961"/>
                  <a:pt x="347326" y="72754"/>
                  <a:pt x="346637" y="72533"/>
                </a:cubicBezTo>
                <a:cubicBezTo>
                  <a:pt x="345948" y="72313"/>
                  <a:pt x="345190" y="72106"/>
                  <a:pt x="344363" y="71913"/>
                </a:cubicBezTo>
                <a:cubicBezTo>
                  <a:pt x="343536" y="71720"/>
                  <a:pt x="342626" y="71624"/>
                  <a:pt x="341633" y="71624"/>
                </a:cubicBezTo>
                <a:cubicBezTo>
                  <a:pt x="340476" y="71624"/>
                  <a:pt x="339318" y="71860"/>
                  <a:pt x="338160" y="72332"/>
                </a:cubicBezTo>
                <a:cubicBezTo>
                  <a:pt x="337002" y="72802"/>
                  <a:pt x="335803" y="73537"/>
                  <a:pt x="334562" y="74536"/>
                </a:cubicBezTo>
                <a:cubicBezTo>
                  <a:pt x="333321" y="75536"/>
                  <a:pt x="332026" y="76868"/>
                  <a:pt x="330675" y="78532"/>
                </a:cubicBezTo>
                <a:cubicBezTo>
                  <a:pt x="329324" y="80197"/>
                  <a:pt x="327877" y="82250"/>
                  <a:pt x="326333" y="84691"/>
                </a:cubicBezTo>
                <a:lnTo>
                  <a:pt x="326333" y="130676"/>
                </a:lnTo>
                <a:cubicBezTo>
                  <a:pt x="326333" y="131227"/>
                  <a:pt x="326167" y="131710"/>
                  <a:pt x="325837" y="132123"/>
                </a:cubicBezTo>
                <a:cubicBezTo>
                  <a:pt x="325506" y="132537"/>
                  <a:pt x="324941" y="132881"/>
                  <a:pt x="324141" y="133157"/>
                </a:cubicBezTo>
                <a:cubicBezTo>
                  <a:pt x="323342" y="133433"/>
                  <a:pt x="322280" y="133640"/>
                  <a:pt x="320957" y="133777"/>
                </a:cubicBezTo>
                <a:cubicBezTo>
                  <a:pt x="319634" y="133915"/>
                  <a:pt x="317952" y="133984"/>
                  <a:pt x="315912" y="133984"/>
                </a:cubicBezTo>
                <a:cubicBezTo>
                  <a:pt x="313872" y="133984"/>
                  <a:pt x="312190" y="133915"/>
                  <a:pt x="310867" y="133777"/>
                </a:cubicBezTo>
                <a:cubicBezTo>
                  <a:pt x="309543" y="133640"/>
                  <a:pt x="308482" y="133433"/>
                  <a:pt x="307682" y="133157"/>
                </a:cubicBezTo>
                <a:cubicBezTo>
                  <a:pt x="306883" y="132881"/>
                  <a:pt x="306318" y="132537"/>
                  <a:pt x="305987" y="132123"/>
                </a:cubicBezTo>
                <a:cubicBezTo>
                  <a:pt x="305656" y="131710"/>
                  <a:pt x="305491" y="131227"/>
                  <a:pt x="305491" y="130676"/>
                </a:cubicBezTo>
                <a:lnTo>
                  <a:pt x="305491" y="56902"/>
                </a:lnTo>
                <a:cubicBezTo>
                  <a:pt x="305491" y="56351"/>
                  <a:pt x="305629" y="55868"/>
                  <a:pt x="305904" y="55455"/>
                </a:cubicBezTo>
                <a:cubicBezTo>
                  <a:pt x="306180" y="55041"/>
                  <a:pt x="306676" y="54696"/>
                  <a:pt x="307393" y="54421"/>
                </a:cubicBezTo>
                <a:cubicBezTo>
                  <a:pt x="308110" y="54145"/>
                  <a:pt x="309033" y="53938"/>
                  <a:pt x="310164" y="53800"/>
                </a:cubicBezTo>
                <a:cubicBezTo>
                  <a:pt x="311294" y="53663"/>
                  <a:pt x="312714" y="53594"/>
                  <a:pt x="314423" y="53594"/>
                </a:cubicBezTo>
                <a:cubicBezTo>
                  <a:pt x="316187" y="53594"/>
                  <a:pt x="317649" y="53663"/>
                  <a:pt x="318806" y="53800"/>
                </a:cubicBezTo>
                <a:cubicBezTo>
                  <a:pt x="319964" y="53938"/>
                  <a:pt x="320860" y="54145"/>
                  <a:pt x="321494" y="54421"/>
                </a:cubicBezTo>
                <a:cubicBezTo>
                  <a:pt x="322129" y="54696"/>
                  <a:pt x="322583" y="55041"/>
                  <a:pt x="322859" y="55455"/>
                </a:cubicBezTo>
                <a:cubicBezTo>
                  <a:pt x="323135" y="55868"/>
                  <a:pt x="323273" y="56351"/>
                  <a:pt x="323273" y="56902"/>
                </a:cubicBezTo>
                <a:lnTo>
                  <a:pt x="323273" y="66082"/>
                </a:lnTo>
                <a:cubicBezTo>
                  <a:pt x="325202" y="63308"/>
                  <a:pt x="327022" y="61020"/>
                  <a:pt x="328731" y="59218"/>
                </a:cubicBezTo>
                <a:cubicBezTo>
                  <a:pt x="330441" y="57415"/>
                  <a:pt x="332067" y="55988"/>
                  <a:pt x="333611" y="54935"/>
                </a:cubicBezTo>
                <a:cubicBezTo>
                  <a:pt x="335155" y="53881"/>
                  <a:pt x="336699" y="53146"/>
                  <a:pt x="338242" y="52730"/>
                </a:cubicBezTo>
                <a:cubicBezTo>
                  <a:pt x="339786" y="52313"/>
                  <a:pt x="341330" y="52105"/>
                  <a:pt x="342874" y="52105"/>
                </a:cubicBezTo>
                <a:cubicBezTo>
                  <a:pt x="343591" y="52105"/>
                  <a:pt x="344363" y="52146"/>
                  <a:pt x="345190" y="52229"/>
                </a:cubicBezTo>
                <a:cubicBezTo>
                  <a:pt x="346017" y="52312"/>
                  <a:pt x="346872" y="52450"/>
                  <a:pt x="347754" y="52643"/>
                </a:cubicBezTo>
                <a:cubicBezTo>
                  <a:pt x="348636" y="52836"/>
                  <a:pt x="349408" y="53056"/>
                  <a:pt x="350069" y="53304"/>
                </a:cubicBezTo>
                <a:cubicBezTo>
                  <a:pt x="350731" y="53552"/>
                  <a:pt x="351214" y="53814"/>
                  <a:pt x="351517" y="54090"/>
                </a:cubicBezTo>
                <a:cubicBezTo>
                  <a:pt x="351820" y="54366"/>
                  <a:pt x="352041" y="54669"/>
                  <a:pt x="352178" y="55000"/>
                </a:cubicBezTo>
                <a:cubicBezTo>
                  <a:pt x="352316" y="55331"/>
                  <a:pt x="352440" y="55785"/>
                  <a:pt x="352551" y="56364"/>
                </a:cubicBezTo>
                <a:cubicBezTo>
                  <a:pt x="352661" y="56943"/>
                  <a:pt x="352744" y="57812"/>
                  <a:pt x="352799" y="58970"/>
                </a:cubicBezTo>
                <a:cubicBezTo>
                  <a:pt x="352854" y="60127"/>
                  <a:pt x="352882" y="61699"/>
                  <a:pt x="352882" y="63684"/>
                </a:cubicBezTo>
                <a:close/>
                <a:moveTo>
                  <a:pt x="437597" y="93042"/>
                </a:moveTo>
                <a:cubicBezTo>
                  <a:pt x="437597" y="99341"/>
                  <a:pt x="436770" y="105088"/>
                  <a:pt x="435116" y="110281"/>
                </a:cubicBezTo>
                <a:cubicBezTo>
                  <a:pt x="433462" y="115474"/>
                  <a:pt x="430953" y="119949"/>
                  <a:pt x="427590" y="123705"/>
                </a:cubicBezTo>
                <a:cubicBezTo>
                  <a:pt x="424226" y="127462"/>
                  <a:pt x="420008" y="130362"/>
                  <a:pt x="414936" y="132408"/>
                </a:cubicBezTo>
                <a:cubicBezTo>
                  <a:pt x="409863" y="134451"/>
                  <a:pt x="403936" y="135473"/>
                  <a:pt x="397154" y="135473"/>
                </a:cubicBezTo>
                <a:cubicBezTo>
                  <a:pt x="390592" y="135473"/>
                  <a:pt x="384886" y="134561"/>
                  <a:pt x="380033" y="132738"/>
                </a:cubicBezTo>
                <a:cubicBezTo>
                  <a:pt x="375181" y="130915"/>
                  <a:pt x="371156" y="128264"/>
                  <a:pt x="367958" y="124783"/>
                </a:cubicBezTo>
                <a:cubicBezTo>
                  <a:pt x="364760" y="121303"/>
                  <a:pt x="362389" y="117021"/>
                  <a:pt x="360846" y="111938"/>
                </a:cubicBezTo>
                <a:cubicBezTo>
                  <a:pt x="359302" y="106855"/>
                  <a:pt x="358530" y="101054"/>
                  <a:pt x="358530" y="94536"/>
                </a:cubicBezTo>
                <a:cubicBezTo>
                  <a:pt x="358530" y="88236"/>
                  <a:pt x="359371" y="82476"/>
                  <a:pt x="361052" y="77255"/>
                </a:cubicBezTo>
                <a:cubicBezTo>
                  <a:pt x="362734" y="72035"/>
                  <a:pt x="365257" y="67560"/>
                  <a:pt x="368620" y="63831"/>
                </a:cubicBezTo>
                <a:cubicBezTo>
                  <a:pt x="371983" y="60103"/>
                  <a:pt x="376188" y="57216"/>
                  <a:pt x="381233" y="55173"/>
                </a:cubicBezTo>
                <a:cubicBezTo>
                  <a:pt x="386278" y="53128"/>
                  <a:pt x="392191" y="52105"/>
                  <a:pt x="398973" y="52105"/>
                </a:cubicBezTo>
                <a:cubicBezTo>
                  <a:pt x="405590" y="52105"/>
                  <a:pt x="411324" y="53003"/>
                  <a:pt x="416176" y="54798"/>
                </a:cubicBezTo>
                <a:cubicBezTo>
                  <a:pt x="421028" y="56594"/>
                  <a:pt x="425039" y="59232"/>
                  <a:pt x="428210" y="62712"/>
                </a:cubicBezTo>
                <a:cubicBezTo>
                  <a:pt x="431380" y="66193"/>
                  <a:pt x="433737" y="70474"/>
                  <a:pt x="435281" y="75557"/>
                </a:cubicBezTo>
                <a:cubicBezTo>
                  <a:pt x="436825" y="80640"/>
                  <a:pt x="437597" y="86469"/>
                  <a:pt x="437597" y="93042"/>
                </a:cubicBezTo>
                <a:moveTo>
                  <a:pt x="416176" y="93872"/>
                </a:moveTo>
                <a:cubicBezTo>
                  <a:pt x="416176" y="90233"/>
                  <a:pt x="415887" y="86883"/>
                  <a:pt x="415308" y="83823"/>
                </a:cubicBezTo>
                <a:cubicBezTo>
                  <a:pt x="414729" y="80763"/>
                  <a:pt x="413750" y="78102"/>
                  <a:pt x="412372" y="75842"/>
                </a:cubicBezTo>
                <a:cubicBezTo>
                  <a:pt x="410993" y="73581"/>
                  <a:pt x="409160" y="71817"/>
                  <a:pt x="406872" y="70548"/>
                </a:cubicBezTo>
                <a:cubicBezTo>
                  <a:pt x="404583" y="69280"/>
                  <a:pt x="401703" y="68646"/>
                  <a:pt x="398229" y="68646"/>
                </a:cubicBezTo>
                <a:cubicBezTo>
                  <a:pt x="395141" y="68646"/>
                  <a:pt x="392439" y="69211"/>
                  <a:pt x="390124" y="70342"/>
                </a:cubicBezTo>
                <a:cubicBezTo>
                  <a:pt x="387808" y="71472"/>
                  <a:pt x="385906" y="73126"/>
                  <a:pt x="384417" y="75304"/>
                </a:cubicBezTo>
                <a:cubicBezTo>
                  <a:pt x="382928" y="77482"/>
                  <a:pt x="381812" y="80101"/>
                  <a:pt x="381067" y="83161"/>
                </a:cubicBezTo>
                <a:cubicBezTo>
                  <a:pt x="380323" y="86221"/>
                  <a:pt x="379951" y="89709"/>
                  <a:pt x="379951" y="93624"/>
                </a:cubicBezTo>
                <a:cubicBezTo>
                  <a:pt x="379951" y="97263"/>
                  <a:pt x="380254" y="100612"/>
                  <a:pt x="380861" y="103672"/>
                </a:cubicBezTo>
                <a:cubicBezTo>
                  <a:pt x="381467" y="106733"/>
                  <a:pt x="382446" y="109393"/>
                  <a:pt x="383797" y="111654"/>
                </a:cubicBezTo>
                <a:cubicBezTo>
                  <a:pt x="385147" y="113914"/>
                  <a:pt x="386981" y="115665"/>
                  <a:pt x="389297" y="116905"/>
                </a:cubicBezTo>
                <a:cubicBezTo>
                  <a:pt x="391612" y="118146"/>
                  <a:pt x="394480" y="118766"/>
                  <a:pt x="397898" y="118766"/>
                </a:cubicBezTo>
                <a:cubicBezTo>
                  <a:pt x="401041" y="118766"/>
                  <a:pt x="403770" y="118201"/>
                  <a:pt x="406086" y="117071"/>
                </a:cubicBezTo>
                <a:cubicBezTo>
                  <a:pt x="408402" y="115940"/>
                  <a:pt x="410304" y="114300"/>
                  <a:pt x="411793" y="112150"/>
                </a:cubicBezTo>
                <a:cubicBezTo>
                  <a:pt x="413281" y="109999"/>
                  <a:pt x="414384" y="107394"/>
                  <a:pt x="415101" y="104334"/>
                </a:cubicBezTo>
                <a:cubicBezTo>
                  <a:pt x="415818" y="101274"/>
                  <a:pt x="416176" y="97786"/>
                  <a:pt x="416176" y="93872"/>
                </a:cubicBezTo>
                <a:close/>
                <a:moveTo>
                  <a:pt x="527293" y="92794"/>
                </a:moveTo>
                <a:cubicBezTo>
                  <a:pt x="527293" y="99369"/>
                  <a:pt x="526577" y="105281"/>
                  <a:pt x="525143" y="110529"/>
                </a:cubicBezTo>
                <a:cubicBezTo>
                  <a:pt x="523710" y="115778"/>
                  <a:pt x="521642" y="120252"/>
                  <a:pt x="518940" y="123954"/>
                </a:cubicBezTo>
                <a:cubicBezTo>
                  <a:pt x="516238" y="127655"/>
                  <a:pt x="512916" y="130500"/>
                  <a:pt x="508974" y="132490"/>
                </a:cubicBezTo>
                <a:cubicBezTo>
                  <a:pt x="505032" y="134479"/>
                  <a:pt x="500552" y="135473"/>
                  <a:pt x="495534" y="135473"/>
                </a:cubicBezTo>
                <a:cubicBezTo>
                  <a:pt x="493053" y="135473"/>
                  <a:pt x="490737" y="135238"/>
                  <a:pt x="488587" y="134767"/>
                </a:cubicBezTo>
                <a:cubicBezTo>
                  <a:pt x="486437" y="134299"/>
                  <a:pt x="484383" y="133540"/>
                  <a:pt x="482425" y="132490"/>
                </a:cubicBezTo>
                <a:cubicBezTo>
                  <a:pt x="480468" y="131439"/>
                  <a:pt x="478538" y="130113"/>
                  <a:pt x="476636" y="128513"/>
                </a:cubicBezTo>
                <a:cubicBezTo>
                  <a:pt x="474734" y="126910"/>
                  <a:pt x="472790" y="124976"/>
                  <a:pt x="470805" y="122710"/>
                </a:cubicBezTo>
                <a:lnTo>
                  <a:pt x="470805" y="130691"/>
                </a:lnTo>
                <a:cubicBezTo>
                  <a:pt x="470805" y="131296"/>
                  <a:pt x="470653" y="131805"/>
                  <a:pt x="470350" y="132216"/>
                </a:cubicBezTo>
                <a:cubicBezTo>
                  <a:pt x="470047" y="132626"/>
                  <a:pt x="469551" y="132969"/>
                  <a:pt x="468861" y="133245"/>
                </a:cubicBezTo>
                <a:cubicBezTo>
                  <a:pt x="468172" y="133519"/>
                  <a:pt x="467249" y="133710"/>
                  <a:pt x="466091" y="133819"/>
                </a:cubicBezTo>
                <a:cubicBezTo>
                  <a:pt x="464933" y="133929"/>
                  <a:pt x="463527" y="133984"/>
                  <a:pt x="461873" y="133984"/>
                </a:cubicBezTo>
                <a:cubicBezTo>
                  <a:pt x="460163" y="133984"/>
                  <a:pt x="458744" y="133929"/>
                  <a:pt x="457613" y="133819"/>
                </a:cubicBezTo>
                <a:cubicBezTo>
                  <a:pt x="456483" y="133709"/>
                  <a:pt x="455573" y="133516"/>
                  <a:pt x="454884" y="133240"/>
                </a:cubicBezTo>
                <a:cubicBezTo>
                  <a:pt x="454195" y="132964"/>
                  <a:pt x="453712" y="132620"/>
                  <a:pt x="453437" y="132206"/>
                </a:cubicBezTo>
                <a:cubicBezTo>
                  <a:pt x="453161" y="131793"/>
                  <a:pt x="453023" y="131283"/>
                  <a:pt x="453023" y="130676"/>
                </a:cubicBezTo>
                <a:lnTo>
                  <a:pt x="453023" y="21917"/>
                </a:lnTo>
                <a:cubicBezTo>
                  <a:pt x="453023" y="21366"/>
                  <a:pt x="453189" y="20870"/>
                  <a:pt x="453519" y="20428"/>
                </a:cubicBezTo>
                <a:cubicBezTo>
                  <a:pt x="453850" y="19987"/>
                  <a:pt x="454415" y="19615"/>
                  <a:pt x="455215" y="19312"/>
                </a:cubicBezTo>
                <a:cubicBezTo>
                  <a:pt x="456014" y="19009"/>
                  <a:pt x="457076" y="18774"/>
                  <a:pt x="458399" y="18609"/>
                </a:cubicBezTo>
                <a:cubicBezTo>
                  <a:pt x="459722" y="18444"/>
                  <a:pt x="461404" y="18361"/>
                  <a:pt x="463444" y="18361"/>
                </a:cubicBezTo>
                <a:cubicBezTo>
                  <a:pt x="465484" y="18361"/>
                  <a:pt x="467166" y="18444"/>
                  <a:pt x="468489" y="18609"/>
                </a:cubicBezTo>
                <a:cubicBezTo>
                  <a:pt x="469813" y="18774"/>
                  <a:pt x="470874" y="19009"/>
                  <a:pt x="471673" y="19312"/>
                </a:cubicBezTo>
                <a:cubicBezTo>
                  <a:pt x="472473" y="19613"/>
                  <a:pt x="473038" y="19985"/>
                  <a:pt x="473369" y="20426"/>
                </a:cubicBezTo>
                <a:cubicBezTo>
                  <a:pt x="473700" y="20867"/>
                  <a:pt x="473865" y="21362"/>
                  <a:pt x="473865" y="21912"/>
                </a:cubicBezTo>
                <a:lnTo>
                  <a:pt x="473865" y="62629"/>
                </a:lnTo>
                <a:cubicBezTo>
                  <a:pt x="475740" y="60751"/>
                  <a:pt x="477615" y="59150"/>
                  <a:pt x="479489" y="57825"/>
                </a:cubicBezTo>
                <a:cubicBezTo>
                  <a:pt x="481364" y="56498"/>
                  <a:pt x="483239" y="55406"/>
                  <a:pt x="485113" y="54550"/>
                </a:cubicBezTo>
                <a:cubicBezTo>
                  <a:pt x="486988" y="53694"/>
                  <a:pt x="488918" y="53072"/>
                  <a:pt x="490903" y="52687"/>
                </a:cubicBezTo>
                <a:cubicBezTo>
                  <a:pt x="492888" y="52299"/>
                  <a:pt x="494983" y="52105"/>
                  <a:pt x="497188" y="52105"/>
                </a:cubicBezTo>
                <a:cubicBezTo>
                  <a:pt x="502647" y="52105"/>
                  <a:pt x="507279" y="53197"/>
                  <a:pt x="511083" y="55380"/>
                </a:cubicBezTo>
                <a:cubicBezTo>
                  <a:pt x="514887" y="57561"/>
                  <a:pt x="517989" y="60503"/>
                  <a:pt x="520387" y="64206"/>
                </a:cubicBezTo>
                <a:cubicBezTo>
                  <a:pt x="522786" y="67907"/>
                  <a:pt x="524537" y="72230"/>
                  <a:pt x="525639" y="77175"/>
                </a:cubicBezTo>
                <a:cubicBezTo>
                  <a:pt x="526742" y="82119"/>
                  <a:pt x="527293" y="87325"/>
                  <a:pt x="527293" y="92794"/>
                </a:cubicBezTo>
                <a:moveTo>
                  <a:pt x="505707" y="94327"/>
                </a:moveTo>
                <a:cubicBezTo>
                  <a:pt x="505707" y="91179"/>
                  <a:pt x="505473" y="88141"/>
                  <a:pt x="505004" y="85213"/>
                </a:cubicBezTo>
                <a:cubicBezTo>
                  <a:pt x="504535" y="82286"/>
                  <a:pt x="503722" y="79690"/>
                  <a:pt x="502564" y="77426"/>
                </a:cubicBezTo>
                <a:cubicBezTo>
                  <a:pt x="501406" y="75162"/>
                  <a:pt x="499904" y="73354"/>
                  <a:pt x="498057" y="72001"/>
                </a:cubicBezTo>
                <a:cubicBezTo>
                  <a:pt x="496210" y="70647"/>
                  <a:pt x="493880" y="69970"/>
                  <a:pt x="491068" y="69970"/>
                </a:cubicBezTo>
                <a:cubicBezTo>
                  <a:pt x="489690" y="69970"/>
                  <a:pt x="488339" y="70163"/>
                  <a:pt x="487015" y="70548"/>
                </a:cubicBezTo>
                <a:cubicBezTo>
                  <a:pt x="485692" y="70933"/>
                  <a:pt x="484328" y="71593"/>
                  <a:pt x="482921" y="72528"/>
                </a:cubicBezTo>
                <a:cubicBezTo>
                  <a:pt x="481515" y="73464"/>
                  <a:pt x="480068" y="74675"/>
                  <a:pt x="478579" y="76162"/>
                </a:cubicBezTo>
                <a:cubicBezTo>
                  <a:pt x="477091" y="77647"/>
                  <a:pt x="475519" y="79490"/>
                  <a:pt x="473865" y="81691"/>
                </a:cubicBezTo>
                <a:lnTo>
                  <a:pt x="473865" y="106221"/>
                </a:lnTo>
                <a:cubicBezTo>
                  <a:pt x="476787" y="109989"/>
                  <a:pt x="479586" y="112857"/>
                  <a:pt x="482260" y="114825"/>
                </a:cubicBezTo>
                <a:cubicBezTo>
                  <a:pt x="484934" y="116791"/>
                  <a:pt x="487732" y="117774"/>
                  <a:pt x="490655" y="117774"/>
                </a:cubicBezTo>
                <a:cubicBezTo>
                  <a:pt x="493356" y="117774"/>
                  <a:pt x="495644" y="117084"/>
                  <a:pt x="497519" y="115704"/>
                </a:cubicBezTo>
                <a:cubicBezTo>
                  <a:pt x="499394" y="114322"/>
                  <a:pt x="500951" y="112526"/>
                  <a:pt x="502192" y="110317"/>
                </a:cubicBezTo>
                <a:cubicBezTo>
                  <a:pt x="503433" y="108108"/>
                  <a:pt x="504329" y="105595"/>
                  <a:pt x="504880" y="102778"/>
                </a:cubicBezTo>
                <a:cubicBezTo>
                  <a:pt x="505431" y="99961"/>
                  <a:pt x="505707" y="97144"/>
                  <a:pt x="505707" y="94327"/>
                </a:cubicBezTo>
                <a:close/>
                <a:moveTo>
                  <a:pt x="611200" y="91626"/>
                </a:moveTo>
                <a:cubicBezTo>
                  <a:pt x="611200" y="94167"/>
                  <a:pt x="610635" y="96045"/>
                  <a:pt x="609504" y="97260"/>
                </a:cubicBezTo>
                <a:cubicBezTo>
                  <a:pt x="608374" y="98475"/>
                  <a:pt x="606816" y="99082"/>
                  <a:pt x="604832" y="99082"/>
                </a:cubicBezTo>
                <a:lnTo>
                  <a:pt x="559922" y="99082"/>
                </a:lnTo>
                <a:cubicBezTo>
                  <a:pt x="559922" y="102237"/>
                  <a:pt x="560294" y="105102"/>
                  <a:pt x="561039" y="107676"/>
                </a:cubicBezTo>
                <a:cubicBezTo>
                  <a:pt x="561783" y="110250"/>
                  <a:pt x="562968" y="112438"/>
                  <a:pt x="564595" y="114238"/>
                </a:cubicBezTo>
                <a:cubicBezTo>
                  <a:pt x="566221" y="116037"/>
                  <a:pt x="568317" y="117407"/>
                  <a:pt x="570881" y="118348"/>
                </a:cubicBezTo>
                <a:cubicBezTo>
                  <a:pt x="573444" y="119288"/>
                  <a:pt x="576518" y="119759"/>
                  <a:pt x="580102" y="119759"/>
                </a:cubicBezTo>
                <a:cubicBezTo>
                  <a:pt x="583741" y="119759"/>
                  <a:pt x="586939" y="119493"/>
                  <a:pt x="589696" y="118960"/>
                </a:cubicBezTo>
                <a:cubicBezTo>
                  <a:pt x="592453" y="118428"/>
                  <a:pt x="594838" y="117839"/>
                  <a:pt x="596850" y="117195"/>
                </a:cubicBezTo>
                <a:cubicBezTo>
                  <a:pt x="598863" y="116550"/>
                  <a:pt x="600531" y="115962"/>
                  <a:pt x="601854" y="115430"/>
                </a:cubicBezTo>
                <a:cubicBezTo>
                  <a:pt x="603177" y="114897"/>
                  <a:pt x="604253" y="114631"/>
                  <a:pt x="605080" y="114631"/>
                </a:cubicBezTo>
                <a:cubicBezTo>
                  <a:pt x="605576" y="114631"/>
                  <a:pt x="605989" y="114728"/>
                  <a:pt x="606320" y="114923"/>
                </a:cubicBezTo>
                <a:cubicBezTo>
                  <a:pt x="606651" y="115116"/>
                  <a:pt x="606927" y="115462"/>
                  <a:pt x="607147" y="115962"/>
                </a:cubicBezTo>
                <a:cubicBezTo>
                  <a:pt x="607368" y="116460"/>
                  <a:pt x="607519" y="117166"/>
                  <a:pt x="607602" y="118081"/>
                </a:cubicBezTo>
                <a:cubicBezTo>
                  <a:pt x="607685" y="118996"/>
                  <a:pt x="607726" y="120146"/>
                  <a:pt x="607726" y="121532"/>
                </a:cubicBezTo>
                <a:cubicBezTo>
                  <a:pt x="607726" y="122752"/>
                  <a:pt x="607699" y="123792"/>
                  <a:pt x="607644" y="124651"/>
                </a:cubicBezTo>
                <a:cubicBezTo>
                  <a:pt x="607588" y="125509"/>
                  <a:pt x="607506" y="126243"/>
                  <a:pt x="607395" y="126853"/>
                </a:cubicBezTo>
                <a:cubicBezTo>
                  <a:pt x="607285" y="127463"/>
                  <a:pt x="607120" y="127977"/>
                  <a:pt x="606899" y="128394"/>
                </a:cubicBezTo>
                <a:cubicBezTo>
                  <a:pt x="606679" y="128809"/>
                  <a:pt x="606389" y="129211"/>
                  <a:pt x="606031" y="129598"/>
                </a:cubicBezTo>
                <a:cubicBezTo>
                  <a:pt x="605672" y="129986"/>
                  <a:pt x="604694" y="130511"/>
                  <a:pt x="603095" y="131172"/>
                </a:cubicBezTo>
                <a:cubicBezTo>
                  <a:pt x="601496" y="131834"/>
                  <a:pt x="599456" y="132482"/>
                  <a:pt x="596974" y="133116"/>
                </a:cubicBezTo>
                <a:cubicBezTo>
                  <a:pt x="594493" y="133750"/>
                  <a:pt x="591654" y="134301"/>
                  <a:pt x="588456" y="134770"/>
                </a:cubicBezTo>
                <a:cubicBezTo>
                  <a:pt x="585258" y="135239"/>
                  <a:pt x="581839" y="135473"/>
                  <a:pt x="578200" y="135473"/>
                </a:cubicBezTo>
                <a:cubicBezTo>
                  <a:pt x="571639" y="135473"/>
                  <a:pt x="565891" y="134644"/>
                  <a:pt x="560956" y="132987"/>
                </a:cubicBezTo>
                <a:cubicBezTo>
                  <a:pt x="556021" y="131329"/>
                  <a:pt x="551899" y="128815"/>
                  <a:pt x="548591" y="125445"/>
                </a:cubicBezTo>
                <a:cubicBezTo>
                  <a:pt x="545283" y="122075"/>
                  <a:pt x="542816" y="117821"/>
                  <a:pt x="541189" y="112685"/>
                </a:cubicBezTo>
                <a:cubicBezTo>
                  <a:pt x="539562" y="107547"/>
                  <a:pt x="538749" y="101525"/>
                  <a:pt x="538749" y="94619"/>
                </a:cubicBezTo>
                <a:cubicBezTo>
                  <a:pt x="538749" y="88043"/>
                  <a:pt x="539604" y="82118"/>
                  <a:pt x="541313" y="76842"/>
                </a:cubicBezTo>
                <a:cubicBezTo>
                  <a:pt x="543022" y="71566"/>
                  <a:pt x="545504" y="67091"/>
                  <a:pt x="548757" y="63418"/>
                </a:cubicBezTo>
                <a:cubicBezTo>
                  <a:pt x="552010" y="59742"/>
                  <a:pt x="555966" y="56938"/>
                  <a:pt x="560625" y="55005"/>
                </a:cubicBezTo>
                <a:cubicBezTo>
                  <a:pt x="565284" y="53072"/>
                  <a:pt x="570536" y="52105"/>
                  <a:pt x="576381" y="52105"/>
                </a:cubicBezTo>
                <a:cubicBezTo>
                  <a:pt x="582556" y="52105"/>
                  <a:pt x="587835" y="53016"/>
                  <a:pt x="592219" y="54839"/>
                </a:cubicBezTo>
                <a:cubicBezTo>
                  <a:pt x="596602" y="56662"/>
                  <a:pt x="600200" y="59189"/>
                  <a:pt x="603012" y="62420"/>
                </a:cubicBezTo>
                <a:cubicBezTo>
                  <a:pt x="605824" y="65651"/>
                  <a:pt x="607892" y="69476"/>
                  <a:pt x="609215" y="73896"/>
                </a:cubicBezTo>
                <a:cubicBezTo>
                  <a:pt x="610538" y="78313"/>
                  <a:pt x="611200" y="83119"/>
                  <a:pt x="611200" y="88312"/>
                </a:cubicBezTo>
                <a:lnTo>
                  <a:pt x="611200" y="91626"/>
                </a:lnTo>
                <a:moveTo>
                  <a:pt x="591020" y="85684"/>
                </a:moveTo>
                <a:cubicBezTo>
                  <a:pt x="591185" y="79813"/>
                  <a:pt x="590013" y="75203"/>
                  <a:pt x="587505" y="71854"/>
                </a:cubicBezTo>
                <a:cubicBezTo>
                  <a:pt x="584996" y="68502"/>
                  <a:pt x="581122" y="66827"/>
                  <a:pt x="575884" y="66827"/>
                </a:cubicBezTo>
                <a:cubicBezTo>
                  <a:pt x="573238" y="66827"/>
                  <a:pt x="570936" y="67326"/>
                  <a:pt x="568978" y="68323"/>
                </a:cubicBezTo>
                <a:cubicBezTo>
                  <a:pt x="567021" y="69319"/>
                  <a:pt x="565394" y="70662"/>
                  <a:pt x="564099" y="72353"/>
                </a:cubicBezTo>
                <a:cubicBezTo>
                  <a:pt x="562803" y="74041"/>
                  <a:pt x="561810" y="76035"/>
                  <a:pt x="561121" y="78333"/>
                </a:cubicBezTo>
                <a:cubicBezTo>
                  <a:pt x="560432" y="80630"/>
                  <a:pt x="560032" y="83080"/>
                  <a:pt x="559922" y="85684"/>
                </a:cubicBezTo>
                <a:lnTo>
                  <a:pt x="591020" y="85684"/>
                </a:lnTo>
                <a:close/>
                <a:moveTo>
                  <a:pt x="740150" y="92711"/>
                </a:moveTo>
                <a:cubicBezTo>
                  <a:pt x="740150" y="99286"/>
                  <a:pt x="739447" y="105212"/>
                  <a:pt x="738041" y="110488"/>
                </a:cubicBezTo>
                <a:cubicBezTo>
                  <a:pt x="736635" y="115764"/>
                  <a:pt x="734581" y="120252"/>
                  <a:pt x="731879" y="123954"/>
                </a:cubicBezTo>
                <a:cubicBezTo>
                  <a:pt x="729177" y="127655"/>
                  <a:pt x="725814" y="130500"/>
                  <a:pt x="721789" y="132490"/>
                </a:cubicBezTo>
                <a:cubicBezTo>
                  <a:pt x="717764" y="134479"/>
                  <a:pt x="713160" y="135473"/>
                  <a:pt x="707977" y="135473"/>
                </a:cubicBezTo>
                <a:cubicBezTo>
                  <a:pt x="705827" y="135473"/>
                  <a:pt x="703856" y="135265"/>
                  <a:pt x="702064" y="134850"/>
                </a:cubicBezTo>
                <a:cubicBezTo>
                  <a:pt x="700272" y="134437"/>
                  <a:pt x="698535" y="133802"/>
                  <a:pt x="696853" y="132945"/>
                </a:cubicBezTo>
                <a:cubicBezTo>
                  <a:pt x="695171" y="132089"/>
                  <a:pt x="693503" y="131026"/>
                  <a:pt x="691849" y="129756"/>
                </a:cubicBezTo>
                <a:cubicBezTo>
                  <a:pt x="690195" y="128484"/>
                  <a:pt x="688486" y="126992"/>
                  <a:pt x="686722" y="125279"/>
                </a:cubicBezTo>
                <a:lnTo>
                  <a:pt x="686722" y="160034"/>
                </a:lnTo>
                <a:cubicBezTo>
                  <a:pt x="686722" y="160586"/>
                  <a:pt x="686556" y="161082"/>
                  <a:pt x="686225" y="161523"/>
                </a:cubicBezTo>
                <a:cubicBezTo>
                  <a:pt x="685894" y="161966"/>
                  <a:pt x="685329" y="162339"/>
                  <a:pt x="684530" y="162642"/>
                </a:cubicBezTo>
                <a:cubicBezTo>
                  <a:pt x="683730" y="162945"/>
                  <a:pt x="682669" y="163180"/>
                  <a:pt x="681346" y="163345"/>
                </a:cubicBezTo>
                <a:cubicBezTo>
                  <a:pt x="680022" y="163510"/>
                  <a:pt x="678341" y="163593"/>
                  <a:pt x="676301" y="163593"/>
                </a:cubicBezTo>
                <a:cubicBezTo>
                  <a:pt x="674260" y="163593"/>
                  <a:pt x="672579" y="163510"/>
                  <a:pt x="671255" y="163345"/>
                </a:cubicBezTo>
                <a:cubicBezTo>
                  <a:pt x="669932" y="163180"/>
                  <a:pt x="668871" y="162945"/>
                  <a:pt x="668071" y="162642"/>
                </a:cubicBezTo>
                <a:cubicBezTo>
                  <a:pt x="667272" y="162339"/>
                  <a:pt x="666707" y="161966"/>
                  <a:pt x="666376" y="161523"/>
                </a:cubicBezTo>
                <a:cubicBezTo>
                  <a:pt x="666045" y="161082"/>
                  <a:pt x="665880" y="160586"/>
                  <a:pt x="665880" y="160034"/>
                </a:cubicBezTo>
                <a:lnTo>
                  <a:pt x="665880" y="56905"/>
                </a:lnTo>
                <a:cubicBezTo>
                  <a:pt x="665880" y="56353"/>
                  <a:pt x="666017" y="55871"/>
                  <a:pt x="666293" y="55457"/>
                </a:cubicBezTo>
                <a:cubicBezTo>
                  <a:pt x="666569" y="55042"/>
                  <a:pt x="667051" y="54696"/>
                  <a:pt x="667740" y="54421"/>
                </a:cubicBezTo>
                <a:cubicBezTo>
                  <a:pt x="668430" y="54145"/>
                  <a:pt x="669339" y="53938"/>
                  <a:pt x="670470" y="53800"/>
                </a:cubicBezTo>
                <a:cubicBezTo>
                  <a:pt x="671600" y="53663"/>
                  <a:pt x="673020" y="53594"/>
                  <a:pt x="674729" y="53594"/>
                </a:cubicBezTo>
                <a:cubicBezTo>
                  <a:pt x="676383" y="53594"/>
                  <a:pt x="677775" y="53663"/>
                  <a:pt x="678906" y="53800"/>
                </a:cubicBezTo>
                <a:cubicBezTo>
                  <a:pt x="680036" y="53937"/>
                  <a:pt x="680946" y="54142"/>
                  <a:pt x="681635" y="54418"/>
                </a:cubicBezTo>
                <a:cubicBezTo>
                  <a:pt x="682324" y="54692"/>
                  <a:pt x="682807" y="55035"/>
                  <a:pt x="683082" y="55447"/>
                </a:cubicBezTo>
                <a:cubicBezTo>
                  <a:pt x="683358" y="55857"/>
                  <a:pt x="683496" y="56337"/>
                  <a:pt x="683496" y="56886"/>
                </a:cubicBezTo>
                <a:lnTo>
                  <a:pt x="683496" y="65529"/>
                </a:lnTo>
                <a:cubicBezTo>
                  <a:pt x="685646" y="63320"/>
                  <a:pt x="687755" y="61373"/>
                  <a:pt x="689823" y="59688"/>
                </a:cubicBezTo>
                <a:cubicBezTo>
                  <a:pt x="691891" y="58003"/>
                  <a:pt x="694000" y="56594"/>
                  <a:pt x="696150" y="55462"/>
                </a:cubicBezTo>
                <a:cubicBezTo>
                  <a:pt x="698300" y="54329"/>
                  <a:pt x="700520" y="53486"/>
                  <a:pt x="702808" y="52935"/>
                </a:cubicBezTo>
                <a:cubicBezTo>
                  <a:pt x="705096" y="52382"/>
                  <a:pt x="707536" y="52105"/>
                  <a:pt x="710127" y="52105"/>
                </a:cubicBezTo>
                <a:cubicBezTo>
                  <a:pt x="715531" y="52105"/>
                  <a:pt x="720135" y="53169"/>
                  <a:pt x="723939" y="55297"/>
                </a:cubicBezTo>
                <a:cubicBezTo>
                  <a:pt x="727744" y="57423"/>
                  <a:pt x="730845" y="60337"/>
                  <a:pt x="733244" y="64038"/>
                </a:cubicBezTo>
                <a:cubicBezTo>
                  <a:pt x="735642" y="67739"/>
                  <a:pt x="737393" y="72048"/>
                  <a:pt x="738496" y="76966"/>
                </a:cubicBezTo>
                <a:cubicBezTo>
                  <a:pt x="739598" y="81884"/>
                  <a:pt x="740150" y="87132"/>
                  <a:pt x="740150" y="92711"/>
                </a:cubicBezTo>
                <a:moveTo>
                  <a:pt x="718481" y="94244"/>
                </a:moveTo>
                <a:cubicBezTo>
                  <a:pt x="718481" y="91096"/>
                  <a:pt x="718246" y="88072"/>
                  <a:pt x="717778" y="85172"/>
                </a:cubicBezTo>
                <a:cubicBezTo>
                  <a:pt x="717309" y="82272"/>
                  <a:pt x="716510" y="79690"/>
                  <a:pt x="715379" y="77426"/>
                </a:cubicBezTo>
                <a:cubicBezTo>
                  <a:pt x="714249" y="75162"/>
                  <a:pt x="712760" y="73354"/>
                  <a:pt x="710913" y="72001"/>
                </a:cubicBezTo>
                <a:cubicBezTo>
                  <a:pt x="709066" y="70647"/>
                  <a:pt x="706764" y="69970"/>
                  <a:pt x="704007" y="69970"/>
                </a:cubicBezTo>
                <a:cubicBezTo>
                  <a:pt x="702629" y="69970"/>
                  <a:pt x="701264" y="70176"/>
                  <a:pt x="699913" y="70590"/>
                </a:cubicBezTo>
                <a:cubicBezTo>
                  <a:pt x="698562" y="71002"/>
                  <a:pt x="697184" y="71675"/>
                  <a:pt x="695778" y="72611"/>
                </a:cubicBezTo>
                <a:cubicBezTo>
                  <a:pt x="694372" y="73547"/>
                  <a:pt x="692925" y="74758"/>
                  <a:pt x="691436" y="76245"/>
                </a:cubicBezTo>
                <a:cubicBezTo>
                  <a:pt x="689947" y="77730"/>
                  <a:pt x="688376" y="79573"/>
                  <a:pt x="686722" y="81773"/>
                </a:cubicBezTo>
                <a:lnTo>
                  <a:pt x="686722" y="106135"/>
                </a:lnTo>
                <a:cubicBezTo>
                  <a:pt x="689644" y="109849"/>
                  <a:pt x="692428" y="112717"/>
                  <a:pt x="695075" y="114740"/>
                </a:cubicBezTo>
                <a:cubicBezTo>
                  <a:pt x="697721" y="116762"/>
                  <a:pt x="700478" y="117774"/>
                  <a:pt x="703346" y="117774"/>
                </a:cubicBezTo>
                <a:cubicBezTo>
                  <a:pt x="706047" y="117774"/>
                  <a:pt x="708349" y="117084"/>
                  <a:pt x="710251" y="115704"/>
                </a:cubicBezTo>
                <a:cubicBezTo>
                  <a:pt x="712154" y="114322"/>
                  <a:pt x="713711" y="112512"/>
                  <a:pt x="714924" y="110276"/>
                </a:cubicBezTo>
                <a:cubicBezTo>
                  <a:pt x="716137" y="108039"/>
                  <a:pt x="717033" y="105513"/>
                  <a:pt x="717612" y="102695"/>
                </a:cubicBezTo>
                <a:cubicBezTo>
                  <a:pt x="718191" y="99878"/>
                  <a:pt x="718481" y="97061"/>
                  <a:pt x="718481" y="94244"/>
                </a:cubicBezTo>
                <a:close/>
                <a:moveTo>
                  <a:pt x="826372" y="130673"/>
                </a:moveTo>
                <a:cubicBezTo>
                  <a:pt x="826372" y="131225"/>
                  <a:pt x="826207" y="131708"/>
                  <a:pt x="825876" y="132123"/>
                </a:cubicBezTo>
                <a:cubicBezTo>
                  <a:pt x="825545" y="132537"/>
                  <a:pt x="824994" y="132881"/>
                  <a:pt x="824222" y="133157"/>
                </a:cubicBezTo>
                <a:cubicBezTo>
                  <a:pt x="823450" y="133433"/>
                  <a:pt x="822388" y="133640"/>
                  <a:pt x="821037" y="133777"/>
                </a:cubicBezTo>
                <a:cubicBezTo>
                  <a:pt x="819687" y="133915"/>
                  <a:pt x="818019" y="133984"/>
                  <a:pt x="816034" y="133984"/>
                </a:cubicBezTo>
                <a:cubicBezTo>
                  <a:pt x="813994" y="133984"/>
                  <a:pt x="812298" y="133915"/>
                  <a:pt x="810947" y="133777"/>
                </a:cubicBezTo>
                <a:cubicBezTo>
                  <a:pt x="809596" y="133640"/>
                  <a:pt x="808535" y="133433"/>
                  <a:pt x="807763" y="133157"/>
                </a:cubicBezTo>
                <a:cubicBezTo>
                  <a:pt x="806991" y="132881"/>
                  <a:pt x="806440" y="132537"/>
                  <a:pt x="806109" y="132123"/>
                </a:cubicBezTo>
                <a:cubicBezTo>
                  <a:pt x="805778" y="131710"/>
                  <a:pt x="805613" y="131227"/>
                  <a:pt x="805613" y="130676"/>
                </a:cubicBezTo>
                <a:lnTo>
                  <a:pt x="805613" y="88578"/>
                </a:lnTo>
                <a:cubicBezTo>
                  <a:pt x="805613" y="84995"/>
                  <a:pt x="805351" y="82183"/>
                  <a:pt x="804827" y="80142"/>
                </a:cubicBezTo>
                <a:cubicBezTo>
                  <a:pt x="804303" y="78102"/>
                  <a:pt x="803545" y="76352"/>
                  <a:pt x="802553" y="74891"/>
                </a:cubicBezTo>
                <a:cubicBezTo>
                  <a:pt x="801560" y="73429"/>
                  <a:pt x="800278" y="72299"/>
                  <a:pt x="798707" y="71500"/>
                </a:cubicBezTo>
                <a:cubicBezTo>
                  <a:pt x="797135" y="70700"/>
                  <a:pt x="795302" y="70300"/>
                  <a:pt x="793207" y="70300"/>
                </a:cubicBezTo>
                <a:cubicBezTo>
                  <a:pt x="790560" y="70300"/>
                  <a:pt x="787886" y="71265"/>
                  <a:pt x="785184" y="73195"/>
                </a:cubicBezTo>
                <a:cubicBezTo>
                  <a:pt x="782483" y="75125"/>
                  <a:pt x="779671" y="77937"/>
                  <a:pt x="776748" y="81631"/>
                </a:cubicBezTo>
                <a:lnTo>
                  <a:pt x="776748" y="130676"/>
                </a:lnTo>
                <a:cubicBezTo>
                  <a:pt x="776748" y="131227"/>
                  <a:pt x="776583" y="131710"/>
                  <a:pt x="776252" y="132123"/>
                </a:cubicBezTo>
                <a:cubicBezTo>
                  <a:pt x="775921" y="132537"/>
                  <a:pt x="775356" y="132881"/>
                  <a:pt x="774556" y="133157"/>
                </a:cubicBezTo>
                <a:cubicBezTo>
                  <a:pt x="773757" y="133433"/>
                  <a:pt x="772696" y="133640"/>
                  <a:pt x="771372" y="133777"/>
                </a:cubicBezTo>
                <a:cubicBezTo>
                  <a:pt x="770049" y="133915"/>
                  <a:pt x="768367" y="133984"/>
                  <a:pt x="766327" y="133984"/>
                </a:cubicBezTo>
                <a:cubicBezTo>
                  <a:pt x="764287" y="133984"/>
                  <a:pt x="762605" y="133915"/>
                  <a:pt x="761282" y="133777"/>
                </a:cubicBezTo>
                <a:cubicBezTo>
                  <a:pt x="759959" y="133640"/>
                  <a:pt x="758897" y="133433"/>
                  <a:pt x="758098" y="133157"/>
                </a:cubicBezTo>
                <a:cubicBezTo>
                  <a:pt x="757298" y="132881"/>
                  <a:pt x="756733" y="132537"/>
                  <a:pt x="756402" y="132123"/>
                </a:cubicBezTo>
                <a:cubicBezTo>
                  <a:pt x="756072" y="131710"/>
                  <a:pt x="755906" y="131227"/>
                  <a:pt x="755906" y="130676"/>
                </a:cubicBezTo>
                <a:lnTo>
                  <a:pt x="755906" y="21917"/>
                </a:lnTo>
                <a:cubicBezTo>
                  <a:pt x="755906" y="21366"/>
                  <a:pt x="756072" y="20870"/>
                  <a:pt x="756402" y="20428"/>
                </a:cubicBezTo>
                <a:cubicBezTo>
                  <a:pt x="756733" y="19987"/>
                  <a:pt x="757298" y="19615"/>
                  <a:pt x="758098" y="19312"/>
                </a:cubicBezTo>
                <a:cubicBezTo>
                  <a:pt x="758897" y="19009"/>
                  <a:pt x="759959" y="18774"/>
                  <a:pt x="761282" y="18609"/>
                </a:cubicBezTo>
                <a:cubicBezTo>
                  <a:pt x="762605" y="18444"/>
                  <a:pt x="764287" y="18361"/>
                  <a:pt x="766327" y="18361"/>
                </a:cubicBezTo>
                <a:cubicBezTo>
                  <a:pt x="768367" y="18361"/>
                  <a:pt x="770049" y="18444"/>
                  <a:pt x="771372" y="18609"/>
                </a:cubicBezTo>
                <a:cubicBezTo>
                  <a:pt x="772696" y="18774"/>
                  <a:pt x="773757" y="19009"/>
                  <a:pt x="774556" y="19312"/>
                </a:cubicBezTo>
                <a:cubicBezTo>
                  <a:pt x="775356" y="19613"/>
                  <a:pt x="775921" y="19985"/>
                  <a:pt x="776252" y="20426"/>
                </a:cubicBezTo>
                <a:cubicBezTo>
                  <a:pt x="776583" y="20865"/>
                  <a:pt x="776748" y="21361"/>
                  <a:pt x="776748" y="21912"/>
                </a:cubicBezTo>
                <a:lnTo>
                  <a:pt x="776748" y="62619"/>
                </a:lnTo>
                <a:cubicBezTo>
                  <a:pt x="780332" y="59087"/>
                  <a:pt x="783985" y="56451"/>
                  <a:pt x="787707" y="54713"/>
                </a:cubicBezTo>
                <a:cubicBezTo>
                  <a:pt x="791429" y="52974"/>
                  <a:pt x="795302" y="52105"/>
                  <a:pt x="799327" y="52105"/>
                </a:cubicBezTo>
                <a:cubicBezTo>
                  <a:pt x="804345" y="52105"/>
                  <a:pt x="808576" y="52933"/>
                  <a:pt x="812022" y="54589"/>
                </a:cubicBezTo>
                <a:cubicBezTo>
                  <a:pt x="815469" y="56245"/>
                  <a:pt x="818253" y="58508"/>
                  <a:pt x="820376" y="61378"/>
                </a:cubicBezTo>
                <a:cubicBezTo>
                  <a:pt x="822499" y="64247"/>
                  <a:pt x="824029" y="67600"/>
                  <a:pt x="824966" y="71438"/>
                </a:cubicBezTo>
                <a:cubicBezTo>
                  <a:pt x="825903" y="75273"/>
                  <a:pt x="826372" y="79923"/>
                  <a:pt x="826372" y="85387"/>
                </a:cubicBezTo>
                <a:lnTo>
                  <a:pt x="826372" y="130673"/>
                </a:lnTo>
                <a:close/>
                <a:moveTo>
                  <a:pt x="908790" y="130922"/>
                </a:moveTo>
                <a:cubicBezTo>
                  <a:pt x="908790" y="131693"/>
                  <a:pt x="908514" y="132301"/>
                  <a:pt x="907963" y="132744"/>
                </a:cubicBezTo>
                <a:cubicBezTo>
                  <a:pt x="907411" y="133185"/>
                  <a:pt x="906543" y="133502"/>
                  <a:pt x="905358" y="133695"/>
                </a:cubicBezTo>
                <a:cubicBezTo>
                  <a:pt x="904172" y="133888"/>
                  <a:pt x="902422" y="133984"/>
                  <a:pt x="900106" y="133984"/>
                </a:cubicBezTo>
                <a:cubicBezTo>
                  <a:pt x="897625" y="133984"/>
                  <a:pt x="895819" y="133888"/>
                  <a:pt x="894688" y="133695"/>
                </a:cubicBezTo>
                <a:cubicBezTo>
                  <a:pt x="893558" y="133502"/>
                  <a:pt x="892759" y="133185"/>
                  <a:pt x="892290" y="132744"/>
                </a:cubicBezTo>
                <a:cubicBezTo>
                  <a:pt x="891821" y="132303"/>
                  <a:pt x="891587" y="131696"/>
                  <a:pt x="891587" y="130924"/>
                </a:cubicBezTo>
                <a:lnTo>
                  <a:pt x="891587" y="125052"/>
                </a:lnTo>
                <a:cubicBezTo>
                  <a:pt x="888554" y="128305"/>
                  <a:pt x="885095" y="130855"/>
                  <a:pt x="881207" y="132702"/>
                </a:cubicBezTo>
                <a:cubicBezTo>
                  <a:pt x="877320" y="134549"/>
                  <a:pt x="873006" y="135473"/>
                  <a:pt x="868264" y="135473"/>
                </a:cubicBezTo>
                <a:cubicBezTo>
                  <a:pt x="864349" y="135473"/>
                  <a:pt x="860751" y="134961"/>
                  <a:pt x="857471" y="133938"/>
                </a:cubicBezTo>
                <a:cubicBezTo>
                  <a:pt x="854190" y="132914"/>
                  <a:pt x="851350" y="131393"/>
                  <a:pt x="848952" y="129373"/>
                </a:cubicBezTo>
                <a:cubicBezTo>
                  <a:pt x="846553" y="127354"/>
                  <a:pt x="844693" y="124851"/>
                  <a:pt x="843369" y="121865"/>
                </a:cubicBezTo>
                <a:cubicBezTo>
                  <a:pt x="842046" y="118877"/>
                  <a:pt x="841384" y="115392"/>
                  <a:pt x="841384" y="111408"/>
                </a:cubicBezTo>
                <a:cubicBezTo>
                  <a:pt x="841384" y="107092"/>
                  <a:pt x="842225" y="103343"/>
                  <a:pt x="843907" y="100163"/>
                </a:cubicBezTo>
                <a:cubicBezTo>
                  <a:pt x="845588" y="96982"/>
                  <a:pt x="848097" y="94354"/>
                  <a:pt x="851433" y="92280"/>
                </a:cubicBezTo>
                <a:cubicBezTo>
                  <a:pt x="854769" y="90205"/>
                  <a:pt x="858918" y="88670"/>
                  <a:pt x="863880" y="87674"/>
                </a:cubicBezTo>
                <a:cubicBezTo>
                  <a:pt x="868843" y="86678"/>
                  <a:pt x="874605" y="86180"/>
                  <a:pt x="881166" y="86180"/>
                </a:cubicBezTo>
                <a:lnTo>
                  <a:pt x="888361" y="86180"/>
                </a:lnTo>
                <a:lnTo>
                  <a:pt x="888361" y="81735"/>
                </a:lnTo>
                <a:cubicBezTo>
                  <a:pt x="888361" y="79429"/>
                  <a:pt x="888127" y="77412"/>
                  <a:pt x="887658" y="75684"/>
                </a:cubicBezTo>
                <a:cubicBezTo>
                  <a:pt x="887190" y="73954"/>
                  <a:pt x="886418" y="72513"/>
                  <a:pt x="885343" y="71360"/>
                </a:cubicBezTo>
                <a:cubicBezTo>
                  <a:pt x="884267" y="70207"/>
                  <a:pt x="882834" y="69357"/>
                  <a:pt x="881042" y="68809"/>
                </a:cubicBezTo>
                <a:cubicBezTo>
                  <a:pt x="879250" y="68259"/>
                  <a:pt x="877031" y="67985"/>
                  <a:pt x="874384" y="67985"/>
                </a:cubicBezTo>
                <a:cubicBezTo>
                  <a:pt x="870910" y="67985"/>
                  <a:pt x="867809" y="68371"/>
                  <a:pt x="865080" y="69142"/>
                </a:cubicBezTo>
                <a:cubicBezTo>
                  <a:pt x="862350" y="69914"/>
                  <a:pt x="859938" y="70769"/>
                  <a:pt x="857843" y="71706"/>
                </a:cubicBezTo>
                <a:cubicBezTo>
                  <a:pt x="855748" y="72644"/>
                  <a:pt x="853997" y="73498"/>
                  <a:pt x="852591" y="74270"/>
                </a:cubicBezTo>
                <a:cubicBezTo>
                  <a:pt x="851185" y="75042"/>
                  <a:pt x="850041" y="75428"/>
                  <a:pt x="849159" y="75428"/>
                </a:cubicBezTo>
                <a:cubicBezTo>
                  <a:pt x="848552" y="75428"/>
                  <a:pt x="848015" y="75234"/>
                  <a:pt x="847546" y="74847"/>
                </a:cubicBezTo>
                <a:cubicBezTo>
                  <a:pt x="847077" y="74459"/>
                  <a:pt x="846691" y="73905"/>
                  <a:pt x="846388" y="73185"/>
                </a:cubicBezTo>
                <a:cubicBezTo>
                  <a:pt x="846085" y="72465"/>
                  <a:pt x="845850" y="71578"/>
                  <a:pt x="845685" y="70525"/>
                </a:cubicBezTo>
                <a:cubicBezTo>
                  <a:pt x="845520" y="69471"/>
                  <a:pt x="845437" y="68307"/>
                  <a:pt x="845437" y="67033"/>
                </a:cubicBezTo>
                <a:cubicBezTo>
                  <a:pt x="845437" y="65316"/>
                  <a:pt x="845575" y="63958"/>
                  <a:pt x="845850" y="62960"/>
                </a:cubicBezTo>
                <a:cubicBezTo>
                  <a:pt x="846126" y="61963"/>
                  <a:pt x="846650" y="61062"/>
                  <a:pt x="847422" y="60259"/>
                </a:cubicBezTo>
                <a:cubicBezTo>
                  <a:pt x="848194" y="59455"/>
                  <a:pt x="849545" y="58570"/>
                  <a:pt x="851474" y="57605"/>
                </a:cubicBezTo>
                <a:cubicBezTo>
                  <a:pt x="853404" y="56640"/>
                  <a:pt x="855665" y="55744"/>
                  <a:pt x="858256" y="54917"/>
                </a:cubicBezTo>
                <a:cubicBezTo>
                  <a:pt x="860848" y="54090"/>
                  <a:pt x="863674" y="53414"/>
                  <a:pt x="866734" y="52891"/>
                </a:cubicBezTo>
                <a:cubicBezTo>
                  <a:pt x="869794" y="52367"/>
                  <a:pt x="872950" y="52105"/>
                  <a:pt x="876204" y="52105"/>
                </a:cubicBezTo>
                <a:cubicBezTo>
                  <a:pt x="881993" y="52105"/>
                  <a:pt x="886942" y="52671"/>
                  <a:pt x="891049" y="53803"/>
                </a:cubicBezTo>
                <a:cubicBezTo>
                  <a:pt x="895157" y="54933"/>
                  <a:pt x="898534" y="56672"/>
                  <a:pt x="901181" y="59019"/>
                </a:cubicBezTo>
                <a:cubicBezTo>
                  <a:pt x="903828" y="61364"/>
                  <a:pt x="905757" y="64385"/>
                  <a:pt x="906970" y="68083"/>
                </a:cubicBezTo>
                <a:cubicBezTo>
                  <a:pt x="908183" y="71780"/>
                  <a:pt x="908790" y="76168"/>
                  <a:pt x="908790" y="81246"/>
                </a:cubicBezTo>
                <a:lnTo>
                  <a:pt x="908790" y="130922"/>
                </a:lnTo>
                <a:moveTo>
                  <a:pt x="888361" y="99248"/>
                </a:moveTo>
                <a:lnTo>
                  <a:pt x="880422" y="99248"/>
                </a:lnTo>
                <a:cubicBezTo>
                  <a:pt x="877058" y="99248"/>
                  <a:pt x="874191" y="99497"/>
                  <a:pt x="871820" y="99997"/>
                </a:cubicBezTo>
                <a:cubicBezTo>
                  <a:pt x="869449" y="100497"/>
                  <a:pt x="867519" y="101247"/>
                  <a:pt x="866031" y="102248"/>
                </a:cubicBezTo>
                <a:cubicBezTo>
                  <a:pt x="864542" y="103248"/>
                  <a:pt x="863453" y="104456"/>
                  <a:pt x="862764" y="105874"/>
                </a:cubicBezTo>
                <a:cubicBezTo>
                  <a:pt x="862075" y="107291"/>
                  <a:pt x="861730" y="108916"/>
                  <a:pt x="861730" y="110749"/>
                </a:cubicBezTo>
                <a:cubicBezTo>
                  <a:pt x="861730" y="113861"/>
                  <a:pt x="862709" y="116306"/>
                  <a:pt x="864666" y="118084"/>
                </a:cubicBezTo>
                <a:cubicBezTo>
                  <a:pt x="866623" y="119862"/>
                  <a:pt x="869339" y="120751"/>
                  <a:pt x="872813" y="120751"/>
                </a:cubicBezTo>
                <a:cubicBezTo>
                  <a:pt x="875735" y="120751"/>
                  <a:pt x="878423" y="120002"/>
                  <a:pt x="880877" y="118503"/>
                </a:cubicBezTo>
                <a:cubicBezTo>
                  <a:pt x="883330" y="117002"/>
                  <a:pt x="885825" y="114807"/>
                  <a:pt x="888361" y="111917"/>
                </a:cubicBezTo>
                <a:lnTo>
                  <a:pt x="888361" y="99248"/>
                </a:lnTo>
                <a:close/>
                <a:moveTo>
                  <a:pt x="980955" y="109865"/>
                </a:moveTo>
                <a:cubicBezTo>
                  <a:pt x="980955" y="114064"/>
                  <a:pt x="980169" y="117766"/>
                  <a:pt x="978598" y="120971"/>
                </a:cubicBezTo>
                <a:cubicBezTo>
                  <a:pt x="977026" y="124174"/>
                  <a:pt x="974807" y="126853"/>
                  <a:pt x="971940" y="129009"/>
                </a:cubicBezTo>
                <a:cubicBezTo>
                  <a:pt x="969073" y="131163"/>
                  <a:pt x="965682" y="132778"/>
                  <a:pt x="961767" y="133855"/>
                </a:cubicBezTo>
                <a:cubicBezTo>
                  <a:pt x="957852" y="134934"/>
                  <a:pt x="953607" y="135473"/>
                  <a:pt x="949030" y="135473"/>
                </a:cubicBezTo>
                <a:cubicBezTo>
                  <a:pt x="946273" y="135473"/>
                  <a:pt x="943641" y="135264"/>
                  <a:pt x="941132" y="134845"/>
                </a:cubicBezTo>
                <a:cubicBezTo>
                  <a:pt x="938623" y="134426"/>
                  <a:pt x="936376" y="133896"/>
                  <a:pt x="934391" y="133255"/>
                </a:cubicBezTo>
                <a:cubicBezTo>
                  <a:pt x="932406" y="132613"/>
                  <a:pt x="930752" y="131957"/>
                  <a:pt x="929429" y="131289"/>
                </a:cubicBezTo>
                <a:cubicBezTo>
                  <a:pt x="928106" y="130618"/>
                  <a:pt x="927141" y="129990"/>
                  <a:pt x="926534" y="129404"/>
                </a:cubicBezTo>
                <a:cubicBezTo>
                  <a:pt x="925928" y="128819"/>
                  <a:pt x="925459" y="127902"/>
                  <a:pt x="925128" y="126654"/>
                </a:cubicBezTo>
                <a:cubicBezTo>
                  <a:pt x="924797" y="125407"/>
                  <a:pt x="924632" y="123563"/>
                  <a:pt x="924632" y="121123"/>
                </a:cubicBezTo>
                <a:cubicBezTo>
                  <a:pt x="924632" y="119516"/>
                  <a:pt x="924687" y="118227"/>
                  <a:pt x="924797" y="117257"/>
                </a:cubicBezTo>
                <a:cubicBezTo>
                  <a:pt x="924908" y="116287"/>
                  <a:pt x="925073" y="115511"/>
                  <a:pt x="925293" y="114928"/>
                </a:cubicBezTo>
                <a:cubicBezTo>
                  <a:pt x="925514" y="114346"/>
                  <a:pt x="925790" y="113958"/>
                  <a:pt x="926121" y="113765"/>
                </a:cubicBezTo>
                <a:cubicBezTo>
                  <a:pt x="926451" y="113570"/>
                  <a:pt x="926865" y="113473"/>
                  <a:pt x="927361" y="113473"/>
                </a:cubicBezTo>
                <a:cubicBezTo>
                  <a:pt x="927968" y="113473"/>
                  <a:pt x="928864" y="113822"/>
                  <a:pt x="930049" y="114520"/>
                </a:cubicBezTo>
                <a:cubicBezTo>
                  <a:pt x="931235" y="115218"/>
                  <a:pt x="932710" y="115985"/>
                  <a:pt x="934474" y="116823"/>
                </a:cubicBezTo>
                <a:cubicBezTo>
                  <a:pt x="936238" y="117660"/>
                  <a:pt x="938292" y="118441"/>
                  <a:pt x="940636" y="119167"/>
                </a:cubicBezTo>
                <a:cubicBezTo>
                  <a:pt x="942979" y="119892"/>
                  <a:pt x="945639" y="120255"/>
                  <a:pt x="948617" y="120255"/>
                </a:cubicBezTo>
                <a:cubicBezTo>
                  <a:pt x="950491" y="120255"/>
                  <a:pt x="952159" y="120063"/>
                  <a:pt x="953620" y="119679"/>
                </a:cubicBezTo>
                <a:cubicBezTo>
                  <a:pt x="955082" y="119294"/>
                  <a:pt x="956350" y="118746"/>
                  <a:pt x="957425" y="118032"/>
                </a:cubicBezTo>
                <a:cubicBezTo>
                  <a:pt x="958500" y="117317"/>
                  <a:pt x="959313" y="116411"/>
                  <a:pt x="959865" y="115313"/>
                </a:cubicBezTo>
                <a:cubicBezTo>
                  <a:pt x="960416" y="114216"/>
                  <a:pt x="960692" y="112953"/>
                  <a:pt x="960692" y="111524"/>
                </a:cubicBezTo>
                <a:cubicBezTo>
                  <a:pt x="960692" y="109867"/>
                  <a:pt x="960182" y="108444"/>
                  <a:pt x="959162" y="107257"/>
                </a:cubicBezTo>
                <a:cubicBezTo>
                  <a:pt x="958142" y="106068"/>
                  <a:pt x="956791" y="105032"/>
                  <a:pt x="955109" y="104148"/>
                </a:cubicBezTo>
                <a:cubicBezTo>
                  <a:pt x="953427" y="103264"/>
                  <a:pt x="951525" y="102435"/>
                  <a:pt x="949402" y="101662"/>
                </a:cubicBezTo>
                <a:cubicBezTo>
                  <a:pt x="947280" y="100888"/>
                  <a:pt x="945102" y="100032"/>
                  <a:pt x="942869" y="99093"/>
                </a:cubicBezTo>
                <a:cubicBezTo>
                  <a:pt x="940636" y="98153"/>
                  <a:pt x="938458" y="97077"/>
                  <a:pt x="936335" y="95862"/>
                </a:cubicBezTo>
                <a:cubicBezTo>
                  <a:pt x="934212" y="94645"/>
                  <a:pt x="932310" y="93153"/>
                  <a:pt x="930628" y="91385"/>
                </a:cubicBezTo>
                <a:cubicBezTo>
                  <a:pt x="928946" y="89617"/>
                  <a:pt x="927595" y="87491"/>
                  <a:pt x="926575" y="85007"/>
                </a:cubicBezTo>
                <a:cubicBezTo>
                  <a:pt x="925555" y="82520"/>
                  <a:pt x="925045" y="79537"/>
                  <a:pt x="925045" y="76056"/>
                </a:cubicBezTo>
                <a:cubicBezTo>
                  <a:pt x="925045" y="72519"/>
                  <a:pt x="925735" y="69273"/>
                  <a:pt x="927113" y="66318"/>
                </a:cubicBezTo>
                <a:cubicBezTo>
                  <a:pt x="928491" y="63363"/>
                  <a:pt x="930476" y="60836"/>
                  <a:pt x="933068" y="58737"/>
                </a:cubicBezTo>
                <a:cubicBezTo>
                  <a:pt x="935659" y="56637"/>
                  <a:pt x="938816" y="55007"/>
                  <a:pt x="942538" y="53847"/>
                </a:cubicBezTo>
                <a:cubicBezTo>
                  <a:pt x="946260" y="52686"/>
                  <a:pt x="950436" y="52105"/>
                  <a:pt x="955068" y="52105"/>
                </a:cubicBezTo>
                <a:cubicBezTo>
                  <a:pt x="957384" y="52105"/>
                  <a:pt x="959630" y="52270"/>
                  <a:pt x="961808" y="52601"/>
                </a:cubicBezTo>
                <a:cubicBezTo>
                  <a:pt x="963986" y="52932"/>
                  <a:pt x="965957" y="53346"/>
                  <a:pt x="967722" y="53842"/>
                </a:cubicBezTo>
                <a:cubicBezTo>
                  <a:pt x="969486" y="54338"/>
                  <a:pt x="970975" y="54876"/>
                  <a:pt x="972188" y="55455"/>
                </a:cubicBezTo>
                <a:cubicBezTo>
                  <a:pt x="973401" y="56034"/>
                  <a:pt x="974269" y="56530"/>
                  <a:pt x="974793" y="56943"/>
                </a:cubicBezTo>
                <a:cubicBezTo>
                  <a:pt x="975317" y="57357"/>
                  <a:pt x="975689" y="57770"/>
                  <a:pt x="975910" y="58184"/>
                </a:cubicBezTo>
                <a:cubicBezTo>
                  <a:pt x="976130" y="58597"/>
                  <a:pt x="976296" y="59094"/>
                  <a:pt x="976406" y="59673"/>
                </a:cubicBezTo>
                <a:cubicBezTo>
                  <a:pt x="976516" y="60252"/>
                  <a:pt x="976613" y="60968"/>
                  <a:pt x="976695" y="61823"/>
                </a:cubicBezTo>
                <a:cubicBezTo>
                  <a:pt x="976778" y="62678"/>
                  <a:pt x="976820" y="63739"/>
                  <a:pt x="976820" y="65007"/>
                </a:cubicBezTo>
                <a:cubicBezTo>
                  <a:pt x="976820" y="66496"/>
                  <a:pt x="976778" y="67709"/>
                  <a:pt x="976695" y="68646"/>
                </a:cubicBezTo>
                <a:cubicBezTo>
                  <a:pt x="976613" y="69584"/>
                  <a:pt x="976475" y="70328"/>
                  <a:pt x="976282" y="70879"/>
                </a:cubicBezTo>
                <a:cubicBezTo>
                  <a:pt x="976089" y="71431"/>
                  <a:pt x="975827" y="71803"/>
                  <a:pt x="975496" y="71996"/>
                </a:cubicBezTo>
                <a:cubicBezTo>
                  <a:pt x="975165" y="72189"/>
                  <a:pt x="974779" y="72285"/>
                  <a:pt x="974338" y="72285"/>
                </a:cubicBezTo>
                <a:cubicBezTo>
                  <a:pt x="973842" y="72285"/>
                  <a:pt x="973070" y="71996"/>
                  <a:pt x="972023" y="71417"/>
                </a:cubicBezTo>
                <a:cubicBezTo>
                  <a:pt x="970975" y="70838"/>
                  <a:pt x="969665" y="70218"/>
                  <a:pt x="968094" y="69556"/>
                </a:cubicBezTo>
                <a:cubicBezTo>
                  <a:pt x="966523" y="68894"/>
                  <a:pt x="964703" y="68274"/>
                  <a:pt x="962635" y="67695"/>
                </a:cubicBezTo>
                <a:cubicBezTo>
                  <a:pt x="960568" y="67116"/>
                  <a:pt x="958211" y="66827"/>
                  <a:pt x="955564" y="66827"/>
                </a:cubicBezTo>
                <a:cubicBezTo>
                  <a:pt x="953689" y="66827"/>
                  <a:pt x="952063" y="67021"/>
                  <a:pt x="950684" y="67411"/>
                </a:cubicBezTo>
                <a:cubicBezTo>
                  <a:pt x="949306" y="67799"/>
                  <a:pt x="948176" y="68352"/>
                  <a:pt x="947293" y="69073"/>
                </a:cubicBezTo>
                <a:cubicBezTo>
                  <a:pt x="946411" y="69793"/>
                  <a:pt x="945750" y="70638"/>
                  <a:pt x="945308" y="71608"/>
                </a:cubicBezTo>
                <a:cubicBezTo>
                  <a:pt x="944867" y="72578"/>
                  <a:pt x="944647" y="73618"/>
                  <a:pt x="944647" y="74728"/>
                </a:cubicBezTo>
                <a:cubicBezTo>
                  <a:pt x="944647" y="76440"/>
                  <a:pt x="945171" y="77877"/>
                  <a:pt x="946218" y="79039"/>
                </a:cubicBezTo>
                <a:cubicBezTo>
                  <a:pt x="947266" y="80198"/>
                  <a:pt x="948644" y="81220"/>
                  <a:pt x="950354" y="82104"/>
                </a:cubicBezTo>
                <a:cubicBezTo>
                  <a:pt x="952063" y="82988"/>
                  <a:pt x="954006" y="83817"/>
                  <a:pt x="956184" y="84590"/>
                </a:cubicBezTo>
                <a:cubicBezTo>
                  <a:pt x="958362" y="85364"/>
                  <a:pt x="960568" y="86207"/>
                  <a:pt x="962801" y="87118"/>
                </a:cubicBezTo>
                <a:cubicBezTo>
                  <a:pt x="965034" y="88030"/>
                  <a:pt x="967239" y="89093"/>
                  <a:pt x="969417" y="90308"/>
                </a:cubicBezTo>
                <a:cubicBezTo>
                  <a:pt x="971595" y="91522"/>
                  <a:pt x="973539" y="93014"/>
                  <a:pt x="975248" y="94784"/>
                </a:cubicBezTo>
                <a:cubicBezTo>
                  <a:pt x="976957" y="96552"/>
                  <a:pt x="978336" y="98665"/>
                  <a:pt x="979383" y="101124"/>
                </a:cubicBezTo>
                <a:cubicBezTo>
                  <a:pt x="980431" y="103581"/>
                  <a:pt x="980955" y="106495"/>
                  <a:pt x="980955" y="109865"/>
                </a:cubicBezTo>
                <a:close/>
                <a:moveTo>
                  <a:pt x="1063817" y="91626"/>
                </a:moveTo>
                <a:cubicBezTo>
                  <a:pt x="1063817" y="94167"/>
                  <a:pt x="1063252" y="96045"/>
                  <a:pt x="1062122" y="97260"/>
                </a:cubicBezTo>
                <a:cubicBezTo>
                  <a:pt x="1060992" y="98475"/>
                  <a:pt x="1059434" y="99082"/>
                  <a:pt x="1057449" y="99082"/>
                </a:cubicBezTo>
                <a:lnTo>
                  <a:pt x="1012539" y="99082"/>
                </a:lnTo>
                <a:cubicBezTo>
                  <a:pt x="1012539" y="102237"/>
                  <a:pt x="1012912" y="105102"/>
                  <a:pt x="1013656" y="107676"/>
                </a:cubicBezTo>
                <a:cubicBezTo>
                  <a:pt x="1014400" y="110250"/>
                  <a:pt x="1015586" y="112438"/>
                  <a:pt x="1017212" y="114238"/>
                </a:cubicBezTo>
                <a:cubicBezTo>
                  <a:pt x="1018839" y="116037"/>
                  <a:pt x="1020934" y="117407"/>
                  <a:pt x="1023498" y="118348"/>
                </a:cubicBezTo>
                <a:cubicBezTo>
                  <a:pt x="1026062" y="119288"/>
                  <a:pt x="1029136" y="119759"/>
                  <a:pt x="1032720" y="119759"/>
                </a:cubicBezTo>
                <a:cubicBezTo>
                  <a:pt x="1036359" y="119759"/>
                  <a:pt x="1039557" y="119493"/>
                  <a:pt x="1042314" y="118960"/>
                </a:cubicBezTo>
                <a:cubicBezTo>
                  <a:pt x="1045071" y="118428"/>
                  <a:pt x="1047455" y="117839"/>
                  <a:pt x="1049468" y="117195"/>
                </a:cubicBezTo>
                <a:cubicBezTo>
                  <a:pt x="1051480" y="116550"/>
                  <a:pt x="1053148" y="115962"/>
                  <a:pt x="1054472" y="115430"/>
                </a:cubicBezTo>
                <a:cubicBezTo>
                  <a:pt x="1055795" y="114897"/>
                  <a:pt x="1056870" y="114631"/>
                  <a:pt x="1057697" y="114631"/>
                </a:cubicBezTo>
                <a:cubicBezTo>
                  <a:pt x="1058193" y="114631"/>
                  <a:pt x="1058607" y="114728"/>
                  <a:pt x="1058938" y="114923"/>
                </a:cubicBezTo>
                <a:cubicBezTo>
                  <a:pt x="1059268" y="115116"/>
                  <a:pt x="1059544" y="115462"/>
                  <a:pt x="1059765" y="115962"/>
                </a:cubicBezTo>
                <a:cubicBezTo>
                  <a:pt x="1059985" y="116460"/>
                  <a:pt x="1060137" y="117166"/>
                  <a:pt x="1060220" y="118081"/>
                </a:cubicBezTo>
                <a:cubicBezTo>
                  <a:pt x="1060302" y="118996"/>
                  <a:pt x="1060344" y="120146"/>
                  <a:pt x="1060344" y="121532"/>
                </a:cubicBezTo>
                <a:cubicBezTo>
                  <a:pt x="1060344" y="122752"/>
                  <a:pt x="1060316" y="123792"/>
                  <a:pt x="1060261" y="124651"/>
                </a:cubicBezTo>
                <a:cubicBezTo>
                  <a:pt x="1060206" y="125509"/>
                  <a:pt x="1060123" y="126243"/>
                  <a:pt x="1060013" y="126853"/>
                </a:cubicBezTo>
                <a:cubicBezTo>
                  <a:pt x="1059903" y="127463"/>
                  <a:pt x="1059737" y="127977"/>
                  <a:pt x="1059517" y="128394"/>
                </a:cubicBezTo>
                <a:cubicBezTo>
                  <a:pt x="1059296" y="128809"/>
                  <a:pt x="1059007" y="129211"/>
                  <a:pt x="1058648" y="129598"/>
                </a:cubicBezTo>
                <a:cubicBezTo>
                  <a:pt x="1058290" y="129986"/>
                  <a:pt x="1057311" y="130511"/>
                  <a:pt x="1055712" y="131172"/>
                </a:cubicBezTo>
                <a:cubicBezTo>
                  <a:pt x="1054113" y="131834"/>
                  <a:pt x="1052073" y="132482"/>
                  <a:pt x="1049592" y="133116"/>
                </a:cubicBezTo>
                <a:cubicBezTo>
                  <a:pt x="1047111" y="133750"/>
                  <a:pt x="1044271" y="134301"/>
                  <a:pt x="1041073" y="134770"/>
                </a:cubicBezTo>
                <a:cubicBezTo>
                  <a:pt x="1037875" y="135239"/>
                  <a:pt x="1034457" y="135473"/>
                  <a:pt x="1030818" y="135473"/>
                </a:cubicBezTo>
                <a:cubicBezTo>
                  <a:pt x="1024256" y="135473"/>
                  <a:pt x="1018508" y="134644"/>
                  <a:pt x="1013573" y="132987"/>
                </a:cubicBezTo>
                <a:cubicBezTo>
                  <a:pt x="1008638" y="131329"/>
                  <a:pt x="1004517" y="128815"/>
                  <a:pt x="1001209" y="125445"/>
                </a:cubicBezTo>
                <a:cubicBezTo>
                  <a:pt x="997900" y="122075"/>
                  <a:pt x="995433" y="117821"/>
                  <a:pt x="993806" y="112685"/>
                </a:cubicBezTo>
                <a:cubicBezTo>
                  <a:pt x="992180" y="107547"/>
                  <a:pt x="991367" y="101525"/>
                  <a:pt x="991367" y="94619"/>
                </a:cubicBezTo>
                <a:cubicBezTo>
                  <a:pt x="991367" y="88043"/>
                  <a:pt x="992221" y="82118"/>
                  <a:pt x="993930" y="76842"/>
                </a:cubicBezTo>
                <a:cubicBezTo>
                  <a:pt x="995640" y="71566"/>
                  <a:pt x="998121" y="67091"/>
                  <a:pt x="1001374" y="63418"/>
                </a:cubicBezTo>
                <a:cubicBezTo>
                  <a:pt x="1004627" y="59742"/>
                  <a:pt x="1008583" y="56938"/>
                  <a:pt x="1013242" y="55005"/>
                </a:cubicBezTo>
                <a:cubicBezTo>
                  <a:pt x="1017902" y="53072"/>
                  <a:pt x="1023153" y="52105"/>
                  <a:pt x="1028998" y="52105"/>
                </a:cubicBezTo>
                <a:cubicBezTo>
                  <a:pt x="1035173" y="52105"/>
                  <a:pt x="1040453" y="53016"/>
                  <a:pt x="1044836" y="54839"/>
                </a:cubicBezTo>
                <a:cubicBezTo>
                  <a:pt x="1049220" y="56662"/>
                  <a:pt x="1052817" y="59189"/>
                  <a:pt x="1055629" y="62420"/>
                </a:cubicBezTo>
                <a:cubicBezTo>
                  <a:pt x="1058441" y="65651"/>
                  <a:pt x="1060509" y="69476"/>
                  <a:pt x="1061832" y="73896"/>
                </a:cubicBezTo>
                <a:cubicBezTo>
                  <a:pt x="1063156" y="78313"/>
                  <a:pt x="1063817" y="83119"/>
                  <a:pt x="1063817" y="88312"/>
                </a:cubicBezTo>
                <a:lnTo>
                  <a:pt x="1063817" y="91626"/>
                </a:lnTo>
                <a:moveTo>
                  <a:pt x="1043637" y="85684"/>
                </a:moveTo>
                <a:cubicBezTo>
                  <a:pt x="1043802" y="79813"/>
                  <a:pt x="1042631" y="75203"/>
                  <a:pt x="1040122" y="71854"/>
                </a:cubicBezTo>
                <a:cubicBezTo>
                  <a:pt x="1037613" y="68502"/>
                  <a:pt x="1033740" y="66827"/>
                  <a:pt x="1028502" y="66827"/>
                </a:cubicBezTo>
                <a:cubicBezTo>
                  <a:pt x="1025855" y="66827"/>
                  <a:pt x="1023553" y="67326"/>
                  <a:pt x="1021596" y="68323"/>
                </a:cubicBezTo>
                <a:cubicBezTo>
                  <a:pt x="1019638" y="69319"/>
                  <a:pt x="1018012" y="70662"/>
                  <a:pt x="1016716" y="72353"/>
                </a:cubicBezTo>
                <a:cubicBezTo>
                  <a:pt x="1015420" y="74041"/>
                  <a:pt x="1014428" y="76035"/>
                  <a:pt x="1013739" y="78333"/>
                </a:cubicBezTo>
                <a:cubicBezTo>
                  <a:pt x="1013049" y="80630"/>
                  <a:pt x="1012650" y="83080"/>
                  <a:pt x="1012539" y="85684"/>
                </a:cubicBezTo>
                <a:lnTo>
                  <a:pt x="1043637" y="85684"/>
                </a:lnTo>
                <a:close/>
                <a:moveTo>
                  <a:pt x="1148872" y="19439"/>
                </a:moveTo>
                <a:cubicBezTo>
                  <a:pt x="1143633" y="30535"/>
                  <a:pt x="1139732" y="41921"/>
                  <a:pt x="1137169" y="53596"/>
                </a:cubicBezTo>
                <a:cubicBezTo>
                  <a:pt x="1134605" y="65270"/>
                  <a:pt x="1133323" y="77013"/>
                  <a:pt x="1133323" y="88827"/>
                </a:cubicBezTo>
                <a:cubicBezTo>
                  <a:pt x="1133323" y="100695"/>
                  <a:pt x="1134632" y="112453"/>
                  <a:pt x="1137251" y="124101"/>
                </a:cubicBezTo>
                <a:cubicBezTo>
                  <a:pt x="1139870" y="135747"/>
                  <a:pt x="1143689" y="147172"/>
                  <a:pt x="1148706" y="158377"/>
                </a:cubicBezTo>
                <a:cubicBezTo>
                  <a:pt x="1148982" y="159041"/>
                  <a:pt x="1149133" y="159607"/>
                  <a:pt x="1149161" y="160076"/>
                </a:cubicBezTo>
                <a:cubicBezTo>
                  <a:pt x="1149189" y="160544"/>
                  <a:pt x="1149009" y="160930"/>
                  <a:pt x="1148623" y="161233"/>
                </a:cubicBezTo>
                <a:cubicBezTo>
                  <a:pt x="1148237" y="161538"/>
                  <a:pt x="1147645" y="161760"/>
                  <a:pt x="1146845" y="161898"/>
                </a:cubicBezTo>
                <a:cubicBezTo>
                  <a:pt x="1146046" y="162035"/>
                  <a:pt x="1144957" y="162104"/>
                  <a:pt x="1143578" y="162104"/>
                </a:cubicBezTo>
                <a:cubicBezTo>
                  <a:pt x="1142586" y="162104"/>
                  <a:pt x="1141731" y="162077"/>
                  <a:pt x="1141014" y="162022"/>
                </a:cubicBezTo>
                <a:cubicBezTo>
                  <a:pt x="1140298" y="161967"/>
                  <a:pt x="1139677" y="161856"/>
                  <a:pt x="1139154" y="161691"/>
                </a:cubicBezTo>
                <a:cubicBezTo>
                  <a:pt x="1138630" y="161525"/>
                  <a:pt x="1138202" y="161332"/>
                  <a:pt x="1137872" y="161109"/>
                </a:cubicBezTo>
                <a:cubicBezTo>
                  <a:pt x="1137541" y="160889"/>
                  <a:pt x="1137293" y="160641"/>
                  <a:pt x="1137127" y="160365"/>
                </a:cubicBezTo>
                <a:cubicBezTo>
                  <a:pt x="1134150" y="154736"/>
                  <a:pt x="1131531" y="149037"/>
                  <a:pt x="1129270" y="143268"/>
                </a:cubicBezTo>
                <a:cubicBezTo>
                  <a:pt x="1127009" y="137499"/>
                  <a:pt x="1125107" y="131634"/>
                  <a:pt x="1123563" y="125672"/>
                </a:cubicBezTo>
                <a:cubicBezTo>
                  <a:pt x="1122020" y="119711"/>
                  <a:pt x="1120862" y="113680"/>
                  <a:pt x="1120090" y="107580"/>
                </a:cubicBezTo>
                <a:cubicBezTo>
                  <a:pt x="1119318" y="101481"/>
                  <a:pt x="1118932" y="95312"/>
                  <a:pt x="1118932" y="89075"/>
                </a:cubicBezTo>
                <a:cubicBezTo>
                  <a:pt x="1118932" y="82837"/>
                  <a:pt x="1119359" y="76683"/>
                  <a:pt x="1120214" y="70611"/>
                </a:cubicBezTo>
                <a:cubicBezTo>
                  <a:pt x="1121068" y="64539"/>
                  <a:pt x="1122281" y="58508"/>
                  <a:pt x="1123853" y="52519"/>
                </a:cubicBezTo>
                <a:cubicBezTo>
                  <a:pt x="1125424" y="46529"/>
                  <a:pt x="1127340" y="40636"/>
                  <a:pt x="1129601" y="34840"/>
                </a:cubicBezTo>
                <a:cubicBezTo>
                  <a:pt x="1131862" y="29044"/>
                  <a:pt x="1134398" y="23303"/>
                  <a:pt x="1137210" y="17619"/>
                </a:cubicBezTo>
                <a:cubicBezTo>
                  <a:pt x="1137265" y="17398"/>
                  <a:pt x="1137417" y="17205"/>
                  <a:pt x="1137665" y="17040"/>
                </a:cubicBezTo>
                <a:cubicBezTo>
                  <a:pt x="1137913" y="16873"/>
                  <a:pt x="1138258" y="16707"/>
                  <a:pt x="1138699" y="16541"/>
                </a:cubicBezTo>
                <a:cubicBezTo>
                  <a:pt x="1139140" y="16376"/>
                  <a:pt x="1139746" y="16252"/>
                  <a:pt x="1140518" y="16169"/>
                </a:cubicBezTo>
                <a:cubicBezTo>
                  <a:pt x="1141290" y="16086"/>
                  <a:pt x="1142283" y="16045"/>
                  <a:pt x="1143496" y="16045"/>
                </a:cubicBezTo>
                <a:cubicBezTo>
                  <a:pt x="1144764" y="16045"/>
                  <a:pt x="1145784" y="16128"/>
                  <a:pt x="1146556" y="16293"/>
                </a:cubicBezTo>
                <a:cubicBezTo>
                  <a:pt x="1147328" y="16459"/>
                  <a:pt x="1147934" y="16680"/>
                  <a:pt x="1148375" y="16957"/>
                </a:cubicBezTo>
                <a:cubicBezTo>
                  <a:pt x="1148816" y="17233"/>
                  <a:pt x="1149065" y="17591"/>
                  <a:pt x="1149120" y="18033"/>
                </a:cubicBezTo>
                <a:cubicBezTo>
                  <a:pt x="1149175" y="18474"/>
                  <a:pt x="1149092" y="18942"/>
                  <a:pt x="1148872" y="19439"/>
                </a:cubicBezTo>
                <a:close/>
                <a:moveTo>
                  <a:pt x="1235794" y="131420"/>
                </a:moveTo>
                <a:cubicBezTo>
                  <a:pt x="1235794" y="131861"/>
                  <a:pt x="1235697" y="132234"/>
                  <a:pt x="1235504" y="132537"/>
                </a:cubicBezTo>
                <a:cubicBezTo>
                  <a:pt x="1235311" y="132840"/>
                  <a:pt x="1234967" y="133102"/>
                  <a:pt x="1234471" y="133323"/>
                </a:cubicBezTo>
                <a:cubicBezTo>
                  <a:pt x="1233974" y="133543"/>
                  <a:pt x="1233326" y="133709"/>
                  <a:pt x="1232527" y="133819"/>
                </a:cubicBezTo>
                <a:cubicBezTo>
                  <a:pt x="1231727" y="133929"/>
                  <a:pt x="1230749" y="133984"/>
                  <a:pt x="1229591" y="133984"/>
                </a:cubicBezTo>
                <a:cubicBezTo>
                  <a:pt x="1228323" y="133984"/>
                  <a:pt x="1227289" y="133929"/>
                  <a:pt x="1226489" y="133819"/>
                </a:cubicBezTo>
                <a:cubicBezTo>
                  <a:pt x="1225690" y="133709"/>
                  <a:pt x="1225056" y="133543"/>
                  <a:pt x="1224587" y="133323"/>
                </a:cubicBezTo>
                <a:cubicBezTo>
                  <a:pt x="1224119" y="133102"/>
                  <a:pt x="1223801" y="132840"/>
                  <a:pt x="1223636" y="132537"/>
                </a:cubicBezTo>
                <a:cubicBezTo>
                  <a:pt x="1223471" y="132234"/>
                  <a:pt x="1223388" y="131861"/>
                  <a:pt x="1223388" y="131420"/>
                </a:cubicBezTo>
                <a:lnTo>
                  <a:pt x="1223388" y="121578"/>
                </a:lnTo>
                <a:cubicBezTo>
                  <a:pt x="1219142" y="126294"/>
                  <a:pt x="1214952" y="129734"/>
                  <a:pt x="1210817" y="131898"/>
                </a:cubicBezTo>
                <a:cubicBezTo>
                  <a:pt x="1206681" y="134061"/>
                  <a:pt x="1202491" y="135142"/>
                  <a:pt x="1198245" y="135142"/>
                </a:cubicBezTo>
                <a:cubicBezTo>
                  <a:pt x="1193283" y="135142"/>
                  <a:pt x="1189106" y="134314"/>
                  <a:pt x="1185715" y="132658"/>
                </a:cubicBezTo>
                <a:cubicBezTo>
                  <a:pt x="1182324" y="131003"/>
                  <a:pt x="1179581" y="128754"/>
                  <a:pt x="1177486" y="125913"/>
                </a:cubicBezTo>
                <a:cubicBezTo>
                  <a:pt x="1175391" y="123070"/>
                  <a:pt x="1173888" y="119758"/>
                  <a:pt x="1172978" y="115978"/>
                </a:cubicBezTo>
                <a:cubicBezTo>
                  <a:pt x="1172069" y="112195"/>
                  <a:pt x="1171614" y="107600"/>
                  <a:pt x="1171614" y="102191"/>
                </a:cubicBezTo>
                <a:lnTo>
                  <a:pt x="1171614" y="56987"/>
                </a:lnTo>
                <a:cubicBezTo>
                  <a:pt x="1171614" y="56546"/>
                  <a:pt x="1171710" y="56174"/>
                  <a:pt x="1171903" y="55871"/>
                </a:cubicBezTo>
                <a:cubicBezTo>
                  <a:pt x="1172096" y="55566"/>
                  <a:pt x="1172468" y="55289"/>
                  <a:pt x="1173020" y="55041"/>
                </a:cubicBezTo>
                <a:cubicBezTo>
                  <a:pt x="1173571" y="54793"/>
                  <a:pt x="1174288" y="54628"/>
                  <a:pt x="1175170" y="54545"/>
                </a:cubicBezTo>
                <a:cubicBezTo>
                  <a:pt x="1176052" y="54462"/>
                  <a:pt x="1177155" y="54421"/>
                  <a:pt x="1178478" y="54421"/>
                </a:cubicBezTo>
                <a:cubicBezTo>
                  <a:pt x="1179802" y="54421"/>
                  <a:pt x="1180904" y="54462"/>
                  <a:pt x="1181787" y="54545"/>
                </a:cubicBezTo>
                <a:cubicBezTo>
                  <a:pt x="1182669" y="54628"/>
                  <a:pt x="1183372" y="54793"/>
                  <a:pt x="1183896" y="55041"/>
                </a:cubicBezTo>
                <a:cubicBezTo>
                  <a:pt x="1184419" y="55289"/>
                  <a:pt x="1184792" y="55566"/>
                  <a:pt x="1185012" y="55871"/>
                </a:cubicBezTo>
                <a:cubicBezTo>
                  <a:pt x="1185233" y="56174"/>
                  <a:pt x="1185343" y="56546"/>
                  <a:pt x="1185343" y="56987"/>
                </a:cubicBezTo>
                <a:lnTo>
                  <a:pt x="1185343" y="100377"/>
                </a:lnTo>
                <a:cubicBezTo>
                  <a:pt x="1185343" y="104738"/>
                  <a:pt x="1185660" y="108230"/>
                  <a:pt x="1186294" y="110852"/>
                </a:cubicBezTo>
                <a:cubicBezTo>
                  <a:pt x="1186928" y="113475"/>
                  <a:pt x="1187893" y="115711"/>
                  <a:pt x="1189189" y="117562"/>
                </a:cubicBezTo>
                <a:cubicBezTo>
                  <a:pt x="1190485" y="119411"/>
                  <a:pt x="1192125" y="120846"/>
                  <a:pt x="1194110" y="121868"/>
                </a:cubicBezTo>
                <a:cubicBezTo>
                  <a:pt x="1196095" y="122888"/>
                  <a:pt x="1198411" y="123398"/>
                  <a:pt x="1201057" y="123398"/>
                </a:cubicBezTo>
                <a:cubicBezTo>
                  <a:pt x="1204476" y="123398"/>
                  <a:pt x="1207880" y="122178"/>
                  <a:pt x="1211271" y="119738"/>
                </a:cubicBezTo>
                <a:cubicBezTo>
                  <a:pt x="1214662" y="117298"/>
                  <a:pt x="1218260" y="113721"/>
                  <a:pt x="1222065" y="109007"/>
                </a:cubicBezTo>
                <a:lnTo>
                  <a:pt x="1222065" y="56985"/>
                </a:lnTo>
                <a:cubicBezTo>
                  <a:pt x="1222065" y="56544"/>
                  <a:pt x="1222161" y="56171"/>
                  <a:pt x="1222354" y="55868"/>
                </a:cubicBezTo>
                <a:cubicBezTo>
                  <a:pt x="1222547" y="55565"/>
                  <a:pt x="1222919" y="55289"/>
                  <a:pt x="1223471" y="55041"/>
                </a:cubicBezTo>
                <a:cubicBezTo>
                  <a:pt x="1224022" y="54793"/>
                  <a:pt x="1224725" y="54628"/>
                  <a:pt x="1225580" y="54545"/>
                </a:cubicBezTo>
                <a:cubicBezTo>
                  <a:pt x="1226434" y="54462"/>
                  <a:pt x="1227551" y="54421"/>
                  <a:pt x="1228929" y="54421"/>
                </a:cubicBezTo>
                <a:cubicBezTo>
                  <a:pt x="1230253" y="54421"/>
                  <a:pt x="1231355" y="54462"/>
                  <a:pt x="1232238" y="54545"/>
                </a:cubicBezTo>
                <a:cubicBezTo>
                  <a:pt x="1233120" y="54628"/>
                  <a:pt x="1233809" y="54793"/>
                  <a:pt x="1234305" y="55041"/>
                </a:cubicBezTo>
                <a:cubicBezTo>
                  <a:pt x="1234801" y="55289"/>
                  <a:pt x="1235174" y="55565"/>
                  <a:pt x="1235422" y="55868"/>
                </a:cubicBezTo>
                <a:cubicBezTo>
                  <a:pt x="1235670" y="56171"/>
                  <a:pt x="1235794" y="56544"/>
                  <a:pt x="1235794" y="56985"/>
                </a:cubicBezTo>
                <a:lnTo>
                  <a:pt x="1235794" y="131420"/>
                </a:lnTo>
                <a:close/>
                <a:moveTo>
                  <a:pt x="1307631" y="111217"/>
                </a:moveTo>
                <a:cubicBezTo>
                  <a:pt x="1307631" y="115025"/>
                  <a:pt x="1306928" y="118419"/>
                  <a:pt x="1305522" y="121400"/>
                </a:cubicBezTo>
                <a:cubicBezTo>
                  <a:pt x="1304116" y="124379"/>
                  <a:pt x="1302118" y="126890"/>
                  <a:pt x="1299526" y="128934"/>
                </a:cubicBezTo>
                <a:cubicBezTo>
                  <a:pt x="1296935" y="130976"/>
                  <a:pt x="1293847" y="132521"/>
                  <a:pt x="1290263" y="133568"/>
                </a:cubicBezTo>
                <a:cubicBezTo>
                  <a:pt x="1286679" y="134617"/>
                  <a:pt x="1282737" y="135142"/>
                  <a:pt x="1278436" y="135142"/>
                </a:cubicBezTo>
                <a:cubicBezTo>
                  <a:pt x="1275790" y="135142"/>
                  <a:pt x="1273267" y="134935"/>
                  <a:pt x="1270868" y="134522"/>
                </a:cubicBezTo>
                <a:cubicBezTo>
                  <a:pt x="1268470" y="134108"/>
                  <a:pt x="1266320" y="133584"/>
                  <a:pt x="1264417" y="132950"/>
                </a:cubicBezTo>
                <a:cubicBezTo>
                  <a:pt x="1262515" y="132316"/>
                  <a:pt x="1260902" y="131655"/>
                  <a:pt x="1259579" y="130965"/>
                </a:cubicBezTo>
                <a:cubicBezTo>
                  <a:pt x="1258256" y="130276"/>
                  <a:pt x="1257291" y="129656"/>
                  <a:pt x="1256684" y="129105"/>
                </a:cubicBezTo>
                <a:cubicBezTo>
                  <a:pt x="1256078" y="128553"/>
                  <a:pt x="1255637" y="127781"/>
                  <a:pt x="1255361" y="126789"/>
                </a:cubicBezTo>
                <a:cubicBezTo>
                  <a:pt x="1255085" y="125796"/>
                  <a:pt x="1254948" y="124445"/>
                  <a:pt x="1254948" y="122736"/>
                </a:cubicBezTo>
                <a:cubicBezTo>
                  <a:pt x="1254948" y="121689"/>
                  <a:pt x="1255003" y="120806"/>
                  <a:pt x="1255113" y="120090"/>
                </a:cubicBezTo>
                <a:cubicBezTo>
                  <a:pt x="1255223" y="119373"/>
                  <a:pt x="1255361" y="118794"/>
                  <a:pt x="1255526" y="118353"/>
                </a:cubicBezTo>
                <a:cubicBezTo>
                  <a:pt x="1255692" y="117912"/>
                  <a:pt x="1255926" y="117595"/>
                  <a:pt x="1256229" y="117402"/>
                </a:cubicBezTo>
                <a:cubicBezTo>
                  <a:pt x="1256533" y="117209"/>
                  <a:pt x="1256877" y="117112"/>
                  <a:pt x="1257263" y="117112"/>
                </a:cubicBezTo>
                <a:cubicBezTo>
                  <a:pt x="1257870" y="117112"/>
                  <a:pt x="1258766" y="117484"/>
                  <a:pt x="1259951" y="118229"/>
                </a:cubicBezTo>
                <a:cubicBezTo>
                  <a:pt x="1261137" y="118973"/>
                  <a:pt x="1262598" y="119786"/>
                  <a:pt x="1264335" y="120669"/>
                </a:cubicBezTo>
                <a:cubicBezTo>
                  <a:pt x="1266072" y="121551"/>
                  <a:pt x="1268125" y="122364"/>
                  <a:pt x="1270496" y="123108"/>
                </a:cubicBezTo>
                <a:cubicBezTo>
                  <a:pt x="1272867" y="123853"/>
                  <a:pt x="1275597" y="124225"/>
                  <a:pt x="1278684" y="124225"/>
                </a:cubicBezTo>
                <a:cubicBezTo>
                  <a:pt x="1281000" y="124225"/>
                  <a:pt x="1283095" y="123977"/>
                  <a:pt x="1284970" y="123481"/>
                </a:cubicBezTo>
                <a:cubicBezTo>
                  <a:pt x="1286845" y="122983"/>
                  <a:pt x="1288471" y="122250"/>
                  <a:pt x="1289850" y="121284"/>
                </a:cubicBezTo>
                <a:cubicBezTo>
                  <a:pt x="1291228" y="120317"/>
                  <a:pt x="1292289" y="119088"/>
                  <a:pt x="1293034" y="117595"/>
                </a:cubicBezTo>
                <a:cubicBezTo>
                  <a:pt x="1293778" y="116103"/>
                  <a:pt x="1294150" y="114335"/>
                  <a:pt x="1294150" y="112292"/>
                </a:cubicBezTo>
                <a:cubicBezTo>
                  <a:pt x="1294150" y="110195"/>
                  <a:pt x="1293613" y="108429"/>
                  <a:pt x="1292538" y="106994"/>
                </a:cubicBezTo>
                <a:cubicBezTo>
                  <a:pt x="1291462" y="105558"/>
                  <a:pt x="1290043" y="104289"/>
                  <a:pt x="1288278" y="103186"/>
                </a:cubicBezTo>
                <a:cubicBezTo>
                  <a:pt x="1286514" y="102082"/>
                  <a:pt x="1284529" y="101102"/>
                  <a:pt x="1282323" y="100248"/>
                </a:cubicBezTo>
                <a:cubicBezTo>
                  <a:pt x="1280118" y="99391"/>
                  <a:pt x="1277843" y="98495"/>
                  <a:pt x="1275500" y="97557"/>
                </a:cubicBezTo>
                <a:cubicBezTo>
                  <a:pt x="1273157" y="96618"/>
                  <a:pt x="1270868" y="95555"/>
                  <a:pt x="1268635" y="94368"/>
                </a:cubicBezTo>
                <a:cubicBezTo>
                  <a:pt x="1266402" y="93181"/>
                  <a:pt x="1264404" y="91732"/>
                  <a:pt x="1262639" y="90021"/>
                </a:cubicBezTo>
                <a:cubicBezTo>
                  <a:pt x="1260875" y="88310"/>
                  <a:pt x="1259455" y="86268"/>
                  <a:pt x="1258380" y="83895"/>
                </a:cubicBezTo>
                <a:cubicBezTo>
                  <a:pt x="1257305" y="81523"/>
                  <a:pt x="1256767" y="78680"/>
                  <a:pt x="1256767" y="75369"/>
                </a:cubicBezTo>
                <a:cubicBezTo>
                  <a:pt x="1256767" y="72443"/>
                  <a:pt x="1257332" y="69642"/>
                  <a:pt x="1258463" y="66966"/>
                </a:cubicBezTo>
                <a:cubicBezTo>
                  <a:pt x="1259593" y="64289"/>
                  <a:pt x="1261288" y="61943"/>
                  <a:pt x="1263549" y="59928"/>
                </a:cubicBezTo>
                <a:cubicBezTo>
                  <a:pt x="1265810" y="57913"/>
                  <a:pt x="1268635" y="56298"/>
                  <a:pt x="1272026" y="55085"/>
                </a:cubicBezTo>
                <a:cubicBezTo>
                  <a:pt x="1275417" y="53870"/>
                  <a:pt x="1279373" y="53263"/>
                  <a:pt x="1283895" y="53263"/>
                </a:cubicBezTo>
                <a:cubicBezTo>
                  <a:pt x="1285880" y="53263"/>
                  <a:pt x="1287865" y="53431"/>
                  <a:pt x="1289850" y="53767"/>
                </a:cubicBezTo>
                <a:cubicBezTo>
                  <a:pt x="1291835" y="54103"/>
                  <a:pt x="1293627" y="54522"/>
                  <a:pt x="1295226" y="55026"/>
                </a:cubicBezTo>
                <a:cubicBezTo>
                  <a:pt x="1296824" y="55529"/>
                  <a:pt x="1298189" y="56074"/>
                  <a:pt x="1299319" y="56662"/>
                </a:cubicBezTo>
                <a:cubicBezTo>
                  <a:pt x="1300450" y="57249"/>
                  <a:pt x="1301304" y="57767"/>
                  <a:pt x="1301883" y="58215"/>
                </a:cubicBezTo>
                <a:cubicBezTo>
                  <a:pt x="1302462" y="58663"/>
                  <a:pt x="1302848" y="59052"/>
                  <a:pt x="1303041" y="59383"/>
                </a:cubicBezTo>
                <a:cubicBezTo>
                  <a:pt x="1303234" y="59714"/>
                  <a:pt x="1303372" y="60086"/>
                  <a:pt x="1303455" y="60500"/>
                </a:cubicBezTo>
                <a:cubicBezTo>
                  <a:pt x="1303537" y="60913"/>
                  <a:pt x="1303620" y="61423"/>
                  <a:pt x="1303703" y="62030"/>
                </a:cubicBezTo>
                <a:cubicBezTo>
                  <a:pt x="1303786" y="62636"/>
                  <a:pt x="1303827" y="63381"/>
                  <a:pt x="1303827" y="64263"/>
                </a:cubicBezTo>
                <a:cubicBezTo>
                  <a:pt x="1303827" y="65200"/>
                  <a:pt x="1303786" y="66013"/>
                  <a:pt x="1303703" y="66703"/>
                </a:cubicBezTo>
                <a:cubicBezTo>
                  <a:pt x="1303620" y="67392"/>
                  <a:pt x="1303482" y="67957"/>
                  <a:pt x="1303289" y="68398"/>
                </a:cubicBezTo>
                <a:cubicBezTo>
                  <a:pt x="1303096" y="68839"/>
                  <a:pt x="1302862" y="69156"/>
                  <a:pt x="1302586" y="69349"/>
                </a:cubicBezTo>
                <a:cubicBezTo>
                  <a:pt x="1302311" y="69542"/>
                  <a:pt x="1302007" y="69639"/>
                  <a:pt x="1301677" y="69639"/>
                </a:cubicBezTo>
                <a:cubicBezTo>
                  <a:pt x="1301180" y="69639"/>
                  <a:pt x="1300464" y="69331"/>
                  <a:pt x="1299526" y="68716"/>
                </a:cubicBezTo>
                <a:cubicBezTo>
                  <a:pt x="1298589" y="68101"/>
                  <a:pt x="1297376" y="67444"/>
                  <a:pt x="1295887" y="66744"/>
                </a:cubicBezTo>
                <a:cubicBezTo>
                  <a:pt x="1294398" y="66044"/>
                  <a:pt x="1292648" y="65387"/>
                  <a:pt x="1290635" y="64772"/>
                </a:cubicBezTo>
                <a:cubicBezTo>
                  <a:pt x="1288623" y="64157"/>
                  <a:pt x="1286321" y="63849"/>
                  <a:pt x="1283729" y="63849"/>
                </a:cubicBezTo>
                <a:cubicBezTo>
                  <a:pt x="1281414" y="63849"/>
                  <a:pt x="1279373" y="64112"/>
                  <a:pt x="1277609" y="64638"/>
                </a:cubicBezTo>
                <a:cubicBezTo>
                  <a:pt x="1275845" y="65161"/>
                  <a:pt x="1274397" y="65907"/>
                  <a:pt x="1273267" y="66873"/>
                </a:cubicBezTo>
                <a:cubicBezTo>
                  <a:pt x="1272137" y="67840"/>
                  <a:pt x="1271282" y="68987"/>
                  <a:pt x="1270703" y="70313"/>
                </a:cubicBezTo>
                <a:cubicBezTo>
                  <a:pt x="1270124" y="71638"/>
                  <a:pt x="1269835" y="73074"/>
                  <a:pt x="1269835" y="74622"/>
                </a:cubicBezTo>
                <a:cubicBezTo>
                  <a:pt x="1269835" y="76774"/>
                  <a:pt x="1270386" y="78581"/>
                  <a:pt x="1271489" y="80044"/>
                </a:cubicBezTo>
                <a:cubicBezTo>
                  <a:pt x="1272592" y="81507"/>
                  <a:pt x="1274025" y="82791"/>
                  <a:pt x="1275790" y="83895"/>
                </a:cubicBezTo>
                <a:cubicBezTo>
                  <a:pt x="1277554" y="84998"/>
                  <a:pt x="1279566" y="85991"/>
                  <a:pt x="1281827" y="86875"/>
                </a:cubicBezTo>
                <a:cubicBezTo>
                  <a:pt x="1284088" y="87757"/>
                  <a:pt x="1286390" y="88668"/>
                  <a:pt x="1288733" y="89607"/>
                </a:cubicBezTo>
                <a:cubicBezTo>
                  <a:pt x="1291076" y="90544"/>
                  <a:pt x="1293392" y="91593"/>
                  <a:pt x="1295680" y="92753"/>
                </a:cubicBezTo>
                <a:cubicBezTo>
                  <a:pt x="1297969" y="93912"/>
                  <a:pt x="1299995" y="95320"/>
                  <a:pt x="1301759" y="96976"/>
                </a:cubicBezTo>
                <a:cubicBezTo>
                  <a:pt x="1303524" y="98632"/>
                  <a:pt x="1304944" y="100619"/>
                  <a:pt x="1306019" y="102938"/>
                </a:cubicBezTo>
                <a:cubicBezTo>
                  <a:pt x="1307094" y="105256"/>
                  <a:pt x="1307631" y="108015"/>
                  <a:pt x="1307631" y="111217"/>
                </a:cubicBezTo>
                <a:close/>
                <a:moveTo>
                  <a:pt x="1389921" y="90977"/>
                </a:moveTo>
                <a:cubicBezTo>
                  <a:pt x="1389921" y="93127"/>
                  <a:pt x="1389383" y="94657"/>
                  <a:pt x="1388308" y="95567"/>
                </a:cubicBezTo>
                <a:cubicBezTo>
                  <a:pt x="1387233" y="96477"/>
                  <a:pt x="1386006" y="96932"/>
                  <a:pt x="1384628" y="96932"/>
                </a:cubicBezTo>
                <a:lnTo>
                  <a:pt x="1335831" y="96932"/>
                </a:lnTo>
                <a:cubicBezTo>
                  <a:pt x="1335831" y="101079"/>
                  <a:pt x="1336245" y="104812"/>
                  <a:pt x="1337072" y="108131"/>
                </a:cubicBezTo>
                <a:cubicBezTo>
                  <a:pt x="1337899" y="111449"/>
                  <a:pt x="1339277" y="114298"/>
                  <a:pt x="1341207" y="116675"/>
                </a:cubicBezTo>
                <a:cubicBezTo>
                  <a:pt x="1343137" y="119053"/>
                  <a:pt x="1345646" y="120879"/>
                  <a:pt x="1348733" y="122152"/>
                </a:cubicBezTo>
                <a:cubicBezTo>
                  <a:pt x="1351821" y="123424"/>
                  <a:pt x="1355598" y="124059"/>
                  <a:pt x="1360064" y="124059"/>
                </a:cubicBezTo>
                <a:cubicBezTo>
                  <a:pt x="1363593" y="124059"/>
                  <a:pt x="1366736" y="123770"/>
                  <a:pt x="1369493" y="123191"/>
                </a:cubicBezTo>
                <a:cubicBezTo>
                  <a:pt x="1372249" y="122612"/>
                  <a:pt x="1374634" y="121964"/>
                  <a:pt x="1376647" y="121247"/>
                </a:cubicBezTo>
                <a:cubicBezTo>
                  <a:pt x="1378659" y="120531"/>
                  <a:pt x="1380313" y="119883"/>
                  <a:pt x="1381609" y="119304"/>
                </a:cubicBezTo>
                <a:cubicBezTo>
                  <a:pt x="1382905" y="118725"/>
                  <a:pt x="1383883" y="118435"/>
                  <a:pt x="1384545" y="118435"/>
                </a:cubicBezTo>
                <a:cubicBezTo>
                  <a:pt x="1384931" y="118435"/>
                  <a:pt x="1385276" y="118532"/>
                  <a:pt x="1385579" y="118725"/>
                </a:cubicBezTo>
                <a:cubicBezTo>
                  <a:pt x="1385882" y="118918"/>
                  <a:pt x="1386117" y="119207"/>
                  <a:pt x="1386282" y="119593"/>
                </a:cubicBezTo>
                <a:cubicBezTo>
                  <a:pt x="1386447" y="119979"/>
                  <a:pt x="1386571" y="120517"/>
                  <a:pt x="1386654" y="121206"/>
                </a:cubicBezTo>
                <a:cubicBezTo>
                  <a:pt x="1386737" y="121895"/>
                  <a:pt x="1386778" y="122736"/>
                  <a:pt x="1386778" y="123729"/>
                </a:cubicBezTo>
                <a:cubicBezTo>
                  <a:pt x="1386778" y="124445"/>
                  <a:pt x="1386751" y="125066"/>
                  <a:pt x="1386696" y="125590"/>
                </a:cubicBezTo>
                <a:cubicBezTo>
                  <a:pt x="1386640" y="126113"/>
                  <a:pt x="1386571" y="126582"/>
                  <a:pt x="1386489" y="126996"/>
                </a:cubicBezTo>
                <a:cubicBezTo>
                  <a:pt x="1386406" y="127409"/>
                  <a:pt x="1386268" y="127781"/>
                  <a:pt x="1386075" y="128112"/>
                </a:cubicBezTo>
                <a:cubicBezTo>
                  <a:pt x="1385882" y="128443"/>
                  <a:pt x="1385634" y="128760"/>
                  <a:pt x="1385331" y="129063"/>
                </a:cubicBezTo>
                <a:cubicBezTo>
                  <a:pt x="1385028" y="129366"/>
                  <a:pt x="1384132" y="129863"/>
                  <a:pt x="1382643" y="130552"/>
                </a:cubicBezTo>
                <a:cubicBezTo>
                  <a:pt x="1381154" y="131241"/>
                  <a:pt x="1379224" y="131917"/>
                  <a:pt x="1376853" y="132578"/>
                </a:cubicBezTo>
                <a:cubicBezTo>
                  <a:pt x="1374483" y="133240"/>
                  <a:pt x="1371739" y="133833"/>
                  <a:pt x="1368624" y="134356"/>
                </a:cubicBezTo>
                <a:cubicBezTo>
                  <a:pt x="1365509" y="134880"/>
                  <a:pt x="1362187" y="135142"/>
                  <a:pt x="1358658" y="135142"/>
                </a:cubicBezTo>
                <a:cubicBezTo>
                  <a:pt x="1352538" y="135142"/>
                  <a:pt x="1347176" y="134287"/>
                  <a:pt x="1342572" y="132576"/>
                </a:cubicBezTo>
                <a:cubicBezTo>
                  <a:pt x="1337968" y="130865"/>
                  <a:pt x="1334094" y="128326"/>
                  <a:pt x="1330951" y="124959"/>
                </a:cubicBezTo>
                <a:cubicBezTo>
                  <a:pt x="1327809" y="121592"/>
                  <a:pt x="1325438" y="117370"/>
                  <a:pt x="1323839" y="112292"/>
                </a:cubicBezTo>
                <a:cubicBezTo>
                  <a:pt x="1322240" y="107214"/>
                  <a:pt x="1321440" y="101308"/>
                  <a:pt x="1321440" y="94575"/>
                </a:cubicBezTo>
                <a:cubicBezTo>
                  <a:pt x="1321440" y="88172"/>
                  <a:pt x="1322267" y="82418"/>
                  <a:pt x="1323921" y="77312"/>
                </a:cubicBezTo>
                <a:cubicBezTo>
                  <a:pt x="1325576" y="72207"/>
                  <a:pt x="1327960" y="67874"/>
                  <a:pt x="1331076" y="64315"/>
                </a:cubicBezTo>
                <a:cubicBezTo>
                  <a:pt x="1334191" y="60755"/>
                  <a:pt x="1337954" y="58023"/>
                  <a:pt x="1342365" y="56119"/>
                </a:cubicBezTo>
                <a:cubicBezTo>
                  <a:pt x="1346776" y="54215"/>
                  <a:pt x="1351711" y="53263"/>
                  <a:pt x="1357169" y="53263"/>
                </a:cubicBezTo>
                <a:cubicBezTo>
                  <a:pt x="1363014" y="53263"/>
                  <a:pt x="1367990" y="54200"/>
                  <a:pt x="1372098" y="56075"/>
                </a:cubicBezTo>
                <a:cubicBezTo>
                  <a:pt x="1376206" y="57950"/>
                  <a:pt x="1379583" y="60472"/>
                  <a:pt x="1382229" y="63643"/>
                </a:cubicBezTo>
                <a:cubicBezTo>
                  <a:pt x="1384876" y="66813"/>
                  <a:pt x="1386820" y="70535"/>
                  <a:pt x="1388060" y="74808"/>
                </a:cubicBezTo>
                <a:cubicBezTo>
                  <a:pt x="1389301" y="79081"/>
                  <a:pt x="1389921" y="83644"/>
                  <a:pt x="1389921" y="88496"/>
                </a:cubicBezTo>
                <a:lnTo>
                  <a:pt x="1389921" y="90977"/>
                </a:lnTo>
                <a:moveTo>
                  <a:pt x="1376192" y="86924"/>
                </a:moveTo>
                <a:cubicBezTo>
                  <a:pt x="1376357" y="79756"/>
                  <a:pt x="1374772" y="74132"/>
                  <a:pt x="1371436" y="70052"/>
                </a:cubicBezTo>
                <a:cubicBezTo>
                  <a:pt x="1368100" y="65972"/>
                  <a:pt x="1363152" y="63932"/>
                  <a:pt x="1356590" y="63932"/>
                </a:cubicBezTo>
                <a:cubicBezTo>
                  <a:pt x="1353227" y="63932"/>
                  <a:pt x="1350277" y="64566"/>
                  <a:pt x="1347741" y="65834"/>
                </a:cubicBezTo>
                <a:cubicBezTo>
                  <a:pt x="1345205" y="67102"/>
                  <a:pt x="1343082" y="68784"/>
                  <a:pt x="1341372" y="70879"/>
                </a:cubicBezTo>
                <a:cubicBezTo>
                  <a:pt x="1339663" y="72975"/>
                  <a:pt x="1338340" y="75414"/>
                  <a:pt x="1337403" y="78199"/>
                </a:cubicBezTo>
                <a:cubicBezTo>
                  <a:pt x="1336465" y="80983"/>
                  <a:pt x="1335941" y="83892"/>
                  <a:pt x="1335831" y="86924"/>
                </a:cubicBezTo>
                <a:lnTo>
                  <a:pt x="1376192" y="86924"/>
                </a:lnTo>
                <a:close/>
                <a:moveTo>
                  <a:pt x="1454039" y="61864"/>
                </a:moveTo>
                <a:cubicBezTo>
                  <a:pt x="1454039" y="63077"/>
                  <a:pt x="1454011" y="64097"/>
                  <a:pt x="1453956" y="64924"/>
                </a:cubicBezTo>
                <a:cubicBezTo>
                  <a:pt x="1453901" y="65752"/>
                  <a:pt x="1453790" y="66399"/>
                  <a:pt x="1453625" y="66868"/>
                </a:cubicBezTo>
                <a:cubicBezTo>
                  <a:pt x="1453460" y="67337"/>
                  <a:pt x="1453253" y="67695"/>
                  <a:pt x="1453005" y="67943"/>
                </a:cubicBezTo>
                <a:cubicBezTo>
                  <a:pt x="1452757" y="68191"/>
                  <a:pt x="1452412" y="68315"/>
                  <a:pt x="1451971" y="68315"/>
                </a:cubicBezTo>
                <a:cubicBezTo>
                  <a:pt x="1451530" y="68315"/>
                  <a:pt x="1450992" y="68191"/>
                  <a:pt x="1450358" y="67943"/>
                </a:cubicBezTo>
                <a:cubicBezTo>
                  <a:pt x="1449724" y="67695"/>
                  <a:pt x="1449007" y="67447"/>
                  <a:pt x="1448208" y="67199"/>
                </a:cubicBezTo>
                <a:cubicBezTo>
                  <a:pt x="1447408" y="66951"/>
                  <a:pt x="1446512" y="66716"/>
                  <a:pt x="1445520" y="66496"/>
                </a:cubicBezTo>
                <a:cubicBezTo>
                  <a:pt x="1444527" y="66275"/>
                  <a:pt x="1443452" y="66165"/>
                  <a:pt x="1442294" y="66165"/>
                </a:cubicBezTo>
                <a:cubicBezTo>
                  <a:pt x="1440916" y="66165"/>
                  <a:pt x="1439565" y="66441"/>
                  <a:pt x="1438242" y="66992"/>
                </a:cubicBezTo>
                <a:cubicBezTo>
                  <a:pt x="1436918" y="67544"/>
                  <a:pt x="1435526" y="68453"/>
                  <a:pt x="1434065" y="69721"/>
                </a:cubicBezTo>
                <a:cubicBezTo>
                  <a:pt x="1432604" y="70990"/>
                  <a:pt x="1431074" y="72671"/>
                  <a:pt x="1429475" y="74767"/>
                </a:cubicBezTo>
                <a:cubicBezTo>
                  <a:pt x="1427876" y="76862"/>
                  <a:pt x="1426111" y="79426"/>
                  <a:pt x="1424182" y="82458"/>
                </a:cubicBezTo>
                <a:lnTo>
                  <a:pt x="1424182" y="131420"/>
                </a:lnTo>
                <a:cubicBezTo>
                  <a:pt x="1424182" y="131861"/>
                  <a:pt x="1424071" y="132234"/>
                  <a:pt x="1423851" y="132537"/>
                </a:cubicBezTo>
                <a:cubicBezTo>
                  <a:pt x="1423630" y="132840"/>
                  <a:pt x="1423272" y="133102"/>
                  <a:pt x="1422776" y="133323"/>
                </a:cubicBezTo>
                <a:cubicBezTo>
                  <a:pt x="1422279" y="133543"/>
                  <a:pt x="1421590" y="133709"/>
                  <a:pt x="1420708" y="133819"/>
                </a:cubicBezTo>
                <a:cubicBezTo>
                  <a:pt x="1419826" y="133929"/>
                  <a:pt x="1418695" y="133984"/>
                  <a:pt x="1417317" y="133984"/>
                </a:cubicBezTo>
                <a:cubicBezTo>
                  <a:pt x="1415994" y="133984"/>
                  <a:pt x="1414891" y="133929"/>
                  <a:pt x="1414009" y="133819"/>
                </a:cubicBezTo>
                <a:cubicBezTo>
                  <a:pt x="1413127" y="133709"/>
                  <a:pt x="1412424" y="133543"/>
                  <a:pt x="1411900" y="133323"/>
                </a:cubicBezTo>
                <a:cubicBezTo>
                  <a:pt x="1411376" y="133102"/>
                  <a:pt x="1411018" y="132840"/>
                  <a:pt x="1410825" y="132537"/>
                </a:cubicBezTo>
                <a:cubicBezTo>
                  <a:pt x="1410632" y="132234"/>
                  <a:pt x="1410535" y="131861"/>
                  <a:pt x="1410535" y="131420"/>
                </a:cubicBezTo>
                <a:lnTo>
                  <a:pt x="1410535" y="56985"/>
                </a:lnTo>
                <a:cubicBezTo>
                  <a:pt x="1410535" y="56544"/>
                  <a:pt x="1410618" y="56171"/>
                  <a:pt x="1410783" y="55868"/>
                </a:cubicBezTo>
                <a:cubicBezTo>
                  <a:pt x="1410949" y="55565"/>
                  <a:pt x="1411279" y="55289"/>
                  <a:pt x="1411776" y="55041"/>
                </a:cubicBezTo>
                <a:cubicBezTo>
                  <a:pt x="1412272" y="54793"/>
                  <a:pt x="1412906" y="54628"/>
                  <a:pt x="1413678" y="54545"/>
                </a:cubicBezTo>
                <a:cubicBezTo>
                  <a:pt x="1414450" y="54462"/>
                  <a:pt x="1415470" y="54421"/>
                  <a:pt x="1416738" y="54421"/>
                </a:cubicBezTo>
                <a:cubicBezTo>
                  <a:pt x="1417951" y="54421"/>
                  <a:pt x="1418957" y="54462"/>
                  <a:pt x="1419757" y="54545"/>
                </a:cubicBezTo>
                <a:cubicBezTo>
                  <a:pt x="1420556" y="54628"/>
                  <a:pt x="1421177" y="54793"/>
                  <a:pt x="1421618" y="55041"/>
                </a:cubicBezTo>
                <a:cubicBezTo>
                  <a:pt x="1422059" y="55289"/>
                  <a:pt x="1422376" y="55565"/>
                  <a:pt x="1422569" y="55868"/>
                </a:cubicBezTo>
                <a:cubicBezTo>
                  <a:pt x="1422762" y="56171"/>
                  <a:pt x="1422858" y="56544"/>
                  <a:pt x="1422858" y="56985"/>
                </a:cubicBezTo>
                <a:lnTo>
                  <a:pt x="1422858" y="67819"/>
                </a:lnTo>
                <a:cubicBezTo>
                  <a:pt x="1424898" y="64842"/>
                  <a:pt x="1426814" y="62416"/>
                  <a:pt x="1428606" y="60541"/>
                </a:cubicBezTo>
                <a:cubicBezTo>
                  <a:pt x="1430398" y="58666"/>
                  <a:pt x="1432094" y="57191"/>
                  <a:pt x="1433693" y="56116"/>
                </a:cubicBezTo>
                <a:cubicBezTo>
                  <a:pt x="1435292" y="55041"/>
                  <a:pt x="1436877" y="54297"/>
                  <a:pt x="1438448" y="53883"/>
                </a:cubicBezTo>
                <a:cubicBezTo>
                  <a:pt x="1440020" y="53470"/>
                  <a:pt x="1441605" y="53263"/>
                  <a:pt x="1443204" y="53263"/>
                </a:cubicBezTo>
                <a:cubicBezTo>
                  <a:pt x="1443921" y="53263"/>
                  <a:pt x="1444734" y="53304"/>
                  <a:pt x="1445644" y="53387"/>
                </a:cubicBezTo>
                <a:cubicBezTo>
                  <a:pt x="1446554" y="53470"/>
                  <a:pt x="1447505" y="53621"/>
                  <a:pt x="1448497" y="53842"/>
                </a:cubicBezTo>
                <a:cubicBezTo>
                  <a:pt x="1449490" y="54062"/>
                  <a:pt x="1450386" y="54310"/>
                  <a:pt x="1451185" y="54586"/>
                </a:cubicBezTo>
                <a:cubicBezTo>
                  <a:pt x="1451985" y="54862"/>
                  <a:pt x="1452550" y="55138"/>
                  <a:pt x="1452881" y="55413"/>
                </a:cubicBezTo>
                <a:cubicBezTo>
                  <a:pt x="1453212" y="55689"/>
                  <a:pt x="1453432" y="55951"/>
                  <a:pt x="1453542" y="56199"/>
                </a:cubicBezTo>
                <a:cubicBezTo>
                  <a:pt x="1453653" y="56447"/>
                  <a:pt x="1453749" y="56764"/>
                  <a:pt x="1453832" y="57150"/>
                </a:cubicBezTo>
                <a:cubicBezTo>
                  <a:pt x="1453915" y="57536"/>
                  <a:pt x="1453970" y="58101"/>
                  <a:pt x="1453997" y="58846"/>
                </a:cubicBezTo>
                <a:cubicBezTo>
                  <a:pt x="1454025" y="59590"/>
                  <a:pt x="1454039" y="60596"/>
                  <a:pt x="1454039" y="61864"/>
                </a:cubicBezTo>
                <a:close/>
                <a:moveTo>
                  <a:pt x="1617902" y="131420"/>
                </a:moveTo>
                <a:cubicBezTo>
                  <a:pt x="1617902" y="131861"/>
                  <a:pt x="1617792" y="132234"/>
                  <a:pt x="1617572" y="132537"/>
                </a:cubicBezTo>
                <a:cubicBezTo>
                  <a:pt x="1617351" y="132840"/>
                  <a:pt x="1616993" y="133102"/>
                  <a:pt x="1616496" y="133323"/>
                </a:cubicBezTo>
                <a:cubicBezTo>
                  <a:pt x="1616000" y="133543"/>
                  <a:pt x="1615311" y="133709"/>
                  <a:pt x="1614429" y="133819"/>
                </a:cubicBezTo>
                <a:cubicBezTo>
                  <a:pt x="1613547" y="133929"/>
                  <a:pt x="1612444" y="133984"/>
                  <a:pt x="1611121" y="133984"/>
                </a:cubicBezTo>
                <a:cubicBezTo>
                  <a:pt x="1609742" y="133984"/>
                  <a:pt x="1608612" y="133929"/>
                  <a:pt x="1607730" y="133819"/>
                </a:cubicBezTo>
                <a:cubicBezTo>
                  <a:pt x="1606847" y="133709"/>
                  <a:pt x="1606144" y="133543"/>
                  <a:pt x="1605621" y="133323"/>
                </a:cubicBezTo>
                <a:cubicBezTo>
                  <a:pt x="1605097" y="133102"/>
                  <a:pt x="1604725" y="132840"/>
                  <a:pt x="1604504" y="132537"/>
                </a:cubicBezTo>
                <a:cubicBezTo>
                  <a:pt x="1604283" y="132234"/>
                  <a:pt x="1604173" y="131861"/>
                  <a:pt x="1604173" y="131420"/>
                </a:cubicBezTo>
                <a:lnTo>
                  <a:pt x="1604173" y="86180"/>
                </a:lnTo>
                <a:cubicBezTo>
                  <a:pt x="1604173" y="83037"/>
                  <a:pt x="1603898" y="80170"/>
                  <a:pt x="1603346" y="77579"/>
                </a:cubicBezTo>
                <a:cubicBezTo>
                  <a:pt x="1602795" y="74987"/>
                  <a:pt x="1601913" y="72754"/>
                  <a:pt x="1600700" y="70879"/>
                </a:cubicBezTo>
                <a:cubicBezTo>
                  <a:pt x="1599487" y="69005"/>
                  <a:pt x="1597943" y="67571"/>
                  <a:pt x="1596068" y="66579"/>
                </a:cubicBezTo>
                <a:cubicBezTo>
                  <a:pt x="1594193" y="65586"/>
                  <a:pt x="1591988" y="65090"/>
                  <a:pt x="1589451" y="65090"/>
                </a:cubicBezTo>
                <a:cubicBezTo>
                  <a:pt x="1586309" y="65090"/>
                  <a:pt x="1583152" y="66303"/>
                  <a:pt x="1579982" y="68729"/>
                </a:cubicBezTo>
                <a:cubicBezTo>
                  <a:pt x="1576811" y="71155"/>
                  <a:pt x="1573324" y="74711"/>
                  <a:pt x="1569519" y="79398"/>
                </a:cubicBezTo>
                <a:lnTo>
                  <a:pt x="1569519" y="131420"/>
                </a:lnTo>
                <a:cubicBezTo>
                  <a:pt x="1569519" y="131861"/>
                  <a:pt x="1569409" y="132234"/>
                  <a:pt x="1569188" y="132537"/>
                </a:cubicBezTo>
                <a:cubicBezTo>
                  <a:pt x="1568968" y="132840"/>
                  <a:pt x="1568596" y="133102"/>
                  <a:pt x="1568072" y="133323"/>
                </a:cubicBezTo>
                <a:cubicBezTo>
                  <a:pt x="1567548" y="133543"/>
                  <a:pt x="1566845" y="133709"/>
                  <a:pt x="1565963" y="133819"/>
                </a:cubicBezTo>
                <a:cubicBezTo>
                  <a:pt x="1565081" y="133929"/>
                  <a:pt x="1563978" y="133984"/>
                  <a:pt x="1562655" y="133984"/>
                </a:cubicBezTo>
                <a:cubicBezTo>
                  <a:pt x="1561386" y="133984"/>
                  <a:pt x="1560298" y="133929"/>
                  <a:pt x="1559388" y="133819"/>
                </a:cubicBezTo>
                <a:cubicBezTo>
                  <a:pt x="1558478" y="133709"/>
                  <a:pt x="1557761" y="133543"/>
                  <a:pt x="1557237" y="133323"/>
                </a:cubicBezTo>
                <a:cubicBezTo>
                  <a:pt x="1556714" y="133102"/>
                  <a:pt x="1556355" y="132840"/>
                  <a:pt x="1556162" y="132537"/>
                </a:cubicBezTo>
                <a:cubicBezTo>
                  <a:pt x="1555969" y="132234"/>
                  <a:pt x="1555873" y="131861"/>
                  <a:pt x="1555873" y="131420"/>
                </a:cubicBezTo>
                <a:lnTo>
                  <a:pt x="1555873" y="86180"/>
                </a:lnTo>
                <a:cubicBezTo>
                  <a:pt x="1555873" y="83037"/>
                  <a:pt x="1555569" y="80170"/>
                  <a:pt x="1554963" y="77579"/>
                </a:cubicBezTo>
                <a:cubicBezTo>
                  <a:pt x="1554356" y="74987"/>
                  <a:pt x="1553447" y="72754"/>
                  <a:pt x="1552234" y="70879"/>
                </a:cubicBezTo>
                <a:cubicBezTo>
                  <a:pt x="1551021" y="69005"/>
                  <a:pt x="1549491" y="67571"/>
                  <a:pt x="1547643" y="66579"/>
                </a:cubicBezTo>
                <a:cubicBezTo>
                  <a:pt x="1545796" y="65586"/>
                  <a:pt x="1543605" y="65090"/>
                  <a:pt x="1541068" y="65090"/>
                </a:cubicBezTo>
                <a:cubicBezTo>
                  <a:pt x="1537925" y="65090"/>
                  <a:pt x="1534755" y="66303"/>
                  <a:pt x="1531557" y="68729"/>
                </a:cubicBezTo>
                <a:cubicBezTo>
                  <a:pt x="1528359" y="71155"/>
                  <a:pt x="1524885" y="74711"/>
                  <a:pt x="1521136" y="79398"/>
                </a:cubicBezTo>
                <a:lnTo>
                  <a:pt x="1521136" y="131420"/>
                </a:lnTo>
                <a:cubicBezTo>
                  <a:pt x="1521136" y="131861"/>
                  <a:pt x="1521026" y="132234"/>
                  <a:pt x="1520805" y="132537"/>
                </a:cubicBezTo>
                <a:cubicBezTo>
                  <a:pt x="1520585" y="132840"/>
                  <a:pt x="1520226" y="133102"/>
                  <a:pt x="1519730" y="133323"/>
                </a:cubicBezTo>
                <a:cubicBezTo>
                  <a:pt x="1519234" y="133543"/>
                  <a:pt x="1518545" y="133709"/>
                  <a:pt x="1517662" y="133819"/>
                </a:cubicBezTo>
                <a:cubicBezTo>
                  <a:pt x="1516780" y="133929"/>
                  <a:pt x="1515650" y="133984"/>
                  <a:pt x="1514271" y="133984"/>
                </a:cubicBezTo>
                <a:cubicBezTo>
                  <a:pt x="1512948" y="133984"/>
                  <a:pt x="1511845" y="133929"/>
                  <a:pt x="1510963" y="133819"/>
                </a:cubicBezTo>
                <a:cubicBezTo>
                  <a:pt x="1510081" y="133709"/>
                  <a:pt x="1509378" y="133543"/>
                  <a:pt x="1508854" y="133323"/>
                </a:cubicBezTo>
                <a:cubicBezTo>
                  <a:pt x="1508330" y="133102"/>
                  <a:pt x="1507972" y="132840"/>
                  <a:pt x="1507779" y="132537"/>
                </a:cubicBezTo>
                <a:cubicBezTo>
                  <a:pt x="1507586" y="132234"/>
                  <a:pt x="1507490" y="131861"/>
                  <a:pt x="1507490" y="131420"/>
                </a:cubicBezTo>
                <a:lnTo>
                  <a:pt x="1507490" y="56985"/>
                </a:lnTo>
                <a:cubicBezTo>
                  <a:pt x="1507490" y="56544"/>
                  <a:pt x="1507572" y="56171"/>
                  <a:pt x="1507738" y="55868"/>
                </a:cubicBezTo>
                <a:cubicBezTo>
                  <a:pt x="1507903" y="55565"/>
                  <a:pt x="1508234" y="55289"/>
                  <a:pt x="1508730" y="55041"/>
                </a:cubicBezTo>
                <a:cubicBezTo>
                  <a:pt x="1509226" y="54793"/>
                  <a:pt x="1509860" y="54628"/>
                  <a:pt x="1510632" y="54545"/>
                </a:cubicBezTo>
                <a:cubicBezTo>
                  <a:pt x="1511404" y="54462"/>
                  <a:pt x="1512424" y="54421"/>
                  <a:pt x="1513692" y="54421"/>
                </a:cubicBezTo>
                <a:cubicBezTo>
                  <a:pt x="1514906" y="54421"/>
                  <a:pt x="1515912" y="54462"/>
                  <a:pt x="1516711" y="54545"/>
                </a:cubicBezTo>
                <a:cubicBezTo>
                  <a:pt x="1517511" y="54628"/>
                  <a:pt x="1518131" y="54793"/>
                  <a:pt x="1518572" y="55041"/>
                </a:cubicBezTo>
                <a:cubicBezTo>
                  <a:pt x="1519013" y="55289"/>
                  <a:pt x="1519330" y="55565"/>
                  <a:pt x="1519523" y="55868"/>
                </a:cubicBezTo>
                <a:cubicBezTo>
                  <a:pt x="1519716" y="56171"/>
                  <a:pt x="1519813" y="56544"/>
                  <a:pt x="1519813" y="56985"/>
                </a:cubicBezTo>
                <a:lnTo>
                  <a:pt x="1519813" y="66827"/>
                </a:lnTo>
                <a:cubicBezTo>
                  <a:pt x="1524003" y="62140"/>
                  <a:pt x="1528070" y="58708"/>
                  <a:pt x="1532012" y="56530"/>
                </a:cubicBezTo>
                <a:cubicBezTo>
                  <a:pt x="1535954" y="54352"/>
                  <a:pt x="1539938" y="53263"/>
                  <a:pt x="1543963" y="53263"/>
                </a:cubicBezTo>
                <a:cubicBezTo>
                  <a:pt x="1547051" y="53263"/>
                  <a:pt x="1549821" y="53621"/>
                  <a:pt x="1552275" y="54338"/>
                </a:cubicBezTo>
                <a:cubicBezTo>
                  <a:pt x="1554729" y="55055"/>
                  <a:pt x="1556893" y="56061"/>
                  <a:pt x="1558767" y="57357"/>
                </a:cubicBezTo>
                <a:cubicBezTo>
                  <a:pt x="1560642" y="58653"/>
                  <a:pt x="1562241" y="60196"/>
                  <a:pt x="1563564" y="61988"/>
                </a:cubicBezTo>
                <a:cubicBezTo>
                  <a:pt x="1564888" y="63780"/>
                  <a:pt x="1565990" y="65779"/>
                  <a:pt x="1566873" y="67985"/>
                </a:cubicBezTo>
                <a:cubicBezTo>
                  <a:pt x="1569354" y="65283"/>
                  <a:pt x="1571711" y="62995"/>
                  <a:pt x="1573944" y="61120"/>
                </a:cubicBezTo>
                <a:cubicBezTo>
                  <a:pt x="1576177" y="59245"/>
                  <a:pt x="1578327" y="57729"/>
                  <a:pt x="1580395" y="56571"/>
                </a:cubicBezTo>
                <a:cubicBezTo>
                  <a:pt x="1582463" y="55413"/>
                  <a:pt x="1584475" y="54572"/>
                  <a:pt x="1586433" y="54049"/>
                </a:cubicBezTo>
                <a:cubicBezTo>
                  <a:pt x="1588390" y="53525"/>
                  <a:pt x="1590361" y="53263"/>
                  <a:pt x="1592346" y="53263"/>
                </a:cubicBezTo>
                <a:cubicBezTo>
                  <a:pt x="1597143" y="53263"/>
                  <a:pt x="1601168" y="54104"/>
                  <a:pt x="1604421" y="55785"/>
                </a:cubicBezTo>
                <a:cubicBezTo>
                  <a:pt x="1607674" y="57467"/>
                  <a:pt x="1610307" y="59714"/>
                  <a:pt x="1612320" y="62526"/>
                </a:cubicBezTo>
                <a:cubicBezTo>
                  <a:pt x="1614332" y="65338"/>
                  <a:pt x="1615766" y="68632"/>
                  <a:pt x="1616621" y="72409"/>
                </a:cubicBezTo>
                <a:cubicBezTo>
                  <a:pt x="1617475" y="76186"/>
                  <a:pt x="1617902" y="80170"/>
                  <a:pt x="1617902" y="84360"/>
                </a:cubicBezTo>
                <a:lnTo>
                  <a:pt x="1617902" y="131420"/>
                </a:lnTo>
                <a:close/>
                <a:moveTo>
                  <a:pt x="1711154" y="93417"/>
                </a:moveTo>
                <a:cubicBezTo>
                  <a:pt x="1711154" y="99487"/>
                  <a:pt x="1710354" y="105075"/>
                  <a:pt x="1708755" y="110180"/>
                </a:cubicBezTo>
                <a:cubicBezTo>
                  <a:pt x="1707156" y="115286"/>
                  <a:pt x="1704771" y="119688"/>
                  <a:pt x="1701601" y="123387"/>
                </a:cubicBezTo>
                <a:cubicBezTo>
                  <a:pt x="1698431" y="127085"/>
                  <a:pt x="1694461" y="129969"/>
                  <a:pt x="1689691" y="132038"/>
                </a:cubicBezTo>
                <a:cubicBezTo>
                  <a:pt x="1684922" y="134107"/>
                  <a:pt x="1679394" y="135142"/>
                  <a:pt x="1673109" y="135142"/>
                </a:cubicBezTo>
                <a:cubicBezTo>
                  <a:pt x="1666988" y="135142"/>
                  <a:pt x="1661654" y="134231"/>
                  <a:pt x="1657105" y="132410"/>
                </a:cubicBezTo>
                <a:cubicBezTo>
                  <a:pt x="1652556" y="130589"/>
                  <a:pt x="1648765" y="127940"/>
                  <a:pt x="1645733" y="124463"/>
                </a:cubicBezTo>
                <a:cubicBezTo>
                  <a:pt x="1642700" y="120986"/>
                  <a:pt x="1640440" y="116763"/>
                  <a:pt x="1638951" y="111796"/>
                </a:cubicBezTo>
                <a:cubicBezTo>
                  <a:pt x="1637462" y="106828"/>
                  <a:pt x="1636718" y="101198"/>
                  <a:pt x="1636718" y="94906"/>
                </a:cubicBezTo>
                <a:cubicBezTo>
                  <a:pt x="1636718" y="88835"/>
                  <a:pt x="1637504" y="83247"/>
                  <a:pt x="1639075" y="78142"/>
                </a:cubicBezTo>
                <a:cubicBezTo>
                  <a:pt x="1640646" y="73037"/>
                  <a:pt x="1643017" y="68635"/>
                  <a:pt x="1646188" y="64937"/>
                </a:cubicBezTo>
                <a:cubicBezTo>
                  <a:pt x="1649358" y="61238"/>
                  <a:pt x="1653314" y="58367"/>
                  <a:pt x="1658056" y="56326"/>
                </a:cubicBezTo>
                <a:cubicBezTo>
                  <a:pt x="1662798" y="54284"/>
                  <a:pt x="1668339" y="53263"/>
                  <a:pt x="1674680" y="53263"/>
                </a:cubicBezTo>
                <a:cubicBezTo>
                  <a:pt x="1680800" y="53263"/>
                  <a:pt x="1686135" y="54174"/>
                  <a:pt x="1690684" y="55995"/>
                </a:cubicBezTo>
                <a:cubicBezTo>
                  <a:pt x="1695233" y="57816"/>
                  <a:pt x="1699023" y="60465"/>
                  <a:pt x="1702056" y="63942"/>
                </a:cubicBezTo>
                <a:cubicBezTo>
                  <a:pt x="1705088" y="67419"/>
                  <a:pt x="1707363" y="71642"/>
                  <a:pt x="1708879" y="76609"/>
                </a:cubicBezTo>
                <a:cubicBezTo>
                  <a:pt x="1710395" y="81577"/>
                  <a:pt x="1711154" y="87179"/>
                  <a:pt x="1711154" y="93417"/>
                </a:cubicBezTo>
                <a:moveTo>
                  <a:pt x="1696763" y="94327"/>
                </a:moveTo>
                <a:cubicBezTo>
                  <a:pt x="1696763" y="90296"/>
                  <a:pt x="1696390" y="86487"/>
                  <a:pt x="1695646" y="82898"/>
                </a:cubicBezTo>
                <a:cubicBezTo>
                  <a:pt x="1694902" y="79308"/>
                  <a:pt x="1693675" y="76161"/>
                  <a:pt x="1691966" y="73456"/>
                </a:cubicBezTo>
                <a:cubicBezTo>
                  <a:pt x="1690256" y="70751"/>
                  <a:pt x="1687941" y="68612"/>
                  <a:pt x="1685018" y="67039"/>
                </a:cubicBezTo>
                <a:cubicBezTo>
                  <a:pt x="1682096" y="65464"/>
                  <a:pt x="1678457" y="64676"/>
                  <a:pt x="1674101" y="64676"/>
                </a:cubicBezTo>
                <a:cubicBezTo>
                  <a:pt x="1670076" y="64676"/>
                  <a:pt x="1666616" y="65394"/>
                  <a:pt x="1663721" y="66829"/>
                </a:cubicBezTo>
                <a:cubicBezTo>
                  <a:pt x="1660827" y="68265"/>
                  <a:pt x="1658442" y="70294"/>
                  <a:pt x="1656567" y="72919"/>
                </a:cubicBezTo>
                <a:cubicBezTo>
                  <a:pt x="1654693" y="75541"/>
                  <a:pt x="1653300" y="78647"/>
                  <a:pt x="1652391" y="82236"/>
                </a:cubicBezTo>
                <a:cubicBezTo>
                  <a:pt x="1651481" y="85823"/>
                  <a:pt x="1651026" y="89743"/>
                  <a:pt x="1651026" y="93996"/>
                </a:cubicBezTo>
                <a:cubicBezTo>
                  <a:pt x="1651026" y="98081"/>
                  <a:pt x="1651398" y="101918"/>
                  <a:pt x="1652143" y="105507"/>
                </a:cubicBezTo>
                <a:cubicBezTo>
                  <a:pt x="1652887" y="109097"/>
                  <a:pt x="1654128" y="112230"/>
                  <a:pt x="1655864" y="114908"/>
                </a:cubicBezTo>
                <a:cubicBezTo>
                  <a:pt x="1657601" y="117585"/>
                  <a:pt x="1659931" y="119711"/>
                  <a:pt x="1662853" y="121286"/>
                </a:cubicBezTo>
                <a:cubicBezTo>
                  <a:pt x="1665775" y="122859"/>
                  <a:pt x="1669414" y="123646"/>
                  <a:pt x="1673770" y="123646"/>
                </a:cubicBezTo>
                <a:cubicBezTo>
                  <a:pt x="1677740" y="123646"/>
                  <a:pt x="1681186" y="122928"/>
                  <a:pt x="1684109" y="121493"/>
                </a:cubicBezTo>
                <a:cubicBezTo>
                  <a:pt x="1687031" y="120058"/>
                  <a:pt x="1689429" y="118043"/>
                  <a:pt x="1691304" y="115448"/>
                </a:cubicBezTo>
                <a:cubicBezTo>
                  <a:pt x="1693179" y="112851"/>
                  <a:pt x="1694557" y="109759"/>
                  <a:pt x="1695439" y="106172"/>
                </a:cubicBezTo>
                <a:cubicBezTo>
                  <a:pt x="1696322" y="102583"/>
                  <a:pt x="1696763" y="98634"/>
                  <a:pt x="1696763" y="94327"/>
                </a:cubicBezTo>
                <a:close/>
                <a:moveTo>
                  <a:pt x="1794570" y="131418"/>
                </a:moveTo>
                <a:cubicBezTo>
                  <a:pt x="1794570" y="131859"/>
                  <a:pt x="1794474" y="132246"/>
                  <a:pt x="1794281" y="132578"/>
                </a:cubicBezTo>
                <a:cubicBezTo>
                  <a:pt x="1794088" y="132909"/>
                  <a:pt x="1793757" y="133171"/>
                  <a:pt x="1793288" y="133364"/>
                </a:cubicBezTo>
                <a:cubicBezTo>
                  <a:pt x="1792820" y="133557"/>
                  <a:pt x="1792199" y="133709"/>
                  <a:pt x="1791427" y="133819"/>
                </a:cubicBezTo>
                <a:cubicBezTo>
                  <a:pt x="1790656" y="133929"/>
                  <a:pt x="1789718" y="133984"/>
                  <a:pt x="1788615" y="133984"/>
                </a:cubicBezTo>
                <a:cubicBezTo>
                  <a:pt x="1787458" y="133984"/>
                  <a:pt x="1786493" y="133929"/>
                  <a:pt x="1785721" y="133819"/>
                </a:cubicBezTo>
                <a:cubicBezTo>
                  <a:pt x="1784949" y="133710"/>
                  <a:pt x="1784315" y="133560"/>
                  <a:pt x="1783818" y="133369"/>
                </a:cubicBezTo>
                <a:cubicBezTo>
                  <a:pt x="1783322" y="133176"/>
                  <a:pt x="1782964" y="132915"/>
                  <a:pt x="1782743" y="132586"/>
                </a:cubicBezTo>
                <a:cubicBezTo>
                  <a:pt x="1782523" y="132257"/>
                  <a:pt x="1782412" y="131874"/>
                  <a:pt x="1782412" y="131436"/>
                </a:cubicBezTo>
                <a:lnTo>
                  <a:pt x="1782412" y="121648"/>
                </a:lnTo>
                <a:cubicBezTo>
                  <a:pt x="1778498" y="125897"/>
                  <a:pt x="1774431" y="129209"/>
                  <a:pt x="1770213" y="131583"/>
                </a:cubicBezTo>
                <a:cubicBezTo>
                  <a:pt x="1765995" y="133956"/>
                  <a:pt x="1761377" y="135142"/>
                  <a:pt x="1756360" y="135142"/>
                </a:cubicBezTo>
                <a:cubicBezTo>
                  <a:pt x="1750901" y="135142"/>
                  <a:pt x="1746242" y="134080"/>
                  <a:pt x="1742383" y="131955"/>
                </a:cubicBezTo>
                <a:cubicBezTo>
                  <a:pt x="1738523" y="129831"/>
                  <a:pt x="1735394" y="126961"/>
                  <a:pt x="1732995" y="123346"/>
                </a:cubicBezTo>
                <a:cubicBezTo>
                  <a:pt x="1730597" y="119729"/>
                  <a:pt x="1728846" y="115480"/>
                  <a:pt x="1727744" y="110596"/>
                </a:cubicBezTo>
                <a:cubicBezTo>
                  <a:pt x="1726641" y="105712"/>
                  <a:pt x="1726089" y="100564"/>
                  <a:pt x="1726089" y="95154"/>
                </a:cubicBezTo>
                <a:cubicBezTo>
                  <a:pt x="1726089" y="88753"/>
                  <a:pt x="1726779" y="82972"/>
                  <a:pt x="1728157" y="77811"/>
                </a:cubicBezTo>
                <a:cubicBezTo>
                  <a:pt x="1729536" y="72651"/>
                  <a:pt x="1731576" y="68249"/>
                  <a:pt x="1734277" y="64607"/>
                </a:cubicBezTo>
                <a:cubicBezTo>
                  <a:pt x="1736979" y="60962"/>
                  <a:pt x="1740329" y="58161"/>
                  <a:pt x="1744326" y="56202"/>
                </a:cubicBezTo>
                <a:cubicBezTo>
                  <a:pt x="1748324" y="54242"/>
                  <a:pt x="1752941" y="53263"/>
                  <a:pt x="1758180" y="53263"/>
                </a:cubicBezTo>
                <a:cubicBezTo>
                  <a:pt x="1762535" y="53263"/>
                  <a:pt x="1766519" y="54215"/>
                  <a:pt x="1770131" y="56119"/>
                </a:cubicBezTo>
                <a:cubicBezTo>
                  <a:pt x="1773742" y="58023"/>
                  <a:pt x="1777312" y="60824"/>
                  <a:pt x="1780841" y="64521"/>
                </a:cubicBezTo>
                <a:lnTo>
                  <a:pt x="1780841" y="21178"/>
                </a:lnTo>
                <a:cubicBezTo>
                  <a:pt x="1780841" y="20792"/>
                  <a:pt x="1780938" y="20420"/>
                  <a:pt x="1781131" y="20061"/>
                </a:cubicBezTo>
                <a:cubicBezTo>
                  <a:pt x="1781323" y="19701"/>
                  <a:pt x="1781696" y="19425"/>
                  <a:pt x="1782247" y="19232"/>
                </a:cubicBezTo>
                <a:cubicBezTo>
                  <a:pt x="1782798" y="19037"/>
                  <a:pt x="1783501" y="18871"/>
                  <a:pt x="1784356" y="18733"/>
                </a:cubicBezTo>
                <a:cubicBezTo>
                  <a:pt x="1785211" y="18595"/>
                  <a:pt x="1786300" y="18526"/>
                  <a:pt x="1787623" y="18526"/>
                </a:cubicBezTo>
                <a:cubicBezTo>
                  <a:pt x="1789001" y="18526"/>
                  <a:pt x="1790132" y="18595"/>
                  <a:pt x="1791014" y="18733"/>
                </a:cubicBezTo>
                <a:cubicBezTo>
                  <a:pt x="1791896" y="18871"/>
                  <a:pt x="1792585" y="19036"/>
                  <a:pt x="1793082" y="19229"/>
                </a:cubicBezTo>
                <a:cubicBezTo>
                  <a:pt x="1793578" y="19422"/>
                  <a:pt x="1793950" y="19699"/>
                  <a:pt x="1794198" y="20059"/>
                </a:cubicBezTo>
                <a:cubicBezTo>
                  <a:pt x="1794446" y="20417"/>
                  <a:pt x="1794570" y="20789"/>
                  <a:pt x="1794570" y="21175"/>
                </a:cubicBezTo>
                <a:lnTo>
                  <a:pt x="1794570" y="131418"/>
                </a:lnTo>
                <a:moveTo>
                  <a:pt x="1780841" y="79093"/>
                </a:moveTo>
                <a:cubicBezTo>
                  <a:pt x="1777147" y="74508"/>
                  <a:pt x="1773577" y="71015"/>
                  <a:pt x="1770131" y="68613"/>
                </a:cubicBezTo>
                <a:cubicBezTo>
                  <a:pt x="1766684" y="66209"/>
                  <a:pt x="1763087" y="65007"/>
                  <a:pt x="1759337" y="65007"/>
                </a:cubicBezTo>
                <a:cubicBezTo>
                  <a:pt x="1755864" y="65007"/>
                  <a:pt x="1752914" y="65836"/>
                  <a:pt x="1750488" y="67494"/>
                </a:cubicBezTo>
                <a:cubicBezTo>
                  <a:pt x="1748062" y="69149"/>
                  <a:pt x="1746091" y="71330"/>
                  <a:pt x="1744574" y="74035"/>
                </a:cubicBezTo>
                <a:cubicBezTo>
                  <a:pt x="1743058" y="76740"/>
                  <a:pt x="1741955" y="79805"/>
                  <a:pt x="1741266" y="83228"/>
                </a:cubicBezTo>
                <a:cubicBezTo>
                  <a:pt x="1740577" y="86652"/>
                  <a:pt x="1740232" y="90131"/>
                  <a:pt x="1740232" y="93665"/>
                </a:cubicBezTo>
                <a:cubicBezTo>
                  <a:pt x="1740232" y="97419"/>
                  <a:pt x="1740522" y="101091"/>
                  <a:pt x="1741101" y="104680"/>
                </a:cubicBezTo>
                <a:cubicBezTo>
                  <a:pt x="1741680" y="108269"/>
                  <a:pt x="1742686" y="111458"/>
                  <a:pt x="1744119" y="114246"/>
                </a:cubicBezTo>
                <a:cubicBezTo>
                  <a:pt x="1745553" y="117034"/>
                  <a:pt x="1747455" y="119270"/>
                  <a:pt x="1749826" y="120955"/>
                </a:cubicBezTo>
                <a:cubicBezTo>
                  <a:pt x="1752197" y="122639"/>
                  <a:pt x="1755175" y="123481"/>
                  <a:pt x="1758758" y="123481"/>
                </a:cubicBezTo>
                <a:cubicBezTo>
                  <a:pt x="1760578" y="123481"/>
                  <a:pt x="1762329" y="123232"/>
                  <a:pt x="1764010" y="122736"/>
                </a:cubicBezTo>
                <a:cubicBezTo>
                  <a:pt x="1765692" y="122238"/>
                  <a:pt x="1767415" y="121409"/>
                  <a:pt x="1769179" y="120250"/>
                </a:cubicBezTo>
                <a:cubicBezTo>
                  <a:pt x="1770944" y="119090"/>
                  <a:pt x="1772791" y="117585"/>
                  <a:pt x="1774721" y="115735"/>
                </a:cubicBezTo>
                <a:cubicBezTo>
                  <a:pt x="1776651" y="113884"/>
                  <a:pt x="1778691" y="111605"/>
                  <a:pt x="1780841" y="108898"/>
                </a:cubicBezTo>
                <a:lnTo>
                  <a:pt x="1780841" y="79093"/>
                </a:lnTo>
                <a:close/>
                <a:moveTo>
                  <a:pt x="1883197" y="90977"/>
                </a:moveTo>
                <a:cubicBezTo>
                  <a:pt x="1883197" y="93127"/>
                  <a:pt x="1882659" y="94657"/>
                  <a:pt x="1881584" y="95567"/>
                </a:cubicBezTo>
                <a:cubicBezTo>
                  <a:pt x="1880509" y="96477"/>
                  <a:pt x="1879282" y="96932"/>
                  <a:pt x="1877904" y="96932"/>
                </a:cubicBezTo>
                <a:lnTo>
                  <a:pt x="1829107" y="96932"/>
                </a:lnTo>
                <a:cubicBezTo>
                  <a:pt x="1829107" y="101079"/>
                  <a:pt x="1829520" y="104812"/>
                  <a:pt x="1830347" y="108131"/>
                </a:cubicBezTo>
                <a:cubicBezTo>
                  <a:pt x="1831174" y="111449"/>
                  <a:pt x="1832553" y="114298"/>
                  <a:pt x="1834483" y="116675"/>
                </a:cubicBezTo>
                <a:cubicBezTo>
                  <a:pt x="1836412" y="119053"/>
                  <a:pt x="1838921" y="120879"/>
                  <a:pt x="1842009" y="122152"/>
                </a:cubicBezTo>
                <a:cubicBezTo>
                  <a:pt x="1845097" y="123424"/>
                  <a:pt x="1848874" y="124059"/>
                  <a:pt x="1853340" y="124059"/>
                </a:cubicBezTo>
                <a:cubicBezTo>
                  <a:pt x="1856869" y="124059"/>
                  <a:pt x="1860011" y="123770"/>
                  <a:pt x="1862768" y="123191"/>
                </a:cubicBezTo>
                <a:cubicBezTo>
                  <a:pt x="1865525" y="122612"/>
                  <a:pt x="1867910" y="121964"/>
                  <a:pt x="1869922" y="121247"/>
                </a:cubicBezTo>
                <a:cubicBezTo>
                  <a:pt x="1871935" y="120531"/>
                  <a:pt x="1873589" y="119883"/>
                  <a:pt x="1874885" y="119304"/>
                </a:cubicBezTo>
                <a:cubicBezTo>
                  <a:pt x="1876180" y="118725"/>
                  <a:pt x="1877159" y="118435"/>
                  <a:pt x="1877821" y="118435"/>
                </a:cubicBezTo>
                <a:cubicBezTo>
                  <a:pt x="1878207" y="118435"/>
                  <a:pt x="1878551" y="118532"/>
                  <a:pt x="1878855" y="118725"/>
                </a:cubicBezTo>
                <a:cubicBezTo>
                  <a:pt x="1879158" y="118918"/>
                  <a:pt x="1879392" y="119207"/>
                  <a:pt x="1879558" y="119593"/>
                </a:cubicBezTo>
                <a:cubicBezTo>
                  <a:pt x="1879723" y="119979"/>
                  <a:pt x="1879847" y="120517"/>
                  <a:pt x="1879930" y="121206"/>
                </a:cubicBezTo>
                <a:cubicBezTo>
                  <a:pt x="1880013" y="121895"/>
                  <a:pt x="1880054" y="122736"/>
                  <a:pt x="1880054" y="123729"/>
                </a:cubicBezTo>
                <a:cubicBezTo>
                  <a:pt x="1880054" y="124445"/>
                  <a:pt x="1880026" y="125066"/>
                  <a:pt x="1879971" y="125590"/>
                </a:cubicBezTo>
                <a:cubicBezTo>
                  <a:pt x="1879916" y="126113"/>
                  <a:pt x="1879847" y="126582"/>
                  <a:pt x="1879764" y="126996"/>
                </a:cubicBezTo>
                <a:cubicBezTo>
                  <a:pt x="1879682" y="127409"/>
                  <a:pt x="1879544" y="127781"/>
                  <a:pt x="1879351" y="128112"/>
                </a:cubicBezTo>
                <a:cubicBezTo>
                  <a:pt x="1879158" y="128443"/>
                  <a:pt x="1878910" y="128760"/>
                  <a:pt x="1878607" y="129063"/>
                </a:cubicBezTo>
                <a:cubicBezTo>
                  <a:pt x="1878303" y="129366"/>
                  <a:pt x="1877407" y="129863"/>
                  <a:pt x="1875919" y="130552"/>
                </a:cubicBezTo>
                <a:cubicBezTo>
                  <a:pt x="1874430" y="131241"/>
                  <a:pt x="1872500" y="131917"/>
                  <a:pt x="1870129" y="132578"/>
                </a:cubicBezTo>
                <a:cubicBezTo>
                  <a:pt x="1867758" y="133240"/>
                  <a:pt x="1865015" y="133833"/>
                  <a:pt x="1861900" y="134356"/>
                </a:cubicBezTo>
                <a:cubicBezTo>
                  <a:pt x="1858785" y="134880"/>
                  <a:pt x="1855463" y="135142"/>
                  <a:pt x="1851934" y="135142"/>
                </a:cubicBezTo>
                <a:cubicBezTo>
                  <a:pt x="1845813" y="135142"/>
                  <a:pt x="1840451" y="134287"/>
                  <a:pt x="1835847" y="132576"/>
                </a:cubicBezTo>
                <a:cubicBezTo>
                  <a:pt x="1831243" y="130865"/>
                  <a:pt x="1827370" y="128326"/>
                  <a:pt x="1824227" y="124959"/>
                </a:cubicBezTo>
                <a:cubicBezTo>
                  <a:pt x="1821084" y="121592"/>
                  <a:pt x="1818713" y="117370"/>
                  <a:pt x="1817114" y="112292"/>
                </a:cubicBezTo>
                <a:cubicBezTo>
                  <a:pt x="1815515" y="107214"/>
                  <a:pt x="1814716" y="101308"/>
                  <a:pt x="1814716" y="94575"/>
                </a:cubicBezTo>
                <a:cubicBezTo>
                  <a:pt x="1814716" y="88172"/>
                  <a:pt x="1815543" y="82418"/>
                  <a:pt x="1817197" y="77312"/>
                </a:cubicBezTo>
                <a:cubicBezTo>
                  <a:pt x="1818851" y="72207"/>
                  <a:pt x="1821236" y="67874"/>
                  <a:pt x="1824351" y="64315"/>
                </a:cubicBezTo>
                <a:cubicBezTo>
                  <a:pt x="1827466" y="60755"/>
                  <a:pt x="1831230" y="58023"/>
                  <a:pt x="1835641" y="56119"/>
                </a:cubicBezTo>
                <a:cubicBezTo>
                  <a:pt x="1840052" y="54215"/>
                  <a:pt x="1844986" y="53263"/>
                  <a:pt x="1850445" y="53263"/>
                </a:cubicBezTo>
                <a:cubicBezTo>
                  <a:pt x="1856290" y="53263"/>
                  <a:pt x="1861266" y="54200"/>
                  <a:pt x="1865373" y="56075"/>
                </a:cubicBezTo>
                <a:cubicBezTo>
                  <a:pt x="1869481" y="57950"/>
                  <a:pt x="1872858" y="60472"/>
                  <a:pt x="1875505" y="63643"/>
                </a:cubicBezTo>
                <a:cubicBezTo>
                  <a:pt x="1878152" y="66813"/>
                  <a:pt x="1880095" y="70535"/>
                  <a:pt x="1881336" y="74808"/>
                </a:cubicBezTo>
                <a:cubicBezTo>
                  <a:pt x="1882576" y="79081"/>
                  <a:pt x="1883197" y="83644"/>
                  <a:pt x="1883197" y="88496"/>
                </a:cubicBezTo>
                <a:lnTo>
                  <a:pt x="1883197" y="90977"/>
                </a:lnTo>
                <a:moveTo>
                  <a:pt x="1869467" y="86924"/>
                </a:moveTo>
                <a:cubicBezTo>
                  <a:pt x="1869633" y="79756"/>
                  <a:pt x="1868048" y="74132"/>
                  <a:pt x="1864712" y="70052"/>
                </a:cubicBezTo>
                <a:cubicBezTo>
                  <a:pt x="1861376" y="65972"/>
                  <a:pt x="1856427" y="63932"/>
                  <a:pt x="1849866" y="63932"/>
                </a:cubicBezTo>
                <a:cubicBezTo>
                  <a:pt x="1846503" y="63932"/>
                  <a:pt x="1843553" y="64566"/>
                  <a:pt x="1841016" y="65834"/>
                </a:cubicBezTo>
                <a:cubicBezTo>
                  <a:pt x="1838480" y="67102"/>
                  <a:pt x="1836357" y="68784"/>
                  <a:pt x="1834648" y="70879"/>
                </a:cubicBezTo>
                <a:cubicBezTo>
                  <a:pt x="1832939" y="72975"/>
                  <a:pt x="1831616" y="75414"/>
                  <a:pt x="1830678" y="78199"/>
                </a:cubicBezTo>
                <a:cubicBezTo>
                  <a:pt x="1829741" y="80983"/>
                  <a:pt x="1829217" y="83892"/>
                  <a:pt x="1829107" y="86924"/>
                </a:cubicBezTo>
                <a:lnTo>
                  <a:pt x="1869467" y="86924"/>
                </a:lnTo>
                <a:close/>
                <a:moveTo>
                  <a:pt x="1931435" y="89075"/>
                </a:moveTo>
                <a:cubicBezTo>
                  <a:pt x="1931435" y="95312"/>
                  <a:pt x="1931049" y="101481"/>
                  <a:pt x="1930277" y="107580"/>
                </a:cubicBezTo>
                <a:cubicBezTo>
                  <a:pt x="1929505" y="113680"/>
                  <a:pt x="1928347" y="119711"/>
                  <a:pt x="1926803" y="125672"/>
                </a:cubicBezTo>
                <a:cubicBezTo>
                  <a:pt x="1925259" y="131634"/>
                  <a:pt x="1923371" y="137499"/>
                  <a:pt x="1921138" y="143268"/>
                </a:cubicBezTo>
                <a:cubicBezTo>
                  <a:pt x="1918905" y="149037"/>
                  <a:pt x="1916299" y="154736"/>
                  <a:pt x="1913322" y="160365"/>
                </a:cubicBezTo>
                <a:cubicBezTo>
                  <a:pt x="1913157" y="160641"/>
                  <a:pt x="1912908" y="160889"/>
                  <a:pt x="1912578" y="161109"/>
                </a:cubicBezTo>
                <a:cubicBezTo>
                  <a:pt x="1912247" y="161332"/>
                  <a:pt x="1911819" y="161525"/>
                  <a:pt x="1911296" y="161691"/>
                </a:cubicBezTo>
                <a:cubicBezTo>
                  <a:pt x="1910772" y="161856"/>
                  <a:pt x="1910152" y="161967"/>
                  <a:pt x="1909435" y="162022"/>
                </a:cubicBezTo>
                <a:cubicBezTo>
                  <a:pt x="1908718" y="162077"/>
                  <a:pt x="1907863" y="162104"/>
                  <a:pt x="1906871" y="162104"/>
                </a:cubicBezTo>
                <a:cubicBezTo>
                  <a:pt x="1905437" y="162104"/>
                  <a:pt x="1904321" y="162035"/>
                  <a:pt x="1903521" y="161898"/>
                </a:cubicBezTo>
                <a:cubicBezTo>
                  <a:pt x="1902722" y="161760"/>
                  <a:pt x="1902143" y="161538"/>
                  <a:pt x="1901784" y="161233"/>
                </a:cubicBezTo>
                <a:cubicBezTo>
                  <a:pt x="1901426" y="160930"/>
                  <a:pt x="1901261" y="160544"/>
                  <a:pt x="1901288" y="160076"/>
                </a:cubicBezTo>
                <a:cubicBezTo>
                  <a:pt x="1901316" y="159607"/>
                  <a:pt x="1901467" y="159041"/>
                  <a:pt x="1901743" y="158377"/>
                </a:cubicBezTo>
                <a:cubicBezTo>
                  <a:pt x="1906816" y="147228"/>
                  <a:pt x="1910648" y="135816"/>
                  <a:pt x="1913239" y="124142"/>
                </a:cubicBezTo>
                <a:cubicBezTo>
                  <a:pt x="1915831" y="112467"/>
                  <a:pt x="1917126" y="100695"/>
                  <a:pt x="1917126" y="88827"/>
                </a:cubicBezTo>
                <a:cubicBezTo>
                  <a:pt x="1917126" y="77013"/>
                  <a:pt x="1915831" y="65270"/>
                  <a:pt x="1913239" y="53596"/>
                </a:cubicBezTo>
                <a:cubicBezTo>
                  <a:pt x="1910648" y="41921"/>
                  <a:pt x="1906761" y="30535"/>
                  <a:pt x="1901578" y="19439"/>
                </a:cubicBezTo>
                <a:cubicBezTo>
                  <a:pt x="1901357" y="18942"/>
                  <a:pt x="1901274" y="18474"/>
                  <a:pt x="1901330" y="18033"/>
                </a:cubicBezTo>
                <a:cubicBezTo>
                  <a:pt x="1901385" y="17591"/>
                  <a:pt x="1901633" y="17233"/>
                  <a:pt x="1902074" y="16957"/>
                </a:cubicBezTo>
                <a:cubicBezTo>
                  <a:pt x="1902515" y="16680"/>
                  <a:pt x="1903122" y="16459"/>
                  <a:pt x="1903893" y="16293"/>
                </a:cubicBezTo>
                <a:cubicBezTo>
                  <a:pt x="1904665" y="16128"/>
                  <a:pt x="1905685" y="16045"/>
                  <a:pt x="1906954" y="16045"/>
                </a:cubicBezTo>
                <a:cubicBezTo>
                  <a:pt x="1908111" y="16045"/>
                  <a:pt x="1909076" y="16086"/>
                  <a:pt x="1909848" y="16169"/>
                </a:cubicBezTo>
                <a:cubicBezTo>
                  <a:pt x="1910620" y="16252"/>
                  <a:pt x="1911241" y="16376"/>
                  <a:pt x="1911709" y="16541"/>
                </a:cubicBezTo>
                <a:cubicBezTo>
                  <a:pt x="1912178" y="16707"/>
                  <a:pt x="1912523" y="16873"/>
                  <a:pt x="1912743" y="17040"/>
                </a:cubicBezTo>
                <a:cubicBezTo>
                  <a:pt x="1912964" y="17205"/>
                  <a:pt x="1913129" y="17398"/>
                  <a:pt x="1913239" y="17619"/>
                </a:cubicBezTo>
                <a:cubicBezTo>
                  <a:pt x="1918918" y="28934"/>
                  <a:pt x="1923371" y="40567"/>
                  <a:pt x="1926596" y="52519"/>
                </a:cubicBezTo>
                <a:cubicBezTo>
                  <a:pt x="1929822" y="64470"/>
                  <a:pt x="1931435" y="76655"/>
                  <a:pt x="1931435" y="89075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BTBmiss">
            <a:extLst xmlns:a="http://schemas.openxmlformats.org/drawingml/2006/main">
              <a:ext uri="{FF2B5EF4-FFF2-40B4-BE49-F238E27FC236}">
                <a16:creationId xmlns:a16="http://schemas.microsoft.com/office/drawing/2014/main" id="{730C662D-397A-4CA3-9F66-576F2F63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189" y="1855551"/>
            <a:ext cx="518165" cy="98056"/>
          </a:xfrm>
          <a:custGeom xmlns:a="http://schemas.openxmlformats.org/drawingml/2006/main">
            <a:pathLst>
              <a:path w="518165" h="98056">
                <a:moveTo>
                  <a:pt x="62049" y="69614"/>
                </a:moveTo>
                <a:cubicBezTo>
                  <a:pt x="62049" y="72572"/>
                  <a:pt x="61673" y="75300"/>
                  <a:pt x="60921" y="77797"/>
                </a:cubicBezTo>
                <a:cubicBezTo>
                  <a:pt x="60170" y="80295"/>
                  <a:pt x="59115" y="82538"/>
                  <a:pt x="57757" y="84526"/>
                </a:cubicBezTo>
                <a:cubicBezTo>
                  <a:pt x="56399" y="86514"/>
                  <a:pt x="54762" y="88260"/>
                  <a:pt x="52847" y="89763"/>
                </a:cubicBezTo>
                <a:cubicBezTo>
                  <a:pt x="50931" y="91267"/>
                  <a:pt x="48773" y="92527"/>
                  <a:pt x="46373" y="93546"/>
                </a:cubicBezTo>
                <a:cubicBezTo>
                  <a:pt x="43972" y="94564"/>
                  <a:pt x="41402" y="95328"/>
                  <a:pt x="38662" y="95837"/>
                </a:cubicBezTo>
                <a:cubicBezTo>
                  <a:pt x="35922" y="96346"/>
                  <a:pt x="32782" y="96601"/>
                  <a:pt x="29242" y="96601"/>
                </a:cubicBezTo>
                <a:lnTo>
                  <a:pt x="4655" y="96601"/>
                </a:lnTo>
                <a:cubicBezTo>
                  <a:pt x="3540" y="96601"/>
                  <a:pt x="2485" y="96225"/>
                  <a:pt x="1491" y="95473"/>
                </a:cubicBezTo>
                <a:cubicBezTo>
                  <a:pt x="497" y="94722"/>
                  <a:pt x="0" y="93400"/>
                  <a:pt x="0" y="91509"/>
                </a:cubicBezTo>
                <a:lnTo>
                  <a:pt x="0" y="7565"/>
                </a:lnTo>
                <a:cubicBezTo>
                  <a:pt x="0" y="5674"/>
                  <a:pt x="497" y="4352"/>
                  <a:pt x="1491" y="3601"/>
                </a:cubicBezTo>
                <a:cubicBezTo>
                  <a:pt x="2485" y="2849"/>
                  <a:pt x="3540" y="2473"/>
                  <a:pt x="4655" y="2473"/>
                </a:cubicBezTo>
                <a:lnTo>
                  <a:pt x="26042" y="2473"/>
                </a:lnTo>
                <a:cubicBezTo>
                  <a:pt x="31667" y="2473"/>
                  <a:pt x="36274" y="3007"/>
                  <a:pt x="39862" y="4074"/>
                </a:cubicBezTo>
                <a:cubicBezTo>
                  <a:pt x="43451" y="5140"/>
                  <a:pt x="46446" y="6692"/>
                  <a:pt x="48846" y="8729"/>
                </a:cubicBezTo>
                <a:cubicBezTo>
                  <a:pt x="51247" y="10766"/>
                  <a:pt x="53053" y="13263"/>
                  <a:pt x="54265" y="16221"/>
                </a:cubicBezTo>
                <a:cubicBezTo>
                  <a:pt x="55478" y="19180"/>
                  <a:pt x="56084" y="22526"/>
                  <a:pt x="56084" y="26260"/>
                </a:cubicBezTo>
                <a:cubicBezTo>
                  <a:pt x="56084" y="28491"/>
                  <a:pt x="55817" y="30624"/>
                  <a:pt x="55284" y="32661"/>
                </a:cubicBezTo>
                <a:cubicBezTo>
                  <a:pt x="54750" y="34698"/>
                  <a:pt x="53962" y="36577"/>
                  <a:pt x="52920" y="38299"/>
                </a:cubicBezTo>
                <a:cubicBezTo>
                  <a:pt x="51877" y="40020"/>
                  <a:pt x="50568" y="41560"/>
                  <a:pt x="48992" y="42918"/>
                </a:cubicBezTo>
                <a:cubicBezTo>
                  <a:pt x="47415" y="44275"/>
                  <a:pt x="45609" y="45391"/>
                  <a:pt x="43572" y="46264"/>
                </a:cubicBezTo>
                <a:cubicBezTo>
                  <a:pt x="46142" y="46749"/>
                  <a:pt x="48543" y="47634"/>
                  <a:pt x="50774" y="48919"/>
                </a:cubicBezTo>
                <a:cubicBezTo>
                  <a:pt x="53004" y="50204"/>
                  <a:pt x="54956" y="51841"/>
                  <a:pt x="56629" y="53829"/>
                </a:cubicBezTo>
                <a:cubicBezTo>
                  <a:pt x="58302" y="55817"/>
                  <a:pt x="59624" y="58145"/>
                  <a:pt x="60594" y="60812"/>
                </a:cubicBezTo>
                <a:cubicBezTo>
                  <a:pt x="61564" y="63479"/>
                  <a:pt x="62049" y="66413"/>
                  <a:pt x="62049" y="69614"/>
                </a:cubicBezTo>
                <a:moveTo>
                  <a:pt x="43209" y="27496"/>
                </a:moveTo>
                <a:cubicBezTo>
                  <a:pt x="43209" y="25217"/>
                  <a:pt x="42893" y="23156"/>
                  <a:pt x="42263" y="21313"/>
                </a:cubicBezTo>
                <a:cubicBezTo>
                  <a:pt x="41632" y="19471"/>
                  <a:pt x="40638" y="17907"/>
                  <a:pt x="39281" y="16621"/>
                </a:cubicBezTo>
                <a:cubicBezTo>
                  <a:pt x="37923" y="15336"/>
                  <a:pt x="36153" y="14354"/>
                  <a:pt x="33970" y="13675"/>
                </a:cubicBezTo>
                <a:cubicBezTo>
                  <a:pt x="31788" y="12997"/>
                  <a:pt x="28903" y="12657"/>
                  <a:pt x="25314" y="12657"/>
                </a:cubicBezTo>
                <a:lnTo>
                  <a:pt x="12366" y="12657"/>
                </a:lnTo>
                <a:lnTo>
                  <a:pt x="12366" y="43136"/>
                </a:lnTo>
                <a:lnTo>
                  <a:pt x="26623" y="43136"/>
                </a:lnTo>
                <a:cubicBezTo>
                  <a:pt x="29873" y="43136"/>
                  <a:pt x="32491" y="42712"/>
                  <a:pt x="34480" y="41863"/>
                </a:cubicBezTo>
                <a:cubicBezTo>
                  <a:pt x="36468" y="41014"/>
                  <a:pt x="38117" y="39875"/>
                  <a:pt x="39426" y="38444"/>
                </a:cubicBezTo>
                <a:cubicBezTo>
                  <a:pt x="40735" y="37013"/>
                  <a:pt x="41693" y="35340"/>
                  <a:pt x="42299" y="33425"/>
                </a:cubicBezTo>
                <a:cubicBezTo>
                  <a:pt x="42905" y="31509"/>
                  <a:pt x="43209" y="29533"/>
                  <a:pt x="43209" y="27496"/>
                </a:cubicBezTo>
                <a:moveTo>
                  <a:pt x="48882" y="70341"/>
                </a:moveTo>
                <a:cubicBezTo>
                  <a:pt x="48882" y="67529"/>
                  <a:pt x="48434" y="65055"/>
                  <a:pt x="47537" y="62922"/>
                </a:cubicBezTo>
                <a:cubicBezTo>
                  <a:pt x="46640" y="60788"/>
                  <a:pt x="45330" y="58994"/>
                  <a:pt x="43609" y="57539"/>
                </a:cubicBezTo>
                <a:cubicBezTo>
                  <a:pt x="41887" y="56084"/>
                  <a:pt x="39729" y="54981"/>
                  <a:pt x="37135" y="54229"/>
                </a:cubicBezTo>
                <a:cubicBezTo>
                  <a:pt x="34540" y="53477"/>
                  <a:pt x="31279" y="53101"/>
                  <a:pt x="27351" y="53101"/>
                </a:cubicBezTo>
                <a:lnTo>
                  <a:pt x="12366" y="53101"/>
                </a:lnTo>
                <a:lnTo>
                  <a:pt x="12366" y="86272"/>
                </a:lnTo>
                <a:lnTo>
                  <a:pt x="30552" y="86272"/>
                </a:lnTo>
                <a:cubicBezTo>
                  <a:pt x="33413" y="86272"/>
                  <a:pt x="35910" y="85932"/>
                  <a:pt x="38044" y="85253"/>
                </a:cubicBezTo>
                <a:cubicBezTo>
                  <a:pt x="40178" y="84574"/>
                  <a:pt x="42057" y="83568"/>
                  <a:pt x="43681" y="82234"/>
                </a:cubicBezTo>
                <a:cubicBezTo>
                  <a:pt x="45306" y="80901"/>
                  <a:pt x="46579" y="79240"/>
                  <a:pt x="47500" y="77252"/>
                </a:cubicBezTo>
                <a:cubicBezTo>
                  <a:pt x="48422" y="75263"/>
                  <a:pt x="48882" y="72960"/>
                  <a:pt x="48882" y="70341"/>
                </a:cubicBezTo>
                <a:close/>
                <a:moveTo>
                  <a:pt x="137325" y="7856"/>
                </a:moveTo>
                <a:cubicBezTo>
                  <a:pt x="137325" y="8777"/>
                  <a:pt x="137276" y="9578"/>
                  <a:pt x="137179" y="10257"/>
                </a:cubicBezTo>
                <a:cubicBezTo>
                  <a:pt x="137082" y="10936"/>
                  <a:pt x="136925" y="11481"/>
                  <a:pt x="136706" y="11893"/>
                </a:cubicBezTo>
                <a:cubicBezTo>
                  <a:pt x="136488" y="12305"/>
                  <a:pt x="136221" y="12609"/>
                  <a:pt x="135906" y="12803"/>
                </a:cubicBezTo>
                <a:cubicBezTo>
                  <a:pt x="135591" y="12997"/>
                  <a:pt x="135239" y="13094"/>
                  <a:pt x="134852" y="13094"/>
                </a:cubicBezTo>
                <a:lnTo>
                  <a:pt x="108374" y="13094"/>
                </a:lnTo>
                <a:lnTo>
                  <a:pt x="108374" y="94710"/>
                </a:lnTo>
                <a:cubicBezTo>
                  <a:pt x="108374" y="95098"/>
                  <a:pt x="108277" y="95437"/>
                  <a:pt x="108083" y="95728"/>
                </a:cubicBezTo>
                <a:cubicBezTo>
                  <a:pt x="107889" y="96019"/>
                  <a:pt x="107549" y="96249"/>
                  <a:pt x="107064" y="96419"/>
                </a:cubicBezTo>
                <a:cubicBezTo>
                  <a:pt x="106579" y="96589"/>
                  <a:pt x="105937" y="96734"/>
                  <a:pt x="105137" y="96856"/>
                </a:cubicBezTo>
                <a:cubicBezTo>
                  <a:pt x="104336" y="96977"/>
                  <a:pt x="103330" y="97037"/>
                  <a:pt x="102118" y="97037"/>
                </a:cubicBezTo>
                <a:cubicBezTo>
                  <a:pt x="100954" y="97037"/>
                  <a:pt x="99960" y="96977"/>
                  <a:pt x="99135" y="96856"/>
                </a:cubicBezTo>
                <a:cubicBezTo>
                  <a:pt x="98311" y="96734"/>
                  <a:pt x="97656" y="96589"/>
                  <a:pt x="97171" y="96419"/>
                </a:cubicBezTo>
                <a:cubicBezTo>
                  <a:pt x="96686" y="96249"/>
                  <a:pt x="96347" y="96019"/>
                  <a:pt x="96153" y="95728"/>
                </a:cubicBezTo>
                <a:cubicBezTo>
                  <a:pt x="95959" y="95437"/>
                  <a:pt x="95862" y="95098"/>
                  <a:pt x="95862" y="94710"/>
                </a:cubicBezTo>
                <a:lnTo>
                  <a:pt x="95862" y="13094"/>
                </a:lnTo>
                <a:lnTo>
                  <a:pt x="69384" y="13094"/>
                </a:lnTo>
                <a:cubicBezTo>
                  <a:pt x="68996" y="13094"/>
                  <a:pt x="68644" y="12997"/>
                  <a:pt x="68329" y="12803"/>
                </a:cubicBezTo>
                <a:cubicBezTo>
                  <a:pt x="68014" y="12609"/>
                  <a:pt x="67759" y="12305"/>
                  <a:pt x="67565" y="11893"/>
                </a:cubicBezTo>
                <a:cubicBezTo>
                  <a:pt x="67371" y="11481"/>
                  <a:pt x="67214" y="10936"/>
                  <a:pt x="67093" y="10257"/>
                </a:cubicBezTo>
                <a:cubicBezTo>
                  <a:pt x="66971" y="9578"/>
                  <a:pt x="66911" y="8777"/>
                  <a:pt x="66911" y="7856"/>
                </a:cubicBezTo>
                <a:cubicBezTo>
                  <a:pt x="66911" y="6935"/>
                  <a:pt x="66971" y="6122"/>
                  <a:pt x="67093" y="5419"/>
                </a:cubicBezTo>
                <a:cubicBezTo>
                  <a:pt x="67214" y="4716"/>
                  <a:pt x="67371" y="4146"/>
                  <a:pt x="67565" y="3710"/>
                </a:cubicBezTo>
                <a:cubicBezTo>
                  <a:pt x="67759" y="3273"/>
                  <a:pt x="68014" y="2958"/>
                  <a:pt x="68329" y="2764"/>
                </a:cubicBezTo>
                <a:cubicBezTo>
                  <a:pt x="68644" y="2570"/>
                  <a:pt x="68996" y="2473"/>
                  <a:pt x="69384" y="2473"/>
                </a:cubicBezTo>
                <a:lnTo>
                  <a:pt x="134852" y="2473"/>
                </a:lnTo>
                <a:cubicBezTo>
                  <a:pt x="135239" y="2473"/>
                  <a:pt x="135591" y="2570"/>
                  <a:pt x="135906" y="2764"/>
                </a:cubicBezTo>
                <a:cubicBezTo>
                  <a:pt x="136221" y="2958"/>
                  <a:pt x="136488" y="3273"/>
                  <a:pt x="136706" y="3710"/>
                </a:cubicBezTo>
                <a:cubicBezTo>
                  <a:pt x="136925" y="4146"/>
                  <a:pt x="137082" y="4716"/>
                  <a:pt x="137179" y="5419"/>
                </a:cubicBezTo>
                <a:cubicBezTo>
                  <a:pt x="137276" y="6122"/>
                  <a:pt x="137325" y="6935"/>
                  <a:pt x="137325" y="7856"/>
                </a:cubicBezTo>
                <a:close/>
                <a:moveTo>
                  <a:pt x="212901" y="69614"/>
                </a:moveTo>
                <a:cubicBezTo>
                  <a:pt x="212901" y="72572"/>
                  <a:pt x="212525" y="75300"/>
                  <a:pt x="211773" y="77797"/>
                </a:cubicBezTo>
                <a:cubicBezTo>
                  <a:pt x="211022" y="80295"/>
                  <a:pt x="209967" y="82538"/>
                  <a:pt x="208609" y="84526"/>
                </a:cubicBezTo>
                <a:cubicBezTo>
                  <a:pt x="207251" y="86514"/>
                  <a:pt x="205614" y="88260"/>
                  <a:pt x="203699" y="89763"/>
                </a:cubicBezTo>
                <a:cubicBezTo>
                  <a:pt x="201783" y="91267"/>
                  <a:pt x="199625" y="92527"/>
                  <a:pt x="197225" y="93546"/>
                </a:cubicBezTo>
                <a:cubicBezTo>
                  <a:pt x="194824" y="94564"/>
                  <a:pt x="192254" y="95328"/>
                  <a:pt x="189514" y="95837"/>
                </a:cubicBezTo>
                <a:cubicBezTo>
                  <a:pt x="186774" y="96346"/>
                  <a:pt x="183634" y="96601"/>
                  <a:pt x="180094" y="96601"/>
                </a:cubicBezTo>
                <a:lnTo>
                  <a:pt x="155507" y="96601"/>
                </a:lnTo>
                <a:cubicBezTo>
                  <a:pt x="154392" y="96601"/>
                  <a:pt x="153337" y="96225"/>
                  <a:pt x="152343" y="95473"/>
                </a:cubicBezTo>
                <a:cubicBezTo>
                  <a:pt x="151349" y="94722"/>
                  <a:pt x="150852" y="93400"/>
                  <a:pt x="150852" y="91509"/>
                </a:cubicBezTo>
                <a:lnTo>
                  <a:pt x="150852" y="7565"/>
                </a:lnTo>
                <a:cubicBezTo>
                  <a:pt x="150852" y="5674"/>
                  <a:pt x="151349" y="4352"/>
                  <a:pt x="152343" y="3601"/>
                </a:cubicBezTo>
                <a:cubicBezTo>
                  <a:pt x="153337" y="2849"/>
                  <a:pt x="154392" y="2473"/>
                  <a:pt x="155507" y="2473"/>
                </a:cubicBezTo>
                <a:lnTo>
                  <a:pt x="176894" y="2473"/>
                </a:lnTo>
                <a:cubicBezTo>
                  <a:pt x="182519" y="2473"/>
                  <a:pt x="187126" y="3007"/>
                  <a:pt x="190714" y="4074"/>
                </a:cubicBezTo>
                <a:cubicBezTo>
                  <a:pt x="194303" y="5140"/>
                  <a:pt x="197298" y="6692"/>
                  <a:pt x="199698" y="8729"/>
                </a:cubicBezTo>
                <a:cubicBezTo>
                  <a:pt x="202099" y="10766"/>
                  <a:pt x="203905" y="13263"/>
                  <a:pt x="205117" y="16221"/>
                </a:cubicBezTo>
                <a:cubicBezTo>
                  <a:pt x="206330" y="19180"/>
                  <a:pt x="206936" y="22526"/>
                  <a:pt x="206936" y="26260"/>
                </a:cubicBezTo>
                <a:cubicBezTo>
                  <a:pt x="206936" y="28491"/>
                  <a:pt x="206669" y="30624"/>
                  <a:pt x="206136" y="32661"/>
                </a:cubicBezTo>
                <a:cubicBezTo>
                  <a:pt x="205602" y="34698"/>
                  <a:pt x="204814" y="36577"/>
                  <a:pt x="203772" y="38299"/>
                </a:cubicBezTo>
                <a:cubicBezTo>
                  <a:pt x="202729" y="40020"/>
                  <a:pt x="201420" y="41560"/>
                  <a:pt x="199844" y="42918"/>
                </a:cubicBezTo>
                <a:cubicBezTo>
                  <a:pt x="198267" y="44275"/>
                  <a:pt x="196461" y="45391"/>
                  <a:pt x="194424" y="46264"/>
                </a:cubicBezTo>
                <a:cubicBezTo>
                  <a:pt x="196994" y="46749"/>
                  <a:pt x="199395" y="47634"/>
                  <a:pt x="201626" y="48919"/>
                </a:cubicBezTo>
                <a:cubicBezTo>
                  <a:pt x="203856" y="50204"/>
                  <a:pt x="205808" y="51841"/>
                  <a:pt x="207481" y="53829"/>
                </a:cubicBezTo>
                <a:cubicBezTo>
                  <a:pt x="209154" y="55817"/>
                  <a:pt x="210476" y="58145"/>
                  <a:pt x="211446" y="60812"/>
                </a:cubicBezTo>
                <a:cubicBezTo>
                  <a:pt x="212416" y="63479"/>
                  <a:pt x="212901" y="66413"/>
                  <a:pt x="212901" y="69614"/>
                </a:cubicBezTo>
                <a:moveTo>
                  <a:pt x="194061" y="27496"/>
                </a:moveTo>
                <a:cubicBezTo>
                  <a:pt x="194061" y="25217"/>
                  <a:pt x="193745" y="23156"/>
                  <a:pt x="193115" y="21313"/>
                </a:cubicBezTo>
                <a:cubicBezTo>
                  <a:pt x="192484" y="19471"/>
                  <a:pt x="191490" y="17907"/>
                  <a:pt x="190133" y="16621"/>
                </a:cubicBezTo>
                <a:cubicBezTo>
                  <a:pt x="188775" y="15336"/>
                  <a:pt x="187005" y="14354"/>
                  <a:pt x="184822" y="13675"/>
                </a:cubicBezTo>
                <a:cubicBezTo>
                  <a:pt x="182640" y="12997"/>
                  <a:pt x="179755" y="12657"/>
                  <a:pt x="176166" y="12657"/>
                </a:cubicBezTo>
                <a:lnTo>
                  <a:pt x="163218" y="12657"/>
                </a:lnTo>
                <a:lnTo>
                  <a:pt x="163218" y="43136"/>
                </a:lnTo>
                <a:lnTo>
                  <a:pt x="177475" y="43136"/>
                </a:lnTo>
                <a:cubicBezTo>
                  <a:pt x="180725" y="43136"/>
                  <a:pt x="183343" y="42712"/>
                  <a:pt x="185332" y="41863"/>
                </a:cubicBezTo>
                <a:cubicBezTo>
                  <a:pt x="187320" y="41014"/>
                  <a:pt x="188969" y="39875"/>
                  <a:pt x="190278" y="38444"/>
                </a:cubicBezTo>
                <a:cubicBezTo>
                  <a:pt x="191587" y="37013"/>
                  <a:pt x="192545" y="35340"/>
                  <a:pt x="193151" y="33425"/>
                </a:cubicBezTo>
                <a:cubicBezTo>
                  <a:pt x="193757" y="31509"/>
                  <a:pt x="194061" y="29533"/>
                  <a:pt x="194061" y="27496"/>
                </a:cubicBezTo>
                <a:moveTo>
                  <a:pt x="199734" y="70341"/>
                </a:moveTo>
                <a:cubicBezTo>
                  <a:pt x="199734" y="67529"/>
                  <a:pt x="199286" y="65055"/>
                  <a:pt x="198389" y="62922"/>
                </a:cubicBezTo>
                <a:cubicBezTo>
                  <a:pt x="197492" y="60788"/>
                  <a:pt x="196182" y="58994"/>
                  <a:pt x="194461" y="57539"/>
                </a:cubicBezTo>
                <a:cubicBezTo>
                  <a:pt x="192739" y="56084"/>
                  <a:pt x="190581" y="54981"/>
                  <a:pt x="187987" y="54229"/>
                </a:cubicBezTo>
                <a:cubicBezTo>
                  <a:pt x="185392" y="53477"/>
                  <a:pt x="182131" y="53101"/>
                  <a:pt x="178203" y="53101"/>
                </a:cubicBezTo>
                <a:lnTo>
                  <a:pt x="163218" y="53101"/>
                </a:lnTo>
                <a:lnTo>
                  <a:pt x="163218" y="86272"/>
                </a:lnTo>
                <a:lnTo>
                  <a:pt x="181404" y="86272"/>
                </a:lnTo>
                <a:cubicBezTo>
                  <a:pt x="184265" y="86272"/>
                  <a:pt x="186762" y="85932"/>
                  <a:pt x="188896" y="85253"/>
                </a:cubicBezTo>
                <a:cubicBezTo>
                  <a:pt x="191030" y="84574"/>
                  <a:pt x="192909" y="83568"/>
                  <a:pt x="194533" y="82234"/>
                </a:cubicBezTo>
                <a:cubicBezTo>
                  <a:pt x="196158" y="80901"/>
                  <a:pt x="197431" y="79240"/>
                  <a:pt x="198352" y="77252"/>
                </a:cubicBezTo>
                <a:cubicBezTo>
                  <a:pt x="199274" y="75263"/>
                  <a:pt x="199734" y="72960"/>
                  <a:pt x="199734" y="70341"/>
                </a:cubicBezTo>
                <a:close/>
                <a:moveTo>
                  <a:pt x="362423" y="94782"/>
                </a:moveTo>
                <a:cubicBezTo>
                  <a:pt x="362423" y="95170"/>
                  <a:pt x="362326" y="95498"/>
                  <a:pt x="362132" y="95764"/>
                </a:cubicBezTo>
                <a:cubicBezTo>
                  <a:pt x="361938" y="96031"/>
                  <a:pt x="361623" y="96262"/>
                  <a:pt x="361187" y="96455"/>
                </a:cubicBezTo>
                <a:cubicBezTo>
                  <a:pt x="360750" y="96649"/>
                  <a:pt x="360144" y="96795"/>
                  <a:pt x="359368" y="96892"/>
                </a:cubicBezTo>
                <a:cubicBezTo>
                  <a:pt x="358592" y="96989"/>
                  <a:pt x="357622" y="97037"/>
                  <a:pt x="356458" y="97037"/>
                </a:cubicBezTo>
                <a:cubicBezTo>
                  <a:pt x="355246" y="97037"/>
                  <a:pt x="354252" y="96989"/>
                  <a:pt x="353476" y="96892"/>
                </a:cubicBezTo>
                <a:cubicBezTo>
                  <a:pt x="352700" y="96795"/>
                  <a:pt x="352082" y="96649"/>
                  <a:pt x="351621" y="96455"/>
                </a:cubicBezTo>
                <a:cubicBezTo>
                  <a:pt x="351160" y="96262"/>
                  <a:pt x="350833" y="96031"/>
                  <a:pt x="350639" y="95764"/>
                </a:cubicBezTo>
                <a:cubicBezTo>
                  <a:pt x="350445" y="95498"/>
                  <a:pt x="350348" y="95170"/>
                  <a:pt x="350348" y="94782"/>
                </a:cubicBezTo>
                <a:lnTo>
                  <a:pt x="350348" y="54993"/>
                </a:lnTo>
                <a:cubicBezTo>
                  <a:pt x="350348" y="52229"/>
                  <a:pt x="350106" y="49707"/>
                  <a:pt x="349621" y="47428"/>
                </a:cubicBezTo>
                <a:cubicBezTo>
                  <a:pt x="349136" y="45148"/>
                  <a:pt x="348360" y="43184"/>
                  <a:pt x="347293" y="41536"/>
                </a:cubicBezTo>
                <a:cubicBezTo>
                  <a:pt x="346226" y="39887"/>
                  <a:pt x="344868" y="38626"/>
                  <a:pt x="343219" y="37753"/>
                </a:cubicBezTo>
                <a:cubicBezTo>
                  <a:pt x="341571" y="36880"/>
                  <a:pt x="339631" y="36444"/>
                  <a:pt x="337400" y="36444"/>
                </a:cubicBezTo>
                <a:cubicBezTo>
                  <a:pt x="334636" y="36444"/>
                  <a:pt x="331859" y="37510"/>
                  <a:pt x="329071" y="39644"/>
                </a:cubicBezTo>
                <a:cubicBezTo>
                  <a:pt x="326283" y="41778"/>
                  <a:pt x="323215" y="44906"/>
                  <a:pt x="319869" y="49028"/>
                </a:cubicBezTo>
                <a:lnTo>
                  <a:pt x="319869" y="94782"/>
                </a:lnTo>
                <a:cubicBezTo>
                  <a:pt x="319869" y="95170"/>
                  <a:pt x="319772" y="95498"/>
                  <a:pt x="319578" y="95764"/>
                </a:cubicBezTo>
                <a:cubicBezTo>
                  <a:pt x="319384" y="96031"/>
                  <a:pt x="319057" y="96262"/>
                  <a:pt x="318596" y="96455"/>
                </a:cubicBezTo>
                <a:cubicBezTo>
                  <a:pt x="318136" y="96649"/>
                  <a:pt x="317517" y="96795"/>
                  <a:pt x="316741" y="96892"/>
                </a:cubicBezTo>
                <a:cubicBezTo>
                  <a:pt x="315965" y="96989"/>
                  <a:pt x="314996" y="97037"/>
                  <a:pt x="313832" y="97037"/>
                </a:cubicBezTo>
                <a:cubicBezTo>
                  <a:pt x="312716" y="97037"/>
                  <a:pt x="311759" y="96989"/>
                  <a:pt x="310958" y="96892"/>
                </a:cubicBezTo>
                <a:cubicBezTo>
                  <a:pt x="310158" y="96795"/>
                  <a:pt x="309528" y="96649"/>
                  <a:pt x="309067" y="96455"/>
                </a:cubicBezTo>
                <a:cubicBezTo>
                  <a:pt x="308606" y="96262"/>
                  <a:pt x="308291" y="96031"/>
                  <a:pt x="308121" y="95764"/>
                </a:cubicBezTo>
                <a:cubicBezTo>
                  <a:pt x="307952" y="95498"/>
                  <a:pt x="307867" y="95170"/>
                  <a:pt x="307867" y="94782"/>
                </a:cubicBezTo>
                <a:lnTo>
                  <a:pt x="307867" y="54993"/>
                </a:lnTo>
                <a:cubicBezTo>
                  <a:pt x="307867" y="52229"/>
                  <a:pt x="307600" y="49707"/>
                  <a:pt x="307067" y="47428"/>
                </a:cubicBezTo>
                <a:cubicBezTo>
                  <a:pt x="306533" y="45148"/>
                  <a:pt x="305733" y="43184"/>
                  <a:pt x="304666" y="41536"/>
                </a:cubicBezTo>
                <a:cubicBezTo>
                  <a:pt x="303599" y="39887"/>
                  <a:pt x="302254" y="38626"/>
                  <a:pt x="300629" y="37753"/>
                </a:cubicBezTo>
                <a:cubicBezTo>
                  <a:pt x="299004" y="36880"/>
                  <a:pt x="297077" y="36444"/>
                  <a:pt x="294846" y="36444"/>
                </a:cubicBezTo>
                <a:cubicBezTo>
                  <a:pt x="292082" y="36444"/>
                  <a:pt x="289293" y="37510"/>
                  <a:pt x="286481" y="39644"/>
                </a:cubicBezTo>
                <a:cubicBezTo>
                  <a:pt x="283668" y="41778"/>
                  <a:pt x="280613" y="44906"/>
                  <a:pt x="277315" y="49028"/>
                </a:cubicBezTo>
                <a:lnTo>
                  <a:pt x="277315" y="94782"/>
                </a:lnTo>
                <a:cubicBezTo>
                  <a:pt x="277315" y="95170"/>
                  <a:pt x="277218" y="95498"/>
                  <a:pt x="277024" y="95764"/>
                </a:cubicBezTo>
                <a:cubicBezTo>
                  <a:pt x="276830" y="96031"/>
                  <a:pt x="276515" y="96262"/>
                  <a:pt x="276079" y="96455"/>
                </a:cubicBezTo>
                <a:cubicBezTo>
                  <a:pt x="275642" y="96649"/>
                  <a:pt x="275036" y="96795"/>
                  <a:pt x="274260" y="96892"/>
                </a:cubicBezTo>
                <a:cubicBezTo>
                  <a:pt x="273484" y="96989"/>
                  <a:pt x="272490" y="97037"/>
                  <a:pt x="271278" y="97037"/>
                </a:cubicBezTo>
                <a:cubicBezTo>
                  <a:pt x="270114" y="97037"/>
                  <a:pt x="269144" y="96989"/>
                  <a:pt x="268368" y="96892"/>
                </a:cubicBezTo>
                <a:cubicBezTo>
                  <a:pt x="267592" y="96795"/>
                  <a:pt x="266974" y="96649"/>
                  <a:pt x="266513" y="96455"/>
                </a:cubicBezTo>
                <a:cubicBezTo>
                  <a:pt x="266052" y="96262"/>
                  <a:pt x="265737" y="96031"/>
                  <a:pt x="265568" y="95764"/>
                </a:cubicBezTo>
                <a:cubicBezTo>
                  <a:pt x="265398" y="95498"/>
                  <a:pt x="265313" y="95170"/>
                  <a:pt x="265313" y="94782"/>
                </a:cubicBezTo>
                <a:lnTo>
                  <a:pt x="265313" y="29315"/>
                </a:lnTo>
                <a:cubicBezTo>
                  <a:pt x="265313" y="28927"/>
                  <a:pt x="265386" y="28600"/>
                  <a:pt x="265531" y="28333"/>
                </a:cubicBezTo>
                <a:cubicBezTo>
                  <a:pt x="265677" y="28066"/>
                  <a:pt x="265968" y="27824"/>
                  <a:pt x="266404" y="27605"/>
                </a:cubicBezTo>
                <a:cubicBezTo>
                  <a:pt x="266841" y="27387"/>
                  <a:pt x="267398" y="27242"/>
                  <a:pt x="268077" y="27169"/>
                </a:cubicBezTo>
                <a:cubicBezTo>
                  <a:pt x="268756" y="27096"/>
                  <a:pt x="269653" y="27060"/>
                  <a:pt x="270769" y="27060"/>
                </a:cubicBezTo>
                <a:cubicBezTo>
                  <a:pt x="271835" y="27060"/>
                  <a:pt x="272720" y="27096"/>
                  <a:pt x="273424" y="27169"/>
                </a:cubicBezTo>
                <a:cubicBezTo>
                  <a:pt x="274127" y="27242"/>
                  <a:pt x="274672" y="27387"/>
                  <a:pt x="275060" y="27605"/>
                </a:cubicBezTo>
                <a:cubicBezTo>
                  <a:pt x="275448" y="27824"/>
                  <a:pt x="275727" y="28066"/>
                  <a:pt x="275897" y="28333"/>
                </a:cubicBezTo>
                <a:cubicBezTo>
                  <a:pt x="276067" y="28600"/>
                  <a:pt x="276151" y="28927"/>
                  <a:pt x="276151" y="29315"/>
                </a:cubicBezTo>
                <a:lnTo>
                  <a:pt x="276151" y="37971"/>
                </a:lnTo>
                <a:cubicBezTo>
                  <a:pt x="279837" y="33849"/>
                  <a:pt x="283414" y="30830"/>
                  <a:pt x="286881" y="28915"/>
                </a:cubicBezTo>
                <a:cubicBezTo>
                  <a:pt x="290348" y="26999"/>
                  <a:pt x="293852" y="26042"/>
                  <a:pt x="297392" y="26042"/>
                </a:cubicBezTo>
                <a:cubicBezTo>
                  <a:pt x="300108" y="26042"/>
                  <a:pt x="302545" y="26357"/>
                  <a:pt x="304703" y="26987"/>
                </a:cubicBezTo>
                <a:cubicBezTo>
                  <a:pt x="306861" y="27618"/>
                  <a:pt x="308764" y="28503"/>
                  <a:pt x="310413" y="29642"/>
                </a:cubicBezTo>
                <a:cubicBezTo>
                  <a:pt x="312062" y="30782"/>
                  <a:pt x="313468" y="32140"/>
                  <a:pt x="314632" y="33716"/>
                </a:cubicBezTo>
                <a:cubicBezTo>
                  <a:pt x="315796" y="35292"/>
                  <a:pt x="316766" y="37050"/>
                  <a:pt x="317541" y="38990"/>
                </a:cubicBezTo>
                <a:cubicBezTo>
                  <a:pt x="319724" y="36613"/>
                  <a:pt x="321797" y="34601"/>
                  <a:pt x="323761" y="32952"/>
                </a:cubicBezTo>
                <a:cubicBezTo>
                  <a:pt x="325725" y="31303"/>
                  <a:pt x="327616" y="29970"/>
                  <a:pt x="329435" y="28951"/>
                </a:cubicBezTo>
                <a:cubicBezTo>
                  <a:pt x="331253" y="27933"/>
                  <a:pt x="333023" y="27193"/>
                  <a:pt x="334745" y="26733"/>
                </a:cubicBezTo>
                <a:cubicBezTo>
                  <a:pt x="336466" y="26272"/>
                  <a:pt x="338200" y="26042"/>
                  <a:pt x="339946" y="26042"/>
                </a:cubicBezTo>
                <a:cubicBezTo>
                  <a:pt x="344165" y="26042"/>
                  <a:pt x="347705" y="26781"/>
                  <a:pt x="350566" y="28260"/>
                </a:cubicBezTo>
                <a:cubicBezTo>
                  <a:pt x="353427" y="29739"/>
                  <a:pt x="355743" y="31715"/>
                  <a:pt x="357513" y="34189"/>
                </a:cubicBezTo>
                <a:cubicBezTo>
                  <a:pt x="359283" y="36662"/>
                  <a:pt x="360544" y="39559"/>
                  <a:pt x="361296" y="42881"/>
                </a:cubicBezTo>
                <a:cubicBezTo>
                  <a:pt x="362047" y="46203"/>
                  <a:pt x="362423" y="49707"/>
                  <a:pt x="362423" y="53392"/>
                </a:cubicBezTo>
                <a:lnTo>
                  <a:pt x="362423" y="94782"/>
                </a:lnTo>
                <a:close/>
                <a:moveTo>
                  <a:pt x="396615" y="94782"/>
                </a:moveTo>
                <a:cubicBezTo>
                  <a:pt x="396615" y="95170"/>
                  <a:pt x="396518" y="95498"/>
                  <a:pt x="396324" y="95764"/>
                </a:cubicBezTo>
                <a:cubicBezTo>
                  <a:pt x="396130" y="96031"/>
                  <a:pt x="395815" y="96262"/>
                  <a:pt x="395378" y="96455"/>
                </a:cubicBezTo>
                <a:cubicBezTo>
                  <a:pt x="394942" y="96649"/>
                  <a:pt x="394336" y="96795"/>
                  <a:pt x="393560" y="96892"/>
                </a:cubicBezTo>
                <a:cubicBezTo>
                  <a:pt x="392784" y="96989"/>
                  <a:pt x="391790" y="97037"/>
                  <a:pt x="390577" y="97037"/>
                </a:cubicBezTo>
                <a:cubicBezTo>
                  <a:pt x="389413" y="97037"/>
                  <a:pt x="388443" y="96989"/>
                  <a:pt x="387668" y="96892"/>
                </a:cubicBezTo>
                <a:cubicBezTo>
                  <a:pt x="386892" y="96795"/>
                  <a:pt x="386273" y="96649"/>
                  <a:pt x="385813" y="96455"/>
                </a:cubicBezTo>
                <a:cubicBezTo>
                  <a:pt x="385352" y="96262"/>
                  <a:pt x="385037" y="96031"/>
                  <a:pt x="384867" y="95764"/>
                </a:cubicBezTo>
                <a:cubicBezTo>
                  <a:pt x="384697" y="95498"/>
                  <a:pt x="384612" y="95170"/>
                  <a:pt x="384612" y="94782"/>
                </a:cubicBezTo>
                <a:lnTo>
                  <a:pt x="384612" y="29315"/>
                </a:lnTo>
                <a:cubicBezTo>
                  <a:pt x="384612" y="28975"/>
                  <a:pt x="384697" y="28660"/>
                  <a:pt x="384867" y="28369"/>
                </a:cubicBezTo>
                <a:cubicBezTo>
                  <a:pt x="385037" y="28078"/>
                  <a:pt x="385352" y="27836"/>
                  <a:pt x="385813" y="27642"/>
                </a:cubicBezTo>
                <a:cubicBezTo>
                  <a:pt x="386273" y="27448"/>
                  <a:pt x="386892" y="27302"/>
                  <a:pt x="387668" y="27205"/>
                </a:cubicBezTo>
                <a:cubicBezTo>
                  <a:pt x="388443" y="27108"/>
                  <a:pt x="389413" y="27060"/>
                  <a:pt x="390577" y="27060"/>
                </a:cubicBezTo>
                <a:cubicBezTo>
                  <a:pt x="391790" y="27060"/>
                  <a:pt x="392784" y="27108"/>
                  <a:pt x="393560" y="27205"/>
                </a:cubicBezTo>
                <a:cubicBezTo>
                  <a:pt x="394336" y="27302"/>
                  <a:pt x="394942" y="27448"/>
                  <a:pt x="395378" y="27642"/>
                </a:cubicBezTo>
                <a:cubicBezTo>
                  <a:pt x="395815" y="27836"/>
                  <a:pt x="396130" y="28078"/>
                  <a:pt x="396324" y="28369"/>
                </a:cubicBezTo>
                <a:cubicBezTo>
                  <a:pt x="396518" y="28660"/>
                  <a:pt x="396615" y="28975"/>
                  <a:pt x="396615" y="29315"/>
                </a:cubicBezTo>
                <a:lnTo>
                  <a:pt x="396615" y="94782"/>
                </a:lnTo>
                <a:moveTo>
                  <a:pt x="397997" y="7129"/>
                </a:moveTo>
                <a:cubicBezTo>
                  <a:pt x="397997" y="9941"/>
                  <a:pt x="397463" y="11857"/>
                  <a:pt x="396397" y="12875"/>
                </a:cubicBezTo>
                <a:cubicBezTo>
                  <a:pt x="395330" y="13894"/>
                  <a:pt x="393366" y="14403"/>
                  <a:pt x="390505" y="14403"/>
                </a:cubicBezTo>
                <a:cubicBezTo>
                  <a:pt x="387692" y="14403"/>
                  <a:pt x="385764" y="13906"/>
                  <a:pt x="384722" y="12912"/>
                </a:cubicBezTo>
                <a:cubicBezTo>
                  <a:pt x="383679" y="11918"/>
                  <a:pt x="383158" y="10038"/>
                  <a:pt x="383158" y="7274"/>
                </a:cubicBezTo>
                <a:cubicBezTo>
                  <a:pt x="383158" y="4461"/>
                  <a:pt x="383691" y="2546"/>
                  <a:pt x="384758" y="1528"/>
                </a:cubicBezTo>
                <a:cubicBezTo>
                  <a:pt x="385825" y="509"/>
                  <a:pt x="387789" y="0"/>
                  <a:pt x="390650" y="0"/>
                </a:cubicBezTo>
                <a:cubicBezTo>
                  <a:pt x="393463" y="0"/>
                  <a:pt x="395390" y="497"/>
                  <a:pt x="396433" y="1491"/>
                </a:cubicBezTo>
                <a:cubicBezTo>
                  <a:pt x="397476" y="2485"/>
                  <a:pt x="397997" y="4365"/>
                  <a:pt x="397997" y="7129"/>
                </a:cubicBezTo>
                <a:close/>
                <a:moveTo>
                  <a:pt x="459648" y="77013"/>
                </a:moveTo>
                <a:cubicBezTo>
                  <a:pt x="459648" y="80362"/>
                  <a:pt x="459029" y="83348"/>
                  <a:pt x="457793" y="85969"/>
                </a:cubicBezTo>
                <a:cubicBezTo>
                  <a:pt x="456556" y="88590"/>
                  <a:pt x="454798" y="90798"/>
                  <a:pt x="452519" y="92596"/>
                </a:cubicBezTo>
                <a:cubicBezTo>
                  <a:pt x="450240" y="94391"/>
                  <a:pt x="447524" y="95750"/>
                  <a:pt x="444372" y="96671"/>
                </a:cubicBezTo>
                <a:cubicBezTo>
                  <a:pt x="441220" y="97594"/>
                  <a:pt x="437752" y="98056"/>
                  <a:pt x="433970" y="98056"/>
                </a:cubicBezTo>
                <a:cubicBezTo>
                  <a:pt x="431642" y="98056"/>
                  <a:pt x="429424" y="97874"/>
                  <a:pt x="427314" y="97510"/>
                </a:cubicBezTo>
                <a:cubicBezTo>
                  <a:pt x="425205" y="97147"/>
                  <a:pt x="423313" y="96686"/>
                  <a:pt x="421640" y="96128"/>
                </a:cubicBezTo>
                <a:cubicBezTo>
                  <a:pt x="419967" y="95570"/>
                  <a:pt x="418549" y="94989"/>
                  <a:pt x="417385" y="94382"/>
                </a:cubicBezTo>
                <a:cubicBezTo>
                  <a:pt x="416221" y="93776"/>
                  <a:pt x="415372" y="93231"/>
                  <a:pt x="414839" y="92746"/>
                </a:cubicBezTo>
                <a:cubicBezTo>
                  <a:pt x="414305" y="92261"/>
                  <a:pt x="413917" y="91582"/>
                  <a:pt x="413675" y="90709"/>
                </a:cubicBezTo>
                <a:cubicBezTo>
                  <a:pt x="413433" y="89836"/>
                  <a:pt x="413311" y="88648"/>
                  <a:pt x="413311" y="87145"/>
                </a:cubicBezTo>
                <a:cubicBezTo>
                  <a:pt x="413311" y="86223"/>
                  <a:pt x="413360" y="85447"/>
                  <a:pt x="413457" y="84817"/>
                </a:cubicBezTo>
                <a:cubicBezTo>
                  <a:pt x="413554" y="84186"/>
                  <a:pt x="413675" y="83677"/>
                  <a:pt x="413820" y="83289"/>
                </a:cubicBezTo>
                <a:cubicBezTo>
                  <a:pt x="413966" y="82901"/>
                  <a:pt x="414172" y="82622"/>
                  <a:pt x="414439" y="82453"/>
                </a:cubicBezTo>
                <a:cubicBezTo>
                  <a:pt x="414705" y="82283"/>
                  <a:pt x="415009" y="82198"/>
                  <a:pt x="415348" y="82198"/>
                </a:cubicBezTo>
                <a:cubicBezTo>
                  <a:pt x="415881" y="82198"/>
                  <a:pt x="416670" y="82525"/>
                  <a:pt x="417712" y="83180"/>
                </a:cubicBezTo>
                <a:cubicBezTo>
                  <a:pt x="418755" y="83835"/>
                  <a:pt x="420040" y="84550"/>
                  <a:pt x="421567" y="85326"/>
                </a:cubicBezTo>
                <a:cubicBezTo>
                  <a:pt x="423095" y="86102"/>
                  <a:pt x="424901" y="86817"/>
                  <a:pt x="426987" y="87472"/>
                </a:cubicBezTo>
                <a:cubicBezTo>
                  <a:pt x="429072" y="88127"/>
                  <a:pt x="431472" y="88454"/>
                  <a:pt x="434188" y="88454"/>
                </a:cubicBezTo>
                <a:cubicBezTo>
                  <a:pt x="436225" y="88454"/>
                  <a:pt x="438068" y="88236"/>
                  <a:pt x="439717" y="87799"/>
                </a:cubicBezTo>
                <a:cubicBezTo>
                  <a:pt x="441365" y="87361"/>
                  <a:pt x="442796" y="86717"/>
                  <a:pt x="444008" y="85867"/>
                </a:cubicBezTo>
                <a:cubicBezTo>
                  <a:pt x="445221" y="85017"/>
                  <a:pt x="446154" y="83936"/>
                  <a:pt x="446809" y="82623"/>
                </a:cubicBezTo>
                <a:cubicBezTo>
                  <a:pt x="447464" y="81311"/>
                  <a:pt x="447791" y="79756"/>
                  <a:pt x="447791" y="77959"/>
                </a:cubicBezTo>
                <a:cubicBezTo>
                  <a:pt x="447791" y="76114"/>
                  <a:pt x="447318" y="74561"/>
                  <a:pt x="446372" y="73299"/>
                </a:cubicBezTo>
                <a:cubicBezTo>
                  <a:pt x="445427" y="72036"/>
                  <a:pt x="444178" y="70920"/>
                  <a:pt x="442626" y="69950"/>
                </a:cubicBezTo>
                <a:cubicBezTo>
                  <a:pt x="441074" y="68979"/>
                  <a:pt x="439329" y="68117"/>
                  <a:pt x="437389" y="67366"/>
                </a:cubicBezTo>
                <a:cubicBezTo>
                  <a:pt x="435449" y="66612"/>
                  <a:pt x="433449" y="65824"/>
                  <a:pt x="431388" y="64999"/>
                </a:cubicBezTo>
                <a:cubicBezTo>
                  <a:pt x="429327" y="64173"/>
                  <a:pt x="427314" y="63238"/>
                  <a:pt x="425350" y="62194"/>
                </a:cubicBezTo>
                <a:cubicBezTo>
                  <a:pt x="423386" y="61150"/>
                  <a:pt x="421628" y="59876"/>
                  <a:pt x="420076" y="58371"/>
                </a:cubicBezTo>
                <a:cubicBezTo>
                  <a:pt x="418524" y="56866"/>
                  <a:pt x="417276" y="55070"/>
                  <a:pt x="416330" y="52983"/>
                </a:cubicBezTo>
                <a:cubicBezTo>
                  <a:pt x="415384" y="50896"/>
                  <a:pt x="414912" y="48397"/>
                  <a:pt x="414912" y="45484"/>
                </a:cubicBezTo>
                <a:cubicBezTo>
                  <a:pt x="414912" y="42911"/>
                  <a:pt x="415409" y="40447"/>
                  <a:pt x="416403" y="38094"/>
                </a:cubicBezTo>
                <a:cubicBezTo>
                  <a:pt x="417397" y="35739"/>
                  <a:pt x="418888" y="33676"/>
                  <a:pt x="420876" y="31904"/>
                </a:cubicBezTo>
                <a:cubicBezTo>
                  <a:pt x="422865" y="30131"/>
                  <a:pt x="425350" y="28711"/>
                  <a:pt x="428332" y="27644"/>
                </a:cubicBezTo>
                <a:cubicBezTo>
                  <a:pt x="431315" y="26576"/>
                  <a:pt x="434794" y="26042"/>
                  <a:pt x="438771" y="26042"/>
                </a:cubicBezTo>
                <a:cubicBezTo>
                  <a:pt x="440517" y="26042"/>
                  <a:pt x="442262" y="26189"/>
                  <a:pt x="444008" y="26485"/>
                </a:cubicBezTo>
                <a:cubicBezTo>
                  <a:pt x="445754" y="26780"/>
                  <a:pt x="447330" y="27149"/>
                  <a:pt x="448736" y="27592"/>
                </a:cubicBezTo>
                <a:cubicBezTo>
                  <a:pt x="450143" y="28034"/>
                  <a:pt x="451343" y="28514"/>
                  <a:pt x="452337" y="29031"/>
                </a:cubicBezTo>
                <a:cubicBezTo>
                  <a:pt x="453331" y="29548"/>
                  <a:pt x="454083" y="30003"/>
                  <a:pt x="454592" y="30397"/>
                </a:cubicBezTo>
                <a:cubicBezTo>
                  <a:pt x="455101" y="30791"/>
                  <a:pt x="455441" y="31133"/>
                  <a:pt x="455611" y="31424"/>
                </a:cubicBezTo>
                <a:cubicBezTo>
                  <a:pt x="455780" y="31715"/>
                  <a:pt x="455902" y="32043"/>
                  <a:pt x="455974" y="32406"/>
                </a:cubicBezTo>
                <a:cubicBezTo>
                  <a:pt x="456047" y="32770"/>
                  <a:pt x="456120" y="33219"/>
                  <a:pt x="456193" y="33752"/>
                </a:cubicBezTo>
                <a:cubicBezTo>
                  <a:pt x="456265" y="34286"/>
                  <a:pt x="456302" y="34940"/>
                  <a:pt x="456302" y="35716"/>
                </a:cubicBezTo>
                <a:cubicBezTo>
                  <a:pt x="456302" y="36541"/>
                  <a:pt x="456265" y="37256"/>
                  <a:pt x="456193" y="37862"/>
                </a:cubicBezTo>
                <a:cubicBezTo>
                  <a:pt x="456120" y="38468"/>
                  <a:pt x="455999" y="38965"/>
                  <a:pt x="455829" y="39353"/>
                </a:cubicBezTo>
                <a:cubicBezTo>
                  <a:pt x="455659" y="39741"/>
                  <a:pt x="455453" y="40020"/>
                  <a:pt x="455210" y="40190"/>
                </a:cubicBezTo>
                <a:cubicBezTo>
                  <a:pt x="454968" y="40360"/>
                  <a:pt x="454701" y="40444"/>
                  <a:pt x="454410" y="40444"/>
                </a:cubicBezTo>
                <a:cubicBezTo>
                  <a:pt x="453974" y="40444"/>
                  <a:pt x="453343" y="40174"/>
                  <a:pt x="452519" y="39633"/>
                </a:cubicBezTo>
                <a:cubicBezTo>
                  <a:pt x="451695" y="39092"/>
                  <a:pt x="450628" y="38514"/>
                  <a:pt x="449318" y="37898"/>
                </a:cubicBezTo>
                <a:cubicBezTo>
                  <a:pt x="448009" y="37283"/>
                  <a:pt x="446469" y="36705"/>
                  <a:pt x="444699" y="36164"/>
                </a:cubicBezTo>
                <a:cubicBezTo>
                  <a:pt x="442929" y="35623"/>
                  <a:pt x="440905" y="35352"/>
                  <a:pt x="438625" y="35352"/>
                </a:cubicBezTo>
                <a:cubicBezTo>
                  <a:pt x="436589" y="35352"/>
                  <a:pt x="434794" y="35584"/>
                  <a:pt x="433243" y="36046"/>
                </a:cubicBezTo>
                <a:cubicBezTo>
                  <a:pt x="431691" y="36506"/>
                  <a:pt x="430418" y="37162"/>
                  <a:pt x="429424" y="38012"/>
                </a:cubicBezTo>
                <a:cubicBezTo>
                  <a:pt x="428429" y="38862"/>
                  <a:pt x="427678" y="39871"/>
                  <a:pt x="427169" y="41038"/>
                </a:cubicBezTo>
                <a:cubicBezTo>
                  <a:pt x="426659" y="42203"/>
                  <a:pt x="426405" y="43466"/>
                  <a:pt x="426405" y="44827"/>
                </a:cubicBezTo>
                <a:cubicBezTo>
                  <a:pt x="426405" y="46720"/>
                  <a:pt x="426890" y="48310"/>
                  <a:pt x="427860" y="49596"/>
                </a:cubicBezTo>
                <a:cubicBezTo>
                  <a:pt x="428830" y="50883"/>
                  <a:pt x="430090" y="52012"/>
                  <a:pt x="431642" y="52983"/>
                </a:cubicBezTo>
                <a:cubicBezTo>
                  <a:pt x="433194" y="53953"/>
                  <a:pt x="434964" y="54827"/>
                  <a:pt x="436952" y="55604"/>
                </a:cubicBezTo>
                <a:cubicBezTo>
                  <a:pt x="438941" y="56380"/>
                  <a:pt x="440965" y="57181"/>
                  <a:pt x="443026" y="58007"/>
                </a:cubicBezTo>
                <a:cubicBezTo>
                  <a:pt x="445087" y="58831"/>
                  <a:pt x="447124" y="59754"/>
                  <a:pt x="449137" y="60773"/>
                </a:cubicBezTo>
                <a:cubicBezTo>
                  <a:pt x="451149" y="61793"/>
                  <a:pt x="452931" y="63031"/>
                  <a:pt x="454483" y="64488"/>
                </a:cubicBezTo>
                <a:cubicBezTo>
                  <a:pt x="456035" y="65944"/>
                  <a:pt x="457284" y="67692"/>
                  <a:pt x="458229" y="69732"/>
                </a:cubicBezTo>
                <a:cubicBezTo>
                  <a:pt x="459175" y="71770"/>
                  <a:pt x="459648" y="74197"/>
                  <a:pt x="459648" y="77013"/>
                </a:cubicBezTo>
                <a:close/>
                <a:moveTo>
                  <a:pt x="518165" y="77013"/>
                </a:moveTo>
                <a:cubicBezTo>
                  <a:pt x="518165" y="80362"/>
                  <a:pt x="517547" y="83348"/>
                  <a:pt x="516310" y="85969"/>
                </a:cubicBezTo>
                <a:cubicBezTo>
                  <a:pt x="515074" y="88590"/>
                  <a:pt x="513316" y="90798"/>
                  <a:pt x="511037" y="92596"/>
                </a:cubicBezTo>
                <a:cubicBezTo>
                  <a:pt x="508757" y="94391"/>
                  <a:pt x="506042" y="95750"/>
                  <a:pt x="502890" y="96671"/>
                </a:cubicBezTo>
                <a:cubicBezTo>
                  <a:pt x="499737" y="97594"/>
                  <a:pt x="496270" y="98056"/>
                  <a:pt x="492488" y="98056"/>
                </a:cubicBezTo>
                <a:cubicBezTo>
                  <a:pt x="490160" y="98056"/>
                  <a:pt x="487941" y="97874"/>
                  <a:pt x="485832" y="97510"/>
                </a:cubicBezTo>
                <a:cubicBezTo>
                  <a:pt x="483722" y="97147"/>
                  <a:pt x="481831" y="96686"/>
                  <a:pt x="480158" y="96128"/>
                </a:cubicBezTo>
                <a:cubicBezTo>
                  <a:pt x="478485" y="95570"/>
                  <a:pt x="477066" y="94989"/>
                  <a:pt x="475902" y="94382"/>
                </a:cubicBezTo>
                <a:cubicBezTo>
                  <a:pt x="474739" y="93776"/>
                  <a:pt x="473890" y="93231"/>
                  <a:pt x="473356" y="92746"/>
                </a:cubicBezTo>
                <a:cubicBezTo>
                  <a:pt x="472823" y="92261"/>
                  <a:pt x="472435" y="91582"/>
                  <a:pt x="472193" y="90709"/>
                </a:cubicBezTo>
                <a:cubicBezTo>
                  <a:pt x="471950" y="89836"/>
                  <a:pt x="471829" y="88648"/>
                  <a:pt x="471829" y="87145"/>
                </a:cubicBezTo>
                <a:cubicBezTo>
                  <a:pt x="471829" y="86223"/>
                  <a:pt x="471877" y="85447"/>
                  <a:pt x="471974" y="84817"/>
                </a:cubicBezTo>
                <a:cubicBezTo>
                  <a:pt x="472071" y="84186"/>
                  <a:pt x="472193" y="83677"/>
                  <a:pt x="472338" y="83289"/>
                </a:cubicBezTo>
                <a:cubicBezTo>
                  <a:pt x="472484" y="82901"/>
                  <a:pt x="472690" y="82622"/>
                  <a:pt x="472956" y="82453"/>
                </a:cubicBezTo>
                <a:cubicBezTo>
                  <a:pt x="473223" y="82283"/>
                  <a:pt x="473526" y="82198"/>
                  <a:pt x="473866" y="82198"/>
                </a:cubicBezTo>
                <a:cubicBezTo>
                  <a:pt x="474399" y="82198"/>
                  <a:pt x="475187" y="82525"/>
                  <a:pt x="476230" y="83180"/>
                </a:cubicBezTo>
                <a:cubicBezTo>
                  <a:pt x="477272" y="83835"/>
                  <a:pt x="478557" y="84550"/>
                  <a:pt x="480085" y="85326"/>
                </a:cubicBezTo>
                <a:cubicBezTo>
                  <a:pt x="481613" y="86102"/>
                  <a:pt x="483419" y="86817"/>
                  <a:pt x="485504" y="87472"/>
                </a:cubicBezTo>
                <a:cubicBezTo>
                  <a:pt x="487590" y="88127"/>
                  <a:pt x="489990" y="88454"/>
                  <a:pt x="492706" y="88454"/>
                </a:cubicBezTo>
                <a:cubicBezTo>
                  <a:pt x="494743" y="88454"/>
                  <a:pt x="496585" y="88236"/>
                  <a:pt x="498234" y="87799"/>
                </a:cubicBezTo>
                <a:cubicBezTo>
                  <a:pt x="499883" y="87361"/>
                  <a:pt x="501314" y="86717"/>
                  <a:pt x="502526" y="85867"/>
                </a:cubicBezTo>
                <a:cubicBezTo>
                  <a:pt x="503738" y="85017"/>
                  <a:pt x="504672" y="83936"/>
                  <a:pt x="505326" y="82623"/>
                </a:cubicBezTo>
                <a:cubicBezTo>
                  <a:pt x="505981" y="81311"/>
                  <a:pt x="506308" y="79756"/>
                  <a:pt x="506308" y="77959"/>
                </a:cubicBezTo>
                <a:cubicBezTo>
                  <a:pt x="506308" y="76114"/>
                  <a:pt x="505836" y="74561"/>
                  <a:pt x="504890" y="73299"/>
                </a:cubicBezTo>
                <a:cubicBezTo>
                  <a:pt x="503944" y="72036"/>
                  <a:pt x="502696" y="70920"/>
                  <a:pt x="501144" y="69950"/>
                </a:cubicBezTo>
                <a:cubicBezTo>
                  <a:pt x="499592" y="68979"/>
                  <a:pt x="497846" y="68117"/>
                  <a:pt x="495906" y="67366"/>
                </a:cubicBezTo>
                <a:cubicBezTo>
                  <a:pt x="493967" y="66612"/>
                  <a:pt x="491966" y="65824"/>
                  <a:pt x="489905" y="64999"/>
                </a:cubicBezTo>
                <a:cubicBezTo>
                  <a:pt x="487844" y="64173"/>
                  <a:pt x="485832" y="63238"/>
                  <a:pt x="483868" y="62194"/>
                </a:cubicBezTo>
                <a:cubicBezTo>
                  <a:pt x="481904" y="61150"/>
                  <a:pt x="480146" y="59876"/>
                  <a:pt x="478594" y="58371"/>
                </a:cubicBezTo>
                <a:cubicBezTo>
                  <a:pt x="477042" y="56866"/>
                  <a:pt x="475793" y="55070"/>
                  <a:pt x="474848" y="52983"/>
                </a:cubicBezTo>
                <a:cubicBezTo>
                  <a:pt x="473902" y="50896"/>
                  <a:pt x="473429" y="48397"/>
                  <a:pt x="473429" y="45484"/>
                </a:cubicBezTo>
                <a:cubicBezTo>
                  <a:pt x="473429" y="42911"/>
                  <a:pt x="473926" y="40447"/>
                  <a:pt x="474920" y="38094"/>
                </a:cubicBezTo>
                <a:cubicBezTo>
                  <a:pt x="475915" y="35739"/>
                  <a:pt x="477406" y="33676"/>
                  <a:pt x="479394" y="31904"/>
                </a:cubicBezTo>
                <a:cubicBezTo>
                  <a:pt x="481382" y="30131"/>
                  <a:pt x="483868" y="28711"/>
                  <a:pt x="486850" y="27644"/>
                </a:cubicBezTo>
                <a:cubicBezTo>
                  <a:pt x="489832" y="26576"/>
                  <a:pt x="493312" y="26042"/>
                  <a:pt x="497288" y="26042"/>
                </a:cubicBezTo>
                <a:cubicBezTo>
                  <a:pt x="499034" y="26042"/>
                  <a:pt x="500780" y="26189"/>
                  <a:pt x="502526" y="26485"/>
                </a:cubicBezTo>
                <a:cubicBezTo>
                  <a:pt x="504272" y="26780"/>
                  <a:pt x="505848" y="27149"/>
                  <a:pt x="507254" y="27592"/>
                </a:cubicBezTo>
                <a:cubicBezTo>
                  <a:pt x="508660" y="28034"/>
                  <a:pt x="509861" y="28514"/>
                  <a:pt x="510855" y="29031"/>
                </a:cubicBezTo>
                <a:cubicBezTo>
                  <a:pt x="511849" y="29548"/>
                  <a:pt x="512601" y="30003"/>
                  <a:pt x="513110" y="30397"/>
                </a:cubicBezTo>
                <a:cubicBezTo>
                  <a:pt x="513619" y="30791"/>
                  <a:pt x="513958" y="31133"/>
                  <a:pt x="514128" y="31424"/>
                </a:cubicBezTo>
                <a:cubicBezTo>
                  <a:pt x="514298" y="31715"/>
                  <a:pt x="514419" y="32043"/>
                  <a:pt x="514492" y="32406"/>
                </a:cubicBezTo>
                <a:cubicBezTo>
                  <a:pt x="514565" y="32770"/>
                  <a:pt x="514637" y="33219"/>
                  <a:pt x="514710" y="33752"/>
                </a:cubicBezTo>
                <a:cubicBezTo>
                  <a:pt x="514783" y="34286"/>
                  <a:pt x="514819" y="34940"/>
                  <a:pt x="514819" y="35716"/>
                </a:cubicBezTo>
                <a:cubicBezTo>
                  <a:pt x="514819" y="36541"/>
                  <a:pt x="514783" y="37256"/>
                  <a:pt x="514710" y="37862"/>
                </a:cubicBezTo>
                <a:cubicBezTo>
                  <a:pt x="514637" y="38468"/>
                  <a:pt x="514516" y="38965"/>
                  <a:pt x="514346" y="39353"/>
                </a:cubicBezTo>
                <a:cubicBezTo>
                  <a:pt x="514177" y="39741"/>
                  <a:pt x="513971" y="40020"/>
                  <a:pt x="513728" y="40190"/>
                </a:cubicBezTo>
                <a:cubicBezTo>
                  <a:pt x="513486" y="40360"/>
                  <a:pt x="513219" y="40444"/>
                  <a:pt x="512928" y="40444"/>
                </a:cubicBezTo>
                <a:cubicBezTo>
                  <a:pt x="512491" y="40444"/>
                  <a:pt x="511861" y="40174"/>
                  <a:pt x="511037" y="39633"/>
                </a:cubicBezTo>
                <a:cubicBezTo>
                  <a:pt x="510212" y="39092"/>
                  <a:pt x="509145" y="38514"/>
                  <a:pt x="507836" y="37898"/>
                </a:cubicBezTo>
                <a:cubicBezTo>
                  <a:pt x="506527" y="37283"/>
                  <a:pt x="504987" y="36705"/>
                  <a:pt x="503217" y="36164"/>
                </a:cubicBezTo>
                <a:cubicBezTo>
                  <a:pt x="501447" y="35623"/>
                  <a:pt x="499422" y="35352"/>
                  <a:pt x="497143" y="35352"/>
                </a:cubicBezTo>
                <a:cubicBezTo>
                  <a:pt x="495106" y="35352"/>
                  <a:pt x="493312" y="35584"/>
                  <a:pt x="491760" y="36046"/>
                </a:cubicBezTo>
                <a:cubicBezTo>
                  <a:pt x="490208" y="36506"/>
                  <a:pt x="488935" y="37162"/>
                  <a:pt x="487941" y="38012"/>
                </a:cubicBezTo>
                <a:cubicBezTo>
                  <a:pt x="486947" y="38862"/>
                  <a:pt x="486195" y="39871"/>
                  <a:pt x="485686" y="41038"/>
                </a:cubicBezTo>
                <a:cubicBezTo>
                  <a:pt x="485177" y="42203"/>
                  <a:pt x="484922" y="43466"/>
                  <a:pt x="484922" y="44827"/>
                </a:cubicBezTo>
                <a:cubicBezTo>
                  <a:pt x="484922" y="46720"/>
                  <a:pt x="485407" y="48310"/>
                  <a:pt x="486377" y="49596"/>
                </a:cubicBezTo>
                <a:cubicBezTo>
                  <a:pt x="487347" y="50883"/>
                  <a:pt x="488608" y="52012"/>
                  <a:pt x="490160" y="52983"/>
                </a:cubicBezTo>
                <a:cubicBezTo>
                  <a:pt x="491712" y="53953"/>
                  <a:pt x="493482" y="54827"/>
                  <a:pt x="495470" y="55604"/>
                </a:cubicBezTo>
                <a:cubicBezTo>
                  <a:pt x="497458" y="56380"/>
                  <a:pt x="499483" y="57181"/>
                  <a:pt x="501544" y="58007"/>
                </a:cubicBezTo>
                <a:cubicBezTo>
                  <a:pt x="503605" y="58831"/>
                  <a:pt x="505642" y="59754"/>
                  <a:pt x="507654" y="60773"/>
                </a:cubicBezTo>
                <a:cubicBezTo>
                  <a:pt x="509667" y="61793"/>
                  <a:pt x="511449" y="63031"/>
                  <a:pt x="513001" y="64488"/>
                </a:cubicBezTo>
                <a:cubicBezTo>
                  <a:pt x="514553" y="65944"/>
                  <a:pt x="515801" y="67692"/>
                  <a:pt x="516747" y="69732"/>
                </a:cubicBezTo>
                <a:cubicBezTo>
                  <a:pt x="517693" y="71770"/>
                  <a:pt x="518165" y="74197"/>
                  <a:pt x="518165" y="77013"/>
                </a:cubicBez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BTBhit">
            <a:extLst xmlns:a="http://schemas.openxmlformats.org/drawingml/2006/main">
              <a:ext uri="{FF2B5EF4-FFF2-40B4-BE49-F238E27FC236}">
                <a16:creationId xmlns:a16="http://schemas.microsoft.com/office/drawing/2014/main" id="{45DA7DD0-FD39-4F69-9D4C-55E1204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364" y="1850750"/>
            <a:ext cx="411624" cy="102711"/>
          </a:xfrm>
          <a:custGeom xmlns:a="http://schemas.openxmlformats.org/drawingml/2006/main">
            <a:pathLst>
              <a:path w="411624" h="102711">
                <a:moveTo>
                  <a:pt x="62049" y="74415"/>
                </a:moveTo>
                <a:cubicBezTo>
                  <a:pt x="62049" y="77373"/>
                  <a:pt x="61673" y="80101"/>
                  <a:pt x="60921" y="82598"/>
                </a:cubicBezTo>
                <a:cubicBezTo>
                  <a:pt x="60170" y="85096"/>
                  <a:pt x="59115" y="87339"/>
                  <a:pt x="57757" y="89327"/>
                </a:cubicBezTo>
                <a:cubicBezTo>
                  <a:pt x="56399" y="91315"/>
                  <a:pt x="54762" y="93061"/>
                  <a:pt x="52847" y="94564"/>
                </a:cubicBezTo>
                <a:cubicBezTo>
                  <a:pt x="50931" y="96068"/>
                  <a:pt x="48773" y="97328"/>
                  <a:pt x="46373" y="98347"/>
                </a:cubicBezTo>
                <a:cubicBezTo>
                  <a:pt x="43972" y="99365"/>
                  <a:pt x="41402" y="100129"/>
                  <a:pt x="38662" y="100638"/>
                </a:cubicBezTo>
                <a:cubicBezTo>
                  <a:pt x="35922" y="101147"/>
                  <a:pt x="32782" y="101402"/>
                  <a:pt x="29242" y="101402"/>
                </a:cubicBezTo>
                <a:lnTo>
                  <a:pt x="4655" y="101402"/>
                </a:lnTo>
                <a:cubicBezTo>
                  <a:pt x="3540" y="101402"/>
                  <a:pt x="2485" y="101026"/>
                  <a:pt x="1491" y="100274"/>
                </a:cubicBezTo>
                <a:cubicBezTo>
                  <a:pt x="497" y="99523"/>
                  <a:pt x="0" y="98201"/>
                  <a:pt x="0" y="96310"/>
                </a:cubicBezTo>
                <a:lnTo>
                  <a:pt x="0" y="12366"/>
                </a:lnTo>
                <a:cubicBezTo>
                  <a:pt x="0" y="10475"/>
                  <a:pt x="497" y="9153"/>
                  <a:pt x="1491" y="8402"/>
                </a:cubicBezTo>
                <a:cubicBezTo>
                  <a:pt x="2485" y="7650"/>
                  <a:pt x="3540" y="7274"/>
                  <a:pt x="4655" y="7274"/>
                </a:cubicBezTo>
                <a:lnTo>
                  <a:pt x="26042" y="7274"/>
                </a:lnTo>
                <a:cubicBezTo>
                  <a:pt x="31667" y="7274"/>
                  <a:pt x="36274" y="7808"/>
                  <a:pt x="39862" y="8874"/>
                </a:cubicBezTo>
                <a:cubicBezTo>
                  <a:pt x="43451" y="9941"/>
                  <a:pt x="46446" y="11493"/>
                  <a:pt x="48846" y="13530"/>
                </a:cubicBezTo>
                <a:cubicBezTo>
                  <a:pt x="51247" y="15567"/>
                  <a:pt x="53053" y="18064"/>
                  <a:pt x="54265" y="21022"/>
                </a:cubicBezTo>
                <a:cubicBezTo>
                  <a:pt x="55478" y="23981"/>
                  <a:pt x="56084" y="27327"/>
                  <a:pt x="56084" y="31061"/>
                </a:cubicBezTo>
                <a:cubicBezTo>
                  <a:pt x="56084" y="33291"/>
                  <a:pt x="55817" y="35425"/>
                  <a:pt x="55284" y="37462"/>
                </a:cubicBezTo>
                <a:cubicBezTo>
                  <a:pt x="54750" y="39499"/>
                  <a:pt x="53962" y="41378"/>
                  <a:pt x="52920" y="43099"/>
                </a:cubicBezTo>
                <a:cubicBezTo>
                  <a:pt x="51877" y="44821"/>
                  <a:pt x="50568" y="46361"/>
                  <a:pt x="48992" y="47719"/>
                </a:cubicBezTo>
                <a:cubicBezTo>
                  <a:pt x="47415" y="49076"/>
                  <a:pt x="45609" y="50192"/>
                  <a:pt x="43572" y="51065"/>
                </a:cubicBezTo>
                <a:cubicBezTo>
                  <a:pt x="46142" y="51550"/>
                  <a:pt x="48543" y="52435"/>
                  <a:pt x="50774" y="53720"/>
                </a:cubicBezTo>
                <a:cubicBezTo>
                  <a:pt x="53004" y="55005"/>
                  <a:pt x="54956" y="56642"/>
                  <a:pt x="56629" y="58630"/>
                </a:cubicBezTo>
                <a:cubicBezTo>
                  <a:pt x="58302" y="60618"/>
                  <a:pt x="59624" y="62946"/>
                  <a:pt x="60594" y="65613"/>
                </a:cubicBezTo>
                <a:cubicBezTo>
                  <a:pt x="61564" y="68280"/>
                  <a:pt x="62049" y="71214"/>
                  <a:pt x="62049" y="74415"/>
                </a:cubicBezTo>
                <a:moveTo>
                  <a:pt x="43209" y="32297"/>
                </a:moveTo>
                <a:cubicBezTo>
                  <a:pt x="43209" y="30018"/>
                  <a:pt x="42893" y="27957"/>
                  <a:pt x="42263" y="26114"/>
                </a:cubicBezTo>
                <a:cubicBezTo>
                  <a:pt x="41632" y="24271"/>
                  <a:pt x="40638" y="22708"/>
                  <a:pt x="39281" y="21422"/>
                </a:cubicBezTo>
                <a:cubicBezTo>
                  <a:pt x="37923" y="20137"/>
                  <a:pt x="36153" y="19155"/>
                  <a:pt x="33970" y="18476"/>
                </a:cubicBezTo>
                <a:cubicBezTo>
                  <a:pt x="31788" y="17797"/>
                  <a:pt x="28903" y="17458"/>
                  <a:pt x="25314" y="17458"/>
                </a:cubicBezTo>
                <a:lnTo>
                  <a:pt x="12366" y="17458"/>
                </a:lnTo>
                <a:lnTo>
                  <a:pt x="12366" y="47937"/>
                </a:lnTo>
                <a:lnTo>
                  <a:pt x="26623" y="47937"/>
                </a:lnTo>
                <a:cubicBezTo>
                  <a:pt x="29873" y="47937"/>
                  <a:pt x="32491" y="47512"/>
                  <a:pt x="34480" y="46664"/>
                </a:cubicBezTo>
                <a:cubicBezTo>
                  <a:pt x="36468" y="45815"/>
                  <a:pt x="38117" y="44676"/>
                  <a:pt x="39426" y="43245"/>
                </a:cubicBezTo>
                <a:cubicBezTo>
                  <a:pt x="40735" y="41814"/>
                  <a:pt x="41693" y="40141"/>
                  <a:pt x="42299" y="38226"/>
                </a:cubicBezTo>
                <a:cubicBezTo>
                  <a:pt x="42905" y="36310"/>
                  <a:pt x="43209" y="34334"/>
                  <a:pt x="43209" y="32297"/>
                </a:cubicBezTo>
                <a:moveTo>
                  <a:pt x="48882" y="75142"/>
                </a:moveTo>
                <a:cubicBezTo>
                  <a:pt x="48882" y="72330"/>
                  <a:pt x="48434" y="69856"/>
                  <a:pt x="47537" y="67723"/>
                </a:cubicBezTo>
                <a:cubicBezTo>
                  <a:pt x="46640" y="65589"/>
                  <a:pt x="45330" y="63794"/>
                  <a:pt x="43609" y="62340"/>
                </a:cubicBezTo>
                <a:cubicBezTo>
                  <a:pt x="41887" y="60885"/>
                  <a:pt x="39729" y="59782"/>
                  <a:pt x="37135" y="59030"/>
                </a:cubicBezTo>
                <a:cubicBezTo>
                  <a:pt x="34540" y="58278"/>
                  <a:pt x="31279" y="57902"/>
                  <a:pt x="27351" y="57902"/>
                </a:cubicBezTo>
                <a:lnTo>
                  <a:pt x="12366" y="57902"/>
                </a:lnTo>
                <a:lnTo>
                  <a:pt x="12366" y="91073"/>
                </a:lnTo>
                <a:lnTo>
                  <a:pt x="30552" y="91073"/>
                </a:lnTo>
                <a:cubicBezTo>
                  <a:pt x="33413" y="91073"/>
                  <a:pt x="35910" y="90733"/>
                  <a:pt x="38044" y="90054"/>
                </a:cubicBezTo>
                <a:cubicBezTo>
                  <a:pt x="40178" y="89375"/>
                  <a:pt x="42057" y="88369"/>
                  <a:pt x="43681" y="87035"/>
                </a:cubicBezTo>
                <a:cubicBezTo>
                  <a:pt x="45306" y="85702"/>
                  <a:pt x="46579" y="84041"/>
                  <a:pt x="47500" y="82053"/>
                </a:cubicBezTo>
                <a:cubicBezTo>
                  <a:pt x="48422" y="80064"/>
                  <a:pt x="48882" y="77761"/>
                  <a:pt x="48882" y="75142"/>
                </a:cubicBezTo>
                <a:close/>
                <a:moveTo>
                  <a:pt x="137325" y="12657"/>
                </a:moveTo>
                <a:cubicBezTo>
                  <a:pt x="137325" y="13578"/>
                  <a:pt x="137276" y="14379"/>
                  <a:pt x="137179" y="15058"/>
                </a:cubicBezTo>
                <a:cubicBezTo>
                  <a:pt x="137082" y="15736"/>
                  <a:pt x="136925" y="16282"/>
                  <a:pt x="136706" y="16694"/>
                </a:cubicBezTo>
                <a:cubicBezTo>
                  <a:pt x="136488" y="17106"/>
                  <a:pt x="136221" y="17410"/>
                  <a:pt x="135906" y="17603"/>
                </a:cubicBezTo>
                <a:cubicBezTo>
                  <a:pt x="135591" y="17797"/>
                  <a:pt x="135239" y="17894"/>
                  <a:pt x="134852" y="17894"/>
                </a:cubicBezTo>
                <a:lnTo>
                  <a:pt x="108374" y="17894"/>
                </a:lnTo>
                <a:lnTo>
                  <a:pt x="108374" y="99511"/>
                </a:lnTo>
                <a:cubicBezTo>
                  <a:pt x="108374" y="99899"/>
                  <a:pt x="108277" y="100238"/>
                  <a:pt x="108083" y="100529"/>
                </a:cubicBezTo>
                <a:cubicBezTo>
                  <a:pt x="107889" y="100820"/>
                  <a:pt x="107549" y="101050"/>
                  <a:pt x="107064" y="101220"/>
                </a:cubicBezTo>
                <a:cubicBezTo>
                  <a:pt x="106579" y="101390"/>
                  <a:pt x="105937" y="101535"/>
                  <a:pt x="105137" y="101657"/>
                </a:cubicBezTo>
                <a:cubicBezTo>
                  <a:pt x="104336" y="101778"/>
                  <a:pt x="103330" y="101838"/>
                  <a:pt x="102118" y="101838"/>
                </a:cubicBezTo>
                <a:cubicBezTo>
                  <a:pt x="100954" y="101838"/>
                  <a:pt x="99960" y="101778"/>
                  <a:pt x="99135" y="101657"/>
                </a:cubicBezTo>
                <a:cubicBezTo>
                  <a:pt x="98311" y="101535"/>
                  <a:pt x="97656" y="101390"/>
                  <a:pt x="97171" y="101220"/>
                </a:cubicBezTo>
                <a:cubicBezTo>
                  <a:pt x="96686" y="101050"/>
                  <a:pt x="96347" y="100820"/>
                  <a:pt x="96153" y="100529"/>
                </a:cubicBezTo>
                <a:cubicBezTo>
                  <a:pt x="95959" y="100238"/>
                  <a:pt x="95862" y="99899"/>
                  <a:pt x="95862" y="99511"/>
                </a:cubicBezTo>
                <a:lnTo>
                  <a:pt x="95862" y="17894"/>
                </a:lnTo>
                <a:lnTo>
                  <a:pt x="69384" y="17894"/>
                </a:lnTo>
                <a:cubicBezTo>
                  <a:pt x="68996" y="17894"/>
                  <a:pt x="68644" y="17797"/>
                  <a:pt x="68329" y="17603"/>
                </a:cubicBezTo>
                <a:cubicBezTo>
                  <a:pt x="68014" y="17410"/>
                  <a:pt x="67759" y="17106"/>
                  <a:pt x="67565" y="16694"/>
                </a:cubicBezTo>
                <a:cubicBezTo>
                  <a:pt x="67371" y="16282"/>
                  <a:pt x="67214" y="15736"/>
                  <a:pt x="67093" y="15058"/>
                </a:cubicBezTo>
                <a:cubicBezTo>
                  <a:pt x="66971" y="14379"/>
                  <a:pt x="66911" y="13578"/>
                  <a:pt x="66911" y="12657"/>
                </a:cubicBezTo>
                <a:cubicBezTo>
                  <a:pt x="66911" y="11736"/>
                  <a:pt x="66971" y="10923"/>
                  <a:pt x="67093" y="10220"/>
                </a:cubicBezTo>
                <a:cubicBezTo>
                  <a:pt x="67214" y="9517"/>
                  <a:pt x="67371" y="8947"/>
                  <a:pt x="67565" y="8511"/>
                </a:cubicBezTo>
                <a:cubicBezTo>
                  <a:pt x="67759" y="8074"/>
                  <a:pt x="68014" y="7759"/>
                  <a:pt x="68329" y="7565"/>
                </a:cubicBezTo>
                <a:cubicBezTo>
                  <a:pt x="68644" y="7371"/>
                  <a:pt x="68996" y="7274"/>
                  <a:pt x="69384" y="7274"/>
                </a:cubicBezTo>
                <a:lnTo>
                  <a:pt x="134852" y="7274"/>
                </a:lnTo>
                <a:cubicBezTo>
                  <a:pt x="135239" y="7274"/>
                  <a:pt x="135591" y="7371"/>
                  <a:pt x="135906" y="7565"/>
                </a:cubicBezTo>
                <a:cubicBezTo>
                  <a:pt x="136221" y="7759"/>
                  <a:pt x="136488" y="8074"/>
                  <a:pt x="136706" y="8511"/>
                </a:cubicBezTo>
                <a:cubicBezTo>
                  <a:pt x="136925" y="8947"/>
                  <a:pt x="137082" y="9517"/>
                  <a:pt x="137179" y="10220"/>
                </a:cubicBezTo>
                <a:cubicBezTo>
                  <a:pt x="137276" y="10923"/>
                  <a:pt x="137325" y="11736"/>
                  <a:pt x="137325" y="12657"/>
                </a:cubicBezTo>
                <a:close/>
                <a:moveTo>
                  <a:pt x="212901" y="74415"/>
                </a:moveTo>
                <a:cubicBezTo>
                  <a:pt x="212901" y="77373"/>
                  <a:pt x="212525" y="80101"/>
                  <a:pt x="211773" y="82598"/>
                </a:cubicBezTo>
                <a:cubicBezTo>
                  <a:pt x="211022" y="85096"/>
                  <a:pt x="209967" y="87339"/>
                  <a:pt x="208609" y="89327"/>
                </a:cubicBezTo>
                <a:cubicBezTo>
                  <a:pt x="207251" y="91315"/>
                  <a:pt x="205615" y="93061"/>
                  <a:pt x="203699" y="94564"/>
                </a:cubicBezTo>
                <a:cubicBezTo>
                  <a:pt x="201784" y="96068"/>
                  <a:pt x="199626" y="97328"/>
                  <a:pt x="197225" y="98347"/>
                </a:cubicBezTo>
                <a:cubicBezTo>
                  <a:pt x="194825" y="99365"/>
                  <a:pt x="192254" y="100129"/>
                  <a:pt x="189514" y="100638"/>
                </a:cubicBezTo>
                <a:cubicBezTo>
                  <a:pt x="186775" y="101147"/>
                  <a:pt x="183635" y="101402"/>
                  <a:pt x="180094" y="101402"/>
                </a:cubicBezTo>
                <a:lnTo>
                  <a:pt x="155508" y="101402"/>
                </a:lnTo>
                <a:cubicBezTo>
                  <a:pt x="154392" y="101402"/>
                  <a:pt x="153338" y="101026"/>
                  <a:pt x="152343" y="100274"/>
                </a:cubicBezTo>
                <a:cubicBezTo>
                  <a:pt x="151349" y="99523"/>
                  <a:pt x="150852" y="98201"/>
                  <a:pt x="150852" y="96310"/>
                </a:cubicBezTo>
                <a:lnTo>
                  <a:pt x="150852" y="12366"/>
                </a:lnTo>
                <a:cubicBezTo>
                  <a:pt x="150852" y="10475"/>
                  <a:pt x="151349" y="9153"/>
                  <a:pt x="152343" y="8402"/>
                </a:cubicBezTo>
                <a:cubicBezTo>
                  <a:pt x="153338" y="7650"/>
                  <a:pt x="154392" y="7274"/>
                  <a:pt x="155508" y="7274"/>
                </a:cubicBezTo>
                <a:lnTo>
                  <a:pt x="176894" y="7274"/>
                </a:lnTo>
                <a:cubicBezTo>
                  <a:pt x="182519" y="7274"/>
                  <a:pt x="187126" y="7808"/>
                  <a:pt x="190715" y="8874"/>
                </a:cubicBezTo>
                <a:cubicBezTo>
                  <a:pt x="194303" y="9941"/>
                  <a:pt x="197298" y="11493"/>
                  <a:pt x="199698" y="13530"/>
                </a:cubicBezTo>
                <a:cubicBezTo>
                  <a:pt x="202099" y="15567"/>
                  <a:pt x="203905" y="18064"/>
                  <a:pt x="205118" y="21022"/>
                </a:cubicBezTo>
                <a:cubicBezTo>
                  <a:pt x="206330" y="23981"/>
                  <a:pt x="206936" y="27327"/>
                  <a:pt x="206936" y="31061"/>
                </a:cubicBezTo>
                <a:cubicBezTo>
                  <a:pt x="206936" y="33291"/>
                  <a:pt x="206669" y="35425"/>
                  <a:pt x="206136" y="37462"/>
                </a:cubicBezTo>
                <a:cubicBezTo>
                  <a:pt x="205603" y="39499"/>
                  <a:pt x="204815" y="41378"/>
                  <a:pt x="203772" y="43099"/>
                </a:cubicBezTo>
                <a:cubicBezTo>
                  <a:pt x="202729" y="44821"/>
                  <a:pt x="201420" y="46361"/>
                  <a:pt x="199844" y="47719"/>
                </a:cubicBezTo>
                <a:cubicBezTo>
                  <a:pt x="198268" y="49076"/>
                  <a:pt x="196461" y="50192"/>
                  <a:pt x="194425" y="51065"/>
                </a:cubicBezTo>
                <a:cubicBezTo>
                  <a:pt x="196995" y="51550"/>
                  <a:pt x="199395" y="52435"/>
                  <a:pt x="201626" y="53720"/>
                </a:cubicBezTo>
                <a:cubicBezTo>
                  <a:pt x="203857" y="55005"/>
                  <a:pt x="205809" y="56642"/>
                  <a:pt x="207482" y="58630"/>
                </a:cubicBezTo>
                <a:cubicBezTo>
                  <a:pt x="209155" y="60618"/>
                  <a:pt x="210476" y="62946"/>
                  <a:pt x="211446" y="65613"/>
                </a:cubicBezTo>
                <a:cubicBezTo>
                  <a:pt x="212416" y="68280"/>
                  <a:pt x="212901" y="71214"/>
                  <a:pt x="212901" y="74415"/>
                </a:cubicBezTo>
                <a:moveTo>
                  <a:pt x="194061" y="32297"/>
                </a:moveTo>
                <a:cubicBezTo>
                  <a:pt x="194061" y="30018"/>
                  <a:pt x="193746" y="27957"/>
                  <a:pt x="193115" y="26114"/>
                </a:cubicBezTo>
                <a:cubicBezTo>
                  <a:pt x="192485" y="24271"/>
                  <a:pt x="191491" y="22708"/>
                  <a:pt x="190133" y="21422"/>
                </a:cubicBezTo>
                <a:cubicBezTo>
                  <a:pt x="188775" y="20137"/>
                  <a:pt x="187005" y="19155"/>
                  <a:pt x="184823" y="18476"/>
                </a:cubicBezTo>
                <a:cubicBezTo>
                  <a:pt x="182640" y="17797"/>
                  <a:pt x="179755" y="17458"/>
                  <a:pt x="176166" y="17458"/>
                </a:cubicBezTo>
                <a:lnTo>
                  <a:pt x="163218" y="17458"/>
                </a:lnTo>
                <a:lnTo>
                  <a:pt x="163218" y="47937"/>
                </a:lnTo>
                <a:lnTo>
                  <a:pt x="177476" y="47937"/>
                </a:lnTo>
                <a:cubicBezTo>
                  <a:pt x="180725" y="47937"/>
                  <a:pt x="183344" y="47512"/>
                  <a:pt x="185332" y="46664"/>
                </a:cubicBezTo>
                <a:cubicBezTo>
                  <a:pt x="187320" y="45815"/>
                  <a:pt x="188969" y="44676"/>
                  <a:pt x="190278" y="43245"/>
                </a:cubicBezTo>
                <a:cubicBezTo>
                  <a:pt x="191588" y="41814"/>
                  <a:pt x="192545" y="40141"/>
                  <a:pt x="193152" y="38226"/>
                </a:cubicBezTo>
                <a:cubicBezTo>
                  <a:pt x="193758" y="36310"/>
                  <a:pt x="194061" y="34334"/>
                  <a:pt x="194061" y="32297"/>
                </a:cubicBezTo>
                <a:moveTo>
                  <a:pt x="199735" y="75142"/>
                </a:moveTo>
                <a:cubicBezTo>
                  <a:pt x="199735" y="72330"/>
                  <a:pt x="199286" y="69856"/>
                  <a:pt x="198389" y="67723"/>
                </a:cubicBezTo>
                <a:cubicBezTo>
                  <a:pt x="197492" y="65589"/>
                  <a:pt x="196182" y="63794"/>
                  <a:pt x="194461" y="62340"/>
                </a:cubicBezTo>
                <a:cubicBezTo>
                  <a:pt x="192739" y="60885"/>
                  <a:pt x="190581" y="59782"/>
                  <a:pt x="187987" y="59030"/>
                </a:cubicBezTo>
                <a:cubicBezTo>
                  <a:pt x="185392" y="58278"/>
                  <a:pt x="182131" y="57902"/>
                  <a:pt x="178203" y="57902"/>
                </a:cubicBezTo>
                <a:lnTo>
                  <a:pt x="163218" y="57902"/>
                </a:lnTo>
                <a:lnTo>
                  <a:pt x="163218" y="91073"/>
                </a:lnTo>
                <a:lnTo>
                  <a:pt x="181404" y="91073"/>
                </a:lnTo>
                <a:cubicBezTo>
                  <a:pt x="184265" y="91073"/>
                  <a:pt x="186762" y="90733"/>
                  <a:pt x="188896" y="90054"/>
                </a:cubicBezTo>
                <a:cubicBezTo>
                  <a:pt x="191030" y="89375"/>
                  <a:pt x="192909" y="88369"/>
                  <a:pt x="194534" y="87035"/>
                </a:cubicBezTo>
                <a:cubicBezTo>
                  <a:pt x="196158" y="85702"/>
                  <a:pt x="197431" y="84041"/>
                  <a:pt x="198353" y="82053"/>
                </a:cubicBezTo>
                <a:cubicBezTo>
                  <a:pt x="199274" y="80064"/>
                  <a:pt x="199735" y="77761"/>
                  <a:pt x="199735" y="75142"/>
                </a:cubicBezTo>
                <a:close/>
                <a:moveTo>
                  <a:pt x="321688" y="99583"/>
                </a:moveTo>
                <a:cubicBezTo>
                  <a:pt x="321688" y="99971"/>
                  <a:pt x="321591" y="100299"/>
                  <a:pt x="321397" y="100565"/>
                </a:cubicBezTo>
                <a:cubicBezTo>
                  <a:pt x="321203" y="100832"/>
                  <a:pt x="320888" y="101062"/>
                  <a:pt x="320451" y="101256"/>
                </a:cubicBezTo>
                <a:cubicBezTo>
                  <a:pt x="320015" y="101450"/>
                  <a:pt x="319409" y="101596"/>
                  <a:pt x="318633" y="101693"/>
                </a:cubicBezTo>
                <a:cubicBezTo>
                  <a:pt x="317857" y="101790"/>
                  <a:pt x="316887" y="101838"/>
                  <a:pt x="315723" y="101838"/>
                </a:cubicBezTo>
                <a:cubicBezTo>
                  <a:pt x="314511" y="101838"/>
                  <a:pt x="313517" y="101790"/>
                  <a:pt x="312741" y="101693"/>
                </a:cubicBezTo>
                <a:cubicBezTo>
                  <a:pt x="311965" y="101596"/>
                  <a:pt x="311359" y="101450"/>
                  <a:pt x="310922" y="101256"/>
                </a:cubicBezTo>
                <a:cubicBezTo>
                  <a:pt x="310486" y="101062"/>
                  <a:pt x="310171" y="100832"/>
                  <a:pt x="309977" y="100565"/>
                </a:cubicBezTo>
                <a:cubicBezTo>
                  <a:pt x="309783" y="100299"/>
                  <a:pt x="309686" y="99971"/>
                  <a:pt x="309686" y="99583"/>
                </a:cubicBezTo>
                <a:lnTo>
                  <a:pt x="309686" y="61249"/>
                </a:lnTo>
                <a:cubicBezTo>
                  <a:pt x="309686" y="57514"/>
                  <a:pt x="309395" y="54508"/>
                  <a:pt x="308813" y="52229"/>
                </a:cubicBezTo>
                <a:cubicBezTo>
                  <a:pt x="308231" y="49949"/>
                  <a:pt x="307382" y="47985"/>
                  <a:pt x="306267" y="46336"/>
                </a:cubicBezTo>
                <a:cubicBezTo>
                  <a:pt x="305151" y="44688"/>
                  <a:pt x="303709" y="43427"/>
                  <a:pt x="301939" y="42554"/>
                </a:cubicBezTo>
                <a:cubicBezTo>
                  <a:pt x="300169" y="41681"/>
                  <a:pt x="298120" y="41245"/>
                  <a:pt x="295792" y="41245"/>
                </a:cubicBezTo>
                <a:cubicBezTo>
                  <a:pt x="292785" y="41245"/>
                  <a:pt x="289779" y="42311"/>
                  <a:pt x="286772" y="44445"/>
                </a:cubicBezTo>
                <a:cubicBezTo>
                  <a:pt x="283765" y="46579"/>
                  <a:pt x="280613" y="49707"/>
                  <a:pt x="277316" y="53829"/>
                </a:cubicBezTo>
                <a:lnTo>
                  <a:pt x="277316" y="99583"/>
                </a:lnTo>
                <a:cubicBezTo>
                  <a:pt x="277316" y="99971"/>
                  <a:pt x="277219" y="100299"/>
                  <a:pt x="277025" y="100565"/>
                </a:cubicBezTo>
                <a:cubicBezTo>
                  <a:pt x="276831" y="100832"/>
                  <a:pt x="276515" y="101062"/>
                  <a:pt x="276079" y="101256"/>
                </a:cubicBezTo>
                <a:cubicBezTo>
                  <a:pt x="275643" y="101450"/>
                  <a:pt x="275036" y="101596"/>
                  <a:pt x="274260" y="101693"/>
                </a:cubicBezTo>
                <a:cubicBezTo>
                  <a:pt x="273485" y="101790"/>
                  <a:pt x="272490" y="101838"/>
                  <a:pt x="271278" y="101838"/>
                </a:cubicBezTo>
                <a:cubicBezTo>
                  <a:pt x="270114" y="101838"/>
                  <a:pt x="269144" y="101790"/>
                  <a:pt x="268368" y="101693"/>
                </a:cubicBezTo>
                <a:cubicBezTo>
                  <a:pt x="267592" y="101596"/>
                  <a:pt x="266974" y="101450"/>
                  <a:pt x="266513" y="101256"/>
                </a:cubicBezTo>
                <a:cubicBezTo>
                  <a:pt x="266053" y="101062"/>
                  <a:pt x="265738" y="100832"/>
                  <a:pt x="265568" y="100565"/>
                </a:cubicBezTo>
                <a:cubicBezTo>
                  <a:pt x="265398" y="100297"/>
                  <a:pt x="265313" y="99969"/>
                  <a:pt x="265313" y="99581"/>
                </a:cubicBezTo>
                <a:lnTo>
                  <a:pt x="265313" y="2330"/>
                </a:lnTo>
                <a:cubicBezTo>
                  <a:pt x="265313" y="1942"/>
                  <a:pt x="265398" y="1603"/>
                  <a:pt x="265568" y="1312"/>
                </a:cubicBezTo>
                <a:cubicBezTo>
                  <a:pt x="265738" y="1019"/>
                  <a:pt x="266053" y="776"/>
                  <a:pt x="266513" y="582"/>
                </a:cubicBezTo>
                <a:cubicBezTo>
                  <a:pt x="266974" y="388"/>
                  <a:pt x="267592" y="242"/>
                  <a:pt x="268368" y="145"/>
                </a:cubicBezTo>
                <a:cubicBezTo>
                  <a:pt x="269144" y="48"/>
                  <a:pt x="270114" y="0"/>
                  <a:pt x="271278" y="0"/>
                </a:cubicBezTo>
                <a:cubicBezTo>
                  <a:pt x="272490" y="0"/>
                  <a:pt x="273485" y="48"/>
                  <a:pt x="274260" y="145"/>
                </a:cubicBezTo>
                <a:cubicBezTo>
                  <a:pt x="275036" y="242"/>
                  <a:pt x="275643" y="389"/>
                  <a:pt x="276079" y="584"/>
                </a:cubicBezTo>
                <a:cubicBezTo>
                  <a:pt x="276515" y="778"/>
                  <a:pt x="276831" y="1021"/>
                  <a:pt x="277025" y="1312"/>
                </a:cubicBezTo>
                <a:cubicBezTo>
                  <a:pt x="277219" y="1603"/>
                  <a:pt x="277316" y="1943"/>
                  <a:pt x="277316" y="2332"/>
                </a:cubicBezTo>
                <a:lnTo>
                  <a:pt x="277316" y="41608"/>
                </a:lnTo>
                <a:cubicBezTo>
                  <a:pt x="280759" y="37971"/>
                  <a:pt x="284226" y="35268"/>
                  <a:pt x="287718" y="33498"/>
                </a:cubicBezTo>
                <a:cubicBezTo>
                  <a:pt x="291209" y="31728"/>
                  <a:pt x="294725" y="30842"/>
                  <a:pt x="298265" y="30842"/>
                </a:cubicBezTo>
                <a:cubicBezTo>
                  <a:pt x="302630" y="30842"/>
                  <a:pt x="306303" y="31582"/>
                  <a:pt x="309286" y="33061"/>
                </a:cubicBezTo>
                <a:cubicBezTo>
                  <a:pt x="312268" y="34540"/>
                  <a:pt x="314681" y="36516"/>
                  <a:pt x="316523" y="38990"/>
                </a:cubicBezTo>
                <a:cubicBezTo>
                  <a:pt x="318366" y="41463"/>
                  <a:pt x="319688" y="44360"/>
                  <a:pt x="320488" y="47682"/>
                </a:cubicBezTo>
                <a:cubicBezTo>
                  <a:pt x="321288" y="51004"/>
                  <a:pt x="321688" y="55017"/>
                  <a:pt x="321688" y="59721"/>
                </a:cubicBezTo>
                <a:lnTo>
                  <a:pt x="321688" y="99583"/>
                </a:lnTo>
                <a:close/>
                <a:moveTo>
                  <a:pt x="355647" y="99583"/>
                </a:moveTo>
                <a:cubicBezTo>
                  <a:pt x="355647" y="99971"/>
                  <a:pt x="355550" y="100299"/>
                  <a:pt x="355356" y="100565"/>
                </a:cubicBezTo>
                <a:cubicBezTo>
                  <a:pt x="355162" y="100832"/>
                  <a:pt x="354846" y="101062"/>
                  <a:pt x="354410" y="101256"/>
                </a:cubicBezTo>
                <a:cubicBezTo>
                  <a:pt x="353973" y="101450"/>
                  <a:pt x="353367" y="101596"/>
                  <a:pt x="352591" y="101693"/>
                </a:cubicBezTo>
                <a:cubicBezTo>
                  <a:pt x="351815" y="101790"/>
                  <a:pt x="350821" y="101838"/>
                  <a:pt x="349609" y="101838"/>
                </a:cubicBezTo>
                <a:cubicBezTo>
                  <a:pt x="348445" y="101838"/>
                  <a:pt x="347475" y="101790"/>
                  <a:pt x="346699" y="101693"/>
                </a:cubicBezTo>
                <a:cubicBezTo>
                  <a:pt x="345923" y="101596"/>
                  <a:pt x="345305" y="101450"/>
                  <a:pt x="344844" y="101256"/>
                </a:cubicBezTo>
                <a:cubicBezTo>
                  <a:pt x="344384" y="101062"/>
                  <a:pt x="344068" y="100832"/>
                  <a:pt x="343899" y="100565"/>
                </a:cubicBezTo>
                <a:cubicBezTo>
                  <a:pt x="343729" y="100299"/>
                  <a:pt x="343644" y="99971"/>
                  <a:pt x="343644" y="99583"/>
                </a:cubicBezTo>
                <a:lnTo>
                  <a:pt x="343644" y="34116"/>
                </a:lnTo>
                <a:cubicBezTo>
                  <a:pt x="343644" y="33776"/>
                  <a:pt x="343729" y="33461"/>
                  <a:pt x="343899" y="33170"/>
                </a:cubicBezTo>
                <a:cubicBezTo>
                  <a:pt x="344068" y="32879"/>
                  <a:pt x="344384" y="32637"/>
                  <a:pt x="344844" y="32443"/>
                </a:cubicBezTo>
                <a:cubicBezTo>
                  <a:pt x="345305" y="32249"/>
                  <a:pt x="345923" y="32103"/>
                  <a:pt x="346699" y="32006"/>
                </a:cubicBezTo>
                <a:cubicBezTo>
                  <a:pt x="347475" y="31909"/>
                  <a:pt x="348445" y="31861"/>
                  <a:pt x="349609" y="31861"/>
                </a:cubicBezTo>
                <a:cubicBezTo>
                  <a:pt x="350821" y="31861"/>
                  <a:pt x="351815" y="31909"/>
                  <a:pt x="352591" y="32006"/>
                </a:cubicBezTo>
                <a:cubicBezTo>
                  <a:pt x="353367" y="32103"/>
                  <a:pt x="353973" y="32249"/>
                  <a:pt x="354410" y="32443"/>
                </a:cubicBezTo>
                <a:cubicBezTo>
                  <a:pt x="354846" y="32637"/>
                  <a:pt x="355162" y="32879"/>
                  <a:pt x="355356" y="33170"/>
                </a:cubicBezTo>
                <a:cubicBezTo>
                  <a:pt x="355550" y="33461"/>
                  <a:pt x="355647" y="33776"/>
                  <a:pt x="355647" y="34116"/>
                </a:cubicBezTo>
                <a:lnTo>
                  <a:pt x="355647" y="99583"/>
                </a:lnTo>
                <a:moveTo>
                  <a:pt x="357029" y="11930"/>
                </a:moveTo>
                <a:cubicBezTo>
                  <a:pt x="357029" y="14742"/>
                  <a:pt x="356495" y="16658"/>
                  <a:pt x="355428" y="17676"/>
                </a:cubicBezTo>
                <a:cubicBezTo>
                  <a:pt x="354361" y="18695"/>
                  <a:pt x="352397" y="19204"/>
                  <a:pt x="349536" y="19204"/>
                </a:cubicBezTo>
                <a:cubicBezTo>
                  <a:pt x="346724" y="19204"/>
                  <a:pt x="344796" y="18707"/>
                  <a:pt x="343753" y="17713"/>
                </a:cubicBezTo>
                <a:cubicBezTo>
                  <a:pt x="342711" y="16718"/>
                  <a:pt x="342189" y="14839"/>
                  <a:pt x="342189" y="12075"/>
                </a:cubicBezTo>
                <a:cubicBezTo>
                  <a:pt x="342189" y="9262"/>
                  <a:pt x="342723" y="7347"/>
                  <a:pt x="343790" y="6329"/>
                </a:cubicBezTo>
                <a:cubicBezTo>
                  <a:pt x="344857" y="5310"/>
                  <a:pt x="346821" y="4801"/>
                  <a:pt x="349682" y="4801"/>
                </a:cubicBezTo>
                <a:cubicBezTo>
                  <a:pt x="352494" y="4801"/>
                  <a:pt x="354422" y="5298"/>
                  <a:pt x="355465" y="6292"/>
                </a:cubicBezTo>
                <a:cubicBezTo>
                  <a:pt x="356507" y="7286"/>
                  <a:pt x="357029" y="9165"/>
                  <a:pt x="357029" y="11930"/>
                </a:cubicBezTo>
                <a:close/>
                <a:moveTo>
                  <a:pt x="411624" y="94855"/>
                </a:moveTo>
                <a:cubicBezTo>
                  <a:pt x="411624" y="96262"/>
                  <a:pt x="411527" y="97377"/>
                  <a:pt x="411333" y="98201"/>
                </a:cubicBezTo>
                <a:cubicBezTo>
                  <a:pt x="411139" y="99026"/>
                  <a:pt x="410848" y="99632"/>
                  <a:pt x="410460" y="100020"/>
                </a:cubicBezTo>
                <a:cubicBezTo>
                  <a:pt x="410072" y="100408"/>
                  <a:pt x="409490" y="100772"/>
                  <a:pt x="408714" y="101111"/>
                </a:cubicBezTo>
                <a:cubicBezTo>
                  <a:pt x="407939" y="101450"/>
                  <a:pt x="407054" y="101729"/>
                  <a:pt x="406059" y="101947"/>
                </a:cubicBezTo>
                <a:cubicBezTo>
                  <a:pt x="405065" y="102166"/>
                  <a:pt x="404010" y="102348"/>
                  <a:pt x="402895" y="102493"/>
                </a:cubicBezTo>
                <a:cubicBezTo>
                  <a:pt x="401780" y="102639"/>
                  <a:pt x="400664" y="102711"/>
                  <a:pt x="399549" y="102711"/>
                </a:cubicBezTo>
                <a:cubicBezTo>
                  <a:pt x="396154" y="102711"/>
                  <a:pt x="393245" y="102262"/>
                  <a:pt x="390820" y="101363"/>
                </a:cubicBezTo>
                <a:cubicBezTo>
                  <a:pt x="388395" y="100463"/>
                  <a:pt x="386407" y="99101"/>
                  <a:pt x="384855" y="97278"/>
                </a:cubicBezTo>
                <a:cubicBezTo>
                  <a:pt x="383303" y="95455"/>
                  <a:pt x="382176" y="93147"/>
                  <a:pt x="381473" y="90352"/>
                </a:cubicBezTo>
                <a:cubicBezTo>
                  <a:pt x="380769" y="87558"/>
                  <a:pt x="380418" y="84264"/>
                  <a:pt x="380418" y="80473"/>
                </a:cubicBezTo>
                <a:lnTo>
                  <a:pt x="380418" y="42117"/>
                </a:lnTo>
                <a:lnTo>
                  <a:pt x="371252" y="42117"/>
                </a:lnTo>
                <a:cubicBezTo>
                  <a:pt x="370525" y="42117"/>
                  <a:pt x="369943" y="41729"/>
                  <a:pt x="369507" y="40954"/>
                </a:cubicBezTo>
                <a:cubicBezTo>
                  <a:pt x="369070" y="40178"/>
                  <a:pt x="368852" y="38917"/>
                  <a:pt x="368852" y="37171"/>
                </a:cubicBezTo>
                <a:cubicBezTo>
                  <a:pt x="368852" y="36250"/>
                  <a:pt x="368913" y="35474"/>
                  <a:pt x="369034" y="34843"/>
                </a:cubicBezTo>
                <a:cubicBezTo>
                  <a:pt x="369155" y="34213"/>
                  <a:pt x="369313" y="33692"/>
                  <a:pt x="369507" y="33279"/>
                </a:cubicBezTo>
                <a:cubicBezTo>
                  <a:pt x="369701" y="32867"/>
                  <a:pt x="369955" y="32576"/>
                  <a:pt x="370270" y="32406"/>
                </a:cubicBezTo>
                <a:cubicBezTo>
                  <a:pt x="370586" y="32237"/>
                  <a:pt x="370937" y="32152"/>
                  <a:pt x="371325" y="32152"/>
                </a:cubicBezTo>
                <a:lnTo>
                  <a:pt x="380418" y="32152"/>
                </a:lnTo>
                <a:lnTo>
                  <a:pt x="380418" y="16585"/>
                </a:lnTo>
                <a:cubicBezTo>
                  <a:pt x="380418" y="16246"/>
                  <a:pt x="380503" y="15930"/>
                  <a:pt x="380673" y="15639"/>
                </a:cubicBezTo>
                <a:cubicBezTo>
                  <a:pt x="380842" y="15349"/>
                  <a:pt x="381157" y="15094"/>
                  <a:pt x="381618" y="14876"/>
                </a:cubicBezTo>
                <a:cubicBezTo>
                  <a:pt x="382079" y="14657"/>
                  <a:pt x="382697" y="14500"/>
                  <a:pt x="383473" y="14403"/>
                </a:cubicBezTo>
                <a:cubicBezTo>
                  <a:pt x="384249" y="14306"/>
                  <a:pt x="385219" y="14257"/>
                  <a:pt x="386383" y="14257"/>
                </a:cubicBezTo>
                <a:cubicBezTo>
                  <a:pt x="387595" y="14257"/>
                  <a:pt x="388589" y="14306"/>
                  <a:pt x="389365" y="14403"/>
                </a:cubicBezTo>
                <a:cubicBezTo>
                  <a:pt x="390141" y="14500"/>
                  <a:pt x="390747" y="14657"/>
                  <a:pt x="391184" y="14876"/>
                </a:cubicBezTo>
                <a:cubicBezTo>
                  <a:pt x="391620" y="15094"/>
                  <a:pt x="391935" y="15349"/>
                  <a:pt x="392129" y="15639"/>
                </a:cubicBezTo>
                <a:cubicBezTo>
                  <a:pt x="392323" y="15930"/>
                  <a:pt x="392420" y="16246"/>
                  <a:pt x="392420" y="16585"/>
                </a:cubicBezTo>
                <a:lnTo>
                  <a:pt x="392420" y="32152"/>
                </a:lnTo>
                <a:lnTo>
                  <a:pt x="409224" y="32152"/>
                </a:lnTo>
                <a:cubicBezTo>
                  <a:pt x="409612" y="32152"/>
                  <a:pt x="409951" y="32237"/>
                  <a:pt x="410242" y="32406"/>
                </a:cubicBezTo>
                <a:cubicBezTo>
                  <a:pt x="410533" y="32576"/>
                  <a:pt x="410788" y="32867"/>
                  <a:pt x="411006" y="33279"/>
                </a:cubicBezTo>
                <a:cubicBezTo>
                  <a:pt x="411224" y="33692"/>
                  <a:pt x="411382" y="34213"/>
                  <a:pt x="411479" y="34843"/>
                </a:cubicBezTo>
                <a:cubicBezTo>
                  <a:pt x="411576" y="35474"/>
                  <a:pt x="411624" y="36250"/>
                  <a:pt x="411624" y="37171"/>
                </a:cubicBezTo>
                <a:cubicBezTo>
                  <a:pt x="411624" y="38917"/>
                  <a:pt x="411406" y="40178"/>
                  <a:pt x="410969" y="40954"/>
                </a:cubicBezTo>
                <a:cubicBezTo>
                  <a:pt x="410533" y="41729"/>
                  <a:pt x="409951" y="42117"/>
                  <a:pt x="409224" y="42117"/>
                </a:cubicBezTo>
                <a:lnTo>
                  <a:pt x="392420" y="42117"/>
                </a:lnTo>
                <a:lnTo>
                  <a:pt x="392420" y="78741"/>
                </a:lnTo>
                <a:cubicBezTo>
                  <a:pt x="392420" y="83263"/>
                  <a:pt x="393087" y="86679"/>
                  <a:pt x="394421" y="88990"/>
                </a:cubicBezTo>
                <a:cubicBezTo>
                  <a:pt x="395754" y="91300"/>
                  <a:pt x="398143" y="92455"/>
                  <a:pt x="401586" y="92455"/>
                </a:cubicBezTo>
                <a:cubicBezTo>
                  <a:pt x="402701" y="92455"/>
                  <a:pt x="403695" y="92346"/>
                  <a:pt x="404568" y="92127"/>
                </a:cubicBezTo>
                <a:cubicBezTo>
                  <a:pt x="405441" y="91909"/>
                  <a:pt x="406217" y="91679"/>
                  <a:pt x="406896" y="91436"/>
                </a:cubicBezTo>
                <a:cubicBezTo>
                  <a:pt x="407575" y="91194"/>
                  <a:pt x="408157" y="90964"/>
                  <a:pt x="408642" y="90745"/>
                </a:cubicBezTo>
                <a:cubicBezTo>
                  <a:pt x="409127" y="90527"/>
                  <a:pt x="409563" y="90418"/>
                  <a:pt x="409951" y="90418"/>
                </a:cubicBezTo>
                <a:cubicBezTo>
                  <a:pt x="410194" y="90418"/>
                  <a:pt x="410424" y="90479"/>
                  <a:pt x="410642" y="90600"/>
                </a:cubicBezTo>
                <a:cubicBezTo>
                  <a:pt x="410860" y="90721"/>
                  <a:pt x="411030" y="90951"/>
                  <a:pt x="411151" y="91291"/>
                </a:cubicBezTo>
                <a:cubicBezTo>
                  <a:pt x="411273" y="91630"/>
                  <a:pt x="411382" y="92091"/>
                  <a:pt x="411479" y="92673"/>
                </a:cubicBezTo>
                <a:cubicBezTo>
                  <a:pt x="411576" y="93255"/>
                  <a:pt x="411624" y="93982"/>
                  <a:pt x="411624" y="94855"/>
                </a:cubicBez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FDC06-E53D-4E3B-AA6C-71E8383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37" y="1321048"/>
            <a:ext cx="1283635" cy="11787"/>
          </a:xfrm>
          <a:custGeom xmlns:a="http://schemas.openxmlformats.org/drawingml/2006/main">
            <a:pathLst>
              <a:path w="1283635" h="11787">
                <a:moveTo>
                  <a:pt x="0" y="11787"/>
                </a:moveTo>
                <a:lnTo>
                  <a:pt x="1283635" y="11787"/>
                </a:lnTo>
                <a:lnTo>
                  <a:pt x="1283635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64C84-2A05-4066-BE45-3E0C455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37" y="1321048"/>
            <a:ext cx="11776" cy="683653"/>
          </a:xfrm>
          <a:custGeom xmlns:a="http://schemas.openxmlformats.org/drawingml/2006/main">
            <a:pathLst>
              <a:path w="11776" h="683653">
                <a:moveTo>
                  <a:pt x="0" y="683653"/>
                </a:moveTo>
                <a:lnTo>
                  <a:pt x="11776" y="683653"/>
                </a:lnTo>
                <a:lnTo>
                  <a:pt x="11776" y="0"/>
                </a:lnTo>
                <a:lnTo>
                  <a:pt x="0" y="0"/>
                </a:lnTo>
                <a:lnTo>
                  <a:pt x="0" y="683653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A5549-9A07-4BD7-BEC0-2B1CFF72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332835"/>
            <a:ext cx="1271858" cy="223955"/>
          </a:xfrm>
          <a:custGeom xmlns:a="http://schemas.openxmlformats.org/drawingml/2006/main">
            <a:pathLst>
              <a:path w="1271858" h="223955">
                <a:moveTo>
                  <a:pt x="1271858" y="223955"/>
                </a:moveTo>
                <a:lnTo>
                  <a:pt x="1271858" y="0"/>
                </a:lnTo>
                <a:lnTo>
                  <a:pt x="0" y="0"/>
                </a:lnTo>
                <a:lnTo>
                  <a:pt x="0" y="223955"/>
                </a:lnTo>
                <a:lnTo>
                  <a:pt x="1271858" y="2239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FD7D55-875C-46E3-B47C-D12E776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545003"/>
            <a:ext cx="317964" cy="235742"/>
          </a:xfrm>
          <a:custGeom xmlns:a="http://schemas.openxmlformats.org/drawingml/2006/main">
            <a:pathLst>
              <a:path w="317964" h="235742">
                <a:moveTo>
                  <a:pt x="317964" y="0"/>
                </a:moveTo>
                <a:lnTo>
                  <a:pt x="0" y="0"/>
                </a:lnTo>
                <a:lnTo>
                  <a:pt x="0" y="235742"/>
                </a:lnTo>
                <a:lnTo>
                  <a:pt x="317964" y="235742"/>
                </a:lnTo>
                <a:lnTo>
                  <a:pt x="3179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12E37-F3DF-4458-A4B0-9FC4DEED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02" y="1545003"/>
            <a:ext cx="329741" cy="235742"/>
          </a:xfrm>
          <a:custGeom xmlns:a="http://schemas.openxmlformats.org/drawingml/2006/main">
            <a:pathLst>
              <a:path w="329741" h="235742">
                <a:moveTo>
                  <a:pt x="0" y="235742"/>
                </a:moveTo>
                <a:lnTo>
                  <a:pt x="329741" y="235742"/>
                </a:lnTo>
                <a:lnTo>
                  <a:pt x="329741" y="0"/>
                </a:lnTo>
                <a:lnTo>
                  <a:pt x="0" y="0"/>
                </a:lnTo>
                <a:lnTo>
                  <a:pt x="0" y="235742"/>
                </a:lnTo>
                <a:close/>
              </a:path>
            </a:pathLst>
          </a:custGeom>
          <a:solidFill xmlns:a="http://schemas.openxmlformats.org/drawingml/2006/main">
            <a:srgbClr val="2F7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80EF9-3AD5-416A-BE81-85C108B5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6" y="1545003"/>
            <a:ext cx="647705" cy="235742"/>
          </a:xfrm>
          <a:custGeom xmlns:a="http://schemas.openxmlformats.org/drawingml/2006/main">
            <a:pathLst>
              <a:path w="647705" h="235742">
                <a:moveTo>
                  <a:pt x="0" y="235742"/>
                </a:moveTo>
                <a:lnTo>
                  <a:pt x="647705" y="235742"/>
                </a:lnTo>
                <a:lnTo>
                  <a:pt x="647705" y="0"/>
                </a:lnTo>
                <a:lnTo>
                  <a:pt x="0" y="0"/>
                </a:lnTo>
                <a:lnTo>
                  <a:pt x="0" y="2357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8A1CB-9D44-40DD-A18B-E6548C9B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768958"/>
            <a:ext cx="1271858" cy="235742"/>
          </a:xfrm>
          <a:custGeom xmlns:a="http://schemas.openxmlformats.org/drawingml/2006/main">
            <a:pathLst>
              <a:path w="1271858" h="235742">
                <a:moveTo>
                  <a:pt x="0" y="0"/>
                </a:moveTo>
                <a:lnTo>
                  <a:pt x="0" y="235742"/>
                </a:lnTo>
                <a:lnTo>
                  <a:pt x="1271858" y="235742"/>
                </a:lnTo>
                <a:lnTo>
                  <a:pt x="127185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CB932-1878-41B4-A581-495ABCBC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37" y="1321048"/>
            <a:ext cx="11776" cy="10"/>
          </a:xfrm>
          <a:custGeom xmlns:a="http://schemas.openxmlformats.org/drawingml/2006/main">
            <a:pathLst>
              <a:path w="11776" h="1">
                <a:moveTo>
                  <a:pt x="0" y="0"/>
                </a:moveTo>
                <a:lnTo>
                  <a:pt x="11776" y="0"/>
                </a:lnTo>
                <a:lnTo>
                  <a:pt x="117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43DD4-4177-4911-9FA0-B9A6567C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02" y="1321048"/>
            <a:ext cx="11776" cy="10"/>
          </a:xfrm>
          <a:custGeom xmlns:a="http://schemas.openxmlformats.org/drawingml/2006/main">
            <a:pathLst>
              <a:path w="11776" h="1">
                <a:moveTo>
                  <a:pt x="0" y="0"/>
                </a:moveTo>
                <a:lnTo>
                  <a:pt x="11776" y="0"/>
                </a:lnTo>
                <a:lnTo>
                  <a:pt x="117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A6277-401B-420A-BF8C-A1DABE50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6" y="1321048"/>
            <a:ext cx="11777" cy="10"/>
          </a:xfrm>
          <a:custGeom xmlns:a="http://schemas.openxmlformats.org/drawingml/2006/main">
            <a:pathLst>
              <a:path w="11777" h="1">
                <a:moveTo>
                  <a:pt x="0" y="0"/>
                </a:moveTo>
                <a:lnTo>
                  <a:pt x="11777" y="0"/>
                </a:lnTo>
                <a:lnTo>
                  <a:pt x="117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02ADD-8613-4289-894F-5E4DE2E5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30" y="1321048"/>
            <a:ext cx="11776" cy="10"/>
          </a:xfrm>
          <a:custGeom xmlns:a="http://schemas.openxmlformats.org/drawingml/2006/main">
            <a:pathLst>
              <a:path w="11776" h="1">
                <a:moveTo>
                  <a:pt x="0" y="0"/>
                </a:moveTo>
                <a:lnTo>
                  <a:pt x="11776" y="0"/>
                </a:lnTo>
                <a:lnTo>
                  <a:pt x="1177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2CCF1-643C-4CDA-89AB-BC9AD4FA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321048"/>
            <a:ext cx="1271858" cy="11787"/>
          </a:xfrm>
          <a:custGeom xmlns:a="http://schemas.openxmlformats.org/drawingml/2006/main">
            <a:pathLst>
              <a:path w="1271858" h="11787">
                <a:moveTo>
                  <a:pt x="0" y="11787"/>
                </a:moveTo>
                <a:lnTo>
                  <a:pt x="1271858" y="11787"/>
                </a:lnTo>
                <a:lnTo>
                  <a:pt x="1271858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BEAC4-8A31-48BC-97C9-1A663E3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294" y="1321048"/>
            <a:ext cx="11777" cy="10"/>
          </a:xfrm>
          <a:custGeom xmlns:a="http://schemas.openxmlformats.org/drawingml/2006/main">
            <a:pathLst>
              <a:path w="11777" h="1">
                <a:moveTo>
                  <a:pt x="0" y="0"/>
                </a:moveTo>
                <a:lnTo>
                  <a:pt x="11777" y="0"/>
                </a:lnTo>
                <a:lnTo>
                  <a:pt x="1177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D6634-E553-4643-97FA-463FA48B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545003"/>
            <a:ext cx="1271858" cy="11787"/>
          </a:xfrm>
          <a:custGeom xmlns:a="http://schemas.openxmlformats.org/drawingml/2006/main">
            <a:pathLst>
              <a:path w="1271858" h="11787">
                <a:moveTo>
                  <a:pt x="0" y="11787"/>
                </a:moveTo>
                <a:lnTo>
                  <a:pt x="1271858" y="11787"/>
                </a:lnTo>
                <a:lnTo>
                  <a:pt x="1271858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BA6D7-5D8C-4863-BF89-647A0ADD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768958"/>
            <a:ext cx="1271858" cy="11787"/>
          </a:xfrm>
          <a:custGeom xmlns:a="http://schemas.openxmlformats.org/drawingml/2006/main">
            <a:pathLst>
              <a:path w="1271858" h="11787">
                <a:moveTo>
                  <a:pt x="0" y="11787"/>
                </a:moveTo>
                <a:lnTo>
                  <a:pt x="1271858" y="11787"/>
                </a:lnTo>
                <a:lnTo>
                  <a:pt x="1271858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53F5C-F333-442E-819E-36B9CE9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37" y="1321048"/>
            <a:ext cx="11776" cy="683653"/>
          </a:xfrm>
          <a:custGeom xmlns:a="http://schemas.openxmlformats.org/drawingml/2006/main">
            <a:pathLst>
              <a:path w="11776" h="683653">
                <a:moveTo>
                  <a:pt x="0" y="683653"/>
                </a:moveTo>
                <a:lnTo>
                  <a:pt x="11776" y="683653"/>
                </a:lnTo>
                <a:lnTo>
                  <a:pt x="11776" y="0"/>
                </a:lnTo>
                <a:lnTo>
                  <a:pt x="0" y="0"/>
                </a:lnTo>
                <a:lnTo>
                  <a:pt x="0" y="683653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71D6D-5AE4-4E1D-A37B-07E98ACC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02" y="1332835"/>
            <a:ext cx="11776" cy="671866"/>
          </a:xfrm>
          <a:custGeom xmlns:a="http://schemas.openxmlformats.org/drawingml/2006/main">
            <a:pathLst>
              <a:path w="11776" h="671866">
                <a:moveTo>
                  <a:pt x="0" y="671866"/>
                </a:moveTo>
                <a:lnTo>
                  <a:pt x="11776" y="671866"/>
                </a:lnTo>
                <a:lnTo>
                  <a:pt x="11776" y="0"/>
                </a:lnTo>
                <a:lnTo>
                  <a:pt x="0" y="0"/>
                </a:lnTo>
                <a:lnTo>
                  <a:pt x="0" y="671866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D533A-DF44-4367-993F-E2A16EE9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6" y="1332835"/>
            <a:ext cx="11777" cy="671866"/>
          </a:xfrm>
          <a:custGeom xmlns:a="http://schemas.openxmlformats.org/drawingml/2006/main">
            <a:pathLst>
              <a:path w="11777" h="671866">
                <a:moveTo>
                  <a:pt x="0" y="671866"/>
                </a:moveTo>
                <a:lnTo>
                  <a:pt x="11777" y="671866"/>
                </a:lnTo>
                <a:lnTo>
                  <a:pt x="11777" y="0"/>
                </a:lnTo>
                <a:lnTo>
                  <a:pt x="0" y="0"/>
                </a:lnTo>
                <a:lnTo>
                  <a:pt x="0" y="671866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4B89B-9FE3-48CE-8307-F02823E3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30" y="1332835"/>
            <a:ext cx="11776" cy="671866"/>
          </a:xfrm>
          <a:custGeom xmlns:a="http://schemas.openxmlformats.org/drawingml/2006/main">
            <a:pathLst>
              <a:path w="11776" h="671866">
                <a:moveTo>
                  <a:pt x="0" y="671866"/>
                </a:moveTo>
                <a:lnTo>
                  <a:pt x="11776" y="671866"/>
                </a:lnTo>
                <a:lnTo>
                  <a:pt x="11776" y="0"/>
                </a:lnTo>
                <a:lnTo>
                  <a:pt x="0" y="0"/>
                </a:lnTo>
                <a:lnTo>
                  <a:pt x="0" y="671866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C9A9D-CFFC-429A-8D07-95EED974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13" y="1992913"/>
            <a:ext cx="1271858" cy="11787"/>
          </a:xfrm>
          <a:custGeom xmlns:a="http://schemas.openxmlformats.org/drawingml/2006/main">
            <a:pathLst>
              <a:path w="1271858" h="11787">
                <a:moveTo>
                  <a:pt x="0" y="11787"/>
                </a:moveTo>
                <a:lnTo>
                  <a:pt x="1271858" y="11787"/>
                </a:lnTo>
                <a:lnTo>
                  <a:pt x="1271858" y="0"/>
                </a:lnTo>
                <a:lnTo>
                  <a:pt x="0" y="0"/>
                </a:lnTo>
                <a:lnTo>
                  <a:pt x="0" y="11787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EDA0FB-2D8F-41BB-86B3-FA22AF35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294" y="1332835"/>
            <a:ext cx="11777" cy="671866"/>
          </a:xfrm>
          <a:custGeom xmlns:a="http://schemas.openxmlformats.org/drawingml/2006/main">
            <a:pathLst>
              <a:path w="11777" h="671866">
                <a:moveTo>
                  <a:pt x="0" y="671866"/>
                </a:moveTo>
                <a:lnTo>
                  <a:pt x="11777" y="671866"/>
                </a:lnTo>
                <a:lnTo>
                  <a:pt x="11777" y="0"/>
                </a:lnTo>
                <a:lnTo>
                  <a:pt x="0" y="0"/>
                </a:lnTo>
                <a:lnTo>
                  <a:pt x="0" y="671866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57D1F-A14E-4832-894D-6E662D9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37" y="2004701"/>
            <a:ext cx="11776" cy="10"/>
          </a:xfrm>
          <a:custGeom xmlns:a="http://schemas.openxmlformats.org/drawingml/2006/main">
            <a:pathLst>
              <a:path w="11776" h="1">
                <a:moveTo>
                  <a:pt x="11776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D5BCCA-AE26-4BD1-BB11-C794DA9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02" y="2004701"/>
            <a:ext cx="11776" cy="10"/>
          </a:xfrm>
          <a:custGeom xmlns:a="http://schemas.openxmlformats.org/drawingml/2006/main">
            <a:pathLst>
              <a:path w="11776" h="1">
                <a:moveTo>
                  <a:pt x="11776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41482A-851A-48F9-8369-4CC804E7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66" y="2004701"/>
            <a:ext cx="11777" cy="10"/>
          </a:xfrm>
          <a:custGeom xmlns:a="http://schemas.openxmlformats.org/drawingml/2006/main">
            <a:pathLst>
              <a:path w="11777" h="1">
                <a:moveTo>
                  <a:pt x="1177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D1B26-815A-4C3A-8405-E9B0E60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330" y="2004701"/>
            <a:ext cx="11776" cy="10"/>
          </a:xfrm>
          <a:custGeom xmlns:a="http://schemas.openxmlformats.org/drawingml/2006/main">
            <a:pathLst>
              <a:path w="11776" h="1">
                <a:moveTo>
                  <a:pt x="11776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533C9-06DA-47C0-98B5-3A009AD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294" y="2004701"/>
            <a:ext cx="11777" cy="10"/>
          </a:xfrm>
          <a:custGeom xmlns:a="http://schemas.openxmlformats.org/drawingml/2006/main">
            <a:pathLst>
              <a:path w="11777" h="1">
                <a:moveTo>
                  <a:pt x="11777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0C027-5B58-4B4A-A5C7-14FC1925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71" y="1321048"/>
            <a:ext cx="10" cy="11787"/>
          </a:xfrm>
          <a:custGeom xmlns:a="http://schemas.openxmlformats.org/drawingml/2006/main">
            <a:pathLst>
              <a:path w="1" h="11787">
                <a:moveTo>
                  <a:pt x="0" y="0"/>
                </a:moveTo>
                <a:lnTo>
                  <a:pt x="0" y="11787"/>
                </a:lnTo>
                <a:lnTo>
                  <a:pt x="0" y="1178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812A29-ED02-4539-8412-049F4DFD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71" y="1545003"/>
            <a:ext cx="10" cy="11787"/>
          </a:xfrm>
          <a:custGeom xmlns:a="http://schemas.openxmlformats.org/drawingml/2006/main">
            <a:pathLst>
              <a:path w="1" h="11787">
                <a:moveTo>
                  <a:pt x="0" y="0"/>
                </a:moveTo>
                <a:lnTo>
                  <a:pt x="0" y="11787"/>
                </a:lnTo>
                <a:lnTo>
                  <a:pt x="0" y="1178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44819-1B23-4A62-9AC4-49F47AA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71" y="1768958"/>
            <a:ext cx="10" cy="11787"/>
          </a:xfrm>
          <a:custGeom xmlns:a="http://schemas.openxmlformats.org/drawingml/2006/main">
            <a:pathLst>
              <a:path w="1" h="11787">
                <a:moveTo>
                  <a:pt x="0" y="0"/>
                </a:moveTo>
                <a:lnTo>
                  <a:pt x="0" y="11787"/>
                </a:lnTo>
                <a:lnTo>
                  <a:pt x="0" y="1178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B30583-F36A-41A2-9EE1-49545105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071" y="1992913"/>
            <a:ext cx="10" cy="11787"/>
          </a:xfrm>
          <a:custGeom xmlns:a="http://schemas.openxmlformats.org/drawingml/2006/main">
            <a:pathLst>
              <a:path w="1" h="11787">
                <a:moveTo>
                  <a:pt x="0" y="0"/>
                </a:moveTo>
                <a:lnTo>
                  <a:pt x="0" y="11787"/>
                </a:lnTo>
                <a:lnTo>
                  <a:pt x="0" y="11787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10153-A716-4D44-A015-CFB2329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98633"/>
            <a:ext cx="963236" cy="8832"/>
          </a:xfrm>
          <a:custGeom xmlns:a="http://schemas.openxmlformats.org/drawingml/2006/main">
            <a:pathLst>
              <a:path w="963236" h="8832">
                <a:moveTo>
                  <a:pt x="0" y="8832"/>
                </a:moveTo>
                <a:lnTo>
                  <a:pt x="963236" y="8832"/>
                </a:lnTo>
                <a:lnTo>
                  <a:pt x="963236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1FAE0-BA94-429F-BC3D-4DDD4407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98633"/>
            <a:ext cx="8837" cy="512230"/>
          </a:xfrm>
          <a:custGeom xmlns:a="http://schemas.openxmlformats.org/drawingml/2006/main">
            <a:pathLst>
              <a:path w="8837" h="512230">
                <a:moveTo>
                  <a:pt x="0" y="512230"/>
                </a:moveTo>
                <a:lnTo>
                  <a:pt x="8837" y="512230"/>
                </a:lnTo>
                <a:lnTo>
                  <a:pt x="8837" y="0"/>
                </a:lnTo>
                <a:lnTo>
                  <a:pt x="0" y="0"/>
                </a:lnTo>
                <a:lnTo>
                  <a:pt x="0" y="51223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F68D9B-0802-40EF-8DAC-85601970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207464"/>
            <a:ext cx="238600" cy="167800"/>
          </a:xfrm>
          <a:custGeom xmlns:a="http://schemas.openxmlformats.org/drawingml/2006/main">
            <a:pathLst>
              <a:path w="238600" h="167800">
                <a:moveTo>
                  <a:pt x="238600" y="0"/>
                </a:moveTo>
                <a:lnTo>
                  <a:pt x="0" y="0"/>
                </a:lnTo>
                <a:lnTo>
                  <a:pt x="0" y="167800"/>
                </a:lnTo>
                <a:lnTo>
                  <a:pt x="238600" y="167800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27CF5-DD81-450E-9BC5-13D60F4A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207464"/>
            <a:ext cx="247436" cy="167800"/>
          </a:xfrm>
          <a:custGeom xmlns:a="http://schemas.openxmlformats.org/drawingml/2006/main">
            <a:pathLst>
              <a:path w="247436" h="167800">
                <a:moveTo>
                  <a:pt x="247436" y="0"/>
                </a:moveTo>
                <a:lnTo>
                  <a:pt x="0" y="0"/>
                </a:lnTo>
                <a:lnTo>
                  <a:pt x="0" y="167800"/>
                </a:lnTo>
                <a:lnTo>
                  <a:pt x="247436" y="167800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634E0-437C-49EB-8CFB-4436D28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207464"/>
            <a:ext cx="247436" cy="167800"/>
          </a:xfrm>
          <a:custGeom xmlns:a="http://schemas.openxmlformats.org/drawingml/2006/main">
            <a:pathLst>
              <a:path w="247436" h="167800">
                <a:moveTo>
                  <a:pt x="247436" y="0"/>
                </a:moveTo>
                <a:lnTo>
                  <a:pt x="0" y="0"/>
                </a:lnTo>
                <a:lnTo>
                  <a:pt x="0" y="167800"/>
                </a:lnTo>
                <a:lnTo>
                  <a:pt x="247436" y="167800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0CF6B-DFC3-4E79-A5AF-B70FED6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207464"/>
            <a:ext cx="247437" cy="167800"/>
          </a:xfrm>
          <a:custGeom xmlns:a="http://schemas.openxmlformats.org/drawingml/2006/main">
            <a:pathLst>
              <a:path w="247437" h="167800">
                <a:moveTo>
                  <a:pt x="247437" y="0"/>
                </a:moveTo>
                <a:lnTo>
                  <a:pt x="0" y="0"/>
                </a:lnTo>
                <a:lnTo>
                  <a:pt x="0" y="167800"/>
                </a:lnTo>
                <a:lnTo>
                  <a:pt x="247437" y="167800"/>
                </a:lnTo>
                <a:lnTo>
                  <a:pt x="24743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64034-BAAC-4D7F-B04D-121CAD9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366433"/>
            <a:ext cx="238600" cy="176631"/>
          </a:xfrm>
          <a:custGeom xmlns:a="http://schemas.openxmlformats.org/drawingml/2006/main">
            <a:pathLst>
              <a:path w="238600" h="176631">
                <a:moveTo>
                  <a:pt x="238600" y="0"/>
                </a:moveTo>
                <a:lnTo>
                  <a:pt x="0" y="0"/>
                </a:lnTo>
                <a:lnTo>
                  <a:pt x="0" y="176631"/>
                </a:lnTo>
                <a:lnTo>
                  <a:pt x="238600" y="176631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FA3B6-F2A3-4E4B-9C52-9D74E1B6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366433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C659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646E7-89A5-4CD5-865B-CA9EC80B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366433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433B40-E161-4FD7-917F-0F219113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366433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9EED7-2B33-4105-89FA-3125ED88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534232"/>
            <a:ext cx="477199" cy="176631"/>
          </a:xfrm>
          <a:custGeom xmlns:a="http://schemas.openxmlformats.org/drawingml/2006/main">
            <a:pathLst>
              <a:path w="477199" h="176631">
                <a:moveTo>
                  <a:pt x="477199" y="0"/>
                </a:moveTo>
                <a:lnTo>
                  <a:pt x="0" y="0"/>
                </a:lnTo>
                <a:lnTo>
                  <a:pt x="0" y="176631"/>
                </a:lnTo>
                <a:lnTo>
                  <a:pt x="477199" y="176631"/>
                </a:lnTo>
                <a:lnTo>
                  <a:pt x="47719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3DF0A-1467-4876-9DE5-814B97D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534232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8CEFE-3B37-4C12-BBA3-B0E39709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534232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7FC95F-E4DD-45A7-B2CE-9E8B909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B7CE8-BA17-4564-BF7D-D011E8D7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FC041-6313-4065-985D-7DE0D75E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CB475-EBCE-4EA9-B652-B978544A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EE230-E418-4708-B1D9-35EA338F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98633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A14EA-27EB-4030-A664-AA71D99B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579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5E271-530C-4154-A196-DC30D159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366433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A66789-64ED-49AC-8C90-6299DEAA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534232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320128-8B7B-4B58-A641-D4F1F3B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98633"/>
            <a:ext cx="8837" cy="512230"/>
          </a:xfrm>
          <a:custGeom xmlns:a="http://schemas.openxmlformats.org/drawingml/2006/main">
            <a:pathLst>
              <a:path w="8837" h="512230">
                <a:moveTo>
                  <a:pt x="0" y="512230"/>
                </a:moveTo>
                <a:lnTo>
                  <a:pt x="8837" y="512230"/>
                </a:lnTo>
                <a:lnTo>
                  <a:pt x="8837" y="0"/>
                </a:lnTo>
                <a:lnTo>
                  <a:pt x="0" y="0"/>
                </a:lnTo>
                <a:lnTo>
                  <a:pt x="0" y="512230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E7553-1E9A-4E4F-BC97-7F2FEC8A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88A50-7416-4EC7-9EBA-684949F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85497-670E-4A16-A753-6FA7D07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6B478-5978-4741-9E11-2052BC8D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702031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55E3C-D86D-4225-98BD-99B7E2B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579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F72F5-15B9-4E8E-B041-F21DCD45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98633"/>
            <a:ext cx="963236" cy="8832"/>
          </a:xfrm>
          <a:custGeom xmlns:a="http://schemas.openxmlformats.org/drawingml/2006/main">
            <a:pathLst>
              <a:path w="963236" h="8832">
                <a:moveTo>
                  <a:pt x="0" y="8832"/>
                </a:moveTo>
                <a:lnTo>
                  <a:pt x="963236" y="8832"/>
                </a:lnTo>
                <a:lnTo>
                  <a:pt x="963236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42350-9886-445C-A65B-C60E1464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98633"/>
            <a:ext cx="8837" cy="512230"/>
          </a:xfrm>
          <a:custGeom xmlns:a="http://schemas.openxmlformats.org/drawingml/2006/main">
            <a:pathLst>
              <a:path w="8837" h="512230">
                <a:moveTo>
                  <a:pt x="0" y="512230"/>
                </a:moveTo>
                <a:lnTo>
                  <a:pt x="8837" y="512230"/>
                </a:lnTo>
                <a:lnTo>
                  <a:pt x="8837" y="0"/>
                </a:lnTo>
                <a:lnTo>
                  <a:pt x="0" y="0"/>
                </a:lnTo>
                <a:lnTo>
                  <a:pt x="0" y="51223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260A0-5B98-42B6-92AC-AFF6E7D7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207464"/>
            <a:ext cx="238600" cy="167800"/>
          </a:xfrm>
          <a:custGeom xmlns:a="http://schemas.openxmlformats.org/drawingml/2006/main">
            <a:pathLst>
              <a:path w="238600" h="167800">
                <a:moveTo>
                  <a:pt x="238600" y="0"/>
                </a:moveTo>
                <a:lnTo>
                  <a:pt x="0" y="0"/>
                </a:lnTo>
                <a:lnTo>
                  <a:pt x="0" y="167800"/>
                </a:lnTo>
                <a:lnTo>
                  <a:pt x="238600" y="167800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8C3BB-9277-4750-AC7C-3647F51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207464"/>
            <a:ext cx="247436" cy="167800"/>
          </a:xfrm>
          <a:custGeom xmlns:a="http://schemas.openxmlformats.org/drawingml/2006/main">
            <a:pathLst>
              <a:path w="247436" h="167800">
                <a:moveTo>
                  <a:pt x="247436" y="0"/>
                </a:moveTo>
                <a:lnTo>
                  <a:pt x="0" y="0"/>
                </a:lnTo>
                <a:lnTo>
                  <a:pt x="0" y="167800"/>
                </a:lnTo>
                <a:lnTo>
                  <a:pt x="247436" y="167800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F4AF9-786A-4A67-B722-9293315F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207464"/>
            <a:ext cx="247437" cy="167800"/>
          </a:xfrm>
          <a:custGeom xmlns:a="http://schemas.openxmlformats.org/drawingml/2006/main">
            <a:pathLst>
              <a:path w="247437" h="167800">
                <a:moveTo>
                  <a:pt x="247437" y="0"/>
                </a:moveTo>
                <a:lnTo>
                  <a:pt x="0" y="0"/>
                </a:lnTo>
                <a:lnTo>
                  <a:pt x="0" y="167800"/>
                </a:lnTo>
                <a:lnTo>
                  <a:pt x="247437" y="167800"/>
                </a:lnTo>
                <a:lnTo>
                  <a:pt x="247437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3164-9933-45EA-9AC9-C0CC2C4D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207464"/>
            <a:ext cx="247436" cy="167800"/>
          </a:xfrm>
          <a:custGeom xmlns:a="http://schemas.openxmlformats.org/drawingml/2006/main">
            <a:pathLst>
              <a:path w="247436" h="167800">
                <a:moveTo>
                  <a:pt x="0" y="167800"/>
                </a:moveTo>
                <a:lnTo>
                  <a:pt x="247436" y="167800"/>
                </a:lnTo>
                <a:lnTo>
                  <a:pt x="247436" y="0"/>
                </a:lnTo>
                <a:lnTo>
                  <a:pt x="0" y="0"/>
                </a:lnTo>
                <a:lnTo>
                  <a:pt x="0" y="16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A0CBB6-C34A-4E5A-8933-FCD54F3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366433"/>
            <a:ext cx="238600" cy="176631"/>
          </a:xfrm>
          <a:custGeom xmlns:a="http://schemas.openxmlformats.org/drawingml/2006/main">
            <a:pathLst>
              <a:path w="238600" h="176631">
                <a:moveTo>
                  <a:pt x="238600" y="0"/>
                </a:moveTo>
                <a:lnTo>
                  <a:pt x="0" y="0"/>
                </a:lnTo>
                <a:lnTo>
                  <a:pt x="0" y="176631"/>
                </a:lnTo>
                <a:lnTo>
                  <a:pt x="238600" y="176631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865A6-9120-4D23-B9A8-16B323B4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366433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2F7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124DB5-F997-48A0-958A-C6AC3DC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366433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EED35-6943-4A2C-A5EA-FC9389A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366433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FEC745-89B6-42D8-BF05-0FBE299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534232"/>
            <a:ext cx="477200" cy="176631"/>
          </a:xfrm>
          <a:custGeom xmlns:a="http://schemas.openxmlformats.org/drawingml/2006/main">
            <a:pathLst>
              <a:path w="477200" h="176631">
                <a:moveTo>
                  <a:pt x="477200" y="0"/>
                </a:moveTo>
                <a:lnTo>
                  <a:pt x="0" y="0"/>
                </a:lnTo>
                <a:lnTo>
                  <a:pt x="0" y="176631"/>
                </a:lnTo>
                <a:lnTo>
                  <a:pt x="477200" y="176631"/>
                </a:lnTo>
                <a:lnTo>
                  <a:pt x="4772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DBD93-0252-42D4-813F-D7E60C1D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534232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F3651-6CFB-4AAB-B107-D71AC8B8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534232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B07FB-5EF0-487B-A447-4DC3CB8D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13086-1220-4450-B2D8-103CDC1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8B2FBC-AB9F-48B2-86D0-1296A2F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84D46-1D13-4A00-8339-1D9C8336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42B1D-77C7-4C72-8943-94BFB06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98633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64E52-7923-4412-A513-9235A30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630" y="198633"/>
            <a:ext cx="8837" cy="10"/>
          </a:xfrm>
          <a:custGeom xmlns:a="http://schemas.openxmlformats.org/drawingml/2006/main">
            <a:pathLst>
              <a:path w="8837" h="1">
                <a:moveTo>
                  <a:pt x="0" y="0"/>
                </a:moveTo>
                <a:lnTo>
                  <a:pt x="8837" y="0"/>
                </a:lnTo>
                <a:lnTo>
                  <a:pt x="88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E8EB2-32AB-477A-92FE-80FEFE9A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366433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0254DE-024B-4753-B382-96B4B515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534232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0F523-64D4-4654-9A4D-7059E4D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98633"/>
            <a:ext cx="8837" cy="512230"/>
          </a:xfrm>
          <a:custGeom xmlns:a="http://schemas.openxmlformats.org/drawingml/2006/main">
            <a:pathLst>
              <a:path w="8837" h="512230">
                <a:moveTo>
                  <a:pt x="0" y="512230"/>
                </a:moveTo>
                <a:lnTo>
                  <a:pt x="8837" y="512230"/>
                </a:lnTo>
                <a:lnTo>
                  <a:pt x="8837" y="0"/>
                </a:lnTo>
                <a:lnTo>
                  <a:pt x="0" y="0"/>
                </a:lnTo>
                <a:lnTo>
                  <a:pt x="0" y="512230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ED741-886C-4F5B-8573-40E8D7F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38E48-5193-462C-95AA-BEBF3B7B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9F1A9-5250-4581-8984-459AF227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D0097-7FA7-4EB0-9937-D5406FC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702031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9B84E-1D10-4FCF-A1BB-22A7D6C3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630" y="207464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E59A9-C472-4A10-A49B-12522FF4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198633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93049-3EE6-4FC6-97C9-D021E05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366433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D096B6-FCA5-4C69-91F1-ADD18D09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534232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C2BB6B-5137-44D2-94F2-C106079D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702031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D2BD4-BECE-4E95-8825-96D91AA5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210847"/>
            <a:ext cx="963236" cy="8832"/>
          </a:xfrm>
          <a:custGeom xmlns:a="http://schemas.openxmlformats.org/drawingml/2006/main">
            <a:pathLst>
              <a:path w="963236" h="8832">
                <a:moveTo>
                  <a:pt x="0" y="8832"/>
                </a:moveTo>
                <a:lnTo>
                  <a:pt x="963236" y="8832"/>
                </a:lnTo>
                <a:lnTo>
                  <a:pt x="963236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63083-B0FC-410D-A191-9133BC0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210847"/>
            <a:ext cx="8837" cy="512229"/>
          </a:xfrm>
          <a:custGeom xmlns:a="http://schemas.openxmlformats.org/drawingml/2006/main">
            <a:pathLst>
              <a:path w="8837" h="512229">
                <a:moveTo>
                  <a:pt x="0" y="512229"/>
                </a:moveTo>
                <a:lnTo>
                  <a:pt x="8837" y="512229"/>
                </a:lnTo>
                <a:lnTo>
                  <a:pt x="8837" y="0"/>
                </a:lnTo>
                <a:lnTo>
                  <a:pt x="0" y="0"/>
                </a:lnTo>
                <a:lnTo>
                  <a:pt x="0" y="512229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0212A-C0D8-44DE-861A-12248A6C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219679"/>
            <a:ext cx="238600" cy="167799"/>
          </a:xfrm>
          <a:custGeom xmlns:a="http://schemas.openxmlformats.org/drawingml/2006/main">
            <a:pathLst>
              <a:path w="238600" h="167799">
                <a:moveTo>
                  <a:pt x="238600" y="0"/>
                </a:moveTo>
                <a:lnTo>
                  <a:pt x="0" y="0"/>
                </a:lnTo>
                <a:lnTo>
                  <a:pt x="0" y="167799"/>
                </a:lnTo>
                <a:lnTo>
                  <a:pt x="238600" y="167799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E4E58-8F46-464C-A01A-FFD342F4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1219679"/>
            <a:ext cx="247436" cy="167799"/>
          </a:xfrm>
          <a:custGeom xmlns:a="http://schemas.openxmlformats.org/drawingml/2006/main">
            <a:pathLst>
              <a:path w="247436" h="167799">
                <a:moveTo>
                  <a:pt x="247436" y="0"/>
                </a:moveTo>
                <a:lnTo>
                  <a:pt x="0" y="0"/>
                </a:lnTo>
                <a:lnTo>
                  <a:pt x="0" y="167799"/>
                </a:lnTo>
                <a:lnTo>
                  <a:pt x="247436" y="167799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3D7F1-FE5C-4AD3-A472-B8AD5EA5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1219679"/>
            <a:ext cx="247436" cy="167799"/>
          </a:xfrm>
          <a:custGeom xmlns:a="http://schemas.openxmlformats.org/drawingml/2006/main">
            <a:pathLst>
              <a:path w="247436" h="167799">
                <a:moveTo>
                  <a:pt x="247436" y="0"/>
                </a:moveTo>
                <a:lnTo>
                  <a:pt x="0" y="0"/>
                </a:lnTo>
                <a:lnTo>
                  <a:pt x="0" y="167799"/>
                </a:lnTo>
                <a:lnTo>
                  <a:pt x="247436" y="167799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B73550-EBA3-4D7F-91B5-A578351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1219679"/>
            <a:ext cx="247437" cy="167799"/>
          </a:xfrm>
          <a:custGeom xmlns:a="http://schemas.openxmlformats.org/drawingml/2006/main">
            <a:pathLst>
              <a:path w="247437" h="167799">
                <a:moveTo>
                  <a:pt x="247437" y="0"/>
                </a:moveTo>
                <a:lnTo>
                  <a:pt x="0" y="0"/>
                </a:lnTo>
                <a:lnTo>
                  <a:pt x="0" y="167799"/>
                </a:lnTo>
                <a:lnTo>
                  <a:pt x="247437" y="167799"/>
                </a:lnTo>
                <a:lnTo>
                  <a:pt x="24743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D430E-7C50-4DAE-9AB0-8B3DD19F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378646"/>
            <a:ext cx="238600" cy="176631"/>
          </a:xfrm>
          <a:custGeom xmlns:a="http://schemas.openxmlformats.org/drawingml/2006/main">
            <a:pathLst>
              <a:path w="238600" h="176631">
                <a:moveTo>
                  <a:pt x="238600" y="0"/>
                </a:moveTo>
                <a:lnTo>
                  <a:pt x="0" y="0"/>
                </a:lnTo>
                <a:lnTo>
                  <a:pt x="0" y="176631"/>
                </a:lnTo>
                <a:lnTo>
                  <a:pt x="238600" y="176631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7A6E7-57AB-4B2D-AD08-A81D3BB8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1378646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C659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57137-9D39-49F5-9E70-2F1D345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1378646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522FDF-22D5-4132-B096-445B120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1378646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558B7-E744-4840-8023-8000EDEC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546445"/>
            <a:ext cx="477199" cy="176631"/>
          </a:xfrm>
          <a:custGeom xmlns:a="http://schemas.openxmlformats.org/drawingml/2006/main">
            <a:pathLst>
              <a:path w="477199" h="176631">
                <a:moveTo>
                  <a:pt x="477199" y="0"/>
                </a:moveTo>
                <a:lnTo>
                  <a:pt x="0" y="0"/>
                </a:lnTo>
                <a:lnTo>
                  <a:pt x="0" y="176631"/>
                </a:lnTo>
                <a:lnTo>
                  <a:pt x="477199" y="176631"/>
                </a:lnTo>
                <a:lnTo>
                  <a:pt x="477199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6808D-8DA4-4E9A-AF54-F90A71D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1546445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6D635-FCD0-4EE5-ACB9-A5BE54C5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1546445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B60AD-6B31-491B-A780-83B7A4AE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210847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7648F-77B7-4F02-AFFA-AF4669A8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378646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1CA4C-02EA-4BC6-80DD-6D7CA2F1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546445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BDBF7-C19B-4593-B24F-14937B40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180" y="1210847"/>
            <a:ext cx="8837" cy="512229"/>
          </a:xfrm>
          <a:custGeom xmlns:a="http://schemas.openxmlformats.org/drawingml/2006/main">
            <a:pathLst>
              <a:path w="8837" h="512229">
                <a:moveTo>
                  <a:pt x="0" y="512229"/>
                </a:moveTo>
                <a:lnTo>
                  <a:pt x="8837" y="512229"/>
                </a:lnTo>
                <a:lnTo>
                  <a:pt x="8837" y="0"/>
                </a:lnTo>
                <a:lnTo>
                  <a:pt x="0" y="0"/>
                </a:lnTo>
                <a:lnTo>
                  <a:pt x="0" y="512229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6FEE6-3F36-4B3C-AD76-2BAEC50C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780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58146-BA60-4B01-B44A-E683AFC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379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67E67D-D047-4807-B567-514FBFFF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979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794F3-DE30-438E-B069-4AC9A9A1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17" y="1714245"/>
            <a:ext cx="954399" cy="8832"/>
          </a:xfrm>
          <a:custGeom xmlns:a="http://schemas.openxmlformats.org/drawingml/2006/main">
            <a:pathLst>
              <a:path w="954399" h="8832">
                <a:moveTo>
                  <a:pt x="0" y="8832"/>
                </a:moveTo>
                <a:lnTo>
                  <a:pt x="954399" y="8832"/>
                </a:lnTo>
                <a:lnTo>
                  <a:pt x="954399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9DAC7-317A-4DA6-83D4-3F4FEA63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579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BA35D-C0AC-4F58-8116-6A17C488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210847"/>
            <a:ext cx="963236" cy="8832"/>
          </a:xfrm>
          <a:custGeom xmlns:a="http://schemas.openxmlformats.org/drawingml/2006/main">
            <a:pathLst>
              <a:path w="963236" h="8832">
                <a:moveTo>
                  <a:pt x="0" y="8832"/>
                </a:moveTo>
                <a:lnTo>
                  <a:pt x="963236" y="8832"/>
                </a:lnTo>
                <a:lnTo>
                  <a:pt x="963236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491C4-4E67-4734-88B6-66CA922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210847"/>
            <a:ext cx="8837" cy="512229"/>
          </a:xfrm>
          <a:custGeom xmlns:a="http://schemas.openxmlformats.org/drawingml/2006/main">
            <a:pathLst>
              <a:path w="8837" h="512229">
                <a:moveTo>
                  <a:pt x="0" y="512229"/>
                </a:moveTo>
                <a:lnTo>
                  <a:pt x="8837" y="512229"/>
                </a:lnTo>
                <a:lnTo>
                  <a:pt x="8837" y="0"/>
                </a:lnTo>
                <a:lnTo>
                  <a:pt x="0" y="0"/>
                </a:lnTo>
                <a:lnTo>
                  <a:pt x="0" y="512229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B344E-02D6-436A-8E33-3D2AAB54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219679"/>
            <a:ext cx="238600" cy="167799"/>
          </a:xfrm>
          <a:custGeom xmlns:a="http://schemas.openxmlformats.org/drawingml/2006/main">
            <a:pathLst>
              <a:path w="238600" h="167799">
                <a:moveTo>
                  <a:pt x="238600" y="0"/>
                </a:moveTo>
                <a:lnTo>
                  <a:pt x="0" y="0"/>
                </a:lnTo>
                <a:lnTo>
                  <a:pt x="0" y="167799"/>
                </a:lnTo>
                <a:lnTo>
                  <a:pt x="238600" y="167799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B699D-2A94-4C79-8D2D-1BDDDC7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1219679"/>
            <a:ext cx="247436" cy="167799"/>
          </a:xfrm>
          <a:custGeom xmlns:a="http://schemas.openxmlformats.org/drawingml/2006/main">
            <a:pathLst>
              <a:path w="247436" h="167799">
                <a:moveTo>
                  <a:pt x="247436" y="0"/>
                </a:moveTo>
                <a:lnTo>
                  <a:pt x="0" y="0"/>
                </a:lnTo>
                <a:lnTo>
                  <a:pt x="0" y="167799"/>
                </a:lnTo>
                <a:lnTo>
                  <a:pt x="247436" y="167799"/>
                </a:lnTo>
                <a:lnTo>
                  <a:pt x="24743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1127D-613F-439C-A71D-25D37216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1219679"/>
            <a:ext cx="247437" cy="167799"/>
          </a:xfrm>
          <a:custGeom xmlns:a="http://schemas.openxmlformats.org/drawingml/2006/main">
            <a:pathLst>
              <a:path w="247437" h="167799">
                <a:moveTo>
                  <a:pt x="247437" y="0"/>
                </a:moveTo>
                <a:lnTo>
                  <a:pt x="0" y="0"/>
                </a:lnTo>
                <a:lnTo>
                  <a:pt x="0" y="167799"/>
                </a:lnTo>
                <a:lnTo>
                  <a:pt x="247437" y="167799"/>
                </a:lnTo>
                <a:lnTo>
                  <a:pt x="247437" y="0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2204D-79E7-4AFB-8390-E4F2FC60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1219679"/>
            <a:ext cx="247436" cy="167799"/>
          </a:xfrm>
          <a:custGeom xmlns:a="http://schemas.openxmlformats.org/drawingml/2006/main">
            <a:pathLst>
              <a:path w="247436" h="167799">
                <a:moveTo>
                  <a:pt x="0" y="167799"/>
                </a:moveTo>
                <a:lnTo>
                  <a:pt x="247436" y="167799"/>
                </a:lnTo>
                <a:lnTo>
                  <a:pt x="247436" y="0"/>
                </a:lnTo>
                <a:lnTo>
                  <a:pt x="0" y="0"/>
                </a:lnTo>
                <a:lnTo>
                  <a:pt x="0" y="1677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2D3A0-02BB-4EF4-BF79-7E97FC28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378646"/>
            <a:ext cx="238600" cy="176631"/>
          </a:xfrm>
          <a:custGeom xmlns:a="http://schemas.openxmlformats.org/drawingml/2006/main">
            <a:pathLst>
              <a:path w="238600" h="176631">
                <a:moveTo>
                  <a:pt x="238600" y="0"/>
                </a:moveTo>
                <a:lnTo>
                  <a:pt x="0" y="0"/>
                </a:lnTo>
                <a:lnTo>
                  <a:pt x="0" y="176631"/>
                </a:lnTo>
                <a:lnTo>
                  <a:pt x="238600" y="176631"/>
                </a:lnTo>
                <a:lnTo>
                  <a:pt x="2386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0C6D5-21D7-437F-803C-E2ABF84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1378646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2F75B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D7FC1-5783-4FB6-A5BD-0C155970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1378646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613953-6826-4C64-BAE6-183D901C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1378646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3045B-756F-406A-B029-94CEB737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546445"/>
            <a:ext cx="477200" cy="176631"/>
          </a:xfrm>
          <a:custGeom xmlns:a="http://schemas.openxmlformats.org/drawingml/2006/main">
            <a:pathLst>
              <a:path w="477200" h="176631">
                <a:moveTo>
                  <a:pt x="477200" y="0"/>
                </a:moveTo>
                <a:lnTo>
                  <a:pt x="0" y="0"/>
                </a:lnTo>
                <a:lnTo>
                  <a:pt x="0" y="176631"/>
                </a:lnTo>
                <a:lnTo>
                  <a:pt x="477200" y="176631"/>
                </a:lnTo>
                <a:lnTo>
                  <a:pt x="4772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BAF78-5B50-4AB2-B7D8-941EF1E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1546445"/>
            <a:ext cx="247437" cy="176631"/>
          </a:xfrm>
          <a:custGeom xmlns:a="http://schemas.openxmlformats.org/drawingml/2006/main">
            <a:pathLst>
              <a:path w="247437" h="176631">
                <a:moveTo>
                  <a:pt x="0" y="176631"/>
                </a:moveTo>
                <a:lnTo>
                  <a:pt x="247437" y="176631"/>
                </a:lnTo>
                <a:lnTo>
                  <a:pt x="247437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9EAAD8-5614-48AA-B691-9EE4894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1546445"/>
            <a:ext cx="247436" cy="176631"/>
          </a:xfrm>
          <a:custGeom xmlns:a="http://schemas.openxmlformats.org/drawingml/2006/main">
            <a:pathLst>
              <a:path w="247436" h="176631">
                <a:moveTo>
                  <a:pt x="0" y="176631"/>
                </a:moveTo>
                <a:lnTo>
                  <a:pt x="247436" y="176631"/>
                </a:lnTo>
                <a:lnTo>
                  <a:pt x="247436" y="0"/>
                </a:lnTo>
                <a:lnTo>
                  <a:pt x="0" y="0"/>
                </a:lnTo>
                <a:lnTo>
                  <a:pt x="0" y="1766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927DF-B50A-407F-8D91-780803F6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210847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649E9-4BD8-4E93-BCCB-B39B0806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378646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FE86E-7027-4999-928E-0237862F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546445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298AD-C0AB-4051-ADBD-B6A4ED27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231" y="1210847"/>
            <a:ext cx="8837" cy="512229"/>
          </a:xfrm>
          <a:custGeom xmlns:a="http://schemas.openxmlformats.org/drawingml/2006/main">
            <a:pathLst>
              <a:path w="8837" h="512229">
                <a:moveTo>
                  <a:pt x="0" y="512229"/>
                </a:moveTo>
                <a:lnTo>
                  <a:pt x="8837" y="512229"/>
                </a:lnTo>
                <a:lnTo>
                  <a:pt x="8837" y="0"/>
                </a:lnTo>
                <a:lnTo>
                  <a:pt x="0" y="0"/>
                </a:lnTo>
                <a:lnTo>
                  <a:pt x="0" y="512229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E250A-C576-4E22-A14F-1B4D2ED4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830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541A5-19BC-4FC8-A91A-B03465A2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430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8114D-EE0C-4D58-85DC-DA0E3C9A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030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6B7D4-8197-4326-83C9-4248440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068" y="1714245"/>
            <a:ext cx="954398" cy="8832"/>
          </a:xfrm>
          <a:custGeom xmlns:a="http://schemas.openxmlformats.org/drawingml/2006/main">
            <a:pathLst>
              <a:path w="954398" h="8832">
                <a:moveTo>
                  <a:pt x="0" y="8832"/>
                </a:moveTo>
                <a:lnTo>
                  <a:pt x="954398" y="8832"/>
                </a:lnTo>
                <a:lnTo>
                  <a:pt x="954398" y="0"/>
                </a:lnTo>
                <a:lnTo>
                  <a:pt x="0" y="0"/>
                </a:lnTo>
                <a:lnTo>
                  <a:pt x="0" y="8832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A5800-D9BA-4AEB-97C1-22926CED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630" y="1219679"/>
            <a:ext cx="8837" cy="503398"/>
          </a:xfrm>
          <a:custGeom xmlns:a="http://schemas.openxmlformats.org/drawingml/2006/main">
            <a:pathLst>
              <a:path w="8837" h="503398">
                <a:moveTo>
                  <a:pt x="0" y="503398"/>
                </a:moveTo>
                <a:lnTo>
                  <a:pt x="8837" y="503398"/>
                </a:lnTo>
                <a:lnTo>
                  <a:pt x="8837" y="0"/>
                </a:lnTo>
                <a:lnTo>
                  <a:pt x="0" y="0"/>
                </a:lnTo>
                <a:lnTo>
                  <a:pt x="0" y="503398"/>
                </a:lnTo>
                <a:close/>
              </a:path>
            </a:pathLst>
          </a:custGeom>
          <a:solidFill xmlns:a="http://schemas.openxmlformats.org/drawingml/2006/main">
            <a:srgbClr val="75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06664-EA13-4E2C-815B-C31F204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1210847"/>
            <a:ext cx="10" cy="8831"/>
          </a:xfrm>
          <a:custGeom xmlns:a="http://schemas.openxmlformats.org/drawingml/2006/main">
            <a:pathLst>
              <a:path w="1" h="8831">
                <a:moveTo>
                  <a:pt x="0" y="0"/>
                </a:moveTo>
                <a:lnTo>
                  <a:pt x="0" y="8831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F937A-4B26-4D32-9CFD-D0C336EA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1378646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82443-05EA-4182-800C-7385B0D6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1546445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3BD55E-4437-4176-82FF-46FF791D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6467" y="1714245"/>
            <a:ext cx="10" cy="8832"/>
          </a:xfrm>
          <a:custGeom xmlns:a="http://schemas.openxmlformats.org/drawingml/2006/main">
            <a:pathLst>
              <a:path w="1" h="8832">
                <a:moveTo>
                  <a:pt x="0" y="0"/>
                </a:moveTo>
                <a:lnTo>
                  <a:pt x="0" y="8832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979CC-04EF-4AC7-B2A3-9F29960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335363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207E8-DDCF-437C-8102-079F6814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344715"/>
            <a:ext cx="1759131" cy="841643"/>
          </a:xfrm>
          <a:custGeom xmlns:a="http://schemas.openxmlformats.org/drawingml/2006/main">
            <a:pathLst>
              <a:path w="1759131" h="841643">
                <a:moveTo>
                  <a:pt x="1759131" y="841643"/>
                </a:moveTo>
                <a:lnTo>
                  <a:pt x="1759131" y="0"/>
                </a:lnTo>
                <a:lnTo>
                  <a:pt x="0" y="0"/>
                </a:lnTo>
                <a:lnTo>
                  <a:pt x="0" y="841643"/>
                </a:lnTo>
                <a:lnTo>
                  <a:pt x="1759131" y="8416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&lt;Occupybranch&gt;">
            <a:extLst xmlns:a="http://schemas.openxmlformats.org/drawingml/2006/main">
              <a:ext uri="{FF2B5EF4-FFF2-40B4-BE49-F238E27FC236}">
                <a16:creationId xmlns:a16="http://schemas.microsoft.com/office/drawing/2014/main" id="{B8D1CD44-E40D-4120-B06E-9D3EC639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82" y="388861"/>
            <a:ext cx="962890" cy="100219"/>
          </a:xfrm>
          <a:custGeom xmlns:a="http://schemas.openxmlformats.org/drawingml/2006/main">
            <a:pathLst>
              <a:path w="962890" h="100219">
                <a:moveTo>
                  <a:pt x="42786" y="72274"/>
                </a:moveTo>
                <a:lnTo>
                  <a:pt x="36814" y="78301"/>
                </a:lnTo>
                <a:lnTo>
                  <a:pt x="0" y="47562"/>
                </a:lnTo>
                <a:lnTo>
                  <a:pt x="36814" y="16822"/>
                </a:lnTo>
                <a:lnTo>
                  <a:pt x="42786" y="22904"/>
                </a:lnTo>
                <a:lnTo>
                  <a:pt x="12929" y="47452"/>
                </a:lnTo>
                <a:lnTo>
                  <a:pt x="42786" y="72274"/>
                </a:lnTo>
                <a:close/>
                <a:moveTo>
                  <a:pt x="116611" y="41151"/>
                </a:moveTo>
                <a:cubicBezTo>
                  <a:pt x="116611" y="47580"/>
                  <a:pt x="115854" y="53132"/>
                  <a:pt x="114338" y="57808"/>
                </a:cubicBezTo>
                <a:cubicBezTo>
                  <a:pt x="112822" y="62484"/>
                  <a:pt x="110777" y="66347"/>
                  <a:pt x="108202" y="69397"/>
                </a:cubicBezTo>
                <a:cubicBezTo>
                  <a:pt x="105627" y="72447"/>
                  <a:pt x="102614" y="74712"/>
                  <a:pt x="99163" y="76192"/>
                </a:cubicBezTo>
                <a:cubicBezTo>
                  <a:pt x="95712" y="77671"/>
                  <a:pt x="92069" y="78411"/>
                  <a:pt x="88234" y="78411"/>
                </a:cubicBezTo>
                <a:cubicBezTo>
                  <a:pt x="83632" y="78411"/>
                  <a:pt x="79624" y="77580"/>
                  <a:pt x="76209" y="75918"/>
                </a:cubicBezTo>
                <a:cubicBezTo>
                  <a:pt x="72794" y="74256"/>
                  <a:pt x="69963" y="71854"/>
                  <a:pt x="67717" y="68712"/>
                </a:cubicBezTo>
                <a:cubicBezTo>
                  <a:pt x="65471" y="65571"/>
                  <a:pt x="63800" y="61744"/>
                  <a:pt x="62705" y="57233"/>
                </a:cubicBezTo>
                <a:cubicBezTo>
                  <a:pt x="61609" y="52721"/>
                  <a:pt x="61061" y="47635"/>
                  <a:pt x="61061" y="41973"/>
                </a:cubicBezTo>
                <a:cubicBezTo>
                  <a:pt x="61061" y="35616"/>
                  <a:pt x="61810" y="30100"/>
                  <a:pt x="63307" y="25425"/>
                </a:cubicBezTo>
                <a:cubicBezTo>
                  <a:pt x="64805" y="20749"/>
                  <a:pt x="66841" y="16886"/>
                  <a:pt x="69416" y="13836"/>
                </a:cubicBezTo>
                <a:cubicBezTo>
                  <a:pt x="71990" y="10785"/>
                  <a:pt x="74994" y="8521"/>
                  <a:pt x="78427" y="7041"/>
                </a:cubicBezTo>
                <a:cubicBezTo>
                  <a:pt x="81861" y="5562"/>
                  <a:pt x="85495" y="4822"/>
                  <a:pt x="89329" y="4822"/>
                </a:cubicBezTo>
                <a:cubicBezTo>
                  <a:pt x="93931" y="4822"/>
                  <a:pt x="97939" y="5662"/>
                  <a:pt x="101354" y="7342"/>
                </a:cubicBezTo>
                <a:cubicBezTo>
                  <a:pt x="104769" y="9023"/>
                  <a:pt x="107609" y="11425"/>
                  <a:pt x="109873" y="14548"/>
                </a:cubicBezTo>
                <a:cubicBezTo>
                  <a:pt x="112137" y="17671"/>
                  <a:pt x="113827" y="21479"/>
                  <a:pt x="114940" y="25973"/>
                </a:cubicBezTo>
                <a:cubicBezTo>
                  <a:pt x="116054" y="30466"/>
                  <a:pt x="116611" y="35525"/>
                  <a:pt x="116611" y="41151"/>
                </a:cubicBezTo>
                <a:moveTo>
                  <a:pt x="106476" y="41863"/>
                </a:moveTo>
                <a:cubicBezTo>
                  <a:pt x="106476" y="37662"/>
                  <a:pt x="106157" y="33817"/>
                  <a:pt x="105518" y="30329"/>
                </a:cubicBezTo>
                <a:cubicBezTo>
                  <a:pt x="104879" y="26840"/>
                  <a:pt x="103847" y="23836"/>
                  <a:pt x="102423" y="21315"/>
                </a:cubicBezTo>
                <a:cubicBezTo>
                  <a:pt x="100998" y="18794"/>
                  <a:pt x="99163" y="16840"/>
                  <a:pt x="96917" y="15452"/>
                </a:cubicBezTo>
                <a:cubicBezTo>
                  <a:pt x="94671" y="14064"/>
                  <a:pt x="91959" y="13370"/>
                  <a:pt x="88782" y="13370"/>
                </a:cubicBezTo>
                <a:cubicBezTo>
                  <a:pt x="85714" y="13370"/>
                  <a:pt x="83075" y="14110"/>
                  <a:pt x="80865" y="15589"/>
                </a:cubicBezTo>
                <a:cubicBezTo>
                  <a:pt x="78656" y="17068"/>
                  <a:pt x="76839" y="19078"/>
                  <a:pt x="75414" y="21616"/>
                </a:cubicBezTo>
                <a:cubicBezTo>
                  <a:pt x="73990" y="24155"/>
                  <a:pt x="72931" y="27132"/>
                  <a:pt x="72237" y="30548"/>
                </a:cubicBezTo>
                <a:cubicBezTo>
                  <a:pt x="71543" y="33963"/>
                  <a:pt x="71196" y="37589"/>
                  <a:pt x="71196" y="41425"/>
                </a:cubicBezTo>
                <a:cubicBezTo>
                  <a:pt x="71196" y="45662"/>
                  <a:pt x="71525" y="49525"/>
                  <a:pt x="72182" y="53014"/>
                </a:cubicBezTo>
                <a:cubicBezTo>
                  <a:pt x="72840" y="56502"/>
                  <a:pt x="73871" y="59498"/>
                  <a:pt x="75277" y="62000"/>
                </a:cubicBezTo>
                <a:cubicBezTo>
                  <a:pt x="76684" y="64502"/>
                  <a:pt x="78501" y="66447"/>
                  <a:pt x="80728" y="67836"/>
                </a:cubicBezTo>
                <a:cubicBezTo>
                  <a:pt x="82956" y="69224"/>
                  <a:pt x="85641" y="69918"/>
                  <a:pt x="88782" y="69918"/>
                </a:cubicBezTo>
                <a:cubicBezTo>
                  <a:pt x="91849" y="69918"/>
                  <a:pt x="94497" y="69178"/>
                  <a:pt x="96725" y="67699"/>
                </a:cubicBezTo>
                <a:cubicBezTo>
                  <a:pt x="98953" y="66219"/>
                  <a:pt x="100788" y="64210"/>
                  <a:pt x="102231" y="61671"/>
                </a:cubicBezTo>
                <a:cubicBezTo>
                  <a:pt x="103673" y="59132"/>
                  <a:pt x="104742" y="56164"/>
                  <a:pt x="105436" y="52767"/>
                </a:cubicBezTo>
                <a:cubicBezTo>
                  <a:pt x="106130" y="49370"/>
                  <a:pt x="106476" y="45735"/>
                  <a:pt x="106476" y="41863"/>
                </a:cubicBezTo>
                <a:close/>
                <a:moveTo>
                  <a:pt x="174879" y="75397"/>
                </a:moveTo>
                <a:cubicBezTo>
                  <a:pt x="172395" y="76347"/>
                  <a:pt x="169848" y="77050"/>
                  <a:pt x="167236" y="77507"/>
                </a:cubicBezTo>
                <a:cubicBezTo>
                  <a:pt x="164625" y="77963"/>
                  <a:pt x="161932" y="78192"/>
                  <a:pt x="159156" y="78192"/>
                </a:cubicBezTo>
                <a:cubicBezTo>
                  <a:pt x="150464" y="78192"/>
                  <a:pt x="143771" y="75836"/>
                  <a:pt x="139078" y="71123"/>
                </a:cubicBezTo>
                <a:cubicBezTo>
                  <a:pt x="134385" y="66411"/>
                  <a:pt x="132038" y="59525"/>
                  <a:pt x="132038" y="50466"/>
                </a:cubicBezTo>
                <a:cubicBezTo>
                  <a:pt x="132038" y="46119"/>
                  <a:pt x="132714" y="42173"/>
                  <a:pt x="134065" y="38630"/>
                </a:cubicBezTo>
                <a:cubicBezTo>
                  <a:pt x="135416" y="35087"/>
                  <a:pt x="137316" y="32055"/>
                  <a:pt x="139763" y="29534"/>
                </a:cubicBezTo>
                <a:cubicBezTo>
                  <a:pt x="142210" y="27014"/>
                  <a:pt x="145131" y="25068"/>
                  <a:pt x="148528" y="23699"/>
                </a:cubicBezTo>
                <a:cubicBezTo>
                  <a:pt x="151924" y="22329"/>
                  <a:pt x="155668" y="21644"/>
                  <a:pt x="159758" y="21644"/>
                </a:cubicBezTo>
                <a:cubicBezTo>
                  <a:pt x="162607" y="21644"/>
                  <a:pt x="165273" y="21845"/>
                  <a:pt x="167757" y="22247"/>
                </a:cubicBezTo>
                <a:cubicBezTo>
                  <a:pt x="170240" y="22648"/>
                  <a:pt x="172614" y="23306"/>
                  <a:pt x="174879" y="24219"/>
                </a:cubicBezTo>
                <a:lnTo>
                  <a:pt x="174879" y="33315"/>
                </a:lnTo>
                <a:cubicBezTo>
                  <a:pt x="172505" y="32073"/>
                  <a:pt x="170085" y="31169"/>
                  <a:pt x="167620" y="30603"/>
                </a:cubicBezTo>
                <a:cubicBezTo>
                  <a:pt x="165155" y="30036"/>
                  <a:pt x="162607" y="29753"/>
                  <a:pt x="159978" y="29753"/>
                </a:cubicBezTo>
                <a:cubicBezTo>
                  <a:pt x="157531" y="29753"/>
                  <a:pt x="155221" y="30219"/>
                  <a:pt x="153048" y="31151"/>
                </a:cubicBezTo>
                <a:cubicBezTo>
                  <a:pt x="150874" y="32082"/>
                  <a:pt x="148966" y="33425"/>
                  <a:pt x="147323" y="35178"/>
                </a:cubicBezTo>
                <a:cubicBezTo>
                  <a:pt x="145679" y="36931"/>
                  <a:pt x="144383" y="39068"/>
                  <a:pt x="143433" y="41589"/>
                </a:cubicBezTo>
                <a:cubicBezTo>
                  <a:pt x="142484" y="44110"/>
                  <a:pt x="142009" y="46959"/>
                  <a:pt x="142009" y="50137"/>
                </a:cubicBezTo>
                <a:cubicBezTo>
                  <a:pt x="142009" y="56785"/>
                  <a:pt x="143625" y="61762"/>
                  <a:pt x="146857" y="65068"/>
                </a:cubicBezTo>
                <a:cubicBezTo>
                  <a:pt x="150089" y="68374"/>
                  <a:pt x="154572" y="70027"/>
                  <a:pt x="160306" y="70027"/>
                </a:cubicBezTo>
                <a:cubicBezTo>
                  <a:pt x="162899" y="70027"/>
                  <a:pt x="165410" y="69735"/>
                  <a:pt x="167839" y="69151"/>
                </a:cubicBezTo>
                <a:cubicBezTo>
                  <a:pt x="170268" y="68566"/>
                  <a:pt x="172614" y="67689"/>
                  <a:pt x="174879" y="66520"/>
                </a:cubicBezTo>
                <a:lnTo>
                  <a:pt x="174879" y="75397"/>
                </a:lnTo>
                <a:close/>
                <a:moveTo>
                  <a:pt x="240323" y="75397"/>
                </a:moveTo>
                <a:cubicBezTo>
                  <a:pt x="237839" y="76347"/>
                  <a:pt x="235292" y="77050"/>
                  <a:pt x="232680" y="77507"/>
                </a:cubicBezTo>
                <a:cubicBezTo>
                  <a:pt x="230069" y="77963"/>
                  <a:pt x="227375" y="78192"/>
                  <a:pt x="224600" y="78192"/>
                </a:cubicBezTo>
                <a:cubicBezTo>
                  <a:pt x="215907" y="78192"/>
                  <a:pt x="209215" y="75836"/>
                  <a:pt x="204522" y="71123"/>
                </a:cubicBezTo>
                <a:cubicBezTo>
                  <a:pt x="199829" y="66411"/>
                  <a:pt x="197482" y="59525"/>
                  <a:pt x="197482" y="50466"/>
                </a:cubicBezTo>
                <a:cubicBezTo>
                  <a:pt x="197482" y="46119"/>
                  <a:pt x="198158" y="42173"/>
                  <a:pt x="199509" y="38630"/>
                </a:cubicBezTo>
                <a:cubicBezTo>
                  <a:pt x="200860" y="35087"/>
                  <a:pt x="202760" y="32055"/>
                  <a:pt x="205207" y="29534"/>
                </a:cubicBezTo>
                <a:cubicBezTo>
                  <a:pt x="207653" y="27014"/>
                  <a:pt x="210575" y="25068"/>
                  <a:pt x="213972" y="23699"/>
                </a:cubicBezTo>
                <a:cubicBezTo>
                  <a:pt x="217368" y="22329"/>
                  <a:pt x="221112" y="21644"/>
                  <a:pt x="225202" y="21644"/>
                </a:cubicBezTo>
                <a:cubicBezTo>
                  <a:pt x="228051" y="21644"/>
                  <a:pt x="230717" y="21845"/>
                  <a:pt x="233201" y="22247"/>
                </a:cubicBezTo>
                <a:cubicBezTo>
                  <a:pt x="235684" y="22648"/>
                  <a:pt x="238058" y="23306"/>
                  <a:pt x="240323" y="24219"/>
                </a:cubicBezTo>
                <a:lnTo>
                  <a:pt x="240323" y="33315"/>
                </a:lnTo>
                <a:cubicBezTo>
                  <a:pt x="237949" y="32073"/>
                  <a:pt x="235529" y="31169"/>
                  <a:pt x="233064" y="30603"/>
                </a:cubicBezTo>
                <a:cubicBezTo>
                  <a:pt x="230599" y="30036"/>
                  <a:pt x="228051" y="29753"/>
                  <a:pt x="225422" y="29753"/>
                </a:cubicBezTo>
                <a:cubicBezTo>
                  <a:pt x="222975" y="29753"/>
                  <a:pt x="220664" y="30219"/>
                  <a:pt x="218491" y="31151"/>
                </a:cubicBezTo>
                <a:cubicBezTo>
                  <a:pt x="216318" y="32082"/>
                  <a:pt x="214410" y="33425"/>
                  <a:pt x="212767" y="35178"/>
                </a:cubicBezTo>
                <a:cubicBezTo>
                  <a:pt x="211123" y="36931"/>
                  <a:pt x="209827" y="39068"/>
                  <a:pt x="208877" y="41589"/>
                </a:cubicBezTo>
                <a:cubicBezTo>
                  <a:pt x="207927" y="44110"/>
                  <a:pt x="207453" y="46959"/>
                  <a:pt x="207453" y="50137"/>
                </a:cubicBezTo>
                <a:cubicBezTo>
                  <a:pt x="207453" y="56785"/>
                  <a:pt x="209069" y="61762"/>
                  <a:pt x="212301" y="65068"/>
                </a:cubicBezTo>
                <a:cubicBezTo>
                  <a:pt x="215533" y="68374"/>
                  <a:pt x="220016" y="70027"/>
                  <a:pt x="225750" y="70027"/>
                </a:cubicBezTo>
                <a:cubicBezTo>
                  <a:pt x="228343" y="70027"/>
                  <a:pt x="230854" y="69735"/>
                  <a:pt x="233283" y="69151"/>
                </a:cubicBezTo>
                <a:cubicBezTo>
                  <a:pt x="235712" y="68566"/>
                  <a:pt x="238058" y="67689"/>
                  <a:pt x="240323" y="66520"/>
                </a:cubicBezTo>
                <a:lnTo>
                  <a:pt x="240323" y="75397"/>
                </a:lnTo>
                <a:close/>
                <a:moveTo>
                  <a:pt x="307246" y="77425"/>
                </a:moveTo>
                <a:lnTo>
                  <a:pt x="298699" y="77425"/>
                </a:lnTo>
                <a:lnTo>
                  <a:pt x="298371" y="68548"/>
                </a:lnTo>
                <a:cubicBezTo>
                  <a:pt x="296727" y="70447"/>
                  <a:pt x="295166" y="72027"/>
                  <a:pt x="293687" y="73288"/>
                </a:cubicBezTo>
                <a:cubicBezTo>
                  <a:pt x="292208" y="74548"/>
                  <a:pt x="290738" y="75562"/>
                  <a:pt x="289277" y="76329"/>
                </a:cubicBezTo>
                <a:cubicBezTo>
                  <a:pt x="287816" y="77096"/>
                  <a:pt x="286346" y="77635"/>
                  <a:pt x="284867" y="77945"/>
                </a:cubicBezTo>
                <a:cubicBezTo>
                  <a:pt x="283387" y="78256"/>
                  <a:pt x="281826" y="78411"/>
                  <a:pt x="280183" y="78411"/>
                </a:cubicBezTo>
                <a:cubicBezTo>
                  <a:pt x="274522" y="78411"/>
                  <a:pt x="270249" y="76749"/>
                  <a:pt x="267363" y="73425"/>
                </a:cubicBezTo>
                <a:cubicBezTo>
                  <a:pt x="264478" y="70100"/>
                  <a:pt x="263035" y="65078"/>
                  <a:pt x="263035" y="58356"/>
                </a:cubicBezTo>
                <a:lnTo>
                  <a:pt x="263035" y="22411"/>
                </a:lnTo>
                <a:lnTo>
                  <a:pt x="272568" y="22411"/>
                </a:lnTo>
                <a:lnTo>
                  <a:pt x="272568" y="57589"/>
                </a:lnTo>
                <a:cubicBezTo>
                  <a:pt x="272568" y="66027"/>
                  <a:pt x="275745" y="70246"/>
                  <a:pt x="282100" y="70246"/>
                </a:cubicBezTo>
                <a:cubicBezTo>
                  <a:pt x="283269" y="70246"/>
                  <a:pt x="284410" y="70073"/>
                  <a:pt x="285524" y="69726"/>
                </a:cubicBezTo>
                <a:cubicBezTo>
                  <a:pt x="286638" y="69379"/>
                  <a:pt x="287807" y="68776"/>
                  <a:pt x="289030" y="67918"/>
                </a:cubicBezTo>
                <a:cubicBezTo>
                  <a:pt x="290254" y="67059"/>
                  <a:pt x="291568" y="65899"/>
                  <a:pt x="292974" y="64438"/>
                </a:cubicBezTo>
                <a:cubicBezTo>
                  <a:pt x="294381" y="62977"/>
                  <a:pt x="295960" y="61132"/>
                  <a:pt x="297713" y="58904"/>
                </a:cubicBezTo>
                <a:lnTo>
                  <a:pt x="297713" y="22411"/>
                </a:lnTo>
                <a:lnTo>
                  <a:pt x="307246" y="22411"/>
                </a:lnTo>
                <a:lnTo>
                  <a:pt x="307246" y="77425"/>
                </a:lnTo>
                <a:close/>
                <a:moveTo>
                  <a:pt x="375483" y="48931"/>
                </a:moveTo>
                <a:cubicBezTo>
                  <a:pt x="375483" y="53826"/>
                  <a:pt x="374799" y="58100"/>
                  <a:pt x="373429" y="61753"/>
                </a:cubicBezTo>
                <a:cubicBezTo>
                  <a:pt x="372059" y="65406"/>
                  <a:pt x="370169" y="68438"/>
                  <a:pt x="367759" y="70849"/>
                </a:cubicBezTo>
                <a:cubicBezTo>
                  <a:pt x="365349" y="73260"/>
                  <a:pt x="362500" y="75068"/>
                  <a:pt x="359213" y="76274"/>
                </a:cubicBezTo>
                <a:cubicBezTo>
                  <a:pt x="355926" y="77479"/>
                  <a:pt x="352365" y="78082"/>
                  <a:pt x="348530" y="78082"/>
                </a:cubicBezTo>
                <a:cubicBezTo>
                  <a:pt x="346777" y="78082"/>
                  <a:pt x="345033" y="77991"/>
                  <a:pt x="343298" y="77808"/>
                </a:cubicBezTo>
                <a:cubicBezTo>
                  <a:pt x="341563" y="77625"/>
                  <a:pt x="339801" y="77315"/>
                  <a:pt x="338012" y="76877"/>
                </a:cubicBezTo>
                <a:lnTo>
                  <a:pt x="338012" y="99890"/>
                </a:lnTo>
                <a:lnTo>
                  <a:pt x="328479" y="99890"/>
                </a:lnTo>
                <a:lnTo>
                  <a:pt x="328479" y="22411"/>
                </a:lnTo>
                <a:lnTo>
                  <a:pt x="336971" y="22411"/>
                </a:lnTo>
                <a:lnTo>
                  <a:pt x="337573" y="31616"/>
                </a:lnTo>
                <a:cubicBezTo>
                  <a:pt x="340313" y="27854"/>
                  <a:pt x="343234" y="25215"/>
                  <a:pt x="346339" y="23699"/>
                </a:cubicBezTo>
                <a:cubicBezTo>
                  <a:pt x="349443" y="22183"/>
                  <a:pt x="352803" y="21425"/>
                  <a:pt x="356419" y="21425"/>
                </a:cubicBezTo>
                <a:cubicBezTo>
                  <a:pt x="359560" y="21425"/>
                  <a:pt x="362317" y="22082"/>
                  <a:pt x="364691" y="23397"/>
                </a:cubicBezTo>
                <a:cubicBezTo>
                  <a:pt x="367065" y="24712"/>
                  <a:pt x="369056" y="26566"/>
                  <a:pt x="370662" y="28959"/>
                </a:cubicBezTo>
                <a:cubicBezTo>
                  <a:pt x="372269" y="31352"/>
                  <a:pt x="373475" y="34237"/>
                  <a:pt x="374278" y="37616"/>
                </a:cubicBezTo>
                <a:cubicBezTo>
                  <a:pt x="375082" y="40995"/>
                  <a:pt x="375483" y="44767"/>
                  <a:pt x="375483" y="48931"/>
                </a:cubicBezTo>
                <a:moveTo>
                  <a:pt x="365732" y="49370"/>
                </a:moveTo>
                <a:cubicBezTo>
                  <a:pt x="365732" y="46484"/>
                  <a:pt x="365522" y="43836"/>
                  <a:pt x="365102" y="41425"/>
                </a:cubicBezTo>
                <a:cubicBezTo>
                  <a:pt x="364682" y="39014"/>
                  <a:pt x="364015" y="36950"/>
                  <a:pt x="363102" y="35233"/>
                </a:cubicBezTo>
                <a:cubicBezTo>
                  <a:pt x="362189" y="33516"/>
                  <a:pt x="361021" y="32173"/>
                  <a:pt x="359596" y="31205"/>
                </a:cubicBezTo>
                <a:cubicBezTo>
                  <a:pt x="358172" y="30237"/>
                  <a:pt x="356474" y="29753"/>
                  <a:pt x="354501" y="29753"/>
                </a:cubicBezTo>
                <a:cubicBezTo>
                  <a:pt x="353296" y="29753"/>
                  <a:pt x="352073" y="29945"/>
                  <a:pt x="350831" y="30329"/>
                </a:cubicBezTo>
                <a:cubicBezTo>
                  <a:pt x="349589" y="30712"/>
                  <a:pt x="348302" y="31352"/>
                  <a:pt x="346969" y="32247"/>
                </a:cubicBezTo>
                <a:cubicBezTo>
                  <a:pt x="345636" y="33142"/>
                  <a:pt x="344230" y="34329"/>
                  <a:pt x="342750" y="35808"/>
                </a:cubicBezTo>
                <a:cubicBezTo>
                  <a:pt x="341271" y="37288"/>
                  <a:pt x="339692" y="39123"/>
                  <a:pt x="338012" y="41315"/>
                </a:cubicBezTo>
                <a:lnTo>
                  <a:pt x="338012" y="68000"/>
                </a:lnTo>
                <a:cubicBezTo>
                  <a:pt x="339765" y="68730"/>
                  <a:pt x="341609" y="69306"/>
                  <a:pt x="343545" y="69726"/>
                </a:cubicBezTo>
                <a:cubicBezTo>
                  <a:pt x="345480" y="70146"/>
                  <a:pt x="347380" y="70356"/>
                  <a:pt x="349242" y="70356"/>
                </a:cubicBezTo>
                <a:cubicBezTo>
                  <a:pt x="354392" y="70356"/>
                  <a:pt x="358428" y="68612"/>
                  <a:pt x="361349" y="65123"/>
                </a:cubicBezTo>
                <a:cubicBezTo>
                  <a:pt x="364271" y="61635"/>
                  <a:pt x="365732" y="56383"/>
                  <a:pt x="365732" y="49370"/>
                </a:cubicBezTo>
                <a:close/>
                <a:moveTo>
                  <a:pt x="442845" y="22411"/>
                </a:moveTo>
                <a:lnTo>
                  <a:pt x="424109" y="71616"/>
                </a:lnTo>
                <a:cubicBezTo>
                  <a:pt x="422173" y="76621"/>
                  <a:pt x="420174" y="80931"/>
                  <a:pt x="418110" y="84548"/>
                </a:cubicBezTo>
                <a:cubicBezTo>
                  <a:pt x="416047" y="88164"/>
                  <a:pt x="413791" y="91132"/>
                  <a:pt x="411344" y="93452"/>
                </a:cubicBezTo>
                <a:cubicBezTo>
                  <a:pt x="408897" y="95772"/>
                  <a:pt x="406213" y="97479"/>
                  <a:pt x="403291" y="98575"/>
                </a:cubicBezTo>
                <a:cubicBezTo>
                  <a:pt x="400370" y="99671"/>
                  <a:pt x="397101" y="100219"/>
                  <a:pt x="393485" y="100219"/>
                </a:cubicBezTo>
                <a:cubicBezTo>
                  <a:pt x="392536" y="100219"/>
                  <a:pt x="391677" y="100201"/>
                  <a:pt x="390910" y="100164"/>
                </a:cubicBezTo>
                <a:cubicBezTo>
                  <a:pt x="390143" y="100128"/>
                  <a:pt x="389303" y="100073"/>
                  <a:pt x="388390" y="100000"/>
                </a:cubicBezTo>
                <a:lnTo>
                  <a:pt x="388390" y="91342"/>
                </a:lnTo>
                <a:cubicBezTo>
                  <a:pt x="389194" y="91452"/>
                  <a:pt x="390070" y="91552"/>
                  <a:pt x="391020" y="91644"/>
                </a:cubicBezTo>
                <a:cubicBezTo>
                  <a:pt x="391969" y="91735"/>
                  <a:pt x="392974" y="91781"/>
                  <a:pt x="394033" y="91781"/>
                </a:cubicBezTo>
                <a:cubicBezTo>
                  <a:pt x="395786" y="91781"/>
                  <a:pt x="397420" y="91525"/>
                  <a:pt x="398936" y="91014"/>
                </a:cubicBezTo>
                <a:cubicBezTo>
                  <a:pt x="400452" y="90502"/>
                  <a:pt x="401885" y="89671"/>
                  <a:pt x="403237" y="88520"/>
                </a:cubicBezTo>
                <a:cubicBezTo>
                  <a:pt x="404588" y="87370"/>
                  <a:pt x="405884" y="85881"/>
                  <a:pt x="407126" y="84055"/>
                </a:cubicBezTo>
                <a:cubicBezTo>
                  <a:pt x="408368" y="82228"/>
                  <a:pt x="409573" y="80018"/>
                  <a:pt x="410742" y="77425"/>
                </a:cubicBezTo>
                <a:lnTo>
                  <a:pt x="388774" y="22411"/>
                </a:lnTo>
                <a:lnTo>
                  <a:pt x="399621" y="22411"/>
                </a:lnTo>
                <a:lnTo>
                  <a:pt x="413536" y="58794"/>
                </a:lnTo>
                <a:lnTo>
                  <a:pt x="416330" y="67342"/>
                </a:lnTo>
                <a:lnTo>
                  <a:pt x="419507" y="58575"/>
                </a:lnTo>
                <a:lnTo>
                  <a:pt x="432381" y="22411"/>
                </a:lnTo>
                <a:lnTo>
                  <a:pt x="442845" y="22411"/>
                </a:lnTo>
                <a:close/>
                <a:moveTo>
                  <a:pt x="571815" y="48931"/>
                </a:moveTo>
                <a:cubicBezTo>
                  <a:pt x="571815" y="53498"/>
                  <a:pt x="571185" y="57580"/>
                  <a:pt x="569925" y="61178"/>
                </a:cubicBezTo>
                <a:cubicBezTo>
                  <a:pt x="568665" y="64776"/>
                  <a:pt x="566876" y="67826"/>
                  <a:pt x="564556" y="70329"/>
                </a:cubicBezTo>
                <a:cubicBezTo>
                  <a:pt x="562237" y="72831"/>
                  <a:pt x="559416" y="74749"/>
                  <a:pt x="556092" y="76082"/>
                </a:cubicBezTo>
                <a:cubicBezTo>
                  <a:pt x="552769" y="77415"/>
                  <a:pt x="549025" y="78082"/>
                  <a:pt x="544862" y="78082"/>
                </a:cubicBezTo>
                <a:cubicBezTo>
                  <a:pt x="541611" y="78082"/>
                  <a:pt x="538288" y="77772"/>
                  <a:pt x="534891" y="77151"/>
                </a:cubicBezTo>
                <a:cubicBezTo>
                  <a:pt x="531495" y="76530"/>
                  <a:pt x="528135" y="75543"/>
                  <a:pt x="524811" y="74192"/>
                </a:cubicBezTo>
                <a:lnTo>
                  <a:pt x="524811" y="0"/>
                </a:lnTo>
                <a:lnTo>
                  <a:pt x="534343" y="0"/>
                </a:lnTo>
                <a:lnTo>
                  <a:pt x="534343" y="21315"/>
                </a:lnTo>
                <a:lnTo>
                  <a:pt x="533905" y="31507"/>
                </a:lnTo>
                <a:cubicBezTo>
                  <a:pt x="536644" y="27817"/>
                  <a:pt x="539575" y="25215"/>
                  <a:pt x="542698" y="23699"/>
                </a:cubicBezTo>
                <a:cubicBezTo>
                  <a:pt x="545821" y="22183"/>
                  <a:pt x="549171" y="21425"/>
                  <a:pt x="552751" y="21425"/>
                </a:cubicBezTo>
                <a:cubicBezTo>
                  <a:pt x="555891" y="21425"/>
                  <a:pt x="558649" y="22082"/>
                  <a:pt x="561023" y="23397"/>
                </a:cubicBezTo>
                <a:cubicBezTo>
                  <a:pt x="563397" y="24712"/>
                  <a:pt x="565387" y="26566"/>
                  <a:pt x="566994" y="28959"/>
                </a:cubicBezTo>
                <a:cubicBezTo>
                  <a:pt x="568601" y="31352"/>
                  <a:pt x="569806" y="34237"/>
                  <a:pt x="570610" y="37616"/>
                </a:cubicBezTo>
                <a:cubicBezTo>
                  <a:pt x="571413" y="40995"/>
                  <a:pt x="571815" y="44767"/>
                  <a:pt x="571815" y="48931"/>
                </a:cubicBezTo>
                <a:moveTo>
                  <a:pt x="562064" y="49370"/>
                </a:moveTo>
                <a:cubicBezTo>
                  <a:pt x="562064" y="46484"/>
                  <a:pt x="561854" y="43836"/>
                  <a:pt x="561434" y="41425"/>
                </a:cubicBezTo>
                <a:cubicBezTo>
                  <a:pt x="561014" y="39014"/>
                  <a:pt x="560347" y="36950"/>
                  <a:pt x="559434" y="35233"/>
                </a:cubicBezTo>
                <a:cubicBezTo>
                  <a:pt x="558521" y="33516"/>
                  <a:pt x="557352" y="32173"/>
                  <a:pt x="555928" y="31205"/>
                </a:cubicBezTo>
                <a:cubicBezTo>
                  <a:pt x="554504" y="30237"/>
                  <a:pt x="552805" y="29753"/>
                  <a:pt x="550833" y="29753"/>
                </a:cubicBezTo>
                <a:cubicBezTo>
                  <a:pt x="549628" y="29753"/>
                  <a:pt x="548404" y="29945"/>
                  <a:pt x="547163" y="30329"/>
                </a:cubicBezTo>
                <a:cubicBezTo>
                  <a:pt x="545921" y="30712"/>
                  <a:pt x="544634" y="31352"/>
                  <a:pt x="543300" y="32247"/>
                </a:cubicBezTo>
                <a:cubicBezTo>
                  <a:pt x="541967" y="33142"/>
                  <a:pt x="540561" y="34329"/>
                  <a:pt x="539082" y="35808"/>
                </a:cubicBezTo>
                <a:cubicBezTo>
                  <a:pt x="537603" y="37288"/>
                  <a:pt x="536023" y="39123"/>
                  <a:pt x="534343" y="41315"/>
                </a:cubicBezTo>
                <a:lnTo>
                  <a:pt x="534343" y="68000"/>
                </a:lnTo>
                <a:cubicBezTo>
                  <a:pt x="536206" y="68730"/>
                  <a:pt x="538105" y="69306"/>
                  <a:pt x="540041" y="69726"/>
                </a:cubicBezTo>
                <a:cubicBezTo>
                  <a:pt x="541977" y="70146"/>
                  <a:pt x="543821" y="70356"/>
                  <a:pt x="545574" y="70356"/>
                </a:cubicBezTo>
                <a:cubicBezTo>
                  <a:pt x="547765" y="70356"/>
                  <a:pt x="549856" y="70009"/>
                  <a:pt x="551847" y="69315"/>
                </a:cubicBezTo>
                <a:cubicBezTo>
                  <a:pt x="553837" y="68621"/>
                  <a:pt x="555590" y="67461"/>
                  <a:pt x="557106" y="65836"/>
                </a:cubicBezTo>
                <a:cubicBezTo>
                  <a:pt x="558622" y="64210"/>
                  <a:pt x="559827" y="62055"/>
                  <a:pt x="560722" y="59370"/>
                </a:cubicBezTo>
                <a:cubicBezTo>
                  <a:pt x="561616" y="56685"/>
                  <a:pt x="562064" y="53352"/>
                  <a:pt x="562064" y="49370"/>
                </a:cubicBezTo>
                <a:close/>
                <a:moveTo>
                  <a:pt x="592501" y="22411"/>
                </a:moveTo>
                <a:lnTo>
                  <a:pt x="601212" y="22411"/>
                </a:lnTo>
                <a:lnTo>
                  <a:pt x="601486" y="32548"/>
                </a:lnTo>
                <a:cubicBezTo>
                  <a:pt x="604736" y="28639"/>
                  <a:pt x="607941" y="25808"/>
                  <a:pt x="611100" y="24055"/>
                </a:cubicBezTo>
                <a:cubicBezTo>
                  <a:pt x="614259" y="22301"/>
                  <a:pt x="617446" y="21425"/>
                  <a:pt x="620660" y="21425"/>
                </a:cubicBezTo>
                <a:cubicBezTo>
                  <a:pt x="626357" y="21425"/>
                  <a:pt x="630676" y="23269"/>
                  <a:pt x="633616" y="26959"/>
                </a:cubicBezTo>
                <a:cubicBezTo>
                  <a:pt x="636556" y="30648"/>
                  <a:pt x="637916" y="36128"/>
                  <a:pt x="637697" y="43397"/>
                </a:cubicBezTo>
                <a:lnTo>
                  <a:pt x="628055" y="43397"/>
                </a:lnTo>
                <a:cubicBezTo>
                  <a:pt x="628165" y="38575"/>
                  <a:pt x="627462" y="35078"/>
                  <a:pt x="625946" y="32904"/>
                </a:cubicBezTo>
                <a:cubicBezTo>
                  <a:pt x="624431" y="30731"/>
                  <a:pt x="622212" y="29644"/>
                  <a:pt x="619290" y="29644"/>
                </a:cubicBezTo>
                <a:cubicBezTo>
                  <a:pt x="618012" y="29644"/>
                  <a:pt x="616725" y="29872"/>
                  <a:pt x="615428" y="30329"/>
                </a:cubicBezTo>
                <a:cubicBezTo>
                  <a:pt x="614131" y="30785"/>
                  <a:pt x="612798" y="31516"/>
                  <a:pt x="611429" y="32520"/>
                </a:cubicBezTo>
                <a:cubicBezTo>
                  <a:pt x="610059" y="33525"/>
                  <a:pt x="608607" y="34813"/>
                  <a:pt x="607074" y="36384"/>
                </a:cubicBezTo>
                <a:cubicBezTo>
                  <a:pt x="605540" y="37954"/>
                  <a:pt x="603896" y="39854"/>
                  <a:pt x="602143" y="42082"/>
                </a:cubicBezTo>
                <a:lnTo>
                  <a:pt x="602143" y="77425"/>
                </a:lnTo>
                <a:lnTo>
                  <a:pt x="592501" y="77425"/>
                </a:lnTo>
                <a:lnTo>
                  <a:pt x="592501" y="22411"/>
                </a:lnTo>
                <a:close/>
                <a:moveTo>
                  <a:pt x="691034" y="77425"/>
                </a:moveTo>
                <a:lnTo>
                  <a:pt x="690815" y="70027"/>
                </a:lnTo>
                <a:cubicBezTo>
                  <a:pt x="687820" y="72986"/>
                  <a:pt x="684780" y="75123"/>
                  <a:pt x="681694" y="76438"/>
                </a:cubicBezTo>
                <a:cubicBezTo>
                  <a:pt x="678608" y="77753"/>
                  <a:pt x="675366" y="78411"/>
                  <a:pt x="671970" y="78411"/>
                </a:cubicBezTo>
                <a:cubicBezTo>
                  <a:pt x="668829" y="78411"/>
                  <a:pt x="666144" y="78009"/>
                  <a:pt x="663917" y="77205"/>
                </a:cubicBezTo>
                <a:cubicBezTo>
                  <a:pt x="661689" y="76402"/>
                  <a:pt x="659853" y="75297"/>
                  <a:pt x="658411" y="73890"/>
                </a:cubicBezTo>
                <a:cubicBezTo>
                  <a:pt x="656968" y="72484"/>
                  <a:pt x="655909" y="70831"/>
                  <a:pt x="655233" y="68931"/>
                </a:cubicBezTo>
                <a:cubicBezTo>
                  <a:pt x="654558" y="67032"/>
                  <a:pt x="654220" y="64968"/>
                  <a:pt x="654220" y="62740"/>
                </a:cubicBezTo>
                <a:cubicBezTo>
                  <a:pt x="654220" y="57224"/>
                  <a:pt x="656274" y="52904"/>
                  <a:pt x="660383" y="49781"/>
                </a:cubicBezTo>
                <a:cubicBezTo>
                  <a:pt x="664492" y="46657"/>
                  <a:pt x="670564" y="45096"/>
                  <a:pt x="678598" y="45096"/>
                </a:cubicBezTo>
                <a:lnTo>
                  <a:pt x="689993" y="45096"/>
                </a:lnTo>
                <a:lnTo>
                  <a:pt x="689993" y="40274"/>
                </a:lnTo>
                <a:cubicBezTo>
                  <a:pt x="689993" y="37023"/>
                  <a:pt x="688952" y="34420"/>
                  <a:pt x="686871" y="32466"/>
                </a:cubicBezTo>
                <a:cubicBezTo>
                  <a:pt x="684789" y="30511"/>
                  <a:pt x="681612" y="29534"/>
                  <a:pt x="677338" y="29534"/>
                </a:cubicBezTo>
                <a:cubicBezTo>
                  <a:pt x="674234" y="29534"/>
                  <a:pt x="671175" y="29881"/>
                  <a:pt x="668162" y="30575"/>
                </a:cubicBezTo>
                <a:cubicBezTo>
                  <a:pt x="665149" y="31269"/>
                  <a:pt x="662036" y="32256"/>
                  <a:pt x="658822" y="33534"/>
                </a:cubicBezTo>
                <a:lnTo>
                  <a:pt x="658822" y="24931"/>
                </a:lnTo>
                <a:cubicBezTo>
                  <a:pt x="660027" y="24493"/>
                  <a:pt x="661369" y="24064"/>
                  <a:pt x="662848" y="23644"/>
                </a:cubicBezTo>
                <a:cubicBezTo>
                  <a:pt x="664327" y="23224"/>
                  <a:pt x="665889" y="22849"/>
                  <a:pt x="667532" y="22521"/>
                </a:cubicBezTo>
                <a:cubicBezTo>
                  <a:pt x="669176" y="22192"/>
                  <a:pt x="670892" y="21927"/>
                  <a:pt x="672682" y="21726"/>
                </a:cubicBezTo>
                <a:cubicBezTo>
                  <a:pt x="674471" y="21525"/>
                  <a:pt x="676279" y="21425"/>
                  <a:pt x="678105" y="21425"/>
                </a:cubicBezTo>
                <a:cubicBezTo>
                  <a:pt x="681429" y="21425"/>
                  <a:pt x="684424" y="21790"/>
                  <a:pt x="687090" y="22521"/>
                </a:cubicBezTo>
                <a:cubicBezTo>
                  <a:pt x="689756" y="23251"/>
                  <a:pt x="692011" y="24365"/>
                  <a:pt x="693856" y="25863"/>
                </a:cubicBezTo>
                <a:cubicBezTo>
                  <a:pt x="695700" y="27361"/>
                  <a:pt x="697115" y="29242"/>
                  <a:pt x="698101" y="31507"/>
                </a:cubicBezTo>
                <a:cubicBezTo>
                  <a:pt x="699087" y="33772"/>
                  <a:pt x="699580" y="36438"/>
                  <a:pt x="699580" y="39507"/>
                </a:cubicBezTo>
                <a:lnTo>
                  <a:pt x="699580" y="77425"/>
                </a:lnTo>
                <a:lnTo>
                  <a:pt x="691034" y="77425"/>
                </a:lnTo>
                <a:moveTo>
                  <a:pt x="689993" y="52383"/>
                </a:moveTo>
                <a:lnTo>
                  <a:pt x="677886" y="52383"/>
                </a:lnTo>
                <a:cubicBezTo>
                  <a:pt x="675512" y="52383"/>
                  <a:pt x="673467" y="52621"/>
                  <a:pt x="671751" y="53096"/>
                </a:cubicBezTo>
                <a:cubicBezTo>
                  <a:pt x="670034" y="53571"/>
                  <a:pt x="668628" y="54246"/>
                  <a:pt x="667532" y="55123"/>
                </a:cubicBezTo>
                <a:cubicBezTo>
                  <a:pt x="666437" y="56000"/>
                  <a:pt x="665624" y="57050"/>
                  <a:pt x="665094" y="58274"/>
                </a:cubicBezTo>
                <a:cubicBezTo>
                  <a:pt x="664565" y="59498"/>
                  <a:pt x="664300" y="60877"/>
                  <a:pt x="664300" y="62411"/>
                </a:cubicBezTo>
                <a:cubicBezTo>
                  <a:pt x="664300" y="63470"/>
                  <a:pt x="664464" y="64484"/>
                  <a:pt x="664793" y="65452"/>
                </a:cubicBezTo>
                <a:cubicBezTo>
                  <a:pt x="665122" y="66420"/>
                  <a:pt x="665651" y="67278"/>
                  <a:pt x="666382" y="68027"/>
                </a:cubicBezTo>
                <a:cubicBezTo>
                  <a:pt x="667112" y="68776"/>
                  <a:pt x="668062" y="69370"/>
                  <a:pt x="669231" y="69808"/>
                </a:cubicBezTo>
                <a:cubicBezTo>
                  <a:pt x="670399" y="70246"/>
                  <a:pt x="671824" y="70466"/>
                  <a:pt x="673504" y="70466"/>
                </a:cubicBezTo>
                <a:cubicBezTo>
                  <a:pt x="675695" y="70466"/>
                  <a:pt x="678206" y="69799"/>
                  <a:pt x="681036" y="68466"/>
                </a:cubicBezTo>
                <a:cubicBezTo>
                  <a:pt x="683867" y="67132"/>
                  <a:pt x="686852" y="65023"/>
                  <a:pt x="689993" y="62137"/>
                </a:cubicBezTo>
                <a:lnTo>
                  <a:pt x="689993" y="52383"/>
                </a:lnTo>
                <a:close/>
                <a:moveTo>
                  <a:pt x="721143" y="22411"/>
                </a:moveTo>
                <a:lnTo>
                  <a:pt x="729634" y="22411"/>
                </a:lnTo>
                <a:lnTo>
                  <a:pt x="730018" y="31288"/>
                </a:lnTo>
                <a:cubicBezTo>
                  <a:pt x="731625" y="29388"/>
                  <a:pt x="733177" y="27808"/>
                  <a:pt x="734674" y="26548"/>
                </a:cubicBezTo>
                <a:cubicBezTo>
                  <a:pt x="736172" y="25288"/>
                  <a:pt x="737642" y="24274"/>
                  <a:pt x="739084" y="23507"/>
                </a:cubicBezTo>
                <a:cubicBezTo>
                  <a:pt x="740527" y="22740"/>
                  <a:pt x="741997" y="22201"/>
                  <a:pt x="743495" y="21890"/>
                </a:cubicBezTo>
                <a:cubicBezTo>
                  <a:pt x="744992" y="21580"/>
                  <a:pt x="746544" y="21425"/>
                  <a:pt x="748151" y="21425"/>
                </a:cubicBezTo>
                <a:cubicBezTo>
                  <a:pt x="753812" y="21425"/>
                  <a:pt x="758094" y="23096"/>
                  <a:pt x="760998" y="26438"/>
                </a:cubicBezTo>
                <a:cubicBezTo>
                  <a:pt x="763901" y="29781"/>
                  <a:pt x="765353" y="34813"/>
                  <a:pt x="765353" y="41534"/>
                </a:cubicBezTo>
                <a:lnTo>
                  <a:pt x="765353" y="77425"/>
                </a:lnTo>
                <a:lnTo>
                  <a:pt x="755821" y="77425"/>
                </a:lnTo>
                <a:lnTo>
                  <a:pt x="755821" y="42301"/>
                </a:lnTo>
                <a:cubicBezTo>
                  <a:pt x="755821" y="37991"/>
                  <a:pt x="755017" y="34804"/>
                  <a:pt x="753410" y="32740"/>
                </a:cubicBezTo>
                <a:cubicBezTo>
                  <a:pt x="751803" y="30676"/>
                  <a:pt x="749411" y="29644"/>
                  <a:pt x="746234" y="29644"/>
                </a:cubicBezTo>
                <a:cubicBezTo>
                  <a:pt x="745065" y="29644"/>
                  <a:pt x="743924" y="29817"/>
                  <a:pt x="742810" y="30164"/>
                </a:cubicBezTo>
                <a:cubicBezTo>
                  <a:pt x="741696" y="30511"/>
                  <a:pt x="740536" y="31114"/>
                  <a:pt x="739331" y="31973"/>
                </a:cubicBezTo>
                <a:cubicBezTo>
                  <a:pt x="738126" y="32831"/>
                  <a:pt x="736820" y="33991"/>
                  <a:pt x="735414" y="35452"/>
                </a:cubicBezTo>
                <a:cubicBezTo>
                  <a:pt x="734008" y="36913"/>
                  <a:pt x="732428" y="38740"/>
                  <a:pt x="730675" y="40931"/>
                </a:cubicBezTo>
                <a:lnTo>
                  <a:pt x="730675" y="77425"/>
                </a:lnTo>
                <a:lnTo>
                  <a:pt x="721143" y="77425"/>
                </a:lnTo>
                <a:lnTo>
                  <a:pt x="721143" y="22411"/>
                </a:lnTo>
                <a:close/>
                <a:moveTo>
                  <a:pt x="829318" y="75397"/>
                </a:moveTo>
                <a:cubicBezTo>
                  <a:pt x="826834" y="76347"/>
                  <a:pt x="824287" y="77050"/>
                  <a:pt x="821676" y="77507"/>
                </a:cubicBezTo>
                <a:cubicBezTo>
                  <a:pt x="819064" y="77963"/>
                  <a:pt x="816371" y="78192"/>
                  <a:pt x="813595" y="78192"/>
                </a:cubicBezTo>
                <a:cubicBezTo>
                  <a:pt x="804903" y="78192"/>
                  <a:pt x="798210" y="75836"/>
                  <a:pt x="793517" y="71123"/>
                </a:cubicBezTo>
                <a:cubicBezTo>
                  <a:pt x="788824" y="66411"/>
                  <a:pt x="786477" y="59525"/>
                  <a:pt x="786477" y="50466"/>
                </a:cubicBezTo>
                <a:cubicBezTo>
                  <a:pt x="786477" y="46119"/>
                  <a:pt x="787153" y="42173"/>
                  <a:pt x="788504" y="38630"/>
                </a:cubicBezTo>
                <a:cubicBezTo>
                  <a:pt x="789856" y="35087"/>
                  <a:pt x="791755" y="32055"/>
                  <a:pt x="794202" y="29534"/>
                </a:cubicBezTo>
                <a:cubicBezTo>
                  <a:pt x="796649" y="27014"/>
                  <a:pt x="799571" y="25068"/>
                  <a:pt x="802967" y="23699"/>
                </a:cubicBezTo>
                <a:cubicBezTo>
                  <a:pt x="806364" y="22329"/>
                  <a:pt x="810107" y="21644"/>
                  <a:pt x="814198" y="21644"/>
                </a:cubicBezTo>
                <a:cubicBezTo>
                  <a:pt x="817046" y="21644"/>
                  <a:pt x="819712" y="21845"/>
                  <a:pt x="822196" y="22247"/>
                </a:cubicBezTo>
                <a:cubicBezTo>
                  <a:pt x="824679" y="22648"/>
                  <a:pt x="827053" y="23306"/>
                  <a:pt x="829318" y="24219"/>
                </a:cubicBezTo>
                <a:lnTo>
                  <a:pt x="829318" y="33315"/>
                </a:lnTo>
                <a:cubicBezTo>
                  <a:pt x="826944" y="32073"/>
                  <a:pt x="824524" y="31169"/>
                  <a:pt x="822059" y="30603"/>
                </a:cubicBezTo>
                <a:cubicBezTo>
                  <a:pt x="819594" y="30036"/>
                  <a:pt x="817046" y="29753"/>
                  <a:pt x="814417" y="29753"/>
                </a:cubicBezTo>
                <a:cubicBezTo>
                  <a:pt x="811970" y="29753"/>
                  <a:pt x="809660" y="30219"/>
                  <a:pt x="807487" y="31151"/>
                </a:cubicBezTo>
                <a:cubicBezTo>
                  <a:pt x="805314" y="32082"/>
                  <a:pt x="803405" y="33425"/>
                  <a:pt x="801762" y="35178"/>
                </a:cubicBezTo>
                <a:cubicBezTo>
                  <a:pt x="800118" y="36931"/>
                  <a:pt x="798822" y="39068"/>
                  <a:pt x="797872" y="41589"/>
                </a:cubicBezTo>
                <a:cubicBezTo>
                  <a:pt x="796923" y="44110"/>
                  <a:pt x="796448" y="46959"/>
                  <a:pt x="796448" y="50137"/>
                </a:cubicBezTo>
                <a:cubicBezTo>
                  <a:pt x="796448" y="56785"/>
                  <a:pt x="798064" y="61762"/>
                  <a:pt x="801296" y="65068"/>
                </a:cubicBezTo>
                <a:cubicBezTo>
                  <a:pt x="804528" y="68374"/>
                  <a:pt x="809012" y="70027"/>
                  <a:pt x="814745" y="70027"/>
                </a:cubicBezTo>
                <a:cubicBezTo>
                  <a:pt x="817339" y="70027"/>
                  <a:pt x="819849" y="69735"/>
                  <a:pt x="822278" y="69151"/>
                </a:cubicBezTo>
                <a:cubicBezTo>
                  <a:pt x="824707" y="68566"/>
                  <a:pt x="827053" y="67689"/>
                  <a:pt x="829318" y="66520"/>
                </a:cubicBezTo>
                <a:lnTo>
                  <a:pt x="829318" y="75397"/>
                </a:lnTo>
                <a:close/>
                <a:moveTo>
                  <a:pt x="896241" y="77425"/>
                </a:moveTo>
                <a:lnTo>
                  <a:pt x="886709" y="77425"/>
                </a:lnTo>
                <a:lnTo>
                  <a:pt x="886709" y="42301"/>
                </a:lnTo>
                <a:cubicBezTo>
                  <a:pt x="886709" y="38064"/>
                  <a:pt x="885914" y="34895"/>
                  <a:pt x="884325" y="32794"/>
                </a:cubicBezTo>
                <a:cubicBezTo>
                  <a:pt x="882737" y="30694"/>
                  <a:pt x="880463" y="29644"/>
                  <a:pt x="877505" y="29644"/>
                </a:cubicBezTo>
                <a:cubicBezTo>
                  <a:pt x="876227" y="29644"/>
                  <a:pt x="875031" y="29817"/>
                  <a:pt x="873917" y="30164"/>
                </a:cubicBezTo>
                <a:cubicBezTo>
                  <a:pt x="872803" y="30511"/>
                  <a:pt x="871643" y="31114"/>
                  <a:pt x="870438" y="31973"/>
                </a:cubicBezTo>
                <a:cubicBezTo>
                  <a:pt x="869233" y="32831"/>
                  <a:pt x="867918" y="33991"/>
                  <a:pt x="866494" y="35452"/>
                </a:cubicBezTo>
                <a:cubicBezTo>
                  <a:pt x="865069" y="36913"/>
                  <a:pt x="863426" y="38740"/>
                  <a:pt x="861563" y="40931"/>
                </a:cubicBezTo>
                <a:lnTo>
                  <a:pt x="861563" y="77425"/>
                </a:lnTo>
                <a:lnTo>
                  <a:pt x="852031" y="77425"/>
                </a:lnTo>
                <a:lnTo>
                  <a:pt x="852031" y="0"/>
                </a:lnTo>
                <a:lnTo>
                  <a:pt x="861563" y="0"/>
                </a:lnTo>
                <a:lnTo>
                  <a:pt x="861563" y="22411"/>
                </a:lnTo>
                <a:lnTo>
                  <a:pt x="861234" y="31068"/>
                </a:lnTo>
                <a:cubicBezTo>
                  <a:pt x="862732" y="29278"/>
                  <a:pt x="864202" y="27772"/>
                  <a:pt x="865644" y="26548"/>
                </a:cubicBezTo>
                <a:cubicBezTo>
                  <a:pt x="867087" y="25324"/>
                  <a:pt x="868530" y="24329"/>
                  <a:pt x="869972" y="23562"/>
                </a:cubicBezTo>
                <a:cubicBezTo>
                  <a:pt x="871415" y="22794"/>
                  <a:pt x="872885" y="22247"/>
                  <a:pt x="874382" y="21918"/>
                </a:cubicBezTo>
                <a:cubicBezTo>
                  <a:pt x="875880" y="21589"/>
                  <a:pt x="877432" y="21425"/>
                  <a:pt x="879039" y="21425"/>
                </a:cubicBezTo>
                <a:cubicBezTo>
                  <a:pt x="884517" y="21425"/>
                  <a:pt x="888754" y="23096"/>
                  <a:pt x="891749" y="26438"/>
                </a:cubicBezTo>
                <a:cubicBezTo>
                  <a:pt x="894743" y="29781"/>
                  <a:pt x="896241" y="34813"/>
                  <a:pt x="896241" y="41534"/>
                </a:cubicBezTo>
                <a:lnTo>
                  <a:pt x="896241" y="77425"/>
                </a:lnTo>
                <a:close/>
                <a:moveTo>
                  <a:pt x="920159" y="22904"/>
                </a:moveTo>
                <a:lnTo>
                  <a:pt x="926076" y="16822"/>
                </a:lnTo>
                <a:lnTo>
                  <a:pt x="962890" y="47562"/>
                </a:lnTo>
                <a:lnTo>
                  <a:pt x="926076" y="78301"/>
                </a:lnTo>
                <a:lnTo>
                  <a:pt x="920159" y="72274"/>
                </a:lnTo>
                <a:lnTo>
                  <a:pt x="950016" y="47671"/>
                </a:lnTo>
                <a:lnTo>
                  <a:pt x="920159" y="22904"/>
                </a:ln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0x12345678:">
            <a:extLst xmlns:a="http://schemas.openxmlformats.org/drawingml/2006/main">
              <a:ext uri="{FF2B5EF4-FFF2-40B4-BE49-F238E27FC236}">
                <a16:creationId xmlns:a16="http://schemas.microsoft.com/office/drawing/2014/main" id="{9C9394BC-1A1F-4F9F-A832-350F33D4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8" y="562011"/>
            <a:ext cx="688898" cy="73589"/>
          </a:xfrm>
          <a:custGeom xmlns:a="http://schemas.openxmlformats.org/drawingml/2006/main">
            <a:pathLst>
              <a:path w="688898" h="73589">
                <a:moveTo>
                  <a:pt x="52044" y="36822"/>
                </a:moveTo>
                <a:cubicBezTo>
                  <a:pt x="52044" y="42301"/>
                  <a:pt x="51496" y="47297"/>
                  <a:pt x="50401" y="51808"/>
                </a:cubicBezTo>
                <a:cubicBezTo>
                  <a:pt x="49305" y="56320"/>
                  <a:pt x="47643" y="60192"/>
                  <a:pt x="45415" y="63425"/>
                </a:cubicBezTo>
                <a:cubicBezTo>
                  <a:pt x="43187" y="66657"/>
                  <a:pt x="40421" y="69160"/>
                  <a:pt x="37116" y="70931"/>
                </a:cubicBezTo>
                <a:cubicBezTo>
                  <a:pt x="33810" y="72703"/>
                  <a:pt x="29930" y="73589"/>
                  <a:pt x="25474" y="73589"/>
                </a:cubicBezTo>
                <a:cubicBezTo>
                  <a:pt x="21639" y="73589"/>
                  <a:pt x="18151" y="72867"/>
                  <a:pt x="15011" y="71425"/>
                </a:cubicBezTo>
                <a:cubicBezTo>
                  <a:pt x="11870" y="69982"/>
                  <a:pt x="9185" y="67762"/>
                  <a:pt x="6957" y="64767"/>
                </a:cubicBezTo>
                <a:cubicBezTo>
                  <a:pt x="4730" y="61772"/>
                  <a:pt x="3013" y="57954"/>
                  <a:pt x="1808" y="53315"/>
                </a:cubicBezTo>
                <a:cubicBezTo>
                  <a:pt x="603" y="48676"/>
                  <a:pt x="0" y="43178"/>
                  <a:pt x="0" y="36822"/>
                </a:cubicBezTo>
                <a:cubicBezTo>
                  <a:pt x="0" y="31342"/>
                  <a:pt x="557" y="26338"/>
                  <a:pt x="1671" y="21808"/>
                </a:cubicBezTo>
                <a:cubicBezTo>
                  <a:pt x="2785" y="17279"/>
                  <a:pt x="4447" y="13397"/>
                  <a:pt x="6656" y="10164"/>
                </a:cubicBezTo>
                <a:cubicBezTo>
                  <a:pt x="8866" y="6931"/>
                  <a:pt x="11632" y="4429"/>
                  <a:pt x="14956" y="2658"/>
                </a:cubicBezTo>
                <a:cubicBezTo>
                  <a:pt x="18279" y="886"/>
                  <a:pt x="22151" y="0"/>
                  <a:pt x="26570" y="0"/>
                </a:cubicBezTo>
                <a:cubicBezTo>
                  <a:pt x="30405" y="0"/>
                  <a:pt x="33893" y="721"/>
                  <a:pt x="37033" y="2164"/>
                </a:cubicBezTo>
                <a:cubicBezTo>
                  <a:pt x="40174" y="3607"/>
                  <a:pt x="42859" y="5836"/>
                  <a:pt x="45087" y="8849"/>
                </a:cubicBezTo>
                <a:cubicBezTo>
                  <a:pt x="47314" y="11863"/>
                  <a:pt x="49031" y="15689"/>
                  <a:pt x="50236" y="20329"/>
                </a:cubicBezTo>
                <a:cubicBezTo>
                  <a:pt x="51441" y="24968"/>
                  <a:pt x="52044" y="30466"/>
                  <a:pt x="52044" y="36822"/>
                </a:cubicBezTo>
                <a:moveTo>
                  <a:pt x="42402" y="37151"/>
                </a:moveTo>
                <a:cubicBezTo>
                  <a:pt x="42402" y="35909"/>
                  <a:pt x="42357" y="34676"/>
                  <a:pt x="42265" y="33452"/>
                </a:cubicBezTo>
                <a:cubicBezTo>
                  <a:pt x="42174" y="32228"/>
                  <a:pt x="42073" y="31032"/>
                  <a:pt x="41964" y="29863"/>
                </a:cubicBezTo>
                <a:lnTo>
                  <a:pt x="11669" y="52383"/>
                </a:lnTo>
                <a:cubicBezTo>
                  <a:pt x="12217" y="54283"/>
                  <a:pt x="12911" y="56036"/>
                  <a:pt x="13751" y="57644"/>
                </a:cubicBezTo>
                <a:cubicBezTo>
                  <a:pt x="14591" y="59251"/>
                  <a:pt x="15604" y="60630"/>
                  <a:pt x="16791" y="61781"/>
                </a:cubicBezTo>
                <a:cubicBezTo>
                  <a:pt x="17978" y="62931"/>
                  <a:pt x="19329" y="63826"/>
                  <a:pt x="20845" y="64466"/>
                </a:cubicBezTo>
                <a:cubicBezTo>
                  <a:pt x="22361" y="65105"/>
                  <a:pt x="24086" y="65425"/>
                  <a:pt x="26022" y="65425"/>
                </a:cubicBezTo>
                <a:cubicBezTo>
                  <a:pt x="28506" y="65425"/>
                  <a:pt x="30761" y="64822"/>
                  <a:pt x="32788" y="63616"/>
                </a:cubicBezTo>
                <a:cubicBezTo>
                  <a:pt x="34815" y="62411"/>
                  <a:pt x="36540" y="60621"/>
                  <a:pt x="37965" y="58246"/>
                </a:cubicBezTo>
                <a:cubicBezTo>
                  <a:pt x="39389" y="55872"/>
                  <a:pt x="40485" y="52922"/>
                  <a:pt x="41252" y="49397"/>
                </a:cubicBezTo>
                <a:cubicBezTo>
                  <a:pt x="42019" y="45872"/>
                  <a:pt x="42402" y="41790"/>
                  <a:pt x="42402" y="37151"/>
                </a:cubicBezTo>
                <a:moveTo>
                  <a:pt x="9642" y="36493"/>
                </a:moveTo>
                <a:cubicBezTo>
                  <a:pt x="9642" y="37626"/>
                  <a:pt x="9651" y="38758"/>
                  <a:pt x="9669" y="39890"/>
                </a:cubicBezTo>
                <a:cubicBezTo>
                  <a:pt x="9687" y="41023"/>
                  <a:pt x="9751" y="42119"/>
                  <a:pt x="9861" y="43178"/>
                </a:cubicBezTo>
                <a:lnTo>
                  <a:pt x="40156" y="20767"/>
                </a:lnTo>
                <a:cubicBezTo>
                  <a:pt x="39608" y="18904"/>
                  <a:pt x="38914" y="17205"/>
                  <a:pt x="38074" y="15671"/>
                </a:cubicBezTo>
                <a:cubicBezTo>
                  <a:pt x="37234" y="14137"/>
                  <a:pt x="36230" y="12813"/>
                  <a:pt x="35061" y="11699"/>
                </a:cubicBezTo>
                <a:cubicBezTo>
                  <a:pt x="33893" y="10584"/>
                  <a:pt x="32559" y="9717"/>
                  <a:pt x="31062" y="9096"/>
                </a:cubicBezTo>
                <a:cubicBezTo>
                  <a:pt x="29565" y="8475"/>
                  <a:pt x="27885" y="8164"/>
                  <a:pt x="26022" y="8164"/>
                </a:cubicBezTo>
                <a:cubicBezTo>
                  <a:pt x="23539" y="8164"/>
                  <a:pt x="21283" y="8767"/>
                  <a:pt x="19256" y="9973"/>
                </a:cubicBezTo>
                <a:cubicBezTo>
                  <a:pt x="17229" y="11178"/>
                  <a:pt x="15504" y="12977"/>
                  <a:pt x="14079" y="15370"/>
                </a:cubicBezTo>
                <a:cubicBezTo>
                  <a:pt x="12655" y="17763"/>
                  <a:pt x="11559" y="20721"/>
                  <a:pt x="10792" y="24247"/>
                </a:cubicBezTo>
                <a:cubicBezTo>
                  <a:pt x="10025" y="27772"/>
                  <a:pt x="9642" y="31854"/>
                  <a:pt x="9642" y="36493"/>
                </a:cubicBezTo>
                <a:close/>
                <a:moveTo>
                  <a:pt x="118967" y="72603"/>
                </a:moveTo>
                <a:lnTo>
                  <a:pt x="106312" y="72603"/>
                </a:lnTo>
                <a:lnTo>
                  <a:pt x="91466" y="51616"/>
                </a:lnTo>
                <a:lnTo>
                  <a:pt x="76784" y="72603"/>
                </a:lnTo>
                <a:lnTo>
                  <a:pt x="64458" y="72603"/>
                </a:lnTo>
                <a:lnTo>
                  <a:pt x="85768" y="44986"/>
                </a:lnTo>
                <a:lnTo>
                  <a:pt x="65444" y="17589"/>
                </a:lnTo>
                <a:lnTo>
                  <a:pt x="77661" y="17589"/>
                </a:lnTo>
                <a:lnTo>
                  <a:pt x="92123" y="38740"/>
                </a:lnTo>
                <a:lnTo>
                  <a:pt x="106312" y="17589"/>
                </a:lnTo>
                <a:lnTo>
                  <a:pt x="118091" y="17589"/>
                </a:lnTo>
                <a:lnTo>
                  <a:pt x="97437" y="45205"/>
                </a:lnTo>
                <a:lnTo>
                  <a:pt x="118967" y="72603"/>
                </a:lnTo>
                <a:close/>
                <a:moveTo>
                  <a:pt x="180686" y="72603"/>
                </a:moveTo>
                <a:lnTo>
                  <a:pt x="135709" y="72603"/>
                </a:lnTo>
                <a:lnTo>
                  <a:pt x="135709" y="63726"/>
                </a:lnTo>
                <a:lnTo>
                  <a:pt x="154116" y="63726"/>
                </a:lnTo>
                <a:lnTo>
                  <a:pt x="154116" y="11452"/>
                </a:lnTo>
                <a:lnTo>
                  <a:pt x="136969" y="20767"/>
                </a:lnTo>
                <a:lnTo>
                  <a:pt x="133463" y="12658"/>
                </a:lnTo>
                <a:lnTo>
                  <a:pt x="156252" y="658"/>
                </a:lnTo>
                <a:lnTo>
                  <a:pt x="164689" y="658"/>
                </a:lnTo>
                <a:lnTo>
                  <a:pt x="164689" y="63726"/>
                </a:lnTo>
                <a:lnTo>
                  <a:pt x="180686" y="63726"/>
                </a:lnTo>
                <a:lnTo>
                  <a:pt x="180686" y="72603"/>
                </a:lnTo>
                <a:close/>
                <a:moveTo>
                  <a:pt x="246732" y="72603"/>
                </a:moveTo>
                <a:lnTo>
                  <a:pt x="199564" y="72603"/>
                </a:lnTo>
                <a:lnTo>
                  <a:pt x="199564" y="64055"/>
                </a:lnTo>
                <a:lnTo>
                  <a:pt x="218081" y="45644"/>
                </a:lnTo>
                <a:cubicBezTo>
                  <a:pt x="221112" y="42648"/>
                  <a:pt x="223577" y="40055"/>
                  <a:pt x="225476" y="37863"/>
                </a:cubicBezTo>
                <a:cubicBezTo>
                  <a:pt x="227376" y="35671"/>
                  <a:pt x="228855" y="33671"/>
                  <a:pt x="229914" y="31863"/>
                </a:cubicBezTo>
                <a:cubicBezTo>
                  <a:pt x="230973" y="30055"/>
                  <a:pt x="231685" y="28347"/>
                  <a:pt x="232050" y="26740"/>
                </a:cubicBezTo>
                <a:cubicBezTo>
                  <a:pt x="232416" y="25132"/>
                  <a:pt x="232598" y="23397"/>
                  <a:pt x="232598" y="21534"/>
                </a:cubicBezTo>
                <a:cubicBezTo>
                  <a:pt x="232598" y="19781"/>
                  <a:pt x="232361" y="18110"/>
                  <a:pt x="231886" y="16521"/>
                </a:cubicBezTo>
                <a:cubicBezTo>
                  <a:pt x="231411" y="14931"/>
                  <a:pt x="230681" y="13534"/>
                  <a:pt x="229695" y="12329"/>
                </a:cubicBezTo>
                <a:cubicBezTo>
                  <a:pt x="228709" y="11123"/>
                  <a:pt x="227430" y="10174"/>
                  <a:pt x="225860" y="9479"/>
                </a:cubicBezTo>
                <a:cubicBezTo>
                  <a:pt x="224289" y="8785"/>
                  <a:pt x="222409" y="8438"/>
                  <a:pt x="220217" y="8438"/>
                </a:cubicBezTo>
                <a:cubicBezTo>
                  <a:pt x="217186" y="8438"/>
                  <a:pt x="214428" y="9114"/>
                  <a:pt x="211945" y="10466"/>
                </a:cubicBezTo>
                <a:cubicBezTo>
                  <a:pt x="209461" y="11817"/>
                  <a:pt x="207179" y="13571"/>
                  <a:pt x="205097" y="15726"/>
                </a:cubicBezTo>
                <a:lnTo>
                  <a:pt x="199838" y="9425"/>
                </a:lnTo>
                <a:cubicBezTo>
                  <a:pt x="202540" y="6575"/>
                  <a:pt x="205654" y="4292"/>
                  <a:pt x="209178" y="2575"/>
                </a:cubicBezTo>
                <a:cubicBezTo>
                  <a:pt x="212703" y="858"/>
                  <a:pt x="216802" y="0"/>
                  <a:pt x="221477" y="0"/>
                </a:cubicBezTo>
                <a:cubicBezTo>
                  <a:pt x="224655" y="0"/>
                  <a:pt x="227549" y="475"/>
                  <a:pt x="230160" y="1425"/>
                </a:cubicBezTo>
                <a:cubicBezTo>
                  <a:pt x="232772" y="2374"/>
                  <a:pt x="235027" y="3744"/>
                  <a:pt x="236926" y="5534"/>
                </a:cubicBezTo>
                <a:cubicBezTo>
                  <a:pt x="238825" y="7324"/>
                  <a:pt x="240295" y="9516"/>
                  <a:pt x="241336" y="12110"/>
                </a:cubicBezTo>
                <a:cubicBezTo>
                  <a:pt x="242377" y="14703"/>
                  <a:pt x="242897" y="17626"/>
                  <a:pt x="242897" y="20877"/>
                </a:cubicBezTo>
                <a:cubicBezTo>
                  <a:pt x="242897" y="23616"/>
                  <a:pt x="242532" y="26155"/>
                  <a:pt x="241802" y="28493"/>
                </a:cubicBezTo>
                <a:cubicBezTo>
                  <a:pt x="241071" y="30831"/>
                  <a:pt x="239967" y="33160"/>
                  <a:pt x="238487" y="35479"/>
                </a:cubicBezTo>
                <a:cubicBezTo>
                  <a:pt x="237008" y="37799"/>
                  <a:pt x="235146" y="40201"/>
                  <a:pt x="232900" y="42685"/>
                </a:cubicBezTo>
                <a:cubicBezTo>
                  <a:pt x="230653" y="45169"/>
                  <a:pt x="227996" y="47890"/>
                  <a:pt x="224929" y="50849"/>
                </a:cubicBezTo>
                <a:lnTo>
                  <a:pt x="211945" y="63507"/>
                </a:lnTo>
                <a:lnTo>
                  <a:pt x="246732" y="63507"/>
                </a:lnTo>
                <a:lnTo>
                  <a:pt x="246732" y="72603"/>
                </a:lnTo>
                <a:close/>
                <a:moveTo>
                  <a:pt x="310807" y="50849"/>
                </a:moveTo>
                <a:cubicBezTo>
                  <a:pt x="310807" y="53991"/>
                  <a:pt x="310167" y="56941"/>
                  <a:pt x="308889" y="59699"/>
                </a:cubicBezTo>
                <a:cubicBezTo>
                  <a:pt x="307611" y="62457"/>
                  <a:pt x="305694" y="64867"/>
                  <a:pt x="303137" y="66931"/>
                </a:cubicBezTo>
                <a:cubicBezTo>
                  <a:pt x="300580" y="68995"/>
                  <a:pt x="297366" y="70621"/>
                  <a:pt x="293495" y="71808"/>
                </a:cubicBezTo>
                <a:cubicBezTo>
                  <a:pt x="289624" y="72995"/>
                  <a:pt x="285113" y="73589"/>
                  <a:pt x="279964" y="73589"/>
                </a:cubicBezTo>
                <a:cubicBezTo>
                  <a:pt x="277115" y="73589"/>
                  <a:pt x="274558" y="73498"/>
                  <a:pt x="272294" y="73315"/>
                </a:cubicBezTo>
                <a:cubicBezTo>
                  <a:pt x="270030" y="73132"/>
                  <a:pt x="267911" y="72895"/>
                  <a:pt x="265939" y="72603"/>
                </a:cubicBezTo>
                <a:lnTo>
                  <a:pt x="265939" y="64055"/>
                </a:lnTo>
                <a:cubicBezTo>
                  <a:pt x="268204" y="64457"/>
                  <a:pt x="270596" y="64767"/>
                  <a:pt x="273116" y="64986"/>
                </a:cubicBezTo>
                <a:cubicBezTo>
                  <a:pt x="275636" y="65205"/>
                  <a:pt x="278211" y="65315"/>
                  <a:pt x="280840" y="65315"/>
                </a:cubicBezTo>
                <a:cubicBezTo>
                  <a:pt x="284419" y="65315"/>
                  <a:pt x="287478" y="64995"/>
                  <a:pt x="290016" y="64356"/>
                </a:cubicBezTo>
                <a:cubicBezTo>
                  <a:pt x="292555" y="63717"/>
                  <a:pt x="294627" y="62794"/>
                  <a:pt x="296234" y="61589"/>
                </a:cubicBezTo>
                <a:cubicBezTo>
                  <a:pt x="297841" y="60383"/>
                  <a:pt x="299010" y="58922"/>
                  <a:pt x="299740" y="57205"/>
                </a:cubicBezTo>
                <a:cubicBezTo>
                  <a:pt x="300471" y="55489"/>
                  <a:pt x="300836" y="53552"/>
                  <a:pt x="300836" y="51397"/>
                </a:cubicBezTo>
                <a:cubicBezTo>
                  <a:pt x="300836" y="49425"/>
                  <a:pt x="300398" y="47708"/>
                  <a:pt x="299521" y="46247"/>
                </a:cubicBezTo>
                <a:cubicBezTo>
                  <a:pt x="298645" y="44785"/>
                  <a:pt x="297412" y="43562"/>
                  <a:pt x="295823" y="42575"/>
                </a:cubicBezTo>
                <a:cubicBezTo>
                  <a:pt x="294235" y="41589"/>
                  <a:pt x="292336" y="40849"/>
                  <a:pt x="290126" y="40356"/>
                </a:cubicBezTo>
                <a:cubicBezTo>
                  <a:pt x="287916" y="39863"/>
                  <a:pt x="285497" y="39616"/>
                  <a:pt x="282867" y="39616"/>
                </a:cubicBezTo>
                <a:lnTo>
                  <a:pt x="274704" y="39616"/>
                </a:lnTo>
                <a:lnTo>
                  <a:pt x="274704" y="31781"/>
                </a:lnTo>
                <a:lnTo>
                  <a:pt x="282977" y="31781"/>
                </a:lnTo>
                <a:cubicBezTo>
                  <a:pt x="285132" y="31781"/>
                  <a:pt x="287095" y="31498"/>
                  <a:pt x="288866" y="30931"/>
                </a:cubicBezTo>
                <a:cubicBezTo>
                  <a:pt x="290637" y="30365"/>
                  <a:pt x="292153" y="29552"/>
                  <a:pt x="293413" y="28493"/>
                </a:cubicBezTo>
                <a:cubicBezTo>
                  <a:pt x="294673" y="27434"/>
                  <a:pt x="295641" y="26128"/>
                  <a:pt x="296316" y="24575"/>
                </a:cubicBezTo>
                <a:cubicBezTo>
                  <a:pt x="296992" y="23023"/>
                  <a:pt x="297330" y="21260"/>
                  <a:pt x="297330" y="19288"/>
                </a:cubicBezTo>
                <a:cubicBezTo>
                  <a:pt x="297330" y="15452"/>
                  <a:pt x="296161" y="12658"/>
                  <a:pt x="293824" y="10904"/>
                </a:cubicBezTo>
                <a:cubicBezTo>
                  <a:pt x="291486" y="9151"/>
                  <a:pt x="288053" y="8274"/>
                  <a:pt x="283525" y="8274"/>
                </a:cubicBezTo>
                <a:cubicBezTo>
                  <a:pt x="281114" y="8274"/>
                  <a:pt x="278631" y="8511"/>
                  <a:pt x="276074" y="8986"/>
                </a:cubicBezTo>
                <a:cubicBezTo>
                  <a:pt x="273518" y="9461"/>
                  <a:pt x="270778" y="10174"/>
                  <a:pt x="267857" y="11123"/>
                </a:cubicBezTo>
                <a:lnTo>
                  <a:pt x="267857" y="2795"/>
                </a:lnTo>
                <a:cubicBezTo>
                  <a:pt x="269098" y="2356"/>
                  <a:pt x="270422" y="1963"/>
                  <a:pt x="271828" y="1616"/>
                </a:cubicBezTo>
                <a:cubicBezTo>
                  <a:pt x="273234" y="1269"/>
                  <a:pt x="274641" y="977"/>
                  <a:pt x="276047" y="740"/>
                </a:cubicBezTo>
                <a:cubicBezTo>
                  <a:pt x="277453" y="502"/>
                  <a:pt x="278850" y="320"/>
                  <a:pt x="280238" y="192"/>
                </a:cubicBezTo>
                <a:cubicBezTo>
                  <a:pt x="281625" y="64"/>
                  <a:pt x="282958" y="0"/>
                  <a:pt x="284237" y="0"/>
                </a:cubicBezTo>
                <a:cubicBezTo>
                  <a:pt x="288035" y="0"/>
                  <a:pt x="291377" y="411"/>
                  <a:pt x="294262" y="1233"/>
                </a:cubicBezTo>
                <a:cubicBezTo>
                  <a:pt x="297147" y="2055"/>
                  <a:pt x="299558" y="3233"/>
                  <a:pt x="301493" y="4767"/>
                </a:cubicBezTo>
                <a:cubicBezTo>
                  <a:pt x="303429" y="6301"/>
                  <a:pt x="304890" y="8164"/>
                  <a:pt x="305876" y="10356"/>
                </a:cubicBezTo>
                <a:cubicBezTo>
                  <a:pt x="306862" y="12548"/>
                  <a:pt x="307355" y="15014"/>
                  <a:pt x="307355" y="17753"/>
                </a:cubicBezTo>
                <a:cubicBezTo>
                  <a:pt x="307355" y="21845"/>
                  <a:pt x="306305" y="25279"/>
                  <a:pt x="304205" y="28055"/>
                </a:cubicBezTo>
                <a:cubicBezTo>
                  <a:pt x="302105" y="30831"/>
                  <a:pt x="299229" y="33041"/>
                  <a:pt x="295577" y="34685"/>
                </a:cubicBezTo>
                <a:cubicBezTo>
                  <a:pt x="297440" y="34977"/>
                  <a:pt x="299275" y="35562"/>
                  <a:pt x="301083" y="36438"/>
                </a:cubicBezTo>
                <a:cubicBezTo>
                  <a:pt x="302890" y="37315"/>
                  <a:pt x="304516" y="38438"/>
                  <a:pt x="305958" y="39808"/>
                </a:cubicBezTo>
                <a:cubicBezTo>
                  <a:pt x="307401" y="41178"/>
                  <a:pt x="308570" y="42794"/>
                  <a:pt x="309464" y="44657"/>
                </a:cubicBezTo>
                <a:cubicBezTo>
                  <a:pt x="310359" y="46520"/>
                  <a:pt x="310807" y="48584"/>
                  <a:pt x="310807" y="50849"/>
                </a:cubicBezTo>
                <a:close/>
                <a:moveTo>
                  <a:pt x="381181" y="56767"/>
                </a:moveTo>
                <a:lnTo>
                  <a:pt x="368964" y="56767"/>
                </a:lnTo>
                <a:lnTo>
                  <a:pt x="368964" y="72603"/>
                </a:lnTo>
                <a:lnTo>
                  <a:pt x="359213" y="72603"/>
                </a:lnTo>
                <a:lnTo>
                  <a:pt x="359213" y="56767"/>
                </a:lnTo>
                <a:lnTo>
                  <a:pt x="324754" y="56767"/>
                </a:lnTo>
                <a:lnTo>
                  <a:pt x="324754" y="48383"/>
                </a:lnTo>
                <a:lnTo>
                  <a:pt x="355269" y="986"/>
                </a:lnTo>
                <a:lnTo>
                  <a:pt x="368964" y="986"/>
                </a:lnTo>
                <a:lnTo>
                  <a:pt x="368964" y="48383"/>
                </a:lnTo>
                <a:lnTo>
                  <a:pt x="381181" y="48383"/>
                </a:lnTo>
                <a:lnTo>
                  <a:pt x="381181" y="56767"/>
                </a:lnTo>
                <a:moveTo>
                  <a:pt x="359213" y="10192"/>
                </a:moveTo>
                <a:lnTo>
                  <a:pt x="334287" y="48383"/>
                </a:lnTo>
                <a:lnTo>
                  <a:pt x="359213" y="48383"/>
                </a:lnTo>
                <a:lnTo>
                  <a:pt x="359213" y="10192"/>
                </a:lnTo>
                <a:close/>
                <a:moveTo>
                  <a:pt x="441256" y="49699"/>
                </a:moveTo>
                <a:cubicBezTo>
                  <a:pt x="441256" y="53242"/>
                  <a:pt x="440489" y="56475"/>
                  <a:pt x="438955" y="59397"/>
                </a:cubicBezTo>
                <a:cubicBezTo>
                  <a:pt x="437421" y="62320"/>
                  <a:pt x="435312" y="64831"/>
                  <a:pt x="432628" y="66931"/>
                </a:cubicBezTo>
                <a:cubicBezTo>
                  <a:pt x="429943" y="69032"/>
                  <a:pt x="426775" y="70667"/>
                  <a:pt x="423123" y="71836"/>
                </a:cubicBezTo>
                <a:cubicBezTo>
                  <a:pt x="419471" y="73004"/>
                  <a:pt x="415526" y="73589"/>
                  <a:pt x="411290" y="73589"/>
                </a:cubicBezTo>
                <a:cubicBezTo>
                  <a:pt x="410231" y="73589"/>
                  <a:pt x="409089" y="73562"/>
                  <a:pt x="407866" y="73507"/>
                </a:cubicBezTo>
                <a:cubicBezTo>
                  <a:pt x="406642" y="73452"/>
                  <a:pt x="405428" y="73379"/>
                  <a:pt x="404223" y="73288"/>
                </a:cubicBezTo>
                <a:cubicBezTo>
                  <a:pt x="403017" y="73196"/>
                  <a:pt x="401840" y="73096"/>
                  <a:pt x="400689" y="72986"/>
                </a:cubicBezTo>
                <a:cubicBezTo>
                  <a:pt x="399539" y="72877"/>
                  <a:pt x="398507" y="72749"/>
                  <a:pt x="397594" y="72603"/>
                </a:cubicBezTo>
                <a:lnTo>
                  <a:pt x="397594" y="63945"/>
                </a:lnTo>
                <a:cubicBezTo>
                  <a:pt x="399566" y="64420"/>
                  <a:pt x="401821" y="64767"/>
                  <a:pt x="404360" y="64986"/>
                </a:cubicBezTo>
                <a:cubicBezTo>
                  <a:pt x="406898" y="65205"/>
                  <a:pt x="409464" y="65315"/>
                  <a:pt x="412057" y="65315"/>
                </a:cubicBezTo>
                <a:cubicBezTo>
                  <a:pt x="414978" y="65315"/>
                  <a:pt x="417608" y="64968"/>
                  <a:pt x="419945" y="64274"/>
                </a:cubicBezTo>
                <a:cubicBezTo>
                  <a:pt x="422283" y="63580"/>
                  <a:pt x="424273" y="62584"/>
                  <a:pt x="425917" y="61288"/>
                </a:cubicBezTo>
                <a:cubicBezTo>
                  <a:pt x="427560" y="59991"/>
                  <a:pt x="428820" y="58420"/>
                  <a:pt x="429697" y="56575"/>
                </a:cubicBezTo>
                <a:cubicBezTo>
                  <a:pt x="430573" y="54731"/>
                  <a:pt x="431012" y="52657"/>
                  <a:pt x="431012" y="50356"/>
                </a:cubicBezTo>
                <a:cubicBezTo>
                  <a:pt x="431012" y="45899"/>
                  <a:pt x="429414" y="42657"/>
                  <a:pt x="426218" y="40630"/>
                </a:cubicBezTo>
                <a:cubicBezTo>
                  <a:pt x="423022" y="38603"/>
                  <a:pt x="418430" y="37589"/>
                  <a:pt x="412440" y="37589"/>
                </a:cubicBezTo>
                <a:lnTo>
                  <a:pt x="398854" y="37589"/>
                </a:lnTo>
                <a:lnTo>
                  <a:pt x="398854" y="986"/>
                </a:lnTo>
                <a:lnTo>
                  <a:pt x="437421" y="986"/>
                </a:lnTo>
                <a:lnTo>
                  <a:pt x="437421" y="9315"/>
                </a:lnTo>
                <a:lnTo>
                  <a:pt x="407838" y="9315"/>
                </a:lnTo>
                <a:lnTo>
                  <a:pt x="407838" y="29425"/>
                </a:lnTo>
                <a:lnTo>
                  <a:pt x="414084" y="29425"/>
                </a:lnTo>
                <a:cubicBezTo>
                  <a:pt x="417517" y="29425"/>
                  <a:pt x="420859" y="29735"/>
                  <a:pt x="424109" y="30356"/>
                </a:cubicBezTo>
                <a:cubicBezTo>
                  <a:pt x="427359" y="30977"/>
                  <a:pt x="430254" y="32064"/>
                  <a:pt x="432792" y="33616"/>
                </a:cubicBezTo>
                <a:cubicBezTo>
                  <a:pt x="435330" y="35169"/>
                  <a:pt x="437376" y="37251"/>
                  <a:pt x="438928" y="39863"/>
                </a:cubicBezTo>
                <a:cubicBezTo>
                  <a:pt x="440480" y="42475"/>
                  <a:pt x="441256" y="45753"/>
                  <a:pt x="441256" y="49699"/>
                </a:cubicBezTo>
                <a:close/>
                <a:moveTo>
                  <a:pt x="509385" y="49918"/>
                </a:moveTo>
                <a:cubicBezTo>
                  <a:pt x="509385" y="53205"/>
                  <a:pt x="508791" y="56292"/>
                  <a:pt x="507604" y="59178"/>
                </a:cubicBezTo>
                <a:cubicBezTo>
                  <a:pt x="506417" y="62064"/>
                  <a:pt x="504728" y="64575"/>
                  <a:pt x="502537" y="66712"/>
                </a:cubicBezTo>
                <a:cubicBezTo>
                  <a:pt x="500345" y="68849"/>
                  <a:pt x="497707" y="70530"/>
                  <a:pt x="494620" y="71753"/>
                </a:cubicBezTo>
                <a:cubicBezTo>
                  <a:pt x="491534" y="72977"/>
                  <a:pt x="488110" y="73589"/>
                  <a:pt x="484349" y="73589"/>
                </a:cubicBezTo>
                <a:cubicBezTo>
                  <a:pt x="480404" y="73589"/>
                  <a:pt x="476916" y="72959"/>
                  <a:pt x="473885" y="71699"/>
                </a:cubicBezTo>
                <a:cubicBezTo>
                  <a:pt x="470854" y="70438"/>
                  <a:pt x="468315" y="68502"/>
                  <a:pt x="466270" y="65890"/>
                </a:cubicBezTo>
                <a:cubicBezTo>
                  <a:pt x="464225" y="63278"/>
                  <a:pt x="462673" y="59982"/>
                  <a:pt x="461614" y="56000"/>
                </a:cubicBezTo>
                <a:cubicBezTo>
                  <a:pt x="460554" y="52018"/>
                  <a:pt x="460025" y="47306"/>
                  <a:pt x="460025" y="41863"/>
                </a:cubicBezTo>
                <a:cubicBezTo>
                  <a:pt x="460025" y="38210"/>
                  <a:pt x="460262" y="34667"/>
                  <a:pt x="460737" y="31233"/>
                </a:cubicBezTo>
                <a:cubicBezTo>
                  <a:pt x="461212" y="27799"/>
                  <a:pt x="461997" y="24566"/>
                  <a:pt x="463093" y="21534"/>
                </a:cubicBezTo>
                <a:cubicBezTo>
                  <a:pt x="464188" y="18502"/>
                  <a:pt x="465649" y="15726"/>
                  <a:pt x="467475" y="13205"/>
                </a:cubicBezTo>
                <a:cubicBezTo>
                  <a:pt x="469302" y="10685"/>
                  <a:pt x="471575" y="8521"/>
                  <a:pt x="474296" y="6712"/>
                </a:cubicBezTo>
                <a:cubicBezTo>
                  <a:pt x="477017" y="4904"/>
                  <a:pt x="480222" y="3498"/>
                  <a:pt x="483910" y="2493"/>
                </a:cubicBezTo>
                <a:cubicBezTo>
                  <a:pt x="487599" y="1489"/>
                  <a:pt x="491872" y="986"/>
                  <a:pt x="496730" y="986"/>
                </a:cubicBezTo>
                <a:lnTo>
                  <a:pt x="503797" y="986"/>
                </a:lnTo>
                <a:lnTo>
                  <a:pt x="503797" y="9315"/>
                </a:lnTo>
                <a:lnTo>
                  <a:pt x="496127" y="9315"/>
                </a:lnTo>
                <a:cubicBezTo>
                  <a:pt x="491854" y="9315"/>
                  <a:pt x="488147" y="9826"/>
                  <a:pt x="485006" y="10849"/>
                </a:cubicBezTo>
                <a:cubicBezTo>
                  <a:pt x="481865" y="11872"/>
                  <a:pt x="479236" y="13315"/>
                  <a:pt x="477117" y="15178"/>
                </a:cubicBezTo>
                <a:cubicBezTo>
                  <a:pt x="474999" y="17041"/>
                  <a:pt x="473374" y="19288"/>
                  <a:pt x="472242" y="21918"/>
                </a:cubicBezTo>
                <a:cubicBezTo>
                  <a:pt x="471109" y="24548"/>
                  <a:pt x="470397" y="27489"/>
                  <a:pt x="470105" y="30740"/>
                </a:cubicBezTo>
                <a:lnTo>
                  <a:pt x="469886" y="32986"/>
                </a:lnTo>
                <a:cubicBezTo>
                  <a:pt x="472187" y="31635"/>
                  <a:pt x="474844" y="30548"/>
                  <a:pt x="477857" y="29726"/>
                </a:cubicBezTo>
                <a:cubicBezTo>
                  <a:pt x="480870" y="28904"/>
                  <a:pt x="484129" y="28493"/>
                  <a:pt x="487636" y="28493"/>
                </a:cubicBezTo>
                <a:cubicBezTo>
                  <a:pt x="491251" y="28493"/>
                  <a:pt x="494420" y="29023"/>
                  <a:pt x="497140" y="30082"/>
                </a:cubicBezTo>
                <a:cubicBezTo>
                  <a:pt x="499861" y="31142"/>
                  <a:pt x="502126" y="32612"/>
                  <a:pt x="503934" y="34493"/>
                </a:cubicBezTo>
                <a:cubicBezTo>
                  <a:pt x="505741" y="36374"/>
                  <a:pt x="507102" y="38630"/>
                  <a:pt x="508015" y="41260"/>
                </a:cubicBezTo>
                <a:cubicBezTo>
                  <a:pt x="508928" y="43890"/>
                  <a:pt x="509385" y="46776"/>
                  <a:pt x="509385" y="49918"/>
                </a:cubicBezTo>
                <a:moveTo>
                  <a:pt x="499414" y="50520"/>
                </a:moveTo>
                <a:cubicBezTo>
                  <a:pt x="499414" y="48329"/>
                  <a:pt x="499149" y="46347"/>
                  <a:pt x="498620" y="44575"/>
                </a:cubicBezTo>
                <a:cubicBezTo>
                  <a:pt x="498090" y="42804"/>
                  <a:pt x="497259" y="41306"/>
                  <a:pt x="496127" y="40082"/>
                </a:cubicBezTo>
                <a:cubicBezTo>
                  <a:pt x="494995" y="38858"/>
                  <a:pt x="493561" y="37909"/>
                  <a:pt x="491827" y="37233"/>
                </a:cubicBezTo>
                <a:cubicBezTo>
                  <a:pt x="490092" y="36557"/>
                  <a:pt x="488019" y="36219"/>
                  <a:pt x="485609" y="36219"/>
                </a:cubicBezTo>
                <a:cubicBezTo>
                  <a:pt x="484221" y="36219"/>
                  <a:pt x="482815" y="36347"/>
                  <a:pt x="481390" y="36603"/>
                </a:cubicBezTo>
                <a:cubicBezTo>
                  <a:pt x="479966" y="36858"/>
                  <a:pt x="478569" y="37215"/>
                  <a:pt x="477199" y="37671"/>
                </a:cubicBezTo>
                <a:cubicBezTo>
                  <a:pt x="475830" y="38128"/>
                  <a:pt x="474524" y="38648"/>
                  <a:pt x="473282" y="39233"/>
                </a:cubicBezTo>
                <a:cubicBezTo>
                  <a:pt x="472041" y="39817"/>
                  <a:pt x="470908" y="40438"/>
                  <a:pt x="469886" y="41096"/>
                </a:cubicBezTo>
                <a:cubicBezTo>
                  <a:pt x="469886" y="45808"/>
                  <a:pt x="470215" y="49744"/>
                  <a:pt x="470872" y="52904"/>
                </a:cubicBezTo>
                <a:cubicBezTo>
                  <a:pt x="471529" y="56064"/>
                  <a:pt x="472506" y="58594"/>
                  <a:pt x="473803" y="60493"/>
                </a:cubicBezTo>
                <a:cubicBezTo>
                  <a:pt x="475099" y="62393"/>
                  <a:pt x="476697" y="63744"/>
                  <a:pt x="478596" y="64548"/>
                </a:cubicBezTo>
                <a:cubicBezTo>
                  <a:pt x="480496" y="65352"/>
                  <a:pt x="482687" y="65753"/>
                  <a:pt x="485170" y="65753"/>
                </a:cubicBezTo>
                <a:cubicBezTo>
                  <a:pt x="487252" y="65753"/>
                  <a:pt x="489160" y="65415"/>
                  <a:pt x="490895" y="64740"/>
                </a:cubicBezTo>
                <a:cubicBezTo>
                  <a:pt x="492630" y="64064"/>
                  <a:pt x="494127" y="63068"/>
                  <a:pt x="495387" y="61753"/>
                </a:cubicBezTo>
                <a:cubicBezTo>
                  <a:pt x="496647" y="60438"/>
                  <a:pt x="497634" y="58840"/>
                  <a:pt x="498346" y="56959"/>
                </a:cubicBezTo>
                <a:cubicBezTo>
                  <a:pt x="499058" y="55078"/>
                  <a:pt x="499414" y="52931"/>
                  <a:pt x="499414" y="50520"/>
                </a:cubicBezTo>
                <a:close/>
                <a:moveTo>
                  <a:pt x="573568" y="9863"/>
                </a:moveTo>
                <a:lnTo>
                  <a:pt x="543547" y="72603"/>
                </a:lnTo>
                <a:lnTo>
                  <a:pt x="532645" y="72603"/>
                </a:lnTo>
                <a:lnTo>
                  <a:pt x="563817" y="9863"/>
                </a:lnTo>
                <a:lnTo>
                  <a:pt x="525140" y="9863"/>
                </a:lnTo>
                <a:lnTo>
                  <a:pt x="525140" y="986"/>
                </a:lnTo>
                <a:lnTo>
                  <a:pt x="573568" y="986"/>
                </a:lnTo>
                <a:lnTo>
                  <a:pt x="573568" y="9863"/>
                </a:lnTo>
                <a:close/>
                <a:moveTo>
                  <a:pt x="639396" y="54630"/>
                </a:moveTo>
                <a:cubicBezTo>
                  <a:pt x="639396" y="57662"/>
                  <a:pt x="638775" y="60356"/>
                  <a:pt x="637533" y="62712"/>
                </a:cubicBezTo>
                <a:cubicBezTo>
                  <a:pt x="636291" y="65068"/>
                  <a:pt x="634557" y="67050"/>
                  <a:pt x="632329" y="68657"/>
                </a:cubicBezTo>
                <a:cubicBezTo>
                  <a:pt x="630101" y="70265"/>
                  <a:pt x="627471" y="71488"/>
                  <a:pt x="624440" y="72329"/>
                </a:cubicBezTo>
                <a:cubicBezTo>
                  <a:pt x="621409" y="73169"/>
                  <a:pt x="618122" y="73589"/>
                  <a:pt x="614579" y="73589"/>
                </a:cubicBezTo>
                <a:cubicBezTo>
                  <a:pt x="610671" y="73589"/>
                  <a:pt x="607229" y="73151"/>
                  <a:pt x="604252" y="72274"/>
                </a:cubicBezTo>
                <a:cubicBezTo>
                  <a:pt x="601276" y="71397"/>
                  <a:pt x="598783" y="70173"/>
                  <a:pt x="596775" y="68603"/>
                </a:cubicBezTo>
                <a:cubicBezTo>
                  <a:pt x="594766" y="67032"/>
                  <a:pt x="593250" y="65169"/>
                  <a:pt x="592228" y="63014"/>
                </a:cubicBezTo>
                <a:cubicBezTo>
                  <a:pt x="591205" y="60858"/>
                  <a:pt x="590694" y="58484"/>
                  <a:pt x="590694" y="55890"/>
                </a:cubicBezTo>
                <a:cubicBezTo>
                  <a:pt x="590694" y="51507"/>
                  <a:pt x="591917" y="47726"/>
                  <a:pt x="594364" y="44548"/>
                </a:cubicBezTo>
                <a:cubicBezTo>
                  <a:pt x="596811" y="41370"/>
                  <a:pt x="600591" y="38484"/>
                  <a:pt x="605704" y="35890"/>
                </a:cubicBezTo>
                <a:cubicBezTo>
                  <a:pt x="601029" y="33516"/>
                  <a:pt x="597615" y="30877"/>
                  <a:pt x="595460" y="27973"/>
                </a:cubicBezTo>
                <a:cubicBezTo>
                  <a:pt x="593305" y="25068"/>
                  <a:pt x="592228" y="21735"/>
                  <a:pt x="592228" y="17973"/>
                </a:cubicBezTo>
                <a:cubicBezTo>
                  <a:pt x="592228" y="15671"/>
                  <a:pt x="592702" y="13443"/>
                  <a:pt x="593652" y="11288"/>
                </a:cubicBezTo>
                <a:cubicBezTo>
                  <a:pt x="594601" y="9132"/>
                  <a:pt x="596035" y="7215"/>
                  <a:pt x="597952" y="5534"/>
                </a:cubicBezTo>
                <a:cubicBezTo>
                  <a:pt x="599870" y="3854"/>
                  <a:pt x="602271" y="2511"/>
                  <a:pt x="605156" y="1507"/>
                </a:cubicBezTo>
                <a:cubicBezTo>
                  <a:pt x="608042" y="502"/>
                  <a:pt x="611438" y="0"/>
                  <a:pt x="615346" y="0"/>
                </a:cubicBezTo>
                <a:cubicBezTo>
                  <a:pt x="619035" y="0"/>
                  <a:pt x="622276" y="393"/>
                  <a:pt x="625070" y="1178"/>
                </a:cubicBezTo>
                <a:cubicBezTo>
                  <a:pt x="627864" y="1963"/>
                  <a:pt x="630211" y="3087"/>
                  <a:pt x="632110" y="4548"/>
                </a:cubicBezTo>
                <a:cubicBezTo>
                  <a:pt x="634009" y="6009"/>
                  <a:pt x="635433" y="7781"/>
                  <a:pt x="636383" y="9863"/>
                </a:cubicBezTo>
                <a:cubicBezTo>
                  <a:pt x="637332" y="11945"/>
                  <a:pt x="637807" y="14265"/>
                  <a:pt x="637807" y="16822"/>
                </a:cubicBezTo>
                <a:cubicBezTo>
                  <a:pt x="637807" y="20986"/>
                  <a:pt x="636648" y="24530"/>
                  <a:pt x="634328" y="27452"/>
                </a:cubicBezTo>
                <a:cubicBezTo>
                  <a:pt x="632009" y="30374"/>
                  <a:pt x="628713" y="32931"/>
                  <a:pt x="624440" y="35123"/>
                </a:cubicBezTo>
                <a:cubicBezTo>
                  <a:pt x="626558" y="36183"/>
                  <a:pt x="628531" y="37352"/>
                  <a:pt x="630357" y="38630"/>
                </a:cubicBezTo>
                <a:cubicBezTo>
                  <a:pt x="632183" y="39909"/>
                  <a:pt x="633771" y="41333"/>
                  <a:pt x="635123" y="42904"/>
                </a:cubicBezTo>
                <a:cubicBezTo>
                  <a:pt x="636474" y="44475"/>
                  <a:pt x="637524" y="46228"/>
                  <a:pt x="638273" y="48164"/>
                </a:cubicBezTo>
                <a:cubicBezTo>
                  <a:pt x="639021" y="50100"/>
                  <a:pt x="639396" y="52256"/>
                  <a:pt x="639396" y="54630"/>
                </a:cubicBezTo>
                <a:moveTo>
                  <a:pt x="628056" y="17589"/>
                </a:moveTo>
                <a:cubicBezTo>
                  <a:pt x="628056" y="14338"/>
                  <a:pt x="626914" y="11918"/>
                  <a:pt x="624632" y="10329"/>
                </a:cubicBezTo>
                <a:cubicBezTo>
                  <a:pt x="622349" y="8740"/>
                  <a:pt x="619144" y="7945"/>
                  <a:pt x="615017" y="7945"/>
                </a:cubicBezTo>
                <a:cubicBezTo>
                  <a:pt x="610927" y="7945"/>
                  <a:pt x="607740" y="8731"/>
                  <a:pt x="605458" y="10301"/>
                </a:cubicBezTo>
                <a:cubicBezTo>
                  <a:pt x="603175" y="11872"/>
                  <a:pt x="602034" y="14228"/>
                  <a:pt x="602034" y="17370"/>
                </a:cubicBezTo>
                <a:cubicBezTo>
                  <a:pt x="602034" y="18794"/>
                  <a:pt x="602308" y="20110"/>
                  <a:pt x="602855" y="21315"/>
                </a:cubicBezTo>
                <a:cubicBezTo>
                  <a:pt x="603403" y="22521"/>
                  <a:pt x="604252" y="23653"/>
                  <a:pt x="605403" y="24712"/>
                </a:cubicBezTo>
                <a:cubicBezTo>
                  <a:pt x="606553" y="25772"/>
                  <a:pt x="607987" y="26813"/>
                  <a:pt x="609703" y="27836"/>
                </a:cubicBezTo>
                <a:cubicBezTo>
                  <a:pt x="611420" y="28858"/>
                  <a:pt x="613465" y="29900"/>
                  <a:pt x="615839" y="30959"/>
                </a:cubicBezTo>
                <a:cubicBezTo>
                  <a:pt x="619966" y="29023"/>
                  <a:pt x="623034" y="27005"/>
                  <a:pt x="625043" y="24904"/>
                </a:cubicBezTo>
                <a:cubicBezTo>
                  <a:pt x="627051" y="22804"/>
                  <a:pt x="628056" y="20365"/>
                  <a:pt x="628056" y="17589"/>
                </a:cubicBezTo>
                <a:moveTo>
                  <a:pt x="629042" y="55342"/>
                </a:moveTo>
                <a:cubicBezTo>
                  <a:pt x="629042" y="53991"/>
                  <a:pt x="628823" y="52676"/>
                  <a:pt x="628384" y="51397"/>
                </a:cubicBezTo>
                <a:cubicBezTo>
                  <a:pt x="627946" y="50119"/>
                  <a:pt x="627161" y="48858"/>
                  <a:pt x="626029" y="47616"/>
                </a:cubicBezTo>
                <a:cubicBezTo>
                  <a:pt x="624897" y="46374"/>
                  <a:pt x="623381" y="45132"/>
                  <a:pt x="621482" y="43890"/>
                </a:cubicBezTo>
                <a:cubicBezTo>
                  <a:pt x="619583" y="42648"/>
                  <a:pt x="617172" y="41370"/>
                  <a:pt x="614250" y="40055"/>
                </a:cubicBezTo>
                <a:cubicBezTo>
                  <a:pt x="611767" y="41260"/>
                  <a:pt x="609676" y="42457"/>
                  <a:pt x="607978" y="43644"/>
                </a:cubicBezTo>
                <a:cubicBezTo>
                  <a:pt x="606279" y="44831"/>
                  <a:pt x="604910" y="46036"/>
                  <a:pt x="603869" y="47260"/>
                </a:cubicBezTo>
                <a:cubicBezTo>
                  <a:pt x="602828" y="48484"/>
                  <a:pt x="602089" y="49753"/>
                  <a:pt x="601650" y="51068"/>
                </a:cubicBezTo>
                <a:cubicBezTo>
                  <a:pt x="601212" y="52383"/>
                  <a:pt x="600993" y="53772"/>
                  <a:pt x="600993" y="55233"/>
                </a:cubicBezTo>
                <a:cubicBezTo>
                  <a:pt x="600993" y="56877"/>
                  <a:pt x="601349" y="58329"/>
                  <a:pt x="602061" y="59589"/>
                </a:cubicBezTo>
                <a:cubicBezTo>
                  <a:pt x="602773" y="60849"/>
                  <a:pt x="603750" y="61918"/>
                  <a:pt x="604992" y="62794"/>
                </a:cubicBezTo>
                <a:cubicBezTo>
                  <a:pt x="606234" y="63671"/>
                  <a:pt x="607713" y="64329"/>
                  <a:pt x="609429" y="64767"/>
                </a:cubicBezTo>
                <a:cubicBezTo>
                  <a:pt x="611146" y="65205"/>
                  <a:pt x="613009" y="65425"/>
                  <a:pt x="615017" y="65425"/>
                </a:cubicBezTo>
                <a:cubicBezTo>
                  <a:pt x="616953" y="65425"/>
                  <a:pt x="618779" y="65224"/>
                  <a:pt x="620496" y="64822"/>
                </a:cubicBezTo>
                <a:cubicBezTo>
                  <a:pt x="622212" y="64420"/>
                  <a:pt x="623700" y="63808"/>
                  <a:pt x="624960" y="62986"/>
                </a:cubicBezTo>
                <a:cubicBezTo>
                  <a:pt x="626220" y="62164"/>
                  <a:pt x="627216" y="61123"/>
                  <a:pt x="627946" y="59863"/>
                </a:cubicBezTo>
                <a:cubicBezTo>
                  <a:pt x="628677" y="58603"/>
                  <a:pt x="629042" y="57096"/>
                  <a:pt x="629042" y="55342"/>
                </a:cubicBezTo>
                <a:close/>
                <a:moveTo>
                  <a:pt x="680461" y="16603"/>
                </a:moveTo>
                <a:cubicBezTo>
                  <a:pt x="681593" y="16603"/>
                  <a:pt x="682671" y="16831"/>
                  <a:pt x="683693" y="17288"/>
                </a:cubicBezTo>
                <a:cubicBezTo>
                  <a:pt x="684716" y="17744"/>
                  <a:pt x="685611" y="18356"/>
                  <a:pt x="686378" y="19123"/>
                </a:cubicBezTo>
                <a:cubicBezTo>
                  <a:pt x="687145" y="19890"/>
                  <a:pt x="687756" y="20785"/>
                  <a:pt x="688213" y="21808"/>
                </a:cubicBezTo>
                <a:cubicBezTo>
                  <a:pt x="688670" y="22831"/>
                  <a:pt x="688898" y="23909"/>
                  <a:pt x="688898" y="25041"/>
                </a:cubicBezTo>
                <a:cubicBezTo>
                  <a:pt x="688898" y="26210"/>
                  <a:pt x="688670" y="27297"/>
                  <a:pt x="688213" y="28301"/>
                </a:cubicBezTo>
                <a:cubicBezTo>
                  <a:pt x="687756" y="29306"/>
                  <a:pt x="687145" y="30192"/>
                  <a:pt x="686378" y="30959"/>
                </a:cubicBezTo>
                <a:cubicBezTo>
                  <a:pt x="685611" y="31726"/>
                  <a:pt x="684716" y="32329"/>
                  <a:pt x="683693" y="32767"/>
                </a:cubicBezTo>
                <a:cubicBezTo>
                  <a:pt x="682671" y="33205"/>
                  <a:pt x="681593" y="33425"/>
                  <a:pt x="680461" y="33425"/>
                </a:cubicBezTo>
                <a:cubicBezTo>
                  <a:pt x="679292" y="33425"/>
                  <a:pt x="678206" y="33205"/>
                  <a:pt x="677202" y="32767"/>
                </a:cubicBezTo>
                <a:cubicBezTo>
                  <a:pt x="676197" y="32329"/>
                  <a:pt x="675312" y="31726"/>
                  <a:pt x="674545" y="30959"/>
                </a:cubicBezTo>
                <a:cubicBezTo>
                  <a:pt x="673778" y="30192"/>
                  <a:pt x="673175" y="29306"/>
                  <a:pt x="672737" y="28301"/>
                </a:cubicBezTo>
                <a:cubicBezTo>
                  <a:pt x="672298" y="27297"/>
                  <a:pt x="672079" y="26210"/>
                  <a:pt x="672079" y="25041"/>
                </a:cubicBezTo>
                <a:cubicBezTo>
                  <a:pt x="672079" y="23909"/>
                  <a:pt x="672298" y="22831"/>
                  <a:pt x="672737" y="21808"/>
                </a:cubicBezTo>
                <a:cubicBezTo>
                  <a:pt x="673175" y="20785"/>
                  <a:pt x="673778" y="19890"/>
                  <a:pt x="674545" y="19123"/>
                </a:cubicBezTo>
                <a:cubicBezTo>
                  <a:pt x="675312" y="18356"/>
                  <a:pt x="676197" y="17744"/>
                  <a:pt x="677202" y="17288"/>
                </a:cubicBezTo>
                <a:cubicBezTo>
                  <a:pt x="678206" y="16831"/>
                  <a:pt x="679292" y="16603"/>
                  <a:pt x="680461" y="16603"/>
                </a:cubicBezTo>
                <a:moveTo>
                  <a:pt x="680461" y="56767"/>
                </a:moveTo>
                <a:cubicBezTo>
                  <a:pt x="681593" y="56767"/>
                  <a:pt x="682671" y="56995"/>
                  <a:pt x="683693" y="57452"/>
                </a:cubicBezTo>
                <a:cubicBezTo>
                  <a:pt x="684716" y="57909"/>
                  <a:pt x="685611" y="58520"/>
                  <a:pt x="686378" y="59288"/>
                </a:cubicBezTo>
                <a:cubicBezTo>
                  <a:pt x="687145" y="60055"/>
                  <a:pt x="687756" y="60950"/>
                  <a:pt x="688213" y="61973"/>
                </a:cubicBezTo>
                <a:cubicBezTo>
                  <a:pt x="688670" y="62995"/>
                  <a:pt x="688898" y="64073"/>
                  <a:pt x="688898" y="65205"/>
                </a:cubicBezTo>
                <a:cubicBezTo>
                  <a:pt x="688898" y="66374"/>
                  <a:pt x="688670" y="67461"/>
                  <a:pt x="688213" y="68466"/>
                </a:cubicBezTo>
                <a:cubicBezTo>
                  <a:pt x="687756" y="69470"/>
                  <a:pt x="687145" y="70356"/>
                  <a:pt x="686378" y="71123"/>
                </a:cubicBezTo>
                <a:cubicBezTo>
                  <a:pt x="685611" y="71890"/>
                  <a:pt x="684716" y="72493"/>
                  <a:pt x="683693" y="72931"/>
                </a:cubicBezTo>
                <a:cubicBezTo>
                  <a:pt x="682671" y="73370"/>
                  <a:pt x="681593" y="73589"/>
                  <a:pt x="680461" y="73589"/>
                </a:cubicBezTo>
                <a:cubicBezTo>
                  <a:pt x="679292" y="73589"/>
                  <a:pt x="678206" y="73370"/>
                  <a:pt x="677202" y="72931"/>
                </a:cubicBezTo>
                <a:cubicBezTo>
                  <a:pt x="676197" y="72493"/>
                  <a:pt x="675312" y="71890"/>
                  <a:pt x="674545" y="71123"/>
                </a:cubicBezTo>
                <a:cubicBezTo>
                  <a:pt x="673778" y="70356"/>
                  <a:pt x="673175" y="69470"/>
                  <a:pt x="672737" y="68466"/>
                </a:cubicBezTo>
                <a:cubicBezTo>
                  <a:pt x="672298" y="67461"/>
                  <a:pt x="672079" y="66374"/>
                  <a:pt x="672079" y="65205"/>
                </a:cubicBezTo>
                <a:cubicBezTo>
                  <a:pt x="672079" y="64073"/>
                  <a:pt x="672298" y="62995"/>
                  <a:pt x="672737" y="61973"/>
                </a:cubicBezTo>
                <a:cubicBezTo>
                  <a:pt x="673175" y="60950"/>
                  <a:pt x="673778" y="60055"/>
                  <a:pt x="674545" y="59288"/>
                </a:cubicBezTo>
                <a:cubicBezTo>
                  <a:pt x="675312" y="58520"/>
                  <a:pt x="676197" y="57909"/>
                  <a:pt x="677202" y="57452"/>
                </a:cubicBezTo>
                <a:cubicBezTo>
                  <a:pt x="678206" y="56995"/>
                  <a:pt x="679292" y="56767"/>
                  <a:pt x="680461" y="56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jmp">
            <a:extLst xmlns:a="http://schemas.openxmlformats.org/drawingml/2006/main">
              <a:ext uri="{FF2B5EF4-FFF2-40B4-BE49-F238E27FC236}">
                <a16:creationId xmlns:a16="http://schemas.microsoft.com/office/drawing/2014/main" id="{7B473624-AA13-46A2-92AF-DFE803A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216" y="556532"/>
            <a:ext cx="179480" cy="101096"/>
          </a:xfrm>
          <a:custGeom xmlns:a="http://schemas.openxmlformats.org/drawingml/2006/main">
            <a:pathLst>
              <a:path w="179480" h="101096">
                <a:moveTo>
                  <a:pt x="38841" y="23068"/>
                </a:moveTo>
                <a:lnTo>
                  <a:pt x="38841" y="77096"/>
                </a:lnTo>
                <a:cubicBezTo>
                  <a:pt x="38841" y="80931"/>
                  <a:pt x="38293" y="84338"/>
                  <a:pt x="37198" y="87315"/>
                </a:cubicBezTo>
                <a:cubicBezTo>
                  <a:pt x="36102" y="90292"/>
                  <a:pt x="34532" y="92804"/>
                  <a:pt x="32486" y="94849"/>
                </a:cubicBezTo>
                <a:cubicBezTo>
                  <a:pt x="30441" y="96895"/>
                  <a:pt x="27930" y="98447"/>
                  <a:pt x="24954" y="99507"/>
                </a:cubicBezTo>
                <a:cubicBezTo>
                  <a:pt x="21977" y="100566"/>
                  <a:pt x="18626" y="101096"/>
                  <a:pt x="14901" y="101096"/>
                </a:cubicBezTo>
                <a:cubicBezTo>
                  <a:pt x="12198" y="101096"/>
                  <a:pt x="9560" y="100849"/>
                  <a:pt x="6985" y="100356"/>
                </a:cubicBezTo>
                <a:cubicBezTo>
                  <a:pt x="4410" y="99863"/>
                  <a:pt x="2082" y="99178"/>
                  <a:pt x="0" y="98301"/>
                </a:cubicBezTo>
                <a:lnTo>
                  <a:pt x="0" y="89205"/>
                </a:lnTo>
                <a:cubicBezTo>
                  <a:pt x="1132" y="89790"/>
                  <a:pt x="2347" y="90320"/>
                  <a:pt x="3643" y="90794"/>
                </a:cubicBezTo>
                <a:cubicBezTo>
                  <a:pt x="4940" y="91269"/>
                  <a:pt x="6273" y="91671"/>
                  <a:pt x="7642" y="92000"/>
                </a:cubicBezTo>
                <a:cubicBezTo>
                  <a:pt x="9012" y="92329"/>
                  <a:pt x="10391" y="92575"/>
                  <a:pt x="11778" y="92740"/>
                </a:cubicBezTo>
                <a:cubicBezTo>
                  <a:pt x="13166" y="92904"/>
                  <a:pt x="14518" y="92986"/>
                  <a:pt x="15832" y="92986"/>
                </a:cubicBezTo>
                <a:cubicBezTo>
                  <a:pt x="19996" y="92986"/>
                  <a:pt x="23265" y="91671"/>
                  <a:pt x="25639" y="89041"/>
                </a:cubicBezTo>
                <a:cubicBezTo>
                  <a:pt x="28012" y="86411"/>
                  <a:pt x="29199" y="82539"/>
                  <a:pt x="29199" y="77425"/>
                </a:cubicBezTo>
                <a:lnTo>
                  <a:pt x="29199" y="30959"/>
                </a:lnTo>
                <a:lnTo>
                  <a:pt x="2246" y="30959"/>
                </a:lnTo>
                <a:lnTo>
                  <a:pt x="2246" y="23068"/>
                </a:lnTo>
                <a:lnTo>
                  <a:pt x="38841" y="23068"/>
                </a:lnTo>
                <a:moveTo>
                  <a:pt x="33089" y="0"/>
                </a:moveTo>
                <a:cubicBezTo>
                  <a:pt x="34148" y="0"/>
                  <a:pt x="35134" y="192"/>
                  <a:pt x="36047" y="575"/>
                </a:cubicBezTo>
                <a:cubicBezTo>
                  <a:pt x="36960" y="959"/>
                  <a:pt x="37755" y="1498"/>
                  <a:pt x="38430" y="2192"/>
                </a:cubicBezTo>
                <a:cubicBezTo>
                  <a:pt x="39106" y="2886"/>
                  <a:pt x="39636" y="3689"/>
                  <a:pt x="40019" y="4603"/>
                </a:cubicBezTo>
                <a:cubicBezTo>
                  <a:pt x="40403" y="5516"/>
                  <a:pt x="40594" y="6484"/>
                  <a:pt x="40594" y="7507"/>
                </a:cubicBezTo>
                <a:cubicBezTo>
                  <a:pt x="40594" y="8566"/>
                  <a:pt x="40403" y="9543"/>
                  <a:pt x="40019" y="10438"/>
                </a:cubicBezTo>
                <a:cubicBezTo>
                  <a:pt x="39636" y="11333"/>
                  <a:pt x="39106" y="12128"/>
                  <a:pt x="38430" y="12822"/>
                </a:cubicBezTo>
                <a:cubicBezTo>
                  <a:pt x="37755" y="13516"/>
                  <a:pt x="36960" y="14055"/>
                  <a:pt x="36047" y="14438"/>
                </a:cubicBezTo>
                <a:cubicBezTo>
                  <a:pt x="35134" y="14822"/>
                  <a:pt x="34148" y="15014"/>
                  <a:pt x="33089" y="15014"/>
                </a:cubicBezTo>
                <a:cubicBezTo>
                  <a:pt x="32030" y="15014"/>
                  <a:pt x="31044" y="14822"/>
                  <a:pt x="30131" y="14438"/>
                </a:cubicBezTo>
                <a:cubicBezTo>
                  <a:pt x="29218" y="14055"/>
                  <a:pt x="28423" y="13516"/>
                  <a:pt x="27748" y="12822"/>
                </a:cubicBezTo>
                <a:cubicBezTo>
                  <a:pt x="27072" y="12128"/>
                  <a:pt x="26542" y="11333"/>
                  <a:pt x="26159" y="10438"/>
                </a:cubicBezTo>
                <a:cubicBezTo>
                  <a:pt x="25775" y="9543"/>
                  <a:pt x="25584" y="8566"/>
                  <a:pt x="25584" y="7507"/>
                </a:cubicBezTo>
                <a:cubicBezTo>
                  <a:pt x="25584" y="6484"/>
                  <a:pt x="25775" y="5516"/>
                  <a:pt x="26159" y="4603"/>
                </a:cubicBezTo>
                <a:cubicBezTo>
                  <a:pt x="26542" y="3689"/>
                  <a:pt x="27072" y="2886"/>
                  <a:pt x="27748" y="2192"/>
                </a:cubicBezTo>
                <a:cubicBezTo>
                  <a:pt x="28423" y="1498"/>
                  <a:pt x="29218" y="959"/>
                  <a:pt x="30131" y="575"/>
                </a:cubicBezTo>
                <a:cubicBezTo>
                  <a:pt x="31044" y="192"/>
                  <a:pt x="32030" y="0"/>
                  <a:pt x="33089" y="0"/>
                </a:cubicBezTo>
                <a:close/>
                <a:moveTo>
                  <a:pt x="106257" y="78082"/>
                </a:moveTo>
                <a:lnTo>
                  <a:pt x="106257" y="38575"/>
                </a:lnTo>
                <a:cubicBezTo>
                  <a:pt x="106257" y="36858"/>
                  <a:pt x="106193" y="35452"/>
                  <a:pt x="106066" y="34356"/>
                </a:cubicBezTo>
                <a:cubicBezTo>
                  <a:pt x="105938" y="33260"/>
                  <a:pt x="105737" y="32393"/>
                  <a:pt x="105463" y="31753"/>
                </a:cubicBezTo>
                <a:cubicBezTo>
                  <a:pt x="105189" y="31114"/>
                  <a:pt x="104842" y="30667"/>
                  <a:pt x="104422" y="30411"/>
                </a:cubicBezTo>
                <a:cubicBezTo>
                  <a:pt x="104002" y="30155"/>
                  <a:pt x="103482" y="30027"/>
                  <a:pt x="102861" y="30027"/>
                </a:cubicBezTo>
                <a:cubicBezTo>
                  <a:pt x="102130" y="30027"/>
                  <a:pt x="101455" y="30247"/>
                  <a:pt x="100834" y="30685"/>
                </a:cubicBezTo>
                <a:cubicBezTo>
                  <a:pt x="100213" y="31123"/>
                  <a:pt x="99546" y="31836"/>
                  <a:pt x="98834" y="32822"/>
                </a:cubicBezTo>
                <a:cubicBezTo>
                  <a:pt x="98122" y="33808"/>
                  <a:pt x="97337" y="35114"/>
                  <a:pt x="96479" y="36740"/>
                </a:cubicBezTo>
                <a:cubicBezTo>
                  <a:pt x="95620" y="38365"/>
                  <a:pt x="94607" y="40365"/>
                  <a:pt x="93438" y="42740"/>
                </a:cubicBezTo>
                <a:lnTo>
                  <a:pt x="93438" y="78082"/>
                </a:lnTo>
                <a:lnTo>
                  <a:pt x="84728" y="78082"/>
                </a:lnTo>
                <a:lnTo>
                  <a:pt x="84728" y="39616"/>
                </a:lnTo>
                <a:cubicBezTo>
                  <a:pt x="84728" y="37607"/>
                  <a:pt x="84664" y="35982"/>
                  <a:pt x="84536" y="34740"/>
                </a:cubicBezTo>
                <a:cubicBezTo>
                  <a:pt x="84408" y="33498"/>
                  <a:pt x="84207" y="32530"/>
                  <a:pt x="83933" y="31836"/>
                </a:cubicBezTo>
                <a:cubicBezTo>
                  <a:pt x="83659" y="31142"/>
                  <a:pt x="83303" y="30667"/>
                  <a:pt x="82865" y="30411"/>
                </a:cubicBezTo>
                <a:cubicBezTo>
                  <a:pt x="82427" y="30155"/>
                  <a:pt x="81897" y="30027"/>
                  <a:pt x="81276" y="30027"/>
                </a:cubicBezTo>
                <a:cubicBezTo>
                  <a:pt x="80619" y="30027"/>
                  <a:pt x="79998" y="30210"/>
                  <a:pt x="79414" y="30575"/>
                </a:cubicBezTo>
                <a:cubicBezTo>
                  <a:pt x="78829" y="30941"/>
                  <a:pt x="78181" y="31598"/>
                  <a:pt x="77469" y="32548"/>
                </a:cubicBezTo>
                <a:cubicBezTo>
                  <a:pt x="76757" y="33498"/>
                  <a:pt x="75962" y="34794"/>
                  <a:pt x="75086" y="36438"/>
                </a:cubicBezTo>
                <a:cubicBezTo>
                  <a:pt x="74209" y="38082"/>
                  <a:pt x="73168" y="40183"/>
                  <a:pt x="71963" y="42740"/>
                </a:cubicBezTo>
                <a:lnTo>
                  <a:pt x="71963" y="78082"/>
                </a:lnTo>
                <a:lnTo>
                  <a:pt x="63198" y="78082"/>
                </a:lnTo>
                <a:lnTo>
                  <a:pt x="63198" y="23068"/>
                </a:lnTo>
                <a:lnTo>
                  <a:pt x="70484" y="23068"/>
                </a:lnTo>
                <a:lnTo>
                  <a:pt x="70922" y="33534"/>
                </a:lnTo>
                <a:cubicBezTo>
                  <a:pt x="71872" y="31452"/>
                  <a:pt x="72794" y="29680"/>
                  <a:pt x="73689" y="28219"/>
                </a:cubicBezTo>
                <a:cubicBezTo>
                  <a:pt x="74584" y="26758"/>
                  <a:pt x="75506" y="25580"/>
                  <a:pt x="76455" y="24685"/>
                </a:cubicBezTo>
                <a:cubicBezTo>
                  <a:pt x="77405" y="23790"/>
                  <a:pt x="78418" y="23132"/>
                  <a:pt x="79496" y="22712"/>
                </a:cubicBezTo>
                <a:cubicBezTo>
                  <a:pt x="80573" y="22292"/>
                  <a:pt x="81769" y="22082"/>
                  <a:pt x="83084" y="22082"/>
                </a:cubicBezTo>
                <a:cubicBezTo>
                  <a:pt x="86042" y="22082"/>
                  <a:pt x="88288" y="23050"/>
                  <a:pt x="89822" y="24986"/>
                </a:cubicBezTo>
                <a:cubicBezTo>
                  <a:pt x="91356" y="26922"/>
                  <a:pt x="92123" y="29918"/>
                  <a:pt x="92123" y="33973"/>
                </a:cubicBezTo>
                <a:cubicBezTo>
                  <a:pt x="93000" y="32073"/>
                  <a:pt x="93858" y="30384"/>
                  <a:pt x="94698" y="28904"/>
                </a:cubicBezTo>
                <a:cubicBezTo>
                  <a:pt x="95538" y="27425"/>
                  <a:pt x="96442" y="26183"/>
                  <a:pt x="97410" y="25178"/>
                </a:cubicBezTo>
                <a:cubicBezTo>
                  <a:pt x="98378" y="24173"/>
                  <a:pt x="99446" y="23406"/>
                  <a:pt x="100615" y="22877"/>
                </a:cubicBezTo>
                <a:cubicBezTo>
                  <a:pt x="101783" y="22347"/>
                  <a:pt x="103135" y="22082"/>
                  <a:pt x="104669" y="22082"/>
                </a:cubicBezTo>
                <a:cubicBezTo>
                  <a:pt x="111571" y="22082"/>
                  <a:pt x="115023" y="27397"/>
                  <a:pt x="115023" y="38027"/>
                </a:cubicBezTo>
                <a:lnTo>
                  <a:pt x="115023" y="78082"/>
                </a:lnTo>
                <a:lnTo>
                  <a:pt x="106257" y="78082"/>
                </a:lnTo>
                <a:close/>
                <a:moveTo>
                  <a:pt x="179480" y="49589"/>
                </a:moveTo>
                <a:cubicBezTo>
                  <a:pt x="179480" y="54484"/>
                  <a:pt x="178796" y="58758"/>
                  <a:pt x="177426" y="62411"/>
                </a:cubicBezTo>
                <a:cubicBezTo>
                  <a:pt x="176057" y="66064"/>
                  <a:pt x="174166" y="69096"/>
                  <a:pt x="171756" y="71507"/>
                </a:cubicBezTo>
                <a:cubicBezTo>
                  <a:pt x="169346" y="73918"/>
                  <a:pt x="166497" y="75726"/>
                  <a:pt x="163210" y="76931"/>
                </a:cubicBezTo>
                <a:cubicBezTo>
                  <a:pt x="159923" y="78137"/>
                  <a:pt x="156362" y="78740"/>
                  <a:pt x="152527" y="78740"/>
                </a:cubicBezTo>
                <a:cubicBezTo>
                  <a:pt x="150774" y="78740"/>
                  <a:pt x="149030" y="78648"/>
                  <a:pt x="147295" y="78466"/>
                </a:cubicBezTo>
                <a:cubicBezTo>
                  <a:pt x="145561" y="78283"/>
                  <a:pt x="143798" y="77972"/>
                  <a:pt x="142009" y="77534"/>
                </a:cubicBezTo>
                <a:lnTo>
                  <a:pt x="142009" y="100548"/>
                </a:lnTo>
                <a:lnTo>
                  <a:pt x="132476" y="100548"/>
                </a:lnTo>
                <a:lnTo>
                  <a:pt x="132476" y="23068"/>
                </a:lnTo>
                <a:lnTo>
                  <a:pt x="140968" y="23068"/>
                </a:lnTo>
                <a:lnTo>
                  <a:pt x="141571" y="32274"/>
                </a:lnTo>
                <a:cubicBezTo>
                  <a:pt x="144310" y="28511"/>
                  <a:pt x="147231" y="25872"/>
                  <a:pt x="150336" y="24356"/>
                </a:cubicBezTo>
                <a:cubicBezTo>
                  <a:pt x="153440" y="22840"/>
                  <a:pt x="156800" y="22082"/>
                  <a:pt x="160416" y="22082"/>
                </a:cubicBezTo>
                <a:cubicBezTo>
                  <a:pt x="163557" y="22082"/>
                  <a:pt x="166314" y="22740"/>
                  <a:pt x="168688" y="24055"/>
                </a:cubicBezTo>
                <a:cubicBezTo>
                  <a:pt x="171062" y="25370"/>
                  <a:pt x="173053" y="27224"/>
                  <a:pt x="174660" y="29616"/>
                </a:cubicBezTo>
                <a:cubicBezTo>
                  <a:pt x="176267" y="32009"/>
                  <a:pt x="177472" y="34895"/>
                  <a:pt x="178275" y="38274"/>
                </a:cubicBezTo>
                <a:cubicBezTo>
                  <a:pt x="179079" y="41653"/>
                  <a:pt x="179480" y="45425"/>
                  <a:pt x="179480" y="49589"/>
                </a:cubicBezTo>
                <a:moveTo>
                  <a:pt x="169729" y="50027"/>
                </a:moveTo>
                <a:cubicBezTo>
                  <a:pt x="169729" y="47141"/>
                  <a:pt x="169519" y="44493"/>
                  <a:pt x="169099" y="42082"/>
                </a:cubicBezTo>
                <a:cubicBezTo>
                  <a:pt x="168679" y="39671"/>
                  <a:pt x="168013" y="37607"/>
                  <a:pt x="167099" y="35890"/>
                </a:cubicBezTo>
                <a:cubicBezTo>
                  <a:pt x="166186" y="34173"/>
                  <a:pt x="165018" y="32831"/>
                  <a:pt x="163593" y="31863"/>
                </a:cubicBezTo>
                <a:cubicBezTo>
                  <a:pt x="162169" y="30895"/>
                  <a:pt x="160471" y="30411"/>
                  <a:pt x="158499" y="30411"/>
                </a:cubicBezTo>
                <a:cubicBezTo>
                  <a:pt x="157293" y="30411"/>
                  <a:pt x="156070" y="30603"/>
                  <a:pt x="154828" y="30986"/>
                </a:cubicBezTo>
                <a:cubicBezTo>
                  <a:pt x="153586" y="31370"/>
                  <a:pt x="152299" y="32009"/>
                  <a:pt x="150966" y="32904"/>
                </a:cubicBezTo>
                <a:cubicBezTo>
                  <a:pt x="149633" y="33799"/>
                  <a:pt x="148227" y="34986"/>
                  <a:pt x="146748" y="36466"/>
                </a:cubicBezTo>
                <a:cubicBezTo>
                  <a:pt x="145268" y="37945"/>
                  <a:pt x="143689" y="39781"/>
                  <a:pt x="142009" y="41973"/>
                </a:cubicBezTo>
                <a:lnTo>
                  <a:pt x="142009" y="68657"/>
                </a:lnTo>
                <a:cubicBezTo>
                  <a:pt x="143762" y="69388"/>
                  <a:pt x="145606" y="69963"/>
                  <a:pt x="147542" y="70383"/>
                </a:cubicBezTo>
                <a:cubicBezTo>
                  <a:pt x="149478" y="70804"/>
                  <a:pt x="151377" y="71014"/>
                  <a:pt x="153239" y="71014"/>
                </a:cubicBezTo>
                <a:cubicBezTo>
                  <a:pt x="158389" y="71014"/>
                  <a:pt x="162425" y="69269"/>
                  <a:pt x="165346" y="65781"/>
                </a:cubicBezTo>
                <a:cubicBezTo>
                  <a:pt x="168268" y="62292"/>
                  <a:pt x="169729" y="57041"/>
                  <a:pt x="169729" y="50027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Target">
            <a:extLst xmlns:a="http://schemas.openxmlformats.org/drawingml/2006/main">
              <a:ext uri="{FF2B5EF4-FFF2-40B4-BE49-F238E27FC236}">
                <a16:creationId xmlns:a16="http://schemas.microsoft.com/office/drawing/2014/main" id="{435B9574-78DD-4E77-B96B-4D443608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41" y="562011"/>
            <a:ext cx="375593" cy="95616"/>
          </a:xfrm>
          <a:custGeom xmlns:a="http://schemas.openxmlformats.org/drawingml/2006/main">
            <a:pathLst>
              <a:path w="375593" h="95616">
                <a:moveTo>
                  <a:pt x="52263" y="9315"/>
                </a:moveTo>
                <a:lnTo>
                  <a:pt x="31062" y="9315"/>
                </a:lnTo>
                <a:lnTo>
                  <a:pt x="31062" y="72603"/>
                </a:lnTo>
                <a:lnTo>
                  <a:pt x="21201" y="72603"/>
                </a:lnTo>
                <a:lnTo>
                  <a:pt x="21201" y="9315"/>
                </a:lnTo>
                <a:lnTo>
                  <a:pt x="0" y="9315"/>
                </a:lnTo>
                <a:lnTo>
                  <a:pt x="0" y="986"/>
                </a:lnTo>
                <a:lnTo>
                  <a:pt x="52263" y="986"/>
                </a:lnTo>
                <a:lnTo>
                  <a:pt x="52263" y="9315"/>
                </a:lnTo>
                <a:close/>
                <a:moveTo>
                  <a:pt x="104833" y="72603"/>
                </a:moveTo>
                <a:lnTo>
                  <a:pt x="104614" y="65205"/>
                </a:lnTo>
                <a:cubicBezTo>
                  <a:pt x="101619" y="68164"/>
                  <a:pt x="98579" y="70301"/>
                  <a:pt x="95492" y="71616"/>
                </a:cubicBezTo>
                <a:cubicBezTo>
                  <a:pt x="92406" y="72931"/>
                  <a:pt x="89165" y="73589"/>
                  <a:pt x="85768" y="73589"/>
                </a:cubicBezTo>
                <a:cubicBezTo>
                  <a:pt x="82628" y="73589"/>
                  <a:pt x="79943" y="73187"/>
                  <a:pt x="77715" y="72383"/>
                </a:cubicBezTo>
                <a:cubicBezTo>
                  <a:pt x="75487" y="71580"/>
                  <a:pt x="73652" y="70475"/>
                  <a:pt x="72210" y="69068"/>
                </a:cubicBezTo>
                <a:cubicBezTo>
                  <a:pt x="70767" y="67662"/>
                  <a:pt x="69708" y="66009"/>
                  <a:pt x="69032" y="64109"/>
                </a:cubicBezTo>
                <a:cubicBezTo>
                  <a:pt x="68357" y="62210"/>
                  <a:pt x="68019" y="60146"/>
                  <a:pt x="68019" y="57918"/>
                </a:cubicBezTo>
                <a:cubicBezTo>
                  <a:pt x="68019" y="52402"/>
                  <a:pt x="70073" y="48082"/>
                  <a:pt x="74182" y="44959"/>
                </a:cubicBezTo>
                <a:cubicBezTo>
                  <a:pt x="78291" y="41836"/>
                  <a:pt x="84362" y="40274"/>
                  <a:pt x="92397" y="40274"/>
                </a:cubicBezTo>
                <a:lnTo>
                  <a:pt x="103792" y="40274"/>
                </a:lnTo>
                <a:lnTo>
                  <a:pt x="103792" y="35452"/>
                </a:lnTo>
                <a:cubicBezTo>
                  <a:pt x="103792" y="32201"/>
                  <a:pt x="102751" y="29598"/>
                  <a:pt x="100669" y="27644"/>
                </a:cubicBezTo>
                <a:cubicBezTo>
                  <a:pt x="98588" y="25689"/>
                  <a:pt x="95410" y="24712"/>
                  <a:pt x="91137" y="24712"/>
                </a:cubicBezTo>
                <a:cubicBezTo>
                  <a:pt x="88033" y="24712"/>
                  <a:pt x="84974" y="25059"/>
                  <a:pt x="81961" y="25753"/>
                </a:cubicBezTo>
                <a:cubicBezTo>
                  <a:pt x="78948" y="26447"/>
                  <a:pt x="75834" y="27434"/>
                  <a:pt x="72620" y="28712"/>
                </a:cubicBezTo>
                <a:lnTo>
                  <a:pt x="72620" y="20110"/>
                </a:lnTo>
                <a:cubicBezTo>
                  <a:pt x="73826" y="19671"/>
                  <a:pt x="75168" y="19242"/>
                  <a:pt x="76647" y="18822"/>
                </a:cubicBezTo>
                <a:cubicBezTo>
                  <a:pt x="78126" y="18402"/>
                  <a:pt x="79688" y="18027"/>
                  <a:pt x="81331" y="17699"/>
                </a:cubicBezTo>
                <a:cubicBezTo>
                  <a:pt x="82975" y="17370"/>
                  <a:pt x="84691" y="17105"/>
                  <a:pt x="86481" y="16904"/>
                </a:cubicBezTo>
                <a:cubicBezTo>
                  <a:pt x="88270" y="16703"/>
                  <a:pt x="90078" y="16603"/>
                  <a:pt x="91904" y="16603"/>
                </a:cubicBezTo>
                <a:cubicBezTo>
                  <a:pt x="95228" y="16603"/>
                  <a:pt x="98222" y="16968"/>
                  <a:pt x="100889" y="17699"/>
                </a:cubicBezTo>
                <a:cubicBezTo>
                  <a:pt x="103555" y="18429"/>
                  <a:pt x="105810" y="19543"/>
                  <a:pt x="107654" y="21041"/>
                </a:cubicBezTo>
                <a:cubicBezTo>
                  <a:pt x="109499" y="22539"/>
                  <a:pt x="110914" y="24420"/>
                  <a:pt x="111900" y="26685"/>
                </a:cubicBezTo>
                <a:cubicBezTo>
                  <a:pt x="112886" y="28950"/>
                  <a:pt x="113379" y="31616"/>
                  <a:pt x="113379" y="34685"/>
                </a:cubicBezTo>
                <a:lnTo>
                  <a:pt x="113379" y="72603"/>
                </a:lnTo>
                <a:lnTo>
                  <a:pt x="104833" y="72603"/>
                </a:lnTo>
                <a:moveTo>
                  <a:pt x="103792" y="47562"/>
                </a:moveTo>
                <a:lnTo>
                  <a:pt x="91685" y="47562"/>
                </a:lnTo>
                <a:cubicBezTo>
                  <a:pt x="89311" y="47562"/>
                  <a:pt x="87266" y="47799"/>
                  <a:pt x="85549" y="48274"/>
                </a:cubicBezTo>
                <a:cubicBezTo>
                  <a:pt x="83833" y="48749"/>
                  <a:pt x="82427" y="49425"/>
                  <a:pt x="81331" y="50301"/>
                </a:cubicBezTo>
                <a:cubicBezTo>
                  <a:pt x="80235" y="51178"/>
                  <a:pt x="79423" y="52228"/>
                  <a:pt x="78893" y="53452"/>
                </a:cubicBezTo>
                <a:cubicBezTo>
                  <a:pt x="78364" y="54676"/>
                  <a:pt x="78099" y="56055"/>
                  <a:pt x="78099" y="57589"/>
                </a:cubicBezTo>
                <a:cubicBezTo>
                  <a:pt x="78099" y="58648"/>
                  <a:pt x="78263" y="59662"/>
                  <a:pt x="78592" y="60630"/>
                </a:cubicBezTo>
                <a:cubicBezTo>
                  <a:pt x="78921" y="61598"/>
                  <a:pt x="79450" y="62457"/>
                  <a:pt x="80181" y="63205"/>
                </a:cubicBezTo>
                <a:cubicBezTo>
                  <a:pt x="80911" y="63954"/>
                  <a:pt x="81861" y="64548"/>
                  <a:pt x="83029" y="64986"/>
                </a:cubicBezTo>
                <a:cubicBezTo>
                  <a:pt x="84198" y="65425"/>
                  <a:pt x="85622" y="65644"/>
                  <a:pt x="87302" y="65644"/>
                </a:cubicBezTo>
                <a:cubicBezTo>
                  <a:pt x="89494" y="65644"/>
                  <a:pt x="92005" y="64977"/>
                  <a:pt x="94835" y="63644"/>
                </a:cubicBezTo>
                <a:cubicBezTo>
                  <a:pt x="97666" y="62310"/>
                  <a:pt x="100651" y="60201"/>
                  <a:pt x="103792" y="57315"/>
                </a:cubicBezTo>
                <a:lnTo>
                  <a:pt x="103792" y="47562"/>
                </a:lnTo>
                <a:close/>
                <a:moveTo>
                  <a:pt x="137188" y="17589"/>
                </a:moveTo>
                <a:lnTo>
                  <a:pt x="145898" y="17589"/>
                </a:lnTo>
                <a:lnTo>
                  <a:pt x="146172" y="27726"/>
                </a:lnTo>
                <a:cubicBezTo>
                  <a:pt x="149423" y="23817"/>
                  <a:pt x="152628" y="20986"/>
                  <a:pt x="155787" y="19233"/>
                </a:cubicBezTo>
                <a:cubicBezTo>
                  <a:pt x="158946" y="17479"/>
                  <a:pt x="162133" y="16603"/>
                  <a:pt x="165347" y="16603"/>
                </a:cubicBezTo>
                <a:cubicBezTo>
                  <a:pt x="171044" y="16603"/>
                  <a:pt x="175363" y="18447"/>
                  <a:pt x="178303" y="22137"/>
                </a:cubicBezTo>
                <a:cubicBezTo>
                  <a:pt x="181243" y="25826"/>
                  <a:pt x="182603" y="31306"/>
                  <a:pt x="182384" y="38575"/>
                </a:cubicBezTo>
                <a:lnTo>
                  <a:pt x="172742" y="38575"/>
                </a:lnTo>
                <a:cubicBezTo>
                  <a:pt x="172852" y="33753"/>
                  <a:pt x="172149" y="30256"/>
                  <a:pt x="170633" y="28082"/>
                </a:cubicBezTo>
                <a:cubicBezTo>
                  <a:pt x="169117" y="25909"/>
                  <a:pt x="166899" y="24822"/>
                  <a:pt x="163977" y="24822"/>
                </a:cubicBezTo>
                <a:cubicBezTo>
                  <a:pt x="162699" y="24822"/>
                  <a:pt x="161411" y="25050"/>
                  <a:pt x="160115" y="25507"/>
                </a:cubicBezTo>
                <a:cubicBezTo>
                  <a:pt x="158818" y="25963"/>
                  <a:pt x="157485" y="26694"/>
                  <a:pt x="156116" y="27699"/>
                </a:cubicBezTo>
                <a:cubicBezTo>
                  <a:pt x="154746" y="28703"/>
                  <a:pt x="153294" y="29991"/>
                  <a:pt x="151760" y="31562"/>
                </a:cubicBezTo>
                <a:cubicBezTo>
                  <a:pt x="150226" y="33132"/>
                  <a:pt x="148583" y="35032"/>
                  <a:pt x="146830" y="37260"/>
                </a:cubicBezTo>
                <a:lnTo>
                  <a:pt x="146830" y="72603"/>
                </a:lnTo>
                <a:lnTo>
                  <a:pt x="137188" y="72603"/>
                </a:lnTo>
                <a:lnTo>
                  <a:pt x="137188" y="17589"/>
                </a:lnTo>
                <a:close/>
                <a:moveTo>
                  <a:pt x="239994" y="25370"/>
                </a:moveTo>
                <a:cubicBezTo>
                  <a:pt x="241016" y="26648"/>
                  <a:pt x="241811" y="28137"/>
                  <a:pt x="242377" y="29836"/>
                </a:cubicBezTo>
                <a:cubicBezTo>
                  <a:pt x="242943" y="31534"/>
                  <a:pt x="243226" y="33370"/>
                  <a:pt x="243226" y="35342"/>
                </a:cubicBezTo>
                <a:cubicBezTo>
                  <a:pt x="243226" y="38192"/>
                  <a:pt x="242706" y="40794"/>
                  <a:pt x="241665" y="43151"/>
                </a:cubicBezTo>
                <a:cubicBezTo>
                  <a:pt x="240624" y="45507"/>
                  <a:pt x="239154" y="47525"/>
                  <a:pt x="237255" y="49205"/>
                </a:cubicBezTo>
                <a:cubicBezTo>
                  <a:pt x="235356" y="50886"/>
                  <a:pt x="233082" y="52192"/>
                  <a:pt x="230434" y="53123"/>
                </a:cubicBezTo>
                <a:cubicBezTo>
                  <a:pt x="227786" y="54055"/>
                  <a:pt x="224874" y="54520"/>
                  <a:pt x="221696" y="54520"/>
                </a:cubicBezTo>
                <a:cubicBezTo>
                  <a:pt x="219395" y="54520"/>
                  <a:pt x="217241" y="54274"/>
                  <a:pt x="215232" y="53781"/>
                </a:cubicBezTo>
                <a:cubicBezTo>
                  <a:pt x="213223" y="53288"/>
                  <a:pt x="211634" y="52676"/>
                  <a:pt x="210466" y="51945"/>
                </a:cubicBezTo>
                <a:cubicBezTo>
                  <a:pt x="209772" y="52968"/>
                  <a:pt x="209187" y="53936"/>
                  <a:pt x="208713" y="54849"/>
                </a:cubicBezTo>
                <a:cubicBezTo>
                  <a:pt x="208238" y="55762"/>
                  <a:pt x="208000" y="56785"/>
                  <a:pt x="208000" y="57918"/>
                </a:cubicBezTo>
                <a:cubicBezTo>
                  <a:pt x="208000" y="59306"/>
                  <a:pt x="208667" y="60457"/>
                  <a:pt x="210000" y="61370"/>
                </a:cubicBezTo>
                <a:cubicBezTo>
                  <a:pt x="211333" y="62283"/>
                  <a:pt x="213095" y="62776"/>
                  <a:pt x="215287" y="62849"/>
                </a:cubicBezTo>
                <a:lnTo>
                  <a:pt x="229749" y="63397"/>
                </a:lnTo>
                <a:cubicBezTo>
                  <a:pt x="232489" y="63470"/>
                  <a:pt x="235018" y="63817"/>
                  <a:pt x="237337" y="64438"/>
                </a:cubicBezTo>
                <a:cubicBezTo>
                  <a:pt x="239656" y="65059"/>
                  <a:pt x="241646" y="65954"/>
                  <a:pt x="243308" y="67123"/>
                </a:cubicBezTo>
                <a:cubicBezTo>
                  <a:pt x="244970" y="68292"/>
                  <a:pt x="246267" y="69735"/>
                  <a:pt x="247198" y="71452"/>
                </a:cubicBezTo>
                <a:cubicBezTo>
                  <a:pt x="248129" y="73169"/>
                  <a:pt x="248595" y="75160"/>
                  <a:pt x="248595" y="77425"/>
                </a:cubicBezTo>
                <a:cubicBezTo>
                  <a:pt x="248595" y="79872"/>
                  <a:pt x="248065" y="82192"/>
                  <a:pt x="247006" y="84383"/>
                </a:cubicBezTo>
                <a:cubicBezTo>
                  <a:pt x="245947" y="86575"/>
                  <a:pt x="244313" y="88502"/>
                  <a:pt x="242103" y="90164"/>
                </a:cubicBezTo>
                <a:cubicBezTo>
                  <a:pt x="239893" y="91826"/>
                  <a:pt x="237090" y="93151"/>
                  <a:pt x="233694" y="94137"/>
                </a:cubicBezTo>
                <a:cubicBezTo>
                  <a:pt x="230297" y="95123"/>
                  <a:pt x="226262" y="95616"/>
                  <a:pt x="221587" y="95616"/>
                </a:cubicBezTo>
                <a:cubicBezTo>
                  <a:pt x="217131" y="95616"/>
                  <a:pt x="213342" y="95260"/>
                  <a:pt x="210219" y="94548"/>
                </a:cubicBezTo>
                <a:cubicBezTo>
                  <a:pt x="207097" y="93835"/>
                  <a:pt x="204531" y="92849"/>
                  <a:pt x="202522" y="91589"/>
                </a:cubicBezTo>
                <a:cubicBezTo>
                  <a:pt x="200513" y="90329"/>
                  <a:pt x="199053" y="88831"/>
                  <a:pt x="198140" y="87096"/>
                </a:cubicBezTo>
                <a:cubicBezTo>
                  <a:pt x="197226" y="85361"/>
                  <a:pt x="196770" y="83452"/>
                  <a:pt x="196770" y="81370"/>
                </a:cubicBezTo>
                <a:cubicBezTo>
                  <a:pt x="196770" y="78703"/>
                  <a:pt x="197391" y="76365"/>
                  <a:pt x="198633" y="74356"/>
                </a:cubicBezTo>
                <a:cubicBezTo>
                  <a:pt x="199874" y="72347"/>
                  <a:pt x="201792" y="70411"/>
                  <a:pt x="204385" y="68548"/>
                </a:cubicBezTo>
                <a:cubicBezTo>
                  <a:pt x="203435" y="68109"/>
                  <a:pt x="202613" y="67562"/>
                  <a:pt x="201920" y="66904"/>
                </a:cubicBezTo>
                <a:cubicBezTo>
                  <a:pt x="201226" y="66246"/>
                  <a:pt x="200660" y="65525"/>
                  <a:pt x="200221" y="64740"/>
                </a:cubicBezTo>
                <a:cubicBezTo>
                  <a:pt x="199783" y="63954"/>
                  <a:pt x="199454" y="63123"/>
                  <a:pt x="199235" y="62246"/>
                </a:cubicBezTo>
                <a:cubicBezTo>
                  <a:pt x="199016" y="61370"/>
                  <a:pt x="198906" y="60511"/>
                  <a:pt x="198906" y="59671"/>
                </a:cubicBezTo>
                <a:cubicBezTo>
                  <a:pt x="198906" y="57297"/>
                  <a:pt x="199463" y="55123"/>
                  <a:pt x="200577" y="53151"/>
                </a:cubicBezTo>
                <a:cubicBezTo>
                  <a:pt x="201691" y="51178"/>
                  <a:pt x="203015" y="49315"/>
                  <a:pt x="204549" y="47562"/>
                </a:cubicBezTo>
                <a:cubicBezTo>
                  <a:pt x="203855" y="46721"/>
                  <a:pt x="203243" y="45899"/>
                  <a:pt x="202714" y="45096"/>
                </a:cubicBezTo>
                <a:cubicBezTo>
                  <a:pt x="202184" y="44292"/>
                  <a:pt x="201728" y="43425"/>
                  <a:pt x="201344" y="42493"/>
                </a:cubicBezTo>
                <a:cubicBezTo>
                  <a:pt x="200961" y="41562"/>
                  <a:pt x="200669" y="40557"/>
                  <a:pt x="200468" y="39479"/>
                </a:cubicBezTo>
                <a:cubicBezTo>
                  <a:pt x="200267" y="38402"/>
                  <a:pt x="200167" y="37169"/>
                  <a:pt x="200167" y="35781"/>
                </a:cubicBezTo>
                <a:cubicBezTo>
                  <a:pt x="200167" y="32931"/>
                  <a:pt x="200687" y="30329"/>
                  <a:pt x="201728" y="27973"/>
                </a:cubicBezTo>
                <a:cubicBezTo>
                  <a:pt x="202769" y="25616"/>
                  <a:pt x="204230" y="23598"/>
                  <a:pt x="206110" y="21918"/>
                </a:cubicBezTo>
                <a:cubicBezTo>
                  <a:pt x="207991" y="20237"/>
                  <a:pt x="210256" y="18931"/>
                  <a:pt x="212904" y="18000"/>
                </a:cubicBezTo>
                <a:cubicBezTo>
                  <a:pt x="215551" y="17068"/>
                  <a:pt x="218482" y="16603"/>
                  <a:pt x="221696" y="16603"/>
                </a:cubicBezTo>
                <a:cubicBezTo>
                  <a:pt x="223048" y="16603"/>
                  <a:pt x="224344" y="16694"/>
                  <a:pt x="225586" y="16877"/>
                </a:cubicBezTo>
                <a:cubicBezTo>
                  <a:pt x="226828" y="17059"/>
                  <a:pt x="227923" y="17297"/>
                  <a:pt x="228873" y="17589"/>
                </a:cubicBezTo>
                <a:lnTo>
                  <a:pt x="248814" y="17589"/>
                </a:lnTo>
                <a:lnTo>
                  <a:pt x="248814" y="25370"/>
                </a:lnTo>
                <a:lnTo>
                  <a:pt x="239994" y="25370"/>
                </a:lnTo>
                <a:moveTo>
                  <a:pt x="206905" y="80548"/>
                </a:moveTo>
                <a:cubicBezTo>
                  <a:pt x="206905" y="83141"/>
                  <a:pt x="208256" y="85032"/>
                  <a:pt x="210959" y="86219"/>
                </a:cubicBezTo>
                <a:cubicBezTo>
                  <a:pt x="213661" y="87406"/>
                  <a:pt x="217423" y="88000"/>
                  <a:pt x="222244" y="88000"/>
                </a:cubicBezTo>
                <a:cubicBezTo>
                  <a:pt x="225275" y="88000"/>
                  <a:pt x="227823" y="87726"/>
                  <a:pt x="229886" y="87178"/>
                </a:cubicBezTo>
                <a:cubicBezTo>
                  <a:pt x="231950" y="86630"/>
                  <a:pt x="233612" y="85909"/>
                  <a:pt x="234872" y="85014"/>
                </a:cubicBezTo>
                <a:cubicBezTo>
                  <a:pt x="236132" y="84119"/>
                  <a:pt x="237036" y="83096"/>
                  <a:pt x="237583" y="81945"/>
                </a:cubicBezTo>
                <a:cubicBezTo>
                  <a:pt x="238131" y="80794"/>
                  <a:pt x="238405" y="79616"/>
                  <a:pt x="238405" y="78411"/>
                </a:cubicBezTo>
                <a:cubicBezTo>
                  <a:pt x="238405" y="76183"/>
                  <a:pt x="237492" y="74539"/>
                  <a:pt x="235666" y="73479"/>
                </a:cubicBezTo>
                <a:cubicBezTo>
                  <a:pt x="233840" y="72420"/>
                  <a:pt x="231046" y="71799"/>
                  <a:pt x="227284" y="71616"/>
                </a:cubicBezTo>
                <a:lnTo>
                  <a:pt x="212931" y="71123"/>
                </a:lnTo>
                <a:cubicBezTo>
                  <a:pt x="211726" y="71927"/>
                  <a:pt x="210731" y="72712"/>
                  <a:pt x="209945" y="73479"/>
                </a:cubicBezTo>
                <a:cubicBezTo>
                  <a:pt x="209160" y="74246"/>
                  <a:pt x="208548" y="75023"/>
                  <a:pt x="208110" y="75808"/>
                </a:cubicBezTo>
                <a:cubicBezTo>
                  <a:pt x="207672" y="76593"/>
                  <a:pt x="207361" y="77379"/>
                  <a:pt x="207179" y="78164"/>
                </a:cubicBezTo>
                <a:cubicBezTo>
                  <a:pt x="206996" y="78950"/>
                  <a:pt x="206905" y="79744"/>
                  <a:pt x="206905" y="80548"/>
                </a:cubicBezTo>
                <a:moveTo>
                  <a:pt x="209808" y="35562"/>
                </a:moveTo>
                <a:cubicBezTo>
                  <a:pt x="209808" y="37315"/>
                  <a:pt x="210101" y="38922"/>
                  <a:pt x="210685" y="40384"/>
                </a:cubicBezTo>
                <a:cubicBezTo>
                  <a:pt x="211269" y="41845"/>
                  <a:pt x="212091" y="43087"/>
                  <a:pt x="213150" y="44110"/>
                </a:cubicBezTo>
                <a:cubicBezTo>
                  <a:pt x="214209" y="45132"/>
                  <a:pt x="215460" y="45927"/>
                  <a:pt x="216903" y="46493"/>
                </a:cubicBezTo>
                <a:cubicBezTo>
                  <a:pt x="218345" y="47059"/>
                  <a:pt x="219943" y="47342"/>
                  <a:pt x="221696" y="47342"/>
                </a:cubicBezTo>
                <a:cubicBezTo>
                  <a:pt x="223595" y="47342"/>
                  <a:pt x="225285" y="47023"/>
                  <a:pt x="226764" y="46383"/>
                </a:cubicBezTo>
                <a:cubicBezTo>
                  <a:pt x="228243" y="45744"/>
                  <a:pt x="229485" y="44877"/>
                  <a:pt x="230489" y="43781"/>
                </a:cubicBezTo>
                <a:cubicBezTo>
                  <a:pt x="231493" y="42685"/>
                  <a:pt x="232260" y="41425"/>
                  <a:pt x="232790" y="40000"/>
                </a:cubicBezTo>
                <a:cubicBezTo>
                  <a:pt x="233319" y="38575"/>
                  <a:pt x="233584" y="37096"/>
                  <a:pt x="233584" y="35562"/>
                </a:cubicBezTo>
                <a:cubicBezTo>
                  <a:pt x="233584" y="33808"/>
                  <a:pt x="233292" y="32201"/>
                  <a:pt x="232708" y="30740"/>
                </a:cubicBezTo>
                <a:cubicBezTo>
                  <a:pt x="232123" y="29278"/>
                  <a:pt x="231302" y="28036"/>
                  <a:pt x="230242" y="27014"/>
                </a:cubicBezTo>
                <a:cubicBezTo>
                  <a:pt x="229183" y="25991"/>
                  <a:pt x="227932" y="25196"/>
                  <a:pt x="226490" y="24630"/>
                </a:cubicBezTo>
                <a:cubicBezTo>
                  <a:pt x="225047" y="24064"/>
                  <a:pt x="223449" y="23781"/>
                  <a:pt x="221696" y="23781"/>
                </a:cubicBezTo>
                <a:cubicBezTo>
                  <a:pt x="219797" y="23781"/>
                  <a:pt x="218108" y="24110"/>
                  <a:pt x="216629" y="24767"/>
                </a:cubicBezTo>
                <a:cubicBezTo>
                  <a:pt x="215150" y="25425"/>
                  <a:pt x="213908" y="26292"/>
                  <a:pt x="212904" y="27370"/>
                </a:cubicBezTo>
                <a:cubicBezTo>
                  <a:pt x="211899" y="28447"/>
                  <a:pt x="211132" y="29699"/>
                  <a:pt x="210603" y="31123"/>
                </a:cubicBezTo>
                <a:cubicBezTo>
                  <a:pt x="210073" y="32548"/>
                  <a:pt x="209808" y="34027"/>
                  <a:pt x="209808" y="35562"/>
                </a:cubicBezTo>
                <a:close/>
                <a:moveTo>
                  <a:pt x="312286" y="42192"/>
                </a:moveTo>
                <a:cubicBezTo>
                  <a:pt x="312286" y="43543"/>
                  <a:pt x="312267" y="44676"/>
                  <a:pt x="312231" y="45589"/>
                </a:cubicBezTo>
                <a:cubicBezTo>
                  <a:pt x="312194" y="46502"/>
                  <a:pt x="312140" y="47361"/>
                  <a:pt x="312067" y="48164"/>
                </a:cubicBezTo>
                <a:lnTo>
                  <a:pt x="273444" y="48164"/>
                </a:lnTo>
                <a:cubicBezTo>
                  <a:pt x="273444" y="53790"/>
                  <a:pt x="275015" y="58110"/>
                  <a:pt x="278156" y="61123"/>
                </a:cubicBezTo>
                <a:cubicBezTo>
                  <a:pt x="281297" y="64137"/>
                  <a:pt x="285825" y="65644"/>
                  <a:pt x="291742" y="65644"/>
                </a:cubicBezTo>
                <a:cubicBezTo>
                  <a:pt x="293349" y="65644"/>
                  <a:pt x="294956" y="65580"/>
                  <a:pt x="296563" y="65452"/>
                </a:cubicBezTo>
                <a:cubicBezTo>
                  <a:pt x="298170" y="65324"/>
                  <a:pt x="299722" y="65151"/>
                  <a:pt x="301219" y="64931"/>
                </a:cubicBezTo>
                <a:cubicBezTo>
                  <a:pt x="302717" y="64712"/>
                  <a:pt x="304150" y="64466"/>
                  <a:pt x="305520" y="64192"/>
                </a:cubicBezTo>
                <a:cubicBezTo>
                  <a:pt x="306890" y="63918"/>
                  <a:pt x="308159" y="63616"/>
                  <a:pt x="309327" y="63288"/>
                </a:cubicBezTo>
                <a:lnTo>
                  <a:pt x="309327" y="71123"/>
                </a:lnTo>
                <a:cubicBezTo>
                  <a:pt x="306734" y="71854"/>
                  <a:pt x="303803" y="72447"/>
                  <a:pt x="300535" y="72904"/>
                </a:cubicBezTo>
                <a:cubicBezTo>
                  <a:pt x="297266" y="73361"/>
                  <a:pt x="293879" y="73589"/>
                  <a:pt x="290372" y="73589"/>
                </a:cubicBezTo>
                <a:cubicBezTo>
                  <a:pt x="285661" y="73589"/>
                  <a:pt x="281607" y="72950"/>
                  <a:pt x="278211" y="71671"/>
                </a:cubicBezTo>
                <a:cubicBezTo>
                  <a:pt x="274814" y="70393"/>
                  <a:pt x="272029" y="68539"/>
                  <a:pt x="269856" y="66109"/>
                </a:cubicBezTo>
                <a:cubicBezTo>
                  <a:pt x="267683" y="63680"/>
                  <a:pt x="266076" y="60703"/>
                  <a:pt x="265035" y="57178"/>
                </a:cubicBezTo>
                <a:cubicBezTo>
                  <a:pt x="263994" y="53653"/>
                  <a:pt x="263474" y="49662"/>
                  <a:pt x="263474" y="45205"/>
                </a:cubicBezTo>
                <a:cubicBezTo>
                  <a:pt x="263474" y="41333"/>
                  <a:pt x="264031" y="37671"/>
                  <a:pt x="265145" y="34219"/>
                </a:cubicBezTo>
                <a:cubicBezTo>
                  <a:pt x="266259" y="30767"/>
                  <a:pt x="267884" y="27735"/>
                  <a:pt x="270020" y="25123"/>
                </a:cubicBezTo>
                <a:cubicBezTo>
                  <a:pt x="272157" y="22511"/>
                  <a:pt x="274777" y="20438"/>
                  <a:pt x="277882" y="18904"/>
                </a:cubicBezTo>
                <a:cubicBezTo>
                  <a:pt x="280986" y="17370"/>
                  <a:pt x="284511" y="16603"/>
                  <a:pt x="288455" y="16603"/>
                </a:cubicBezTo>
                <a:cubicBezTo>
                  <a:pt x="292290" y="16603"/>
                  <a:pt x="295686" y="17205"/>
                  <a:pt x="298645" y="18411"/>
                </a:cubicBezTo>
                <a:cubicBezTo>
                  <a:pt x="301603" y="19616"/>
                  <a:pt x="304096" y="21324"/>
                  <a:pt x="306123" y="23534"/>
                </a:cubicBezTo>
                <a:cubicBezTo>
                  <a:pt x="308150" y="25744"/>
                  <a:pt x="309683" y="28429"/>
                  <a:pt x="310724" y="31589"/>
                </a:cubicBezTo>
                <a:cubicBezTo>
                  <a:pt x="311765" y="34749"/>
                  <a:pt x="312286" y="38283"/>
                  <a:pt x="312286" y="42192"/>
                </a:cubicBezTo>
                <a:moveTo>
                  <a:pt x="302370" y="40822"/>
                </a:moveTo>
                <a:cubicBezTo>
                  <a:pt x="302479" y="38374"/>
                  <a:pt x="302242" y="36137"/>
                  <a:pt x="301658" y="34110"/>
                </a:cubicBezTo>
                <a:cubicBezTo>
                  <a:pt x="301073" y="32082"/>
                  <a:pt x="300169" y="30338"/>
                  <a:pt x="298946" y="28877"/>
                </a:cubicBezTo>
                <a:cubicBezTo>
                  <a:pt x="297722" y="27415"/>
                  <a:pt x="296198" y="26274"/>
                  <a:pt x="294372" y="25452"/>
                </a:cubicBezTo>
                <a:cubicBezTo>
                  <a:pt x="292545" y="24630"/>
                  <a:pt x="290427" y="24219"/>
                  <a:pt x="288017" y="24219"/>
                </a:cubicBezTo>
                <a:cubicBezTo>
                  <a:pt x="285935" y="24219"/>
                  <a:pt x="284036" y="24621"/>
                  <a:pt x="282319" y="25425"/>
                </a:cubicBezTo>
                <a:cubicBezTo>
                  <a:pt x="280603" y="26228"/>
                  <a:pt x="279124" y="27361"/>
                  <a:pt x="277882" y="28822"/>
                </a:cubicBezTo>
                <a:cubicBezTo>
                  <a:pt x="276640" y="30283"/>
                  <a:pt x="275636" y="32036"/>
                  <a:pt x="274869" y="34082"/>
                </a:cubicBezTo>
                <a:cubicBezTo>
                  <a:pt x="274102" y="36128"/>
                  <a:pt x="273627" y="38374"/>
                  <a:pt x="273444" y="40822"/>
                </a:cubicBezTo>
                <a:lnTo>
                  <a:pt x="302370" y="40822"/>
                </a:lnTo>
                <a:close/>
                <a:moveTo>
                  <a:pt x="375593" y="71836"/>
                </a:moveTo>
                <a:cubicBezTo>
                  <a:pt x="373438" y="72383"/>
                  <a:pt x="371210" y="72776"/>
                  <a:pt x="368909" y="73014"/>
                </a:cubicBezTo>
                <a:cubicBezTo>
                  <a:pt x="366609" y="73251"/>
                  <a:pt x="364271" y="73370"/>
                  <a:pt x="361897" y="73370"/>
                </a:cubicBezTo>
                <a:cubicBezTo>
                  <a:pt x="354995" y="73370"/>
                  <a:pt x="349845" y="71808"/>
                  <a:pt x="346448" y="68685"/>
                </a:cubicBezTo>
                <a:cubicBezTo>
                  <a:pt x="343052" y="65562"/>
                  <a:pt x="341354" y="60767"/>
                  <a:pt x="341354" y="54301"/>
                </a:cubicBezTo>
                <a:lnTo>
                  <a:pt x="341354" y="25589"/>
                </a:lnTo>
                <a:lnTo>
                  <a:pt x="325959" y="25589"/>
                </a:lnTo>
                <a:lnTo>
                  <a:pt x="325959" y="17589"/>
                </a:lnTo>
                <a:lnTo>
                  <a:pt x="341354" y="17589"/>
                </a:lnTo>
                <a:lnTo>
                  <a:pt x="341354" y="2466"/>
                </a:lnTo>
                <a:lnTo>
                  <a:pt x="350886" y="0"/>
                </a:lnTo>
                <a:lnTo>
                  <a:pt x="350886" y="17589"/>
                </a:lnTo>
                <a:lnTo>
                  <a:pt x="375593" y="17589"/>
                </a:lnTo>
                <a:lnTo>
                  <a:pt x="375593" y="25589"/>
                </a:lnTo>
                <a:lnTo>
                  <a:pt x="350886" y="25589"/>
                </a:lnTo>
                <a:lnTo>
                  <a:pt x="350886" y="53534"/>
                </a:lnTo>
                <a:cubicBezTo>
                  <a:pt x="350886" y="57479"/>
                  <a:pt x="351936" y="60429"/>
                  <a:pt x="354036" y="62383"/>
                </a:cubicBezTo>
                <a:cubicBezTo>
                  <a:pt x="356136" y="64338"/>
                  <a:pt x="359231" y="65315"/>
                  <a:pt x="363322" y="65315"/>
                </a:cubicBezTo>
                <a:cubicBezTo>
                  <a:pt x="365075" y="65315"/>
                  <a:pt x="366992" y="65178"/>
                  <a:pt x="369074" y="64904"/>
                </a:cubicBezTo>
                <a:cubicBezTo>
                  <a:pt x="371156" y="64630"/>
                  <a:pt x="373329" y="64201"/>
                  <a:pt x="375593" y="63616"/>
                </a:cubicBezTo>
                <a:lnTo>
                  <a:pt x="375593" y="71836"/>
                </a:ln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0x1234567d:…">
            <a:extLst xmlns:a="http://schemas.openxmlformats.org/drawingml/2006/main">
              <a:ext uri="{FF2B5EF4-FFF2-40B4-BE49-F238E27FC236}">
                <a16:creationId xmlns:a16="http://schemas.microsoft.com/office/drawing/2014/main" id="{490E8737-870C-4480-9165-83C53D9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8" y="725518"/>
            <a:ext cx="820305" cy="78411"/>
          </a:xfrm>
          <a:custGeom xmlns:a="http://schemas.openxmlformats.org/drawingml/2006/main">
            <a:pathLst>
              <a:path w="820305" h="78411">
                <a:moveTo>
                  <a:pt x="52044" y="41644"/>
                </a:moveTo>
                <a:cubicBezTo>
                  <a:pt x="52044" y="47123"/>
                  <a:pt x="51496" y="52119"/>
                  <a:pt x="50401" y="56630"/>
                </a:cubicBezTo>
                <a:cubicBezTo>
                  <a:pt x="49305" y="61141"/>
                  <a:pt x="47643" y="65014"/>
                  <a:pt x="45415" y="68246"/>
                </a:cubicBezTo>
                <a:cubicBezTo>
                  <a:pt x="43187" y="71479"/>
                  <a:pt x="40421" y="73982"/>
                  <a:pt x="37116" y="75753"/>
                </a:cubicBezTo>
                <a:cubicBezTo>
                  <a:pt x="33810" y="77525"/>
                  <a:pt x="29930" y="78411"/>
                  <a:pt x="25474" y="78411"/>
                </a:cubicBezTo>
                <a:cubicBezTo>
                  <a:pt x="21639" y="78411"/>
                  <a:pt x="18151" y="77689"/>
                  <a:pt x="15011" y="76246"/>
                </a:cubicBezTo>
                <a:cubicBezTo>
                  <a:pt x="11870" y="74804"/>
                  <a:pt x="9185" y="72584"/>
                  <a:pt x="6957" y="69589"/>
                </a:cubicBezTo>
                <a:cubicBezTo>
                  <a:pt x="4730" y="66594"/>
                  <a:pt x="3013" y="62776"/>
                  <a:pt x="1808" y="58137"/>
                </a:cubicBezTo>
                <a:cubicBezTo>
                  <a:pt x="603" y="53498"/>
                  <a:pt x="0" y="48000"/>
                  <a:pt x="0" y="41644"/>
                </a:cubicBezTo>
                <a:cubicBezTo>
                  <a:pt x="0" y="36164"/>
                  <a:pt x="557" y="31160"/>
                  <a:pt x="1671" y="26630"/>
                </a:cubicBezTo>
                <a:cubicBezTo>
                  <a:pt x="2785" y="22100"/>
                  <a:pt x="4447" y="18219"/>
                  <a:pt x="6656" y="14986"/>
                </a:cubicBezTo>
                <a:cubicBezTo>
                  <a:pt x="8866" y="11753"/>
                  <a:pt x="11632" y="9251"/>
                  <a:pt x="14956" y="7479"/>
                </a:cubicBezTo>
                <a:cubicBezTo>
                  <a:pt x="18279" y="5708"/>
                  <a:pt x="22151" y="4822"/>
                  <a:pt x="26570" y="4822"/>
                </a:cubicBezTo>
                <a:cubicBezTo>
                  <a:pt x="30405" y="4822"/>
                  <a:pt x="33893" y="5543"/>
                  <a:pt x="37033" y="6986"/>
                </a:cubicBezTo>
                <a:cubicBezTo>
                  <a:pt x="40174" y="8429"/>
                  <a:pt x="42859" y="10658"/>
                  <a:pt x="45087" y="13671"/>
                </a:cubicBezTo>
                <a:cubicBezTo>
                  <a:pt x="47314" y="16685"/>
                  <a:pt x="49031" y="20511"/>
                  <a:pt x="50236" y="25151"/>
                </a:cubicBezTo>
                <a:cubicBezTo>
                  <a:pt x="51441" y="29790"/>
                  <a:pt x="52044" y="35288"/>
                  <a:pt x="52044" y="41644"/>
                </a:cubicBezTo>
                <a:moveTo>
                  <a:pt x="42402" y="41973"/>
                </a:moveTo>
                <a:cubicBezTo>
                  <a:pt x="42402" y="40731"/>
                  <a:pt x="42357" y="39498"/>
                  <a:pt x="42265" y="38274"/>
                </a:cubicBezTo>
                <a:cubicBezTo>
                  <a:pt x="42174" y="37050"/>
                  <a:pt x="42073" y="35854"/>
                  <a:pt x="41964" y="34685"/>
                </a:cubicBezTo>
                <a:lnTo>
                  <a:pt x="11669" y="57205"/>
                </a:lnTo>
                <a:cubicBezTo>
                  <a:pt x="12217" y="59105"/>
                  <a:pt x="12911" y="60858"/>
                  <a:pt x="13751" y="62466"/>
                </a:cubicBezTo>
                <a:cubicBezTo>
                  <a:pt x="14591" y="64073"/>
                  <a:pt x="15604" y="65452"/>
                  <a:pt x="16791" y="66603"/>
                </a:cubicBezTo>
                <a:cubicBezTo>
                  <a:pt x="17978" y="67753"/>
                  <a:pt x="19329" y="68648"/>
                  <a:pt x="20845" y="69288"/>
                </a:cubicBezTo>
                <a:cubicBezTo>
                  <a:pt x="22361" y="69927"/>
                  <a:pt x="24086" y="70246"/>
                  <a:pt x="26022" y="70246"/>
                </a:cubicBezTo>
                <a:cubicBezTo>
                  <a:pt x="28506" y="70246"/>
                  <a:pt x="30761" y="69644"/>
                  <a:pt x="32788" y="68438"/>
                </a:cubicBezTo>
                <a:cubicBezTo>
                  <a:pt x="34815" y="67233"/>
                  <a:pt x="36540" y="65443"/>
                  <a:pt x="37965" y="63068"/>
                </a:cubicBezTo>
                <a:cubicBezTo>
                  <a:pt x="39389" y="60694"/>
                  <a:pt x="40485" y="57744"/>
                  <a:pt x="41252" y="54219"/>
                </a:cubicBezTo>
                <a:cubicBezTo>
                  <a:pt x="42019" y="50694"/>
                  <a:pt x="42402" y="46612"/>
                  <a:pt x="42402" y="41973"/>
                </a:cubicBezTo>
                <a:moveTo>
                  <a:pt x="9642" y="41315"/>
                </a:moveTo>
                <a:cubicBezTo>
                  <a:pt x="9642" y="42447"/>
                  <a:pt x="9651" y="43580"/>
                  <a:pt x="9669" y="44712"/>
                </a:cubicBezTo>
                <a:cubicBezTo>
                  <a:pt x="9687" y="45845"/>
                  <a:pt x="9751" y="46941"/>
                  <a:pt x="9861" y="48000"/>
                </a:cubicBezTo>
                <a:lnTo>
                  <a:pt x="40156" y="25589"/>
                </a:lnTo>
                <a:cubicBezTo>
                  <a:pt x="39608" y="23726"/>
                  <a:pt x="38914" y="22027"/>
                  <a:pt x="38074" y="20493"/>
                </a:cubicBezTo>
                <a:cubicBezTo>
                  <a:pt x="37234" y="18959"/>
                  <a:pt x="36230" y="17635"/>
                  <a:pt x="35061" y="16521"/>
                </a:cubicBezTo>
                <a:cubicBezTo>
                  <a:pt x="33893" y="15406"/>
                  <a:pt x="32559" y="14539"/>
                  <a:pt x="31062" y="13918"/>
                </a:cubicBezTo>
                <a:cubicBezTo>
                  <a:pt x="29565" y="13297"/>
                  <a:pt x="27885" y="12986"/>
                  <a:pt x="26022" y="12986"/>
                </a:cubicBezTo>
                <a:cubicBezTo>
                  <a:pt x="23539" y="12986"/>
                  <a:pt x="21283" y="13589"/>
                  <a:pt x="19256" y="14794"/>
                </a:cubicBezTo>
                <a:cubicBezTo>
                  <a:pt x="17229" y="16000"/>
                  <a:pt x="15504" y="17799"/>
                  <a:pt x="14079" y="20192"/>
                </a:cubicBezTo>
                <a:cubicBezTo>
                  <a:pt x="12655" y="22584"/>
                  <a:pt x="11559" y="25543"/>
                  <a:pt x="10792" y="29068"/>
                </a:cubicBezTo>
                <a:cubicBezTo>
                  <a:pt x="10025" y="32594"/>
                  <a:pt x="9642" y="36676"/>
                  <a:pt x="9642" y="41315"/>
                </a:cubicBezTo>
                <a:close/>
                <a:moveTo>
                  <a:pt x="118967" y="77425"/>
                </a:moveTo>
                <a:lnTo>
                  <a:pt x="106312" y="77425"/>
                </a:lnTo>
                <a:lnTo>
                  <a:pt x="91466" y="56438"/>
                </a:lnTo>
                <a:lnTo>
                  <a:pt x="76784" y="77425"/>
                </a:lnTo>
                <a:lnTo>
                  <a:pt x="64458" y="77425"/>
                </a:lnTo>
                <a:lnTo>
                  <a:pt x="85768" y="49808"/>
                </a:lnTo>
                <a:lnTo>
                  <a:pt x="65444" y="22411"/>
                </a:lnTo>
                <a:lnTo>
                  <a:pt x="77661" y="22411"/>
                </a:lnTo>
                <a:lnTo>
                  <a:pt x="92123" y="43562"/>
                </a:lnTo>
                <a:lnTo>
                  <a:pt x="106312" y="22411"/>
                </a:lnTo>
                <a:lnTo>
                  <a:pt x="118091" y="22411"/>
                </a:lnTo>
                <a:lnTo>
                  <a:pt x="97437" y="50027"/>
                </a:lnTo>
                <a:lnTo>
                  <a:pt x="118967" y="77425"/>
                </a:lnTo>
                <a:close/>
                <a:moveTo>
                  <a:pt x="180686" y="77425"/>
                </a:moveTo>
                <a:lnTo>
                  <a:pt x="135709" y="77425"/>
                </a:lnTo>
                <a:lnTo>
                  <a:pt x="135709" y="68548"/>
                </a:lnTo>
                <a:lnTo>
                  <a:pt x="154116" y="68548"/>
                </a:lnTo>
                <a:lnTo>
                  <a:pt x="154116" y="16274"/>
                </a:lnTo>
                <a:lnTo>
                  <a:pt x="136969" y="25589"/>
                </a:lnTo>
                <a:lnTo>
                  <a:pt x="133463" y="17479"/>
                </a:lnTo>
                <a:lnTo>
                  <a:pt x="156252" y="5479"/>
                </a:lnTo>
                <a:lnTo>
                  <a:pt x="164689" y="5479"/>
                </a:lnTo>
                <a:lnTo>
                  <a:pt x="164689" y="68548"/>
                </a:lnTo>
                <a:lnTo>
                  <a:pt x="180686" y="68548"/>
                </a:lnTo>
                <a:lnTo>
                  <a:pt x="180686" y="77425"/>
                </a:lnTo>
                <a:close/>
                <a:moveTo>
                  <a:pt x="246732" y="77425"/>
                </a:moveTo>
                <a:lnTo>
                  <a:pt x="199564" y="77425"/>
                </a:lnTo>
                <a:lnTo>
                  <a:pt x="199564" y="68877"/>
                </a:lnTo>
                <a:lnTo>
                  <a:pt x="218081" y="50466"/>
                </a:lnTo>
                <a:cubicBezTo>
                  <a:pt x="221112" y="47470"/>
                  <a:pt x="223577" y="44877"/>
                  <a:pt x="225476" y="42685"/>
                </a:cubicBezTo>
                <a:cubicBezTo>
                  <a:pt x="227376" y="40493"/>
                  <a:pt x="228855" y="38493"/>
                  <a:pt x="229914" y="36685"/>
                </a:cubicBezTo>
                <a:cubicBezTo>
                  <a:pt x="230973" y="34877"/>
                  <a:pt x="231685" y="33169"/>
                  <a:pt x="232050" y="31562"/>
                </a:cubicBezTo>
                <a:cubicBezTo>
                  <a:pt x="232416" y="29954"/>
                  <a:pt x="232598" y="28219"/>
                  <a:pt x="232598" y="26356"/>
                </a:cubicBezTo>
                <a:cubicBezTo>
                  <a:pt x="232598" y="24603"/>
                  <a:pt x="232361" y="22931"/>
                  <a:pt x="231886" y="21342"/>
                </a:cubicBezTo>
                <a:cubicBezTo>
                  <a:pt x="231411" y="19753"/>
                  <a:pt x="230681" y="18356"/>
                  <a:pt x="229695" y="17151"/>
                </a:cubicBezTo>
                <a:cubicBezTo>
                  <a:pt x="228709" y="15945"/>
                  <a:pt x="227430" y="14995"/>
                  <a:pt x="225860" y="14301"/>
                </a:cubicBezTo>
                <a:cubicBezTo>
                  <a:pt x="224289" y="13607"/>
                  <a:pt x="222409" y="13260"/>
                  <a:pt x="220217" y="13260"/>
                </a:cubicBezTo>
                <a:cubicBezTo>
                  <a:pt x="217186" y="13260"/>
                  <a:pt x="214428" y="13936"/>
                  <a:pt x="211945" y="15288"/>
                </a:cubicBezTo>
                <a:cubicBezTo>
                  <a:pt x="209461" y="16639"/>
                  <a:pt x="207179" y="18393"/>
                  <a:pt x="205097" y="20548"/>
                </a:cubicBezTo>
                <a:lnTo>
                  <a:pt x="199838" y="14247"/>
                </a:lnTo>
                <a:cubicBezTo>
                  <a:pt x="202540" y="11397"/>
                  <a:pt x="205654" y="9114"/>
                  <a:pt x="209178" y="7397"/>
                </a:cubicBezTo>
                <a:cubicBezTo>
                  <a:pt x="212703" y="5680"/>
                  <a:pt x="216802" y="4822"/>
                  <a:pt x="221477" y="4822"/>
                </a:cubicBezTo>
                <a:cubicBezTo>
                  <a:pt x="224655" y="4822"/>
                  <a:pt x="227549" y="5297"/>
                  <a:pt x="230160" y="6247"/>
                </a:cubicBezTo>
                <a:cubicBezTo>
                  <a:pt x="232772" y="7196"/>
                  <a:pt x="235027" y="8566"/>
                  <a:pt x="236926" y="10356"/>
                </a:cubicBezTo>
                <a:cubicBezTo>
                  <a:pt x="238825" y="12146"/>
                  <a:pt x="240295" y="14338"/>
                  <a:pt x="241336" y="16931"/>
                </a:cubicBezTo>
                <a:cubicBezTo>
                  <a:pt x="242377" y="19525"/>
                  <a:pt x="242897" y="22447"/>
                  <a:pt x="242897" y="25699"/>
                </a:cubicBezTo>
                <a:cubicBezTo>
                  <a:pt x="242897" y="28438"/>
                  <a:pt x="242532" y="30977"/>
                  <a:pt x="241802" y="33315"/>
                </a:cubicBezTo>
                <a:cubicBezTo>
                  <a:pt x="241071" y="35653"/>
                  <a:pt x="239967" y="37982"/>
                  <a:pt x="238487" y="40301"/>
                </a:cubicBezTo>
                <a:cubicBezTo>
                  <a:pt x="237008" y="42621"/>
                  <a:pt x="235146" y="45023"/>
                  <a:pt x="232900" y="47507"/>
                </a:cubicBezTo>
                <a:cubicBezTo>
                  <a:pt x="230653" y="49991"/>
                  <a:pt x="227996" y="52712"/>
                  <a:pt x="224929" y="55671"/>
                </a:cubicBezTo>
                <a:lnTo>
                  <a:pt x="211945" y="68329"/>
                </a:lnTo>
                <a:lnTo>
                  <a:pt x="246732" y="68329"/>
                </a:lnTo>
                <a:lnTo>
                  <a:pt x="246732" y="77425"/>
                </a:lnTo>
                <a:close/>
                <a:moveTo>
                  <a:pt x="310807" y="55671"/>
                </a:moveTo>
                <a:cubicBezTo>
                  <a:pt x="310807" y="58813"/>
                  <a:pt x="310167" y="61762"/>
                  <a:pt x="308889" y="64520"/>
                </a:cubicBezTo>
                <a:cubicBezTo>
                  <a:pt x="307611" y="67278"/>
                  <a:pt x="305694" y="69689"/>
                  <a:pt x="303137" y="71753"/>
                </a:cubicBezTo>
                <a:cubicBezTo>
                  <a:pt x="300580" y="73817"/>
                  <a:pt x="297366" y="75443"/>
                  <a:pt x="293495" y="76630"/>
                </a:cubicBezTo>
                <a:cubicBezTo>
                  <a:pt x="289624" y="77817"/>
                  <a:pt x="285113" y="78411"/>
                  <a:pt x="279964" y="78411"/>
                </a:cubicBezTo>
                <a:cubicBezTo>
                  <a:pt x="277115" y="78411"/>
                  <a:pt x="274558" y="78320"/>
                  <a:pt x="272294" y="78137"/>
                </a:cubicBezTo>
                <a:cubicBezTo>
                  <a:pt x="270030" y="77954"/>
                  <a:pt x="267911" y="77717"/>
                  <a:pt x="265939" y="77425"/>
                </a:cubicBezTo>
                <a:lnTo>
                  <a:pt x="265939" y="68877"/>
                </a:lnTo>
                <a:cubicBezTo>
                  <a:pt x="268204" y="69278"/>
                  <a:pt x="270596" y="69589"/>
                  <a:pt x="273116" y="69808"/>
                </a:cubicBezTo>
                <a:cubicBezTo>
                  <a:pt x="275636" y="70027"/>
                  <a:pt x="278211" y="70137"/>
                  <a:pt x="280840" y="70137"/>
                </a:cubicBezTo>
                <a:cubicBezTo>
                  <a:pt x="284419" y="70137"/>
                  <a:pt x="287478" y="69817"/>
                  <a:pt x="290016" y="69178"/>
                </a:cubicBezTo>
                <a:cubicBezTo>
                  <a:pt x="292555" y="68539"/>
                  <a:pt x="294627" y="67616"/>
                  <a:pt x="296234" y="66411"/>
                </a:cubicBezTo>
                <a:cubicBezTo>
                  <a:pt x="297841" y="65205"/>
                  <a:pt x="299010" y="63744"/>
                  <a:pt x="299740" y="62027"/>
                </a:cubicBezTo>
                <a:cubicBezTo>
                  <a:pt x="300471" y="60310"/>
                  <a:pt x="300836" y="58374"/>
                  <a:pt x="300836" y="56219"/>
                </a:cubicBezTo>
                <a:cubicBezTo>
                  <a:pt x="300836" y="54246"/>
                  <a:pt x="300398" y="52530"/>
                  <a:pt x="299521" y="51068"/>
                </a:cubicBezTo>
                <a:cubicBezTo>
                  <a:pt x="298645" y="49607"/>
                  <a:pt x="297412" y="48383"/>
                  <a:pt x="295823" y="47397"/>
                </a:cubicBezTo>
                <a:cubicBezTo>
                  <a:pt x="294235" y="46411"/>
                  <a:pt x="292336" y="45671"/>
                  <a:pt x="290126" y="45178"/>
                </a:cubicBezTo>
                <a:cubicBezTo>
                  <a:pt x="287916" y="44685"/>
                  <a:pt x="285497" y="44438"/>
                  <a:pt x="282867" y="44438"/>
                </a:cubicBezTo>
                <a:lnTo>
                  <a:pt x="274704" y="44438"/>
                </a:lnTo>
                <a:lnTo>
                  <a:pt x="274704" y="36603"/>
                </a:lnTo>
                <a:lnTo>
                  <a:pt x="282977" y="36603"/>
                </a:lnTo>
                <a:cubicBezTo>
                  <a:pt x="285132" y="36603"/>
                  <a:pt x="287095" y="36320"/>
                  <a:pt x="288866" y="35753"/>
                </a:cubicBezTo>
                <a:cubicBezTo>
                  <a:pt x="290637" y="35187"/>
                  <a:pt x="292153" y="34374"/>
                  <a:pt x="293413" y="33315"/>
                </a:cubicBezTo>
                <a:cubicBezTo>
                  <a:pt x="294673" y="32256"/>
                  <a:pt x="295641" y="30950"/>
                  <a:pt x="296316" y="29397"/>
                </a:cubicBezTo>
                <a:cubicBezTo>
                  <a:pt x="296992" y="27845"/>
                  <a:pt x="297330" y="26082"/>
                  <a:pt x="297330" y="24110"/>
                </a:cubicBezTo>
                <a:cubicBezTo>
                  <a:pt x="297330" y="20274"/>
                  <a:pt x="296161" y="17479"/>
                  <a:pt x="293824" y="15726"/>
                </a:cubicBezTo>
                <a:cubicBezTo>
                  <a:pt x="291486" y="13973"/>
                  <a:pt x="288053" y="13096"/>
                  <a:pt x="283525" y="13096"/>
                </a:cubicBezTo>
                <a:cubicBezTo>
                  <a:pt x="281114" y="13096"/>
                  <a:pt x="278631" y="13333"/>
                  <a:pt x="276074" y="13808"/>
                </a:cubicBezTo>
                <a:cubicBezTo>
                  <a:pt x="273518" y="14283"/>
                  <a:pt x="270778" y="14995"/>
                  <a:pt x="267857" y="15945"/>
                </a:cubicBezTo>
                <a:lnTo>
                  <a:pt x="267857" y="7616"/>
                </a:lnTo>
                <a:cubicBezTo>
                  <a:pt x="269098" y="7178"/>
                  <a:pt x="270422" y="6785"/>
                  <a:pt x="271828" y="6438"/>
                </a:cubicBezTo>
                <a:cubicBezTo>
                  <a:pt x="273234" y="6091"/>
                  <a:pt x="274641" y="5799"/>
                  <a:pt x="276047" y="5562"/>
                </a:cubicBezTo>
                <a:cubicBezTo>
                  <a:pt x="277453" y="5324"/>
                  <a:pt x="278850" y="5142"/>
                  <a:pt x="280238" y="5014"/>
                </a:cubicBezTo>
                <a:cubicBezTo>
                  <a:pt x="281625" y="4886"/>
                  <a:pt x="282958" y="4822"/>
                  <a:pt x="284237" y="4822"/>
                </a:cubicBezTo>
                <a:cubicBezTo>
                  <a:pt x="288035" y="4822"/>
                  <a:pt x="291377" y="5233"/>
                  <a:pt x="294262" y="6055"/>
                </a:cubicBezTo>
                <a:cubicBezTo>
                  <a:pt x="297147" y="6877"/>
                  <a:pt x="299558" y="8055"/>
                  <a:pt x="301493" y="9589"/>
                </a:cubicBezTo>
                <a:cubicBezTo>
                  <a:pt x="303429" y="11123"/>
                  <a:pt x="304890" y="12986"/>
                  <a:pt x="305876" y="15178"/>
                </a:cubicBezTo>
                <a:cubicBezTo>
                  <a:pt x="306862" y="17370"/>
                  <a:pt x="307355" y="19836"/>
                  <a:pt x="307355" y="22575"/>
                </a:cubicBezTo>
                <a:cubicBezTo>
                  <a:pt x="307355" y="26667"/>
                  <a:pt x="306305" y="30100"/>
                  <a:pt x="304205" y="32877"/>
                </a:cubicBezTo>
                <a:cubicBezTo>
                  <a:pt x="302105" y="35653"/>
                  <a:pt x="299229" y="37863"/>
                  <a:pt x="295577" y="39507"/>
                </a:cubicBezTo>
                <a:cubicBezTo>
                  <a:pt x="297440" y="39799"/>
                  <a:pt x="299275" y="40384"/>
                  <a:pt x="301083" y="41260"/>
                </a:cubicBezTo>
                <a:cubicBezTo>
                  <a:pt x="302890" y="42137"/>
                  <a:pt x="304516" y="43260"/>
                  <a:pt x="305958" y="44630"/>
                </a:cubicBezTo>
                <a:cubicBezTo>
                  <a:pt x="307401" y="46000"/>
                  <a:pt x="308570" y="47616"/>
                  <a:pt x="309464" y="49479"/>
                </a:cubicBezTo>
                <a:cubicBezTo>
                  <a:pt x="310359" y="51342"/>
                  <a:pt x="310807" y="53406"/>
                  <a:pt x="310807" y="55671"/>
                </a:cubicBezTo>
                <a:close/>
                <a:moveTo>
                  <a:pt x="381181" y="61589"/>
                </a:moveTo>
                <a:lnTo>
                  <a:pt x="368964" y="61589"/>
                </a:lnTo>
                <a:lnTo>
                  <a:pt x="368964" y="77425"/>
                </a:lnTo>
                <a:lnTo>
                  <a:pt x="359213" y="77425"/>
                </a:lnTo>
                <a:lnTo>
                  <a:pt x="359213" y="61589"/>
                </a:lnTo>
                <a:lnTo>
                  <a:pt x="324754" y="61589"/>
                </a:lnTo>
                <a:lnTo>
                  <a:pt x="324754" y="53205"/>
                </a:lnTo>
                <a:lnTo>
                  <a:pt x="355269" y="5808"/>
                </a:lnTo>
                <a:lnTo>
                  <a:pt x="368964" y="5808"/>
                </a:lnTo>
                <a:lnTo>
                  <a:pt x="368964" y="53205"/>
                </a:lnTo>
                <a:lnTo>
                  <a:pt x="381181" y="53205"/>
                </a:lnTo>
                <a:lnTo>
                  <a:pt x="381181" y="61589"/>
                </a:lnTo>
                <a:moveTo>
                  <a:pt x="359213" y="15014"/>
                </a:moveTo>
                <a:lnTo>
                  <a:pt x="334287" y="53205"/>
                </a:lnTo>
                <a:lnTo>
                  <a:pt x="359213" y="53205"/>
                </a:lnTo>
                <a:lnTo>
                  <a:pt x="359213" y="15014"/>
                </a:lnTo>
                <a:close/>
                <a:moveTo>
                  <a:pt x="441256" y="54520"/>
                </a:moveTo>
                <a:cubicBezTo>
                  <a:pt x="441256" y="58064"/>
                  <a:pt x="440489" y="61297"/>
                  <a:pt x="438955" y="64219"/>
                </a:cubicBezTo>
                <a:cubicBezTo>
                  <a:pt x="437421" y="67141"/>
                  <a:pt x="435312" y="69653"/>
                  <a:pt x="432628" y="71753"/>
                </a:cubicBezTo>
                <a:cubicBezTo>
                  <a:pt x="429943" y="73854"/>
                  <a:pt x="426775" y="75488"/>
                  <a:pt x="423123" y="76657"/>
                </a:cubicBezTo>
                <a:cubicBezTo>
                  <a:pt x="419471" y="77826"/>
                  <a:pt x="415526" y="78411"/>
                  <a:pt x="411290" y="78411"/>
                </a:cubicBezTo>
                <a:cubicBezTo>
                  <a:pt x="410231" y="78411"/>
                  <a:pt x="409089" y="78383"/>
                  <a:pt x="407866" y="78329"/>
                </a:cubicBezTo>
                <a:cubicBezTo>
                  <a:pt x="406642" y="78274"/>
                  <a:pt x="405428" y="78201"/>
                  <a:pt x="404223" y="78109"/>
                </a:cubicBezTo>
                <a:cubicBezTo>
                  <a:pt x="403017" y="78018"/>
                  <a:pt x="401840" y="77918"/>
                  <a:pt x="400689" y="77808"/>
                </a:cubicBezTo>
                <a:cubicBezTo>
                  <a:pt x="399539" y="77699"/>
                  <a:pt x="398507" y="77571"/>
                  <a:pt x="397594" y="77425"/>
                </a:cubicBezTo>
                <a:lnTo>
                  <a:pt x="397594" y="68767"/>
                </a:lnTo>
                <a:cubicBezTo>
                  <a:pt x="399566" y="69242"/>
                  <a:pt x="401821" y="69589"/>
                  <a:pt x="404360" y="69808"/>
                </a:cubicBezTo>
                <a:cubicBezTo>
                  <a:pt x="406898" y="70027"/>
                  <a:pt x="409464" y="70137"/>
                  <a:pt x="412057" y="70137"/>
                </a:cubicBezTo>
                <a:cubicBezTo>
                  <a:pt x="414978" y="70137"/>
                  <a:pt x="417608" y="69790"/>
                  <a:pt x="419945" y="69096"/>
                </a:cubicBezTo>
                <a:cubicBezTo>
                  <a:pt x="422283" y="68402"/>
                  <a:pt x="424273" y="67406"/>
                  <a:pt x="425917" y="66109"/>
                </a:cubicBezTo>
                <a:cubicBezTo>
                  <a:pt x="427560" y="64813"/>
                  <a:pt x="428820" y="63242"/>
                  <a:pt x="429697" y="61397"/>
                </a:cubicBezTo>
                <a:cubicBezTo>
                  <a:pt x="430573" y="59552"/>
                  <a:pt x="431012" y="57479"/>
                  <a:pt x="431012" y="55178"/>
                </a:cubicBezTo>
                <a:cubicBezTo>
                  <a:pt x="431012" y="50721"/>
                  <a:pt x="429414" y="47479"/>
                  <a:pt x="426218" y="45452"/>
                </a:cubicBezTo>
                <a:cubicBezTo>
                  <a:pt x="423022" y="43425"/>
                  <a:pt x="418430" y="42411"/>
                  <a:pt x="412440" y="42411"/>
                </a:cubicBezTo>
                <a:lnTo>
                  <a:pt x="398854" y="42411"/>
                </a:lnTo>
                <a:lnTo>
                  <a:pt x="398854" y="5808"/>
                </a:lnTo>
                <a:lnTo>
                  <a:pt x="437421" y="5808"/>
                </a:lnTo>
                <a:lnTo>
                  <a:pt x="437421" y="14137"/>
                </a:lnTo>
                <a:lnTo>
                  <a:pt x="407838" y="14137"/>
                </a:lnTo>
                <a:lnTo>
                  <a:pt x="407838" y="34247"/>
                </a:lnTo>
                <a:lnTo>
                  <a:pt x="414084" y="34247"/>
                </a:lnTo>
                <a:cubicBezTo>
                  <a:pt x="417517" y="34247"/>
                  <a:pt x="420859" y="34557"/>
                  <a:pt x="424109" y="35178"/>
                </a:cubicBezTo>
                <a:cubicBezTo>
                  <a:pt x="427359" y="35799"/>
                  <a:pt x="430254" y="36886"/>
                  <a:pt x="432792" y="38438"/>
                </a:cubicBezTo>
                <a:cubicBezTo>
                  <a:pt x="435330" y="39991"/>
                  <a:pt x="437376" y="42073"/>
                  <a:pt x="438928" y="44685"/>
                </a:cubicBezTo>
                <a:cubicBezTo>
                  <a:pt x="440480" y="47297"/>
                  <a:pt x="441256" y="50575"/>
                  <a:pt x="441256" y="54520"/>
                </a:cubicBezTo>
                <a:close/>
                <a:moveTo>
                  <a:pt x="509385" y="54740"/>
                </a:moveTo>
                <a:cubicBezTo>
                  <a:pt x="509385" y="58027"/>
                  <a:pt x="508791" y="61114"/>
                  <a:pt x="507604" y="64000"/>
                </a:cubicBezTo>
                <a:cubicBezTo>
                  <a:pt x="506417" y="66886"/>
                  <a:pt x="504728" y="69397"/>
                  <a:pt x="502537" y="71534"/>
                </a:cubicBezTo>
                <a:cubicBezTo>
                  <a:pt x="500345" y="73671"/>
                  <a:pt x="497707" y="75351"/>
                  <a:pt x="494620" y="76575"/>
                </a:cubicBezTo>
                <a:cubicBezTo>
                  <a:pt x="491534" y="77799"/>
                  <a:pt x="488110" y="78411"/>
                  <a:pt x="484349" y="78411"/>
                </a:cubicBezTo>
                <a:cubicBezTo>
                  <a:pt x="480404" y="78411"/>
                  <a:pt x="476916" y="77781"/>
                  <a:pt x="473885" y="76520"/>
                </a:cubicBezTo>
                <a:cubicBezTo>
                  <a:pt x="470854" y="75260"/>
                  <a:pt x="468315" y="73324"/>
                  <a:pt x="466270" y="70712"/>
                </a:cubicBezTo>
                <a:cubicBezTo>
                  <a:pt x="464225" y="68100"/>
                  <a:pt x="462673" y="64804"/>
                  <a:pt x="461614" y="60822"/>
                </a:cubicBezTo>
                <a:cubicBezTo>
                  <a:pt x="460554" y="56840"/>
                  <a:pt x="460025" y="52128"/>
                  <a:pt x="460025" y="46685"/>
                </a:cubicBezTo>
                <a:cubicBezTo>
                  <a:pt x="460025" y="43032"/>
                  <a:pt x="460262" y="39489"/>
                  <a:pt x="460737" y="36055"/>
                </a:cubicBezTo>
                <a:cubicBezTo>
                  <a:pt x="461212" y="32621"/>
                  <a:pt x="461997" y="29388"/>
                  <a:pt x="463093" y="26356"/>
                </a:cubicBezTo>
                <a:cubicBezTo>
                  <a:pt x="464188" y="23324"/>
                  <a:pt x="465649" y="20548"/>
                  <a:pt x="467475" y="18027"/>
                </a:cubicBezTo>
                <a:cubicBezTo>
                  <a:pt x="469302" y="15507"/>
                  <a:pt x="471575" y="13342"/>
                  <a:pt x="474296" y="11534"/>
                </a:cubicBezTo>
                <a:cubicBezTo>
                  <a:pt x="477017" y="9726"/>
                  <a:pt x="480222" y="8320"/>
                  <a:pt x="483910" y="7315"/>
                </a:cubicBezTo>
                <a:cubicBezTo>
                  <a:pt x="487599" y="6310"/>
                  <a:pt x="491872" y="5808"/>
                  <a:pt x="496730" y="5808"/>
                </a:cubicBezTo>
                <a:lnTo>
                  <a:pt x="503797" y="5808"/>
                </a:lnTo>
                <a:lnTo>
                  <a:pt x="503797" y="14137"/>
                </a:lnTo>
                <a:lnTo>
                  <a:pt x="496127" y="14137"/>
                </a:lnTo>
                <a:cubicBezTo>
                  <a:pt x="491854" y="14137"/>
                  <a:pt x="488147" y="14648"/>
                  <a:pt x="485006" y="15671"/>
                </a:cubicBezTo>
                <a:cubicBezTo>
                  <a:pt x="481865" y="16694"/>
                  <a:pt x="479236" y="18137"/>
                  <a:pt x="477117" y="20000"/>
                </a:cubicBezTo>
                <a:cubicBezTo>
                  <a:pt x="474999" y="21863"/>
                  <a:pt x="473374" y="24110"/>
                  <a:pt x="472242" y="26740"/>
                </a:cubicBezTo>
                <a:cubicBezTo>
                  <a:pt x="471109" y="29370"/>
                  <a:pt x="470397" y="32310"/>
                  <a:pt x="470105" y="35562"/>
                </a:cubicBezTo>
                <a:lnTo>
                  <a:pt x="469886" y="37808"/>
                </a:lnTo>
                <a:cubicBezTo>
                  <a:pt x="472187" y="36457"/>
                  <a:pt x="474844" y="35370"/>
                  <a:pt x="477857" y="34548"/>
                </a:cubicBezTo>
                <a:cubicBezTo>
                  <a:pt x="480870" y="33726"/>
                  <a:pt x="484129" y="33315"/>
                  <a:pt x="487636" y="33315"/>
                </a:cubicBezTo>
                <a:cubicBezTo>
                  <a:pt x="491251" y="33315"/>
                  <a:pt x="494420" y="33845"/>
                  <a:pt x="497140" y="34904"/>
                </a:cubicBezTo>
                <a:cubicBezTo>
                  <a:pt x="499861" y="35963"/>
                  <a:pt x="502126" y="37434"/>
                  <a:pt x="503934" y="39315"/>
                </a:cubicBezTo>
                <a:cubicBezTo>
                  <a:pt x="505741" y="41196"/>
                  <a:pt x="507102" y="43452"/>
                  <a:pt x="508015" y="46082"/>
                </a:cubicBezTo>
                <a:cubicBezTo>
                  <a:pt x="508928" y="48712"/>
                  <a:pt x="509385" y="51598"/>
                  <a:pt x="509385" y="54740"/>
                </a:cubicBezTo>
                <a:moveTo>
                  <a:pt x="499414" y="55342"/>
                </a:moveTo>
                <a:cubicBezTo>
                  <a:pt x="499414" y="53151"/>
                  <a:pt x="499149" y="51169"/>
                  <a:pt x="498620" y="49397"/>
                </a:cubicBezTo>
                <a:cubicBezTo>
                  <a:pt x="498090" y="47626"/>
                  <a:pt x="497259" y="46128"/>
                  <a:pt x="496127" y="44904"/>
                </a:cubicBezTo>
                <a:cubicBezTo>
                  <a:pt x="494995" y="43680"/>
                  <a:pt x="493561" y="42731"/>
                  <a:pt x="491827" y="42055"/>
                </a:cubicBezTo>
                <a:cubicBezTo>
                  <a:pt x="490092" y="41379"/>
                  <a:pt x="488019" y="41041"/>
                  <a:pt x="485609" y="41041"/>
                </a:cubicBezTo>
                <a:cubicBezTo>
                  <a:pt x="484221" y="41041"/>
                  <a:pt x="482815" y="41169"/>
                  <a:pt x="481390" y="41425"/>
                </a:cubicBezTo>
                <a:cubicBezTo>
                  <a:pt x="479966" y="41680"/>
                  <a:pt x="478569" y="42036"/>
                  <a:pt x="477199" y="42493"/>
                </a:cubicBezTo>
                <a:cubicBezTo>
                  <a:pt x="475830" y="42950"/>
                  <a:pt x="474524" y="43470"/>
                  <a:pt x="473282" y="44055"/>
                </a:cubicBezTo>
                <a:cubicBezTo>
                  <a:pt x="472041" y="44639"/>
                  <a:pt x="470908" y="45260"/>
                  <a:pt x="469886" y="45918"/>
                </a:cubicBezTo>
                <a:cubicBezTo>
                  <a:pt x="469886" y="50630"/>
                  <a:pt x="470215" y="54566"/>
                  <a:pt x="470872" y="57726"/>
                </a:cubicBezTo>
                <a:cubicBezTo>
                  <a:pt x="471529" y="60886"/>
                  <a:pt x="472506" y="63415"/>
                  <a:pt x="473803" y="65315"/>
                </a:cubicBezTo>
                <a:cubicBezTo>
                  <a:pt x="475099" y="67215"/>
                  <a:pt x="476697" y="68566"/>
                  <a:pt x="478596" y="69370"/>
                </a:cubicBezTo>
                <a:cubicBezTo>
                  <a:pt x="480496" y="70173"/>
                  <a:pt x="482687" y="70575"/>
                  <a:pt x="485170" y="70575"/>
                </a:cubicBezTo>
                <a:cubicBezTo>
                  <a:pt x="487252" y="70575"/>
                  <a:pt x="489160" y="70237"/>
                  <a:pt x="490895" y="69562"/>
                </a:cubicBezTo>
                <a:cubicBezTo>
                  <a:pt x="492630" y="68886"/>
                  <a:pt x="494127" y="67890"/>
                  <a:pt x="495387" y="66575"/>
                </a:cubicBezTo>
                <a:cubicBezTo>
                  <a:pt x="496647" y="65260"/>
                  <a:pt x="497634" y="63662"/>
                  <a:pt x="498346" y="61781"/>
                </a:cubicBezTo>
                <a:cubicBezTo>
                  <a:pt x="499058" y="59899"/>
                  <a:pt x="499414" y="57753"/>
                  <a:pt x="499414" y="55342"/>
                </a:cubicBezTo>
                <a:close/>
                <a:moveTo>
                  <a:pt x="573568" y="14685"/>
                </a:moveTo>
                <a:lnTo>
                  <a:pt x="543547" y="77425"/>
                </a:lnTo>
                <a:lnTo>
                  <a:pt x="532645" y="77425"/>
                </a:lnTo>
                <a:lnTo>
                  <a:pt x="563817" y="14685"/>
                </a:lnTo>
                <a:lnTo>
                  <a:pt x="525140" y="14685"/>
                </a:lnTo>
                <a:lnTo>
                  <a:pt x="525140" y="5808"/>
                </a:lnTo>
                <a:lnTo>
                  <a:pt x="573568" y="5808"/>
                </a:lnTo>
                <a:lnTo>
                  <a:pt x="573568" y="14685"/>
                </a:lnTo>
                <a:close/>
                <a:moveTo>
                  <a:pt x="590146" y="51068"/>
                </a:moveTo>
                <a:cubicBezTo>
                  <a:pt x="590146" y="46393"/>
                  <a:pt x="590785" y="42237"/>
                  <a:pt x="592063" y="38603"/>
                </a:cubicBezTo>
                <a:cubicBezTo>
                  <a:pt x="593341" y="34968"/>
                  <a:pt x="595158" y="31899"/>
                  <a:pt x="597514" y="29397"/>
                </a:cubicBezTo>
                <a:cubicBezTo>
                  <a:pt x="599870" y="26895"/>
                  <a:pt x="602700" y="24995"/>
                  <a:pt x="606006" y="23699"/>
                </a:cubicBezTo>
                <a:cubicBezTo>
                  <a:pt x="609311" y="22402"/>
                  <a:pt x="612990" y="21753"/>
                  <a:pt x="617044" y="21753"/>
                </a:cubicBezTo>
                <a:cubicBezTo>
                  <a:pt x="618797" y="21753"/>
                  <a:pt x="620523" y="21863"/>
                  <a:pt x="622221" y="22082"/>
                </a:cubicBezTo>
                <a:cubicBezTo>
                  <a:pt x="623920" y="22301"/>
                  <a:pt x="625590" y="22648"/>
                  <a:pt x="627234" y="23123"/>
                </a:cubicBezTo>
                <a:lnTo>
                  <a:pt x="627234" y="0"/>
                </a:lnTo>
                <a:lnTo>
                  <a:pt x="636821" y="0"/>
                </a:lnTo>
                <a:lnTo>
                  <a:pt x="636821" y="77425"/>
                </a:lnTo>
                <a:lnTo>
                  <a:pt x="628275" y="77425"/>
                </a:lnTo>
                <a:lnTo>
                  <a:pt x="627946" y="67014"/>
                </a:lnTo>
                <a:cubicBezTo>
                  <a:pt x="625280" y="70886"/>
                  <a:pt x="622395" y="73753"/>
                  <a:pt x="619290" y="75616"/>
                </a:cubicBezTo>
                <a:cubicBezTo>
                  <a:pt x="616186" y="77479"/>
                  <a:pt x="612826" y="78411"/>
                  <a:pt x="609210" y="78411"/>
                </a:cubicBezTo>
                <a:cubicBezTo>
                  <a:pt x="606069" y="78411"/>
                  <a:pt x="603303" y="77753"/>
                  <a:pt x="600911" y="76438"/>
                </a:cubicBezTo>
                <a:cubicBezTo>
                  <a:pt x="598518" y="75123"/>
                  <a:pt x="596528" y="73269"/>
                  <a:pt x="594939" y="70877"/>
                </a:cubicBezTo>
                <a:cubicBezTo>
                  <a:pt x="593351" y="68484"/>
                  <a:pt x="592154" y="65607"/>
                  <a:pt x="591351" y="62246"/>
                </a:cubicBezTo>
                <a:cubicBezTo>
                  <a:pt x="590548" y="58886"/>
                  <a:pt x="590146" y="55160"/>
                  <a:pt x="590146" y="51068"/>
                </a:cubicBezTo>
                <a:moveTo>
                  <a:pt x="599897" y="50466"/>
                </a:moveTo>
                <a:cubicBezTo>
                  <a:pt x="599897" y="57114"/>
                  <a:pt x="600874" y="62073"/>
                  <a:pt x="602828" y="65342"/>
                </a:cubicBezTo>
                <a:cubicBezTo>
                  <a:pt x="604782" y="68612"/>
                  <a:pt x="607549" y="70246"/>
                  <a:pt x="611128" y="70246"/>
                </a:cubicBezTo>
                <a:cubicBezTo>
                  <a:pt x="613538" y="70246"/>
                  <a:pt x="616086" y="69169"/>
                  <a:pt x="618770" y="67014"/>
                </a:cubicBezTo>
                <a:cubicBezTo>
                  <a:pt x="621454" y="64858"/>
                  <a:pt x="624276" y="61662"/>
                  <a:pt x="627234" y="57425"/>
                </a:cubicBezTo>
                <a:lnTo>
                  <a:pt x="627234" y="31890"/>
                </a:lnTo>
                <a:cubicBezTo>
                  <a:pt x="625664" y="31160"/>
                  <a:pt x="623929" y="30603"/>
                  <a:pt x="622030" y="30219"/>
                </a:cubicBezTo>
                <a:cubicBezTo>
                  <a:pt x="620130" y="29836"/>
                  <a:pt x="618250" y="29644"/>
                  <a:pt x="616387" y="29644"/>
                </a:cubicBezTo>
                <a:cubicBezTo>
                  <a:pt x="611201" y="29644"/>
                  <a:pt x="607156" y="31324"/>
                  <a:pt x="604252" y="34685"/>
                </a:cubicBezTo>
                <a:cubicBezTo>
                  <a:pt x="601349" y="38046"/>
                  <a:pt x="599897" y="43306"/>
                  <a:pt x="599897" y="50466"/>
                </a:cubicBezTo>
                <a:close/>
                <a:moveTo>
                  <a:pt x="680461" y="21425"/>
                </a:moveTo>
                <a:cubicBezTo>
                  <a:pt x="681593" y="21425"/>
                  <a:pt x="682671" y="21653"/>
                  <a:pt x="683693" y="22110"/>
                </a:cubicBezTo>
                <a:cubicBezTo>
                  <a:pt x="684716" y="22566"/>
                  <a:pt x="685611" y="23178"/>
                  <a:pt x="686378" y="23945"/>
                </a:cubicBezTo>
                <a:cubicBezTo>
                  <a:pt x="687145" y="24712"/>
                  <a:pt x="687756" y="25607"/>
                  <a:pt x="688213" y="26630"/>
                </a:cubicBezTo>
                <a:cubicBezTo>
                  <a:pt x="688670" y="27653"/>
                  <a:pt x="688898" y="28731"/>
                  <a:pt x="688898" y="29863"/>
                </a:cubicBezTo>
                <a:cubicBezTo>
                  <a:pt x="688898" y="31032"/>
                  <a:pt x="688670" y="32119"/>
                  <a:pt x="688213" y="33123"/>
                </a:cubicBezTo>
                <a:cubicBezTo>
                  <a:pt x="687756" y="34128"/>
                  <a:pt x="687145" y="35014"/>
                  <a:pt x="686378" y="35781"/>
                </a:cubicBezTo>
                <a:cubicBezTo>
                  <a:pt x="685611" y="36548"/>
                  <a:pt x="684716" y="37151"/>
                  <a:pt x="683693" y="37589"/>
                </a:cubicBezTo>
                <a:cubicBezTo>
                  <a:pt x="682671" y="38027"/>
                  <a:pt x="681593" y="38247"/>
                  <a:pt x="680461" y="38247"/>
                </a:cubicBezTo>
                <a:cubicBezTo>
                  <a:pt x="679292" y="38247"/>
                  <a:pt x="678206" y="38027"/>
                  <a:pt x="677202" y="37589"/>
                </a:cubicBezTo>
                <a:cubicBezTo>
                  <a:pt x="676197" y="37151"/>
                  <a:pt x="675312" y="36548"/>
                  <a:pt x="674545" y="35781"/>
                </a:cubicBezTo>
                <a:cubicBezTo>
                  <a:pt x="673778" y="35014"/>
                  <a:pt x="673175" y="34128"/>
                  <a:pt x="672737" y="33123"/>
                </a:cubicBezTo>
                <a:cubicBezTo>
                  <a:pt x="672298" y="32119"/>
                  <a:pt x="672079" y="31032"/>
                  <a:pt x="672079" y="29863"/>
                </a:cubicBezTo>
                <a:cubicBezTo>
                  <a:pt x="672079" y="28731"/>
                  <a:pt x="672298" y="27653"/>
                  <a:pt x="672737" y="26630"/>
                </a:cubicBezTo>
                <a:cubicBezTo>
                  <a:pt x="673175" y="25607"/>
                  <a:pt x="673778" y="24712"/>
                  <a:pt x="674545" y="23945"/>
                </a:cubicBezTo>
                <a:cubicBezTo>
                  <a:pt x="675312" y="23178"/>
                  <a:pt x="676197" y="22566"/>
                  <a:pt x="677202" y="22110"/>
                </a:cubicBezTo>
                <a:cubicBezTo>
                  <a:pt x="678206" y="21653"/>
                  <a:pt x="679292" y="21425"/>
                  <a:pt x="680461" y="21425"/>
                </a:cubicBezTo>
                <a:moveTo>
                  <a:pt x="680461" y="61589"/>
                </a:moveTo>
                <a:cubicBezTo>
                  <a:pt x="681593" y="61589"/>
                  <a:pt x="682671" y="61817"/>
                  <a:pt x="683693" y="62274"/>
                </a:cubicBezTo>
                <a:cubicBezTo>
                  <a:pt x="684716" y="62731"/>
                  <a:pt x="685611" y="63342"/>
                  <a:pt x="686378" y="64109"/>
                </a:cubicBezTo>
                <a:cubicBezTo>
                  <a:pt x="687145" y="64877"/>
                  <a:pt x="687756" y="65772"/>
                  <a:pt x="688213" y="66794"/>
                </a:cubicBezTo>
                <a:cubicBezTo>
                  <a:pt x="688670" y="67817"/>
                  <a:pt x="688898" y="68895"/>
                  <a:pt x="688898" y="70027"/>
                </a:cubicBezTo>
                <a:cubicBezTo>
                  <a:pt x="688898" y="71196"/>
                  <a:pt x="688670" y="72283"/>
                  <a:pt x="688213" y="73288"/>
                </a:cubicBezTo>
                <a:cubicBezTo>
                  <a:pt x="687756" y="74292"/>
                  <a:pt x="687145" y="75178"/>
                  <a:pt x="686378" y="75945"/>
                </a:cubicBezTo>
                <a:cubicBezTo>
                  <a:pt x="685611" y="76712"/>
                  <a:pt x="684716" y="77315"/>
                  <a:pt x="683693" y="77753"/>
                </a:cubicBezTo>
                <a:cubicBezTo>
                  <a:pt x="682671" y="78192"/>
                  <a:pt x="681593" y="78411"/>
                  <a:pt x="680461" y="78411"/>
                </a:cubicBezTo>
                <a:cubicBezTo>
                  <a:pt x="679292" y="78411"/>
                  <a:pt x="678206" y="78192"/>
                  <a:pt x="677202" y="77753"/>
                </a:cubicBezTo>
                <a:cubicBezTo>
                  <a:pt x="676197" y="77315"/>
                  <a:pt x="675312" y="76712"/>
                  <a:pt x="674545" y="75945"/>
                </a:cubicBezTo>
                <a:cubicBezTo>
                  <a:pt x="673778" y="75178"/>
                  <a:pt x="673175" y="74292"/>
                  <a:pt x="672737" y="73288"/>
                </a:cubicBezTo>
                <a:cubicBezTo>
                  <a:pt x="672298" y="72283"/>
                  <a:pt x="672079" y="71196"/>
                  <a:pt x="672079" y="70027"/>
                </a:cubicBezTo>
                <a:cubicBezTo>
                  <a:pt x="672079" y="68895"/>
                  <a:pt x="672298" y="67817"/>
                  <a:pt x="672737" y="66794"/>
                </a:cubicBezTo>
                <a:cubicBezTo>
                  <a:pt x="673175" y="65772"/>
                  <a:pt x="673778" y="64877"/>
                  <a:pt x="674545" y="64109"/>
                </a:cubicBezTo>
                <a:cubicBezTo>
                  <a:pt x="675312" y="63342"/>
                  <a:pt x="676197" y="62731"/>
                  <a:pt x="677202" y="62274"/>
                </a:cubicBezTo>
                <a:cubicBezTo>
                  <a:pt x="678206" y="61817"/>
                  <a:pt x="679292" y="61589"/>
                  <a:pt x="680461" y="61589"/>
                </a:cubicBezTo>
                <a:close/>
                <a:moveTo>
                  <a:pt x="778122" y="71836"/>
                </a:moveTo>
                <a:cubicBezTo>
                  <a:pt x="778122" y="72712"/>
                  <a:pt x="777958" y="73552"/>
                  <a:pt x="777629" y="74356"/>
                </a:cubicBezTo>
                <a:cubicBezTo>
                  <a:pt x="777300" y="75160"/>
                  <a:pt x="776853" y="75863"/>
                  <a:pt x="776287" y="76466"/>
                </a:cubicBezTo>
                <a:cubicBezTo>
                  <a:pt x="775721" y="77068"/>
                  <a:pt x="775036" y="77543"/>
                  <a:pt x="774232" y="77890"/>
                </a:cubicBezTo>
                <a:cubicBezTo>
                  <a:pt x="773429" y="78237"/>
                  <a:pt x="772552" y="78411"/>
                  <a:pt x="771603" y="78411"/>
                </a:cubicBezTo>
                <a:cubicBezTo>
                  <a:pt x="770653" y="78411"/>
                  <a:pt x="769777" y="78237"/>
                  <a:pt x="768973" y="77890"/>
                </a:cubicBezTo>
                <a:cubicBezTo>
                  <a:pt x="768170" y="77543"/>
                  <a:pt x="767485" y="77078"/>
                  <a:pt x="766919" y="76493"/>
                </a:cubicBezTo>
                <a:cubicBezTo>
                  <a:pt x="766353" y="75909"/>
                  <a:pt x="765905" y="75215"/>
                  <a:pt x="765577" y="74411"/>
                </a:cubicBezTo>
                <a:cubicBezTo>
                  <a:pt x="765248" y="73607"/>
                  <a:pt x="765084" y="72749"/>
                  <a:pt x="765084" y="71836"/>
                </a:cubicBezTo>
                <a:cubicBezTo>
                  <a:pt x="765084" y="70922"/>
                  <a:pt x="765248" y="70064"/>
                  <a:pt x="765577" y="69260"/>
                </a:cubicBezTo>
                <a:cubicBezTo>
                  <a:pt x="765905" y="68457"/>
                  <a:pt x="766353" y="67753"/>
                  <a:pt x="766919" y="67151"/>
                </a:cubicBezTo>
                <a:cubicBezTo>
                  <a:pt x="767485" y="66548"/>
                  <a:pt x="768170" y="66073"/>
                  <a:pt x="768973" y="65726"/>
                </a:cubicBezTo>
                <a:cubicBezTo>
                  <a:pt x="769777" y="65379"/>
                  <a:pt x="770653" y="65205"/>
                  <a:pt x="771603" y="65205"/>
                </a:cubicBezTo>
                <a:cubicBezTo>
                  <a:pt x="772552" y="65205"/>
                  <a:pt x="773429" y="65379"/>
                  <a:pt x="774232" y="65726"/>
                </a:cubicBezTo>
                <a:cubicBezTo>
                  <a:pt x="775036" y="66073"/>
                  <a:pt x="775721" y="66539"/>
                  <a:pt x="776287" y="67123"/>
                </a:cubicBezTo>
                <a:cubicBezTo>
                  <a:pt x="776853" y="67708"/>
                  <a:pt x="777300" y="68411"/>
                  <a:pt x="777629" y="69233"/>
                </a:cubicBezTo>
                <a:cubicBezTo>
                  <a:pt x="777958" y="70055"/>
                  <a:pt x="778122" y="70922"/>
                  <a:pt x="778122" y="71836"/>
                </a:cubicBezTo>
                <a:moveTo>
                  <a:pt x="799213" y="71836"/>
                </a:moveTo>
                <a:cubicBezTo>
                  <a:pt x="799213" y="72712"/>
                  <a:pt x="799049" y="73552"/>
                  <a:pt x="798720" y="74356"/>
                </a:cubicBezTo>
                <a:cubicBezTo>
                  <a:pt x="798392" y="75160"/>
                  <a:pt x="797944" y="75863"/>
                  <a:pt x="797378" y="76466"/>
                </a:cubicBezTo>
                <a:cubicBezTo>
                  <a:pt x="796812" y="77068"/>
                  <a:pt x="796127" y="77543"/>
                  <a:pt x="795324" y="77890"/>
                </a:cubicBezTo>
                <a:cubicBezTo>
                  <a:pt x="794520" y="78237"/>
                  <a:pt x="793644" y="78411"/>
                  <a:pt x="792694" y="78411"/>
                </a:cubicBezTo>
                <a:cubicBezTo>
                  <a:pt x="791745" y="78411"/>
                  <a:pt x="790868" y="78237"/>
                  <a:pt x="790065" y="77890"/>
                </a:cubicBezTo>
                <a:cubicBezTo>
                  <a:pt x="789261" y="77543"/>
                  <a:pt x="788576" y="77078"/>
                  <a:pt x="788010" y="76493"/>
                </a:cubicBezTo>
                <a:cubicBezTo>
                  <a:pt x="787444" y="75909"/>
                  <a:pt x="786997" y="75215"/>
                  <a:pt x="786668" y="74411"/>
                </a:cubicBezTo>
                <a:cubicBezTo>
                  <a:pt x="786339" y="73607"/>
                  <a:pt x="786175" y="72749"/>
                  <a:pt x="786175" y="71836"/>
                </a:cubicBezTo>
                <a:cubicBezTo>
                  <a:pt x="786175" y="70922"/>
                  <a:pt x="786339" y="70064"/>
                  <a:pt x="786668" y="69260"/>
                </a:cubicBezTo>
                <a:cubicBezTo>
                  <a:pt x="786997" y="68457"/>
                  <a:pt x="787444" y="67753"/>
                  <a:pt x="788010" y="67151"/>
                </a:cubicBezTo>
                <a:cubicBezTo>
                  <a:pt x="788576" y="66548"/>
                  <a:pt x="789261" y="66073"/>
                  <a:pt x="790065" y="65726"/>
                </a:cubicBezTo>
                <a:cubicBezTo>
                  <a:pt x="790868" y="65379"/>
                  <a:pt x="791745" y="65205"/>
                  <a:pt x="792694" y="65205"/>
                </a:cubicBezTo>
                <a:cubicBezTo>
                  <a:pt x="793644" y="65205"/>
                  <a:pt x="794520" y="65379"/>
                  <a:pt x="795324" y="65726"/>
                </a:cubicBezTo>
                <a:cubicBezTo>
                  <a:pt x="796127" y="66073"/>
                  <a:pt x="796812" y="66539"/>
                  <a:pt x="797378" y="67123"/>
                </a:cubicBezTo>
                <a:cubicBezTo>
                  <a:pt x="797944" y="67708"/>
                  <a:pt x="798392" y="68411"/>
                  <a:pt x="798720" y="69233"/>
                </a:cubicBezTo>
                <a:cubicBezTo>
                  <a:pt x="799049" y="70055"/>
                  <a:pt x="799213" y="70922"/>
                  <a:pt x="799213" y="71836"/>
                </a:cubicBezTo>
                <a:moveTo>
                  <a:pt x="820305" y="71836"/>
                </a:moveTo>
                <a:cubicBezTo>
                  <a:pt x="820305" y="72712"/>
                  <a:pt x="820141" y="73552"/>
                  <a:pt x="819812" y="74356"/>
                </a:cubicBezTo>
                <a:cubicBezTo>
                  <a:pt x="819483" y="75160"/>
                  <a:pt x="819036" y="75863"/>
                  <a:pt x="818470" y="76466"/>
                </a:cubicBezTo>
                <a:cubicBezTo>
                  <a:pt x="817904" y="77068"/>
                  <a:pt x="817219" y="77543"/>
                  <a:pt x="816415" y="77890"/>
                </a:cubicBezTo>
                <a:cubicBezTo>
                  <a:pt x="815612" y="78237"/>
                  <a:pt x="814735" y="78411"/>
                  <a:pt x="813786" y="78411"/>
                </a:cubicBezTo>
                <a:cubicBezTo>
                  <a:pt x="812836" y="78411"/>
                  <a:pt x="811960" y="78237"/>
                  <a:pt x="811156" y="77890"/>
                </a:cubicBezTo>
                <a:cubicBezTo>
                  <a:pt x="810353" y="77543"/>
                  <a:pt x="809668" y="77078"/>
                  <a:pt x="809102" y="76493"/>
                </a:cubicBezTo>
                <a:cubicBezTo>
                  <a:pt x="808536" y="75909"/>
                  <a:pt x="808088" y="75215"/>
                  <a:pt x="807760" y="74411"/>
                </a:cubicBezTo>
                <a:cubicBezTo>
                  <a:pt x="807431" y="73607"/>
                  <a:pt x="807267" y="72749"/>
                  <a:pt x="807267" y="71836"/>
                </a:cubicBezTo>
                <a:cubicBezTo>
                  <a:pt x="807267" y="70922"/>
                  <a:pt x="807431" y="70064"/>
                  <a:pt x="807760" y="69260"/>
                </a:cubicBezTo>
                <a:cubicBezTo>
                  <a:pt x="808088" y="68457"/>
                  <a:pt x="808536" y="67753"/>
                  <a:pt x="809102" y="67151"/>
                </a:cubicBezTo>
                <a:cubicBezTo>
                  <a:pt x="809668" y="66548"/>
                  <a:pt x="810353" y="66073"/>
                  <a:pt x="811156" y="65726"/>
                </a:cubicBezTo>
                <a:cubicBezTo>
                  <a:pt x="811960" y="65379"/>
                  <a:pt x="812836" y="65205"/>
                  <a:pt x="813786" y="65205"/>
                </a:cubicBezTo>
                <a:cubicBezTo>
                  <a:pt x="814735" y="65205"/>
                  <a:pt x="815612" y="65379"/>
                  <a:pt x="816415" y="65726"/>
                </a:cubicBezTo>
                <a:cubicBezTo>
                  <a:pt x="817219" y="66073"/>
                  <a:pt x="817904" y="66539"/>
                  <a:pt x="818470" y="67123"/>
                </a:cubicBezTo>
                <a:cubicBezTo>
                  <a:pt x="819036" y="67708"/>
                  <a:pt x="819483" y="68411"/>
                  <a:pt x="819812" y="69233"/>
                </a:cubicBezTo>
                <a:cubicBezTo>
                  <a:pt x="820141" y="70055"/>
                  <a:pt x="820305" y="70922"/>
                  <a:pt x="820305" y="718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&lt;Target&gt;">
            <a:extLst xmlns:a="http://schemas.openxmlformats.org/drawingml/2006/main">
              <a:ext uri="{FF2B5EF4-FFF2-40B4-BE49-F238E27FC236}">
                <a16:creationId xmlns:a16="http://schemas.microsoft.com/office/drawing/2014/main" id="{4C719E34-D6C6-4303-A1DC-9440534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15" y="898668"/>
            <a:ext cx="504783" cy="95616"/>
          </a:xfrm>
          <a:custGeom xmlns:a="http://schemas.openxmlformats.org/drawingml/2006/main">
            <a:pathLst>
              <a:path w="504783" h="95616">
                <a:moveTo>
                  <a:pt x="42786" y="67452"/>
                </a:moveTo>
                <a:lnTo>
                  <a:pt x="36814" y="73479"/>
                </a:lnTo>
                <a:lnTo>
                  <a:pt x="0" y="42740"/>
                </a:lnTo>
                <a:lnTo>
                  <a:pt x="36814" y="12000"/>
                </a:lnTo>
                <a:lnTo>
                  <a:pt x="42786" y="18082"/>
                </a:lnTo>
                <a:lnTo>
                  <a:pt x="12929" y="42630"/>
                </a:lnTo>
                <a:lnTo>
                  <a:pt x="42786" y="67452"/>
                </a:lnTo>
                <a:close/>
                <a:moveTo>
                  <a:pt x="114913" y="9315"/>
                </a:moveTo>
                <a:lnTo>
                  <a:pt x="93712" y="9315"/>
                </a:lnTo>
                <a:lnTo>
                  <a:pt x="93712" y="72603"/>
                </a:lnTo>
                <a:lnTo>
                  <a:pt x="83851" y="72603"/>
                </a:lnTo>
                <a:lnTo>
                  <a:pt x="83851" y="9315"/>
                </a:lnTo>
                <a:lnTo>
                  <a:pt x="62650" y="9315"/>
                </a:lnTo>
                <a:lnTo>
                  <a:pt x="62650" y="986"/>
                </a:lnTo>
                <a:lnTo>
                  <a:pt x="114913" y="986"/>
                </a:lnTo>
                <a:lnTo>
                  <a:pt x="114913" y="9315"/>
                </a:lnTo>
                <a:close/>
                <a:moveTo>
                  <a:pt x="167483" y="72603"/>
                </a:moveTo>
                <a:lnTo>
                  <a:pt x="167264" y="65205"/>
                </a:lnTo>
                <a:cubicBezTo>
                  <a:pt x="164269" y="68164"/>
                  <a:pt x="161229" y="70301"/>
                  <a:pt x="158142" y="71616"/>
                </a:cubicBezTo>
                <a:cubicBezTo>
                  <a:pt x="155056" y="72931"/>
                  <a:pt x="151815" y="73589"/>
                  <a:pt x="148418" y="73589"/>
                </a:cubicBezTo>
                <a:cubicBezTo>
                  <a:pt x="145278" y="73589"/>
                  <a:pt x="142593" y="73187"/>
                  <a:pt x="140365" y="72383"/>
                </a:cubicBezTo>
                <a:cubicBezTo>
                  <a:pt x="138137" y="71580"/>
                  <a:pt x="136302" y="70475"/>
                  <a:pt x="134860" y="69068"/>
                </a:cubicBezTo>
                <a:cubicBezTo>
                  <a:pt x="133417" y="67662"/>
                  <a:pt x="132358" y="66009"/>
                  <a:pt x="131682" y="64109"/>
                </a:cubicBezTo>
                <a:cubicBezTo>
                  <a:pt x="131007" y="62210"/>
                  <a:pt x="130669" y="60146"/>
                  <a:pt x="130669" y="57918"/>
                </a:cubicBezTo>
                <a:cubicBezTo>
                  <a:pt x="130669" y="52402"/>
                  <a:pt x="132723" y="48082"/>
                  <a:pt x="136832" y="44959"/>
                </a:cubicBezTo>
                <a:cubicBezTo>
                  <a:pt x="140941" y="41836"/>
                  <a:pt x="147012" y="40274"/>
                  <a:pt x="155047" y="40274"/>
                </a:cubicBezTo>
                <a:lnTo>
                  <a:pt x="166442" y="40274"/>
                </a:lnTo>
                <a:lnTo>
                  <a:pt x="166442" y="35452"/>
                </a:lnTo>
                <a:cubicBezTo>
                  <a:pt x="166442" y="32201"/>
                  <a:pt x="165401" y="29598"/>
                  <a:pt x="163319" y="27644"/>
                </a:cubicBezTo>
                <a:cubicBezTo>
                  <a:pt x="161238" y="25689"/>
                  <a:pt x="158060" y="24712"/>
                  <a:pt x="153787" y="24712"/>
                </a:cubicBezTo>
                <a:cubicBezTo>
                  <a:pt x="150683" y="24712"/>
                  <a:pt x="147624" y="25059"/>
                  <a:pt x="144611" y="25753"/>
                </a:cubicBezTo>
                <a:cubicBezTo>
                  <a:pt x="141598" y="26447"/>
                  <a:pt x="138484" y="27434"/>
                  <a:pt x="135270" y="28712"/>
                </a:cubicBezTo>
                <a:lnTo>
                  <a:pt x="135270" y="20110"/>
                </a:lnTo>
                <a:cubicBezTo>
                  <a:pt x="136476" y="19671"/>
                  <a:pt x="137818" y="19242"/>
                  <a:pt x="139297" y="18822"/>
                </a:cubicBezTo>
                <a:cubicBezTo>
                  <a:pt x="140776" y="18402"/>
                  <a:pt x="142338" y="18027"/>
                  <a:pt x="143981" y="17699"/>
                </a:cubicBezTo>
                <a:cubicBezTo>
                  <a:pt x="145625" y="17370"/>
                  <a:pt x="147341" y="17105"/>
                  <a:pt x="149131" y="16904"/>
                </a:cubicBezTo>
                <a:cubicBezTo>
                  <a:pt x="150920" y="16703"/>
                  <a:pt x="152728" y="16603"/>
                  <a:pt x="154554" y="16603"/>
                </a:cubicBezTo>
                <a:cubicBezTo>
                  <a:pt x="157878" y="16603"/>
                  <a:pt x="160873" y="16968"/>
                  <a:pt x="163539" y="17699"/>
                </a:cubicBezTo>
                <a:cubicBezTo>
                  <a:pt x="166205" y="18429"/>
                  <a:pt x="168460" y="19543"/>
                  <a:pt x="170304" y="21041"/>
                </a:cubicBezTo>
                <a:cubicBezTo>
                  <a:pt x="172149" y="22539"/>
                  <a:pt x="173564" y="24420"/>
                  <a:pt x="174550" y="26685"/>
                </a:cubicBezTo>
                <a:cubicBezTo>
                  <a:pt x="175536" y="28950"/>
                  <a:pt x="176029" y="31616"/>
                  <a:pt x="176029" y="34685"/>
                </a:cubicBezTo>
                <a:lnTo>
                  <a:pt x="176029" y="72603"/>
                </a:lnTo>
                <a:lnTo>
                  <a:pt x="167483" y="72603"/>
                </a:lnTo>
                <a:moveTo>
                  <a:pt x="166442" y="47562"/>
                </a:moveTo>
                <a:lnTo>
                  <a:pt x="154335" y="47562"/>
                </a:lnTo>
                <a:cubicBezTo>
                  <a:pt x="151961" y="47562"/>
                  <a:pt x="149916" y="47799"/>
                  <a:pt x="148199" y="48274"/>
                </a:cubicBezTo>
                <a:cubicBezTo>
                  <a:pt x="146483" y="48749"/>
                  <a:pt x="145077" y="49425"/>
                  <a:pt x="143981" y="50301"/>
                </a:cubicBezTo>
                <a:cubicBezTo>
                  <a:pt x="142885" y="51178"/>
                  <a:pt x="142073" y="52228"/>
                  <a:pt x="141543" y="53452"/>
                </a:cubicBezTo>
                <a:cubicBezTo>
                  <a:pt x="141014" y="54676"/>
                  <a:pt x="140749" y="56055"/>
                  <a:pt x="140749" y="57589"/>
                </a:cubicBezTo>
                <a:cubicBezTo>
                  <a:pt x="140749" y="58648"/>
                  <a:pt x="140913" y="59662"/>
                  <a:pt x="141242" y="60630"/>
                </a:cubicBezTo>
                <a:cubicBezTo>
                  <a:pt x="141571" y="61598"/>
                  <a:pt x="142100" y="62457"/>
                  <a:pt x="142831" y="63205"/>
                </a:cubicBezTo>
                <a:cubicBezTo>
                  <a:pt x="143561" y="63954"/>
                  <a:pt x="144511" y="64548"/>
                  <a:pt x="145679" y="64986"/>
                </a:cubicBezTo>
                <a:cubicBezTo>
                  <a:pt x="146848" y="65425"/>
                  <a:pt x="148272" y="65644"/>
                  <a:pt x="149952" y="65644"/>
                </a:cubicBezTo>
                <a:cubicBezTo>
                  <a:pt x="152144" y="65644"/>
                  <a:pt x="154655" y="64977"/>
                  <a:pt x="157485" y="63644"/>
                </a:cubicBezTo>
                <a:cubicBezTo>
                  <a:pt x="160316" y="62310"/>
                  <a:pt x="163301" y="60201"/>
                  <a:pt x="166442" y="57315"/>
                </a:cubicBezTo>
                <a:lnTo>
                  <a:pt x="166442" y="47562"/>
                </a:lnTo>
                <a:close/>
                <a:moveTo>
                  <a:pt x="199838" y="17589"/>
                </a:moveTo>
                <a:lnTo>
                  <a:pt x="208548" y="17589"/>
                </a:lnTo>
                <a:lnTo>
                  <a:pt x="208822" y="27726"/>
                </a:lnTo>
                <a:cubicBezTo>
                  <a:pt x="212073" y="23817"/>
                  <a:pt x="215278" y="20986"/>
                  <a:pt x="218437" y="19233"/>
                </a:cubicBezTo>
                <a:cubicBezTo>
                  <a:pt x="221596" y="17479"/>
                  <a:pt x="224782" y="16603"/>
                  <a:pt x="227996" y="16603"/>
                </a:cubicBezTo>
                <a:cubicBezTo>
                  <a:pt x="233694" y="16603"/>
                  <a:pt x="238013" y="18447"/>
                  <a:pt x="240953" y="22137"/>
                </a:cubicBezTo>
                <a:cubicBezTo>
                  <a:pt x="243893" y="25826"/>
                  <a:pt x="245253" y="31306"/>
                  <a:pt x="245034" y="38575"/>
                </a:cubicBezTo>
                <a:lnTo>
                  <a:pt x="235392" y="38575"/>
                </a:lnTo>
                <a:cubicBezTo>
                  <a:pt x="235502" y="33753"/>
                  <a:pt x="234799" y="30256"/>
                  <a:pt x="233283" y="28082"/>
                </a:cubicBezTo>
                <a:cubicBezTo>
                  <a:pt x="231767" y="25909"/>
                  <a:pt x="229549" y="24822"/>
                  <a:pt x="226627" y="24822"/>
                </a:cubicBezTo>
                <a:cubicBezTo>
                  <a:pt x="225349" y="24822"/>
                  <a:pt x="224061" y="25050"/>
                  <a:pt x="222765" y="25507"/>
                </a:cubicBezTo>
                <a:cubicBezTo>
                  <a:pt x="221468" y="25963"/>
                  <a:pt x="220135" y="26694"/>
                  <a:pt x="218765" y="27699"/>
                </a:cubicBezTo>
                <a:cubicBezTo>
                  <a:pt x="217396" y="28703"/>
                  <a:pt x="215944" y="29991"/>
                  <a:pt x="214410" y="31562"/>
                </a:cubicBezTo>
                <a:cubicBezTo>
                  <a:pt x="212876" y="33132"/>
                  <a:pt x="211233" y="35032"/>
                  <a:pt x="209480" y="37260"/>
                </a:cubicBezTo>
                <a:lnTo>
                  <a:pt x="209480" y="72603"/>
                </a:lnTo>
                <a:lnTo>
                  <a:pt x="199838" y="72603"/>
                </a:lnTo>
                <a:lnTo>
                  <a:pt x="199838" y="17589"/>
                </a:lnTo>
                <a:close/>
                <a:moveTo>
                  <a:pt x="302644" y="25370"/>
                </a:moveTo>
                <a:cubicBezTo>
                  <a:pt x="303667" y="26648"/>
                  <a:pt x="304461" y="28137"/>
                  <a:pt x="305027" y="29836"/>
                </a:cubicBezTo>
                <a:cubicBezTo>
                  <a:pt x="305593" y="31534"/>
                  <a:pt x="305876" y="33370"/>
                  <a:pt x="305876" y="35342"/>
                </a:cubicBezTo>
                <a:cubicBezTo>
                  <a:pt x="305876" y="38192"/>
                  <a:pt x="305356" y="40794"/>
                  <a:pt x="304315" y="43151"/>
                </a:cubicBezTo>
                <a:cubicBezTo>
                  <a:pt x="303274" y="45507"/>
                  <a:pt x="301804" y="47525"/>
                  <a:pt x="299905" y="49205"/>
                </a:cubicBezTo>
                <a:cubicBezTo>
                  <a:pt x="298006" y="50886"/>
                  <a:pt x="295732" y="52192"/>
                  <a:pt x="293084" y="53123"/>
                </a:cubicBezTo>
                <a:cubicBezTo>
                  <a:pt x="290436" y="54055"/>
                  <a:pt x="287524" y="54520"/>
                  <a:pt x="284346" y="54520"/>
                </a:cubicBezTo>
                <a:cubicBezTo>
                  <a:pt x="282045" y="54520"/>
                  <a:pt x="279891" y="54274"/>
                  <a:pt x="277882" y="53781"/>
                </a:cubicBezTo>
                <a:cubicBezTo>
                  <a:pt x="275873" y="53288"/>
                  <a:pt x="274284" y="52676"/>
                  <a:pt x="273116" y="51945"/>
                </a:cubicBezTo>
                <a:cubicBezTo>
                  <a:pt x="272422" y="52968"/>
                  <a:pt x="271838" y="53936"/>
                  <a:pt x="271363" y="54849"/>
                </a:cubicBezTo>
                <a:cubicBezTo>
                  <a:pt x="270888" y="55762"/>
                  <a:pt x="270651" y="56785"/>
                  <a:pt x="270651" y="57918"/>
                </a:cubicBezTo>
                <a:cubicBezTo>
                  <a:pt x="270651" y="59306"/>
                  <a:pt x="271317" y="60457"/>
                  <a:pt x="272650" y="61370"/>
                </a:cubicBezTo>
                <a:cubicBezTo>
                  <a:pt x="273983" y="62283"/>
                  <a:pt x="275745" y="62776"/>
                  <a:pt x="277937" y="62849"/>
                </a:cubicBezTo>
                <a:lnTo>
                  <a:pt x="292399" y="63397"/>
                </a:lnTo>
                <a:cubicBezTo>
                  <a:pt x="295139" y="63470"/>
                  <a:pt x="297668" y="63817"/>
                  <a:pt x="299987" y="64438"/>
                </a:cubicBezTo>
                <a:cubicBezTo>
                  <a:pt x="302306" y="65059"/>
                  <a:pt x="304297" y="65954"/>
                  <a:pt x="305958" y="67123"/>
                </a:cubicBezTo>
                <a:cubicBezTo>
                  <a:pt x="307620" y="68292"/>
                  <a:pt x="308917" y="69735"/>
                  <a:pt x="309848" y="71452"/>
                </a:cubicBezTo>
                <a:cubicBezTo>
                  <a:pt x="310779" y="73169"/>
                  <a:pt x="311245" y="75160"/>
                  <a:pt x="311245" y="77425"/>
                </a:cubicBezTo>
                <a:cubicBezTo>
                  <a:pt x="311245" y="79872"/>
                  <a:pt x="310715" y="82192"/>
                  <a:pt x="309656" y="84383"/>
                </a:cubicBezTo>
                <a:cubicBezTo>
                  <a:pt x="308597" y="86575"/>
                  <a:pt x="306963" y="88502"/>
                  <a:pt x="304753" y="90164"/>
                </a:cubicBezTo>
                <a:cubicBezTo>
                  <a:pt x="302543" y="91826"/>
                  <a:pt x="299740" y="93151"/>
                  <a:pt x="296344" y="94137"/>
                </a:cubicBezTo>
                <a:cubicBezTo>
                  <a:pt x="292947" y="95123"/>
                  <a:pt x="288912" y="95616"/>
                  <a:pt x="284237" y="95616"/>
                </a:cubicBezTo>
                <a:cubicBezTo>
                  <a:pt x="279781" y="95616"/>
                  <a:pt x="275992" y="95260"/>
                  <a:pt x="272869" y="94548"/>
                </a:cubicBezTo>
                <a:cubicBezTo>
                  <a:pt x="269747" y="93835"/>
                  <a:pt x="267181" y="92849"/>
                  <a:pt x="265172" y="91589"/>
                </a:cubicBezTo>
                <a:cubicBezTo>
                  <a:pt x="263164" y="90329"/>
                  <a:pt x="261703" y="88831"/>
                  <a:pt x="260790" y="87096"/>
                </a:cubicBezTo>
                <a:cubicBezTo>
                  <a:pt x="259877" y="85361"/>
                  <a:pt x="259420" y="83452"/>
                  <a:pt x="259420" y="81370"/>
                </a:cubicBezTo>
                <a:cubicBezTo>
                  <a:pt x="259420" y="78703"/>
                  <a:pt x="260041" y="76365"/>
                  <a:pt x="261283" y="74356"/>
                </a:cubicBezTo>
                <a:cubicBezTo>
                  <a:pt x="262524" y="72347"/>
                  <a:pt x="264442" y="70411"/>
                  <a:pt x="267035" y="68548"/>
                </a:cubicBezTo>
                <a:cubicBezTo>
                  <a:pt x="266085" y="68109"/>
                  <a:pt x="265264" y="67562"/>
                  <a:pt x="264570" y="66904"/>
                </a:cubicBezTo>
                <a:cubicBezTo>
                  <a:pt x="263876" y="66246"/>
                  <a:pt x="263310" y="65525"/>
                  <a:pt x="262871" y="64740"/>
                </a:cubicBezTo>
                <a:cubicBezTo>
                  <a:pt x="262433" y="63954"/>
                  <a:pt x="262104" y="63123"/>
                  <a:pt x="261885" y="62246"/>
                </a:cubicBezTo>
                <a:cubicBezTo>
                  <a:pt x="261666" y="61370"/>
                  <a:pt x="261557" y="60511"/>
                  <a:pt x="261557" y="59671"/>
                </a:cubicBezTo>
                <a:cubicBezTo>
                  <a:pt x="261557" y="57297"/>
                  <a:pt x="262113" y="55123"/>
                  <a:pt x="263227" y="53151"/>
                </a:cubicBezTo>
                <a:cubicBezTo>
                  <a:pt x="264341" y="51178"/>
                  <a:pt x="265665" y="49315"/>
                  <a:pt x="267199" y="47562"/>
                </a:cubicBezTo>
                <a:cubicBezTo>
                  <a:pt x="266505" y="46721"/>
                  <a:pt x="265894" y="45899"/>
                  <a:pt x="265364" y="45096"/>
                </a:cubicBezTo>
                <a:cubicBezTo>
                  <a:pt x="264834" y="44292"/>
                  <a:pt x="264378" y="43425"/>
                  <a:pt x="263994" y="42493"/>
                </a:cubicBezTo>
                <a:cubicBezTo>
                  <a:pt x="263611" y="41562"/>
                  <a:pt x="263319" y="40557"/>
                  <a:pt x="263118" y="39479"/>
                </a:cubicBezTo>
                <a:cubicBezTo>
                  <a:pt x="262917" y="38402"/>
                  <a:pt x="262817" y="37169"/>
                  <a:pt x="262817" y="35781"/>
                </a:cubicBezTo>
                <a:cubicBezTo>
                  <a:pt x="262817" y="32931"/>
                  <a:pt x="263337" y="30329"/>
                  <a:pt x="264378" y="27973"/>
                </a:cubicBezTo>
                <a:cubicBezTo>
                  <a:pt x="265419" y="25616"/>
                  <a:pt x="266880" y="23598"/>
                  <a:pt x="268761" y="21918"/>
                </a:cubicBezTo>
                <a:cubicBezTo>
                  <a:pt x="270641" y="20237"/>
                  <a:pt x="272906" y="18931"/>
                  <a:pt x="275554" y="18000"/>
                </a:cubicBezTo>
                <a:cubicBezTo>
                  <a:pt x="278201" y="17068"/>
                  <a:pt x="281132" y="16603"/>
                  <a:pt x="284346" y="16603"/>
                </a:cubicBezTo>
                <a:cubicBezTo>
                  <a:pt x="285698" y="16603"/>
                  <a:pt x="286994" y="16694"/>
                  <a:pt x="288236" y="16877"/>
                </a:cubicBezTo>
                <a:cubicBezTo>
                  <a:pt x="289478" y="17059"/>
                  <a:pt x="290573" y="17297"/>
                  <a:pt x="291523" y="17589"/>
                </a:cubicBezTo>
                <a:lnTo>
                  <a:pt x="311464" y="17589"/>
                </a:lnTo>
                <a:lnTo>
                  <a:pt x="311464" y="25370"/>
                </a:lnTo>
                <a:lnTo>
                  <a:pt x="302644" y="25370"/>
                </a:lnTo>
                <a:moveTo>
                  <a:pt x="269555" y="80548"/>
                </a:moveTo>
                <a:cubicBezTo>
                  <a:pt x="269555" y="83141"/>
                  <a:pt x="270906" y="85032"/>
                  <a:pt x="273609" y="86219"/>
                </a:cubicBezTo>
                <a:cubicBezTo>
                  <a:pt x="276311" y="87406"/>
                  <a:pt x="280073" y="88000"/>
                  <a:pt x="284894" y="88000"/>
                </a:cubicBezTo>
                <a:cubicBezTo>
                  <a:pt x="287925" y="88000"/>
                  <a:pt x="290473" y="87726"/>
                  <a:pt x="292536" y="87178"/>
                </a:cubicBezTo>
                <a:cubicBezTo>
                  <a:pt x="294600" y="86630"/>
                  <a:pt x="296262" y="85909"/>
                  <a:pt x="297522" y="85014"/>
                </a:cubicBezTo>
                <a:cubicBezTo>
                  <a:pt x="298782" y="84119"/>
                  <a:pt x="299686" y="83096"/>
                  <a:pt x="300233" y="81945"/>
                </a:cubicBezTo>
                <a:cubicBezTo>
                  <a:pt x="300781" y="80794"/>
                  <a:pt x="301055" y="79616"/>
                  <a:pt x="301055" y="78411"/>
                </a:cubicBezTo>
                <a:cubicBezTo>
                  <a:pt x="301055" y="76183"/>
                  <a:pt x="300142" y="74539"/>
                  <a:pt x="298316" y="73479"/>
                </a:cubicBezTo>
                <a:cubicBezTo>
                  <a:pt x="296490" y="72420"/>
                  <a:pt x="293696" y="71799"/>
                  <a:pt x="289934" y="71616"/>
                </a:cubicBezTo>
                <a:lnTo>
                  <a:pt x="275581" y="71123"/>
                </a:lnTo>
                <a:cubicBezTo>
                  <a:pt x="274376" y="71927"/>
                  <a:pt x="273381" y="72712"/>
                  <a:pt x="272595" y="73479"/>
                </a:cubicBezTo>
                <a:cubicBezTo>
                  <a:pt x="271810" y="74246"/>
                  <a:pt x="271198" y="75023"/>
                  <a:pt x="270760" y="75808"/>
                </a:cubicBezTo>
                <a:cubicBezTo>
                  <a:pt x="270322" y="76593"/>
                  <a:pt x="270011" y="77379"/>
                  <a:pt x="269829" y="78164"/>
                </a:cubicBezTo>
                <a:cubicBezTo>
                  <a:pt x="269646" y="78950"/>
                  <a:pt x="269555" y="79744"/>
                  <a:pt x="269555" y="80548"/>
                </a:cubicBezTo>
                <a:moveTo>
                  <a:pt x="272458" y="35562"/>
                </a:moveTo>
                <a:cubicBezTo>
                  <a:pt x="272458" y="37315"/>
                  <a:pt x="272751" y="38922"/>
                  <a:pt x="273335" y="40384"/>
                </a:cubicBezTo>
                <a:cubicBezTo>
                  <a:pt x="273919" y="41845"/>
                  <a:pt x="274741" y="43087"/>
                  <a:pt x="275800" y="44110"/>
                </a:cubicBezTo>
                <a:cubicBezTo>
                  <a:pt x="276859" y="45132"/>
                  <a:pt x="278110" y="45927"/>
                  <a:pt x="279553" y="46493"/>
                </a:cubicBezTo>
                <a:cubicBezTo>
                  <a:pt x="280995" y="47059"/>
                  <a:pt x="282593" y="47342"/>
                  <a:pt x="284346" y="47342"/>
                </a:cubicBezTo>
                <a:cubicBezTo>
                  <a:pt x="286245" y="47342"/>
                  <a:pt x="287935" y="47023"/>
                  <a:pt x="289414" y="46383"/>
                </a:cubicBezTo>
                <a:cubicBezTo>
                  <a:pt x="290893" y="45744"/>
                  <a:pt x="292135" y="44877"/>
                  <a:pt x="293139" y="43781"/>
                </a:cubicBezTo>
                <a:cubicBezTo>
                  <a:pt x="294143" y="42685"/>
                  <a:pt x="294910" y="41425"/>
                  <a:pt x="295440" y="40000"/>
                </a:cubicBezTo>
                <a:cubicBezTo>
                  <a:pt x="295969" y="38575"/>
                  <a:pt x="296234" y="37096"/>
                  <a:pt x="296234" y="35562"/>
                </a:cubicBezTo>
                <a:cubicBezTo>
                  <a:pt x="296234" y="33808"/>
                  <a:pt x="295942" y="32201"/>
                  <a:pt x="295358" y="30740"/>
                </a:cubicBezTo>
                <a:cubicBezTo>
                  <a:pt x="294773" y="29278"/>
                  <a:pt x="293952" y="28036"/>
                  <a:pt x="292893" y="27014"/>
                </a:cubicBezTo>
                <a:cubicBezTo>
                  <a:pt x="291833" y="25991"/>
                  <a:pt x="290582" y="25196"/>
                  <a:pt x="289140" y="24630"/>
                </a:cubicBezTo>
                <a:cubicBezTo>
                  <a:pt x="287697" y="24064"/>
                  <a:pt x="286099" y="23781"/>
                  <a:pt x="284346" y="23781"/>
                </a:cubicBezTo>
                <a:cubicBezTo>
                  <a:pt x="282447" y="23781"/>
                  <a:pt x="280758" y="24110"/>
                  <a:pt x="279279" y="24767"/>
                </a:cubicBezTo>
                <a:cubicBezTo>
                  <a:pt x="277800" y="25425"/>
                  <a:pt x="276558" y="26292"/>
                  <a:pt x="275554" y="27370"/>
                </a:cubicBezTo>
                <a:cubicBezTo>
                  <a:pt x="274549" y="28447"/>
                  <a:pt x="273782" y="29699"/>
                  <a:pt x="273253" y="31123"/>
                </a:cubicBezTo>
                <a:cubicBezTo>
                  <a:pt x="272723" y="32548"/>
                  <a:pt x="272458" y="34027"/>
                  <a:pt x="272458" y="35562"/>
                </a:cubicBezTo>
                <a:close/>
                <a:moveTo>
                  <a:pt x="374936" y="42192"/>
                </a:moveTo>
                <a:cubicBezTo>
                  <a:pt x="374936" y="43543"/>
                  <a:pt x="374917" y="44676"/>
                  <a:pt x="374881" y="45589"/>
                </a:cubicBezTo>
                <a:cubicBezTo>
                  <a:pt x="374844" y="46502"/>
                  <a:pt x="374790" y="47361"/>
                  <a:pt x="374717" y="48164"/>
                </a:cubicBezTo>
                <a:lnTo>
                  <a:pt x="336094" y="48164"/>
                </a:lnTo>
                <a:cubicBezTo>
                  <a:pt x="336094" y="53790"/>
                  <a:pt x="337665" y="58110"/>
                  <a:pt x="340806" y="61123"/>
                </a:cubicBezTo>
                <a:cubicBezTo>
                  <a:pt x="343947" y="64137"/>
                  <a:pt x="348475" y="65644"/>
                  <a:pt x="354392" y="65644"/>
                </a:cubicBezTo>
                <a:cubicBezTo>
                  <a:pt x="355999" y="65644"/>
                  <a:pt x="357606" y="65580"/>
                  <a:pt x="359213" y="65452"/>
                </a:cubicBezTo>
                <a:cubicBezTo>
                  <a:pt x="360820" y="65324"/>
                  <a:pt x="362372" y="65151"/>
                  <a:pt x="363869" y="64931"/>
                </a:cubicBezTo>
                <a:cubicBezTo>
                  <a:pt x="365367" y="64712"/>
                  <a:pt x="366800" y="64466"/>
                  <a:pt x="368170" y="64192"/>
                </a:cubicBezTo>
                <a:cubicBezTo>
                  <a:pt x="369540" y="63918"/>
                  <a:pt x="370809" y="63616"/>
                  <a:pt x="371977" y="63288"/>
                </a:cubicBezTo>
                <a:lnTo>
                  <a:pt x="371977" y="71123"/>
                </a:lnTo>
                <a:cubicBezTo>
                  <a:pt x="369384" y="71854"/>
                  <a:pt x="366453" y="72447"/>
                  <a:pt x="363185" y="72904"/>
                </a:cubicBezTo>
                <a:cubicBezTo>
                  <a:pt x="359916" y="73361"/>
                  <a:pt x="356529" y="73589"/>
                  <a:pt x="353022" y="73589"/>
                </a:cubicBezTo>
                <a:cubicBezTo>
                  <a:pt x="348311" y="73589"/>
                  <a:pt x="344257" y="72950"/>
                  <a:pt x="340861" y="71671"/>
                </a:cubicBezTo>
                <a:cubicBezTo>
                  <a:pt x="337464" y="70393"/>
                  <a:pt x="334679" y="68539"/>
                  <a:pt x="332506" y="66109"/>
                </a:cubicBezTo>
                <a:cubicBezTo>
                  <a:pt x="330333" y="63680"/>
                  <a:pt x="328726" y="60703"/>
                  <a:pt x="327685" y="57178"/>
                </a:cubicBezTo>
                <a:cubicBezTo>
                  <a:pt x="326644" y="53653"/>
                  <a:pt x="326124" y="49662"/>
                  <a:pt x="326124" y="45205"/>
                </a:cubicBezTo>
                <a:cubicBezTo>
                  <a:pt x="326124" y="41333"/>
                  <a:pt x="326681" y="37671"/>
                  <a:pt x="327795" y="34219"/>
                </a:cubicBezTo>
                <a:cubicBezTo>
                  <a:pt x="328909" y="30767"/>
                  <a:pt x="330534" y="27735"/>
                  <a:pt x="332670" y="25123"/>
                </a:cubicBezTo>
                <a:cubicBezTo>
                  <a:pt x="334807" y="22511"/>
                  <a:pt x="337427" y="20438"/>
                  <a:pt x="340532" y="18904"/>
                </a:cubicBezTo>
                <a:cubicBezTo>
                  <a:pt x="343636" y="17370"/>
                  <a:pt x="347161" y="16603"/>
                  <a:pt x="351105" y="16603"/>
                </a:cubicBezTo>
                <a:cubicBezTo>
                  <a:pt x="354940" y="16603"/>
                  <a:pt x="358336" y="17205"/>
                  <a:pt x="361295" y="18411"/>
                </a:cubicBezTo>
                <a:cubicBezTo>
                  <a:pt x="364253" y="19616"/>
                  <a:pt x="366746" y="21324"/>
                  <a:pt x="368773" y="23534"/>
                </a:cubicBezTo>
                <a:cubicBezTo>
                  <a:pt x="370800" y="25744"/>
                  <a:pt x="372333" y="28429"/>
                  <a:pt x="373374" y="31589"/>
                </a:cubicBezTo>
                <a:cubicBezTo>
                  <a:pt x="374415" y="34749"/>
                  <a:pt x="374936" y="38283"/>
                  <a:pt x="374936" y="42192"/>
                </a:cubicBezTo>
                <a:moveTo>
                  <a:pt x="365020" y="40822"/>
                </a:moveTo>
                <a:cubicBezTo>
                  <a:pt x="365130" y="38374"/>
                  <a:pt x="364892" y="36137"/>
                  <a:pt x="364308" y="34110"/>
                </a:cubicBezTo>
                <a:cubicBezTo>
                  <a:pt x="363723" y="32082"/>
                  <a:pt x="362819" y="30338"/>
                  <a:pt x="361596" y="28877"/>
                </a:cubicBezTo>
                <a:cubicBezTo>
                  <a:pt x="360373" y="27415"/>
                  <a:pt x="358848" y="26274"/>
                  <a:pt x="357022" y="25452"/>
                </a:cubicBezTo>
                <a:cubicBezTo>
                  <a:pt x="355195" y="24630"/>
                  <a:pt x="353077" y="24219"/>
                  <a:pt x="350667" y="24219"/>
                </a:cubicBezTo>
                <a:cubicBezTo>
                  <a:pt x="348585" y="24219"/>
                  <a:pt x="346686" y="24621"/>
                  <a:pt x="344969" y="25425"/>
                </a:cubicBezTo>
                <a:cubicBezTo>
                  <a:pt x="343253" y="26228"/>
                  <a:pt x="341774" y="27361"/>
                  <a:pt x="340532" y="28822"/>
                </a:cubicBezTo>
                <a:cubicBezTo>
                  <a:pt x="339290" y="30283"/>
                  <a:pt x="338286" y="32036"/>
                  <a:pt x="337519" y="34082"/>
                </a:cubicBezTo>
                <a:cubicBezTo>
                  <a:pt x="336752" y="36128"/>
                  <a:pt x="336277" y="38374"/>
                  <a:pt x="336094" y="40822"/>
                </a:cubicBezTo>
                <a:lnTo>
                  <a:pt x="365020" y="40822"/>
                </a:lnTo>
                <a:close/>
                <a:moveTo>
                  <a:pt x="438243" y="71836"/>
                </a:moveTo>
                <a:cubicBezTo>
                  <a:pt x="436088" y="72383"/>
                  <a:pt x="433861" y="72776"/>
                  <a:pt x="431560" y="73014"/>
                </a:cubicBezTo>
                <a:cubicBezTo>
                  <a:pt x="429259" y="73251"/>
                  <a:pt x="426921" y="73370"/>
                  <a:pt x="424547" y="73370"/>
                </a:cubicBezTo>
                <a:cubicBezTo>
                  <a:pt x="417645" y="73370"/>
                  <a:pt x="412495" y="71808"/>
                  <a:pt x="409099" y="68685"/>
                </a:cubicBezTo>
                <a:cubicBezTo>
                  <a:pt x="405702" y="65562"/>
                  <a:pt x="404004" y="60767"/>
                  <a:pt x="404004" y="54301"/>
                </a:cubicBezTo>
                <a:lnTo>
                  <a:pt x="404004" y="25589"/>
                </a:lnTo>
                <a:lnTo>
                  <a:pt x="388610" y="25589"/>
                </a:lnTo>
                <a:lnTo>
                  <a:pt x="388610" y="17589"/>
                </a:lnTo>
                <a:lnTo>
                  <a:pt x="404004" y="17589"/>
                </a:lnTo>
                <a:lnTo>
                  <a:pt x="404004" y="2466"/>
                </a:lnTo>
                <a:lnTo>
                  <a:pt x="413536" y="0"/>
                </a:lnTo>
                <a:lnTo>
                  <a:pt x="413536" y="17589"/>
                </a:lnTo>
                <a:lnTo>
                  <a:pt x="438243" y="17589"/>
                </a:lnTo>
                <a:lnTo>
                  <a:pt x="438243" y="25589"/>
                </a:lnTo>
                <a:lnTo>
                  <a:pt x="413536" y="25589"/>
                </a:lnTo>
                <a:lnTo>
                  <a:pt x="413536" y="53534"/>
                </a:lnTo>
                <a:cubicBezTo>
                  <a:pt x="413536" y="57479"/>
                  <a:pt x="414586" y="60429"/>
                  <a:pt x="416686" y="62383"/>
                </a:cubicBezTo>
                <a:cubicBezTo>
                  <a:pt x="418786" y="64338"/>
                  <a:pt x="421881" y="65315"/>
                  <a:pt x="425972" y="65315"/>
                </a:cubicBezTo>
                <a:cubicBezTo>
                  <a:pt x="427725" y="65315"/>
                  <a:pt x="429642" y="65178"/>
                  <a:pt x="431724" y="64904"/>
                </a:cubicBezTo>
                <a:cubicBezTo>
                  <a:pt x="433806" y="64630"/>
                  <a:pt x="435979" y="64201"/>
                  <a:pt x="438243" y="63616"/>
                </a:cubicBezTo>
                <a:lnTo>
                  <a:pt x="438243" y="71836"/>
                </a:lnTo>
                <a:close/>
                <a:moveTo>
                  <a:pt x="462052" y="18082"/>
                </a:moveTo>
                <a:lnTo>
                  <a:pt x="467968" y="12000"/>
                </a:lnTo>
                <a:lnTo>
                  <a:pt x="504783" y="42740"/>
                </a:lnTo>
                <a:lnTo>
                  <a:pt x="467968" y="73479"/>
                </a:lnTo>
                <a:lnTo>
                  <a:pt x="462052" y="67452"/>
                </a:lnTo>
                <a:lnTo>
                  <a:pt x="491909" y="42849"/>
                </a:lnTo>
                <a:lnTo>
                  <a:pt x="462052" y="18082"/>
                </a:ln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0x12345e00:">
            <a:extLst xmlns:a="http://schemas.openxmlformats.org/drawingml/2006/main">
              <a:ext uri="{FF2B5EF4-FFF2-40B4-BE49-F238E27FC236}">
                <a16:creationId xmlns:a16="http://schemas.microsoft.com/office/drawing/2014/main" id="{9C74C8EF-19DB-4B2E-9CDB-EC99BBA0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8" y="1066997"/>
            <a:ext cx="688898" cy="73589"/>
          </a:xfrm>
          <a:custGeom xmlns:a="http://schemas.openxmlformats.org/drawingml/2006/main">
            <a:pathLst>
              <a:path w="688898" h="73589">
                <a:moveTo>
                  <a:pt x="52044" y="36822"/>
                </a:moveTo>
                <a:cubicBezTo>
                  <a:pt x="52044" y="42301"/>
                  <a:pt x="51496" y="47297"/>
                  <a:pt x="50401" y="51808"/>
                </a:cubicBezTo>
                <a:cubicBezTo>
                  <a:pt x="49305" y="56320"/>
                  <a:pt x="47643" y="60192"/>
                  <a:pt x="45415" y="63425"/>
                </a:cubicBezTo>
                <a:cubicBezTo>
                  <a:pt x="43187" y="66657"/>
                  <a:pt x="40421" y="69160"/>
                  <a:pt x="37116" y="70931"/>
                </a:cubicBezTo>
                <a:cubicBezTo>
                  <a:pt x="33810" y="72703"/>
                  <a:pt x="29930" y="73589"/>
                  <a:pt x="25474" y="73589"/>
                </a:cubicBezTo>
                <a:cubicBezTo>
                  <a:pt x="21639" y="73589"/>
                  <a:pt x="18151" y="72867"/>
                  <a:pt x="15011" y="71425"/>
                </a:cubicBezTo>
                <a:cubicBezTo>
                  <a:pt x="11870" y="69982"/>
                  <a:pt x="9185" y="67762"/>
                  <a:pt x="6957" y="64767"/>
                </a:cubicBezTo>
                <a:cubicBezTo>
                  <a:pt x="4730" y="61772"/>
                  <a:pt x="3013" y="57954"/>
                  <a:pt x="1808" y="53315"/>
                </a:cubicBezTo>
                <a:cubicBezTo>
                  <a:pt x="603" y="48676"/>
                  <a:pt x="0" y="43178"/>
                  <a:pt x="0" y="36822"/>
                </a:cubicBezTo>
                <a:cubicBezTo>
                  <a:pt x="0" y="31342"/>
                  <a:pt x="557" y="26338"/>
                  <a:pt x="1671" y="21808"/>
                </a:cubicBezTo>
                <a:cubicBezTo>
                  <a:pt x="2785" y="17279"/>
                  <a:pt x="4447" y="13397"/>
                  <a:pt x="6656" y="10164"/>
                </a:cubicBezTo>
                <a:cubicBezTo>
                  <a:pt x="8866" y="6931"/>
                  <a:pt x="11632" y="4429"/>
                  <a:pt x="14956" y="2658"/>
                </a:cubicBezTo>
                <a:cubicBezTo>
                  <a:pt x="18279" y="886"/>
                  <a:pt x="22151" y="0"/>
                  <a:pt x="26570" y="0"/>
                </a:cubicBezTo>
                <a:cubicBezTo>
                  <a:pt x="30405" y="0"/>
                  <a:pt x="33893" y="721"/>
                  <a:pt x="37033" y="2164"/>
                </a:cubicBezTo>
                <a:cubicBezTo>
                  <a:pt x="40174" y="3607"/>
                  <a:pt x="42859" y="5836"/>
                  <a:pt x="45087" y="8849"/>
                </a:cubicBezTo>
                <a:cubicBezTo>
                  <a:pt x="47314" y="11863"/>
                  <a:pt x="49031" y="15689"/>
                  <a:pt x="50236" y="20329"/>
                </a:cubicBezTo>
                <a:cubicBezTo>
                  <a:pt x="51441" y="24968"/>
                  <a:pt x="52044" y="30466"/>
                  <a:pt x="52044" y="36822"/>
                </a:cubicBezTo>
                <a:moveTo>
                  <a:pt x="42402" y="37151"/>
                </a:moveTo>
                <a:cubicBezTo>
                  <a:pt x="42402" y="35909"/>
                  <a:pt x="42357" y="34676"/>
                  <a:pt x="42265" y="33452"/>
                </a:cubicBezTo>
                <a:cubicBezTo>
                  <a:pt x="42174" y="32228"/>
                  <a:pt x="42073" y="31032"/>
                  <a:pt x="41964" y="29863"/>
                </a:cubicBezTo>
                <a:lnTo>
                  <a:pt x="11669" y="52383"/>
                </a:lnTo>
                <a:cubicBezTo>
                  <a:pt x="12217" y="54283"/>
                  <a:pt x="12911" y="56036"/>
                  <a:pt x="13751" y="57644"/>
                </a:cubicBezTo>
                <a:cubicBezTo>
                  <a:pt x="14591" y="59251"/>
                  <a:pt x="15604" y="60630"/>
                  <a:pt x="16791" y="61781"/>
                </a:cubicBezTo>
                <a:cubicBezTo>
                  <a:pt x="17978" y="62931"/>
                  <a:pt x="19329" y="63826"/>
                  <a:pt x="20845" y="64466"/>
                </a:cubicBezTo>
                <a:cubicBezTo>
                  <a:pt x="22361" y="65105"/>
                  <a:pt x="24086" y="65425"/>
                  <a:pt x="26022" y="65425"/>
                </a:cubicBezTo>
                <a:cubicBezTo>
                  <a:pt x="28506" y="65425"/>
                  <a:pt x="30761" y="64822"/>
                  <a:pt x="32788" y="63616"/>
                </a:cubicBezTo>
                <a:cubicBezTo>
                  <a:pt x="34815" y="62411"/>
                  <a:pt x="36540" y="60621"/>
                  <a:pt x="37965" y="58246"/>
                </a:cubicBezTo>
                <a:cubicBezTo>
                  <a:pt x="39389" y="55872"/>
                  <a:pt x="40485" y="52922"/>
                  <a:pt x="41252" y="49397"/>
                </a:cubicBezTo>
                <a:cubicBezTo>
                  <a:pt x="42019" y="45872"/>
                  <a:pt x="42402" y="41790"/>
                  <a:pt x="42402" y="37151"/>
                </a:cubicBezTo>
                <a:moveTo>
                  <a:pt x="9642" y="36493"/>
                </a:moveTo>
                <a:cubicBezTo>
                  <a:pt x="9642" y="37626"/>
                  <a:pt x="9651" y="38758"/>
                  <a:pt x="9669" y="39890"/>
                </a:cubicBezTo>
                <a:cubicBezTo>
                  <a:pt x="9687" y="41023"/>
                  <a:pt x="9751" y="42119"/>
                  <a:pt x="9861" y="43178"/>
                </a:cubicBezTo>
                <a:lnTo>
                  <a:pt x="40156" y="20767"/>
                </a:lnTo>
                <a:cubicBezTo>
                  <a:pt x="39608" y="18904"/>
                  <a:pt x="38914" y="17205"/>
                  <a:pt x="38074" y="15671"/>
                </a:cubicBezTo>
                <a:cubicBezTo>
                  <a:pt x="37234" y="14137"/>
                  <a:pt x="36230" y="12813"/>
                  <a:pt x="35061" y="11699"/>
                </a:cubicBezTo>
                <a:cubicBezTo>
                  <a:pt x="33893" y="10584"/>
                  <a:pt x="32559" y="9717"/>
                  <a:pt x="31062" y="9096"/>
                </a:cubicBezTo>
                <a:cubicBezTo>
                  <a:pt x="29565" y="8475"/>
                  <a:pt x="27885" y="8164"/>
                  <a:pt x="26022" y="8164"/>
                </a:cubicBezTo>
                <a:cubicBezTo>
                  <a:pt x="23539" y="8164"/>
                  <a:pt x="21283" y="8767"/>
                  <a:pt x="19256" y="9973"/>
                </a:cubicBezTo>
                <a:cubicBezTo>
                  <a:pt x="17229" y="11178"/>
                  <a:pt x="15504" y="12977"/>
                  <a:pt x="14079" y="15370"/>
                </a:cubicBezTo>
                <a:cubicBezTo>
                  <a:pt x="12655" y="17763"/>
                  <a:pt x="11559" y="20721"/>
                  <a:pt x="10792" y="24247"/>
                </a:cubicBezTo>
                <a:cubicBezTo>
                  <a:pt x="10025" y="27772"/>
                  <a:pt x="9642" y="31854"/>
                  <a:pt x="9642" y="36493"/>
                </a:cubicBezTo>
                <a:close/>
                <a:moveTo>
                  <a:pt x="118967" y="72603"/>
                </a:moveTo>
                <a:lnTo>
                  <a:pt x="106312" y="72603"/>
                </a:lnTo>
                <a:lnTo>
                  <a:pt x="91466" y="51616"/>
                </a:lnTo>
                <a:lnTo>
                  <a:pt x="76784" y="72603"/>
                </a:lnTo>
                <a:lnTo>
                  <a:pt x="64458" y="72603"/>
                </a:lnTo>
                <a:lnTo>
                  <a:pt x="85768" y="44986"/>
                </a:lnTo>
                <a:lnTo>
                  <a:pt x="65444" y="17589"/>
                </a:lnTo>
                <a:lnTo>
                  <a:pt x="77661" y="17589"/>
                </a:lnTo>
                <a:lnTo>
                  <a:pt x="92123" y="38740"/>
                </a:lnTo>
                <a:lnTo>
                  <a:pt x="106312" y="17589"/>
                </a:lnTo>
                <a:lnTo>
                  <a:pt x="118091" y="17589"/>
                </a:lnTo>
                <a:lnTo>
                  <a:pt x="97437" y="45205"/>
                </a:lnTo>
                <a:lnTo>
                  <a:pt x="118967" y="72603"/>
                </a:lnTo>
                <a:close/>
                <a:moveTo>
                  <a:pt x="180686" y="72603"/>
                </a:moveTo>
                <a:lnTo>
                  <a:pt x="135709" y="72603"/>
                </a:lnTo>
                <a:lnTo>
                  <a:pt x="135709" y="63726"/>
                </a:lnTo>
                <a:lnTo>
                  <a:pt x="154116" y="63726"/>
                </a:lnTo>
                <a:lnTo>
                  <a:pt x="154116" y="11452"/>
                </a:lnTo>
                <a:lnTo>
                  <a:pt x="136969" y="20767"/>
                </a:lnTo>
                <a:lnTo>
                  <a:pt x="133463" y="12658"/>
                </a:lnTo>
                <a:lnTo>
                  <a:pt x="156252" y="658"/>
                </a:lnTo>
                <a:lnTo>
                  <a:pt x="164689" y="658"/>
                </a:lnTo>
                <a:lnTo>
                  <a:pt x="164689" y="63726"/>
                </a:lnTo>
                <a:lnTo>
                  <a:pt x="180686" y="63726"/>
                </a:lnTo>
                <a:lnTo>
                  <a:pt x="180686" y="72603"/>
                </a:lnTo>
                <a:close/>
                <a:moveTo>
                  <a:pt x="246732" y="72603"/>
                </a:moveTo>
                <a:lnTo>
                  <a:pt x="199564" y="72603"/>
                </a:lnTo>
                <a:lnTo>
                  <a:pt x="199564" y="64055"/>
                </a:lnTo>
                <a:lnTo>
                  <a:pt x="218081" y="45644"/>
                </a:lnTo>
                <a:cubicBezTo>
                  <a:pt x="221112" y="42648"/>
                  <a:pt x="223577" y="40055"/>
                  <a:pt x="225476" y="37863"/>
                </a:cubicBezTo>
                <a:cubicBezTo>
                  <a:pt x="227376" y="35671"/>
                  <a:pt x="228855" y="33671"/>
                  <a:pt x="229914" y="31863"/>
                </a:cubicBezTo>
                <a:cubicBezTo>
                  <a:pt x="230973" y="30055"/>
                  <a:pt x="231685" y="28347"/>
                  <a:pt x="232050" y="26740"/>
                </a:cubicBezTo>
                <a:cubicBezTo>
                  <a:pt x="232416" y="25132"/>
                  <a:pt x="232598" y="23397"/>
                  <a:pt x="232598" y="21534"/>
                </a:cubicBezTo>
                <a:cubicBezTo>
                  <a:pt x="232598" y="19781"/>
                  <a:pt x="232361" y="18110"/>
                  <a:pt x="231886" y="16521"/>
                </a:cubicBezTo>
                <a:cubicBezTo>
                  <a:pt x="231411" y="14931"/>
                  <a:pt x="230681" y="13534"/>
                  <a:pt x="229695" y="12329"/>
                </a:cubicBezTo>
                <a:cubicBezTo>
                  <a:pt x="228709" y="11123"/>
                  <a:pt x="227430" y="10174"/>
                  <a:pt x="225860" y="9479"/>
                </a:cubicBezTo>
                <a:cubicBezTo>
                  <a:pt x="224289" y="8785"/>
                  <a:pt x="222409" y="8438"/>
                  <a:pt x="220217" y="8438"/>
                </a:cubicBezTo>
                <a:cubicBezTo>
                  <a:pt x="217186" y="8438"/>
                  <a:pt x="214428" y="9114"/>
                  <a:pt x="211945" y="10466"/>
                </a:cubicBezTo>
                <a:cubicBezTo>
                  <a:pt x="209461" y="11817"/>
                  <a:pt x="207179" y="13571"/>
                  <a:pt x="205097" y="15726"/>
                </a:cubicBezTo>
                <a:lnTo>
                  <a:pt x="199838" y="9425"/>
                </a:lnTo>
                <a:cubicBezTo>
                  <a:pt x="202540" y="6575"/>
                  <a:pt x="205654" y="4292"/>
                  <a:pt x="209178" y="2575"/>
                </a:cubicBezTo>
                <a:cubicBezTo>
                  <a:pt x="212703" y="858"/>
                  <a:pt x="216802" y="0"/>
                  <a:pt x="221477" y="0"/>
                </a:cubicBezTo>
                <a:cubicBezTo>
                  <a:pt x="224655" y="0"/>
                  <a:pt x="227549" y="475"/>
                  <a:pt x="230160" y="1425"/>
                </a:cubicBezTo>
                <a:cubicBezTo>
                  <a:pt x="232772" y="2374"/>
                  <a:pt x="235027" y="3744"/>
                  <a:pt x="236926" y="5534"/>
                </a:cubicBezTo>
                <a:cubicBezTo>
                  <a:pt x="238825" y="7324"/>
                  <a:pt x="240295" y="9516"/>
                  <a:pt x="241336" y="12110"/>
                </a:cubicBezTo>
                <a:cubicBezTo>
                  <a:pt x="242377" y="14703"/>
                  <a:pt x="242897" y="17626"/>
                  <a:pt x="242897" y="20877"/>
                </a:cubicBezTo>
                <a:cubicBezTo>
                  <a:pt x="242897" y="23616"/>
                  <a:pt x="242532" y="26155"/>
                  <a:pt x="241802" y="28493"/>
                </a:cubicBezTo>
                <a:cubicBezTo>
                  <a:pt x="241071" y="30831"/>
                  <a:pt x="239967" y="33160"/>
                  <a:pt x="238487" y="35479"/>
                </a:cubicBezTo>
                <a:cubicBezTo>
                  <a:pt x="237008" y="37799"/>
                  <a:pt x="235146" y="40201"/>
                  <a:pt x="232900" y="42685"/>
                </a:cubicBezTo>
                <a:cubicBezTo>
                  <a:pt x="230653" y="45169"/>
                  <a:pt x="227996" y="47890"/>
                  <a:pt x="224929" y="50849"/>
                </a:cubicBezTo>
                <a:lnTo>
                  <a:pt x="211945" y="63507"/>
                </a:lnTo>
                <a:lnTo>
                  <a:pt x="246732" y="63507"/>
                </a:lnTo>
                <a:lnTo>
                  <a:pt x="246732" y="72603"/>
                </a:lnTo>
                <a:close/>
                <a:moveTo>
                  <a:pt x="310807" y="50849"/>
                </a:moveTo>
                <a:cubicBezTo>
                  <a:pt x="310807" y="53991"/>
                  <a:pt x="310167" y="56941"/>
                  <a:pt x="308889" y="59699"/>
                </a:cubicBezTo>
                <a:cubicBezTo>
                  <a:pt x="307611" y="62457"/>
                  <a:pt x="305694" y="64867"/>
                  <a:pt x="303137" y="66931"/>
                </a:cubicBezTo>
                <a:cubicBezTo>
                  <a:pt x="300580" y="68995"/>
                  <a:pt x="297366" y="70621"/>
                  <a:pt x="293495" y="71808"/>
                </a:cubicBezTo>
                <a:cubicBezTo>
                  <a:pt x="289624" y="72995"/>
                  <a:pt x="285113" y="73589"/>
                  <a:pt x="279964" y="73589"/>
                </a:cubicBezTo>
                <a:cubicBezTo>
                  <a:pt x="277115" y="73589"/>
                  <a:pt x="274558" y="73498"/>
                  <a:pt x="272294" y="73315"/>
                </a:cubicBezTo>
                <a:cubicBezTo>
                  <a:pt x="270030" y="73132"/>
                  <a:pt x="267911" y="72895"/>
                  <a:pt x="265939" y="72603"/>
                </a:cubicBezTo>
                <a:lnTo>
                  <a:pt x="265939" y="64055"/>
                </a:lnTo>
                <a:cubicBezTo>
                  <a:pt x="268204" y="64457"/>
                  <a:pt x="270596" y="64767"/>
                  <a:pt x="273116" y="64986"/>
                </a:cubicBezTo>
                <a:cubicBezTo>
                  <a:pt x="275636" y="65205"/>
                  <a:pt x="278211" y="65315"/>
                  <a:pt x="280840" y="65315"/>
                </a:cubicBezTo>
                <a:cubicBezTo>
                  <a:pt x="284419" y="65315"/>
                  <a:pt x="287478" y="64995"/>
                  <a:pt x="290016" y="64356"/>
                </a:cubicBezTo>
                <a:cubicBezTo>
                  <a:pt x="292555" y="63717"/>
                  <a:pt x="294627" y="62794"/>
                  <a:pt x="296234" y="61589"/>
                </a:cubicBezTo>
                <a:cubicBezTo>
                  <a:pt x="297841" y="60383"/>
                  <a:pt x="299010" y="58922"/>
                  <a:pt x="299740" y="57205"/>
                </a:cubicBezTo>
                <a:cubicBezTo>
                  <a:pt x="300471" y="55489"/>
                  <a:pt x="300836" y="53552"/>
                  <a:pt x="300836" y="51397"/>
                </a:cubicBezTo>
                <a:cubicBezTo>
                  <a:pt x="300836" y="49425"/>
                  <a:pt x="300398" y="47708"/>
                  <a:pt x="299521" y="46247"/>
                </a:cubicBezTo>
                <a:cubicBezTo>
                  <a:pt x="298645" y="44785"/>
                  <a:pt x="297412" y="43562"/>
                  <a:pt x="295823" y="42575"/>
                </a:cubicBezTo>
                <a:cubicBezTo>
                  <a:pt x="294235" y="41589"/>
                  <a:pt x="292336" y="40849"/>
                  <a:pt x="290126" y="40356"/>
                </a:cubicBezTo>
                <a:cubicBezTo>
                  <a:pt x="287916" y="39863"/>
                  <a:pt x="285497" y="39616"/>
                  <a:pt x="282867" y="39616"/>
                </a:cubicBezTo>
                <a:lnTo>
                  <a:pt x="274704" y="39616"/>
                </a:lnTo>
                <a:lnTo>
                  <a:pt x="274704" y="31781"/>
                </a:lnTo>
                <a:lnTo>
                  <a:pt x="282977" y="31781"/>
                </a:lnTo>
                <a:cubicBezTo>
                  <a:pt x="285132" y="31781"/>
                  <a:pt x="287095" y="31498"/>
                  <a:pt x="288866" y="30931"/>
                </a:cubicBezTo>
                <a:cubicBezTo>
                  <a:pt x="290637" y="30365"/>
                  <a:pt x="292153" y="29552"/>
                  <a:pt x="293413" y="28493"/>
                </a:cubicBezTo>
                <a:cubicBezTo>
                  <a:pt x="294673" y="27434"/>
                  <a:pt x="295641" y="26128"/>
                  <a:pt x="296316" y="24575"/>
                </a:cubicBezTo>
                <a:cubicBezTo>
                  <a:pt x="296992" y="23023"/>
                  <a:pt x="297330" y="21260"/>
                  <a:pt x="297330" y="19288"/>
                </a:cubicBezTo>
                <a:cubicBezTo>
                  <a:pt x="297330" y="15452"/>
                  <a:pt x="296161" y="12658"/>
                  <a:pt x="293824" y="10904"/>
                </a:cubicBezTo>
                <a:cubicBezTo>
                  <a:pt x="291486" y="9151"/>
                  <a:pt x="288053" y="8274"/>
                  <a:pt x="283525" y="8274"/>
                </a:cubicBezTo>
                <a:cubicBezTo>
                  <a:pt x="281114" y="8274"/>
                  <a:pt x="278631" y="8511"/>
                  <a:pt x="276074" y="8986"/>
                </a:cubicBezTo>
                <a:cubicBezTo>
                  <a:pt x="273518" y="9461"/>
                  <a:pt x="270778" y="10174"/>
                  <a:pt x="267857" y="11123"/>
                </a:cubicBezTo>
                <a:lnTo>
                  <a:pt x="267857" y="2795"/>
                </a:lnTo>
                <a:cubicBezTo>
                  <a:pt x="269098" y="2356"/>
                  <a:pt x="270422" y="1963"/>
                  <a:pt x="271828" y="1616"/>
                </a:cubicBezTo>
                <a:cubicBezTo>
                  <a:pt x="273234" y="1269"/>
                  <a:pt x="274641" y="977"/>
                  <a:pt x="276047" y="740"/>
                </a:cubicBezTo>
                <a:cubicBezTo>
                  <a:pt x="277453" y="502"/>
                  <a:pt x="278850" y="320"/>
                  <a:pt x="280238" y="192"/>
                </a:cubicBezTo>
                <a:cubicBezTo>
                  <a:pt x="281625" y="64"/>
                  <a:pt x="282958" y="0"/>
                  <a:pt x="284237" y="0"/>
                </a:cubicBezTo>
                <a:cubicBezTo>
                  <a:pt x="288035" y="0"/>
                  <a:pt x="291377" y="411"/>
                  <a:pt x="294262" y="1233"/>
                </a:cubicBezTo>
                <a:cubicBezTo>
                  <a:pt x="297147" y="2055"/>
                  <a:pt x="299558" y="3233"/>
                  <a:pt x="301493" y="4767"/>
                </a:cubicBezTo>
                <a:cubicBezTo>
                  <a:pt x="303429" y="6301"/>
                  <a:pt x="304890" y="8164"/>
                  <a:pt x="305876" y="10356"/>
                </a:cubicBezTo>
                <a:cubicBezTo>
                  <a:pt x="306862" y="12548"/>
                  <a:pt x="307355" y="15014"/>
                  <a:pt x="307355" y="17753"/>
                </a:cubicBezTo>
                <a:cubicBezTo>
                  <a:pt x="307355" y="21845"/>
                  <a:pt x="306305" y="25279"/>
                  <a:pt x="304205" y="28055"/>
                </a:cubicBezTo>
                <a:cubicBezTo>
                  <a:pt x="302105" y="30831"/>
                  <a:pt x="299229" y="33041"/>
                  <a:pt x="295577" y="34685"/>
                </a:cubicBezTo>
                <a:cubicBezTo>
                  <a:pt x="297440" y="34977"/>
                  <a:pt x="299275" y="35562"/>
                  <a:pt x="301083" y="36438"/>
                </a:cubicBezTo>
                <a:cubicBezTo>
                  <a:pt x="302890" y="37315"/>
                  <a:pt x="304516" y="38438"/>
                  <a:pt x="305958" y="39808"/>
                </a:cubicBezTo>
                <a:cubicBezTo>
                  <a:pt x="307401" y="41178"/>
                  <a:pt x="308570" y="42794"/>
                  <a:pt x="309464" y="44657"/>
                </a:cubicBezTo>
                <a:cubicBezTo>
                  <a:pt x="310359" y="46520"/>
                  <a:pt x="310807" y="48584"/>
                  <a:pt x="310807" y="50849"/>
                </a:cubicBezTo>
                <a:close/>
                <a:moveTo>
                  <a:pt x="381181" y="56767"/>
                </a:moveTo>
                <a:lnTo>
                  <a:pt x="368964" y="56767"/>
                </a:lnTo>
                <a:lnTo>
                  <a:pt x="368964" y="72603"/>
                </a:lnTo>
                <a:lnTo>
                  <a:pt x="359213" y="72603"/>
                </a:lnTo>
                <a:lnTo>
                  <a:pt x="359213" y="56767"/>
                </a:lnTo>
                <a:lnTo>
                  <a:pt x="324754" y="56767"/>
                </a:lnTo>
                <a:lnTo>
                  <a:pt x="324754" y="48383"/>
                </a:lnTo>
                <a:lnTo>
                  <a:pt x="355269" y="986"/>
                </a:lnTo>
                <a:lnTo>
                  <a:pt x="368964" y="986"/>
                </a:lnTo>
                <a:lnTo>
                  <a:pt x="368964" y="48383"/>
                </a:lnTo>
                <a:lnTo>
                  <a:pt x="381181" y="48383"/>
                </a:lnTo>
                <a:lnTo>
                  <a:pt x="381181" y="56767"/>
                </a:lnTo>
                <a:moveTo>
                  <a:pt x="359213" y="10192"/>
                </a:moveTo>
                <a:lnTo>
                  <a:pt x="334287" y="48383"/>
                </a:lnTo>
                <a:lnTo>
                  <a:pt x="359213" y="48383"/>
                </a:lnTo>
                <a:lnTo>
                  <a:pt x="359213" y="10192"/>
                </a:lnTo>
                <a:close/>
                <a:moveTo>
                  <a:pt x="441256" y="49699"/>
                </a:moveTo>
                <a:cubicBezTo>
                  <a:pt x="441256" y="53242"/>
                  <a:pt x="440489" y="56475"/>
                  <a:pt x="438955" y="59397"/>
                </a:cubicBezTo>
                <a:cubicBezTo>
                  <a:pt x="437421" y="62320"/>
                  <a:pt x="435312" y="64831"/>
                  <a:pt x="432628" y="66931"/>
                </a:cubicBezTo>
                <a:cubicBezTo>
                  <a:pt x="429943" y="69032"/>
                  <a:pt x="426775" y="70667"/>
                  <a:pt x="423123" y="71836"/>
                </a:cubicBezTo>
                <a:cubicBezTo>
                  <a:pt x="419471" y="73004"/>
                  <a:pt x="415526" y="73589"/>
                  <a:pt x="411290" y="73589"/>
                </a:cubicBezTo>
                <a:cubicBezTo>
                  <a:pt x="410231" y="73589"/>
                  <a:pt x="409089" y="73562"/>
                  <a:pt x="407866" y="73507"/>
                </a:cubicBezTo>
                <a:cubicBezTo>
                  <a:pt x="406642" y="73452"/>
                  <a:pt x="405428" y="73379"/>
                  <a:pt x="404223" y="73288"/>
                </a:cubicBezTo>
                <a:cubicBezTo>
                  <a:pt x="403017" y="73196"/>
                  <a:pt x="401840" y="73096"/>
                  <a:pt x="400689" y="72986"/>
                </a:cubicBezTo>
                <a:cubicBezTo>
                  <a:pt x="399539" y="72877"/>
                  <a:pt x="398507" y="72749"/>
                  <a:pt x="397594" y="72603"/>
                </a:cubicBezTo>
                <a:lnTo>
                  <a:pt x="397594" y="63945"/>
                </a:lnTo>
                <a:cubicBezTo>
                  <a:pt x="399566" y="64420"/>
                  <a:pt x="401821" y="64767"/>
                  <a:pt x="404360" y="64986"/>
                </a:cubicBezTo>
                <a:cubicBezTo>
                  <a:pt x="406898" y="65205"/>
                  <a:pt x="409464" y="65315"/>
                  <a:pt x="412057" y="65315"/>
                </a:cubicBezTo>
                <a:cubicBezTo>
                  <a:pt x="414978" y="65315"/>
                  <a:pt x="417608" y="64968"/>
                  <a:pt x="419945" y="64274"/>
                </a:cubicBezTo>
                <a:cubicBezTo>
                  <a:pt x="422283" y="63580"/>
                  <a:pt x="424273" y="62584"/>
                  <a:pt x="425917" y="61288"/>
                </a:cubicBezTo>
                <a:cubicBezTo>
                  <a:pt x="427560" y="59991"/>
                  <a:pt x="428820" y="58420"/>
                  <a:pt x="429697" y="56575"/>
                </a:cubicBezTo>
                <a:cubicBezTo>
                  <a:pt x="430573" y="54731"/>
                  <a:pt x="431012" y="52657"/>
                  <a:pt x="431012" y="50356"/>
                </a:cubicBezTo>
                <a:cubicBezTo>
                  <a:pt x="431012" y="45899"/>
                  <a:pt x="429414" y="42657"/>
                  <a:pt x="426218" y="40630"/>
                </a:cubicBezTo>
                <a:cubicBezTo>
                  <a:pt x="423022" y="38603"/>
                  <a:pt x="418430" y="37589"/>
                  <a:pt x="412440" y="37589"/>
                </a:cubicBezTo>
                <a:lnTo>
                  <a:pt x="398854" y="37589"/>
                </a:lnTo>
                <a:lnTo>
                  <a:pt x="398854" y="986"/>
                </a:lnTo>
                <a:lnTo>
                  <a:pt x="437421" y="986"/>
                </a:lnTo>
                <a:lnTo>
                  <a:pt x="437421" y="9315"/>
                </a:lnTo>
                <a:lnTo>
                  <a:pt x="407838" y="9315"/>
                </a:lnTo>
                <a:lnTo>
                  <a:pt x="407838" y="29425"/>
                </a:lnTo>
                <a:lnTo>
                  <a:pt x="414084" y="29425"/>
                </a:lnTo>
                <a:cubicBezTo>
                  <a:pt x="417517" y="29425"/>
                  <a:pt x="420859" y="29735"/>
                  <a:pt x="424109" y="30356"/>
                </a:cubicBezTo>
                <a:cubicBezTo>
                  <a:pt x="427359" y="30977"/>
                  <a:pt x="430254" y="32064"/>
                  <a:pt x="432792" y="33616"/>
                </a:cubicBezTo>
                <a:cubicBezTo>
                  <a:pt x="435330" y="35169"/>
                  <a:pt x="437376" y="37251"/>
                  <a:pt x="438928" y="39863"/>
                </a:cubicBezTo>
                <a:cubicBezTo>
                  <a:pt x="440480" y="42475"/>
                  <a:pt x="441256" y="45753"/>
                  <a:pt x="441256" y="49699"/>
                </a:cubicBezTo>
                <a:close/>
                <a:moveTo>
                  <a:pt x="508508" y="42192"/>
                </a:moveTo>
                <a:cubicBezTo>
                  <a:pt x="508508" y="43543"/>
                  <a:pt x="508490" y="44676"/>
                  <a:pt x="508453" y="45589"/>
                </a:cubicBezTo>
                <a:cubicBezTo>
                  <a:pt x="508417" y="46502"/>
                  <a:pt x="508362" y="47361"/>
                  <a:pt x="508289" y="48164"/>
                </a:cubicBezTo>
                <a:lnTo>
                  <a:pt x="469667" y="48164"/>
                </a:lnTo>
                <a:cubicBezTo>
                  <a:pt x="469667" y="53790"/>
                  <a:pt x="471237" y="58110"/>
                  <a:pt x="474378" y="61123"/>
                </a:cubicBezTo>
                <a:cubicBezTo>
                  <a:pt x="477519" y="64137"/>
                  <a:pt x="482048" y="65644"/>
                  <a:pt x="487964" y="65644"/>
                </a:cubicBezTo>
                <a:cubicBezTo>
                  <a:pt x="489571" y="65644"/>
                  <a:pt x="491178" y="65580"/>
                  <a:pt x="492785" y="65452"/>
                </a:cubicBezTo>
                <a:cubicBezTo>
                  <a:pt x="494392" y="65324"/>
                  <a:pt x="495944" y="65151"/>
                  <a:pt x="497442" y="64931"/>
                </a:cubicBezTo>
                <a:cubicBezTo>
                  <a:pt x="498939" y="64712"/>
                  <a:pt x="500373" y="64466"/>
                  <a:pt x="501742" y="64192"/>
                </a:cubicBezTo>
                <a:cubicBezTo>
                  <a:pt x="503112" y="63918"/>
                  <a:pt x="504381" y="63616"/>
                  <a:pt x="505550" y="63288"/>
                </a:cubicBezTo>
                <a:lnTo>
                  <a:pt x="505550" y="71123"/>
                </a:lnTo>
                <a:cubicBezTo>
                  <a:pt x="502957" y="71854"/>
                  <a:pt x="500026" y="72447"/>
                  <a:pt x="496757" y="72904"/>
                </a:cubicBezTo>
                <a:cubicBezTo>
                  <a:pt x="493488" y="73361"/>
                  <a:pt x="490101" y="73589"/>
                  <a:pt x="486595" y="73589"/>
                </a:cubicBezTo>
                <a:cubicBezTo>
                  <a:pt x="481883" y="73589"/>
                  <a:pt x="477829" y="72950"/>
                  <a:pt x="474433" y="71671"/>
                </a:cubicBezTo>
                <a:cubicBezTo>
                  <a:pt x="471036" y="70393"/>
                  <a:pt x="468252" y="68539"/>
                  <a:pt x="466078" y="66109"/>
                </a:cubicBezTo>
                <a:cubicBezTo>
                  <a:pt x="463905" y="63680"/>
                  <a:pt x="462298" y="60703"/>
                  <a:pt x="461258" y="57178"/>
                </a:cubicBezTo>
                <a:cubicBezTo>
                  <a:pt x="460217" y="53653"/>
                  <a:pt x="459696" y="49662"/>
                  <a:pt x="459696" y="45205"/>
                </a:cubicBezTo>
                <a:cubicBezTo>
                  <a:pt x="459696" y="41333"/>
                  <a:pt x="460253" y="37671"/>
                  <a:pt x="461367" y="34219"/>
                </a:cubicBezTo>
                <a:cubicBezTo>
                  <a:pt x="462481" y="30767"/>
                  <a:pt x="464106" y="27735"/>
                  <a:pt x="466243" y="25123"/>
                </a:cubicBezTo>
                <a:cubicBezTo>
                  <a:pt x="468379" y="22511"/>
                  <a:pt x="471000" y="20438"/>
                  <a:pt x="474104" y="18904"/>
                </a:cubicBezTo>
                <a:cubicBezTo>
                  <a:pt x="477209" y="17370"/>
                  <a:pt x="480733" y="16603"/>
                  <a:pt x="484677" y="16603"/>
                </a:cubicBezTo>
                <a:cubicBezTo>
                  <a:pt x="488512" y="16603"/>
                  <a:pt x="491909" y="17205"/>
                  <a:pt x="494867" y="18411"/>
                </a:cubicBezTo>
                <a:cubicBezTo>
                  <a:pt x="497825" y="19616"/>
                  <a:pt x="500318" y="21324"/>
                  <a:pt x="502345" y="23534"/>
                </a:cubicBezTo>
                <a:cubicBezTo>
                  <a:pt x="504372" y="25744"/>
                  <a:pt x="505906" y="28429"/>
                  <a:pt x="506947" y="31589"/>
                </a:cubicBezTo>
                <a:cubicBezTo>
                  <a:pt x="507988" y="34749"/>
                  <a:pt x="508508" y="38283"/>
                  <a:pt x="508508" y="42192"/>
                </a:cubicBezTo>
                <a:moveTo>
                  <a:pt x="498592" y="40822"/>
                </a:moveTo>
                <a:cubicBezTo>
                  <a:pt x="498702" y="38374"/>
                  <a:pt x="498464" y="36137"/>
                  <a:pt x="497880" y="34110"/>
                </a:cubicBezTo>
                <a:cubicBezTo>
                  <a:pt x="497296" y="32082"/>
                  <a:pt x="496392" y="30338"/>
                  <a:pt x="495168" y="28877"/>
                </a:cubicBezTo>
                <a:cubicBezTo>
                  <a:pt x="493945" y="27415"/>
                  <a:pt x="492420" y="26274"/>
                  <a:pt x="490594" y="25452"/>
                </a:cubicBezTo>
                <a:cubicBezTo>
                  <a:pt x="488768" y="24630"/>
                  <a:pt x="486650" y="24219"/>
                  <a:pt x="484239" y="24219"/>
                </a:cubicBezTo>
                <a:cubicBezTo>
                  <a:pt x="482157" y="24219"/>
                  <a:pt x="480258" y="24621"/>
                  <a:pt x="478542" y="25425"/>
                </a:cubicBezTo>
                <a:cubicBezTo>
                  <a:pt x="476825" y="26228"/>
                  <a:pt x="475346" y="27361"/>
                  <a:pt x="474104" y="28822"/>
                </a:cubicBezTo>
                <a:cubicBezTo>
                  <a:pt x="472862" y="30283"/>
                  <a:pt x="471858" y="32036"/>
                  <a:pt x="471091" y="34082"/>
                </a:cubicBezTo>
                <a:cubicBezTo>
                  <a:pt x="470324" y="36128"/>
                  <a:pt x="469849" y="38374"/>
                  <a:pt x="469667" y="40822"/>
                </a:cubicBezTo>
                <a:lnTo>
                  <a:pt x="498592" y="40822"/>
                </a:lnTo>
                <a:close/>
                <a:moveTo>
                  <a:pt x="575595" y="36822"/>
                </a:moveTo>
                <a:cubicBezTo>
                  <a:pt x="575595" y="42301"/>
                  <a:pt x="575047" y="47297"/>
                  <a:pt x="573952" y="51808"/>
                </a:cubicBezTo>
                <a:cubicBezTo>
                  <a:pt x="572856" y="56320"/>
                  <a:pt x="571194" y="60192"/>
                  <a:pt x="568967" y="63425"/>
                </a:cubicBezTo>
                <a:cubicBezTo>
                  <a:pt x="566739" y="66657"/>
                  <a:pt x="563972" y="69160"/>
                  <a:pt x="560667" y="70931"/>
                </a:cubicBezTo>
                <a:cubicBezTo>
                  <a:pt x="557362" y="72703"/>
                  <a:pt x="553481" y="73589"/>
                  <a:pt x="549025" y="73589"/>
                </a:cubicBezTo>
                <a:cubicBezTo>
                  <a:pt x="545191" y="73589"/>
                  <a:pt x="541703" y="72867"/>
                  <a:pt x="538562" y="71425"/>
                </a:cubicBezTo>
                <a:cubicBezTo>
                  <a:pt x="535421" y="69982"/>
                  <a:pt x="532737" y="67762"/>
                  <a:pt x="530509" y="64767"/>
                </a:cubicBezTo>
                <a:cubicBezTo>
                  <a:pt x="528281" y="61772"/>
                  <a:pt x="526564" y="57954"/>
                  <a:pt x="525359" y="53315"/>
                </a:cubicBezTo>
                <a:cubicBezTo>
                  <a:pt x="524154" y="48676"/>
                  <a:pt x="523551" y="43178"/>
                  <a:pt x="523551" y="36822"/>
                </a:cubicBezTo>
                <a:cubicBezTo>
                  <a:pt x="523551" y="31342"/>
                  <a:pt x="524108" y="26338"/>
                  <a:pt x="525222" y="21808"/>
                </a:cubicBezTo>
                <a:cubicBezTo>
                  <a:pt x="526336" y="17279"/>
                  <a:pt x="527998" y="13397"/>
                  <a:pt x="530207" y="10164"/>
                </a:cubicBezTo>
                <a:cubicBezTo>
                  <a:pt x="532417" y="6931"/>
                  <a:pt x="535184" y="4429"/>
                  <a:pt x="538507" y="2658"/>
                </a:cubicBezTo>
                <a:cubicBezTo>
                  <a:pt x="541831" y="886"/>
                  <a:pt x="545702" y="0"/>
                  <a:pt x="550121" y="0"/>
                </a:cubicBezTo>
                <a:cubicBezTo>
                  <a:pt x="553956" y="0"/>
                  <a:pt x="557444" y="721"/>
                  <a:pt x="560585" y="2164"/>
                </a:cubicBezTo>
                <a:cubicBezTo>
                  <a:pt x="563726" y="3607"/>
                  <a:pt x="566410" y="5836"/>
                  <a:pt x="568638" y="8849"/>
                </a:cubicBezTo>
                <a:cubicBezTo>
                  <a:pt x="570866" y="11863"/>
                  <a:pt x="572582" y="15689"/>
                  <a:pt x="573787" y="20329"/>
                </a:cubicBezTo>
                <a:cubicBezTo>
                  <a:pt x="574993" y="24968"/>
                  <a:pt x="575595" y="30466"/>
                  <a:pt x="575595" y="36822"/>
                </a:cubicBezTo>
                <a:moveTo>
                  <a:pt x="565953" y="37151"/>
                </a:moveTo>
                <a:cubicBezTo>
                  <a:pt x="565953" y="35909"/>
                  <a:pt x="565908" y="34676"/>
                  <a:pt x="565816" y="33452"/>
                </a:cubicBezTo>
                <a:cubicBezTo>
                  <a:pt x="565725" y="32228"/>
                  <a:pt x="565625" y="31032"/>
                  <a:pt x="565515" y="29863"/>
                </a:cubicBezTo>
                <a:lnTo>
                  <a:pt x="535220" y="52383"/>
                </a:lnTo>
                <a:cubicBezTo>
                  <a:pt x="535768" y="54283"/>
                  <a:pt x="536462" y="56036"/>
                  <a:pt x="537302" y="57644"/>
                </a:cubicBezTo>
                <a:cubicBezTo>
                  <a:pt x="538142" y="59251"/>
                  <a:pt x="539155" y="60630"/>
                  <a:pt x="540342" y="61781"/>
                </a:cubicBezTo>
                <a:cubicBezTo>
                  <a:pt x="541529" y="62931"/>
                  <a:pt x="542881" y="63826"/>
                  <a:pt x="544396" y="64466"/>
                </a:cubicBezTo>
                <a:cubicBezTo>
                  <a:pt x="545912" y="65105"/>
                  <a:pt x="547638" y="65425"/>
                  <a:pt x="549573" y="65425"/>
                </a:cubicBezTo>
                <a:cubicBezTo>
                  <a:pt x="552057" y="65425"/>
                  <a:pt x="554312" y="64822"/>
                  <a:pt x="556339" y="63616"/>
                </a:cubicBezTo>
                <a:cubicBezTo>
                  <a:pt x="558366" y="62411"/>
                  <a:pt x="560092" y="60621"/>
                  <a:pt x="561516" y="58246"/>
                </a:cubicBezTo>
                <a:cubicBezTo>
                  <a:pt x="562940" y="55872"/>
                  <a:pt x="564036" y="52922"/>
                  <a:pt x="564803" y="49397"/>
                </a:cubicBezTo>
                <a:cubicBezTo>
                  <a:pt x="565570" y="45872"/>
                  <a:pt x="565953" y="41790"/>
                  <a:pt x="565953" y="37151"/>
                </a:cubicBezTo>
                <a:moveTo>
                  <a:pt x="533193" y="36493"/>
                </a:moveTo>
                <a:cubicBezTo>
                  <a:pt x="533193" y="37626"/>
                  <a:pt x="533202" y="38758"/>
                  <a:pt x="533220" y="39890"/>
                </a:cubicBezTo>
                <a:cubicBezTo>
                  <a:pt x="533239" y="41023"/>
                  <a:pt x="533303" y="42119"/>
                  <a:pt x="533412" y="43178"/>
                </a:cubicBezTo>
                <a:lnTo>
                  <a:pt x="563707" y="20767"/>
                </a:lnTo>
                <a:cubicBezTo>
                  <a:pt x="563159" y="18904"/>
                  <a:pt x="562466" y="17205"/>
                  <a:pt x="561626" y="15671"/>
                </a:cubicBezTo>
                <a:cubicBezTo>
                  <a:pt x="560786" y="14137"/>
                  <a:pt x="559781" y="12813"/>
                  <a:pt x="558612" y="11699"/>
                </a:cubicBezTo>
                <a:cubicBezTo>
                  <a:pt x="557444" y="10584"/>
                  <a:pt x="556111" y="9717"/>
                  <a:pt x="554613" y="9096"/>
                </a:cubicBezTo>
                <a:cubicBezTo>
                  <a:pt x="553116" y="8475"/>
                  <a:pt x="551436" y="8164"/>
                  <a:pt x="549573" y="8164"/>
                </a:cubicBezTo>
                <a:cubicBezTo>
                  <a:pt x="547090" y="8164"/>
                  <a:pt x="544835" y="8767"/>
                  <a:pt x="542808" y="9973"/>
                </a:cubicBezTo>
                <a:cubicBezTo>
                  <a:pt x="540781" y="11178"/>
                  <a:pt x="539055" y="12977"/>
                  <a:pt x="537631" y="15370"/>
                </a:cubicBezTo>
                <a:cubicBezTo>
                  <a:pt x="536206" y="17763"/>
                  <a:pt x="535111" y="20721"/>
                  <a:pt x="534344" y="24247"/>
                </a:cubicBezTo>
                <a:cubicBezTo>
                  <a:pt x="533577" y="27772"/>
                  <a:pt x="533193" y="31854"/>
                  <a:pt x="533193" y="36493"/>
                </a:cubicBezTo>
                <a:close/>
                <a:moveTo>
                  <a:pt x="641039" y="36822"/>
                </a:moveTo>
                <a:cubicBezTo>
                  <a:pt x="641039" y="42301"/>
                  <a:pt x="640492" y="47297"/>
                  <a:pt x="639396" y="51808"/>
                </a:cubicBezTo>
                <a:cubicBezTo>
                  <a:pt x="638300" y="56320"/>
                  <a:pt x="636638" y="60192"/>
                  <a:pt x="634411" y="63425"/>
                </a:cubicBezTo>
                <a:cubicBezTo>
                  <a:pt x="632183" y="66657"/>
                  <a:pt x="629416" y="69160"/>
                  <a:pt x="626111" y="70931"/>
                </a:cubicBezTo>
                <a:cubicBezTo>
                  <a:pt x="622806" y="72703"/>
                  <a:pt x="618925" y="73589"/>
                  <a:pt x="614470" y="73589"/>
                </a:cubicBezTo>
                <a:cubicBezTo>
                  <a:pt x="610635" y="73589"/>
                  <a:pt x="607147" y="72867"/>
                  <a:pt x="604006" y="71425"/>
                </a:cubicBezTo>
                <a:cubicBezTo>
                  <a:pt x="600865" y="69982"/>
                  <a:pt x="598181" y="67762"/>
                  <a:pt x="595953" y="64767"/>
                </a:cubicBezTo>
                <a:cubicBezTo>
                  <a:pt x="593725" y="61772"/>
                  <a:pt x="592008" y="57954"/>
                  <a:pt x="590803" y="53315"/>
                </a:cubicBezTo>
                <a:cubicBezTo>
                  <a:pt x="589598" y="48676"/>
                  <a:pt x="588995" y="43178"/>
                  <a:pt x="588995" y="36822"/>
                </a:cubicBezTo>
                <a:cubicBezTo>
                  <a:pt x="588995" y="31342"/>
                  <a:pt x="589552" y="26338"/>
                  <a:pt x="590666" y="21808"/>
                </a:cubicBezTo>
                <a:cubicBezTo>
                  <a:pt x="591780" y="17279"/>
                  <a:pt x="593442" y="13397"/>
                  <a:pt x="595651" y="10164"/>
                </a:cubicBezTo>
                <a:cubicBezTo>
                  <a:pt x="597861" y="6931"/>
                  <a:pt x="600628" y="4429"/>
                  <a:pt x="603951" y="2658"/>
                </a:cubicBezTo>
                <a:cubicBezTo>
                  <a:pt x="607275" y="886"/>
                  <a:pt x="611146" y="0"/>
                  <a:pt x="615565" y="0"/>
                </a:cubicBezTo>
                <a:cubicBezTo>
                  <a:pt x="619400" y="0"/>
                  <a:pt x="622888" y="721"/>
                  <a:pt x="626029" y="2164"/>
                </a:cubicBezTo>
                <a:cubicBezTo>
                  <a:pt x="629170" y="3607"/>
                  <a:pt x="631854" y="5836"/>
                  <a:pt x="634082" y="8849"/>
                </a:cubicBezTo>
                <a:cubicBezTo>
                  <a:pt x="636310" y="11863"/>
                  <a:pt x="638026" y="15689"/>
                  <a:pt x="639231" y="20329"/>
                </a:cubicBezTo>
                <a:cubicBezTo>
                  <a:pt x="640437" y="24968"/>
                  <a:pt x="641039" y="30466"/>
                  <a:pt x="641039" y="36822"/>
                </a:cubicBezTo>
                <a:moveTo>
                  <a:pt x="631398" y="37151"/>
                </a:moveTo>
                <a:cubicBezTo>
                  <a:pt x="631398" y="35909"/>
                  <a:pt x="631352" y="34676"/>
                  <a:pt x="631261" y="33452"/>
                </a:cubicBezTo>
                <a:cubicBezTo>
                  <a:pt x="631169" y="32228"/>
                  <a:pt x="631069" y="31032"/>
                  <a:pt x="630959" y="29863"/>
                </a:cubicBezTo>
                <a:lnTo>
                  <a:pt x="600664" y="52383"/>
                </a:lnTo>
                <a:cubicBezTo>
                  <a:pt x="601212" y="54283"/>
                  <a:pt x="601906" y="56036"/>
                  <a:pt x="602746" y="57644"/>
                </a:cubicBezTo>
                <a:cubicBezTo>
                  <a:pt x="603586" y="59251"/>
                  <a:pt x="604599" y="60630"/>
                  <a:pt x="605786" y="61781"/>
                </a:cubicBezTo>
                <a:cubicBezTo>
                  <a:pt x="606973" y="62931"/>
                  <a:pt x="608325" y="63826"/>
                  <a:pt x="609840" y="64466"/>
                </a:cubicBezTo>
                <a:cubicBezTo>
                  <a:pt x="611356" y="65105"/>
                  <a:pt x="613082" y="65425"/>
                  <a:pt x="615017" y="65425"/>
                </a:cubicBezTo>
                <a:cubicBezTo>
                  <a:pt x="617501" y="65425"/>
                  <a:pt x="619756" y="64822"/>
                  <a:pt x="621783" y="63616"/>
                </a:cubicBezTo>
                <a:cubicBezTo>
                  <a:pt x="623810" y="62411"/>
                  <a:pt x="625536" y="60621"/>
                  <a:pt x="626960" y="58246"/>
                </a:cubicBezTo>
                <a:cubicBezTo>
                  <a:pt x="628384" y="55872"/>
                  <a:pt x="629480" y="52922"/>
                  <a:pt x="630247" y="49397"/>
                </a:cubicBezTo>
                <a:cubicBezTo>
                  <a:pt x="631014" y="45872"/>
                  <a:pt x="631398" y="41790"/>
                  <a:pt x="631398" y="37151"/>
                </a:cubicBezTo>
                <a:moveTo>
                  <a:pt x="598637" y="36493"/>
                </a:moveTo>
                <a:cubicBezTo>
                  <a:pt x="598637" y="37626"/>
                  <a:pt x="598646" y="38758"/>
                  <a:pt x="598665" y="39890"/>
                </a:cubicBezTo>
                <a:cubicBezTo>
                  <a:pt x="598683" y="41023"/>
                  <a:pt x="598747" y="42119"/>
                  <a:pt x="598856" y="43178"/>
                </a:cubicBezTo>
                <a:lnTo>
                  <a:pt x="629151" y="20767"/>
                </a:lnTo>
                <a:cubicBezTo>
                  <a:pt x="628604" y="18904"/>
                  <a:pt x="627910" y="17205"/>
                  <a:pt x="627070" y="15671"/>
                </a:cubicBezTo>
                <a:cubicBezTo>
                  <a:pt x="626230" y="14137"/>
                  <a:pt x="625225" y="12813"/>
                  <a:pt x="624057" y="11699"/>
                </a:cubicBezTo>
                <a:cubicBezTo>
                  <a:pt x="622888" y="10584"/>
                  <a:pt x="621555" y="9717"/>
                  <a:pt x="620057" y="9096"/>
                </a:cubicBezTo>
                <a:cubicBezTo>
                  <a:pt x="618560" y="8475"/>
                  <a:pt x="616880" y="8164"/>
                  <a:pt x="615017" y="8164"/>
                </a:cubicBezTo>
                <a:cubicBezTo>
                  <a:pt x="612534" y="8164"/>
                  <a:pt x="610279" y="8767"/>
                  <a:pt x="608252" y="9973"/>
                </a:cubicBezTo>
                <a:cubicBezTo>
                  <a:pt x="606225" y="11178"/>
                  <a:pt x="604499" y="12977"/>
                  <a:pt x="603075" y="15370"/>
                </a:cubicBezTo>
                <a:cubicBezTo>
                  <a:pt x="601650" y="17763"/>
                  <a:pt x="600555" y="20721"/>
                  <a:pt x="599788" y="24247"/>
                </a:cubicBezTo>
                <a:cubicBezTo>
                  <a:pt x="599021" y="27772"/>
                  <a:pt x="598637" y="31854"/>
                  <a:pt x="598637" y="36493"/>
                </a:cubicBezTo>
                <a:close/>
                <a:moveTo>
                  <a:pt x="680461" y="16603"/>
                </a:moveTo>
                <a:cubicBezTo>
                  <a:pt x="681593" y="16603"/>
                  <a:pt x="682671" y="16831"/>
                  <a:pt x="683693" y="17288"/>
                </a:cubicBezTo>
                <a:cubicBezTo>
                  <a:pt x="684716" y="17744"/>
                  <a:pt x="685611" y="18356"/>
                  <a:pt x="686378" y="19123"/>
                </a:cubicBezTo>
                <a:cubicBezTo>
                  <a:pt x="687145" y="19890"/>
                  <a:pt x="687756" y="20785"/>
                  <a:pt x="688213" y="21808"/>
                </a:cubicBezTo>
                <a:cubicBezTo>
                  <a:pt x="688670" y="22831"/>
                  <a:pt x="688898" y="23909"/>
                  <a:pt x="688898" y="25041"/>
                </a:cubicBezTo>
                <a:cubicBezTo>
                  <a:pt x="688898" y="26210"/>
                  <a:pt x="688670" y="27297"/>
                  <a:pt x="688213" y="28301"/>
                </a:cubicBezTo>
                <a:cubicBezTo>
                  <a:pt x="687756" y="29306"/>
                  <a:pt x="687145" y="30192"/>
                  <a:pt x="686378" y="30959"/>
                </a:cubicBezTo>
                <a:cubicBezTo>
                  <a:pt x="685611" y="31726"/>
                  <a:pt x="684716" y="32329"/>
                  <a:pt x="683693" y="32767"/>
                </a:cubicBezTo>
                <a:cubicBezTo>
                  <a:pt x="682671" y="33205"/>
                  <a:pt x="681593" y="33425"/>
                  <a:pt x="680461" y="33425"/>
                </a:cubicBezTo>
                <a:cubicBezTo>
                  <a:pt x="679292" y="33425"/>
                  <a:pt x="678206" y="33205"/>
                  <a:pt x="677202" y="32767"/>
                </a:cubicBezTo>
                <a:cubicBezTo>
                  <a:pt x="676197" y="32329"/>
                  <a:pt x="675312" y="31726"/>
                  <a:pt x="674545" y="30959"/>
                </a:cubicBezTo>
                <a:cubicBezTo>
                  <a:pt x="673778" y="30192"/>
                  <a:pt x="673175" y="29306"/>
                  <a:pt x="672737" y="28301"/>
                </a:cubicBezTo>
                <a:cubicBezTo>
                  <a:pt x="672298" y="27297"/>
                  <a:pt x="672079" y="26210"/>
                  <a:pt x="672079" y="25041"/>
                </a:cubicBezTo>
                <a:cubicBezTo>
                  <a:pt x="672079" y="23909"/>
                  <a:pt x="672298" y="22831"/>
                  <a:pt x="672737" y="21808"/>
                </a:cubicBezTo>
                <a:cubicBezTo>
                  <a:pt x="673175" y="20785"/>
                  <a:pt x="673778" y="19890"/>
                  <a:pt x="674545" y="19123"/>
                </a:cubicBezTo>
                <a:cubicBezTo>
                  <a:pt x="675312" y="18356"/>
                  <a:pt x="676197" y="17744"/>
                  <a:pt x="677202" y="17288"/>
                </a:cubicBezTo>
                <a:cubicBezTo>
                  <a:pt x="678206" y="16831"/>
                  <a:pt x="679292" y="16603"/>
                  <a:pt x="680461" y="16603"/>
                </a:cubicBezTo>
                <a:moveTo>
                  <a:pt x="680461" y="56767"/>
                </a:moveTo>
                <a:cubicBezTo>
                  <a:pt x="681593" y="56767"/>
                  <a:pt x="682671" y="56995"/>
                  <a:pt x="683693" y="57452"/>
                </a:cubicBezTo>
                <a:cubicBezTo>
                  <a:pt x="684716" y="57909"/>
                  <a:pt x="685611" y="58520"/>
                  <a:pt x="686378" y="59288"/>
                </a:cubicBezTo>
                <a:cubicBezTo>
                  <a:pt x="687145" y="60055"/>
                  <a:pt x="687756" y="60950"/>
                  <a:pt x="688213" y="61973"/>
                </a:cubicBezTo>
                <a:cubicBezTo>
                  <a:pt x="688670" y="62995"/>
                  <a:pt x="688898" y="64073"/>
                  <a:pt x="688898" y="65205"/>
                </a:cubicBezTo>
                <a:cubicBezTo>
                  <a:pt x="688898" y="66374"/>
                  <a:pt x="688670" y="67461"/>
                  <a:pt x="688213" y="68466"/>
                </a:cubicBezTo>
                <a:cubicBezTo>
                  <a:pt x="687756" y="69470"/>
                  <a:pt x="687145" y="70356"/>
                  <a:pt x="686378" y="71123"/>
                </a:cubicBezTo>
                <a:cubicBezTo>
                  <a:pt x="685611" y="71890"/>
                  <a:pt x="684716" y="72493"/>
                  <a:pt x="683693" y="72931"/>
                </a:cubicBezTo>
                <a:cubicBezTo>
                  <a:pt x="682671" y="73370"/>
                  <a:pt x="681593" y="73589"/>
                  <a:pt x="680461" y="73589"/>
                </a:cubicBezTo>
                <a:cubicBezTo>
                  <a:pt x="679292" y="73589"/>
                  <a:pt x="678206" y="73370"/>
                  <a:pt x="677202" y="72931"/>
                </a:cubicBezTo>
                <a:cubicBezTo>
                  <a:pt x="676197" y="72493"/>
                  <a:pt x="675312" y="71890"/>
                  <a:pt x="674545" y="71123"/>
                </a:cubicBezTo>
                <a:cubicBezTo>
                  <a:pt x="673778" y="70356"/>
                  <a:pt x="673175" y="69470"/>
                  <a:pt x="672737" y="68466"/>
                </a:cubicBezTo>
                <a:cubicBezTo>
                  <a:pt x="672298" y="67461"/>
                  <a:pt x="672079" y="66374"/>
                  <a:pt x="672079" y="65205"/>
                </a:cubicBezTo>
                <a:cubicBezTo>
                  <a:pt x="672079" y="64073"/>
                  <a:pt x="672298" y="62995"/>
                  <a:pt x="672737" y="61973"/>
                </a:cubicBezTo>
                <a:cubicBezTo>
                  <a:pt x="673175" y="60950"/>
                  <a:pt x="673778" y="60055"/>
                  <a:pt x="674545" y="59288"/>
                </a:cubicBezTo>
                <a:cubicBezTo>
                  <a:pt x="675312" y="58520"/>
                  <a:pt x="676197" y="57909"/>
                  <a:pt x="677202" y="57452"/>
                </a:cubicBezTo>
                <a:cubicBezTo>
                  <a:pt x="678206" y="56995"/>
                  <a:pt x="679292" y="56767"/>
                  <a:pt x="680461" y="56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ret">
            <a:extLst xmlns:a="http://schemas.openxmlformats.org/drawingml/2006/main">
              <a:ext uri="{FF2B5EF4-FFF2-40B4-BE49-F238E27FC236}">
                <a16:creationId xmlns:a16="http://schemas.microsoft.com/office/drawing/2014/main" id="{CAC6C1DD-535E-4CA3-B4A5-EF96F028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051" y="1066997"/>
            <a:ext cx="172961" cy="73589"/>
          </a:xfrm>
          <a:custGeom xmlns:a="http://schemas.openxmlformats.org/drawingml/2006/main">
            <a:pathLst>
              <a:path w="172961" h="73589">
                <a:moveTo>
                  <a:pt x="0" y="17589"/>
                </a:moveTo>
                <a:lnTo>
                  <a:pt x="8711" y="17589"/>
                </a:lnTo>
                <a:lnTo>
                  <a:pt x="8984" y="27726"/>
                </a:lnTo>
                <a:cubicBezTo>
                  <a:pt x="12235" y="23817"/>
                  <a:pt x="15440" y="20986"/>
                  <a:pt x="18599" y="19233"/>
                </a:cubicBezTo>
                <a:cubicBezTo>
                  <a:pt x="21758" y="17479"/>
                  <a:pt x="24945" y="16603"/>
                  <a:pt x="28159" y="16603"/>
                </a:cubicBezTo>
                <a:cubicBezTo>
                  <a:pt x="33856" y="16603"/>
                  <a:pt x="38175" y="18447"/>
                  <a:pt x="41115" y="22137"/>
                </a:cubicBezTo>
                <a:cubicBezTo>
                  <a:pt x="44055" y="25826"/>
                  <a:pt x="45415" y="31306"/>
                  <a:pt x="45196" y="38575"/>
                </a:cubicBezTo>
                <a:lnTo>
                  <a:pt x="35554" y="38575"/>
                </a:lnTo>
                <a:cubicBezTo>
                  <a:pt x="35664" y="33753"/>
                  <a:pt x="34961" y="30256"/>
                  <a:pt x="33445" y="28082"/>
                </a:cubicBezTo>
                <a:cubicBezTo>
                  <a:pt x="31929" y="25909"/>
                  <a:pt x="29711" y="24822"/>
                  <a:pt x="26789" y="24822"/>
                </a:cubicBezTo>
                <a:cubicBezTo>
                  <a:pt x="25511" y="24822"/>
                  <a:pt x="24223" y="25050"/>
                  <a:pt x="22927" y="25507"/>
                </a:cubicBezTo>
                <a:cubicBezTo>
                  <a:pt x="21630" y="25963"/>
                  <a:pt x="20297" y="26694"/>
                  <a:pt x="18928" y="27699"/>
                </a:cubicBezTo>
                <a:cubicBezTo>
                  <a:pt x="17558" y="28703"/>
                  <a:pt x="16106" y="29991"/>
                  <a:pt x="14572" y="31562"/>
                </a:cubicBezTo>
                <a:cubicBezTo>
                  <a:pt x="13038" y="33132"/>
                  <a:pt x="11395" y="35032"/>
                  <a:pt x="9642" y="37260"/>
                </a:cubicBezTo>
                <a:lnTo>
                  <a:pt x="9642" y="72603"/>
                </a:lnTo>
                <a:lnTo>
                  <a:pt x="0" y="72603"/>
                </a:lnTo>
                <a:lnTo>
                  <a:pt x="0" y="17589"/>
                </a:lnTo>
                <a:close/>
                <a:moveTo>
                  <a:pt x="109654" y="42192"/>
                </a:moveTo>
                <a:cubicBezTo>
                  <a:pt x="109654" y="43543"/>
                  <a:pt x="109636" y="44676"/>
                  <a:pt x="109599" y="45589"/>
                </a:cubicBezTo>
                <a:cubicBezTo>
                  <a:pt x="109563" y="46502"/>
                  <a:pt x="109508" y="47361"/>
                  <a:pt x="109435" y="48164"/>
                </a:cubicBezTo>
                <a:lnTo>
                  <a:pt x="70813" y="48164"/>
                </a:lnTo>
                <a:cubicBezTo>
                  <a:pt x="70813" y="53790"/>
                  <a:pt x="72383" y="58110"/>
                  <a:pt x="75524" y="61123"/>
                </a:cubicBezTo>
                <a:cubicBezTo>
                  <a:pt x="78665" y="64137"/>
                  <a:pt x="83194" y="65644"/>
                  <a:pt x="89110" y="65644"/>
                </a:cubicBezTo>
                <a:cubicBezTo>
                  <a:pt x="90717" y="65644"/>
                  <a:pt x="92324" y="65580"/>
                  <a:pt x="93931" y="65452"/>
                </a:cubicBezTo>
                <a:cubicBezTo>
                  <a:pt x="95538" y="65324"/>
                  <a:pt x="97090" y="65151"/>
                  <a:pt x="98588" y="64931"/>
                </a:cubicBezTo>
                <a:cubicBezTo>
                  <a:pt x="100085" y="64712"/>
                  <a:pt x="101519" y="64466"/>
                  <a:pt x="102888" y="64192"/>
                </a:cubicBezTo>
                <a:cubicBezTo>
                  <a:pt x="104258" y="63918"/>
                  <a:pt x="105527" y="63616"/>
                  <a:pt x="106696" y="63288"/>
                </a:cubicBezTo>
                <a:lnTo>
                  <a:pt x="106696" y="71123"/>
                </a:lnTo>
                <a:cubicBezTo>
                  <a:pt x="104103" y="71854"/>
                  <a:pt x="101172" y="72447"/>
                  <a:pt x="97903" y="72904"/>
                </a:cubicBezTo>
                <a:cubicBezTo>
                  <a:pt x="94634" y="73361"/>
                  <a:pt x="91247" y="73589"/>
                  <a:pt x="87741" y="73589"/>
                </a:cubicBezTo>
                <a:cubicBezTo>
                  <a:pt x="83029" y="73589"/>
                  <a:pt x="78975" y="72950"/>
                  <a:pt x="75579" y="71671"/>
                </a:cubicBezTo>
                <a:cubicBezTo>
                  <a:pt x="72182" y="70393"/>
                  <a:pt x="69397" y="68539"/>
                  <a:pt x="67224" y="66109"/>
                </a:cubicBezTo>
                <a:cubicBezTo>
                  <a:pt x="65051" y="63680"/>
                  <a:pt x="63444" y="60703"/>
                  <a:pt x="62403" y="57178"/>
                </a:cubicBezTo>
                <a:cubicBezTo>
                  <a:pt x="61363" y="53653"/>
                  <a:pt x="60842" y="49662"/>
                  <a:pt x="60842" y="45205"/>
                </a:cubicBezTo>
                <a:cubicBezTo>
                  <a:pt x="60842" y="41333"/>
                  <a:pt x="61399" y="37671"/>
                  <a:pt x="62513" y="34219"/>
                </a:cubicBezTo>
                <a:cubicBezTo>
                  <a:pt x="63627" y="30767"/>
                  <a:pt x="65252" y="27735"/>
                  <a:pt x="67389" y="25123"/>
                </a:cubicBezTo>
                <a:cubicBezTo>
                  <a:pt x="69525" y="22511"/>
                  <a:pt x="72146" y="20438"/>
                  <a:pt x="75250" y="18904"/>
                </a:cubicBezTo>
                <a:cubicBezTo>
                  <a:pt x="78354" y="17370"/>
                  <a:pt x="81879" y="16603"/>
                  <a:pt x="85823" y="16603"/>
                </a:cubicBezTo>
                <a:cubicBezTo>
                  <a:pt x="89658" y="16603"/>
                  <a:pt x="93055" y="17205"/>
                  <a:pt x="96013" y="18411"/>
                </a:cubicBezTo>
                <a:cubicBezTo>
                  <a:pt x="98971" y="19616"/>
                  <a:pt x="101464" y="21324"/>
                  <a:pt x="103491" y="23534"/>
                </a:cubicBezTo>
                <a:cubicBezTo>
                  <a:pt x="105518" y="25744"/>
                  <a:pt x="107052" y="28429"/>
                  <a:pt x="108093" y="31589"/>
                </a:cubicBezTo>
                <a:cubicBezTo>
                  <a:pt x="109133" y="34749"/>
                  <a:pt x="109654" y="38283"/>
                  <a:pt x="109654" y="42192"/>
                </a:cubicBezTo>
                <a:moveTo>
                  <a:pt x="99738" y="40822"/>
                </a:moveTo>
                <a:cubicBezTo>
                  <a:pt x="99848" y="38374"/>
                  <a:pt x="99610" y="36137"/>
                  <a:pt x="99026" y="34110"/>
                </a:cubicBezTo>
                <a:cubicBezTo>
                  <a:pt x="98442" y="32082"/>
                  <a:pt x="97538" y="30338"/>
                  <a:pt x="96314" y="28877"/>
                </a:cubicBezTo>
                <a:cubicBezTo>
                  <a:pt x="95091" y="27415"/>
                  <a:pt x="93566" y="26274"/>
                  <a:pt x="91740" y="25452"/>
                </a:cubicBezTo>
                <a:cubicBezTo>
                  <a:pt x="89914" y="24630"/>
                  <a:pt x="87795" y="24219"/>
                  <a:pt x="85385" y="24219"/>
                </a:cubicBezTo>
                <a:cubicBezTo>
                  <a:pt x="83303" y="24219"/>
                  <a:pt x="81404" y="24621"/>
                  <a:pt x="79687" y="25425"/>
                </a:cubicBezTo>
                <a:cubicBezTo>
                  <a:pt x="77971" y="26228"/>
                  <a:pt x="76492" y="27361"/>
                  <a:pt x="75250" y="28822"/>
                </a:cubicBezTo>
                <a:cubicBezTo>
                  <a:pt x="74008" y="30283"/>
                  <a:pt x="73004" y="32036"/>
                  <a:pt x="72237" y="34082"/>
                </a:cubicBezTo>
                <a:cubicBezTo>
                  <a:pt x="71470" y="36128"/>
                  <a:pt x="70995" y="38374"/>
                  <a:pt x="70813" y="40822"/>
                </a:cubicBezTo>
                <a:lnTo>
                  <a:pt x="99738" y="40822"/>
                </a:lnTo>
                <a:close/>
                <a:moveTo>
                  <a:pt x="172961" y="71836"/>
                </a:moveTo>
                <a:cubicBezTo>
                  <a:pt x="170806" y="72383"/>
                  <a:pt x="168579" y="72776"/>
                  <a:pt x="166278" y="73014"/>
                </a:cubicBezTo>
                <a:cubicBezTo>
                  <a:pt x="163977" y="73251"/>
                  <a:pt x="161639" y="73370"/>
                  <a:pt x="159265" y="73370"/>
                </a:cubicBezTo>
                <a:cubicBezTo>
                  <a:pt x="152363" y="73370"/>
                  <a:pt x="147213" y="71808"/>
                  <a:pt x="143817" y="68685"/>
                </a:cubicBezTo>
                <a:cubicBezTo>
                  <a:pt x="140420" y="65562"/>
                  <a:pt x="138722" y="60767"/>
                  <a:pt x="138722" y="54301"/>
                </a:cubicBezTo>
                <a:lnTo>
                  <a:pt x="138722" y="25589"/>
                </a:lnTo>
                <a:lnTo>
                  <a:pt x="123328" y="25589"/>
                </a:lnTo>
                <a:lnTo>
                  <a:pt x="123328" y="17589"/>
                </a:lnTo>
                <a:lnTo>
                  <a:pt x="138722" y="17589"/>
                </a:lnTo>
                <a:lnTo>
                  <a:pt x="138722" y="2466"/>
                </a:lnTo>
                <a:lnTo>
                  <a:pt x="148254" y="0"/>
                </a:lnTo>
                <a:lnTo>
                  <a:pt x="148254" y="17589"/>
                </a:lnTo>
                <a:lnTo>
                  <a:pt x="172961" y="17589"/>
                </a:lnTo>
                <a:lnTo>
                  <a:pt x="172961" y="25589"/>
                </a:lnTo>
                <a:lnTo>
                  <a:pt x="148254" y="25589"/>
                </a:lnTo>
                <a:lnTo>
                  <a:pt x="148254" y="53534"/>
                </a:lnTo>
                <a:cubicBezTo>
                  <a:pt x="148254" y="57479"/>
                  <a:pt x="149304" y="60429"/>
                  <a:pt x="151404" y="62383"/>
                </a:cubicBezTo>
                <a:cubicBezTo>
                  <a:pt x="153504" y="64338"/>
                  <a:pt x="156599" y="65315"/>
                  <a:pt x="160690" y="65315"/>
                </a:cubicBezTo>
                <a:cubicBezTo>
                  <a:pt x="162443" y="65315"/>
                  <a:pt x="164360" y="65178"/>
                  <a:pt x="166442" y="64904"/>
                </a:cubicBezTo>
                <a:cubicBezTo>
                  <a:pt x="168524" y="64630"/>
                  <a:pt x="170697" y="64201"/>
                  <a:pt x="172961" y="63616"/>
                </a:cubicBezTo>
                <a:lnTo>
                  <a:pt x="172961" y="7183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B1619-ECF1-497E-AD9E-37901B57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991" y="335363"/>
            <a:ext cx="9350" cy="10"/>
          </a:xfrm>
          <a:custGeom xmlns:a="http://schemas.openxmlformats.org/drawingml/2006/main">
            <a:pathLst>
              <a:path w="9350" h="1">
                <a:moveTo>
                  <a:pt x="0" y="0"/>
                </a:moveTo>
                <a:lnTo>
                  <a:pt x="9350" y="0"/>
                </a:lnTo>
                <a:lnTo>
                  <a:pt x="93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87071-9C65-4824-99DA-40FF4147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335363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99B29-C678-43E4-BAD4-F3FA651A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503692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4B115-966D-4D44-AAAD-5021F22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672020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D7020-0ED2-4254-919C-2CCC551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840349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E39FB-7B86-4A66-B248-FD6D540E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1008677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B42B4-8B16-407F-BFDD-BE960B3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07" y="1177006"/>
            <a:ext cx="1759131" cy="9352"/>
          </a:xfrm>
          <a:custGeom xmlns:a="http://schemas.openxmlformats.org/drawingml/2006/main">
            <a:pathLst>
              <a:path w="1759131" h="9352">
                <a:moveTo>
                  <a:pt x="0" y="0"/>
                </a:moveTo>
                <a:lnTo>
                  <a:pt x="0" y="9352"/>
                </a:lnTo>
                <a:lnTo>
                  <a:pt x="1759131" y="9352"/>
                </a:lnTo>
                <a:lnTo>
                  <a:pt x="175913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5FA8A-D73D-46DE-8A4D-29A2F971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991" y="1186358"/>
            <a:ext cx="9350" cy="10"/>
          </a:xfrm>
          <a:custGeom xmlns:a="http://schemas.openxmlformats.org/drawingml/2006/main">
            <a:pathLst>
              <a:path w="9350" h="1">
                <a:moveTo>
                  <a:pt x="93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D860C-EFF4-4332-B29A-E2AE0FB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341486"/>
            <a:ext cx="2836647" cy="10989"/>
          </a:xfrm>
          <a:custGeom xmlns:a="http://schemas.openxmlformats.org/drawingml/2006/main">
            <a:pathLst>
              <a:path w="2836647" h="10989">
                <a:moveTo>
                  <a:pt x="0" y="10989"/>
                </a:moveTo>
                <a:lnTo>
                  <a:pt x="2836647" y="10989"/>
                </a:lnTo>
                <a:lnTo>
                  <a:pt x="2836647" y="0"/>
                </a:lnTo>
                <a:lnTo>
                  <a:pt x="0" y="0"/>
                </a:lnTo>
                <a:lnTo>
                  <a:pt x="0" y="10989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B06CA-D645-4A4C-A478-697F0AD0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341486"/>
            <a:ext cx="10995" cy="571411"/>
          </a:xfrm>
          <a:custGeom xmlns:a="http://schemas.openxmlformats.org/drawingml/2006/main">
            <a:pathLst>
              <a:path w="10995" h="571411">
                <a:moveTo>
                  <a:pt x="0" y="571411"/>
                </a:moveTo>
                <a:lnTo>
                  <a:pt x="10995" y="571411"/>
                </a:lnTo>
                <a:lnTo>
                  <a:pt x="10995" y="0"/>
                </a:lnTo>
                <a:lnTo>
                  <a:pt x="0" y="0"/>
                </a:lnTo>
                <a:lnTo>
                  <a:pt x="0" y="571411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9680B-4CCA-4C72-B01A-8549BE4B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33" y="352474"/>
            <a:ext cx="2825652" cy="164831"/>
          </a:xfrm>
          <a:custGeom xmlns:a="http://schemas.openxmlformats.org/drawingml/2006/main">
            <a:pathLst>
              <a:path w="2825652" h="164831">
                <a:moveTo>
                  <a:pt x="2825652" y="164831"/>
                </a:moveTo>
                <a:lnTo>
                  <a:pt x="2825652" y="0"/>
                </a:lnTo>
                <a:lnTo>
                  <a:pt x="0" y="0"/>
                </a:lnTo>
                <a:lnTo>
                  <a:pt x="0" y="164831"/>
                </a:lnTo>
                <a:lnTo>
                  <a:pt x="2825652" y="1648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5BFB3F-5C0B-45DD-89A3-620D12F8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33" y="506317"/>
            <a:ext cx="2825652" cy="208785"/>
          </a:xfrm>
          <a:custGeom xmlns:a="http://schemas.openxmlformats.org/drawingml/2006/main">
            <a:pathLst>
              <a:path w="2825652" h="208785">
                <a:moveTo>
                  <a:pt x="0" y="0"/>
                </a:moveTo>
                <a:lnTo>
                  <a:pt x="0" y="208785"/>
                </a:lnTo>
                <a:lnTo>
                  <a:pt x="2825652" y="208785"/>
                </a:lnTo>
                <a:lnTo>
                  <a:pt x="282565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744B82-58AE-427B-9263-2ACA9EBA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733" y="704112"/>
            <a:ext cx="2825652" cy="208785"/>
          </a:xfrm>
          <a:custGeom xmlns:a="http://schemas.openxmlformats.org/drawingml/2006/main">
            <a:pathLst>
              <a:path w="2825652" h="208785">
                <a:moveTo>
                  <a:pt x="0" y="0"/>
                </a:moveTo>
                <a:lnTo>
                  <a:pt x="0" y="208785"/>
                </a:lnTo>
                <a:lnTo>
                  <a:pt x="2825652" y="208785"/>
                </a:lnTo>
                <a:lnTo>
                  <a:pt x="282565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0xffffffff12345678:">
            <a:extLst xmlns:a="http://schemas.openxmlformats.org/drawingml/2006/main">
              <a:ext uri="{FF2B5EF4-FFF2-40B4-BE49-F238E27FC236}">
                <a16:creationId xmlns:a16="http://schemas.microsoft.com/office/drawing/2014/main" id="{67794297-8657-4EC5-9DC4-01C3BFF4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2" y="381599"/>
            <a:ext cx="1425783" cy="92910"/>
          </a:xfrm>
          <a:custGeom xmlns:a="http://schemas.openxmlformats.org/drawingml/2006/main">
            <a:pathLst>
              <a:path w="1425783" h="92910">
                <a:moveTo>
                  <a:pt x="61201" y="49707"/>
                </a:moveTo>
                <a:cubicBezTo>
                  <a:pt x="61201" y="56145"/>
                  <a:pt x="60557" y="62015"/>
                  <a:pt x="59269" y="67316"/>
                </a:cubicBezTo>
                <a:cubicBezTo>
                  <a:pt x="57980" y="72618"/>
                  <a:pt x="56026" y="77168"/>
                  <a:pt x="53406" y="80966"/>
                </a:cubicBezTo>
                <a:cubicBezTo>
                  <a:pt x="50786" y="84765"/>
                  <a:pt x="47533" y="87706"/>
                  <a:pt x="43646" y="89787"/>
                </a:cubicBezTo>
                <a:cubicBezTo>
                  <a:pt x="39759" y="91869"/>
                  <a:pt x="35196" y="92910"/>
                  <a:pt x="29956" y="92910"/>
                </a:cubicBezTo>
                <a:cubicBezTo>
                  <a:pt x="25447" y="92910"/>
                  <a:pt x="21345" y="92062"/>
                  <a:pt x="17652" y="90367"/>
                </a:cubicBezTo>
                <a:cubicBezTo>
                  <a:pt x="13958" y="88671"/>
                  <a:pt x="10801" y="86064"/>
                  <a:pt x="8182" y="82544"/>
                </a:cubicBezTo>
                <a:cubicBezTo>
                  <a:pt x="5562" y="79024"/>
                  <a:pt x="3543" y="74538"/>
                  <a:pt x="2126" y="69087"/>
                </a:cubicBezTo>
                <a:cubicBezTo>
                  <a:pt x="709" y="63636"/>
                  <a:pt x="0" y="57175"/>
                  <a:pt x="0" y="49707"/>
                </a:cubicBezTo>
                <a:cubicBezTo>
                  <a:pt x="0" y="43268"/>
                  <a:pt x="655" y="37387"/>
                  <a:pt x="1965" y="32065"/>
                </a:cubicBezTo>
                <a:cubicBezTo>
                  <a:pt x="3275" y="26742"/>
                  <a:pt x="5229" y="22181"/>
                  <a:pt x="7827" y="18382"/>
                </a:cubicBezTo>
                <a:cubicBezTo>
                  <a:pt x="10426" y="14584"/>
                  <a:pt x="13679" y="11643"/>
                  <a:pt x="17587" y="9561"/>
                </a:cubicBezTo>
                <a:cubicBezTo>
                  <a:pt x="21496" y="7480"/>
                  <a:pt x="26048" y="6439"/>
                  <a:pt x="31245" y="6439"/>
                </a:cubicBezTo>
                <a:cubicBezTo>
                  <a:pt x="35754" y="6439"/>
                  <a:pt x="39856" y="7286"/>
                  <a:pt x="43550" y="8982"/>
                </a:cubicBezTo>
                <a:cubicBezTo>
                  <a:pt x="47243" y="10677"/>
                  <a:pt x="50400" y="13296"/>
                  <a:pt x="53020" y="16837"/>
                </a:cubicBezTo>
                <a:cubicBezTo>
                  <a:pt x="55640" y="20378"/>
                  <a:pt x="57658" y="24875"/>
                  <a:pt x="59075" y="30326"/>
                </a:cubicBezTo>
                <a:cubicBezTo>
                  <a:pt x="60493" y="35778"/>
                  <a:pt x="61201" y="42238"/>
                  <a:pt x="61201" y="49707"/>
                </a:cubicBezTo>
                <a:moveTo>
                  <a:pt x="49863" y="50093"/>
                </a:moveTo>
                <a:cubicBezTo>
                  <a:pt x="49863" y="48634"/>
                  <a:pt x="49809" y="47185"/>
                  <a:pt x="49702" y="45747"/>
                </a:cubicBezTo>
                <a:cubicBezTo>
                  <a:pt x="49595" y="44309"/>
                  <a:pt x="49476" y="42903"/>
                  <a:pt x="49348" y="41529"/>
                </a:cubicBezTo>
                <a:lnTo>
                  <a:pt x="13722" y="67992"/>
                </a:lnTo>
                <a:cubicBezTo>
                  <a:pt x="14366" y="70225"/>
                  <a:pt x="15182" y="72285"/>
                  <a:pt x="16170" y="74174"/>
                </a:cubicBezTo>
                <a:cubicBezTo>
                  <a:pt x="17158" y="76062"/>
                  <a:pt x="18350" y="77683"/>
                  <a:pt x="19745" y="79035"/>
                </a:cubicBezTo>
                <a:cubicBezTo>
                  <a:pt x="21141" y="80387"/>
                  <a:pt x="22730" y="81439"/>
                  <a:pt x="24513" y="82190"/>
                </a:cubicBezTo>
                <a:cubicBezTo>
                  <a:pt x="26295" y="82941"/>
                  <a:pt x="28324" y="83317"/>
                  <a:pt x="30601" y="83317"/>
                </a:cubicBezTo>
                <a:cubicBezTo>
                  <a:pt x="33521" y="83317"/>
                  <a:pt x="36173" y="82608"/>
                  <a:pt x="38557" y="81192"/>
                </a:cubicBezTo>
                <a:cubicBezTo>
                  <a:pt x="40940" y="79775"/>
                  <a:pt x="42970" y="77672"/>
                  <a:pt x="44645" y="74882"/>
                </a:cubicBezTo>
                <a:cubicBezTo>
                  <a:pt x="46320" y="72092"/>
                  <a:pt x="47608" y="68626"/>
                  <a:pt x="48510" y="64483"/>
                </a:cubicBezTo>
                <a:cubicBezTo>
                  <a:pt x="49412" y="60341"/>
                  <a:pt x="49863" y="55544"/>
                  <a:pt x="49863" y="50093"/>
                </a:cubicBezTo>
                <a:moveTo>
                  <a:pt x="11338" y="49320"/>
                </a:moveTo>
                <a:cubicBezTo>
                  <a:pt x="11338" y="50651"/>
                  <a:pt x="11349" y="51982"/>
                  <a:pt x="11371" y="53312"/>
                </a:cubicBezTo>
                <a:cubicBezTo>
                  <a:pt x="11392" y="54643"/>
                  <a:pt x="11467" y="55931"/>
                  <a:pt x="11596" y="57175"/>
                </a:cubicBezTo>
                <a:lnTo>
                  <a:pt x="47222" y="30841"/>
                </a:lnTo>
                <a:cubicBezTo>
                  <a:pt x="46577" y="28652"/>
                  <a:pt x="45761" y="26656"/>
                  <a:pt x="44774" y="24853"/>
                </a:cubicBezTo>
                <a:cubicBezTo>
                  <a:pt x="43786" y="23050"/>
                  <a:pt x="42605" y="21494"/>
                  <a:pt x="41230" y="20185"/>
                </a:cubicBezTo>
                <a:cubicBezTo>
                  <a:pt x="39856" y="18876"/>
                  <a:pt x="38288" y="17857"/>
                  <a:pt x="36528" y="17127"/>
                </a:cubicBezTo>
                <a:cubicBezTo>
                  <a:pt x="34767" y="16397"/>
                  <a:pt x="32791" y="16032"/>
                  <a:pt x="30601" y="16032"/>
                </a:cubicBezTo>
                <a:cubicBezTo>
                  <a:pt x="27680" y="16032"/>
                  <a:pt x="25028" y="16741"/>
                  <a:pt x="22644" y="18157"/>
                </a:cubicBezTo>
                <a:cubicBezTo>
                  <a:pt x="20261" y="19574"/>
                  <a:pt x="18232" y="21688"/>
                  <a:pt x="16557" y="24499"/>
                </a:cubicBezTo>
                <a:cubicBezTo>
                  <a:pt x="14882" y="27311"/>
                  <a:pt x="13593" y="30788"/>
                  <a:pt x="12691" y="34930"/>
                </a:cubicBezTo>
                <a:cubicBezTo>
                  <a:pt x="11789" y="39072"/>
                  <a:pt x="11338" y="43869"/>
                  <a:pt x="11338" y="49320"/>
                </a:cubicBezTo>
                <a:close/>
                <a:moveTo>
                  <a:pt x="139899" y="91751"/>
                </a:moveTo>
                <a:lnTo>
                  <a:pt x="125018" y="91751"/>
                </a:lnTo>
                <a:lnTo>
                  <a:pt x="107559" y="67091"/>
                </a:lnTo>
                <a:lnTo>
                  <a:pt x="90294" y="91751"/>
                </a:lnTo>
                <a:lnTo>
                  <a:pt x="75799" y="91751"/>
                </a:lnTo>
                <a:lnTo>
                  <a:pt x="100859" y="59300"/>
                </a:lnTo>
                <a:lnTo>
                  <a:pt x="76959" y="27107"/>
                </a:lnTo>
                <a:lnTo>
                  <a:pt x="91325" y="27107"/>
                </a:lnTo>
                <a:lnTo>
                  <a:pt x="108332" y="51960"/>
                </a:lnTo>
                <a:lnTo>
                  <a:pt x="125018" y="27107"/>
                </a:lnTo>
                <a:lnTo>
                  <a:pt x="138869" y="27107"/>
                </a:lnTo>
                <a:lnTo>
                  <a:pt x="114581" y="59558"/>
                </a:lnTo>
                <a:lnTo>
                  <a:pt x="139899" y="91751"/>
                </a:lnTo>
                <a:close/>
                <a:moveTo>
                  <a:pt x="215957" y="11203"/>
                </a:moveTo>
                <a:cubicBezTo>
                  <a:pt x="210073" y="9958"/>
                  <a:pt x="205005" y="9336"/>
                  <a:pt x="200753" y="9336"/>
                </a:cubicBezTo>
                <a:cubicBezTo>
                  <a:pt x="190660" y="9336"/>
                  <a:pt x="185614" y="14616"/>
                  <a:pt x="185614" y="25175"/>
                </a:cubicBezTo>
                <a:lnTo>
                  <a:pt x="185614" y="36507"/>
                </a:lnTo>
                <a:lnTo>
                  <a:pt x="213960" y="36507"/>
                </a:lnTo>
                <a:lnTo>
                  <a:pt x="213960" y="45843"/>
                </a:lnTo>
                <a:lnTo>
                  <a:pt x="185614" y="45843"/>
                </a:lnTo>
                <a:lnTo>
                  <a:pt x="185614" y="91751"/>
                </a:lnTo>
                <a:lnTo>
                  <a:pt x="174211" y="91751"/>
                </a:lnTo>
                <a:lnTo>
                  <a:pt x="174211" y="45843"/>
                </a:lnTo>
                <a:lnTo>
                  <a:pt x="153402" y="45843"/>
                </a:lnTo>
                <a:lnTo>
                  <a:pt x="153402" y="36507"/>
                </a:lnTo>
                <a:lnTo>
                  <a:pt x="174211" y="36507"/>
                </a:lnTo>
                <a:lnTo>
                  <a:pt x="174211" y="25819"/>
                </a:lnTo>
                <a:cubicBezTo>
                  <a:pt x="174211" y="8606"/>
                  <a:pt x="183187" y="0"/>
                  <a:pt x="201139" y="0"/>
                </a:cubicBezTo>
                <a:cubicBezTo>
                  <a:pt x="205606" y="0"/>
                  <a:pt x="210545" y="515"/>
                  <a:pt x="215957" y="1545"/>
                </a:cubicBezTo>
                <a:lnTo>
                  <a:pt x="215957" y="11203"/>
                </a:lnTo>
                <a:moveTo>
                  <a:pt x="148249" y="27107"/>
                </a:moveTo>
                <a:lnTo>
                  <a:pt x="148249" y="27107"/>
                </a:lnTo>
                <a:close/>
                <a:moveTo>
                  <a:pt x="292916" y="11203"/>
                </a:moveTo>
                <a:cubicBezTo>
                  <a:pt x="287032" y="9958"/>
                  <a:pt x="281964" y="9336"/>
                  <a:pt x="277712" y="9336"/>
                </a:cubicBezTo>
                <a:cubicBezTo>
                  <a:pt x="267619" y="9336"/>
                  <a:pt x="262573" y="14616"/>
                  <a:pt x="262573" y="25175"/>
                </a:cubicBezTo>
                <a:lnTo>
                  <a:pt x="262573" y="36507"/>
                </a:lnTo>
                <a:lnTo>
                  <a:pt x="290919" y="36507"/>
                </a:lnTo>
                <a:lnTo>
                  <a:pt x="290919" y="45843"/>
                </a:lnTo>
                <a:lnTo>
                  <a:pt x="262573" y="45843"/>
                </a:lnTo>
                <a:lnTo>
                  <a:pt x="262573" y="91751"/>
                </a:lnTo>
                <a:lnTo>
                  <a:pt x="251170" y="91751"/>
                </a:lnTo>
                <a:lnTo>
                  <a:pt x="251170" y="45843"/>
                </a:lnTo>
                <a:lnTo>
                  <a:pt x="230361" y="45843"/>
                </a:lnTo>
                <a:lnTo>
                  <a:pt x="230361" y="36507"/>
                </a:lnTo>
                <a:lnTo>
                  <a:pt x="251170" y="36507"/>
                </a:lnTo>
                <a:lnTo>
                  <a:pt x="251170" y="25819"/>
                </a:lnTo>
                <a:cubicBezTo>
                  <a:pt x="251170" y="8606"/>
                  <a:pt x="260146" y="0"/>
                  <a:pt x="278098" y="0"/>
                </a:cubicBezTo>
                <a:cubicBezTo>
                  <a:pt x="282565" y="0"/>
                  <a:pt x="287504" y="515"/>
                  <a:pt x="292916" y="1545"/>
                </a:cubicBezTo>
                <a:lnTo>
                  <a:pt x="292916" y="11203"/>
                </a:lnTo>
                <a:moveTo>
                  <a:pt x="225208" y="27107"/>
                </a:moveTo>
                <a:lnTo>
                  <a:pt x="225208" y="27107"/>
                </a:lnTo>
                <a:close/>
                <a:moveTo>
                  <a:pt x="369875" y="11203"/>
                </a:moveTo>
                <a:cubicBezTo>
                  <a:pt x="363991" y="9958"/>
                  <a:pt x="358923" y="9336"/>
                  <a:pt x="354671" y="9336"/>
                </a:cubicBezTo>
                <a:cubicBezTo>
                  <a:pt x="344578" y="9336"/>
                  <a:pt x="339532" y="14616"/>
                  <a:pt x="339532" y="25175"/>
                </a:cubicBezTo>
                <a:lnTo>
                  <a:pt x="339532" y="36507"/>
                </a:lnTo>
                <a:lnTo>
                  <a:pt x="367878" y="36507"/>
                </a:lnTo>
                <a:lnTo>
                  <a:pt x="367878" y="45843"/>
                </a:lnTo>
                <a:lnTo>
                  <a:pt x="339532" y="45843"/>
                </a:lnTo>
                <a:lnTo>
                  <a:pt x="339532" y="91751"/>
                </a:lnTo>
                <a:lnTo>
                  <a:pt x="328129" y="91751"/>
                </a:lnTo>
                <a:lnTo>
                  <a:pt x="328129" y="45843"/>
                </a:lnTo>
                <a:lnTo>
                  <a:pt x="307320" y="45843"/>
                </a:lnTo>
                <a:lnTo>
                  <a:pt x="307320" y="36507"/>
                </a:lnTo>
                <a:lnTo>
                  <a:pt x="328129" y="36507"/>
                </a:lnTo>
                <a:lnTo>
                  <a:pt x="328129" y="25819"/>
                </a:lnTo>
                <a:cubicBezTo>
                  <a:pt x="328129" y="8606"/>
                  <a:pt x="337105" y="0"/>
                  <a:pt x="355057" y="0"/>
                </a:cubicBezTo>
                <a:cubicBezTo>
                  <a:pt x="359524" y="0"/>
                  <a:pt x="364463" y="515"/>
                  <a:pt x="369875" y="1545"/>
                </a:cubicBezTo>
                <a:lnTo>
                  <a:pt x="369875" y="11203"/>
                </a:lnTo>
                <a:moveTo>
                  <a:pt x="302167" y="27107"/>
                </a:moveTo>
                <a:lnTo>
                  <a:pt x="302167" y="27107"/>
                </a:lnTo>
                <a:close/>
                <a:moveTo>
                  <a:pt x="446833" y="11203"/>
                </a:moveTo>
                <a:cubicBezTo>
                  <a:pt x="440950" y="9958"/>
                  <a:pt x="435882" y="9336"/>
                  <a:pt x="431630" y="9336"/>
                </a:cubicBezTo>
                <a:cubicBezTo>
                  <a:pt x="421537" y="9336"/>
                  <a:pt x="416491" y="14616"/>
                  <a:pt x="416491" y="25175"/>
                </a:cubicBezTo>
                <a:lnTo>
                  <a:pt x="416491" y="36507"/>
                </a:lnTo>
                <a:lnTo>
                  <a:pt x="444836" y="36507"/>
                </a:lnTo>
                <a:lnTo>
                  <a:pt x="444836" y="45843"/>
                </a:lnTo>
                <a:lnTo>
                  <a:pt x="416491" y="45843"/>
                </a:lnTo>
                <a:lnTo>
                  <a:pt x="416491" y="91751"/>
                </a:lnTo>
                <a:lnTo>
                  <a:pt x="405088" y="91751"/>
                </a:lnTo>
                <a:lnTo>
                  <a:pt x="405088" y="45843"/>
                </a:lnTo>
                <a:lnTo>
                  <a:pt x="384279" y="45843"/>
                </a:lnTo>
                <a:lnTo>
                  <a:pt x="384279" y="36507"/>
                </a:lnTo>
                <a:lnTo>
                  <a:pt x="405088" y="36507"/>
                </a:lnTo>
                <a:lnTo>
                  <a:pt x="405088" y="25819"/>
                </a:lnTo>
                <a:cubicBezTo>
                  <a:pt x="405088" y="8606"/>
                  <a:pt x="414064" y="0"/>
                  <a:pt x="432016" y="0"/>
                </a:cubicBezTo>
                <a:cubicBezTo>
                  <a:pt x="436483" y="0"/>
                  <a:pt x="441422" y="515"/>
                  <a:pt x="446833" y="1545"/>
                </a:cubicBezTo>
                <a:lnTo>
                  <a:pt x="446833" y="11203"/>
                </a:lnTo>
                <a:moveTo>
                  <a:pt x="379125" y="27107"/>
                </a:moveTo>
                <a:lnTo>
                  <a:pt x="379125" y="27107"/>
                </a:lnTo>
                <a:close/>
                <a:moveTo>
                  <a:pt x="523793" y="11203"/>
                </a:moveTo>
                <a:cubicBezTo>
                  <a:pt x="517909" y="9958"/>
                  <a:pt x="512841" y="9336"/>
                  <a:pt x="508589" y="9336"/>
                </a:cubicBezTo>
                <a:cubicBezTo>
                  <a:pt x="498496" y="9336"/>
                  <a:pt x="493450" y="14616"/>
                  <a:pt x="493450" y="25175"/>
                </a:cubicBezTo>
                <a:lnTo>
                  <a:pt x="493450" y="36507"/>
                </a:lnTo>
                <a:lnTo>
                  <a:pt x="521795" y="36507"/>
                </a:lnTo>
                <a:lnTo>
                  <a:pt x="521795" y="45843"/>
                </a:lnTo>
                <a:lnTo>
                  <a:pt x="493450" y="45843"/>
                </a:lnTo>
                <a:lnTo>
                  <a:pt x="493450" y="91751"/>
                </a:lnTo>
                <a:lnTo>
                  <a:pt x="482047" y="91751"/>
                </a:lnTo>
                <a:lnTo>
                  <a:pt x="482047" y="45843"/>
                </a:lnTo>
                <a:lnTo>
                  <a:pt x="461238" y="45843"/>
                </a:lnTo>
                <a:lnTo>
                  <a:pt x="461238" y="36507"/>
                </a:lnTo>
                <a:lnTo>
                  <a:pt x="482047" y="36507"/>
                </a:lnTo>
                <a:lnTo>
                  <a:pt x="482047" y="25819"/>
                </a:lnTo>
                <a:cubicBezTo>
                  <a:pt x="482047" y="8606"/>
                  <a:pt x="491023" y="0"/>
                  <a:pt x="508975" y="0"/>
                </a:cubicBezTo>
                <a:cubicBezTo>
                  <a:pt x="513442" y="0"/>
                  <a:pt x="518381" y="515"/>
                  <a:pt x="523793" y="1545"/>
                </a:cubicBezTo>
                <a:lnTo>
                  <a:pt x="523793" y="11203"/>
                </a:lnTo>
                <a:moveTo>
                  <a:pt x="456085" y="27107"/>
                </a:moveTo>
                <a:lnTo>
                  <a:pt x="456085" y="27107"/>
                </a:lnTo>
                <a:close/>
                <a:moveTo>
                  <a:pt x="600751" y="11203"/>
                </a:moveTo>
                <a:cubicBezTo>
                  <a:pt x="594867" y="9958"/>
                  <a:pt x="589799" y="9336"/>
                  <a:pt x="585548" y="9336"/>
                </a:cubicBezTo>
                <a:cubicBezTo>
                  <a:pt x="575455" y="9336"/>
                  <a:pt x="570408" y="14616"/>
                  <a:pt x="570408" y="25175"/>
                </a:cubicBezTo>
                <a:lnTo>
                  <a:pt x="570408" y="36507"/>
                </a:lnTo>
                <a:lnTo>
                  <a:pt x="598754" y="36507"/>
                </a:lnTo>
                <a:lnTo>
                  <a:pt x="598754" y="45843"/>
                </a:lnTo>
                <a:lnTo>
                  <a:pt x="570408" y="45843"/>
                </a:lnTo>
                <a:lnTo>
                  <a:pt x="570408" y="91751"/>
                </a:lnTo>
                <a:lnTo>
                  <a:pt x="559006" y="91751"/>
                </a:lnTo>
                <a:lnTo>
                  <a:pt x="559006" y="45843"/>
                </a:lnTo>
                <a:lnTo>
                  <a:pt x="538197" y="45843"/>
                </a:lnTo>
                <a:lnTo>
                  <a:pt x="538197" y="36507"/>
                </a:lnTo>
                <a:lnTo>
                  <a:pt x="559006" y="36507"/>
                </a:lnTo>
                <a:lnTo>
                  <a:pt x="559006" y="25819"/>
                </a:lnTo>
                <a:cubicBezTo>
                  <a:pt x="559006" y="8606"/>
                  <a:pt x="567982" y="0"/>
                  <a:pt x="585934" y="0"/>
                </a:cubicBezTo>
                <a:cubicBezTo>
                  <a:pt x="590401" y="0"/>
                  <a:pt x="595340" y="515"/>
                  <a:pt x="600751" y="1545"/>
                </a:cubicBezTo>
                <a:lnTo>
                  <a:pt x="600751" y="11203"/>
                </a:lnTo>
                <a:moveTo>
                  <a:pt x="533043" y="27107"/>
                </a:moveTo>
                <a:lnTo>
                  <a:pt x="533043" y="27107"/>
                </a:lnTo>
                <a:close/>
                <a:moveTo>
                  <a:pt x="677710" y="11203"/>
                </a:moveTo>
                <a:cubicBezTo>
                  <a:pt x="671826" y="9958"/>
                  <a:pt x="666759" y="9336"/>
                  <a:pt x="662507" y="9336"/>
                </a:cubicBezTo>
                <a:cubicBezTo>
                  <a:pt x="652414" y="9336"/>
                  <a:pt x="647367" y="14616"/>
                  <a:pt x="647367" y="25175"/>
                </a:cubicBezTo>
                <a:lnTo>
                  <a:pt x="647367" y="36507"/>
                </a:lnTo>
                <a:lnTo>
                  <a:pt x="675713" y="36507"/>
                </a:lnTo>
                <a:lnTo>
                  <a:pt x="675713" y="45843"/>
                </a:lnTo>
                <a:lnTo>
                  <a:pt x="647367" y="45843"/>
                </a:lnTo>
                <a:lnTo>
                  <a:pt x="647367" y="91751"/>
                </a:lnTo>
                <a:lnTo>
                  <a:pt x="635965" y="91751"/>
                </a:lnTo>
                <a:lnTo>
                  <a:pt x="635965" y="45843"/>
                </a:lnTo>
                <a:lnTo>
                  <a:pt x="615156" y="45843"/>
                </a:lnTo>
                <a:lnTo>
                  <a:pt x="615156" y="36507"/>
                </a:lnTo>
                <a:lnTo>
                  <a:pt x="635965" y="36507"/>
                </a:lnTo>
                <a:lnTo>
                  <a:pt x="635965" y="25819"/>
                </a:lnTo>
                <a:cubicBezTo>
                  <a:pt x="635965" y="8606"/>
                  <a:pt x="644941" y="0"/>
                  <a:pt x="662893" y="0"/>
                </a:cubicBezTo>
                <a:cubicBezTo>
                  <a:pt x="667360" y="0"/>
                  <a:pt x="672299" y="515"/>
                  <a:pt x="677710" y="1545"/>
                </a:cubicBezTo>
                <a:lnTo>
                  <a:pt x="677710" y="11203"/>
                </a:lnTo>
                <a:moveTo>
                  <a:pt x="610002" y="27107"/>
                </a:moveTo>
                <a:lnTo>
                  <a:pt x="610002" y="27107"/>
                </a:lnTo>
                <a:close/>
                <a:moveTo>
                  <a:pt x="754669" y="11203"/>
                </a:moveTo>
                <a:cubicBezTo>
                  <a:pt x="748785" y="9958"/>
                  <a:pt x="743717" y="9336"/>
                  <a:pt x="739465" y="9336"/>
                </a:cubicBezTo>
                <a:cubicBezTo>
                  <a:pt x="729373" y="9336"/>
                  <a:pt x="724326" y="14616"/>
                  <a:pt x="724326" y="25175"/>
                </a:cubicBezTo>
                <a:lnTo>
                  <a:pt x="724326" y="36507"/>
                </a:lnTo>
                <a:lnTo>
                  <a:pt x="752672" y="36507"/>
                </a:lnTo>
                <a:lnTo>
                  <a:pt x="752672" y="45843"/>
                </a:lnTo>
                <a:lnTo>
                  <a:pt x="724326" y="45843"/>
                </a:lnTo>
                <a:lnTo>
                  <a:pt x="724326" y="91751"/>
                </a:lnTo>
                <a:lnTo>
                  <a:pt x="712923" y="91751"/>
                </a:lnTo>
                <a:lnTo>
                  <a:pt x="712923" y="45843"/>
                </a:lnTo>
                <a:lnTo>
                  <a:pt x="692115" y="45843"/>
                </a:lnTo>
                <a:lnTo>
                  <a:pt x="692115" y="36507"/>
                </a:lnTo>
                <a:lnTo>
                  <a:pt x="712923" y="36507"/>
                </a:lnTo>
                <a:lnTo>
                  <a:pt x="712923" y="25819"/>
                </a:lnTo>
                <a:cubicBezTo>
                  <a:pt x="712923" y="8606"/>
                  <a:pt x="721900" y="0"/>
                  <a:pt x="739852" y="0"/>
                </a:cubicBezTo>
                <a:cubicBezTo>
                  <a:pt x="744319" y="0"/>
                  <a:pt x="749258" y="515"/>
                  <a:pt x="754669" y="1545"/>
                </a:cubicBezTo>
                <a:lnTo>
                  <a:pt x="754669" y="11203"/>
                </a:lnTo>
                <a:moveTo>
                  <a:pt x="686961" y="27107"/>
                </a:moveTo>
                <a:lnTo>
                  <a:pt x="686961" y="27107"/>
                </a:lnTo>
                <a:close/>
                <a:moveTo>
                  <a:pt x="828149" y="91751"/>
                </a:moveTo>
                <a:lnTo>
                  <a:pt x="775259" y="91751"/>
                </a:lnTo>
                <a:lnTo>
                  <a:pt x="775259" y="81321"/>
                </a:lnTo>
                <a:lnTo>
                  <a:pt x="796904" y="81321"/>
                </a:lnTo>
                <a:lnTo>
                  <a:pt x="796904" y="19896"/>
                </a:lnTo>
                <a:lnTo>
                  <a:pt x="776740" y="30841"/>
                </a:lnTo>
                <a:lnTo>
                  <a:pt x="772617" y="21312"/>
                </a:lnTo>
                <a:lnTo>
                  <a:pt x="799417" y="7211"/>
                </a:lnTo>
                <a:lnTo>
                  <a:pt x="809338" y="7211"/>
                </a:lnTo>
                <a:lnTo>
                  <a:pt x="809338" y="81321"/>
                </a:lnTo>
                <a:lnTo>
                  <a:pt x="828149" y="81321"/>
                </a:lnTo>
                <a:lnTo>
                  <a:pt x="828149" y="91751"/>
                </a:lnTo>
                <a:close/>
                <a:moveTo>
                  <a:pt x="905817" y="91751"/>
                </a:moveTo>
                <a:lnTo>
                  <a:pt x="850349" y="91751"/>
                </a:lnTo>
                <a:lnTo>
                  <a:pt x="850349" y="81707"/>
                </a:lnTo>
                <a:lnTo>
                  <a:pt x="872124" y="60073"/>
                </a:lnTo>
                <a:cubicBezTo>
                  <a:pt x="875689" y="56553"/>
                  <a:pt x="878588" y="53505"/>
                  <a:pt x="880821" y="50930"/>
                </a:cubicBezTo>
                <a:cubicBezTo>
                  <a:pt x="883054" y="48354"/>
                  <a:pt x="884794" y="46004"/>
                  <a:pt x="886039" y="43880"/>
                </a:cubicBezTo>
                <a:cubicBezTo>
                  <a:pt x="887285" y="41755"/>
                  <a:pt x="888122" y="39748"/>
                  <a:pt x="888552" y="37859"/>
                </a:cubicBezTo>
                <a:cubicBezTo>
                  <a:pt x="888981" y="35971"/>
                  <a:pt x="889196" y="33932"/>
                  <a:pt x="889196" y="31743"/>
                </a:cubicBezTo>
                <a:cubicBezTo>
                  <a:pt x="889196" y="29682"/>
                  <a:pt x="888917" y="27719"/>
                  <a:pt x="888359" y="25851"/>
                </a:cubicBezTo>
                <a:cubicBezTo>
                  <a:pt x="887800" y="23984"/>
                  <a:pt x="886941" y="22342"/>
                  <a:pt x="885782" y="20926"/>
                </a:cubicBezTo>
                <a:cubicBezTo>
                  <a:pt x="884622" y="19509"/>
                  <a:pt x="883119" y="18393"/>
                  <a:pt x="881272" y="17578"/>
                </a:cubicBezTo>
                <a:cubicBezTo>
                  <a:pt x="879425" y="16762"/>
                  <a:pt x="877213" y="16354"/>
                  <a:pt x="874637" y="16354"/>
                </a:cubicBezTo>
                <a:cubicBezTo>
                  <a:pt x="871072" y="16354"/>
                  <a:pt x="867829" y="17148"/>
                  <a:pt x="864909" y="18737"/>
                </a:cubicBezTo>
                <a:cubicBezTo>
                  <a:pt x="861988" y="20325"/>
                  <a:pt x="859304" y="22385"/>
                  <a:pt x="856856" y="24918"/>
                </a:cubicBezTo>
                <a:lnTo>
                  <a:pt x="850671" y="17513"/>
                </a:lnTo>
                <a:cubicBezTo>
                  <a:pt x="853850" y="14165"/>
                  <a:pt x="857511" y="11482"/>
                  <a:pt x="861655" y="9465"/>
                </a:cubicBezTo>
                <a:cubicBezTo>
                  <a:pt x="865800" y="7447"/>
                  <a:pt x="870621" y="6439"/>
                  <a:pt x="876118" y="6439"/>
                </a:cubicBezTo>
                <a:cubicBezTo>
                  <a:pt x="879855" y="6439"/>
                  <a:pt x="883258" y="6997"/>
                  <a:pt x="886329" y="8113"/>
                </a:cubicBezTo>
                <a:cubicBezTo>
                  <a:pt x="889400" y="9229"/>
                  <a:pt x="892052" y="10838"/>
                  <a:pt x="894285" y="12942"/>
                </a:cubicBezTo>
                <a:cubicBezTo>
                  <a:pt x="896519" y="15045"/>
                  <a:pt x="898247" y="17621"/>
                  <a:pt x="899471" y="20668"/>
                </a:cubicBezTo>
                <a:cubicBezTo>
                  <a:pt x="900695" y="23716"/>
                  <a:pt x="901307" y="27150"/>
                  <a:pt x="901307" y="30970"/>
                </a:cubicBezTo>
                <a:cubicBezTo>
                  <a:pt x="901307" y="34189"/>
                  <a:pt x="900878" y="37173"/>
                  <a:pt x="900019" y="39920"/>
                </a:cubicBezTo>
                <a:cubicBezTo>
                  <a:pt x="899160" y="42667"/>
                  <a:pt x="897861" y="45403"/>
                  <a:pt x="896121" y="48129"/>
                </a:cubicBezTo>
                <a:cubicBezTo>
                  <a:pt x="894382" y="50855"/>
                  <a:pt x="892192" y="53677"/>
                  <a:pt x="889550" y="56596"/>
                </a:cubicBezTo>
                <a:cubicBezTo>
                  <a:pt x="886909" y="59515"/>
                  <a:pt x="883785" y="62713"/>
                  <a:pt x="880177" y="66190"/>
                </a:cubicBezTo>
                <a:lnTo>
                  <a:pt x="864909" y="81063"/>
                </a:lnTo>
                <a:lnTo>
                  <a:pt x="905817" y="81063"/>
                </a:lnTo>
                <a:lnTo>
                  <a:pt x="905817" y="91751"/>
                </a:lnTo>
                <a:close/>
                <a:moveTo>
                  <a:pt x="981165" y="66190"/>
                </a:moveTo>
                <a:cubicBezTo>
                  <a:pt x="981165" y="69881"/>
                  <a:pt x="980414" y="73347"/>
                  <a:pt x="978910" y="76588"/>
                </a:cubicBezTo>
                <a:cubicBezTo>
                  <a:pt x="977407" y="79829"/>
                  <a:pt x="975152" y="82662"/>
                  <a:pt x="972146" y="85087"/>
                </a:cubicBezTo>
                <a:cubicBezTo>
                  <a:pt x="969140" y="87512"/>
                  <a:pt x="965360" y="89423"/>
                  <a:pt x="960808" y="90818"/>
                </a:cubicBezTo>
                <a:cubicBezTo>
                  <a:pt x="956255" y="92213"/>
                  <a:pt x="950951" y="92910"/>
                  <a:pt x="944895" y="92910"/>
                </a:cubicBezTo>
                <a:cubicBezTo>
                  <a:pt x="941545" y="92910"/>
                  <a:pt x="938539" y="92803"/>
                  <a:pt x="935876" y="92588"/>
                </a:cubicBezTo>
                <a:cubicBezTo>
                  <a:pt x="933213" y="92374"/>
                  <a:pt x="930722" y="92095"/>
                  <a:pt x="928403" y="91751"/>
                </a:cubicBezTo>
                <a:lnTo>
                  <a:pt x="928403" y="81707"/>
                </a:lnTo>
                <a:cubicBezTo>
                  <a:pt x="931066" y="82179"/>
                  <a:pt x="933879" y="82544"/>
                  <a:pt x="936843" y="82801"/>
                </a:cubicBezTo>
                <a:cubicBezTo>
                  <a:pt x="939806" y="83059"/>
                  <a:pt x="942834" y="83188"/>
                  <a:pt x="945926" y="83188"/>
                </a:cubicBezTo>
                <a:cubicBezTo>
                  <a:pt x="950135" y="83188"/>
                  <a:pt x="953732" y="82812"/>
                  <a:pt x="956717" y="82061"/>
                </a:cubicBezTo>
                <a:cubicBezTo>
                  <a:pt x="959702" y="81310"/>
                  <a:pt x="962139" y="80226"/>
                  <a:pt x="964029" y="78809"/>
                </a:cubicBezTo>
                <a:cubicBezTo>
                  <a:pt x="965919" y="77393"/>
                  <a:pt x="967293" y="75676"/>
                  <a:pt x="968152" y="73659"/>
                </a:cubicBezTo>
                <a:cubicBezTo>
                  <a:pt x="969011" y="71641"/>
                  <a:pt x="969440" y="69366"/>
                  <a:pt x="969440" y="66834"/>
                </a:cubicBezTo>
                <a:cubicBezTo>
                  <a:pt x="969440" y="64516"/>
                  <a:pt x="968925" y="62498"/>
                  <a:pt x="967894" y="60781"/>
                </a:cubicBezTo>
                <a:cubicBezTo>
                  <a:pt x="966863" y="59064"/>
                  <a:pt x="965414" y="57626"/>
                  <a:pt x="963546" y="56467"/>
                </a:cubicBezTo>
                <a:cubicBezTo>
                  <a:pt x="961677" y="55308"/>
                  <a:pt x="959444" y="54439"/>
                  <a:pt x="956846" y="53860"/>
                </a:cubicBezTo>
                <a:cubicBezTo>
                  <a:pt x="954247" y="53280"/>
                  <a:pt x="951402" y="52990"/>
                  <a:pt x="948310" y="52990"/>
                </a:cubicBezTo>
                <a:lnTo>
                  <a:pt x="938711" y="52990"/>
                </a:lnTo>
                <a:lnTo>
                  <a:pt x="938711" y="43783"/>
                </a:lnTo>
                <a:lnTo>
                  <a:pt x="948439" y="43783"/>
                </a:lnTo>
                <a:cubicBezTo>
                  <a:pt x="950973" y="43783"/>
                  <a:pt x="953281" y="43450"/>
                  <a:pt x="955364" y="42785"/>
                </a:cubicBezTo>
                <a:cubicBezTo>
                  <a:pt x="957447" y="42120"/>
                  <a:pt x="959229" y="41165"/>
                  <a:pt x="960711" y="39920"/>
                </a:cubicBezTo>
                <a:cubicBezTo>
                  <a:pt x="962193" y="38675"/>
                  <a:pt x="963331" y="37140"/>
                  <a:pt x="964125" y="35316"/>
                </a:cubicBezTo>
                <a:cubicBezTo>
                  <a:pt x="964920" y="33492"/>
                  <a:pt x="965317" y="31421"/>
                  <a:pt x="965317" y="29103"/>
                </a:cubicBezTo>
                <a:cubicBezTo>
                  <a:pt x="965317" y="24596"/>
                  <a:pt x="963943" y="21312"/>
                  <a:pt x="961194" y="19252"/>
                </a:cubicBezTo>
                <a:cubicBezTo>
                  <a:pt x="958446" y="17191"/>
                  <a:pt x="954408" y="16161"/>
                  <a:pt x="949083" y="16161"/>
                </a:cubicBezTo>
                <a:cubicBezTo>
                  <a:pt x="946248" y="16161"/>
                  <a:pt x="943328" y="16440"/>
                  <a:pt x="940321" y="16998"/>
                </a:cubicBezTo>
                <a:cubicBezTo>
                  <a:pt x="937315" y="17556"/>
                  <a:pt x="934094" y="18393"/>
                  <a:pt x="930658" y="19509"/>
                </a:cubicBezTo>
                <a:lnTo>
                  <a:pt x="930658" y="9722"/>
                </a:lnTo>
                <a:cubicBezTo>
                  <a:pt x="932118" y="9207"/>
                  <a:pt x="933675" y="8746"/>
                  <a:pt x="935329" y="8338"/>
                </a:cubicBezTo>
                <a:cubicBezTo>
                  <a:pt x="936982" y="7930"/>
                  <a:pt x="938636" y="7587"/>
                  <a:pt x="940289" y="7308"/>
                </a:cubicBezTo>
                <a:cubicBezTo>
                  <a:pt x="941943" y="7029"/>
                  <a:pt x="943585" y="6814"/>
                  <a:pt x="945217" y="6664"/>
                </a:cubicBezTo>
                <a:cubicBezTo>
                  <a:pt x="946850" y="6514"/>
                  <a:pt x="948417" y="6439"/>
                  <a:pt x="949920" y="6439"/>
                </a:cubicBezTo>
                <a:cubicBezTo>
                  <a:pt x="954387" y="6439"/>
                  <a:pt x="958317" y="6922"/>
                  <a:pt x="961710" y="7887"/>
                </a:cubicBezTo>
                <a:cubicBezTo>
                  <a:pt x="965103" y="8853"/>
                  <a:pt x="967937" y="10238"/>
                  <a:pt x="970213" y="12040"/>
                </a:cubicBezTo>
                <a:cubicBezTo>
                  <a:pt x="972490" y="13843"/>
                  <a:pt x="974208" y="16032"/>
                  <a:pt x="975367" y="18608"/>
                </a:cubicBezTo>
                <a:cubicBezTo>
                  <a:pt x="976527" y="21183"/>
                  <a:pt x="977107" y="24081"/>
                  <a:pt x="977107" y="27300"/>
                </a:cubicBezTo>
                <a:cubicBezTo>
                  <a:pt x="977107" y="32108"/>
                  <a:pt x="975872" y="36142"/>
                  <a:pt x="973402" y="39405"/>
                </a:cubicBezTo>
                <a:cubicBezTo>
                  <a:pt x="970933" y="42667"/>
                  <a:pt x="967551" y="45264"/>
                  <a:pt x="963256" y="47196"/>
                </a:cubicBezTo>
                <a:cubicBezTo>
                  <a:pt x="965446" y="47539"/>
                  <a:pt x="967604" y="48226"/>
                  <a:pt x="969730" y="49256"/>
                </a:cubicBezTo>
                <a:cubicBezTo>
                  <a:pt x="971856" y="50286"/>
                  <a:pt x="973767" y="51606"/>
                  <a:pt x="975464" y="53216"/>
                </a:cubicBezTo>
                <a:cubicBezTo>
                  <a:pt x="977160" y="54825"/>
                  <a:pt x="978535" y="56725"/>
                  <a:pt x="979587" y="58914"/>
                </a:cubicBezTo>
                <a:cubicBezTo>
                  <a:pt x="980639" y="61103"/>
                  <a:pt x="981165" y="63528"/>
                  <a:pt x="981165" y="66190"/>
                </a:cubicBezTo>
                <a:close/>
                <a:moveTo>
                  <a:pt x="1063922" y="73143"/>
                </a:moveTo>
                <a:lnTo>
                  <a:pt x="1049556" y="73143"/>
                </a:lnTo>
                <a:lnTo>
                  <a:pt x="1049556" y="91751"/>
                </a:lnTo>
                <a:lnTo>
                  <a:pt x="1038089" y="91751"/>
                </a:lnTo>
                <a:lnTo>
                  <a:pt x="1038089" y="73143"/>
                </a:lnTo>
                <a:lnTo>
                  <a:pt x="997567" y="73143"/>
                </a:lnTo>
                <a:lnTo>
                  <a:pt x="997567" y="63292"/>
                </a:lnTo>
                <a:lnTo>
                  <a:pt x="1033450" y="7598"/>
                </a:lnTo>
                <a:lnTo>
                  <a:pt x="1049556" y="7598"/>
                </a:lnTo>
                <a:lnTo>
                  <a:pt x="1049556" y="63292"/>
                </a:lnTo>
                <a:lnTo>
                  <a:pt x="1063922" y="63292"/>
                </a:lnTo>
                <a:lnTo>
                  <a:pt x="1063922" y="73143"/>
                </a:lnTo>
                <a:moveTo>
                  <a:pt x="1038089" y="18415"/>
                </a:moveTo>
                <a:lnTo>
                  <a:pt x="1008777" y="63292"/>
                </a:lnTo>
                <a:lnTo>
                  <a:pt x="1038089" y="63292"/>
                </a:lnTo>
                <a:lnTo>
                  <a:pt x="1038089" y="18415"/>
                </a:lnTo>
                <a:close/>
                <a:moveTo>
                  <a:pt x="1134568" y="64838"/>
                </a:moveTo>
                <a:cubicBezTo>
                  <a:pt x="1134568" y="69001"/>
                  <a:pt x="1133666" y="72800"/>
                  <a:pt x="1131862" y="76234"/>
                </a:cubicBezTo>
                <a:cubicBezTo>
                  <a:pt x="1130058" y="79668"/>
                  <a:pt x="1127578" y="82619"/>
                  <a:pt x="1124421" y="85087"/>
                </a:cubicBezTo>
                <a:cubicBezTo>
                  <a:pt x="1121265" y="87555"/>
                  <a:pt x="1117539" y="89476"/>
                  <a:pt x="1113244" y="90850"/>
                </a:cubicBezTo>
                <a:cubicBezTo>
                  <a:pt x="1108949" y="92223"/>
                  <a:pt x="1104311" y="92910"/>
                  <a:pt x="1099329" y="92910"/>
                </a:cubicBezTo>
                <a:cubicBezTo>
                  <a:pt x="1098083" y="92910"/>
                  <a:pt x="1096741" y="92878"/>
                  <a:pt x="1095302" y="92814"/>
                </a:cubicBezTo>
                <a:cubicBezTo>
                  <a:pt x="1093864" y="92749"/>
                  <a:pt x="1092436" y="92663"/>
                  <a:pt x="1091018" y="92556"/>
                </a:cubicBezTo>
                <a:cubicBezTo>
                  <a:pt x="1089601" y="92449"/>
                  <a:pt x="1088216" y="92331"/>
                  <a:pt x="1086863" y="92202"/>
                </a:cubicBezTo>
                <a:cubicBezTo>
                  <a:pt x="1085510" y="92073"/>
                  <a:pt x="1084297" y="91923"/>
                  <a:pt x="1083223" y="91751"/>
                </a:cubicBezTo>
                <a:lnTo>
                  <a:pt x="1083223" y="81578"/>
                </a:lnTo>
                <a:cubicBezTo>
                  <a:pt x="1085542" y="82136"/>
                  <a:pt x="1088195" y="82544"/>
                  <a:pt x="1091179" y="82801"/>
                </a:cubicBezTo>
                <a:cubicBezTo>
                  <a:pt x="1094164" y="83059"/>
                  <a:pt x="1097181" y="83188"/>
                  <a:pt x="1100231" y="83188"/>
                </a:cubicBezTo>
                <a:cubicBezTo>
                  <a:pt x="1103667" y="83188"/>
                  <a:pt x="1106759" y="82780"/>
                  <a:pt x="1109508" y="81964"/>
                </a:cubicBezTo>
                <a:cubicBezTo>
                  <a:pt x="1112256" y="81149"/>
                  <a:pt x="1114597" y="79979"/>
                  <a:pt x="1116530" y="78455"/>
                </a:cubicBezTo>
                <a:cubicBezTo>
                  <a:pt x="1118462" y="76932"/>
                  <a:pt x="1119944" y="75086"/>
                  <a:pt x="1120975" y="72918"/>
                </a:cubicBezTo>
                <a:cubicBezTo>
                  <a:pt x="1122006" y="70750"/>
                  <a:pt x="1122521" y="68314"/>
                  <a:pt x="1122521" y="65610"/>
                </a:cubicBezTo>
                <a:cubicBezTo>
                  <a:pt x="1122521" y="60373"/>
                  <a:pt x="1120642" y="56564"/>
                  <a:pt x="1116884" y="54182"/>
                </a:cubicBezTo>
                <a:cubicBezTo>
                  <a:pt x="1113126" y="51799"/>
                  <a:pt x="1107725" y="50608"/>
                  <a:pt x="1100682" y="50608"/>
                </a:cubicBezTo>
                <a:lnTo>
                  <a:pt x="1084705" y="50608"/>
                </a:lnTo>
                <a:lnTo>
                  <a:pt x="1084705" y="7598"/>
                </a:lnTo>
                <a:lnTo>
                  <a:pt x="1130058" y="7598"/>
                </a:lnTo>
                <a:lnTo>
                  <a:pt x="1130058" y="17384"/>
                </a:lnTo>
                <a:lnTo>
                  <a:pt x="1095270" y="17384"/>
                </a:lnTo>
                <a:lnTo>
                  <a:pt x="1095270" y="41014"/>
                </a:lnTo>
                <a:lnTo>
                  <a:pt x="1102614" y="41014"/>
                </a:lnTo>
                <a:cubicBezTo>
                  <a:pt x="1106652" y="41014"/>
                  <a:pt x="1110581" y="41379"/>
                  <a:pt x="1114404" y="42109"/>
                </a:cubicBezTo>
                <a:cubicBezTo>
                  <a:pt x="1118226" y="42839"/>
                  <a:pt x="1121630" y="44116"/>
                  <a:pt x="1124615" y="45940"/>
                </a:cubicBezTo>
                <a:cubicBezTo>
                  <a:pt x="1127600" y="47764"/>
                  <a:pt x="1130005" y="50211"/>
                  <a:pt x="1131830" y="53280"/>
                </a:cubicBezTo>
                <a:cubicBezTo>
                  <a:pt x="1133655" y="56349"/>
                  <a:pt x="1134568" y="60202"/>
                  <a:pt x="1134568" y="64838"/>
                </a:cubicBezTo>
                <a:close/>
                <a:moveTo>
                  <a:pt x="1214683" y="65095"/>
                </a:moveTo>
                <a:cubicBezTo>
                  <a:pt x="1214683" y="68958"/>
                  <a:pt x="1213985" y="72585"/>
                  <a:pt x="1212590" y="75976"/>
                </a:cubicBezTo>
                <a:cubicBezTo>
                  <a:pt x="1211194" y="79367"/>
                  <a:pt x="1209207" y="82319"/>
                  <a:pt x="1206631" y="84830"/>
                </a:cubicBezTo>
                <a:cubicBezTo>
                  <a:pt x="1204054" y="87341"/>
                  <a:pt x="1200951" y="89315"/>
                  <a:pt x="1197322" y="90753"/>
                </a:cubicBezTo>
                <a:cubicBezTo>
                  <a:pt x="1193692" y="92191"/>
                  <a:pt x="1189666" y="92910"/>
                  <a:pt x="1185242" y="92910"/>
                </a:cubicBezTo>
                <a:cubicBezTo>
                  <a:pt x="1180604" y="92910"/>
                  <a:pt x="1176502" y="92170"/>
                  <a:pt x="1172938" y="90689"/>
                </a:cubicBezTo>
                <a:cubicBezTo>
                  <a:pt x="1169373" y="89208"/>
                  <a:pt x="1166388" y="86933"/>
                  <a:pt x="1163983" y="83864"/>
                </a:cubicBezTo>
                <a:cubicBezTo>
                  <a:pt x="1161578" y="80795"/>
                  <a:pt x="1159753" y="76921"/>
                  <a:pt x="1158507" y="72242"/>
                </a:cubicBezTo>
                <a:cubicBezTo>
                  <a:pt x="1157262" y="67563"/>
                  <a:pt x="1156639" y="62026"/>
                  <a:pt x="1156639" y="55630"/>
                </a:cubicBezTo>
                <a:cubicBezTo>
                  <a:pt x="1156639" y="51338"/>
                  <a:pt x="1156918" y="47174"/>
                  <a:pt x="1157476" y="43139"/>
                </a:cubicBezTo>
                <a:cubicBezTo>
                  <a:pt x="1158035" y="39104"/>
                  <a:pt x="1158958" y="35305"/>
                  <a:pt x="1160246" y="31743"/>
                </a:cubicBezTo>
                <a:cubicBezTo>
                  <a:pt x="1161535" y="28180"/>
                  <a:pt x="1163253" y="24918"/>
                  <a:pt x="1165400" y="21956"/>
                </a:cubicBezTo>
                <a:cubicBezTo>
                  <a:pt x="1167548" y="18994"/>
                  <a:pt x="1170221" y="16451"/>
                  <a:pt x="1173421" y="14326"/>
                </a:cubicBezTo>
                <a:cubicBezTo>
                  <a:pt x="1176620" y="12201"/>
                  <a:pt x="1180389" y="10549"/>
                  <a:pt x="1184727" y="9368"/>
                </a:cubicBezTo>
                <a:cubicBezTo>
                  <a:pt x="1189065" y="8188"/>
                  <a:pt x="1194090" y="7598"/>
                  <a:pt x="1199802" y="7598"/>
                </a:cubicBezTo>
                <a:lnTo>
                  <a:pt x="1208112" y="7598"/>
                </a:lnTo>
                <a:lnTo>
                  <a:pt x="1208112" y="17384"/>
                </a:lnTo>
                <a:lnTo>
                  <a:pt x="1199093" y="17384"/>
                </a:lnTo>
                <a:cubicBezTo>
                  <a:pt x="1194068" y="17384"/>
                  <a:pt x="1189709" y="17985"/>
                  <a:pt x="1186015" y="19187"/>
                </a:cubicBezTo>
                <a:cubicBezTo>
                  <a:pt x="1182322" y="20389"/>
                  <a:pt x="1179230" y="22085"/>
                  <a:pt x="1176739" y="24274"/>
                </a:cubicBezTo>
                <a:cubicBezTo>
                  <a:pt x="1174248" y="26463"/>
                  <a:pt x="1172336" y="29103"/>
                  <a:pt x="1171005" y="32193"/>
                </a:cubicBezTo>
                <a:cubicBezTo>
                  <a:pt x="1169674" y="35284"/>
                  <a:pt x="1168836" y="38739"/>
                  <a:pt x="1168493" y="42560"/>
                </a:cubicBezTo>
                <a:lnTo>
                  <a:pt x="1168235" y="45200"/>
                </a:lnTo>
                <a:cubicBezTo>
                  <a:pt x="1170941" y="43611"/>
                  <a:pt x="1174065" y="42334"/>
                  <a:pt x="1177608" y="41369"/>
                </a:cubicBezTo>
                <a:cubicBezTo>
                  <a:pt x="1181152" y="40403"/>
                  <a:pt x="1184985" y="39920"/>
                  <a:pt x="1189108" y="39920"/>
                </a:cubicBezTo>
                <a:cubicBezTo>
                  <a:pt x="1193360" y="39920"/>
                  <a:pt x="1197085" y="40542"/>
                  <a:pt x="1200285" y="41787"/>
                </a:cubicBezTo>
                <a:cubicBezTo>
                  <a:pt x="1203485" y="43032"/>
                  <a:pt x="1206147" y="44760"/>
                  <a:pt x="1208273" y="46970"/>
                </a:cubicBezTo>
                <a:cubicBezTo>
                  <a:pt x="1210399" y="49181"/>
                  <a:pt x="1211999" y="51831"/>
                  <a:pt x="1213073" y="54922"/>
                </a:cubicBezTo>
                <a:cubicBezTo>
                  <a:pt x="1214147" y="58013"/>
                  <a:pt x="1214683" y="61404"/>
                  <a:pt x="1214683" y="65095"/>
                </a:cubicBezTo>
                <a:moveTo>
                  <a:pt x="1202959" y="65803"/>
                </a:moveTo>
                <a:cubicBezTo>
                  <a:pt x="1202959" y="63228"/>
                  <a:pt x="1202647" y="60899"/>
                  <a:pt x="1202024" y="58817"/>
                </a:cubicBezTo>
                <a:cubicBezTo>
                  <a:pt x="1201402" y="56736"/>
                  <a:pt x="1200425" y="54976"/>
                  <a:pt x="1199093" y="53538"/>
                </a:cubicBezTo>
                <a:cubicBezTo>
                  <a:pt x="1197762" y="52100"/>
                  <a:pt x="1196076" y="50984"/>
                  <a:pt x="1194036" y="50190"/>
                </a:cubicBezTo>
                <a:cubicBezTo>
                  <a:pt x="1191996" y="49395"/>
                  <a:pt x="1189559" y="48998"/>
                  <a:pt x="1186724" y="48998"/>
                </a:cubicBezTo>
                <a:cubicBezTo>
                  <a:pt x="1185092" y="48998"/>
                  <a:pt x="1183439" y="49149"/>
                  <a:pt x="1181764" y="49449"/>
                </a:cubicBezTo>
                <a:cubicBezTo>
                  <a:pt x="1180089" y="49750"/>
                  <a:pt x="1178446" y="50168"/>
                  <a:pt x="1176835" y="50705"/>
                </a:cubicBezTo>
                <a:cubicBezTo>
                  <a:pt x="1175225" y="51241"/>
                  <a:pt x="1173689" y="51853"/>
                  <a:pt x="1172229" y="52540"/>
                </a:cubicBezTo>
                <a:cubicBezTo>
                  <a:pt x="1170769" y="53226"/>
                  <a:pt x="1169437" y="53956"/>
                  <a:pt x="1168235" y="54729"/>
                </a:cubicBezTo>
                <a:cubicBezTo>
                  <a:pt x="1168235" y="60266"/>
                  <a:pt x="1168621" y="64891"/>
                  <a:pt x="1169394" y="68604"/>
                </a:cubicBezTo>
                <a:cubicBezTo>
                  <a:pt x="1170167" y="72317"/>
                  <a:pt x="1171316" y="75290"/>
                  <a:pt x="1172841" y="77522"/>
                </a:cubicBezTo>
                <a:cubicBezTo>
                  <a:pt x="1174366" y="79754"/>
                  <a:pt x="1176245" y="81342"/>
                  <a:pt x="1178478" y="82286"/>
                </a:cubicBezTo>
                <a:cubicBezTo>
                  <a:pt x="1180711" y="83231"/>
                  <a:pt x="1183288" y="83703"/>
                  <a:pt x="1186209" y="83703"/>
                </a:cubicBezTo>
                <a:cubicBezTo>
                  <a:pt x="1188657" y="83703"/>
                  <a:pt x="1190901" y="83306"/>
                  <a:pt x="1192941" y="82512"/>
                </a:cubicBezTo>
                <a:cubicBezTo>
                  <a:pt x="1194981" y="81718"/>
                  <a:pt x="1196742" y="80548"/>
                  <a:pt x="1198223" y="79003"/>
                </a:cubicBezTo>
                <a:cubicBezTo>
                  <a:pt x="1199705" y="77457"/>
                  <a:pt x="1200865" y="75579"/>
                  <a:pt x="1201702" y="73369"/>
                </a:cubicBezTo>
                <a:cubicBezTo>
                  <a:pt x="1202540" y="71158"/>
                  <a:pt x="1202959" y="68636"/>
                  <a:pt x="1202959" y="65803"/>
                </a:cubicBezTo>
                <a:close/>
                <a:moveTo>
                  <a:pt x="1290161" y="18028"/>
                </a:moveTo>
                <a:lnTo>
                  <a:pt x="1254857" y="91751"/>
                </a:lnTo>
                <a:lnTo>
                  <a:pt x="1242037" y="91751"/>
                </a:lnTo>
                <a:lnTo>
                  <a:pt x="1278694" y="18028"/>
                </a:lnTo>
                <a:lnTo>
                  <a:pt x="1233211" y="18028"/>
                </a:lnTo>
                <a:lnTo>
                  <a:pt x="1233211" y="7598"/>
                </a:lnTo>
                <a:lnTo>
                  <a:pt x="1290161" y="7598"/>
                </a:lnTo>
                <a:lnTo>
                  <a:pt x="1290161" y="18028"/>
                </a:lnTo>
                <a:close/>
                <a:moveTo>
                  <a:pt x="1367571" y="70632"/>
                </a:moveTo>
                <a:cubicBezTo>
                  <a:pt x="1367571" y="74195"/>
                  <a:pt x="1366841" y="77361"/>
                  <a:pt x="1365380" y="80129"/>
                </a:cubicBezTo>
                <a:cubicBezTo>
                  <a:pt x="1363920" y="82898"/>
                  <a:pt x="1361880" y="85227"/>
                  <a:pt x="1359260" y="87115"/>
                </a:cubicBezTo>
                <a:cubicBezTo>
                  <a:pt x="1356640" y="89004"/>
                  <a:pt x="1353548" y="90442"/>
                  <a:pt x="1349983" y="91429"/>
                </a:cubicBezTo>
                <a:cubicBezTo>
                  <a:pt x="1346419" y="92417"/>
                  <a:pt x="1342553" y="92910"/>
                  <a:pt x="1338387" y="92910"/>
                </a:cubicBezTo>
                <a:cubicBezTo>
                  <a:pt x="1333792" y="92910"/>
                  <a:pt x="1329744" y="92395"/>
                  <a:pt x="1326244" y="91365"/>
                </a:cubicBezTo>
                <a:cubicBezTo>
                  <a:pt x="1322743" y="90335"/>
                  <a:pt x="1319812" y="88897"/>
                  <a:pt x="1317450" y="87051"/>
                </a:cubicBezTo>
                <a:cubicBezTo>
                  <a:pt x="1315088" y="85205"/>
                  <a:pt x="1313306" y="83016"/>
                  <a:pt x="1312103" y="80484"/>
                </a:cubicBezTo>
                <a:cubicBezTo>
                  <a:pt x="1310900" y="77951"/>
                  <a:pt x="1310299" y="75161"/>
                  <a:pt x="1310299" y="72113"/>
                </a:cubicBezTo>
                <a:cubicBezTo>
                  <a:pt x="1310299" y="66962"/>
                  <a:pt x="1311738" y="62520"/>
                  <a:pt x="1314615" y="58785"/>
                </a:cubicBezTo>
                <a:cubicBezTo>
                  <a:pt x="1317493" y="55051"/>
                  <a:pt x="1321938" y="51660"/>
                  <a:pt x="1327951" y="48612"/>
                </a:cubicBezTo>
                <a:cubicBezTo>
                  <a:pt x="1322454" y="45822"/>
                  <a:pt x="1318438" y="42721"/>
                  <a:pt x="1315904" y="39308"/>
                </a:cubicBezTo>
                <a:cubicBezTo>
                  <a:pt x="1313370" y="35896"/>
                  <a:pt x="1312103" y="31979"/>
                  <a:pt x="1312103" y="27558"/>
                </a:cubicBezTo>
                <a:cubicBezTo>
                  <a:pt x="1312103" y="24853"/>
                  <a:pt x="1312661" y="22235"/>
                  <a:pt x="1313778" y="19702"/>
                </a:cubicBezTo>
                <a:cubicBezTo>
                  <a:pt x="1314895" y="17170"/>
                  <a:pt x="1316580" y="14916"/>
                  <a:pt x="1318835" y="12942"/>
                </a:cubicBezTo>
                <a:cubicBezTo>
                  <a:pt x="1321090" y="10967"/>
                  <a:pt x="1323914" y="9390"/>
                  <a:pt x="1327307" y="8209"/>
                </a:cubicBezTo>
                <a:cubicBezTo>
                  <a:pt x="1330700" y="7029"/>
                  <a:pt x="1334694" y="6439"/>
                  <a:pt x="1339289" y="6439"/>
                </a:cubicBezTo>
                <a:cubicBezTo>
                  <a:pt x="1343627" y="6439"/>
                  <a:pt x="1347439" y="6900"/>
                  <a:pt x="1350724" y="7823"/>
                </a:cubicBezTo>
                <a:cubicBezTo>
                  <a:pt x="1354010" y="8746"/>
                  <a:pt x="1356769" y="10066"/>
                  <a:pt x="1359003" y="11783"/>
                </a:cubicBezTo>
                <a:cubicBezTo>
                  <a:pt x="1361236" y="13500"/>
                  <a:pt x="1362911" y="15582"/>
                  <a:pt x="1364027" y="18028"/>
                </a:cubicBezTo>
                <a:cubicBezTo>
                  <a:pt x="1365144" y="20475"/>
                  <a:pt x="1365702" y="23201"/>
                  <a:pt x="1365702" y="26205"/>
                </a:cubicBezTo>
                <a:cubicBezTo>
                  <a:pt x="1365702" y="31099"/>
                  <a:pt x="1364339" y="35263"/>
                  <a:pt x="1361612" y="38696"/>
                </a:cubicBezTo>
                <a:cubicBezTo>
                  <a:pt x="1358884" y="42130"/>
                  <a:pt x="1355008" y="45135"/>
                  <a:pt x="1349983" y="47711"/>
                </a:cubicBezTo>
                <a:cubicBezTo>
                  <a:pt x="1352474" y="48955"/>
                  <a:pt x="1354794" y="50329"/>
                  <a:pt x="1356941" y="51831"/>
                </a:cubicBezTo>
                <a:cubicBezTo>
                  <a:pt x="1359088" y="53334"/>
                  <a:pt x="1360957" y="55008"/>
                  <a:pt x="1362546" y="56854"/>
                </a:cubicBezTo>
                <a:cubicBezTo>
                  <a:pt x="1364135" y="58699"/>
                  <a:pt x="1365370" y="60760"/>
                  <a:pt x="1366250" y="63035"/>
                </a:cubicBezTo>
                <a:cubicBezTo>
                  <a:pt x="1367131" y="65310"/>
                  <a:pt x="1367571" y="67842"/>
                  <a:pt x="1367571" y="70632"/>
                </a:cubicBezTo>
                <a:moveTo>
                  <a:pt x="1354235" y="27107"/>
                </a:moveTo>
                <a:cubicBezTo>
                  <a:pt x="1354235" y="23287"/>
                  <a:pt x="1352893" y="20443"/>
                  <a:pt x="1350209" y="18576"/>
                </a:cubicBezTo>
                <a:cubicBezTo>
                  <a:pt x="1347525" y="16708"/>
                  <a:pt x="1343756" y="15775"/>
                  <a:pt x="1338903" y="15775"/>
                </a:cubicBezTo>
                <a:cubicBezTo>
                  <a:pt x="1334093" y="15775"/>
                  <a:pt x="1330345" y="16698"/>
                  <a:pt x="1327661" y="18543"/>
                </a:cubicBezTo>
                <a:cubicBezTo>
                  <a:pt x="1324977" y="20389"/>
                  <a:pt x="1323635" y="23158"/>
                  <a:pt x="1323635" y="26849"/>
                </a:cubicBezTo>
                <a:cubicBezTo>
                  <a:pt x="1323635" y="28523"/>
                  <a:pt x="1323957" y="30069"/>
                  <a:pt x="1324601" y="31485"/>
                </a:cubicBezTo>
                <a:cubicBezTo>
                  <a:pt x="1325245" y="32902"/>
                  <a:pt x="1326244" y="34232"/>
                  <a:pt x="1327597" y="35477"/>
                </a:cubicBezTo>
                <a:cubicBezTo>
                  <a:pt x="1328949" y="36722"/>
                  <a:pt x="1330635" y="37945"/>
                  <a:pt x="1332654" y="39147"/>
                </a:cubicBezTo>
                <a:cubicBezTo>
                  <a:pt x="1334672" y="40349"/>
                  <a:pt x="1337077" y="41572"/>
                  <a:pt x="1339869" y="42817"/>
                </a:cubicBezTo>
                <a:cubicBezTo>
                  <a:pt x="1344722" y="40542"/>
                  <a:pt x="1348330" y="38171"/>
                  <a:pt x="1350692" y="35702"/>
                </a:cubicBezTo>
                <a:cubicBezTo>
                  <a:pt x="1353054" y="33234"/>
                  <a:pt x="1354235" y="30369"/>
                  <a:pt x="1354235" y="27107"/>
                </a:cubicBezTo>
                <a:moveTo>
                  <a:pt x="1355395" y="71469"/>
                </a:moveTo>
                <a:cubicBezTo>
                  <a:pt x="1355395" y="69881"/>
                  <a:pt x="1355137" y="68336"/>
                  <a:pt x="1354622" y="66834"/>
                </a:cubicBezTo>
                <a:cubicBezTo>
                  <a:pt x="1354106" y="65331"/>
                  <a:pt x="1353183" y="63850"/>
                  <a:pt x="1351852" y="62391"/>
                </a:cubicBezTo>
                <a:cubicBezTo>
                  <a:pt x="1350520" y="60931"/>
                  <a:pt x="1348738" y="59472"/>
                  <a:pt x="1346505" y="58013"/>
                </a:cubicBezTo>
                <a:cubicBezTo>
                  <a:pt x="1344271" y="56553"/>
                  <a:pt x="1341437" y="55051"/>
                  <a:pt x="1338001" y="53505"/>
                </a:cubicBezTo>
                <a:cubicBezTo>
                  <a:pt x="1335080" y="54922"/>
                  <a:pt x="1332622" y="56328"/>
                  <a:pt x="1330624" y="57723"/>
                </a:cubicBezTo>
                <a:cubicBezTo>
                  <a:pt x="1328627" y="59118"/>
                  <a:pt x="1327017" y="60534"/>
                  <a:pt x="1325793" y="61972"/>
                </a:cubicBezTo>
                <a:cubicBezTo>
                  <a:pt x="1324569" y="63410"/>
                  <a:pt x="1323699" y="64902"/>
                  <a:pt x="1323184" y="66447"/>
                </a:cubicBezTo>
                <a:cubicBezTo>
                  <a:pt x="1322668" y="67992"/>
                  <a:pt x="1322411" y="69624"/>
                  <a:pt x="1322411" y="71341"/>
                </a:cubicBezTo>
                <a:cubicBezTo>
                  <a:pt x="1322411" y="73272"/>
                  <a:pt x="1322829" y="74978"/>
                  <a:pt x="1323667" y="76459"/>
                </a:cubicBezTo>
                <a:cubicBezTo>
                  <a:pt x="1324504" y="77940"/>
                  <a:pt x="1325653" y="79196"/>
                  <a:pt x="1327113" y="80226"/>
                </a:cubicBezTo>
                <a:cubicBezTo>
                  <a:pt x="1328574" y="81256"/>
                  <a:pt x="1330313" y="82029"/>
                  <a:pt x="1332332" y="82544"/>
                </a:cubicBezTo>
                <a:cubicBezTo>
                  <a:pt x="1334350" y="83059"/>
                  <a:pt x="1336541" y="83317"/>
                  <a:pt x="1338903" y="83317"/>
                </a:cubicBezTo>
                <a:cubicBezTo>
                  <a:pt x="1341179" y="83317"/>
                  <a:pt x="1343326" y="83080"/>
                  <a:pt x="1345345" y="82608"/>
                </a:cubicBezTo>
                <a:cubicBezTo>
                  <a:pt x="1347364" y="82136"/>
                  <a:pt x="1349114" y="81417"/>
                  <a:pt x="1350595" y="80451"/>
                </a:cubicBezTo>
                <a:cubicBezTo>
                  <a:pt x="1352077" y="79486"/>
                  <a:pt x="1353247" y="78262"/>
                  <a:pt x="1354106" y="76781"/>
                </a:cubicBezTo>
                <a:cubicBezTo>
                  <a:pt x="1354965" y="75300"/>
                  <a:pt x="1355395" y="73530"/>
                  <a:pt x="1355395" y="71469"/>
                </a:cubicBezTo>
                <a:close/>
                <a:moveTo>
                  <a:pt x="1415862" y="25948"/>
                </a:moveTo>
                <a:cubicBezTo>
                  <a:pt x="1417193" y="25948"/>
                  <a:pt x="1418460" y="26216"/>
                  <a:pt x="1419663" y="26753"/>
                </a:cubicBezTo>
                <a:cubicBezTo>
                  <a:pt x="1420865" y="27289"/>
                  <a:pt x="1421917" y="28008"/>
                  <a:pt x="1422819" y="28910"/>
                </a:cubicBezTo>
                <a:cubicBezTo>
                  <a:pt x="1423721" y="29811"/>
                  <a:pt x="1424441" y="30863"/>
                  <a:pt x="1424978" y="32065"/>
                </a:cubicBezTo>
                <a:cubicBezTo>
                  <a:pt x="1425514" y="33267"/>
                  <a:pt x="1425783" y="34533"/>
                  <a:pt x="1425783" y="35863"/>
                </a:cubicBezTo>
                <a:cubicBezTo>
                  <a:pt x="1425783" y="37237"/>
                  <a:pt x="1425514" y="38514"/>
                  <a:pt x="1424978" y="39694"/>
                </a:cubicBezTo>
                <a:cubicBezTo>
                  <a:pt x="1424441" y="40875"/>
                  <a:pt x="1423721" y="41916"/>
                  <a:pt x="1422819" y="42817"/>
                </a:cubicBezTo>
                <a:cubicBezTo>
                  <a:pt x="1421917" y="43719"/>
                  <a:pt x="1420865" y="44427"/>
                  <a:pt x="1419663" y="44942"/>
                </a:cubicBezTo>
                <a:cubicBezTo>
                  <a:pt x="1418460" y="45457"/>
                  <a:pt x="1417193" y="45715"/>
                  <a:pt x="1415862" y="45715"/>
                </a:cubicBezTo>
                <a:cubicBezTo>
                  <a:pt x="1414487" y="45715"/>
                  <a:pt x="1413210" y="45457"/>
                  <a:pt x="1412029" y="44942"/>
                </a:cubicBezTo>
                <a:cubicBezTo>
                  <a:pt x="1410848" y="44427"/>
                  <a:pt x="1409806" y="43719"/>
                  <a:pt x="1408904" y="42817"/>
                </a:cubicBezTo>
                <a:cubicBezTo>
                  <a:pt x="1408002" y="41916"/>
                  <a:pt x="1407294" y="40875"/>
                  <a:pt x="1406778" y="39694"/>
                </a:cubicBezTo>
                <a:cubicBezTo>
                  <a:pt x="1406263" y="38514"/>
                  <a:pt x="1406005" y="37237"/>
                  <a:pt x="1406005" y="35863"/>
                </a:cubicBezTo>
                <a:cubicBezTo>
                  <a:pt x="1406005" y="34533"/>
                  <a:pt x="1406263" y="33267"/>
                  <a:pt x="1406778" y="32065"/>
                </a:cubicBezTo>
                <a:cubicBezTo>
                  <a:pt x="1407294" y="30863"/>
                  <a:pt x="1408002" y="29811"/>
                  <a:pt x="1408904" y="28910"/>
                </a:cubicBezTo>
                <a:cubicBezTo>
                  <a:pt x="1409806" y="28008"/>
                  <a:pt x="1410848" y="27289"/>
                  <a:pt x="1412029" y="26753"/>
                </a:cubicBezTo>
                <a:cubicBezTo>
                  <a:pt x="1413210" y="26216"/>
                  <a:pt x="1414487" y="25948"/>
                  <a:pt x="1415862" y="25948"/>
                </a:cubicBezTo>
                <a:moveTo>
                  <a:pt x="1415862" y="73143"/>
                </a:moveTo>
                <a:cubicBezTo>
                  <a:pt x="1417193" y="73143"/>
                  <a:pt x="1418460" y="73412"/>
                  <a:pt x="1419663" y="73948"/>
                </a:cubicBezTo>
                <a:cubicBezTo>
                  <a:pt x="1420865" y="74485"/>
                  <a:pt x="1421917" y="75204"/>
                  <a:pt x="1422819" y="76105"/>
                </a:cubicBezTo>
                <a:cubicBezTo>
                  <a:pt x="1423721" y="77007"/>
                  <a:pt x="1424441" y="78058"/>
                  <a:pt x="1424978" y="79260"/>
                </a:cubicBezTo>
                <a:cubicBezTo>
                  <a:pt x="1425514" y="80462"/>
                  <a:pt x="1425783" y="81728"/>
                  <a:pt x="1425783" y="83059"/>
                </a:cubicBezTo>
                <a:cubicBezTo>
                  <a:pt x="1425783" y="84433"/>
                  <a:pt x="1425514" y="85710"/>
                  <a:pt x="1424978" y="86890"/>
                </a:cubicBezTo>
                <a:cubicBezTo>
                  <a:pt x="1424441" y="88070"/>
                  <a:pt x="1423721" y="89111"/>
                  <a:pt x="1422819" y="90013"/>
                </a:cubicBezTo>
                <a:cubicBezTo>
                  <a:pt x="1421917" y="90914"/>
                  <a:pt x="1420865" y="91622"/>
                  <a:pt x="1419663" y="92138"/>
                </a:cubicBezTo>
                <a:cubicBezTo>
                  <a:pt x="1418460" y="92653"/>
                  <a:pt x="1417193" y="92910"/>
                  <a:pt x="1415862" y="92910"/>
                </a:cubicBezTo>
                <a:cubicBezTo>
                  <a:pt x="1414487" y="92910"/>
                  <a:pt x="1413210" y="92653"/>
                  <a:pt x="1412029" y="92138"/>
                </a:cubicBezTo>
                <a:cubicBezTo>
                  <a:pt x="1410848" y="91622"/>
                  <a:pt x="1409806" y="90914"/>
                  <a:pt x="1408904" y="90013"/>
                </a:cubicBezTo>
                <a:cubicBezTo>
                  <a:pt x="1408002" y="89111"/>
                  <a:pt x="1407294" y="88070"/>
                  <a:pt x="1406778" y="86890"/>
                </a:cubicBezTo>
                <a:cubicBezTo>
                  <a:pt x="1406263" y="85710"/>
                  <a:pt x="1406005" y="84433"/>
                  <a:pt x="1406005" y="83059"/>
                </a:cubicBezTo>
                <a:cubicBezTo>
                  <a:pt x="1406005" y="81728"/>
                  <a:pt x="1406263" y="80462"/>
                  <a:pt x="1406778" y="79260"/>
                </a:cubicBezTo>
                <a:cubicBezTo>
                  <a:pt x="1407294" y="78058"/>
                  <a:pt x="1408002" y="77007"/>
                  <a:pt x="1408904" y="76105"/>
                </a:cubicBezTo>
                <a:cubicBezTo>
                  <a:pt x="1409806" y="75204"/>
                  <a:pt x="1410848" y="74485"/>
                  <a:pt x="1412029" y="73948"/>
                </a:cubicBezTo>
                <a:cubicBezTo>
                  <a:pt x="1413210" y="73412"/>
                  <a:pt x="1414487" y="73143"/>
                  <a:pt x="1415862" y="73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cmpb">
            <a:extLst xmlns:a="http://schemas.openxmlformats.org/drawingml/2006/main">
              <a:ext uri="{FF2B5EF4-FFF2-40B4-BE49-F238E27FC236}">
                <a16:creationId xmlns:a16="http://schemas.microsoft.com/office/drawing/2014/main" id="{2A0AE2A7-C727-43ED-B337-C1FC9568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169" y="393360"/>
            <a:ext cx="286280" cy="112957"/>
          </a:xfrm>
          <a:custGeom xmlns:a="http://schemas.openxmlformats.org/drawingml/2006/main">
            <a:pathLst>
              <a:path w="286280" h="112957">
                <a:moveTo>
                  <a:pt x="50378" y="88596"/>
                </a:moveTo>
                <a:cubicBezTo>
                  <a:pt x="47458" y="89712"/>
                  <a:pt x="44462" y="90539"/>
                  <a:pt x="41391" y="91075"/>
                </a:cubicBezTo>
                <a:cubicBezTo>
                  <a:pt x="38321" y="91612"/>
                  <a:pt x="35153" y="91880"/>
                  <a:pt x="31889" y="91880"/>
                </a:cubicBezTo>
                <a:cubicBezTo>
                  <a:pt x="21667" y="91880"/>
                  <a:pt x="13797" y="89111"/>
                  <a:pt x="8278" y="83574"/>
                </a:cubicBezTo>
                <a:cubicBezTo>
                  <a:pt x="2759" y="78037"/>
                  <a:pt x="0" y="69946"/>
                  <a:pt x="0" y="59300"/>
                </a:cubicBezTo>
                <a:cubicBezTo>
                  <a:pt x="0" y="54192"/>
                  <a:pt x="795" y="49556"/>
                  <a:pt x="2384" y="45393"/>
                </a:cubicBezTo>
                <a:cubicBezTo>
                  <a:pt x="3973" y="41229"/>
                  <a:pt x="6206" y="37666"/>
                  <a:pt x="9084" y="34704"/>
                </a:cubicBezTo>
                <a:cubicBezTo>
                  <a:pt x="11961" y="31743"/>
                  <a:pt x="15397" y="29457"/>
                  <a:pt x="19391" y="27847"/>
                </a:cubicBezTo>
                <a:cubicBezTo>
                  <a:pt x="23385" y="26238"/>
                  <a:pt x="27788" y="25433"/>
                  <a:pt x="32598" y="25433"/>
                </a:cubicBezTo>
                <a:cubicBezTo>
                  <a:pt x="35948" y="25433"/>
                  <a:pt x="39083" y="25669"/>
                  <a:pt x="42003" y="26141"/>
                </a:cubicBezTo>
                <a:cubicBezTo>
                  <a:pt x="44924" y="26613"/>
                  <a:pt x="47716" y="27386"/>
                  <a:pt x="50378" y="28459"/>
                </a:cubicBezTo>
                <a:lnTo>
                  <a:pt x="50378" y="39147"/>
                </a:lnTo>
                <a:cubicBezTo>
                  <a:pt x="47587" y="37688"/>
                  <a:pt x="44741" y="36625"/>
                  <a:pt x="41842" y="35960"/>
                </a:cubicBezTo>
                <a:cubicBezTo>
                  <a:pt x="38943" y="35295"/>
                  <a:pt x="35948" y="34962"/>
                  <a:pt x="32855" y="34962"/>
                </a:cubicBezTo>
                <a:cubicBezTo>
                  <a:pt x="29978" y="34962"/>
                  <a:pt x="27261" y="35509"/>
                  <a:pt x="24706" y="36604"/>
                </a:cubicBezTo>
                <a:cubicBezTo>
                  <a:pt x="22151" y="37698"/>
                  <a:pt x="19907" y="39276"/>
                  <a:pt x="17974" y="41336"/>
                </a:cubicBezTo>
                <a:cubicBezTo>
                  <a:pt x="16041" y="43397"/>
                  <a:pt x="14517" y="45908"/>
                  <a:pt x="13400" y="48870"/>
                </a:cubicBezTo>
                <a:cubicBezTo>
                  <a:pt x="12283" y="51831"/>
                  <a:pt x="11725" y="55179"/>
                  <a:pt x="11725" y="58914"/>
                </a:cubicBezTo>
                <a:cubicBezTo>
                  <a:pt x="11725" y="66726"/>
                  <a:pt x="13625" y="72575"/>
                  <a:pt x="17426" y="76459"/>
                </a:cubicBezTo>
                <a:cubicBezTo>
                  <a:pt x="21227" y="80344"/>
                  <a:pt x="26499" y="82286"/>
                  <a:pt x="33242" y="82286"/>
                </a:cubicBezTo>
                <a:cubicBezTo>
                  <a:pt x="36291" y="82286"/>
                  <a:pt x="39244" y="81943"/>
                  <a:pt x="42100" y="81256"/>
                </a:cubicBezTo>
                <a:cubicBezTo>
                  <a:pt x="44956" y="80569"/>
                  <a:pt x="47716" y="79539"/>
                  <a:pt x="50378" y="78166"/>
                </a:cubicBezTo>
                <a:lnTo>
                  <a:pt x="50378" y="88596"/>
                </a:lnTo>
                <a:close/>
                <a:moveTo>
                  <a:pt x="123214" y="90979"/>
                </a:moveTo>
                <a:lnTo>
                  <a:pt x="123214" y="44556"/>
                </a:lnTo>
                <a:cubicBezTo>
                  <a:pt x="123214" y="42538"/>
                  <a:pt x="123139" y="40886"/>
                  <a:pt x="122989" y="39598"/>
                </a:cubicBezTo>
                <a:cubicBezTo>
                  <a:pt x="122839" y="38310"/>
                  <a:pt x="122602" y="37291"/>
                  <a:pt x="122280" y="36540"/>
                </a:cubicBezTo>
                <a:cubicBezTo>
                  <a:pt x="121958" y="35788"/>
                  <a:pt x="121550" y="35263"/>
                  <a:pt x="121056" y="34962"/>
                </a:cubicBezTo>
                <a:cubicBezTo>
                  <a:pt x="120562" y="34662"/>
                  <a:pt x="119950" y="34511"/>
                  <a:pt x="119220" y="34511"/>
                </a:cubicBezTo>
                <a:cubicBezTo>
                  <a:pt x="118361" y="34511"/>
                  <a:pt x="117567" y="34769"/>
                  <a:pt x="116837" y="35284"/>
                </a:cubicBezTo>
                <a:cubicBezTo>
                  <a:pt x="116106" y="35799"/>
                  <a:pt x="115323" y="36636"/>
                  <a:pt x="114485" y="37795"/>
                </a:cubicBezTo>
                <a:cubicBezTo>
                  <a:pt x="113648" y="38954"/>
                  <a:pt x="112724" y="40489"/>
                  <a:pt x="111715" y="42399"/>
                </a:cubicBezTo>
                <a:cubicBezTo>
                  <a:pt x="110706" y="44309"/>
                  <a:pt x="109514" y="46659"/>
                  <a:pt x="108140" y="49449"/>
                </a:cubicBezTo>
                <a:lnTo>
                  <a:pt x="108140" y="90979"/>
                </a:lnTo>
                <a:lnTo>
                  <a:pt x="97896" y="90979"/>
                </a:lnTo>
                <a:lnTo>
                  <a:pt x="97896" y="45779"/>
                </a:lnTo>
                <a:cubicBezTo>
                  <a:pt x="97896" y="43418"/>
                  <a:pt x="97821" y="41508"/>
                  <a:pt x="97671" y="40049"/>
                </a:cubicBezTo>
                <a:cubicBezTo>
                  <a:pt x="97521" y="38589"/>
                  <a:pt x="97284" y="37452"/>
                  <a:pt x="96962" y="36636"/>
                </a:cubicBezTo>
                <a:cubicBezTo>
                  <a:pt x="96640" y="35821"/>
                  <a:pt x="96221" y="35263"/>
                  <a:pt x="95706" y="34962"/>
                </a:cubicBezTo>
                <a:cubicBezTo>
                  <a:pt x="95191" y="34662"/>
                  <a:pt x="94568" y="34511"/>
                  <a:pt x="93838" y="34511"/>
                </a:cubicBezTo>
                <a:cubicBezTo>
                  <a:pt x="93065" y="34511"/>
                  <a:pt x="92335" y="34726"/>
                  <a:pt x="91647" y="35155"/>
                </a:cubicBezTo>
                <a:cubicBezTo>
                  <a:pt x="90960" y="35584"/>
                  <a:pt x="90198" y="36357"/>
                  <a:pt x="89360" y="37473"/>
                </a:cubicBezTo>
                <a:cubicBezTo>
                  <a:pt x="88523" y="38589"/>
                  <a:pt x="87589" y="40113"/>
                  <a:pt x="86558" y="42045"/>
                </a:cubicBezTo>
                <a:cubicBezTo>
                  <a:pt x="85527" y="43976"/>
                  <a:pt x="84303" y="46444"/>
                  <a:pt x="82886" y="49449"/>
                </a:cubicBezTo>
                <a:lnTo>
                  <a:pt x="82886" y="90979"/>
                </a:lnTo>
                <a:lnTo>
                  <a:pt x="72578" y="90979"/>
                </a:lnTo>
                <a:lnTo>
                  <a:pt x="72578" y="26334"/>
                </a:lnTo>
                <a:lnTo>
                  <a:pt x="81147" y="26334"/>
                </a:lnTo>
                <a:lnTo>
                  <a:pt x="81662" y="38632"/>
                </a:lnTo>
                <a:cubicBezTo>
                  <a:pt x="82779" y="36185"/>
                  <a:pt x="83863" y="34104"/>
                  <a:pt x="84915" y="32387"/>
                </a:cubicBezTo>
                <a:cubicBezTo>
                  <a:pt x="85967" y="30670"/>
                  <a:pt x="87052" y="29285"/>
                  <a:pt x="88169" y="28234"/>
                </a:cubicBezTo>
                <a:cubicBezTo>
                  <a:pt x="89285" y="27182"/>
                  <a:pt x="90477" y="26409"/>
                  <a:pt x="91744" y="25916"/>
                </a:cubicBezTo>
                <a:cubicBezTo>
                  <a:pt x="93011" y="25422"/>
                  <a:pt x="94418" y="25175"/>
                  <a:pt x="95964" y="25175"/>
                </a:cubicBezTo>
                <a:cubicBezTo>
                  <a:pt x="99442" y="25175"/>
                  <a:pt x="102084" y="26313"/>
                  <a:pt x="103888" y="28588"/>
                </a:cubicBezTo>
                <a:cubicBezTo>
                  <a:pt x="105691" y="30863"/>
                  <a:pt x="106593" y="34383"/>
                  <a:pt x="106593" y="39147"/>
                </a:cubicBezTo>
                <a:cubicBezTo>
                  <a:pt x="107624" y="36915"/>
                  <a:pt x="108633" y="34930"/>
                  <a:pt x="109621" y="33191"/>
                </a:cubicBezTo>
                <a:cubicBezTo>
                  <a:pt x="110609" y="31453"/>
                  <a:pt x="111672" y="29994"/>
                  <a:pt x="112810" y="28813"/>
                </a:cubicBezTo>
                <a:cubicBezTo>
                  <a:pt x="113948" y="27633"/>
                  <a:pt x="115205" y="26731"/>
                  <a:pt x="116579" y="26109"/>
                </a:cubicBezTo>
                <a:cubicBezTo>
                  <a:pt x="117953" y="25486"/>
                  <a:pt x="119542" y="25175"/>
                  <a:pt x="121346" y="25175"/>
                </a:cubicBezTo>
                <a:cubicBezTo>
                  <a:pt x="129463" y="25175"/>
                  <a:pt x="133522" y="31421"/>
                  <a:pt x="133522" y="43912"/>
                </a:cubicBezTo>
                <a:lnTo>
                  <a:pt x="133522" y="90979"/>
                </a:lnTo>
                <a:lnTo>
                  <a:pt x="123214" y="90979"/>
                </a:lnTo>
                <a:close/>
                <a:moveTo>
                  <a:pt x="209299" y="55684"/>
                </a:moveTo>
                <a:lnTo>
                  <a:pt x="209282" y="55089"/>
                </a:lnTo>
                <a:lnTo>
                  <a:pt x="209260" y="54499"/>
                </a:lnTo>
                <a:lnTo>
                  <a:pt x="209233" y="53914"/>
                </a:lnTo>
                <a:lnTo>
                  <a:pt x="209201" y="53333"/>
                </a:lnTo>
                <a:lnTo>
                  <a:pt x="209164" y="52758"/>
                </a:lnTo>
                <a:lnTo>
                  <a:pt x="209122" y="52187"/>
                </a:lnTo>
                <a:lnTo>
                  <a:pt x="209075" y="51621"/>
                </a:lnTo>
                <a:lnTo>
                  <a:pt x="209024" y="51060"/>
                </a:lnTo>
                <a:lnTo>
                  <a:pt x="208967" y="50503"/>
                </a:lnTo>
                <a:lnTo>
                  <a:pt x="208906" y="49952"/>
                </a:lnTo>
                <a:lnTo>
                  <a:pt x="208839" y="49405"/>
                </a:lnTo>
                <a:lnTo>
                  <a:pt x="208768" y="48863"/>
                </a:lnTo>
                <a:lnTo>
                  <a:pt x="208691" y="48326"/>
                </a:lnTo>
                <a:lnTo>
                  <a:pt x="208610" y="47794"/>
                </a:lnTo>
                <a:lnTo>
                  <a:pt x="208524" y="47266"/>
                </a:lnTo>
                <a:lnTo>
                  <a:pt x="208433" y="46743"/>
                </a:lnTo>
                <a:lnTo>
                  <a:pt x="208337" y="46225"/>
                </a:lnTo>
                <a:lnTo>
                  <a:pt x="208236" y="45712"/>
                </a:lnTo>
                <a:lnTo>
                  <a:pt x="208130" y="45204"/>
                </a:lnTo>
                <a:lnTo>
                  <a:pt x="208020" y="44700"/>
                </a:lnTo>
                <a:lnTo>
                  <a:pt x="207904" y="44202"/>
                </a:lnTo>
                <a:lnTo>
                  <a:pt x="207784" y="43708"/>
                </a:lnTo>
                <a:lnTo>
                  <a:pt x="207658" y="43221"/>
                </a:lnTo>
                <a:lnTo>
                  <a:pt x="207528" y="42740"/>
                </a:lnTo>
                <a:lnTo>
                  <a:pt x="207392" y="42265"/>
                </a:lnTo>
                <a:lnTo>
                  <a:pt x="207252" y="41795"/>
                </a:lnTo>
                <a:lnTo>
                  <a:pt x="207107" y="41332"/>
                </a:lnTo>
                <a:lnTo>
                  <a:pt x="206957" y="40875"/>
                </a:lnTo>
                <a:lnTo>
                  <a:pt x="206802" y="40424"/>
                </a:lnTo>
                <a:lnTo>
                  <a:pt x="206642" y="39979"/>
                </a:lnTo>
                <a:lnTo>
                  <a:pt x="206477" y="39540"/>
                </a:lnTo>
                <a:lnTo>
                  <a:pt x="206307" y="39107"/>
                </a:lnTo>
                <a:lnTo>
                  <a:pt x="206132" y="38680"/>
                </a:lnTo>
                <a:lnTo>
                  <a:pt x="205953" y="38260"/>
                </a:lnTo>
                <a:lnTo>
                  <a:pt x="205768" y="37845"/>
                </a:lnTo>
                <a:lnTo>
                  <a:pt x="205579" y="37436"/>
                </a:lnTo>
                <a:lnTo>
                  <a:pt x="205384" y="37033"/>
                </a:lnTo>
                <a:lnTo>
                  <a:pt x="205185" y="36636"/>
                </a:lnTo>
                <a:lnTo>
                  <a:pt x="204981" y="36246"/>
                </a:lnTo>
                <a:lnTo>
                  <a:pt x="204772" y="35861"/>
                </a:lnTo>
                <a:lnTo>
                  <a:pt x="204558" y="35482"/>
                </a:lnTo>
                <a:lnTo>
                  <a:pt x="204339" y="35110"/>
                </a:lnTo>
                <a:lnTo>
                  <a:pt x="204115" y="34743"/>
                </a:lnTo>
                <a:lnTo>
                  <a:pt x="203886" y="34383"/>
                </a:lnTo>
                <a:lnTo>
                  <a:pt x="203652" y="34028"/>
                </a:lnTo>
                <a:lnTo>
                  <a:pt x="203414" y="33680"/>
                </a:lnTo>
                <a:lnTo>
                  <a:pt x="203170" y="33339"/>
                </a:lnTo>
                <a:lnTo>
                  <a:pt x="202922" y="33004"/>
                </a:lnTo>
                <a:lnTo>
                  <a:pt x="202670" y="32675"/>
                </a:lnTo>
                <a:lnTo>
                  <a:pt x="202412" y="32354"/>
                </a:lnTo>
                <a:lnTo>
                  <a:pt x="202150" y="32038"/>
                </a:lnTo>
                <a:lnTo>
                  <a:pt x="201884" y="31730"/>
                </a:lnTo>
                <a:lnTo>
                  <a:pt x="201612" y="31428"/>
                </a:lnTo>
                <a:lnTo>
                  <a:pt x="201336" y="31133"/>
                </a:lnTo>
                <a:lnTo>
                  <a:pt x="201055" y="30844"/>
                </a:lnTo>
                <a:lnTo>
                  <a:pt x="200770" y="30562"/>
                </a:lnTo>
                <a:lnTo>
                  <a:pt x="200479" y="30286"/>
                </a:lnTo>
                <a:lnTo>
                  <a:pt x="200184" y="30017"/>
                </a:lnTo>
                <a:lnTo>
                  <a:pt x="199885" y="29755"/>
                </a:lnTo>
                <a:lnTo>
                  <a:pt x="199581" y="29499"/>
                </a:lnTo>
                <a:lnTo>
                  <a:pt x="199271" y="29249"/>
                </a:lnTo>
                <a:lnTo>
                  <a:pt x="198958" y="29007"/>
                </a:lnTo>
                <a:lnTo>
                  <a:pt x="198639" y="28771"/>
                </a:lnTo>
                <a:lnTo>
                  <a:pt x="198316" y="28541"/>
                </a:lnTo>
                <a:lnTo>
                  <a:pt x="197988" y="28319"/>
                </a:lnTo>
                <a:lnTo>
                  <a:pt x="197656" y="28102"/>
                </a:lnTo>
                <a:lnTo>
                  <a:pt x="197319" y="27893"/>
                </a:lnTo>
                <a:lnTo>
                  <a:pt x="196977" y="27690"/>
                </a:lnTo>
                <a:lnTo>
                  <a:pt x="196630" y="27493"/>
                </a:lnTo>
                <a:lnTo>
                  <a:pt x="196279" y="27304"/>
                </a:lnTo>
                <a:lnTo>
                  <a:pt x="195923" y="27123"/>
                </a:lnTo>
                <a:lnTo>
                  <a:pt x="195562" y="26950"/>
                </a:lnTo>
                <a:lnTo>
                  <a:pt x="195197" y="26785"/>
                </a:lnTo>
                <a:lnTo>
                  <a:pt x="194827" y="26628"/>
                </a:lnTo>
                <a:lnTo>
                  <a:pt x="194452" y="26479"/>
                </a:lnTo>
                <a:lnTo>
                  <a:pt x="194072" y="26338"/>
                </a:lnTo>
                <a:lnTo>
                  <a:pt x="193688" y="26205"/>
                </a:lnTo>
                <a:lnTo>
                  <a:pt x="193299" y="26081"/>
                </a:lnTo>
                <a:lnTo>
                  <a:pt x="192906" y="25964"/>
                </a:lnTo>
                <a:lnTo>
                  <a:pt x="192507" y="25855"/>
                </a:lnTo>
                <a:lnTo>
                  <a:pt x="192104" y="25755"/>
                </a:lnTo>
                <a:lnTo>
                  <a:pt x="191697" y="25662"/>
                </a:lnTo>
                <a:lnTo>
                  <a:pt x="191284" y="25578"/>
                </a:lnTo>
                <a:lnTo>
                  <a:pt x="190867" y="25501"/>
                </a:lnTo>
                <a:lnTo>
                  <a:pt x="190446" y="25433"/>
                </a:lnTo>
                <a:lnTo>
                  <a:pt x="190019" y="25372"/>
                </a:lnTo>
                <a:lnTo>
                  <a:pt x="189588" y="25320"/>
                </a:lnTo>
                <a:lnTo>
                  <a:pt x="189152" y="25276"/>
                </a:lnTo>
                <a:lnTo>
                  <a:pt x="188712" y="25240"/>
                </a:lnTo>
                <a:lnTo>
                  <a:pt x="188266" y="25211"/>
                </a:lnTo>
                <a:lnTo>
                  <a:pt x="187816" y="25191"/>
                </a:lnTo>
                <a:lnTo>
                  <a:pt x="187362" y="25179"/>
                </a:lnTo>
                <a:lnTo>
                  <a:pt x="186902" y="25175"/>
                </a:lnTo>
                <a:lnTo>
                  <a:pt x="186372" y="25180"/>
                </a:lnTo>
                <a:lnTo>
                  <a:pt x="185846" y="25194"/>
                </a:lnTo>
                <a:lnTo>
                  <a:pt x="185322" y="25217"/>
                </a:lnTo>
                <a:lnTo>
                  <a:pt x="184801" y="25249"/>
                </a:lnTo>
                <a:lnTo>
                  <a:pt x="184284" y="25291"/>
                </a:lnTo>
                <a:lnTo>
                  <a:pt x="183770" y="25342"/>
                </a:lnTo>
                <a:lnTo>
                  <a:pt x="183259" y="25403"/>
                </a:lnTo>
                <a:lnTo>
                  <a:pt x="182751" y="25472"/>
                </a:lnTo>
                <a:lnTo>
                  <a:pt x="182246" y="25551"/>
                </a:lnTo>
                <a:lnTo>
                  <a:pt x="181744" y="25639"/>
                </a:lnTo>
                <a:lnTo>
                  <a:pt x="181246" y="25737"/>
                </a:lnTo>
                <a:lnTo>
                  <a:pt x="180750" y="25843"/>
                </a:lnTo>
                <a:lnTo>
                  <a:pt x="180258" y="25959"/>
                </a:lnTo>
                <a:lnTo>
                  <a:pt x="179768" y="26084"/>
                </a:lnTo>
                <a:lnTo>
                  <a:pt x="179282" y="26219"/>
                </a:lnTo>
                <a:lnTo>
                  <a:pt x="178799" y="26363"/>
                </a:lnTo>
                <a:lnTo>
                  <a:pt x="178320" y="26516"/>
                </a:lnTo>
                <a:lnTo>
                  <a:pt x="177843" y="26678"/>
                </a:lnTo>
                <a:lnTo>
                  <a:pt x="177369" y="26850"/>
                </a:lnTo>
                <a:lnTo>
                  <a:pt x="176899" y="27031"/>
                </a:lnTo>
                <a:lnTo>
                  <a:pt x="176432" y="27221"/>
                </a:lnTo>
                <a:lnTo>
                  <a:pt x="175968" y="27421"/>
                </a:lnTo>
                <a:lnTo>
                  <a:pt x="175507" y="27629"/>
                </a:lnTo>
                <a:lnTo>
                  <a:pt x="175049" y="27847"/>
                </a:lnTo>
                <a:lnTo>
                  <a:pt x="174593" y="28077"/>
                </a:lnTo>
                <a:lnTo>
                  <a:pt x="174140" y="28320"/>
                </a:lnTo>
                <a:lnTo>
                  <a:pt x="173690" y="28577"/>
                </a:lnTo>
                <a:lnTo>
                  <a:pt x="173241" y="28848"/>
                </a:lnTo>
                <a:lnTo>
                  <a:pt x="172795" y="29133"/>
                </a:lnTo>
                <a:lnTo>
                  <a:pt x="172351" y="29431"/>
                </a:lnTo>
                <a:lnTo>
                  <a:pt x="171909" y="29743"/>
                </a:lnTo>
                <a:lnTo>
                  <a:pt x="171470" y="30069"/>
                </a:lnTo>
                <a:lnTo>
                  <a:pt x="171032" y="30408"/>
                </a:lnTo>
                <a:lnTo>
                  <a:pt x="170597" y="30761"/>
                </a:lnTo>
                <a:lnTo>
                  <a:pt x="170164" y="31129"/>
                </a:lnTo>
                <a:lnTo>
                  <a:pt x="169734" y="31509"/>
                </a:lnTo>
                <a:lnTo>
                  <a:pt x="169305" y="31904"/>
                </a:lnTo>
                <a:lnTo>
                  <a:pt x="168879" y="32312"/>
                </a:lnTo>
                <a:lnTo>
                  <a:pt x="168455" y="32734"/>
                </a:lnTo>
                <a:lnTo>
                  <a:pt x="168034" y="33170"/>
                </a:lnTo>
                <a:lnTo>
                  <a:pt x="167614" y="33619"/>
                </a:lnTo>
                <a:lnTo>
                  <a:pt x="167197" y="34083"/>
                </a:lnTo>
                <a:lnTo>
                  <a:pt x="166782" y="34560"/>
                </a:lnTo>
                <a:lnTo>
                  <a:pt x="166370" y="35051"/>
                </a:lnTo>
                <a:lnTo>
                  <a:pt x="165959" y="35555"/>
                </a:lnTo>
                <a:lnTo>
                  <a:pt x="165551" y="36073"/>
                </a:lnTo>
                <a:lnTo>
                  <a:pt x="165145" y="36605"/>
                </a:lnTo>
                <a:lnTo>
                  <a:pt x="164741" y="37151"/>
                </a:lnTo>
                <a:lnTo>
                  <a:pt x="164032" y="26334"/>
                </a:lnTo>
                <a:lnTo>
                  <a:pt x="154047" y="26334"/>
                </a:lnTo>
                <a:lnTo>
                  <a:pt x="154047" y="112957"/>
                </a:lnTo>
                <a:lnTo>
                  <a:pt x="165256" y="112957"/>
                </a:lnTo>
                <a:lnTo>
                  <a:pt x="165256" y="90335"/>
                </a:lnTo>
                <a:lnTo>
                  <a:pt x="165519" y="90398"/>
                </a:lnTo>
                <a:lnTo>
                  <a:pt x="165782" y="90460"/>
                </a:lnTo>
                <a:lnTo>
                  <a:pt x="166044" y="90521"/>
                </a:lnTo>
                <a:lnTo>
                  <a:pt x="166306" y="90580"/>
                </a:lnTo>
                <a:lnTo>
                  <a:pt x="166568" y="90637"/>
                </a:lnTo>
                <a:lnTo>
                  <a:pt x="166829" y="90693"/>
                </a:lnTo>
                <a:lnTo>
                  <a:pt x="167090" y="90747"/>
                </a:lnTo>
                <a:lnTo>
                  <a:pt x="167350" y="90800"/>
                </a:lnTo>
                <a:lnTo>
                  <a:pt x="167610" y="90851"/>
                </a:lnTo>
                <a:lnTo>
                  <a:pt x="167870" y="90900"/>
                </a:lnTo>
                <a:lnTo>
                  <a:pt x="168130" y="90948"/>
                </a:lnTo>
                <a:lnTo>
                  <a:pt x="168389" y="90995"/>
                </a:lnTo>
                <a:lnTo>
                  <a:pt x="168648" y="91039"/>
                </a:lnTo>
                <a:lnTo>
                  <a:pt x="168906" y="91083"/>
                </a:lnTo>
                <a:lnTo>
                  <a:pt x="169165" y="91124"/>
                </a:lnTo>
                <a:lnTo>
                  <a:pt x="169422" y="91165"/>
                </a:lnTo>
                <a:lnTo>
                  <a:pt x="169680" y="91203"/>
                </a:lnTo>
                <a:lnTo>
                  <a:pt x="169937" y="91240"/>
                </a:lnTo>
                <a:lnTo>
                  <a:pt x="170194" y="91276"/>
                </a:lnTo>
                <a:lnTo>
                  <a:pt x="170451" y="91309"/>
                </a:lnTo>
                <a:lnTo>
                  <a:pt x="170707" y="91342"/>
                </a:lnTo>
                <a:lnTo>
                  <a:pt x="170963" y="91372"/>
                </a:lnTo>
                <a:lnTo>
                  <a:pt x="171218" y="91402"/>
                </a:lnTo>
                <a:lnTo>
                  <a:pt x="171473" y="91429"/>
                </a:lnTo>
                <a:lnTo>
                  <a:pt x="171728" y="91456"/>
                </a:lnTo>
                <a:lnTo>
                  <a:pt x="171983" y="91481"/>
                </a:lnTo>
                <a:lnTo>
                  <a:pt x="172239" y="91505"/>
                </a:lnTo>
                <a:lnTo>
                  <a:pt x="172494" y="91528"/>
                </a:lnTo>
                <a:lnTo>
                  <a:pt x="172750" y="91549"/>
                </a:lnTo>
                <a:lnTo>
                  <a:pt x="173005" y="91570"/>
                </a:lnTo>
                <a:lnTo>
                  <a:pt x="173261" y="91590"/>
                </a:lnTo>
                <a:lnTo>
                  <a:pt x="173517" y="91608"/>
                </a:lnTo>
                <a:lnTo>
                  <a:pt x="173773" y="91625"/>
                </a:lnTo>
                <a:lnTo>
                  <a:pt x="174029" y="91642"/>
                </a:lnTo>
                <a:lnTo>
                  <a:pt x="174285" y="91657"/>
                </a:lnTo>
                <a:lnTo>
                  <a:pt x="174541" y="91671"/>
                </a:lnTo>
                <a:lnTo>
                  <a:pt x="174798" y="91684"/>
                </a:lnTo>
                <a:lnTo>
                  <a:pt x="175054" y="91695"/>
                </a:lnTo>
                <a:lnTo>
                  <a:pt x="175311" y="91706"/>
                </a:lnTo>
                <a:lnTo>
                  <a:pt x="175568" y="91715"/>
                </a:lnTo>
                <a:lnTo>
                  <a:pt x="175824" y="91724"/>
                </a:lnTo>
                <a:lnTo>
                  <a:pt x="176081" y="91731"/>
                </a:lnTo>
                <a:lnTo>
                  <a:pt x="176339" y="91737"/>
                </a:lnTo>
                <a:lnTo>
                  <a:pt x="176596" y="91742"/>
                </a:lnTo>
                <a:lnTo>
                  <a:pt x="176853" y="91746"/>
                </a:lnTo>
                <a:lnTo>
                  <a:pt x="177110" y="91749"/>
                </a:lnTo>
                <a:lnTo>
                  <a:pt x="177368" y="91751"/>
                </a:lnTo>
                <a:lnTo>
                  <a:pt x="177626" y="91751"/>
                </a:lnTo>
                <a:lnTo>
                  <a:pt x="178188" y="91748"/>
                </a:lnTo>
                <a:lnTo>
                  <a:pt x="178746" y="91736"/>
                </a:lnTo>
                <a:lnTo>
                  <a:pt x="179302" y="91718"/>
                </a:lnTo>
                <a:lnTo>
                  <a:pt x="179853" y="91692"/>
                </a:lnTo>
                <a:lnTo>
                  <a:pt x="180402" y="91659"/>
                </a:lnTo>
                <a:lnTo>
                  <a:pt x="180947" y="91618"/>
                </a:lnTo>
                <a:lnTo>
                  <a:pt x="181489" y="91570"/>
                </a:lnTo>
                <a:lnTo>
                  <a:pt x="182028" y="91515"/>
                </a:lnTo>
                <a:lnTo>
                  <a:pt x="182563" y="91452"/>
                </a:lnTo>
                <a:lnTo>
                  <a:pt x="183095" y="91382"/>
                </a:lnTo>
                <a:lnTo>
                  <a:pt x="183623" y="91305"/>
                </a:lnTo>
                <a:lnTo>
                  <a:pt x="184148" y="91220"/>
                </a:lnTo>
                <a:lnTo>
                  <a:pt x="184670" y="91128"/>
                </a:lnTo>
                <a:lnTo>
                  <a:pt x="185188" y="91028"/>
                </a:lnTo>
                <a:lnTo>
                  <a:pt x="185704" y="90921"/>
                </a:lnTo>
                <a:lnTo>
                  <a:pt x="186215" y="90807"/>
                </a:lnTo>
                <a:lnTo>
                  <a:pt x="186724" y="90685"/>
                </a:lnTo>
                <a:lnTo>
                  <a:pt x="187229" y="90556"/>
                </a:lnTo>
                <a:lnTo>
                  <a:pt x="187730" y="90420"/>
                </a:lnTo>
                <a:lnTo>
                  <a:pt x="188228" y="90276"/>
                </a:lnTo>
                <a:lnTo>
                  <a:pt x="188723" y="90124"/>
                </a:lnTo>
                <a:lnTo>
                  <a:pt x="189215" y="89966"/>
                </a:lnTo>
                <a:lnTo>
                  <a:pt x="189703" y="89800"/>
                </a:lnTo>
                <a:lnTo>
                  <a:pt x="190188" y="89626"/>
                </a:lnTo>
                <a:lnTo>
                  <a:pt x="190668" y="89446"/>
                </a:lnTo>
                <a:lnTo>
                  <a:pt x="191144" y="89258"/>
                </a:lnTo>
                <a:lnTo>
                  <a:pt x="191613" y="89062"/>
                </a:lnTo>
                <a:lnTo>
                  <a:pt x="192078" y="88859"/>
                </a:lnTo>
                <a:lnTo>
                  <a:pt x="192537" y="88649"/>
                </a:lnTo>
                <a:lnTo>
                  <a:pt x="192990" y="88431"/>
                </a:lnTo>
                <a:lnTo>
                  <a:pt x="193439" y="88206"/>
                </a:lnTo>
                <a:lnTo>
                  <a:pt x="193881" y="87974"/>
                </a:lnTo>
                <a:lnTo>
                  <a:pt x="194319" y="87734"/>
                </a:lnTo>
                <a:lnTo>
                  <a:pt x="194751" y="87487"/>
                </a:lnTo>
                <a:lnTo>
                  <a:pt x="195178" y="87232"/>
                </a:lnTo>
                <a:lnTo>
                  <a:pt x="195599" y="86970"/>
                </a:lnTo>
                <a:lnTo>
                  <a:pt x="196015" y="86701"/>
                </a:lnTo>
                <a:lnTo>
                  <a:pt x="196426" y="86425"/>
                </a:lnTo>
                <a:lnTo>
                  <a:pt x="196831" y="86140"/>
                </a:lnTo>
                <a:lnTo>
                  <a:pt x="197231" y="85849"/>
                </a:lnTo>
                <a:lnTo>
                  <a:pt x="197626" y="85550"/>
                </a:lnTo>
                <a:lnTo>
                  <a:pt x="198015" y="85244"/>
                </a:lnTo>
                <a:lnTo>
                  <a:pt x="198399" y="84931"/>
                </a:lnTo>
                <a:lnTo>
                  <a:pt x="198778" y="84610"/>
                </a:lnTo>
                <a:lnTo>
                  <a:pt x="199151" y="84281"/>
                </a:lnTo>
                <a:lnTo>
                  <a:pt x="199518" y="83946"/>
                </a:lnTo>
                <a:lnTo>
                  <a:pt x="199881" y="83603"/>
                </a:lnTo>
                <a:lnTo>
                  <a:pt x="200238" y="83252"/>
                </a:lnTo>
                <a:lnTo>
                  <a:pt x="200589" y="82894"/>
                </a:lnTo>
                <a:lnTo>
                  <a:pt x="200934" y="82529"/>
                </a:lnTo>
                <a:lnTo>
                  <a:pt x="201272" y="82156"/>
                </a:lnTo>
                <a:lnTo>
                  <a:pt x="201604" y="81775"/>
                </a:lnTo>
                <a:lnTo>
                  <a:pt x="201930" y="81386"/>
                </a:lnTo>
                <a:lnTo>
                  <a:pt x="202249" y="80991"/>
                </a:lnTo>
                <a:lnTo>
                  <a:pt x="202562" y="80587"/>
                </a:lnTo>
                <a:lnTo>
                  <a:pt x="202868" y="80176"/>
                </a:lnTo>
                <a:lnTo>
                  <a:pt x="203169" y="79757"/>
                </a:lnTo>
                <a:lnTo>
                  <a:pt x="203462" y="79331"/>
                </a:lnTo>
                <a:lnTo>
                  <a:pt x="203750" y="78897"/>
                </a:lnTo>
                <a:lnTo>
                  <a:pt x="204031" y="78455"/>
                </a:lnTo>
                <a:lnTo>
                  <a:pt x="204305" y="78006"/>
                </a:lnTo>
                <a:lnTo>
                  <a:pt x="204574" y="77549"/>
                </a:lnTo>
                <a:lnTo>
                  <a:pt x="204835" y="77085"/>
                </a:lnTo>
                <a:lnTo>
                  <a:pt x="205091" y="76613"/>
                </a:lnTo>
                <a:lnTo>
                  <a:pt x="205340" y="76134"/>
                </a:lnTo>
                <a:lnTo>
                  <a:pt x="205583" y="75646"/>
                </a:lnTo>
                <a:lnTo>
                  <a:pt x="205819" y="75152"/>
                </a:lnTo>
                <a:lnTo>
                  <a:pt x="206049" y="74649"/>
                </a:lnTo>
                <a:lnTo>
                  <a:pt x="206273" y="74139"/>
                </a:lnTo>
                <a:lnTo>
                  <a:pt x="206490" y="73622"/>
                </a:lnTo>
                <a:lnTo>
                  <a:pt x="206701" y="73097"/>
                </a:lnTo>
                <a:lnTo>
                  <a:pt x="206906" y="72564"/>
                </a:lnTo>
                <a:lnTo>
                  <a:pt x="207103" y="72024"/>
                </a:lnTo>
                <a:lnTo>
                  <a:pt x="207291" y="71476"/>
                </a:lnTo>
                <a:lnTo>
                  <a:pt x="207472" y="70920"/>
                </a:lnTo>
                <a:lnTo>
                  <a:pt x="207644" y="70357"/>
                </a:lnTo>
                <a:lnTo>
                  <a:pt x="207807" y="69786"/>
                </a:lnTo>
                <a:lnTo>
                  <a:pt x="207962" y="69208"/>
                </a:lnTo>
                <a:lnTo>
                  <a:pt x="208109" y="68622"/>
                </a:lnTo>
                <a:lnTo>
                  <a:pt x="208248" y="68028"/>
                </a:lnTo>
                <a:lnTo>
                  <a:pt x="208378" y="67427"/>
                </a:lnTo>
                <a:lnTo>
                  <a:pt x="208499" y="66818"/>
                </a:lnTo>
                <a:lnTo>
                  <a:pt x="208613" y="66202"/>
                </a:lnTo>
                <a:lnTo>
                  <a:pt x="208717" y="65578"/>
                </a:lnTo>
                <a:lnTo>
                  <a:pt x="208814" y="64946"/>
                </a:lnTo>
                <a:lnTo>
                  <a:pt x="208902" y="64307"/>
                </a:lnTo>
                <a:lnTo>
                  <a:pt x="208982" y="63660"/>
                </a:lnTo>
                <a:lnTo>
                  <a:pt x="209053" y="63006"/>
                </a:lnTo>
                <a:lnTo>
                  <a:pt x="209116" y="62344"/>
                </a:lnTo>
                <a:lnTo>
                  <a:pt x="209170" y="61675"/>
                </a:lnTo>
                <a:lnTo>
                  <a:pt x="209217" y="60997"/>
                </a:lnTo>
                <a:lnTo>
                  <a:pt x="209254" y="60313"/>
                </a:lnTo>
                <a:lnTo>
                  <a:pt x="209284" y="59620"/>
                </a:lnTo>
                <a:lnTo>
                  <a:pt x="209305" y="58920"/>
                </a:lnTo>
                <a:lnTo>
                  <a:pt x="209317" y="58213"/>
                </a:lnTo>
                <a:lnTo>
                  <a:pt x="209321" y="57497"/>
                </a:lnTo>
                <a:lnTo>
                  <a:pt x="209319" y="56888"/>
                </a:lnTo>
                <a:lnTo>
                  <a:pt x="209312" y="56284"/>
                </a:lnTo>
                <a:lnTo>
                  <a:pt x="209299" y="55684"/>
                </a:lnTo>
                <a:close/>
                <a:moveTo>
                  <a:pt x="197818" y="60030"/>
                </a:moveTo>
                <a:lnTo>
                  <a:pt x="197774" y="61006"/>
                </a:lnTo>
                <a:lnTo>
                  <a:pt x="197711" y="61961"/>
                </a:lnTo>
                <a:lnTo>
                  <a:pt x="197631" y="62894"/>
                </a:lnTo>
                <a:lnTo>
                  <a:pt x="197532" y="63805"/>
                </a:lnTo>
                <a:lnTo>
                  <a:pt x="197416" y="64695"/>
                </a:lnTo>
                <a:lnTo>
                  <a:pt x="197282" y="65564"/>
                </a:lnTo>
                <a:lnTo>
                  <a:pt x="197129" y="66410"/>
                </a:lnTo>
                <a:lnTo>
                  <a:pt x="196959" y="67236"/>
                </a:lnTo>
                <a:lnTo>
                  <a:pt x="196772" y="68039"/>
                </a:lnTo>
                <a:lnTo>
                  <a:pt x="196566" y="68821"/>
                </a:lnTo>
                <a:lnTo>
                  <a:pt x="196342" y="69582"/>
                </a:lnTo>
                <a:lnTo>
                  <a:pt x="196100" y="70321"/>
                </a:lnTo>
                <a:lnTo>
                  <a:pt x="195841" y="71038"/>
                </a:lnTo>
                <a:lnTo>
                  <a:pt x="195564" y="71734"/>
                </a:lnTo>
                <a:lnTo>
                  <a:pt x="195268" y="72408"/>
                </a:lnTo>
                <a:lnTo>
                  <a:pt x="194955" y="73061"/>
                </a:lnTo>
                <a:lnTo>
                  <a:pt x="194624" y="73692"/>
                </a:lnTo>
                <a:lnTo>
                  <a:pt x="194275" y="74301"/>
                </a:lnTo>
                <a:lnTo>
                  <a:pt x="193908" y="74889"/>
                </a:lnTo>
                <a:lnTo>
                  <a:pt x="193524" y="75456"/>
                </a:lnTo>
                <a:lnTo>
                  <a:pt x="193121" y="76001"/>
                </a:lnTo>
                <a:lnTo>
                  <a:pt x="192700" y="76524"/>
                </a:lnTo>
                <a:lnTo>
                  <a:pt x="192264" y="77025"/>
                </a:lnTo>
                <a:lnTo>
                  <a:pt x="191814" y="77506"/>
                </a:lnTo>
                <a:lnTo>
                  <a:pt x="191351" y="77965"/>
                </a:lnTo>
                <a:lnTo>
                  <a:pt x="190873" y="78403"/>
                </a:lnTo>
                <a:lnTo>
                  <a:pt x="190382" y="78819"/>
                </a:lnTo>
                <a:lnTo>
                  <a:pt x="189878" y="79214"/>
                </a:lnTo>
                <a:lnTo>
                  <a:pt x="189360" y="79588"/>
                </a:lnTo>
                <a:lnTo>
                  <a:pt x="188828" y="79940"/>
                </a:lnTo>
                <a:lnTo>
                  <a:pt x="188282" y="80271"/>
                </a:lnTo>
                <a:lnTo>
                  <a:pt x="187723" y="80580"/>
                </a:lnTo>
                <a:lnTo>
                  <a:pt x="187151" y="80869"/>
                </a:lnTo>
                <a:lnTo>
                  <a:pt x="186564" y="81135"/>
                </a:lnTo>
                <a:lnTo>
                  <a:pt x="185964" y="81381"/>
                </a:lnTo>
                <a:lnTo>
                  <a:pt x="185350" y="81605"/>
                </a:lnTo>
                <a:lnTo>
                  <a:pt x="184723" y="81808"/>
                </a:lnTo>
                <a:lnTo>
                  <a:pt x="184082" y="81989"/>
                </a:lnTo>
                <a:lnTo>
                  <a:pt x="183427" y="82150"/>
                </a:lnTo>
                <a:lnTo>
                  <a:pt x="182759" y="82288"/>
                </a:lnTo>
                <a:lnTo>
                  <a:pt x="182077" y="82406"/>
                </a:lnTo>
                <a:lnTo>
                  <a:pt x="181382" y="82502"/>
                </a:lnTo>
                <a:lnTo>
                  <a:pt x="180673" y="82577"/>
                </a:lnTo>
                <a:lnTo>
                  <a:pt x="179950" y="82630"/>
                </a:lnTo>
                <a:lnTo>
                  <a:pt x="179213" y="82662"/>
                </a:lnTo>
                <a:lnTo>
                  <a:pt x="178463" y="82673"/>
                </a:lnTo>
                <a:lnTo>
                  <a:pt x="178189" y="82671"/>
                </a:lnTo>
                <a:lnTo>
                  <a:pt x="177915" y="82668"/>
                </a:lnTo>
                <a:lnTo>
                  <a:pt x="177640" y="82661"/>
                </a:lnTo>
                <a:lnTo>
                  <a:pt x="177364" y="82652"/>
                </a:lnTo>
                <a:lnTo>
                  <a:pt x="177088" y="82641"/>
                </a:lnTo>
                <a:lnTo>
                  <a:pt x="176812" y="82626"/>
                </a:lnTo>
                <a:lnTo>
                  <a:pt x="176536" y="82610"/>
                </a:lnTo>
                <a:lnTo>
                  <a:pt x="176258" y="82590"/>
                </a:lnTo>
                <a:lnTo>
                  <a:pt x="175981" y="82569"/>
                </a:lnTo>
                <a:lnTo>
                  <a:pt x="175703" y="82544"/>
                </a:lnTo>
                <a:lnTo>
                  <a:pt x="175424" y="82517"/>
                </a:lnTo>
                <a:lnTo>
                  <a:pt x="175145" y="82488"/>
                </a:lnTo>
                <a:lnTo>
                  <a:pt x="174866" y="82455"/>
                </a:lnTo>
                <a:lnTo>
                  <a:pt x="174586" y="82421"/>
                </a:lnTo>
                <a:lnTo>
                  <a:pt x="174306" y="82383"/>
                </a:lnTo>
                <a:lnTo>
                  <a:pt x="174025" y="82344"/>
                </a:lnTo>
                <a:lnTo>
                  <a:pt x="173744" y="82301"/>
                </a:lnTo>
                <a:lnTo>
                  <a:pt x="173462" y="82256"/>
                </a:lnTo>
                <a:lnTo>
                  <a:pt x="173180" y="82209"/>
                </a:lnTo>
                <a:lnTo>
                  <a:pt x="172898" y="82158"/>
                </a:lnTo>
                <a:lnTo>
                  <a:pt x="172615" y="82106"/>
                </a:lnTo>
                <a:lnTo>
                  <a:pt x="172331" y="82050"/>
                </a:lnTo>
                <a:lnTo>
                  <a:pt x="172047" y="81993"/>
                </a:lnTo>
                <a:lnTo>
                  <a:pt x="171763" y="81932"/>
                </a:lnTo>
                <a:lnTo>
                  <a:pt x="171479" y="81870"/>
                </a:lnTo>
                <a:lnTo>
                  <a:pt x="171196" y="81805"/>
                </a:lnTo>
                <a:lnTo>
                  <a:pt x="170915" y="81739"/>
                </a:lnTo>
                <a:lnTo>
                  <a:pt x="170634" y="81670"/>
                </a:lnTo>
                <a:lnTo>
                  <a:pt x="170354" y="81600"/>
                </a:lnTo>
                <a:lnTo>
                  <a:pt x="170076" y="81528"/>
                </a:lnTo>
                <a:lnTo>
                  <a:pt x="169799" y="81454"/>
                </a:lnTo>
                <a:lnTo>
                  <a:pt x="169523" y="81378"/>
                </a:lnTo>
                <a:lnTo>
                  <a:pt x="169248" y="81300"/>
                </a:lnTo>
                <a:lnTo>
                  <a:pt x="168974" y="81220"/>
                </a:lnTo>
                <a:lnTo>
                  <a:pt x="168701" y="81138"/>
                </a:lnTo>
                <a:lnTo>
                  <a:pt x="168429" y="81055"/>
                </a:lnTo>
                <a:lnTo>
                  <a:pt x="168159" y="80969"/>
                </a:lnTo>
                <a:lnTo>
                  <a:pt x="167889" y="80882"/>
                </a:lnTo>
                <a:lnTo>
                  <a:pt x="167621" y="80793"/>
                </a:lnTo>
                <a:lnTo>
                  <a:pt x="167354" y="80702"/>
                </a:lnTo>
                <a:lnTo>
                  <a:pt x="167088" y="80609"/>
                </a:lnTo>
                <a:lnTo>
                  <a:pt x="166823" y="80514"/>
                </a:lnTo>
                <a:lnTo>
                  <a:pt x="166559" y="80417"/>
                </a:lnTo>
                <a:lnTo>
                  <a:pt x="166296" y="80318"/>
                </a:lnTo>
                <a:lnTo>
                  <a:pt x="166035" y="80217"/>
                </a:lnTo>
                <a:lnTo>
                  <a:pt x="165774" y="80115"/>
                </a:lnTo>
                <a:lnTo>
                  <a:pt x="165515" y="80010"/>
                </a:lnTo>
                <a:lnTo>
                  <a:pt x="165256" y="79904"/>
                </a:lnTo>
                <a:lnTo>
                  <a:pt x="165256" y="48548"/>
                </a:lnTo>
                <a:lnTo>
                  <a:pt x="165503" y="48228"/>
                </a:lnTo>
                <a:lnTo>
                  <a:pt x="165748" y="47913"/>
                </a:lnTo>
                <a:lnTo>
                  <a:pt x="165992" y="47601"/>
                </a:lnTo>
                <a:lnTo>
                  <a:pt x="166234" y="47295"/>
                </a:lnTo>
                <a:lnTo>
                  <a:pt x="166476" y="46992"/>
                </a:lnTo>
                <a:lnTo>
                  <a:pt x="166716" y="46695"/>
                </a:lnTo>
                <a:lnTo>
                  <a:pt x="166955" y="46401"/>
                </a:lnTo>
                <a:lnTo>
                  <a:pt x="167193" y="46112"/>
                </a:lnTo>
                <a:lnTo>
                  <a:pt x="167429" y="45827"/>
                </a:lnTo>
                <a:lnTo>
                  <a:pt x="167664" y="45546"/>
                </a:lnTo>
                <a:lnTo>
                  <a:pt x="167898" y="45270"/>
                </a:lnTo>
                <a:lnTo>
                  <a:pt x="168131" y="44998"/>
                </a:lnTo>
                <a:lnTo>
                  <a:pt x="168363" y="44731"/>
                </a:lnTo>
                <a:lnTo>
                  <a:pt x="168593" y="44468"/>
                </a:lnTo>
                <a:lnTo>
                  <a:pt x="168822" y="44209"/>
                </a:lnTo>
                <a:lnTo>
                  <a:pt x="169050" y="43955"/>
                </a:lnTo>
                <a:lnTo>
                  <a:pt x="169277" y="43705"/>
                </a:lnTo>
                <a:lnTo>
                  <a:pt x="169502" y="43459"/>
                </a:lnTo>
                <a:lnTo>
                  <a:pt x="169726" y="43218"/>
                </a:lnTo>
                <a:lnTo>
                  <a:pt x="169949" y="42981"/>
                </a:lnTo>
                <a:lnTo>
                  <a:pt x="170171" y="42748"/>
                </a:lnTo>
                <a:lnTo>
                  <a:pt x="170392" y="42520"/>
                </a:lnTo>
                <a:lnTo>
                  <a:pt x="170611" y="42296"/>
                </a:lnTo>
                <a:lnTo>
                  <a:pt x="170829" y="42077"/>
                </a:lnTo>
                <a:lnTo>
                  <a:pt x="171046" y="41861"/>
                </a:lnTo>
                <a:lnTo>
                  <a:pt x="171262" y="41649"/>
                </a:lnTo>
                <a:lnTo>
                  <a:pt x="171477" y="41441"/>
                </a:lnTo>
                <a:lnTo>
                  <a:pt x="171692" y="41236"/>
                </a:lnTo>
                <a:lnTo>
                  <a:pt x="171905" y="41035"/>
                </a:lnTo>
                <a:lnTo>
                  <a:pt x="172117" y="40837"/>
                </a:lnTo>
                <a:lnTo>
                  <a:pt x="172329" y="40643"/>
                </a:lnTo>
                <a:lnTo>
                  <a:pt x="172540" y="40453"/>
                </a:lnTo>
                <a:lnTo>
                  <a:pt x="172750" y="40266"/>
                </a:lnTo>
                <a:lnTo>
                  <a:pt x="172959" y="40083"/>
                </a:lnTo>
                <a:lnTo>
                  <a:pt x="173167" y="39903"/>
                </a:lnTo>
                <a:lnTo>
                  <a:pt x="173374" y="39727"/>
                </a:lnTo>
                <a:lnTo>
                  <a:pt x="173580" y="39554"/>
                </a:lnTo>
                <a:lnTo>
                  <a:pt x="173785" y="39385"/>
                </a:lnTo>
                <a:lnTo>
                  <a:pt x="173990" y="39220"/>
                </a:lnTo>
                <a:lnTo>
                  <a:pt x="174193" y="39058"/>
                </a:lnTo>
                <a:lnTo>
                  <a:pt x="174396" y="38899"/>
                </a:lnTo>
                <a:lnTo>
                  <a:pt x="174598" y="38745"/>
                </a:lnTo>
                <a:lnTo>
                  <a:pt x="174799" y="38594"/>
                </a:lnTo>
                <a:lnTo>
                  <a:pt x="174999" y="38446"/>
                </a:lnTo>
                <a:lnTo>
                  <a:pt x="175198" y="38302"/>
                </a:lnTo>
                <a:lnTo>
                  <a:pt x="175396" y="38162"/>
                </a:lnTo>
                <a:lnTo>
                  <a:pt x="175593" y="38025"/>
                </a:lnTo>
                <a:lnTo>
                  <a:pt x="175790" y="37892"/>
                </a:lnTo>
                <a:lnTo>
                  <a:pt x="175985" y="37762"/>
                </a:lnTo>
                <a:lnTo>
                  <a:pt x="176180" y="37635"/>
                </a:lnTo>
                <a:lnTo>
                  <a:pt x="176375" y="37511"/>
                </a:lnTo>
                <a:lnTo>
                  <a:pt x="176569" y="37391"/>
                </a:lnTo>
                <a:lnTo>
                  <a:pt x="176762" y="37273"/>
                </a:lnTo>
                <a:lnTo>
                  <a:pt x="176955" y="37159"/>
                </a:lnTo>
                <a:lnTo>
                  <a:pt x="177147" y="37048"/>
                </a:lnTo>
                <a:lnTo>
                  <a:pt x="177339" y="36940"/>
                </a:lnTo>
                <a:lnTo>
                  <a:pt x="177530" y="36835"/>
                </a:lnTo>
                <a:lnTo>
                  <a:pt x="177721" y="36734"/>
                </a:lnTo>
                <a:lnTo>
                  <a:pt x="177911" y="36635"/>
                </a:lnTo>
                <a:lnTo>
                  <a:pt x="178101" y="36540"/>
                </a:lnTo>
                <a:lnTo>
                  <a:pt x="178290" y="36447"/>
                </a:lnTo>
                <a:lnTo>
                  <a:pt x="178478" y="36358"/>
                </a:lnTo>
                <a:lnTo>
                  <a:pt x="178666" y="36272"/>
                </a:lnTo>
                <a:lnTo>
                  <a:pt x="178853" y="36189"/>
                </a:lnTo>
                <a:lnTo>
                  <a:pt x="179040" y="36109"/>
                </a:lnTo>
                <a:lnTo>
                  <a:pt x="179226" y="36032"/>
                </a:lnTo>
                <a:lnTo>
                  <a:pt x="179412" y="35959"/>
                </a:lnTo>
                <a:lnTo>
                  <a:pt x="179597" y="35888"/>
                </a:lnTo>
                <a:lnTo>
                  <a:pt x="179781" y="35821"/>
                </a:lnTo>
                <a:lnTo>
                  <a:pt x="179965" y="35757"/>
                </a:lnTo>
                <a:lnTo>
                  <a:pt x="180148" y="35696"/>
                </a:lnTo>
                <a:lnTo>
                  <a:pt x="180331" y="35638"/>
                </a:lnTo>
                <a:lnTo>
                  <a:pt x="180514" y="35583"/>
                </a:lnTo>
                <a:lnTo>
                  <a:pt x="180696" y="35530"/>
                </a:lnTo>
                <a:lnTo>
                  <a:pt x="180878" y="35480"/>
                </a:lnTo>
                <a:lnTo>
                  <a:pt x="181060" y="35432"/>
                </a:lnTo>
                <a:lnTo>
                  <a:pt x="181241" y="35386"/>
                </a:lnTo>
                <a:lnTo>
                  <a:pt x="181422" y="35342"/>
                </a:lnTo>
                <a:lnTo>
                  <a:pt x="181604" y="35301"/>
                </a:lnTo>
                <a:lnTo>
                  <a:pt x="181784" y="35263"/>
                </a:lnTo>
                <a:lnTo>
                  <a:pt x="181965" y="35226"/>
                </a:lnTo>
                <a:lnTo>
                  <a:pt x="182145" y="35192"/>
                </a:lnTo>
                <a:lnTo>
                  <a:pt x="182326" y="35160"/>
                </a:lnTo>
                <a:lnTo>
                  <a:pt x="182506" y="35131"/>
                </a:lnTo>
                <a:lnTo>
                  <a:pt x="182685" y="35104"/>
                </a:lnTo>
                <a:lnTo>
                  <a:pt x="182865" y="35079"/>
                </a:lnTo>
                <a:lnTo>
                  <a:pt x="183044" y="35057"/>
                </a:lnTo>
                <a:lnTo>
                  <a:pt x="183223" y="35037"/>
                </a:lnTo>
                <a:lnTo>
                  <a:pt x="183402" y="35020"/>
                </a:lnTo>
                <a:lnTo>
                  <a:pt x="183581" y="35004"/>
                </a:lnTo>
                <a:lnTo>
                  <a:pt x="183759" y="34991"/>
                </a:lnTo>
                <a:lnTo>
                  <a:pt x="183937" y="34981"/>
                </a:lnTo>
                <a:lnTo>
                  <a:pt x="184115" y="34973"/>
                </a:lnTo>
                <a:lnTo>
                  <a:pt x="184293" y="34967"/>
                </a:lnTo>
                <a:lnTo>
                  <a:pt x="184470" y="34963"/>
                </a:lnTo>
                <a:lnTo>
                  <a:pt x="184648" y="34962"/>
                </a:lnTo>
                <a:lnTo>
                  <a:pt x="184936" y="34965"/>
                </a:lnTo>
                <a:lnTo>
                  <a:pt x="185221" y="34974"/>
                </a:lnTo>
                <a:lnTo>
                  <a:pt x="185502" y="34989"/>
                </a:lnTo>
                <a:lnTo>
                  <a:pt x="185780" y="35009"/>
                </a:lnTo>
                <a:lnTo>
                  <a:pt x="186055" y="35036"/>
                </a:lnTo>
                <a:lnTo>
                  <a:pt x="186327" y="35069"/>
                </a:lnTo>
                <a:lnTo>
                  <a:pt x="186595" y="35107"/>
                </a:lnTo>
                <a:lnTo>
                  <a:pt x="186859" y="35152"/>
                </a:lnTo>
                <a:lnTo>
                  <a:pt x="187121" y="35202"/>
                </a:lnTo>
                <a:lnTo>
                  <a:pt x="187379" y="35258"/>
                </a:lnTo>
                <a:lnTo>
                  <a:pt x="187634" y="35320"/>
                </a:lnTo>
                <a:lnTo>
                  <a:pt x="187885" y="35389"/>
                </a:lnTo>
                <a:lnTo>
                  <a:pt x="188133" y="35463"/>
                </a:lnTo>
                <a:lnTo>
                  <a:pt x="188377" y="35543"/>
                </a:lnTo>
                <a:lnTo>
                  <a:pt x="188619" y="35629"/>
                </a:lnTo>
                <a:lnTo>
                  <a:pt x="188857" y="35720"/>
                </a:lnTo>
                <a:lnTo>
                  <a:pt x="189091" y="35818"/>
                </a:lnTo>
                <a:lnTo>
                  <a:pt x="189322" y="35922"/>
                </a:lnTo>
                <a:lnTo>
                  <a:pt x="189550" y="36031"/>
                </a:lnTo>
                <a:lnTo>
                  <a:pt x="189775" y="36147"/>
                </a:lnTo>
                <a:lnTo>
                  <a:pt x="189996" y="36268"/>
                </a:lnTo>
                <a:lnTo>
                  <a:pt x="190213" y="36396"/>
                </a:lnTo>
                <a:lnTo>
                  <a:pt x="190428" y="36529"/>
                </a:lnTo>
                <a:lnTo>
                  <a:pt x="190639" y="36668"/>
                </a:lnTo>
                <a:lnTo>
                  <a:pt x="190847" y="36813"/>
                </a:lnTo>
                <a:lnTo>
                  <a:pt x="191051" y="36962"/>
                </a:lnTo>
                <a:lnTo>
                  <a:pt x="191253" y="37115"/>
                </a:lnTo>
                <a:lnTo>
                  <a:pt x="191451" y="37274"/>
                </a:lnTo>
                <a:lnTo>
                  <a:pt x="191647" y="37437"/>
                </a:lnTo>
                <a:lnTo>
                  <a:pt x="191839" y="37604"/>
                </a:lnTo>
                <a:lnTo>
                  <a:pt x="192028" y="37776"/>
                </a:lnTo>
                <a:lnTo>
                  <a:pt x="192214" y="37952"/>
                </a:lnTo>
                <a:lnTo>
                  <a:pt x="192396" y="38134"/>
                </a:lnTo>
                <a:lnTo>
                  <a:pt x="192576" y="38319"/>
                </a:lnTo>
                <a:lnTo>
                  <a:pt x="192753" y="38510"/>
                </a:lnTo>
                <a:lnTo>
                  <a:pt x="192926" y="38705"/>
                </a:lnTo>
                <a:lnTo>
                  <a:pt x="193096" y="38904"/>
                </a:lnTo>
                <a:lnTo>
                  <a:pt x="193263" y="39108"/>
                </a:lnTo>
                <a:lnTo>
                  <a:pt x="193427" y="39317"/>
                </a:lnTo>
                <a:lnTo>
                  <a:pt x="193588" y="39530"/>
                </a:lnTo>
                <a:lnTo>
                  <a:pt x="193746" y="39748"/>
                </a:lnTo>
                <a:lnTo>
                  <a:pt x="193900" y="39970"/>
                </a:lnTo>
                <a:lnTo>
                  <a:pt x="194052" y="40197"/>
                </a:lnTo>
                <a:lnTo>
                  <a:pt x="194200" y="40429"/>
                </a:lnTo>
                <a:lnTo>
                  <a:pt x="194345" y="40665"/>
                </a:lnTo>
                <a:lnTo>
                  <a:pt x="194487" y="40906"/>
                </a:lnTo>
                <a:lnTo>
                  <a:pt x="194626" y="41151"/>
                </a:lnTo>
                <a:lnTo>
                  <a:pt x="194762" y="41401"/>
                </a:lnTo>
                <a:lnTo>
                  <a:pt x="194895" y="41655"/>
                </a:lnTo>
                <a:lnTo>
                  <a:pt x="195024" y="41914"/>
                </a:lnTo>
                <a:lnTo>
                  <a:pt x="195151" y="42176"/>
                </a:lnTo>
                <a:lnTo>
                  <a:pt x="195275" y="42443"/>
                </a:lnTo>
                <a:lnTo>
                  <a:pt x="195395" y="42715"/>
                </a:lnTo>
                <a:lnTo>
                  <a:pt x="195513" y="42990"/>
                </a:lnTo>
                <a:lnTo>
                  <a:pt x="195627" y="43270"/>
                </a:lnTo>
                <a:lnTo>
                  <a:pt x="195739" y="43554"/>
                </a:lnTo>
                <a:lnTo>
                  <a:pt x="195848" y="43842"/>
                </a:lnTo>
                <a:lnTo>
                  <a:pt x="195953" y="44135"/>
                </a:lnTo>
                <a:lnTo>
                  <a:pt x="196056" y="44432"/>
                </a:lnTo>
                <a:lnTo>
                  <a:pt x="196155" y="44733"/>
                </a:lnTo>
                <a:lnTo>
                  <a:pt x="196252" y="45038"/>
                </a:lnTo>
                <a:lnTo>
                  <a:pt x="196345" y="45348"/>
                </a:lnTo>
                <a:lnTo>
                  <a:pt x="196435" y="45661"/>
                </a:lnTo>
                <a:lnTo>
                  <a:pt x="196523" y="45979"/>
                </a:lnTo>
                <a:lnTo>
                  <a:pt x="196607" y="46302"/>
                </a:lnTo>
                <a:lnTo>
                  <a:pt x="196689" y="46628"/>
                </a:lnTo>
                <a:lnTo>
                  <a:pt x="196767" y="46959"/>
                </a:lnTo>
                <a:lnTo>
                  <a:pt x="196842" y="47294"/>
                </a:lnTo>
                <a:lnTo>
                  <a:pt x="196915" y="47633"/>
                </a:lnTo>
                <a:lnTo>
                  <a:pt x="196984" y="47977"/>
                </a:lnTo>
                <a:lnTo>
                  <a:pt x="197050" y="48324"/>
                </a:lnTo>
                <a:lnTo>
                  <a:pt x="197113" y="48676"/>
                </a:lnTo>
                <a:lnTo>
                  <a:pt x="197174" y="49032"/>
                </a:lnTo>
                <a:lnTo>
                  <a:pt x="197232" y="49390"/>
                </a:lnTo>
                <a:lnTo>
                  <a:pt x="197287" y="49752"/>
                </a:lnTo>
                <a:lnTo>
                  <a:pt x="197340" y="50116"/>
                </a:lnTo>
                <a:lnTo>
                  <a:pt x="197390" y="50483"/>
                </a:lnTo>
                <a:lnTo>
                  <a:pt x="197437" y="50854"/>
                </a:lnTo>
                <a:lnTo>
                  <a:pt x="197482" y="51227"/>
                </a:lnTo>
                <a:lnTo>
                  <a:pt x="197525" y="51602"/>
                </a:lnTo>
                <a:lnTo>
                  <a:pt x="197565" y="51981"/>
                </a:lnTo>
                <a:lnTo>
                  <a:pt x="197602" y="52363"/>
                </a:lnTo>
                <a:lnTo>
                  <a:pt x="197637" y="52748"/>
                </a:lnTo>
                <a:lnTo>
                  <a:pt x="197669" y="53135"/>
                </a:lnTo>
                <a:lnTo>
                  <a:pt x="197699" y="53526"/>
                </a:lnTo>
                <a:lnTo>
                  <a:pt x="197726" y="53919"/>
                </a:lnTo>
                <a:lnTo>
                  <a:pt x="197750" y="54315"/>
                </a:lnTo>
                <a:lnTo>
                  <a:pt x="197772" y="54714"/>
                </a:lnTo>
                <a:lnTo>
                  <a:pt x="197791" y="55117"/>
                </a:lnTo>
                <a:lnTo>
                  <a:pt x="197808" y="55522"/>
                </a:lnTo>
                <a:lnTo>
                  <a:pt x="197822" y="55929"/>
                </a:lnTo>
                <a:lnTo>
                  <a:pt x="197834" y="56340"/>
                </a:lnTo>
                <a:lnTo>
                  <a:pt x="197843" y="56754"/>
                </a:lnTo>
                <a:lnTo>
                  <a:pt x="197849" y="57171"/>
                </a:lnTo>
                <a:lnTo>
                  <a:pt x="197853" y="57590"/>
                </a:lnTo>
                <a:lnTo>
                  <a:pt x="197854" y="58013"/>
                </a:lnTo>
                <a:lnTo>
                  <a:pt x="197845" y="59032"/>
                </a:lnTo>
                <a:lnTo>
                  <a:pt x="197818" y="60030"/>
                </a:lnTo>
                <a:close/>
                <a:moveTo>
                  <a:pt x="286280" y="57497"/>
                </a:moveTo>
                <a:cubicBezTo>
                  <a:pt x="286280" y="62863"/>
                  <a:pt x="285540" y="67660"/>
                  <a:pt x="284058" y="71888"/>
                </a:cubicBezTo>
                <a:cubicBezTo>
                  <a:pt x="282576" y="76116"/>
                  <a:pt x="280472" y="79700"/>
                  <a:pt x="277744" y="82640"/>
                </a:cubicBezTo>
                <a:cubicBezTo>
                  <a:pt x="275017" y="85581"/>
                  <a:pt x="271699" y="87834"/>
                  <a:pt x="267791" y="89401"/>
                </a:cubicBezTo>
                <a:cubicBezTo>
                  <a:pt x="263883" y="90968"/>
                  <a:pt x="259481" y="91751"/>
                  <a:pt x="254585" y="91751"/>
                </a:cubicBezTo>
                <a:cubicBezTo>
                  <a:pt x="250762" y="91751"/>
                  <a:pt x="246854" y="91386"/>
                  <a:pt x="242860" y="90657"/>
                </a:cubicBezTo>
                <a:cubicBezTo>
                  <a:pt x="238866" y="89927"/>
                  <a:pt x="234914" y="88768"/>
                  <a:pt x="231006" y="87180"/>
                </a:cubicBezTo>
                <a:lnTo>
                  <a:pt x="231006" y="0"/>
                </a:lnTo>
                <a:lnTo>
                  <a:pt x="242215" y="0"/>
                </a:lnTo>
                <a:lnTo>
                  <a:pt x="242215" y="25046"/>
                </a:lnTo>
                <a:lnTo>
                  <a:pt x="241700" y="37022"/>
                </a:lnTo>
                <a:cubicBezTo>
                  <a:pt x="244921" y="32687"/>
                  <a:pt x="248368" y="29629"/>
                  <a:pt x="252040" y="27847"/>
                </a:cubicBezTo>
                <a:cubicBezTo>
                  <a:pt x="255712" y="26066"/>
                  <a:pt x="259652" y="25175"/>
                  <a:pt x="263861" y="25175"/>
                </a:cubicBezTo>
                <a:cubicBezTo>
                  <a:pt x="267555" y="25175"/>
                  <a:pt x="270798" y="25948"/>
                  <a:pt x="273589" y="27493"/>
                </a:cubicBezTo>
                <a:cubicBezTo>
                  <a:pt x="276381" y="29038"/>
                  <a:pt x="278722" y="31217"/>
                  <a:pt x="280611" y="34028"/>
                </a:cubicBezTo>
                <a:cubicBezTo>
                  <a:pt x="282501" y="36840"/>
                  <a:pt x="283918" y="40231"/>
                  <a:pt x="284863" y="44202"/>
                </a:cubicBezTo>
                <a:cubicBezTo>
                  <a:pt x="285808" y="48172"/>
                  <a:pt x="286280" y="52604"/>
                  <a:pt x="286280" y="57497"/>
                </a:cubicBezTo>
                <a:moveTo>
                  <a:pt x="274813" y="58013"/>
                </a:moveTo>
                <a:cubicBezTo>
                  <a:pt x="274813" y="54621"/>
                  <a:pt x="274566" y="51509"/>
                  <a:pt x="274072" y="48676"/>
                </a:cubicBezTo>
                <a:cubicBezTo>
                  <a:pt x="273578" y="45843"/>
                  <a:pt x="272795" y="43418"/>
                  <a:pt x="271721" y="41401"/>
                </a:cubicBezTo>
                <a:cubicBezTo>
                  <a:pt x="270647" y="39383"/>
                  <a:pt x="269273" y="37806"/>
                  <a:pt x="267598" y="36668"/>
                </a:cubicBezTo>
                <a:cubicBezTo>
                  <a:pt x="265923" y="35531"/>
                  <a:pt x="263926" y="34962"/>
                  <a:pt x="261607" y="34962"/>
                </a:cubicBezTo>
                <a:cubicBezTo>
                  <a:pt x="260189" y="34962"/>
                  <a:pt x="258751" y="35187"/>
                  <a:pt x="257290" y="35638"/>
                </a:cubicBezTo>
                <a:cubicBezTo>
                  <a:pt x="255830" y="36089"/>
                  <a:pt x="254316" y="36840"/>
                  <a:pt x="252749" y="37892"/>
                </a:cubicBezTo>
                <a:cubicBezTo>
                  <a:pt x="251181" y="38943"/>
                  <a:pt x="249527" y="40338"/>
                  <a:pt x="247788" y="42077"/>
                </a:cubicBezTo>
                <a:cubicBezTo>
                  <a:pt x="246049" y="43815"/>
                  <a:pt x="244191" y="45972"/>
                  <a:pt x="242215" y="48548"/>
                </a:cubicBezTo>
                <a:lnTo>
                  <a:pt x="242215" y="79904"/>
                </a:lnTo>
                <a:cubicBezTo>
                  <a:pt x="244406" y="80763"/>
                  <a:pt x="246639" y="81439"/>
                  <a:pt x="248915" y="81932"/>
                </a:cubicBezTo>
                <a:cubicBezTo>
                  <a:pt x="251192" y="82426"/>
                  <a:pt x="253361" y="82673"/>
                  <a:pt x="255422" y="82673"/>
                </a:cubicBezTo>
                <a:cubicBezTo>
                  <a:pt x="257999" y="82673"/>
                  <a:pt x="260458" y="82265"/>
                  <a:pt x="262798" y="81449"/>
                </a:cubicBezTo>
                <a:cubicBezTo>
                  <a:pt x="265139" y="80634"/>
                  <a:pt x="267201" y="79271"/>
                  <a:pt x="268983" y="77361"/>
                </a:cubicBezTo>
                <a:cubicBezTo>
                  <a:pt x="270765" y="75451"/>
                  <a:pt x="272183" y="72918"/>
                  <a:pt x="273235" y="69763"/>
                </a:cubicBezTo>
                <a:cubicBezTo>
                  <a:pt x="274287" y="66608"/>
                  <a:pt x="274813" y="62691"/>
                  <a:pt x="274813" y="58013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$0,">
            <a:extLst xmlns:a="http://schemas.openxmlformats.org/drawingml/2006/main">
              <a:ext uri="{FF2B5EF4-FFF2-40B4-BE49-F238E27FC236}">
                <a16:creationId xmlns:a16="http://schemas.microsoft.com/office/drawing/2014/main" id="{3A2C10FA-EED0-4F6F-8D6D-403A2711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953" y="388080"/>
            <a:ext cx="193215" cy="118236"/>
          </a:xfrm>
          <a:custGeom xmlns:a="http://schemas.openxmlformats.org/drawingml/2006/main">
            <a:pathLst>
              <a:path w="193215" h="118236">
                <a:moveTo>
                  <a:pt x="30987" y="0"/>
                </a:moveTo>
                <a:lnTo>
                  <a:pt x="40328" y="0"/>
                </a:lnTo>
                <a:lnTo>
                  <a:pt x="38653" y="12555"/>
                </a:lnTo>
                <a:cubicBezTo>
                  <a:pt x="40887" y="12770"/>
                  <a:pt x="43131" y="13049"/>
                  <a:pt x="45386" y="13392"/>
                </a:cubicBezTo>
                <a:cubicBezTo>
                  <a:pt x="47640" y="13736"/>
                  <a:pt x="49734" y="14144"/>
                  <a:pt x="51667" y="14616"/>
                </a:cubicBezTo>
                <a:lnTo>
                  <a:pt x="51667" y="24531"/>
                </a:lnTo>
                <a:cubicBezTo>
                  <a:pt x="49305" y="23930"/>
                  <a:pt x="46921" y="23415"/>
                  <a:pt x="44516" y="22986"/>
                </a:cubicBezTo>
                <a:cubicBezTo>
                  <a:pt x="42111" y="22557"/>
                  <a:pt x="39749" y="22235"/>
                  <a:pt x="37429" y="22020"/>
                </a:cubicBezTo>
                <a:lnTo>
                  <a:pt x="33757" y="49578"/>
                </a:lnTo>
                <a:cubicBezTo>
                  <a:pt x="36635" y="50694"/>
                  <a:pt x="39491" y="51907"/>
                  <a:pt x="42326" y="53216"/>
                </a:cubicBezTo>
                <a:cubicBezTo>
                  <a:pt x="45160" y="54525"/>
                  <a:pt x="47705" y="56070"/>
                  <a:pt x="49960" y="57852"/>
                </a:cubicBezTo>
                <a:cubicBezTo>
                  <a:pt x="52214" y="59633"/>
                  <a:pt x="54040" y="61747"/>
                  <a:pt x="55436" y="64194"/>
                </a:cubicBezTo>
                <a:cubicBezTo>
                  <a:pt x="56831" y="66640"/>
                  <a:pt x="57529" y="69559"/>
                  <a:pt x="57529" y="72950"/>
                </a:cubicBezTo>
                <a:cubicBezTo>
                  <a:pt x="57529" y="76556"/>
                  <a:pt x="56799" y="79754"/>
                  <a:pt x="55339" y="82544"/>
                </a:cubicBezTo>
                <a:cubicBezTo>
                  <a:pt x="53879" y="85334"/>
                  <a:pt x="51839" y="87695"/>
                  <a:pt x="49219" y="89626"/>
                </a:cubicBezTo>
                <a:cubicBezTo>
                  <a:pt x="46599" y="91558"/>
                  <a:pt x="43442" y="93071"/>
                  <a:pt x="39749" y="94166"/>
                </a:cubicBezTo>
                <a:cubicBezTo>
                  <a:pt x="36055" y="95260"/>
                  <a:pt x="31996" y="95915"/>
                  <a:pt x="27573" y="96130"/>
                </a:cubicBezTo>
                <a:lnTo>
                  <a:pt x="25447" y="111454"/>
                </a:lnTo>
                <a:lnTo>
                  <a:pt x="16041" y="111454"/>
                </a:lnTo>
                <a:lnTo>
                  <a:pt x="18167" y="96130"/>
                </a:lnTo>
                <a:cubicBezTo>
                  <a:pt x="14688" y="95872"/>
                  <a:pt x="11371" y="95496"/>
                  <a:pt x="8214" y="95003"/>
                </a:cubicBezTo>
                <a:cubicBezTo>
                  <a:pt x="5057" y="94509"/>
                  <a:pt x="2319" y="93962"/>
                  <a:pt x="0" y="93361"/>
                </a:cubicBezTo>
                <a:lnTo>
                  <a:pt x="0" y="82673"/>
                </a:lnTo>
                <a:cubicBezTo>
                  <a:pt x="2706" y="83617"/>
                  <a:pt x="5658" y="84390"/>
                  <a:pt x="8858" y="84991"/>
                </a:cubicBezTo>
                <a:cubicBezTo>
                  <a:pt x="12058" y="85592"/>
                  <a:pt x="15612" y="85999"/>
                  <a:pt x="19520" y="86214"/>
                </a:cubicBezTo>
                <a:lnTo>
                  <a:pt x="23321" y="57240"/>
                </a:lnTo>
                <a:cubicBezTo>
                  <a:pt x="20529" y="56167"/>
                  <a:pt x="17781" y="55008"/>
                  <a:pt x="15075" y="53763"/>
                </a:cubicBezTo>
                <a:cubicBezTo>
                  <a:pt x="12369" y="52518"/>
                  <a:pt x="9953" y="51027"/>
                  <a:pt x="7827" y="49288"/>
                </a:cubicBezTo>
                <a:cubicBezTo>
                  <a:pt x="5701" y="47550"/>
                  <a:pt x="3973" y="45500"/>
                  <a:pt x="2641" y="43139"/>
                </a:cubicBezTo>
                <a:cubicBezTo>
                  <a:pt x="1310" y="40778"/>
                  <a:pt x="644" y="37967"/>
                  <a:pt x="644" y="34704"/>
                </a:cubicBezTo>
                <a:cubicBezTo>
                  <a:pt x="644" y="32043"/>
                  <a:pt x="1203" y="29414"/>
                  <a:pt x="2319" y="26817"/>
                </a:cubicBezTo>
                <a:cubicBezTo>
                  <a:pt x="3436" y="24220"/>
                  <a:pt x="5175" y="21881"/>
                  <a:pt x="7537" y="19799"/>
                </a:cubicBezTo>
                <a:cubicBezTo>
                  <a:pt x="9900" y="17717"/>
                  <a:pt x="12884" y="16000"/>
                  <a:pt x="16492" y="14648"/>
                </a:cubicBezTo>
                <a:cubicBezTo>
                  <a:pt x="20100" y="13296"/>
                  <a:pt x="24395" y="12491"/>
                  <a:pt x="29377" y="12233"/>
                </a:cubicBezTo>
                <a:lnTo>
                  <a:pt x="30987" y="0"/>
                </a:lnTo>
                <a:moveTo>
                  <a:pt x="28088" y="21892"/>
                </a:moveTo>
                <a:cubicBezTo>
                  <a:pt x="22720" y="22364"/>
                  <a:pt x="18801" y="23619"/>
                  <a:pt x="16331" y="25658"/>
                </a:cubicBezTo>
                <a:cubicBezTo>
                  <a:pt x="13862" y="27697"/>
                  <a:pt x="12627" y="30305"/>
                  <a:pt x="12627" y="33481"/>
                </a:cubicBezTo>
                <a:cubicBezTo>
                  <a:pt x="12627" y="36443"/>
                  <a:pt x="13647" y="38879"/>
                  <a:pt x="15687" y="40789"/>
                </a:cubicBezTo>
                <a:cubicBezTo>
                  <a:pt x="17727" y="42699"/>
                  <a:pt x="20765" y="44448"/>
                  <a:pt x="24803" y="46037"/>
                </a:cubicBezTo>
                <a:lnTo>
                  <a:pt x="28088" y="21892"/>
                </a:lnTo>
                <a:moveTo>
                  <a:pt x="28861" y="86214"/>
                </a:moveTo>
                <a:cubicBezTo>
                  <a:pt x="34659" y="85785"/>
                  <a:pt x="38879" y="84497"/>
                  <a:pt x="41520" y="82351"/>
                </a:cubicBezTo>
                <a:cubicBezTo>
                  <a:pt x="44162" y="80205"/>
                  <a:pt x="45482" y="77286"/>
                  <a:pt x="45482" y="73594"/>
                </a:cubicBezTo>
                <a:cubicBezTo>
                  <a:pt x="45482" y="72049"/>
                  <a:pt x="45203" y="70665"/>
                  <a:pt x="44645" y="69441"/>
                </a:cubicBezTo>
                <a:cubicBezTo>
                  <a:pt x="44086" y="68218"/>
                  <a:pt x="43249" y="67113"/>
                  <a:pt x="42132" y="66125"/>
                </a:cubicBezTo>
                <a:cubicBezTo>
                  <a:pt x="41016" y="65138"/>
                  <a:pt x="39631" y="64215"/>
                  <a:pt x="37977" y="63357"/>
                </a:cubicBezTo>
                <a:cubicBezTo>
                  <a:pt x="36324" y="62498"/>
                  <a:pt x="34380" y="61640"/>
                  <a:pt x="32147" y="60781"/>
                </a:cubicBezTo>
                <a:lnTo>
                  <a:pt x="28861" y="86214"/>
                </a:lnTo>
                <a:close/>
                <a:moveTo>
                  <a:pt x="136679" y="54214"/>
                </a:moveTo>
                <a:cubicBezTo>
                  <a:pt x="136679" y="60652"/>
                  <a:pt x="136035" y="66522"/>
                  <a:pt x="134746" y="71823"/>
                </a:cubicBezTo>
                <a:cubicBezTo>
                  <a:pt x="133458" y="77125"/>
                  <a:pt x="131504" y="81675"/>
                  <a:pt x="128884" y="85473"/>
                </a:cubicBezTo>
                <a:cubicBezTo>
                  <a:pt x="126264" y="89272"/>
                  <a:pt x="123011" y="92213"/>
                  <a:pt x="119124" y="94294"/>
                </a:cubicBezTo>
                <a:cubicBezTo>
                  <a:pt x="115237" y="96376"/>
                  <a:pt x="110674" y="97417"/>
                  <a:pt x="105434" y="97417"/>
                </a:cubicBezTo>
                <a:cubicBezTo>
                  <a:pt x="100924" y="97417"/>
                  <a:pt x="96823" y="96569"/>
                  <a:pt x="93129" y="94874"/>
                </a:cubicBezTo>
                <a:cubicBezTo>
                  <a:pt x="89436" y="93178"/>
                  <a:pt x="86279" y="90571"/>
                  <a:pt x="83659" y="87051"/>
                </a:cubicBezTo>
                <a:cubicBezTo>
                  <a:pt x="81039" y="83531"/>
                  <a:pt x="79021" y="79046"/>
                  <a:pt x="77604" y="73594"/>
                </a:cubicBezTo>
                <a:cubicBezTo>
                  <a:pt x="76186" y="68143"/>
                  <a:pt x="75478" y="61683"/>
                  <a:pt x="75478" y="54214"/>
                </a:cubicBezTo>
                <a:cubicBezTo>
                  <a:pt x="75478" y="47775"/>
                  <a:pt x="76133" y="41894"/>
                  <a:pt x="77443" y="36572"/>
                </a:cubicBezTo>
                <a:cubicBezTo>
                  <a:pt x="78752" y="31249"/>
                  <a:pt x="80707" y="26688"/>
                  <a:pt x="83305" y="22890"/>
                </a:cubicBezTo>
                <a:cubicBezTo>
                  <a:pt x="85903" y="19091"/>
                  <a:pt x="89157" y="16150"/>
                  <a:pt x="93065" y="14069"/>
                </a:cubicBezTo>
                <a:cubicBezTo>
                  <a:pt x="96973" y="11987"/>
                  <a:pt x="101526" y="10946"/>
                  <a:pt x="106722" y="10946"/>
                </a:cubicBezTo>
                <a:cubicBezTo>
                  <a:pt x="111232" y="10946"/>
                  <a:pt x="115334" y="11794"/>
                  <a:pt x="119027" y="13489"/>
                </a:cubicBezTo>
                <a:cubicBezTo>
                  <a:pt x="122721" y="15185"/>
                  <a:pt x="125877" y="17803"/>
                  <a:pt x="128497" y="21344"/>
                </a:cubicBezTo>
                <a:cubicBezTo>
                  <a:pt x="131117" y="24886"/>
                  <a:pt x="133136" y="29382"/>
                  <a:pt x="134553" y="34833"/>
                </a:cubicBezTo>
                <a:cubicBezTo>
                  <a:pt x="135970" y="40285"/>
                  <a:pt x="136679" y="46745"/>
                  <a:pt x="136679" y="54214"/>
                </a:cubicBezTo>
                <a:moveTo>
                  <a:pt x="125341" y="54600"/>
                </a:moveTo>
                <a:cubicBezTo>
                  <a:pt x="125341" y="53141"/>
                  <a:pt x="125287" y="51692"/>
                  <a:pt x="125180" y="50254"/>
                </a:cubicBezTo>
                <a:cubicBezTo>
                  <a:pt x="125072" y="48816"/>
                  <a:pt x="124954" y="47410"/>
                  <a:pt x="124825" y="46037"/>
                </a:cubicBezTo>
                <a:lnTo>
                  <a:pt x="89200" y="72500"/>
                </a:lnTo>
                <a:cubicBezTo>
                  <a:pt x="89844" y="74732"/>
                  <a:pt x="90660" y="76792"/>
                  <a:pt x="91648" y="78681"/>
                </a:cubicBezTo>
                <a:cubicBezTo>
                  <a:pt x="92635" y="80569"/>
                  <a:pt x="93827" y="82190"/>
                  <a:pt x="95223" y="83542"/>
                </a:cubicBezTo>
                <a:cubicBezTo>
                  <a:pt x="96619" y="84894"/>
                  <a:pt x="98208" y="85946"/>
                  <a:pt x="99990" y="86697"/>
                </a:cubicBezTo>
                <a:cubicBezTo>
                  <a:pt x="101773" y="87448"/>
                  <a:pt x="103802" y="87824"/>
                  <a:pt x="106078" y="87824"/>
                </a:cubicBezTo>
                <a:cubicBezTo>
                  <a:pt x="108999" y="87824"/>
                  <a:pt x="111651" y="87115"/>
                  <a:pt x="114034" y="85699"/>
                </a:cubicBezTo>
                <a:cubicBezTo>
                  <a:pt x="116418" y="84282"/>
                  <a:pt x="118447" y="82179"/>
                  <a:pt x="120122" y="79389"/>
                </a:cubicBezTo>
                <a:cubicBezTo>
                  <a:pt x="121797" y="76599"/>
                  <a:pt x="123086" y="73133"/>
                  <a:pt x="123988" y="68990"/>
                </a:cubicBezTo>
                <a:cubicBezTo>
                  <a:pt x="124890" y="64848"/>
                  <a:pt x="125341" y="60051"/>
                  <a:pt x="125341" y="54600"/>
                </a:cubicBezTo>
                <a:moveTo>
                  <a:pt x="86816" y="53827"/>
                </a:moveTo>
                <a:cubicBezTo>
                  <a:pt x="86816" y="55158"/>
                  <a:pt x="86827" y="56489"/>
                  <a:pt x="86848" y="57819"/>
                </a:cubicBezTo>
                <a:cubicBezTo>
                  <a:pt x="86870" y="59150"/>
                  <a:pt x="86945" y="60438"/>
                  <a:pt x="87074" y="61683"/>
                </a:cubicBezTo>
                <a:lnTo>
                  <a:pt x="122699" y="35348"/>
                </a:lnTo>
                <a:cubicBezTo>
                  <a:pt x="122055" y="33159"/>
                  <a:pt x="121239" y="31163"/>
                  <a:pt x="120251" y="29360"/>
                </a:cubicBezTo>
                <a:cubicBezTo>
                  <a:pt x="119263" y="27558"/>
                  <a:pt x="118082" y="26002"/>
                  <a:pt x="116708" y="24692"/>
                </a:cubicBezTo>
                <a:cubicBezTo>
                  <a:pt x="115334" y="23383"/>
                  <a:pt x="113766" y="22364"/>
                  <a:pt x="112005" y="21634"/>
                </a:cubicBezTo>
                <a:cubicBezTo>
                  <a:pt x="110244" y="20904"/>
                  <a:pt x="108269" y="20539"/>
                  <a:pt x="106078" y="20539"/>
                </a:cubicBezTo>
                <a:cubicBezTo>
                  <a:pt x="103158" y="20539"/>
                  <a:pt x="100506" y="21248"/>
                  <a:pt x="98122" y="22664"/>
                </a:cubicBezTo>
                <a:cubicBezTo>
                  <a:pt x="95738" y="24081"/>
                  <a:pt x="93709" y="26195"/>
                  <a:pt x="92034" y="29006"/>
                </a:cubicBezTo>
                <a:cubicBezTo>
                  <a:pt x="90359" y="31818"/>
                  <a:pt x="89071" y="35295"/>
                  <a:pt x="88169" y="39437"/>
                </a:cubicBezTo>
                <a:cubicBezTo>
                  <a:pt x="87267" y="43579"/>
                  <a:pt x="86816" y="48376"/>
                  <a:pt x="86816" y="53827"/>
                </a:cubicBezTo>
                <a:close/>
                <a:moveTo>
                  <a:pt x="164623" y="118216"/>
                </a:moveTo>
                <a:lnTo>
                  <a:pt x="165238" y="118181"/>
                </a:lnTo>
                <a:lnTo>
                  <a:pt x="165846" y="118138"/>
                </a:lnTo>
                <a:lnTo>
                  <a:pt x="166447" y="118087"/>
                </a:lnTo>
                <a:lnTo>
                  <a:pt x="167042" y="118028"/>
                </a:lnTo>
                <a:lnTo>
                  <a:pt x="167630" y="117962"/>
                </a:lnTo>
                <a:lnTo>
                  <a:pt x="168211" y="117887"/>
                </a:lnTo>
                <a:lnTo>
                  <a:pt x="168786" y="117805"/>
                </a:lnTo>
                <a:lnTo>
                  <a:pt x="169355" y="117715"/>
                </a:lnTo>
                <a:lnTo>
                  <a:pt x="169916" y="117617"/>
                </a:lnTo>
                <a:lnTo>
                  <a:pt x="170472" y="117512"/>
                </a:lnTo>
                <a:lnTo>
                  <a:pt x="171020" y="117398"/>
                </a:lnTo>
                <a:lnTo>
                  <a:pt x="171562" y="117277"/>
                </a:lnTo>
                <a:lnTo>
                  <a:pt x="172097" y="117148"/>
                </a:lnTo>
                <a:lnTo>
                  <a:pt x="172626" y="117011"/>
                </a:lnTo>
                <a:lnTo>
                  <a:pt x="173148" y="116866"/>
                </a:lnTo>
                <a:lnTo>
                  <a:pt x="173664" y="116714"/>
                </a:lnTo>
                <a:lnTo>
                  <a:pt x="174173" y="116553"/>
                </a:lnTo>
                <a:lnTo>
                  <a:pt x="174675" y="116385"/>
                </a:lnTo>
                <a:lnTo>
                  <a:pt x="175171" y="116209"/>
                </a:lnTo>
                <a:lnTo>
                  <a:pt x="175660" y="116025"/>
                </a:lnTo>
                <a:lnTo>
                  <a:pt x="176143" y="115835"/>
                </a:lnTo>
                <a:lnTo>
                  <a:pt x="176618" y="115639"/>
                </a:lnTo>
                <a:lnTo>
                  <a:pt x="177087" y="115437"/>
                </a:lnTo>
                <a:lnTo>
                  <a:pt x="177550" y="115231"/>
                </a:lnTo>
                <a:lnTo>
                  <a:pt x="178005" y="115019"/>
                </a:lnTo>
                <a:lnTo>
                  <a:pt x="178454" y="114802"/>
                </a:lnTo>
                <a:lnTo>
                  <a:pt x="178897" y="114579"/>
                </a:lnTo>
                <a:lnTo>
                  <a:pt x="179332" y="114351"/>
                </a:lnTo>
                <a:lnTo>
                  <a:pt x="179761" y="114118"/>
                </a:lnTo>
                <a:lnTo>
                  <a:pt x="180183" y="113879"/>
                </a:lnTo>
                <a:lnTo>
                  <a:pt x="180598" y="113635"/>
                </a:lnTo>
                <a:lnTo>
                  <a:pt x="181007" y="113385"/>
                </a:lnTo>
                <a:lnTo>
                  <a:pt x="181409" y="113130"/>
                </a:lnTo>
                <a:lnTo>
                  <a:pt x="181804" y="112870"/>
                </a:lnTo>
                <a:lnTo>
                  <a:pt x="182193" y="112604"/>
                </a:lnTo>
                <a:lnTo>
                  <a:pt x="182575" y="112334"/>
                </a:lnTo>
                <a:lnTo>
                  <a:pt x="182950" y="112057"/>
                </a:lnTo>
                <a:lnTo>
                  <a:pt x="183318" y="111775"/>
                </a:lnTo>
                <a:lnTo>
                  <a:pt x="183680" y="111488"/>
                </a:lnTo>
                <a:lnTo>
                  <a:pt x="184035" y="111196"/>
                </a:lnTo>
                <a:lnTo>
                  <a:pt x="184383" y="110898"/>
                </a:lnTo>
                <a:lnTo>
                  <a:pt x="184725" y="110595"/>
                </a:lnTo>
                <a:lnTo>
                  <a:pt x="185060" y="110287"/>
                </a:lnTo>
                <a:lnTo>
                  <a:pt x="185388" y="109973"/>
                </a:lnTo>
                <a:lnTo>
                  <a:pt x="185709" y="109654"/>
                </a:lnTo>
                <a:lnTo>
                  <a:pt x="186024" y="109332"/>
                </a:lnTo>
                <a:lnTo>
                  <a:pt x="186332" y="109005"/>
                </a:lnTo>
                <a:lnTo>
                  <a:pt x="186633" y="108675"/>
                </a:lnTo>
                <a:lnTo>
                  <a:pt x="186928" y="108341"/>
                </a:lnTo>
                <a:lnTo>
                  <a:pt x="187216" y="108003"/>
                </a:lnTo>
                <a:lnTo>
                  <a:pt x="187497" y="107661"/>
                </a:lnTo>
                <a:lnTo>
                  <a:pt x="187772" y="107315"/>
                </a:lnTo>
                <a:lnTo>
                  <a:pt x="188039" y="106965"/>
                </a:lnTo>
                <a:lnTo>
                  <a:pt x="188300" y="106611"/>
                </a:lnTo>
                <a:lnTo>
                  <a:pt x="188555" y="106254"/>
                </a:lnTo>
                <a:lnTo>
                  <a:pt x="188802" y="105892"/>
                </a:lnTo>
                <a:lnTo>
                  <a:pt x="189043" y="105527"/>
                </a:lnTo>
                <a:lnTo>
                  <a:pt x="189277" y="105157"/>
                </a:lnTo>
                <a:lnTo>
                  <a:pt x="189505" y="104784"/>
                </a:lnTo>
                <a:lnTo>
                  <a:pt x="189726" y="104407"/>
                </a:lnTo>
                <a:lnTo>
                  <a:pt x="189940" y="104026"/>
                </a:lnTo>
                <a:lnTo>
                  <a:pt x="190147" y="103641"/>
                </a:lnTo>
                <a:lnTo>
                  <a:pt x="190348" y="103252"/>
                </a:lnTo>
                <a:lnTo>
                  <a:pt x="190542" y="102859"/>
                </a:lnTo>
                <a:lnTo>
                  <a:pt x="190729" y="102462"/>
                </a:lnTo>
                <a:lnTo>
                  <a:pt x="190909" y="102061"/>
                </a:lnTo>
                <a:lnTo>
                  <a:pt x="191083" y="101657"/>
                </a:lnTo>
                <a:lnTo>
                  <a:pt x="191250" y="101248"/>
                </a:lnTo>
                <a:lnTo>
                  <a:pt x="191411" y="100837"/>
                </a:lnTo>
                <a:lnTo>
                  <a:pt x="191564" y="100424"/>
                </a:lnTo>
                <a:lnTo>
                  <a:pt x="191711" y="100010"/>
                </a:lnTo>
                <a:lnTo>
                  <a:pt x="191851" y="99595"/>
                </a:lnTo>
                <a:lnTo>
                  <a:pt x="191984" y="99178"/>
                </a:lnTo>
                <a:lnTo>
                  <a:pt x="192110" y="98759"/>
                </a:lnTo>
                <a:lnTo>
                  <a:pt x="192229" y="98339"/>
                </a:lnTo>
                <a:lnTo>
                  <a:pt x="192342" y="97918"/>
                </a:lnTo>
                <a:lnTo>
                  <a:pt x="192448" y="97495"/>
                </a:lnTo>
                <a:lnTo>
                  <a:pt x="192547" y="97071"/>
                </a:lnTo>
                <a:lnTo>
                  <a:pt x="192639" y="96645"/>
                </a:lnTo>
                <a:lnTo>
                  <a:pt x="192724" y="96218"/>
                </a:lnTo>
                <a:lnTo>
                  <a:pt x="192802" y="95789"/>
                </a:lnTo>
                <a:lnTo>
                  <a:pt x="192874" y="95359"/>
                </a:lnTo>
                <a:lnTo>
                  <a:pt x="192939" y="94928"/>
                </a:lnTo>
                <a:lnTo>
                  <a:pt x="192997" y="94495"/>
                </a:lnTo>
                <a:lnTo>
                  <a:pt x="193048" y="94060"/>
                </a:lnTo>
                <a:lnTo>
                  <a:pt x="193092" y="93624"/>
                </a:lnTo>
                <a:lnTo>
                  <a:pt x="193130" y="93187"/>
                </a:lnTo>
                <a:lnTo>
                  <a:pt x="193161" y="92748"/>
                </a:lnTo>
                <a:lnTo>
                  <a:pt x="193185" y="92308"/>
                </a:lnTo>
                <a:lnTo>
                  <a:pt x="193202" y="91866"/>
                </a:lnTo>
                <a:lnTo>
                  <a:pt x="193212" y="91423"/>
                </a:lnTo>
                <a:lnTo>
                  <a:pt x="193215" y="90979"/>
                </a:lnTo>
                <a:lnTo>
                  <a:pt x="193214" y="90653"/>
                </a:lnTo>
                <a:lnTo>
                  <a:pt x="193209" y="90331"/>
                </a:lnTo>
                <a:lnTo>
                  <a:pt x="193201" y="90013"/>
                </a:lnTo>
                <a:lnTo>
                  <a:pt x="193189" y="89698"/>
                </a:lnTo>
                <a:lnTo>
                  <a:pt x="193175" y="89387"/>
                </a:lnTo>
                <a:lnTo>
                  <a:pt x="193157" y="89079"/>
                </a:lnTo>
                <a:lnTo>
                  <a:pt x="193136" y="88775"/>
                </a:lnTo>
                <a:lnTo>
                  <a:pt x="193111" y="88475"/>
                </a:lnTo>
                <a:lnTo>
                  <a:pt x="193084" y="88178"/>
                </a:lnTo>
                <a:lnTo>
                  <a:pt x="193053" y="87884"/>
                </a:lnTo>
                <a:lnTo>
                  <a:pt x="193019" y="87595"/>
                </a:lnTo>
                <a:lnTo>
                  <a:pt x="192982" y="87309"/>
                </a:lnTo>
                <a:lnTo>
                  <a:pt x="192941" y="87026"/>
                </a:lnTo>
                <a:lnTo>
                  <a:pt x="192897" y="86747"/>
                </a:lnTo>
                <a:lnTo>
                  <a:pt x="192850" y="86471"/>
                </a:lnTo>
                <a:lnTo>
                  <a:pt x="192800" y="86200"/>
                </a:lnTo>
                <a:lnTo>
                  <a:pt x="192747" y="85931"/>
                </a:lnTo>
                <a:lnTo>
                  <a:pt x="192690" y="85667"/>
                </a:lnTo>
                <a:lnTo>
                  <a:pt x="192630" y="85406"/>
                </a:lnTo>
                <a:lnTo>
                  <a:pt x="192567" y="85148"/>
                </a:lnTo>
                <a:lnTo>
                  <a:pt x="192500" y="84894"/>
                </a:lnTo>
                <a:lnTo>
                  <a:pt x="192430" y="84644"/>
                </a:lnTo>
                <a:lnTo>
                  <a:pt x="192357" y="84397"/>
                </a:lnTo>
                <a:lnTo>
                  <a:pt x="192281" y="84154"/>
                </a:lnTo>
                <a:lnTo>
                  <a:pt x="192202" y="83914"/>
                </a:lnTo>
                <a:lnTo>
                  <a:pt x="192121" y="83677"/>
                </a:lnTo>
                <a:lnTo>
                  <a:pt x="192037" y="83444"/>
                </a:lnTo>
                <a:lnTo>
                  <a:pt x="191952" y="83215"/>
                </a:lnTo>
                <a:lnTo>
                  <a:pt x="191864" y="82988"/>
                </a:lnTo>
                <a:lnTo>
                  <a:pt x="191774" y="82765"/>
                </a:lnTo>
                <a:lnTo>
                  <a:pt x="191681" y="82546"/>
                </a:lnTo>
                <a:lnTo>
                  <a:pt x="191587" y="82329"/>
                </a:lnTo>
                <a:lnTo>
                  <a:pt x="191490" y="82116"/>
                </a:lnTo>
                <a:lnTo>
                  <a:pt x="191391" y="81907"/>
                </a:lnTo>
                <a:lnTo>
                  <a:pt x="191289" y="81700"/>
                </a:lnTo>
                <a:lnTo>
                  <a:pt x="191186" y="81498"/>
                </a:lnTo>
                <a:lnTo>
                  <a:pt x="191080" y="81298"/>
                </a:lnTo>
                <a:lnTo>
                  <a:pt x="190972" y="81102"/>
                </a:lnTo>
                <a:lnTo>
                  <a:pt x="190862" y="80909"/>
                </a:lnTo>
                <a:lnTo>
                  <a:pt x="190749" y="80720"/>
                </a:lnTo>
                <a:lnTo>
                  <a:pt x="190635" y="80533"/>
                </a:lnTo>
                <a:lnTo>
                  <a:pt x="190518" y="80351"/>
                </a:lnTo>
                <a:lnTo>
                  <a:pt x="190398" y="80171"/>
                </a:lnTo>
                <a:lnTo>
                  <a:pt x="190277" y="79995"/>
                </a:lnTo>
                <a:lnTo>
                  <a:pt x="190153" y="79823"/>
                </a:lnTo>
                <a:lnTo>
                  <a:pt x="190027" y="79653"/>
                </a:lnTo>
                <a:lnTo>
                  <a:pt x="189899" y="79487"/>
                </a:lnTo>
                <a:lnTo>
                  <a:pt x="189769" y="79325"/>
                </a:lnTo>
                <a:lnTo>
                  <a:pt x="189636" y="79165"/>
                </a:lnTo>
                <a:lnTo>
                  <a:pt x="189502" y="79010"/>
                </a:lnTo>
                <a:lnTo>
                  <a:pt x="189366" y="78857"/>
                </a:lnTo>
                <a:lnTo>
                  <a:pt x="189228" y="78708"/>
                </a:lnTo>
                <a:lnTo>
                  <a:pt x="189089" y="78563"/>
                </a:lnTo>
                <a:lnTo>
                  <a:pt x="188947" y="78421"/>
                </a:lnTo>
                <a:lnTo>
                  <a:pt x="188804" y="78283"/>
                </a:lnTo>
                <a:lnTo>
                  <a:pt x="188659" y="78148"/>
                </a:lnTo>
                <a:lnTo>
                  <a:pt x="188512" y="78016"/>
                </a:lnTo>
                <a:lnTo>
                  <a:pt x="188364" y="77888"/>
                </a:lnTo>
                <a:lnTo>
                  <a:pt x="188214" y="77764"/>
                </a:lnTo>
                <a:lnTo>
                  <a:pt x="188061" y="77642"/>
                </a:lnTo>
                <a:lnTo>
                  <a:pt x="187908" y="77525"/>
                </a:lnTo>
                <a:lnTo>
                  <a:pt x="187752" y="77411"/>
                </a:lnTo>
                <a:lnTo>
                  <a:pt x="187594" y="77300"/>
                </a:lnTo>
                <a:lnTo>
                  <a:pt x="187435" y="77193"/>
                </a:lnTo>
                <a:lnTo>
                  <a:pt x="187274" y="77089"/>
                </a:lnTo>
                <a:lnTo>
                  <a:pt x="187111" y="76989"/>
                </a:lnTo>
                <a:lnTo>
                  <a:pt x="186947" y="76892"/>
                </a:lnTo>
                <a:lnTo>
                  <a:pt x="186780" y="76798"/>
                </a:lnTo>
                <a:lnTo>
                  <a:pt x="186612" y="76708"/>
                </a:lnTo>
                <a:lnTo>
                  <a:pt x="186442" y="76622"/>
                </a:lnTo>
                <a:lnTo>
                  <a:pt x="186270" y="76539"/>
                </a:lnTo>
                <a:lnTo>
                  <a:pt x="186097" y="76459"/>
                </a:lnTo>
                <a:lnTo>
                  <a:pt x="185922" y="76383"/>
                </a:lnTo>
                <a:lnTo>
                  <a:pt x="185746" y="76310"/>
                </a:lnTo>
                <a:lnTo>
                  <a:pt x="185571" y="76241"/>
                </a:lnTo>
                <a:lnTo>
                  <a:pt x="185394" y="76174"/>
                </a:lnTo>
                <a:lnTo>
                  <a:pt x="185217" y="76111"/>
                </a:lnTo>
                <a:lnTo>
                  <a:pt x="185040" y="76051"/>
                </a:lnTo>
                <a:lnTo>
                  <a:pt x="184861" y="75994"/>
                </a:lnTo>
                <a:lnTo>
                  <a:pt x="184683" y="75941"/>
                </a:lnTo>
                <a:lnTo>
                  <a:pt x="184504" y="75890"/>
                </a:lnTo>
                <a:lnTo>
                  <a:pt x="184324" y="75843"/>
                </a:lnTo>
                <a:lnTo>
                  <a:pt x="184143" y="75800"/>
                </a:lnTo>
                <a:lnTo>
                  <a:pt x="183963" y="75759"/>
                </a:lnTo>
                <a:lnTo>
                  <a:pt x="183781" y="75722"/>
                </a:lnTo>
                <a:lnTo>
                  <a:pt x="183599" y="75688"/>
                </a:lnTo>
                <a:lnTo>
                  <a:pt x="183416" y="75657"/>
                </a:lnTo>
                <a:lnTo>
                  <a:pt x="183233" y="75629"/>
                </a:lnTo>
                <a:lnTo>
                  <a:pt x="183050" y="75605"/>
                </a:lnTo>
                <a:lnTo>
                  <a:pt x="182865" y="75584"/>
                </a:lnTo>
                <a:lnTo>
                  <a:pt x="182681" y="75566"/>
                </a:lnTo>
                <a:lnTo>
                  <a:pt x="182495" y="75552"/>
                </a:lnTo>
                <a:lnTo>
                  <a:pt x="182309" y="75540"/>
                </a:lnTo>
                <a:lnTo>
                  <a:pt x="182123" y="75532"/>
                </a:lnTo>
                <a:lnTo>
                  <a:pt x="181936" y="75527"/>
                </a:lnTo>
                <a:lnTo>
                  <a:pt x="181748" y="75526"/>
                </a:lnTo>
                <a:lnTo>
                  <a:pt x="181561" y="75527"/>
                </a:lnTo>
                <a:lnTo>
                  <a:pt x="181376" y="75531"/>
                </a:lnTo>
                <a:lnTo>
                  <a:pt x="181194" y="75538"/>
                </a:lnTo>
                <a:lnTo>
                  <a:pt x="181013" y="75547"/>
                </a:lnTo>
                <a:lnTo>
                  <a:pt x="180835" y="75559"/>
                </a:lnTo>
                <a:lnTo>
                  <a:pt x="180659" y="75574"/>
                </a:lnTo>
                <a:lnTo>
                  <a:pt x="180485" y="75591"/>
                </a:lnTo>
                <a:lnTo>
                  <a:pt x="180313" y="75612"/>
                </a:lnTo>
                <a:lnTo>
                  <a:pt x="180143" y="75634"/>
                </a:lnTo>
                <a:lnTo>
                  <a:pt x="179975" y="75660"/>
                </a:lnTo>
                <a:lnTo>
                  <a:pt x="179810" y="75688"/>
                </a:lnTo>
                <a:lnTo>
                  <a:pt x="179646" y="75719"/>
                </a:lnTo>
                <a:lnTo>
                  <a:pt x="179485" y="75752"/>
                </a:lnTo>
                <a:lnTo>
                  <a:pt x="179326" y="75789"/>
                </a:lnTo>
                <a:lnTo>
                  <a:pt x="179169" y="75828"/>
                </a:lnTo>
                <a:lnTo>
                  <a:pt x="179014" y="75869"/>
                </a:lnTo>
                <a:lnTo>
                  <a:pt x="178861" y="75913"/>
                </a:lnTo>
                <a:lnTo>
                  <a:pt x="178710" y="75960"/>
                </a:lnTo>
                <a:lnTo>
                  <a:pt x="178562" y="76010"/>
                </a:lnTo>
                <a:lnTo>
                  <a:pt x="178415" y="76062"/>
                </a:lnTo>
                <a:lnTo>
                  <a:pt x="178271" y="76117"/>
                </a:lnTo>
                <a:lnTo>
                  <a:pt x="178129" y="76175"/>
                </a:lnTo>
                <a:lnTo>
                  <a:pt x="177988" y="76235"/>
                </a:lnTo>
                <a:lnTo>
                  <a:pt x="177850" y="76298"/>
                </a:lnTo>
                <a:lnTo>
                  <a:pt x="177715" y="76364"/>
                </a:lnTo>
                <a:lnTo>
                  <a:pt x="177581" y="76430"/>
                </a:lnTo>
                <a:lnTo>
                  <a:pt x="177449" y="76499"/>
                </a:lnTo>
                <a:lnTo>
                  <a:pt x="177319" y="76568"/>
                </a:lnTo>
                <a:lnTo>
                  <a:pt x="177191" y="76640"/>
                </a:lnTo>
                <a:lnTo>
                  <a:pt x="177065" y="76713"/>
                </a:lnTo>
                <a:lnTo>
                  <a:pt x="176941" y="76787"/>
                </a:lnTo>
                <a:lnTo>
                  <a:pt x="176820" y="76864"/>
                </a:lnTo>
                <a:lnTo>
                  <a:pt x="176700" y="76941"/>
                </a:lnTo>
                <a:lnTo>
                  <a:pt x="176582" y="77020"/>
                </a:lnTo>
                <a:lnTo>
                  <a:pt x="176466" y="77101"/>
                </a:lnTo>
                <a:lnTo>
                  <a:pt x="176353" y="77184"/>
                </a:lnTo>
                <a:lnTo>
                  <a:pt x="176241" y="77268"/>
                </a:lnTo>
                <a:lnTo>
                  <a:pt x="176131" y="77353"/>
                </a:lnTo>
                <a:lnTo>
                  <a:pt x="176023" y="77440"/>
                </a:lnTo>
                <a:lnTo>
                  <a:pt x="175918" y="77529"/>
                </a:lnTo>
                <a:lnTo>
                  <a:pt x="175814" y="77619"/>
                </a:lnTo>
                <a:lnTo>
                  <a:pt x="175712" y="77711"/>
                </a:lnTo>
                <a:lnTo>
                  <a:pt x="175613" y="77804"/>
                </a:lnTo>
                <a:lnTo>
                  <a:pt x="175515" y="77899"/>
                </a:lnTo>
                <a:lnTo>
                  <a:pt x="175420" y="77996"/>
                </a:lnTo>
                <a:lnTo>
                  <a:pt x="175326" y="78094"/>
                </a:lnTo>
                <a:lnTo>
                  <a:pt x="175234" y="78193"/>
                </a:lnTo>
                <a:lnTo>
                  <a:pt x="175145" y="78294"/>
                </a:lnTo>
                <a:lnTo>
                  <a:pt x="175057" y="78397"/>
                </a:lnTo>
                <a:lnTo>
                  <a:pt x="174971" y="78500"/>
                </a:lnTo>
                <a:lnTo>
                  <a:pt x="174888" y="78604"/>
                </a:lnTo>
                <a:lnTo>
                  <a:pt x="174806" y="78709"/>
                </a:lnTo>
                <a:lnTo>
                  <a:pt x="174726" y="78815"/>
                </a:lnTo>
                <a:lnTo>
                  <a:pt x="174647" y="78922"/>
                </a:lnTo>
                <a:lnTo>
                  <a:pt x="174571" y="79030"/>
                </a:lnTo>
                <a:lnTo>
                  <a:pt x="174497" y="79139"/>
                </a:lnTo>
                <a:lnTo>
                  <a:pt x="174424" y="79248"/>
                </a:lnTo>
                <a:lnTo>
                  <a:pt x="174354" y="79359"/>
                </a:lnTo>
                <a:lnTo>
                  <a:pt x="174285" y="79470"/>
                </a:lnTo>
                <a:lnTo>
                  <a:pt x="174219" y="79582"/>
                </a:lnTo>
                <a:lnTo>
                  <a:pt x="174154" y="79695"/>
                </a:lnTo>
                <a:lnTo>
                  <a:pt x="174091" y="79809"/>
                </a:lnTo>
                <a:lnTo>
                  <a:pt x="174030" y="79924"/>
                </a:lnTo>
                <a:lnTo>
                  <a:pt x="173971" y="80040"/>
                </a:lnTo>
                <a:lnTo>
                  <a:pt x="173914" y="80157"/>
                </a:lnTo>
                <a:lnTo>
                  <a:pt x="173858" y="80274"/>
                </a:lnTo>
                <a:lnTo>
                  <a:pt x="173805" y="80393"/>
                </a:lnTo>
                <a:lnTo>
                  <a:pt x="173753" y="80512"/>
                </a:lnTo>
                <a:lnTo>
                  <a:pt x="173704" y="80632"/>
                </a:lnTo>
                <a:lnTo>
                  <a:pt x="173656" y="80754"/>
                </a:lnTo>
                <a:lnTo>
                  <a:pt x="173610" y="80876"/>
                </a:lnTo>
                <a:lnTo>
                  <a:pt x="173566" y="80999"/>
                </a:lnTo>
                <a:lnTo>
                  <a:pt x="173524" y="81122"/>
                </a:lnTo>
                <a:lnTo>
                  <a:pt x="173484" y="81245"/>
                </a:lnTo>
                <a:lnTo>
                  <a:pt x="173446" y="81367"/>
                </a:lnTo>
                <a:lnTo>
                  <a:pt x="173409" y="81489"/>
                </a:lnTo>
                <a:lnTo>
                  <a:pt x="173374" y="81610"/>
                </a:lnTo>
                <a:lnTo>
                  <a:pt x="173341" y="81731"/>
                </a:lnTo>
                <a:lnTo>
                  <a:pt x="173310" y="81852"/>
                </a:lnTo>
                <a:lnTo>
                  <a:pt x="173280" y="81972"/>
                </a:lnTo>
                <a:lnTo>
                  <a:pt x="173252" y="82091"/>
                </a:lnTo>
                <a:lnTo>
                  <a:pt x="173226" y="82210"/>
                </a:lnTo>
                <a:lnTo>
                  <a:pt x="173202" y="82329"/>
                </a:lnTo>
                <a:lnTo>
                  <a:pt x="173180" y="82447"/>
                </a:lnTo>
                <a:lnTo>
                  <a:pt x="173159" y="82565"/>
                </a:lnTo>
                <a:lnTo>
                  <a:pt x="173140" y="82682"/>
                </a:lnTo>
                <a:lnTo>
                  <a:pt x="173123" y="82799"/>
                </a:lnTo>
                <a:lnTo>
                  <a:pt x="173108" y="82916"/>
                </a:lnTo>
                <a:lnTo>
                  <a:pt x="173095" y="83032"/>
                </a:lnTo>
                <a:lnTo>
                  <a:pt x="173083" y="83148"/>
                </a:lnTo>
                <a:lnTo>
                  <a:pt x="173073" y="83263"/>
                </a:lnTo>
                <a:lnTo>
                  <a:pt x="173065" y="83377"/>
                </a:lnTo>
                <a:lnTo>
                  <a:pt x="173059" y="83492"/>
                </a:lnTo>
                <a:lnTo>
                  <a:pt x="173055" y="83605"/>
                </a:lnTo>
                <a:lnTo>
                  <a:pt x="173052" y="83719"/>
                </a:lnTo>
                <a:lnTo>
                  <a:pt x="173051" y="83832"/>
                </a:lnTo>
                <a:lnTo>
                  <a:pt x="173053" y="84055"/>
                </a:lnTo>
                <a:lnTo>
                  <a:pt x="173057" y="84275"/>
                </a:lnTo>
                <a:lnTo>
                  <a:pt x="173066" y="84491"/>
                </a:lnTo>
                <a:lnTo>
                  <a:pt x="173077" y="84703"/>
                </a:lnTo>
                <a:lnTo>
                  <a:pt x="173092" y="84911"/>
                </a:lnTo>
                <a:lnTo>
                  <a:pt x="173109" y="85115"/>
                </a:lnTo>
                <a:lnTo>
                  <a:pt x="173130" y="85316"/>
                </a:lnTo>
                <a:lnTo>
                  <a:pt x="173155" y="85513"/>
                </a:lnTo>
                <a:lnTo>
                  <a:pt x="173182" y="85706"/>
                </a:lnTo>
                <a:lnTo>
                  <a:pt x="173213" y="85895"/>
                </a:lnTo>
                <a:lnTo>
                  <a:pt x="173247" y="86081"/>
                </a:lnTo>
                <a:lnTo>
                  <a:pt x="173285" y="86262"/>
                </a:lnTo>
                <a:lnTo>
                  <a:pt x="173325" y="86440"/>
                </a:lnTo>
                <a:lnTo>
                  <a:pt x="173369" y="86614"/>
                </a:lnTo>
                <a:lnTo>
                  <a:pt x="173416" y="86784"/>
                </a:lnTo>
                <a:lnTo>
                  <a:pt x="173466" y="86951"/>
                </a:lnTo>
                <a:lnTo>
                  <a:pt x="173520" y="87113"/>
                </a:lnTo>
                <a:lnTo>
                  <a:pt x="173576" y="87272"/>
                </a:lnTo>
                <a:lnTo>
                  <a:pt x="173636" y="87427"/>
                </a:lnTo>
                <a:lnTo>
                  <a:pt x="173700" y="87579"/>
                </a:lnTo>
                <a:lnTo>
                  <a:pt x="173766" y="87726"/>
                </a:lnTo>
                <a:lnTo>
                  <a:pt x="173836" y="87870"/>
                </a:lnTo>
                <a:lnTo>
                  <a:pt x="173909" y="88010"/>
                </a:lnTo>
                <a:lnTo>
                  <a:pt x="173985" y="88146"/>
                </a:lnTo>
                <a:lnTo>
                  <a:pt x="174063" y="88279"/>
                </a:lnTo>
                <a:lnTo>
                  <a:pt x="174142" y="88412"/>
                </a:lnTo>
                <a:lnTo>
                  <a:pt x="174222" y="88545"/>
                </a:lnTo>
                <a:lnTo>
                  <a:pt x="174303" y="88677"/>
                </a:lnTo>
                <a:lnTo>
                  <a:pt x="174384" y="88808"/>
                </a:lnTo>
                <a:lnTo>
                  <a:pt x="174466" y="88938"/>
                </a:lnTo>
                <a:lnTo>
                  <a:pt x="174549" y="89068"/>
                </a:lnTo>
                <a:lnTo>
                  <a:pt x="174633" y="89197"/>
                </a:lnTo>
                <a:lnTo>
                  <a:pt x="174717" y="89326"/>
                </a:lnTo>
                <a:lnTo>
                  <a:pt x="174803" y="89453"/>
                </a:lnTo>
                <a:lnTo>
                  <a:pt x="174889" y="89580"/>
                </a:lnTo>
                <a:lnTo>
                  <a:pt x="174976" y="89707"/>
                </a:lnTo>
                <a:lnTo>
                  <a:pt x="175063" y="89833"/>
                </a:lnTo>
                <a:lnTo>
                  <a:pt x="175152" y="89958"/>
                </a:lnTo>
                <a:lnTo>
                  <a:pt x="175241" y="90082"/>
                </a:lnTo>
                <a:lnTo>
                  <a:pt x="175331" y="90206"/>
                </a:lnTo>
                <a:lnTo>
                  <a:pt x="175422" y="90329"/>
                </a:lnTo>
                <a:lnTo>
                  <a:pt x="175513" y="90451"/>
                </a:lnTo>
                <a:lnTo>
                  <a:pt x="175605" y="90573"/>
                </a:lnTo>
                <a:lnTo>
                  <a:pt x="175699" y="90694"/>
                </a:lnTo>
                <a:lnTo>
                  <a:pt x="175792" y="90815"/>
                </a:lnTo>
                <a:lnTo>
                  <a:pt x="175887" y="90934"/>
                </a:lnTo>
                <a:lnTo>
                  <a:pt x="175983" y="91053"/>
                </a:lnTo>
                <a:lnTo>
                  <a:pt x="176079" y="91172"/>
                </a:lnTo>
                <a:lnTo>
                  <a:pt x="176175" y="91290"/>
                </a:lnTo>
                <a:lnTo>
                  <a:pt x="176271" y="91410"/>
                </a:lnTo>
                <a:lnTo>
                  <a:pt x="176365" y="91530"/>
                </a:lnTo>
                <a:lnTo>
                  <a:pt x="176459" y="91651"/>
                </a:lnTo>
                <a:lnTo>
                  <a:pt x="176552" y="91773"/>
                </a:lnTo>
                <a:lnTo>
                  <a:pt x="176645" y="91896"/>
                </a:lnTo>
                <a:lnTo>
                  <a:pt x="176736" y="92020"/>
                </a:lnTo>
                <a:lnTo>
                  <a:pt x="176827" y="92145"/>
                </a:lnTo>
                <a:lnTo>
                  <a:pt x="176917" y="92270"/>
                </a:lnTo>
                <a:lnTo>
                  <a:pt x="177006" y="92397"/>
                </a:lnTo>
                <a:lnTo>
                  <a:pt x="177094" y="92524"/>
                </a:lnTo>
                <a:lnTo>
                  <a:pt x="177182" y="92653"/>
                </a:lnTo>
                <a:lnTo>
                  <a:pt x="177269" y="92782"/>
                </a:lnTo>
                <a:lnTo>
                  <a:pt x="177355" y="92912"/>
                </a:lnTo>
                <a:lnTo>
                  <a:pt x="177440" y="93043"/>
                </a:lnTo>
                <a:lnTo>
                  <a:pt x="177525" y="93175"/>
                </a:lnTo>
                <a:lnTo>
                  <a:pt x="177608" y="93308"/>
                </a:lnTo>
                <a:lnTo>
                  <a:pt x="177691" y="93441"/>
                </a:lnTo>
                <a:lnTo>
                  <a:pt x="177774" y="93576"/>
                </a:lnTo>
                <a:lnTo>
                  <a:pt x="177855" y="93711"/>
                </a:lnTo>
                <a:lnTo>
                  <a:pt x="177936" y="93848"/>
                </a:lnTo>
                <a:lnTo>
                  <a:pt x="178015" y="93985"/>
                </a:lnTo>
                <a:lnTo>
                  <a:pt x="178094" y="94123"/>
                </a:lnTo>
                <a:lnTo>
                  <a:pt x="178173" y="94262"/>
                </a:lnTo>
                <a:lnTo>
                  <a:pt x="178249" y="94404"/>
                </a:lnTo>
                <a:lnTo>
                  <a:pt x="178322" y="94548"/>
                </a:lnTo>
                <a:lnTo>
                  <a:pt x="178392" y="94697"/>
                </a:lnTo>
                <a:lnTo>
                  <a:pt x="178458" y="94849"/>
                </a:lnTo>
                <a:lnTo>
                  <a:pt x="178521" y="95005"/>
                </a:lnTo>
                <a:lnTo>
                  <a:pt x="178581" y="95164"/>
                </a:lnTo>
                <a:lnTo>
                  <a:pt x="178638" y="95326"/>
                </a:lnTo>
                <a:lnTo>
                  <a:pt x="178692" y="95493"/>
                </a:lnTo>
                <a:lnTo>
                  <a:pt x="178742" y="95663"/>
                </a:lnTo>
                <a:lnTo>
                  <a:pt x="178789" y="95836"/>
                </a:lnTo>
                <a:lnTo>
                  <a:pt x="178833" y="96013"/>
                </a:lnTo>
                <a:lnTo>
                  <a:pt x="178873" y="96194"/>
                </a:lnTo>
                <a:lnTo>
                  <a:pt x="178910" y="96378"/>
                </a:lnTo>
                <a:lnTo>
                  <a:pt x="178945" y="96566"/>
                </a:lnTo>
                <a:lnTo>
                  <a:pt x="178975" y="96757"/>
                </a:lnTo>
                <a:lnTo>
                  <a:pt x="179003" y="96952"/>
                </a:lnTo>
                <a:lnTo>
                  <a:pt x="179027" y="97151"/>
                </a:lnTo>
                <a:lnTo>
                  <a:pt x="179048" y="97353"/>
                </a:lnTo>
                <a:lnTo>
                  <a:pt x="179066" y="97559"/>
                </a:lnTo>
                <a:lnTo>
                  <a:pt x="179081" y="97768"/>
                </a:lnTo>
                <a:lnTo>
                  <a:pt x="179092" y="97981"/>
                </a:lnTo>
                <a:lnTo>
                  <a:pt x="179100" y="98197"/>
                </a:lnTo>
                <a:lnTo>
                  <a:pt x="179105" y="98417"/>
                </a:lnTo>
                <a:lnTo>
                  <a:pt x="179107" y="98641"/>
                </a:lnTo>
                <a:lnTo>
                  <a:pt x="179104" y="98860"/>
                </a:lnTo>
                <a:lnTo>
                  <a:pt x="179097" y="99077"/>
                </a:lnTo>
                <a:lnTo>
                  <a:pt x="179085" y="99292"/>
                </a:lnTo>
                <a:lnTo>
                  <a:pt x="179067" y="99504"/>
                </a:lnTo>
                <a:lnTo>
                  <a:pt x="179045" y="99715"/>
                </a:lnTo>
                <a:lnTo>
                  <a:pt x="179018" y="99924"/>
                </a:lnTo>
                <a:lnTo>
                  <a:pt x="178986" y="100131"/>
                </a:lnTo>
                <a:lnTo>
                  <a:pt x="178949" y="100336"/>
                </a:lnTo>
                <a:lnTo>
                  <a:pt x="178907" y="100539"/>
                </a:lnTo>
                <a:lnTo>
                  <a:pt x="178861" y="100740"/>
                </a:lnTo>
                <a:lnTo>
                  <a:pt x="178809" y="100939"/>
                </a:lnTo>
                <a:lnTo>
                  <a:pt x="178752" y="101136"/>
                </a:lnTo>
                <a:lnTo>
                  <a:pt x="178691" y="101330"/>
                </a:lnTo>
                <a:lnTo>
                  <a:pt x="178624" y="101523"/>
                </a:lnTo>
                <a:lnTo>
                  <a:pt x="178553" y="101714"/>
                </a:lnTo>
                <a:lnTo>
                  <a:pt x="178477" y="101903"/>
                </a:lnTo>
                <a:lnTo>
                  <a:pt x="178396" y="102090"/>
                </a:lnTo>
                <a:lnTo>
                  <a:pt x="178309" y="102274"/>
                </a:lnTo>
                <a:lnTo>
                  <a:pt x="178218" y="102457"/>
                </a:lnTo>
                <a:lnTo>
                  <a:pt x="178122" y="102638"/>
                </a:lnTo>
                <a:lnTo>
                  <a:pt x="178022" y="102817"/>
                </a:lnTo>
                <a:lnTo>
                  <a:pt x="177916" y="102993"/>
                </a:lnTo>
                <a:lnTo>
                  <a:pt x="177805" y="103168"/>
                </a:lnTo>
                <a:lnTo>
                  <a:pt x="177689" y="103341"/>
                </a:lnTo>
                <a:lnTo>
                  <a:pt x="177570" y="103511"/>
                </a:lnTo>
                <a:lnTo>
                  <a:pt x="177447" y="103680"/>
                </a:lnTo>
                <a:lnTo>
                  <a:pt x="177320" y="103845"/>
                </a:lnTo>
                <a:lnTo>
                  <a:pt x="177191" y="104009"/>
                </a:lnTo>
                <a:lnTo>
                  <a:pt x="177058" y="104170"/>
                </a:lnTo>
                <a:lnTo>
                  <a:pt x="176922" y="104329"/>
                </a:lnTo>
                <a:lnTo>
                  <a:pt x="176783" y="104485"/>
                </a:lnTo>
                <a:lnTo>
                  <a:pt x="176641" y="104639"/>
                </a:lnTo>
                <a:lnTo>
                  <a:pt x="176495" y="104791"/>
                </a:lnTo>
                <a:lnTo>
                  <a:pt x="176346" y="104940"/>
                </a:lnTo>
                <a:lnTo>
                  <a:pt x="176194" y="105087"/>
                </a:lnTo>
                <a:lnTo>
                  <a:pt x="176039" y="105232"/>
                </a:lnTo>
                <a:lnTo>
                  <a:pt x="175880" y="105375"/>
                </a:lnTo>
                <a:lnTo>
                  <a:pt x="175718" y="105515"/>
                </a:lnTo>
                <a:lnTo>
                  <a:pt x="175553" y="105652"/>
                </a:lnTo>
                <a:lnTo>
                  <a:pt x="175385" y="105788"/>
                </a:lnTo>
                <a:lnTo>
                  <a:pt x="175213" y="105920"/>
                </a:lnTo>
                <a:lnTo>
                  <a:pt x="175038" y="106051"/>
                </a:lnTo>
                <a:lnTo>
                  <a:pt x="174860" y="106179"/>
                </a:lnTo>
                <a:lnTo>
                  <a:pt x="174679" y="106305"/>
                </a:lnTo>
                <a:lnTo>
                  <a:pt x="174494" y="106429"/>
                </a:lnTo>
                <a:lnTo>
                  <a:pt x="174306" y="106550"/>
                </a:lnTo>
                <a:lnTo>
                  <a:pt x="174115" y="106669"/>
                </a:lnTo>
                <a:lnTo>
                  <a:pt x="173921" y="106786"/>
                </a:lnTo>
                <a:lnTo>
                  <a:pt x="173723" y="106900"/>
                </a:lnTo>
                <a:lnTo>
                  <a:pt x="173524" y="107012"/>
                </a:lnTo>
                <a:lnTo>
                  <a:pt x="173321" y="107121"/>
                </a:lnTo>
                <a:lnTo>
                  <a:pt x="173116" y="107228"/>
                </a:lnTo>
                <a:lnTo>
                  <a:pt x="172909" y="107333"/>
                </a:lnTo>
                <a:lnTo>
                  <a:pt x="172699" y="107435"/>
                </a:lnTo>
                <a:lnTo>
                  <a:pt x="172486" y="107536"/>
                </a:lnTo>
                <a:lnTo>
                  <a:pt x="172271" y="107633"/>
                </a:lnTo>
                <a:lnTo>
                  <a:pt x="172053" y="107729"/>
                </a:lnTo>
                <a:lnTo>
                  <a:pt x="171833" y="107822"/>
                </a:lnTo>
                <a:lnTo>
                  <a:pt x="171610" y="107912"/>
                </a:lnTo>
                <a:lnTo>
                  <a:pt x="171384" y="108001"/>
                </a:lnTo>
                <a:lnTo>
                  <a:pt x="171156" y="108087"/>
                </a:lnTo>
                <a:lnTo>
                  <a:pt x="170925" y="108171"/>
                </a:lnTo>
                <a:lnTo>
                  <a:pt x="170692" y="108252"/>
                </a:lnTo>
                <a:lnTo>
                  <a:pt x="170456" y="108331"/>
                </a:lnTo>
                <a:lnTo>
                  <a:pt x="170218" y="108407"/>
                </a:lnTo>
                <a:lnTo>
                  <a:pt x="169977" y="108482"/>
                </a:lnTo>
                <a:lnTo>
                  <a:pt x="169733" y="108554"/>
                </a:lnTo>
                <a:lnTo>
                  <a:pt x="169487" y="108623"/>
                </a:lnTo>
                <a:lnTo>
                  <a:pt x="169238" y="108690"/>
                </a:lnTo>
                <a:lnTo>
                  <a:pt x="168987" y="108755"/>
                </a:lnTo>
                <a:lnTo>
                  <a:pt x="168733" y="108818"/>
                </a:lnTo>
                <a:lnTo>
                  <a:pt x="168477" y="108878"/>
                </a:lnTo>
                <a:lnTo>
                  <a:pt x="168219" y="108936"/>
                </a:lnTo>
                <a:lnTo>
                  <a:pt x="167960" y="108990"/>
                </a:lnTo>
                <a:lnTo>
                  <a:pt x="167701" y="109042"/>
                </a:lnTo>
                <a:lnTo>
                  <a:pt x="167441" y="109091"/>
                </a:lnTo>
                <a:lnTo>
                  <a:pt x="167180" y="109137"/>
                </a:lnTo>
                <a:lnTo>
                  <a:pt x="166919" y="109180"/>
                </a:lnTo>
                <a:lnTo>
                  <a:pt x="166657" y="109220"/>
                </a:lnTo>
                <a:lnTo>
                  <a:pt x="166394" y="109257"/>
                </a:lnTo>
                <a:lnTo>
                  <a:pt x="166131" y="109292"/>
                </a:lnTo>
                <a:lnTo>
                  <a:pt x="165867" y="109323"/>
                </a:lnTo>
                <a:lnTo>
                  <a:pt x="165602" y="109351"/>
                </a:lnTo>
                <a:lnTo>
                  <a:pt x="165336" y="109377"/>
                </a:lnTo>
                <a:lnTo>
                  <a:pt x="165070" y="109400"/>
                </a:lnTo>
                <a:lnTo>
                  <a:pt x="164804" y="109420"/>
                </a:lnTo>
                <a:lnTo>
                  <a:pt x="164536" y="109436"/>
                </a:lnTo>
                <a:lnTo>
                  <a:pt x="164268" y="109450"/>
                </a:lnTo>
                <a:lnTo>
                  <a:pt x="163999" y="109461"/>
                </a:lnTo>
                <a:lnTo>
                  <a:pt x="163730" y="109470"/>
                </a:lnTo>
                <a:lnTo>
                  <a:pt x="163460" y="109475"/>
                </a:lnTo>
                <a:lnTo>
                  <a:pt x="163189" y="109477"/>
                </a:lnTo>
                <a:lnTo>
                  <a:pt x="162918" y="109477"/>
                </a:lnTo>
                <a:lnTo>
                  <a:pt x="162645" y="109473"/>
                </a:lnTo>
                <a:lnTo>
                  <a:pt x="162373" y="109467"/>
                </a:lnTo>
                <a:lnTo>
                  <a:pt x="162099" y="109458"/>
                </a:lnTo>
                <a:lnTo>
                  <a:pt x="162099" y="118236"/>
                </a:lnTo>
                <a:lnTo>
                  <a:pt x="164161" y="118236"/>
                </a:lnTo>
                <a:lnTo>
                  <a:pt x="164623" y="1182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secret">
            <a:extLst xmlns:a="http://schemas.openxmlformats.org/drawingml/2006/main">
              <a:ext uri="{FF2B5EF4-FFF2-40B4-BE49-F238E27FC236}">
                <a16:creationId xmlns:a16="http://schemas.microsoft.com/office/drawing/2014/main" id="{FC33BDAF-0576-4F46-B788-E8EB0EE8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385" y="399026"/>
            <a:ext cx="435495" cy="86471"/>
          </a:xfrm>
          <a:custGeom xmlns:a="http://schemas.openxmlformats.org/drawingml/2006/main">
            <a:pathLst>
              <a:path w="435495" h="86471">
                <a:moveTo>
                  <a:pt x="49799" y="67671"/>
                </a:moveTo>
                <a:cubicBezTo>
                  <a:pt x="49799" y="69946"/>
                  <a:pt x="49412" y="71984"/>
                  <a:pt x="48639" y="73787"/>
                </a:cubicBezTo>
                <a:cubicBezTo>
                  <a:pt x="47866" y="75590"/>
                  <a:pt x="46814" y="77189"/>
                  <a:pt x="45482" y="78584"/>
                </a:cubicBezTo>
                <a:cubicBezTo>
                  <a:pt x="44151" y="79979"/>
                  <a:pt x="42605" y="81170"/>
                  <a:pt x="40844" y="82158"/>
                </a:cubicBezTo>
                <a:cubicBezTo>
                  <a:pt x="39083" y="83145"/>
                  <a:pt x="37204" y="83960"/>
                  <a:pt x="35207" y="84604"/>
                </a:cubicBezTo>
                <a:cubicBezTo>
                  <a:pt x="33210" y="85248"/>
                  <a:pt x="31159" y="85720"/>
                  <a:pt x="29055" y="86021"/>
                </a:cubicBezTo>
                <a:cubicBezTo>
                  <a:pt x="26950" y="86321"/>
                  <a:pt x="24889" y="86471"/>
                  <a:pt x="22870" y="86471"/>
                </a:cubicBezTo>
                <a:cubicBezTo>
                  <a:pt x="18489" y="86471"/>
                  <a:pt x="14463" y="86278"/>
                  <a:pt x="10791" y="85892"/>
                </a:cubicBezTo>
                <a:cubicBezTo>
                  <a:pt x="7119" y="85506"/>
                  <a:pt x="3522" y="84883"/>
                  <a:pt x="0" y="84025"/>
                </a:cubicBezTo>
                <a:lnTo>
                  <a:pt x="0" y="73723"/>
                </a:lnTo>
                <a:cubicBezTo>
                  <a:pt x="3779" y="74796"/>
                  <a:pt x="7537" y="75612"/>
                  <a:pt x="11274" y="76170"/>
                </a:cubicBezTo>
                <a:cubicBezTo>
                  <a:pt x="15010" y="76728"/>
                  <a:pt x="18725" y="77007"/>
                  <a:pt x="22419" y="77007"/>
                </a:cubicBezTo>
                <a:cubicBezTo>
                  <a:pt x="27788" y="77007"/>
                  <a:pt x="31760" y="76277"/>
                  <a:pt x="34337" y="74817"/>
                </a:cubicBezTo>
                <a:cubicBezTo>
                  <a:pt x="36914" y="73358"/>
                  <a:pt x="38203" y="71276"/>
                  <a:pt x="38203" y="68572"/>
                </a:cubicBezTo>
                <a:cubicBezTo>
                  <a:pt x="38203" y="67413"/>
                  <a:pt x="37998" y="66372"/>
                  <a:pt x="37590" y="65449"/>
                </a:cubicBezTo>
                <a:cubicBezTo>
                  <a:pt x="37182" y="64526"/>
                  <a:pt x="36442" y="63646"/>
                  <a:pt x="35368" y="62809"/>
                </a:cubicBezTo>
                <a:cubicBezTo>
                  <a:pt x="34294" y="61972"/>
                  <a:pt x="32630" y="61103"/>
                  <a:pt x="30375" y="60202"/>
                </a:cubicBezTo>
                <a:cubicBezTo>
                  <a:pt x="28120" y="59300"/>
                  <a:pt x="25039" y="58270"/>
                  <a:pt x="21131" y="57111"/>
                </a:cubicBezTo>
                <a:cubicBezTo>
                  <a:pt x="18210" y="56253"/>
                  <a:pt x="15515" y="55276"/>
                  <a:pt x="13046" y="54182"/>
                </a:cubicBezTo>
                <a:cubicBezTo>
                  <a:pt x="10576" y="53087"/>
                  <a:pt x="8439" y="51788"/>
                  <a:pt x="6636" y="50286"/>
                </a:cubicBezTo>
                <a:cubicBezTo>
                  <a:pt x="4832" y="48784"/>
                  <a:pt x="3414" y="47024"/>
                  <a:pt x="2384" y="45006"/>
                </a:cubicBezTo>
                <a:cubicBezTo>
                  <a:pt x="1353" y="42989"/>
                  <a:pt x="837" y="40607"/>
                  <a:pt x="837" y="37859"/>
                </a:cubicBezTo>
                <a:cubicBezTo>
                  <a:pt x="837" y="36057"/>
                  <a:pt x="1256" y="34082"/>
                  <a:pt x="2094" y="31936"/>
                </a:cubicBezTo>
                <a:cubicBezTo>
                  <a:pt x="2931" y="29790"/>
                  <a:pt x="4359" y="27794"/>
                  <a:pt x="6378" y="25948"/>
                </a:cubicBezTo>
                <a:cubicBezTo>
                  <a:pt x="8396" y="24102"/>
                  <a:pt x="11124" y="22568"/>
                  <a:pt x="14559" y="21344"/>
                </a:cubicBezTo>
                <a:cubicBezTo>
                  <a:pt x="17995" y="20121"/>
                  <a:pt x="22290" y="19509"/>
                  <a:pt x="27444" y="19509"/>
                </a:cubicBezTo>
                <a:cubicBezTo>
                  <a:pt x="29978" y="19509"/>
                  <a:pt x="32791" y="19649"/>
                  <a:pt x="35883" y="19928"/>
                </a:cubicBezTo>
                <a:cubicBezTo>
                  <a:pt x="38976" y="20207"/>
                  <a:pt x="42197" y="20690"/>
                  <a:pt x="45547" y="21376"/>
                </a:cubicBezTo>
                <a:lnTo>
                  <a:pt x="45547" y="31356"/>
                </a:lnTo>
                <a:cubicBezTo>
                  <a:pt x="42025" y="30498"/>
                  <a:pt x="38686" y="29865"/>
                  <a:pt x="35529" y="29457"/>
                </a:cubicBezTo>
                <a:cubicBezTo>
                  <a:pt x="32372" y="29049"/>
                  <a:pt x="29634" y="28845"/>
                  <a:pt x="27315" y="28845"/>
                </a:cubicBezTo>
                <a:cubicBezTo>
                  <a:pt x="24523" y="28845"/>
                  <a:pt x="22172" y="29060"/>
                  <a:pt x="20261" y="29489"/>
                </a:cubicBezTo>
                <a:cubicBezTo>
                  <a:pt x="18350" y="29918"/>
                  <a:pt x="16804" y="30509"/>
                  <a:pt x="15622" y="31260"/>
                </a:cubicBezTo>
                <a:cubicBezTo>
                  <a:pt x="14441" y="32011"/>
                  <a:pt x="13593" y="32891"/>
                  <a:pt x="13078" y="33900"/>
                </a:cubicBezTo>
                <a:cubicBezTo>
                  <a:pt x="12562" y="34908"/>
                  <a:pt x="12305" y="35992"/>
                  <a:pt x="12305" y="37151"/>
                </a:cubicBezTo>
                <a:cubicBezTo>
                  <a:pt x="12305" y="38310"/>
                  <a:pt x="12530" y="39362"/>
                  <a:pt x="12981" y="40306"/>
                </a:cubicBezTo>
                <a:cubicBezTo>
                  <a:pt x="13432" y="41250"/>
                  <a:pt x="14270" y="42163"/>
                  <a:pt x="15494" y="43043"/>
                </a:cubicBezTo>
                <a:cubicBezTo>
                  <a:pt x="16718" y="43923"/>
                  <a:pt x="18425" y="44802"/>
                  <a:pt x="20615" y="45682"/>
                </a:cubicBezTo>
                <a:cubicBezTo>
                  <a:pt x="22806" y="46562"/>
                  <a:pt x="25662" y="47517"/>
                  <a:pt x="29183" y="48548"/>
                </a:cubicBezTo>
                <a:cubicBezTo>
                  <a:pt x="33006" y="49664"/>
                  <a:pt x="36227" y="50833"/>
                  <a:pt x="38847" y="52057"/>
                </a:cubicBezTo>
                <a:cubicBezTo>
                  <a:pt x="41467" y="53280"/>
                  <a:pt x="43593" y="54643"/>
                  <a:pt x="45225" y="56145"/>
                </a:cubicBezTo>
                <a:cubicBezTo>
                  <a:pt x="46857" y="57648"/>
                  <a:pt x="48027" y="59343"/>
                  <a:pt x="48736" y="61232"/>
                </a:cubicBezTo>
                <a:cubicBezTo>
                  <a:pt x="49444" y="63121"/>
                  <a:pt x="49799" y="65267"/>
                  <a:pt x="49799" y="67671"/>
                </a:cubicBezTo>
                <a:close/>
                <a:moveTo>
                  <a:pt x="130172" y="49578"/>
                </a:moveTo>
                <a:cubicBezTo>
                  <a:pt x="130172" y="51166"/>
                  <a:pt x="130150" y="52497"/>
                  <a:pt x="130107" y="53570"/>
                </a:cubicBezTo>
                <a:cubicBezTo>
                  <a:pt x="130064" y="54643"/>
                  <a:pt x="130000" y="55652"/>
                  <a:pt x="129914" y="56596"/>
                </a:cubicBezTo>
                <a:lnTo>
                  <a:pt x="84496" y="56596"/>
                </a:lnTo>
                <a:cubicBezTo>
                  <a:pt x="84496" y="63206"/>
                  <a:pt x="86343" y="68282"/>
                  <a:pt x="90037" y="71823"/>
                </a:cubicBezTo>
                <a:cubicBezTo>
                  <a:pt x="93730" y="75365"/>
                  <a:pt x="99056" y="77135"/>
                  <a:pt x="106013" y="77135"/>
                </a:cubicBezTo>
                <a:cubicBezTo>
                  <a:pt x="107903" y="77135"/>
                  <a:pt x="109793" y="77060"/>
                  <a:pt x="111682" y="76910"/>
                </a:cubicBezTo>
                <a:cubicBezTo>
                  <a:pt x="113572" y="76760"/>
                  <a:pt x="115397" y="76556"/>
                  <a:pt x="117158" y="76298"/>
                </a:cubicBezTo>
                <a:cubicBezTo>
                  <a:pt x="118919" y="76041"/>
                  <a:pt x="120605" y="75751"/>
                  <a:pt x="122216" y="75429"/>
                </a:cubicBezTo>
                <a:cubicBezTo>
                  <a:pt x="123826" y="75107"/>
                  <a:pt x="125319" y="74753"/>
                  <a:pt x="126693" y="74367"/>
                </a:cubicBezTo>
                <a:lnTo>
                  <a:pt x="126693" y="83574"/>
                </a:lnTo>
                <a:cubicBezTo>
                  <a:pt x="123644" y="84433"/>
                  <a:pt x="120197" y="85130"/>
                  <a:pt x="116353" y="85667"/>
                </a:cubicBezTo>
                <a:cubicBezTo>
                  <a:pt x="112509" y="86203"/>
                  <a:pt x="108526" y="86471"/>
                  <a:pt x="104403" y="86471"/>
                </a:cubicBezTo>
                <a:cubicBezTo>
                  <a:pt x="98862" y="86471"/>
                  <a:pt x="94095" y="85720"/>
                  <a:pt x="90101" y="84218"/>
                </a:cubicBezTo>
                <a:cubicBezTo>
                  <a:pt x="86107" y="82716"/>
                  <a:pt x="82832" y="80537"/>
                  <a:pt x="80277" y="77683"/>
                </a:cubicBezTo>
                <a:cubicBezTo>
                  <a:pt x="77721" y="74828"/>
                  <a:pt x="75831" y="71330"/>
                  <a:pt x="74607" y="67188"/>
                </a:cubicBezTo>
                <a:cubicBezTo>
                  <a:pt x="73383" y="63045"/>
                  <a:pt x="72771" y="58356"/>
                  <a:pt x="72771" y="53119"/>
                </a:cubicBezTo>
                <a:cubicBezTo>
                  <a:pt x="72771" y="48569"/>
                  <a:pt x="73426" y="44266"/>
                  <a:pt x="74736" y="40210"/>
                </a:cubicBezTo>
                <a:cubicBezTo>
                  <a:pt x="76046" y="36153"/>
                  <a:pt x="77957" y="32590"/>
                  <a:pt x="80470" y="29521"/>
                </a:cubicBezTo>
                <a:cubicBezTo>
                  <a:pt x="82982" y="26452"/>
                  <a:pt x="86064" y="24016"/>
                  <a:pt x="89714" y="22213"/>
                </a:cubicBezTo>
                <a:cubicBezTo>
                  <a:pt x="93365" y="20411"/>
                  <a:pt x="97510" y="19509"/>
                  <a:pt x="102148" y="19509"/>
                </a:cubicBezTo>
                <a:cubicBezTo>
                  <a:pt x="106658" y="19509"/>
                  <a:pt x="110652" y="20217"/>
                  <a:pt x="114131" y="21634"/>
                </a:cubicBezTo>
                <a:cubicBezTo>
                  <a:pt x="117609" y="23050"/>
                  <a:pt x="120541" y="25057"/>
                  <a:pt x="122924" y="27654"/>
                </a:cubicBezTo>
                <a:cubicBezTo>
                  <a:pt x="125308" y="30251"/>
                  <a:pt x="127112" y="33406"/>
                  <a:pt x="128336" y="37119"/>
                </a:cubicBezTo>
                <a:cubicBezTo>
                  <a:pt x="129560" y="40832"/>
                  <a:pt x="130172" y="44985"/>
                  <a:pt x="130172" y="49578"/>
                </a:cubicBezTo>
                <a:moveTo>
                  <a:pt x="118511" y="47968"/>
                </a:moveTo>
                <a:cubicBezTo>
                  <a:pt x="118640" y="45092"/>
                  <a:pt x="118361" y="42463"/>
                  <a:pt x="117674" y="40081"/>
                </a:cubicBezTo>
                <a:cubicBezTo>
                  <a:pt x="116987" y="37698"/>
                  <a:pt x="115924" y="35649"/>
                  <a:pt x="114485" y="33932"/>
                </a:cubicBezTo>
                <a:cubicBezTo>
                  <a:pt x="113046" y="32215"/>
                  <a:pt x="111253" y="30873"/>
                  <a:pt x="109106" y="29908"/>
                </a:cubicBezTo>
                <a:cubicBezTo>
                  <a:pt x="106958" y="28942"/>
                  <a:pt x="104467" y="28459"/>
                  <a:pt x="101633" y="28459"/>
                </a:cubicBezTo>
                <a:cubicBezTo>
                  <a:pt x="99185" y="28459"/>
                  <a:pt x="96951" y="28931"/>
                  <a:pt x="94933" y="29875"/>
                </a:cubicBezTo>
                <a:cubicBezTo>
                  <a:pt x="92914" y="30820"/>
                  <a:pt x="91175" y="32150"/>
                  <a:pt x="89714" y="33867"/>
                </a:cubicBezTo>
                <a:cubicBezTo>
                  <a:pt x="88254" y="35584"/>
                  <a:pt x="87073" y="37645"/>
                  <a:pt x="86171" y="40049"/>
                </a:cubicBezTo>
                <a:cubicBezTo>
                  <a:pt x="85269" y="42452"/>
                  <a:pt x="84711" y="45092"/>
                  <a:pt x="84496" y="47968"/>
                </a:cubicBezTo>
                <a:lnTo>
                  <a:pt x="118511" y="47968"/>
                </a:lnTo>
                <a:close/>
                <a:moveTo>
                  <a:pt x="202750" y="82930"/>
                </a:moveTo>
                <a:cubicBezTo>
                  <a:pt x="199829" y="84046"/>
                  <a:pt x="196834" y="84873"/>
                  <a:pt x="193763" y="85409"/>
                </a:cubicBezTo>
                <a:cubicBezTo>
                  <a:pt x="190692" y="85946"/>
                  <a:pt x="187525" y="86214"/>
                  <a:pt x="184260" y="86214"/>
                </a:cubicBezTo>
                <a:cubicBezTo>
                  <a:pt x="174039" y="86214"/>
                  <a:pt x="166169" y="83445"/>
                  <a:pt x="160650" y="77908"/>
                </a:cubicBezTo>
                <a:cubicBezTo>
                  <a:pt x="155131" y="72371"/>
                  <a:pt x="152371" y="64279"/>
                  <a:pt x="152371" y="53634"/>
                </a:cubicBezTo>
                <a:cubicBezTo>
                  <a:pt x="152371" y="48526"/>
                  <a:pt x="153166" y="43890"/>
                  <a:pt x="154755" y="39727"/>
                </a:cubicBezTo>
                <a:cubicBezTo>
                  <a:pt x="156344" y="35563"/>
                  <a:pt x="158577" y="32000"/>
                  <a:pt x="161455" y="29038"/>
                </a:cubicBezTo>
                <a:cubicBezTo>
                  <a:pt x="164332" y="26077"/>
                  <a:pt x="167768" y="23791"/>
                  <a:pt x="171763" y="22181"/>
                </a:cubicBezTo>
                <a:cubicBezTo>
                  <a:pt x="175757" y="20572"/>
                  <a:pt x="180159" y="19767"/>
                  <a:pt x="184969" y="19767"/>
                </a:cubicBezTo>
                <a:cubicBezTo>
                  <a:pt x="188319" y="19767"/>
                  <a:pt x="191454" y="20003"/>
                  <a:pt x="194375" y="20475"/>
                </a:cubicBezTo>
                <a:cubicBezTo>
                  <a:pt x="197295" y="20947"/>
                  <a:pt x="200087" y="21720"/>
                  <a:pt x="202750" y="22793"/>
                </a:cubicBezTo>
                <a:lnTo>
                  <a:pt x="202750" y="33481"/>
                </a:lnTo>
                <a:cubicBezTo>
                  <a:pt x="199958" y="32022"/>
                  <a:pt x="197113" y="30959"/>
                  <a:pt x="194214" y="30294"/>
                </a:cubicBezTo>
                <a:cubicBezTo>
                  <a:pt x="191315" y="29629"/>
                  <a:pt x="188319" y="29296"/>
                  <a:pt x="185227" y="29296"/>
                </a:cubicBezTo>
                <a:cubicBezTo>
                  <a:pt x="182349" y="29296"/>
                  <a:pt x="179633" y="29843"/>
                  <a:pt x="177077" y="30938"/>
                </a:cubicBezTo>
                <a:cubicBezTo>
                  <a:pt x="174522" y="32032"/>
                  <a:pt x="172278" y="33610"/>
                  <a:pt x="170345" y="35670"/>
                </a:cubicBezTo>
                <a:cubicBezTo>
                  <a:pt x="168413" y="37731"/>
                  <a:pt x="166888" y="40242"/>
                  <a:pt x="165771" y="43204"/>
                </a:cubicBezTo>
                <a:cubicBezTo>
                  <a:pt x="164655" y="46165"/>
                  <a:pt x="164096" y="49513"/>
                  <a:pt x="164096" y="53248"/>
                </a:cubicBezTo>
                <a:cubicBezTo>
                  <a:pt x="164096" y="61060"/>
                  <a:pt x="165997" y="66909"/>
                  <a:pt x="169798" y="70793"/>
                </a:cubicBezTo>
                <a:cubicBezTo>
                  <a:pt x="173599" y="74678"/>
                  <a:pt x="178870" y="76620"/>
                  <a:pt x="185613" y="76620"/>
                </a:cubicBezTo>
                <a:cubicBezTo>
                  <a:pt x="188663" y="76620"/>
                  <a:pt x="191615" y="76277"/>
                  <a:pt x="194471" y="75590"/>
                </a:cubicBezTo>
                <a:cubicBezTo>
                  <a:pt x="197328" y="74903"/>
                  <a:pt x="200087" y="73873"/>
                  <a:pt x="202750" y="72500"/>
                </a:cubicBezTo>
                <a:lnTo>
                  <a:pt x="202750" y="82930"/>
                </a:lnTo>
                <a:close/>
                <a:moveTo>
                  <a:pt x="232101" y="20668"/>
                </a:moveTo>
                <a:lnTo>
                  <a:pt x="242344" y="20668"/>
                </a:lnTo>
                <a:lnTo>
                  <a:pt x="242666" y="32580"/>
                </a:lnTo>
                <a:cubicBezTo>
                  <a:pt x="246489" y="27987"/>
                  <a:pt x="250257" y="24660"/>
                  <a:pt x="253972" y="22600"/>
                </a:cubicBezTo>
                <a:cubicBezTo>
                  <a:pt x="257687" y="20539"/>
                  <a:pt x="261435" y="19509"/>
                  <a:pt x="265214" y="19509"/>
                </a:cubicBezTo>
                <a:cubicBezTo>
                  <a:pt x="271914" y="19509"/>
                  <a:pt x="276993" y="21677"/>
                  <a:pt x="280450" y="26012"/>
                </a:cubicBezTo>
                <a:cubicBezTo>
                  <a:pt x="283907" y="30348"/>
                  <a:pt x="285507" y="36786"/>
                  <a:pt x="285249" y="45328"/>
                </a:cubicBezTo>
                <a:lnTo>
                  <a:pt x="273911" y="45328"/>
                </a:lnTo>
                <a:cubicBezTo>
                  <a:pt x="274040" y="39662"/>
                  <a:pt x="273213" y="35552"/>
                  <a:pt x="271431" y="32998"/>
                </a:cubicBezTo>
                <a:cubicBezTo>
                  <a:pt x="269648" y="30444"/>
                  <a:pt x="267039" y="29167"/>
                  <a:pt x="263603" y="29167"/>
                </a:cubicBezTo>
                <a:cubicBezTo>
                  <a:pt x="262100" y="29167"/>
                  <a:pt x="260586" y="29436"/>
                  <a:pt x="259062" y="29972"/>
                </a:cubicBezTo>
                <a:cubicBezTo>
                  <a:pt x="257537" y="30509"/>
                  <a:pt x="255969" y="31367"/>
                  <a:pt x="254359" y="32548"/>
                </a:cubicBezTo>
                <a:cubicBezTo>
                  <a:pt x="252748" y="33728"/>
                  <a:pt x="251041" y="35241"/>
                  <a:pt x="249237" y="37087"/>
                </a:cubicBezTo>
                <a:cubicBezTo>
                  <a:pt x="247433" y="38933"/>
                  <a:pt x="245501" y="41165"/>
                  <a:pt x="243439" y="43783"/>
                </a:cubicBezTo>
                <a:lnTo>
                  <a:pt x="243439" y="85313"/>
                </a:lnTo>
                <a:lnTo>
                  <a:pt x="232101" y="85313"/>
                </a:lnTo>
                <a:lnTo>
                  <a:pt x="232101" y="20668"/>
                </a:lnTo>
                <a:close/>
                <a:moveTo>
                  <a:pt x="361049" y="49578"/>
                </a:moveTo>
                <a:cubicBezTo>
                  <a:pt x="361049" y="51166"/>
                  <a:pt x="361027" y="52497"/>
                  <a:pt x="360984" y="53570"/>
                </a:cubicBezTo>
                <a:cubicBezTo>
                  <a:pt x="360941" y="54643"/>
                  <a:pt x="360877" y="55652"/>
                  <a:pt x="360791" y="56596"/>
                </a:cubicBezTo>
                <a:lnTo>
                  <a:pt x="315373" y="56596"/>
                </a:lnTo>
                <a:cubicBezTo>
                  <a:pt x="315373" y="63206"/>
                  <a:pt x="317220" y="68282"/>
                  <a:pt x="320913" y="71823"/>
                </a:cubicBezTo>
                <a:cubicBezTo>
                  <a:pt x="324607" y="75365"/>
                  <a:pt x="329933" y="77135"/>
                  <a:pt x="336890" y="77135"/>
                </a:cubicBezTo>
                <a:cubicBezTo>
                  <a:pt x="338780" y="77135"/>
                  <a:pt x="340670" y="77060"/>
                  <a:pt x="342559" y="76910"/>
                </a:cubicBezTo>
                <a:cubicBezTo>
                  <a:pt x="344449" y="76760"/>
                  <a:pt x="346274" y="76556"/>
                  <a:pt x="348035" y="76298"/>
                </a:cubicBezTo>
                <a:cubicBezTo>
                  <a:pt x="349796" y="76041"/>
                  <a:pt x="351482" y="75751"/>
                  <a:pt x="353092" y="75429"/>
                </a:cubicBezTo>
                <a:cubicBezTo>
                  <a:pt x="354703" y="75107"/>
                  <a:pt x="356195" y="74753"/>
                  <a:pt x="357570" y="74367"/>
                </a:cubicBezTo>
                <a:lnTo>
                  <a:pt x="357570" y="83574"/>
                </a:lnTo>
                <a:cubicBezTo>
                  <a:pt x="354520" y="84433"/>
                  <a:pt x="351074" y="85130"/>
                  <a:pt x="347230" y="85667"/>
                </a:cubicBezTo>
                <a:cubicBezTo>
                  <a:pt x="343386" y="86203"/>
                  <a:pt x="339403" y="86471"/>
                  <a:pt x="335280" y="86471"/>
                </a:cubicBezTo>
                <a:cubicBezTo>
                  <a:pt x="329739" y="86471"/>
                  <a:pt x="324972" y="85720"/>
                  <a:pt x="320978" y="84218"/>
                </a:cubicBezTo>
                <a:cubicBezTo>
                  <a:pt x="316984" y="82716"/>
                  <a:pt x="313709" y="80537"/>
                  <a:pt x="311153" y="77683"/>
                </a:cubicBezTo>
                <a:cubicBezTo>
                  <a:pt x="308598" y="74828"/>
                  <a:pt x="306708" y="71330"/>
                  <a:pt x="305484" y="67188"/>
                </a:cubicBezTo>
                <a:cubicBezTo>
                  <a:pt x="304260" y="63045"/>
                  <a:pt x="303648" y="58356"/>
                  <a:pt x="303648" y="53119"/>
                </a:cubicBezTo>
                <a:cubicBezTo>
                  <a:pt x="303648" y="48569"/>
                  <a:pt x="304303" y="44266"/>
                  <a:pt x="305613" y="40210"/>
                </a:cubicBezTo>
                <a:cubicBezTo>
                  <a:pt x="306923" y="36153"/>
                  <a:pt x="308834" y="32590"/>
                  <a:pt x="311347" y="29521"/>
                </a:cubicBezTo>
                <a:cubicBezTo>
                  <a:pt x="313859" y="26452"/>
                  <a:pt x="316941" y="24016"/>
                  <a:pt x="320591" y="22213"/>
                </a:cubicBezTo>
                <a:cubicBezTo>
                  <a:pt x="324242" y="20411"/>
                  <a:pt x="328386" y="19509"/>
                  <a:pt x="333025" y="19509"/>
                </a:cubicBezTo>
                <a:cubicBezTo>
                  <a:pt x="337534" y="19509"/>
                  <a:pt x="341529" y="20217"/>
                  <a:pt x="345007" y="21634"/>
                </a:cubicBezTo>
                <a:cubicBezTo>
                  <a:pt x="348486" y="23050"/>
                  <a:pt x="351417" y="25057"/>
                  <a:pt x="353801" y="27654"/>
                </a:cubicBezTo>
                <a:cubicBezTo>
                  <a:pt x="356185" y="30251"/>
                  <a:pt x="357988" y="33406"/>
                  <a:pt x="359213" y="37119"/>
                </a:cubicBezTo>
                <a:cubicBezTo>
                  <a:pt x="360437" y="40832"/>
                  <a:pt x="361049" y="44985"/>
                  <a:pt x="361049" y="49578"/>
                </a:cubicBezTo>
                <a:moveTo>
                  <a:pt x="349388" y="47968"/>
                </a:moveTo>
                <a:cubicBezTo>
                  <a:pt x="349517" y="45092"/>
                  <a:pt x="349238" y="42463"/>
                  <a:pt x="348551" y="40081"/>
                </a:cubicBezTo>
                <a:cubicBezTo>
                  <a:pt x="347863" y="37698"/>
                  <a:pt x="346800" y="35649"/>
                  <a:pt x="345362" y="33932"/>
                </a:cubicBezTo>
                <a:cubicBezTo>
                  <a:pt x="343923" y="32215"/>
                  <a:pt x="342130" y="30873"/>
                  <a:pt x="339982" y="29908"/>
                </a:cubicBezTo>
                <a:cubicBezTo>
                  <a:pt x="337835" y="28942"/>
                  <a:pt x="335344" y="28459"/>
                  <a:pt x="332509" y="28459"/>
                </a:cubicBezTo>
                <a:cubicBezTo>
                  <a:pt x="330061" y="28459"/>
                  <a:pt x="327828" y="28931"/>
                  <a:pt x="325809" y="29875"/>
                </a:cubicBezTo>
                <a:cubicBezTo>
                  <a:pt x="323791" y="30820"/>
                  <a:pt x="322052" y="32150"/>
                  <a:pt x="320591" y="33867"/>
                </a:cubicBezTo>
                <a:cubicBezTo>
                  <a:pt x="319131" y="35584"/>
                  <a:pt x="317950" y="37645"/>
                  <a:pt x="317048" y="40049"/>
                </a:cubicBezTo>
                <a:cubicBezTo>
                  <a:pt x="316146" y="42452"/>
                  <a:pt x="315588" y="45092"/>
                  <a:pt x="315373" y="47968"/>
                </a:cubicBezTo>
                <a:lnTo>
                  <a:pt x="349388" y="47968"/>
                </a:lnTo>
                <a:close/>
                <a:moveTo>
                  <a:pt x="435495" y="84411"/>
                </a:moveTo>
                <a:cubicBezTo>
                  <a:pt x="432961" y="85055"/>
                  <a:pt x="430341" y="85516"/>
                  <a:pt x="427635" y="85795"/>
                </a:cubicBezTo>
                <a:cubicBezTo>
                  <a:pt x="424930" y="86074"/>
                  <a:pt x="422181" y="86214"/>
                  <a:pt x="419389" y="86214"/>
                </a:cubicBezTo>
                <a:cubicBezTo>
                  <a:pt x="411272" y="86214"/>
                  <a:pt x="405216" y="84379"/>
                  <a:pt x="401222" y="80709"/>
                </a:cubicBezTo>
                <a:cubicBezTo>
                  <a:pt x="397228" y="77039"/>
                  <a:pt x="395231" y="71405"/>
                  <a:pt x="395231" y="63807"/>
                </a:cubicBezTo>
                <a:lnTo>
                  <a:pt x="395231" y="30069"/>
                </a:lnTo>
                <a:lnTo>
                  <a:pt x="377128" y="30069"/>
                </a:lnTo>
                <a:lnTo>
                  <a:pt x="377128" y="20668"/>
                </a:lnTo>
                <a:lnTo>
                  <a:pt x="395231" y="20668"/>
                </a:lnTo>
                <a:lnTo>
                  <a:pt x="395231" y="2897"/>
                </a:lnTo>
                <a:lnTo>
                  <a:pt x="406440" y="0"/>
                </a:lnTo>
                <a:lnTo>
                  <a:pt x="406440" y="20668"/>
                </a:lnTo>
                <a:lnTo>
                  <a:pt x="435495" y="20668"/>
                </a:lnTo>
                <a:lnTo>
                  <a:pt x="435495" y="30069"/>
                </a:lnTo>
                <a:lnTo>
                  <a:pt x="406440" y="30069"/>
                </a:lnTo>
                <a:lnTo>
                  <a:pt x="406440" y="62906"/>
                </a:lnTo>
                <a:cubicBezTo>
                  <a:pt x="406440" y="67542"/>
                  <a:pt x="407675" y="71008"/>
                  <a:pt x="410145" y="73304"/>
                </a:cubicBezTo>
                <a:cubicBezTo>
                  <a:pt x="412614" y="75601"/>
                  <a:pt x="416254" y="76749"/>
                  <a:pt x="421064" y="76749"/>
                </a:cubicBezTo>
                <a:cubicBezTo>
                  <a:pt x="423126" y="76749"/>
                  <a:pt x="425381" y="76588"/>
                  <a:pt x="427829" y="76266"/>
                </a:cubicBezTo>
                <a:cubicBezTo>
                  <a:pt x="430277" y="75944"/>
                  <a:pt x="432832" y="75440"/>
                  <a:pt x="435495" y="74753"/>
                </a:cubicBezTo>
                <a:lnTo>
                  <a:pt x="435495" y="8441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0xffffffff1234567b:">
            <a:extLst xmlns:a="http://schemas.openxmlformats.org/drawingml/2006/main">
              <a:ext uri="{FF2B5EF4-FFF2-40B4-BE49-F238E27FC236}">
                <a16:creationId xmlns:a16="http://schemas.microsoft.com/office/drawing/2014/main" id="{3882FA93-4760-4821-8B0B-4334677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2" y="568406"/>
            <a:ext cx="1425783" cy="92910"/>
          </a:xfrm>
          <a:custGeom xmlns:a="http://schemas.openxmlformats.org/drawingml/2006/main">
            <a:pathLst>
              <a:path w="1425783" h="92910">
                <a:moveTo>
                  <a:pt x="61201" y="49707"/>
                </a:moveTo>
                <a:cubicBezTo>
                  <a:pt x="61201" y="56145"/>
                  <a:pt x="60557" y="62015"/>
                  <a:pt x="59269" y="67316"/>
                </a:cubicBezTo>
                <a:cubicBezTo>
                  <a:pt x="57980" y="72618"/>
                  <a:pt x="56026" y="77168"/>
                  <a:pt x="53406" y="80966"/>
                </a:cubicBezTo>
                <a:cubicBezTo>
                  <a:pt x="50786" y="84765"/>
                  <a:pt x="47533" y="87706"/>
                  <a:pt x="43646" y="89787"/>
                </a:cubicBezTo>
                <a:cubicBezTo>
                  <a:pt x="39759" y="91869"/>
                  <a:pt x="35196" y="92910"/>
                  <a:pt x="29956" y="92910"/>
                </a:cubicBezTo>
                <a:cubicBezTo>
                  <a:pt x="25447" y="92910"/>
                  <a:pt x="21345" y="92062"/>
                  <a:pt x="17652" y="90367"/>
                </a:cubicBezTo>
                <a:cubicBezTo>
                  <a:pt x="13958" y="88671"/>
                  <a:pt x="10801" y="86064"/>
                  <a:pt x="8182" y="82544"/>
                </a:cubicBezTo>
                <a:cubicBezTo>
                  <a:pt x="5562" y="79024"/>
                  <a:pt x="3543" y="74538"/>
                  <a:pt x="2126" y="69087"/>
                </a:cubicBezTo>
                <a:cubicBezTo>
                  <a:pt x="709" y="63636"/>
                  <a:pt x="0" y="57175"/>
                  <a:pt x="0" y="49707"/>
                </a:cubicBezTo>
                <a:cubicBezTo>
                  <a:pt x="0" y="43268"/>
                  <a:pt x="655" y="37387"/>
                  <a:pt x="1965" y="32065"/>
                </a:cubicBezTo>
                <a:cubicBezTo>
                  <a:pt x="3275" y="26742"/>
                  <a:pt x="5229" y="22181"/>
                  <a:pt x="7827" y="18382"/>
                </a:cubicBezTo>
                <a:cubicBezTo>
                  <a:pt x="10426" y="14584"/>
                  <a:pt x="13679" y="11643"/>
                  <a:pt x="17587" y="9561"/>
                </a:cubicBezTo>
                <a:cubicBezTo>
                  <a:pt x="21496" y="7480"/>
                  <a:pt x="26048" y="6439"/>
                  <a:pt x="31245" y="6439"/>
                </a:cubicBezTo>
                <a:cubicBezTo>
                  <a:pt x="35754" y="6439"/>
                  <a:pt x="39856" y="7286"/>
                  <a:pt x="43550" y="8982"/>
                </a:cubicBezTo>
                <a:cubicBezTo>
                  <a:pt x="47243" y="10677"/>
                  <a:pt x="50400" y="13296"/>
                  <a:pt x="53020" y="16837"/>
                </a:cubicBezTo>
                <a:cubicBezTo>
                  <a:pt x="55640" y="20378"/>
                  <a:pt x="57658" y="24875"/>
                  <a:pt x="59075" y="30326"/>
                </a:cubicBezTo>
                <a:cubicBezTo>
                  <a:pt x="60493" y="35778"/>
                  <a:pt x="61201" y="42238"/>
                  <a:pt x="61201" y="49707"/>
                </a:cubicBezTo>
                <a:moveTo>
                  <a:pt x="49863" y="50093"/>
                </a:moveTo>
                <a:cubicBezTo>
                  <a:pt x="49863" y="48634"/>
                  <a:pt x="49809" y="47185"/>
                  <a:pt x="49702" y="45747"/>
                </a:cubicBezTo>
                <a:cubicBezTo>
                  <a:pt x="49595" y="44309"/>
                  <a:pt x="49476" y="42903"/>
                  <a:pt x="49348" y="41529"/>
                </a:cubicBezTo>
                <a:lnTo>
                  <a:pt x="13722" y="67992"/>
                </a:lnTo>
                <a:cubicBezTo>
                  <a:pt x="14366" y="70225"/>
                  <a:pt x="15182" y="72285"/>
                  <a:pt x="16170" y="74174"/>
                </a:cubicBezTo>
                <a:cubicBezTo>
                  <a:pt x="17158" y="76062"/>
                  <a:pt x="18350" y="77683"/>
                  <a:pt x="19745" y="79035"/>
                </a:cubicBezTo>
                <a:cubicBezTo>
                  <a:pt x="21141" y="80387"/>
                  <a:pt x="22730" y="81439"/>
                  <a:pt x="24513" y="82190"/>
                </a:cubicBezTo>
                <a:cubicBezTo>
                  <a:pt x="26295" y="82941"/>
                  <a:pt x="28324" y="83317"/>
                  <a:pt x="30601" y="83317"/>
                </a:cubicBezTo>
                <a:cubicBezTo>
                  <a:pt x="33521" y="83317"/>
                  <a:pt x="36173" y="82608"/>
                  <a:pt x="38557" y="81192"/>
                </a:cubicBezTo>
                <a:cubicBezTo>
                  <a:pt x="40940" y="79775"/>
                  <a:pt x="42970" y="77672"/>
                  <a:pt x="44645" y="74882"/>
                </a:cubicBezTo>
                <a:cubicBezTo>
                  <a:pt x="46320" y="72092"/>
                  <a:pt x="47608" y="68626"/>
                  <a:pt x="48510" y="64483"/>
                </a:cubicBezTo>
                <a:cubicBezTo>
                  <a:pt x="49412" y="60341"/>
                  <a:pt x="49863" y="55544"/>
                  <a:pt x="49863" y="50093"/>
                </a:cubicBezTo>
                <a:moveTo>
                  <a:pt x="11338" y="49320"/>
                </a:moveTo>
                <a:cubicBezTo>
                  <a:pt x="11338" y="50651"/>
                  <a:pt x="11349" y="51982"/>
                  <a:pt x="11371" y="53312"/>
                </a:cubicBezTo>
                <a:cubicBezTo>
                  <a:pt x="11392" y="54643"/>
                  <a:pt x="11467" y="55931"/>
                  <a:pt x="11596" y="57175"/>
                </a:cubicBezTo>
                <a:lnTo>
                  <a:pt x="47222" y="30841"/>
                </a:lnTo>
                <a:cubicBezTo>
                  <a:pt x="46577" y="28652"/>
                  <a:pt x="45761" y="26656"/>
                  <a:pt x="44774" y="24853"/>
                </a:cubicBezTo>
                <a:cubicBezTo>
                  <a:pt x="43786" y="23050"/>
                  <a:pt x="42605" y="21494"/>
                  <a:pt x="41230" y="20185"/>
                </a:cubicBezTo>
                <a:cubicBezTo>
                  <a:pt x="39856" y="18876"/>
                  <a:pt x="38288" y="17857"/>
                  <a:pt x="36528" y="17127"/>
                </a:cubicBezTo>
                <a:cubicBezTo>
                  <a:pt x="34767" y="16397"/>
                  <a:pt x="32791" y="16032"/>
                  <a:pt x="30601" y="16032"/>
                </a:cubicBezTo>
                <a:cubicBezTo>
                  <a:pt x="27680" y="16032"/>
                  <a:pt x="25028" y="16741"/>
                  <a:pt x="22644" y="18157"/>
                </a:cubicBezTo>
                <a:cubicBezTo>
                  <a:pt x="20261" y="19574"/>
                  <a:pt x="18232" y="21688"/>
                  <a:pt x="16557" y="24499"/>
                </a:cubicBezTo>
                <a:cubicBezTo>
                  <a:pt x="14882" y="27311"/>
                  <a:pt x="13593" y="30788"/>
                  <a:pt x="12691" y="34930"/>
                </a:cubicBezTo>
                <a:cubicBezTo>
                  <a:pt x="11789" y="39072"/>
                  <a:pt x="11338" y="43869"/>
                  <a:pt x="11338" y="49320"/>
                </a:cubicBezTo>
                <a:close/>
                <a:moveTo>
                  <a:pt x="139899" y="91751"/>
                </a:moveTo>
                <a:lnTo>
                  <a:pt x="125018" y="91751"/>
                </a:lnTo>
                <a:lnTo>
                  <a:pt x="107559" y="67091"/>
                </a:lnTo>
                <a:lnTo>
                  <a:pt x="90294" y="91751"/>
                </a:lnTo>
                <a:lnTo>
                  <a:pt x="75799" y="91751"/>
                </a:lnTo>
                <a:lnTo>
                  <a:pt x="100859" y="59300"/>
                </a:lnTo>
                <a:lnTo>
                  <a:pt x="76959" y="27107"/>
                </a:lnTo>
                <a:lnTo>
                  <a:pt x="91325" y="27107"/>
                </a:lnTo>
                <a:lnTo>
                  <a:pt x="108332" y="51960"/>
                </a:lnTo>
                <a:lnTo>
                  <a:pt x="125018" y="27107"/>
                </a:lnTo>
                <a:lnTo>
                  <a:pt x="138869" y="27107"/>
                </a:lnTo>
                <a:lnTo>
                  <a:pt x="114581" y="59558"/>
                </a:lnTo>
                <a:lnTo>
                  <a:pt x="139899" y="91751"/>
                </a:lnTo>
                <a:close/>
                <a:moveTo>
                  <a:pt x="215957" y="11203"/>
                </a:moveTo>
                <a:cubicBezTo>
                  <a:pt x="210073" y="9958"/>
                  <a:pt x="205005" y="9336"/>
                  <a:pt x="200753" y="9336"/>
                </a:cubicBezTo>
                <a:cubicBezTo>
                  <a:pt x="190660" y="9336"/>
                  <a:pt x="185614" y="14616"/>
                  <a:pt x="185614" y="25175"/>
                </a:cubicBezTo>
                <a:lnTo>
                  <a:pt x="185614" y="36507"/>
                </a:lnTo>
                <a:lnTo>
                  <a:pt x="213960" y="36507"/>
                </a:lnTo>
                <a:lnTo>
                  <a:pt x="213960" y="45843"/>
                </a:lnTo>
                <a:lnTo>
                  <a:pt x="185614" y="45843"/>
                </a:lnTo>
                <a:lnTo>
                  <a:pt x="185614" y="91751"/>
                </a:lnTo>
                <a:lnTo>
                  <a:pt x="174211" y="91751"/>
                </a:lnTo>
                <a:lnTo>
                  <a:pt x="174211" y="45843"/>
                </a:lnTo>
                <a:lnTo>
                  <a:pt x="153402" y="45843"/>
                </a:lnTo>
                <a:lnTo>
                  <a:pt x="153402" y="36507"/>
                </a:lnTo>
                <a:lnTo>
                  <a:pt x="174211" y="36507"/>
                </a:lnTo>
                <a:lnTo>
                  <a:pt x="174211" y="25819"/>
                </a:lnTo>
                <a:cubicBezTo>
                  <a:pt x="174211" y="8606"/>
                  <a:pt x="183187" y="0"/>
                  <a:pt x="201139" y="0"/>
                </a:cubicBezTo>
                <a:cubicBezTo>
                  <a:pt x="205606" y="0"/>
                  <a:pt x="210545" y="515"/>
                  <a:pt x="215957" y="1545"/>
                </a:cubicBezTo>
                <a:lnTo>
                  <a:pt x="215957" y="11203"/>
                </a:lnTo>
                <a:moveTo>
                  <a:pt x="148249" y="27107"/>
                </a:moveTo>
                <a:lnTo>
                  <a:pt x="148249" y="27107"/>
                </a:lnTo>
                <a:close/>
                <a:moveTo>
                  <a:pt x="292916" y="11203"/>
                </a:moveTo>
                <a:cubicBezTo>
                  <a:pt x="287032" y="9958"/>
                  <a:pt x="281964" y="9336"/>
                  <a:pt x="277712" y="9336"/>
                </a:cubicBezTo>
                <a:cubicBezTo>
                  <a:pt x="267619" y="9336"/>
                  <a:pt x="262573" y="14616"/>
                  <a:pt x="262573" y="25175"/>
                </a:cubicBezTo>
                <a:lnTo>
                  <a:pt x="262573" y="36507"/>
                </a:lnTo>
                <a:lnTo>
                  <a:pt x="290919" y="36507"/>
                </a:lnTo>
                <a:lnTo>
                  <a:pt x="290919" y="45843"/>
                </a:lnTo>
                <a:lnTo>
                  <a:pt x="262573" y="45843"/>
                </a:lnTo>
                <a:lnTo>
                  <a:pt x="262573" y="91751"/>
                </a:lnTo>
                <a:lnTo>
                  <a:pt x="251170" y="91751"/>
                </a:lnTo>
                <a:lnTo>
                  <a:pt x="251170" y="45843"/>
                </a:lnTo>
                <a:lnTo>
                  <a:pt x="230361" y="45843"/>
                </a:lnTo>
                <a:lnTo>
                  <a:pt x="230361" y="36507"/>
                </a:lnTo>
                <a:lnTo>
                  <a:pt x="251170" y="36507"/>
                </a:lnTo>
                <a:lnTo>
                  <a:pt x="251170" y="25819"/>
                </a:lnTo>
                <a:cubicBezTo>
                  <a:pt x="251170" y="8606"/>
                  <a:pt x="260146" y="0"/>
                  <a:pt x="278098" y="0"/>
                </a:cubicBezTo>
                <a:cubicBezTo>
                  <a:pt x="282565" y="0"/>
                  <a:pt x="287504" y="515"/>
                  <a:pt x="292916" y="1545"/>
                </a:cubicBezTo>
                <a:lnTo>
                  <a:pt x="292916" y="11203"/>
                </a:lnTo>
                <a:moveTo>
                  <a:pt x="225208" y="27107"/>
                </a:moveTo>
                <a:lnTo>
                  <a:pt x="225208" y="27107"/>
                </a:lnTo>
                <a:close/>
                <a:moveTo>
                  <a:pt x="369875" y="11203"/>
                </a:moveTo>
                <a:cubicBezTo>
                  <a:pt x="363991" y="9958"/>
                  <a:pt x="358923" y="9336"/>
                  <a:pt x="354671" y="9336"/>
                </a:cubicBezTo>
                <a:cubicBezTo>
                  <a:pt x="344578" y="9336"/>
                  <a:pt x="339532" y="14616"/>
                  <a:pt x="339532" y="25175"/>
                </a:cubicBezTo>
                <a:lnTo>
                  <a:pt x="339532" y="36507"/>
                </a:lnTo>
                <a:lnTo>
                  <a:pt x="367878" y="36507"/>
                </a:lnTo>
                <a:lnTo>
                  <a:pt x="367878" y="45843"/>
                </a:lnTo>
                <a:lnTo>
                  <a:pt x="339532" y="45843"/>
                </a:lnTo>
                <a:lnTo>
                  <a:pt x="339532" y="91751"/>
                </a:lnTo>
                <a:lnTo>
                  <a:pt x="328129" y="91751"/>
                </a:lnTo>
                <a:lnTo>
                  <a:pt x="328129" y="45843"/>
                </a:lnTo>
                <a:lnTo>
                  <a:pt x="307320" y="45843"/>
                </a:lnTo>
                <a:lnTo>
                  <a:pt x="307320" y="36507"/>
                </a:lnTo>
                <a:lnTo>
                  <a:pt x="328129" y="36507"/>
                </a:lnTo>
                <a:lnTo>
                  <a:pt x="328129" y="25819"/>
                </a:lnTo>
                <a:cubicBezTo>
                  <a:pt x="328129" y="8606"/>
                  <a:pt x="337105" y="0"/>
                  <a:pt x="355057" y="0"/>
                </a:cubicBezTo>
                <a:cubicBezTo>
                  <a:pt x="359524" y="0"/>
                  <a:pt x="364463" y="515"/>
                  <a:pt x="369875" y="1545"/>
                </a:cubicBezTo>
                <a:lnTo>
                  <a:pt x="369875" y="11203"/>
                </a:lnTo>
                <a:moveTo>
                  <a:pt x="302167" y="27107"/>
                </a:moveTo>
                <a:lnTo>
                  <a:pt x="302167" y="27107"/>
                </a:lnTo>
                <a:close/>
                <a:moveTo>
                  <a:pt x="446833" y="11203"/>
                </a:moveTo>
                <a:cubicBezTo>
                  <a:pt x="440950" y="9958"/>
                  <a:pt x="435882" y="9336"/>
                  <a:pt x="431630" y="9336"/>
                </a:cubicBezTo>
                <a:cubicBezTo>
                  <a:pt x="421537" y="9336"/>
                  <a:pt x="416491" y="14616"/>
                  <a:pt x="416491" y="25175"/>
                </a:cubicBezTo>
                <a:lnTo>
                  <a:pt x="416491" y="36507"/>
                </a:lnTo>
                <a:lnTo>
                  <a:pt x="444836" y="36507"/>
                </a:lnTo>
                <a:lnTo>
                  <a:pt x="444836" y="45843"/>
                </a:lnTo>
                <a:lnTo>
                  <a:pt x="416491" y="45843"/>
                </a:lnTo>
                <a:lnTo>
                  <a:pt x="416491" y="91751"/>
                </a:lnTo>
                <a:lnTo>
                  <a:pt x="405088" y="91751"/>
                </a:lnTo>
                <a:lnTo>
                  <a:pt x="405088" y="45843"/>
                </a:lnTo>
                <a:lnTo>
                  <a:pt x="384279" y="45843"/>
                </a:lnTo>
                <a:lnTo>
                  <a:pt x="384279" y="36507"/>
                </a:lnTo>
                <a:lnTo>
                  <a:pt x="405088" y="36507"/>
                </a:lnTo>
                <a:lnTo>
                  <a:pt x="405088" y="25819"/>
                </a:lnTo>
                <a:cubicBezTo>
                  <a:pt x="405088" y="8606"/>
                  <a:pt x="414064" y="0"/>
                  <a:pt x="432016" y="0"/>
                </a:cubicBezTo>
                <a:cubicBezTo>
                  <a:pt x="436483" y="0"/>
                  <a:pt x="441422" y="515"/>
                  <a:pt x="446833" y="1545"/>
                </a:cubicBezTo>
                <a:lnTo>
                  <a:pt x="446833" y="11203"/>
                </a:lnTo>
                <a:moveTo>
                  <a:pt x="379125" y="27107"/>
                </a:moveTo>
                <a:lnTo>
                  <a:pt x="379125" y="27107"/>
                </a:lnTo>
                <a:close/>
                <a:moveTo>
                  <a:pt x="523793" y="11203"/>
                </a:moveTo>
                <a:cubicBezTo>
                  <a:pt x="517909" y="9958"/>
                  <a:pt x="512841" y="9336"/>
                  <a:pt x="508589" y="9336"/>
                </a:cubicBezTo>
                <a:cubicBezTo>
                  <a:pt x="498496" y="9336"/>
                  <a:pt x="493450" y="14616"/>
                  <a:pt x="493450" y="25175"/>
                </a:cubicBezTo>
                <a:lnTo>
                  <a:pt x="493450" y="36507"/>
                </a:lnTo>
                <a:lnTo>
                  <a:pt x="521795" y="36507"/>
                </a:lnTo>
                <a:lnTo>
                  <a:pt x="521795" y="45843"/>
                </a:lnTo>
                <a:lnTo>
                  <a:pt x="493450" y="45843"/>
                </a:lnTo>
                <a:lnTo>
                  <a:pt x="493450" y="91751"/>
                </a:lnTo>
                <a:lnTo>
                  <a:pt x="482047" y="91751"/>
                </a:lnTo>
                <a:lnTo>
                  <a:pt x="482047" y="45843"/>
                </a:lnTo>
                <a:lnTo>
                  <a:pt x="461238" y="45843"/>
                </a:lnTo>
                <a:lnTo>
                  <a:pt x="461238" y="36507"/>
                </a:lnTo>
                <a:lnTo>
                  <a:pt x="482047" y="36507"/>
                </a:lnTo>
                <a:lnTo>
                  <a:pt x="482047" y="25819"/>
                </a:lnTo>
                <a:cubicBezTo>
                  <a:pt x="482047" y="8606"/>
                  <a:pt x="491023" y="0"/>
                  <a:pt x="508975" y="0"/>
                </a:cubicBezTo>
                <a:cubicBezTo>
                  <a:pt x="513442" y="0"/>
                  <a:pt x="518381" y="515"/>
                  <a:pt x="523793" y="1545"/>
                </a:cubicBezTo>
                <a:lnTo>
                  <a:pt x="523793" y="11203"/>
                </a:lnTo>
                <a:moveTo>
                  <a:pt x="456085" y="27107"/>
                </a:moveTo>
                <a:lnTo>
                  <a:pt x="456085" y="27107"/>
                </a:lnTo>
                <a:close/>
                <a:moveTo>
                  <a:pt x="600751" y="11203"/>
                </a:moveTo>
                <a:cubicBezTo>
                  <a:pt x="594867" y="9958"/>
                  <a:pt x="589799" y="9336"/>
                  <a:pt x="585548" y="9336"/>
                </a:cubicBezTo>
                <a:cubicBezTo>
                  <a:pt x="575455" y="9336"/>
                  <a:pt x="570408" y="14616"/>
                  <a:pt x="570408" y="25175"/>
                </a:cubicBezTo>
                <a:lnTo>
                  <a:pt x="570408" y="36507"/>
                </a:lnTo>
                <a:lnTo>
                  <a:pt x="598754" y="36507"/>
                </a:lnTo>
                <a:lnTo>
                  <a:pt x="598754" y="45843"/>
                </a:lnTo>
                <a:lnTo>
                  <a:pt x="570408" y="45843"/>
                </a:lnTo>
                <a:lnTo>
                  <a:pt x="570408" y="91751"/>
                </a:lnTo>
                <a:lnTo>
                  <a:pt x="559006" y="91751"/>
                </a:lnTo>
                <a:lnTo>
                  <a:pt x="559006" y="45843"/>
                </a:lnTo>
                <a:lnTo>
                  <a:pt x="538197" y="45843"/>
                </a:lnTo>
                <a:lnTo>
                  <a:pt x="538197" y="36507"/>
                </a:lnTo>
                <a:lnTo>
                  <a:pt x="559006" y="36507"/>
                </a:lnTo>
                <a:lnTo>
                  <a:pt x="559006" y="25819"/>
                </a:lnTo>
                <a:cubicBezTo>
                  <a:pt x="559006" y="8606"/>
                  <a:pt x="567982" y="0"/>
                  <a:pt x="585934" y="0"/>
                </a:cubicBezTo>
                <a:cubicBezTo>
                  <a:pt x="590401" y="0"/>
                  <a:pt x="595340" y="515"/>
                  <a:pt x="600751" y="1545"/>
                </a:cubicBezTo>
                <a:lnTo>
                  <a:pt x="600751" y="11203"/>
                </a:lnTo>
                <a:moveTo>
                  <a:pt x="533043" y="27107"/>
                </a:moveTo>
                <a:lnTo>
                  <a:pt x="533043" y="27107"/>
                </a:lnTo>
                <a:close/>
                <a:moveTo>
                  <a:pt x="677710" y="11203"/>
                </a:moveTo>
                <a:cubicBezTo>
                  <a:pt x="671826" y="9958"/>
                  <a:pt x="666759" y="9336"/>
                  <a:pt x="662507" y="9336"/>
                </a:cubicBezTo>
                <a:cubicBezTo>
                  <a:pt x="652414" y="9336"/>
                  <a:pt x="647367" y="14616"/>
                  <a:pt x="647367" y="25175"/>
                </a:cubicBezTo>
                <a:lnTo>
                  <a:pt x="647367" y="36507"/>
                </a:lnTo>
                <a:lnTo>
                  <a:pt x="675713" y="36507"/>
                </a:lnTo>
                <a:lnTo>
                  <a:pt x="675713" y="45843"/>
                </a:lnTo>
                <a:lnTo>
                  <a:pt x="647367" y="45843"/>
                </a:lnTo>
                <a:lnTo>
                  <a:pt x="647367" y="91751"/>
                </a:lnTo>
                <a:lnTo>
                  <a:pt x="635965" y="91751"/>
                </a:lnTo>
                <a:lnTo>
                  <a:pt x="635965" y="45843"/>
                </a:lnTo>
                <a:lnTo>
                  <a:pt x="615156" y="45843"/>
                </a:lnTo>
                <a:lnTo>
                  <a:pt x="615156" y="36507"/>
                </a:lnTo>
                <a:lnTo>
                  <a:pt x="635965" y="36507"/>
                </a:lnTo>
                <a:lnTo>
                  <a:pt x="635965" y="25819"/>
                </a:lnTo>
                <a:cubicBezTo>
                  <a:pt x="635965" y="8606"/>
                  <a:pt x="644941" y="0"/>
                  <a:pt x="662893" y="0"/>
                </a:cubicBezTo>
                <a:cubicBezTo>
                  <a:pt x="667360" y="0"/>
                  <a:pt x="672299" y="515"/>
                  <a:pt x="677710" y="1545"/>
                </a:cubicBezTo>
                <a:lnTo>
                  <a:pt x="677710" y="11203"/>
                </a:lnTo>
                <a:moveTo>
                  <a:pt x="610002" y="27107"/>
                </a:moveTo>
                <a:lnTo>
                  <a:pt x="610002" y="27107"/>
                </a:lnTo>
                <a:close/>
                <a:moveTo>
                  <a:pt x="754669" y="11203"/>
                </a:moveTo>
                <a:cubicBezTo>
                  <a:pt x="748785" y="9958"/>
                  <a:pt x="743717" y="9336"/>
                  <a:pt x="739465" y="9336"/>
                </a:cubicBezTo>
                <a:cubicBezTo>
                  <a:pt x="729373" y="9336"/>
                  <a:pt x="724326" y="14616"/>
                  <a:pt x="724326" y="25175"/>
                </a:cubicBezTo>
                <a:lnTo>
                  <a:pt x="724326" y="36507"/>
                </a:lnTo>
                <a:lnTo>
                  <a:pt x="752672" y="36507"/>
                </a:lnTo>
                <a:lnTo>
                  <a:pt x="752672" y="45843"/>
                </a:lnTo>
                <a:lnTo>
                  <a:pt x="724326" y="45843"/>
                </a:lnTo>
                <a:lnTo>
                  <a:pt x="724326" y="91751"/>
                </a:lnTo>
                <a:lnTo>
                  <a:pt x="712923" y="91751"/>
                </a:lnTo>
                <a:lnTo>
                  <a:pt x="712923" y="45843"/>
                </a:lnTo>
                <a:lnTo>
                  <a:pt x="692115" y="45843"/>
                </a:lnTo>
                <a:lnTo>
                  <a:pt x="692115" y="36507"/>
                </a:lnTo>
                <a:lnTo>
                  <a:pt x="712923" y="36507"/>
                </a:lnTo>
                <a:lnTo>
                  <a:pt x="712923" y="25819"/>
                </a:lnTo>
                <a:cubicBezTo>
                  <a:pt x="712923" y="8606"/>
                  <a:pt x="721900" y="0"/>
                  <a:pt x="739852" y="0"/>
                </a:cubicBezTo>
                <a:cubicBezTo>
                  <a:pt x="744319" y="0"/>
                  <a:pt x="749258" y="515"/>
                  <a:pt x="754669" y="1545"/>
                </a:cubicBezTo>
                <a:lnTo>
                  <a:pt x="754669" y="11203"/>
                </a:lnTo>
                <a:moveTo>
                  <a:pt x="686961" y="27107"/>
                </a:moveTo>
                <a:lnTo>
                  <a:pt x="686961" y="27107"/>
                </a:lnTo>
                <a:close/>
                <a:moveTo>
                  <a:pt x="828149" y="91751"/>
                </a:moveTo>
                <a:lnTo>
                  <a:pt x="775259" y="91751"/>
                </a:lnTo>
                <a:lnTo>
                  <a:pt x="775259" y="81321"/>
                </a:lnTo>
                <a:lnTo>
                  <a:pt x="796904" y="81321"/>
                </a:lnTo>
                <a:lnTo>
                  <a:pt x="796904" y="19896"/>
                </a:lnTo>
                <a:lnTo>
                  <a:pt x="776740" y="30841"/>
                </a:lnTo>
                <a:lnTo>
                  <a:pt x="772617" y="21312"/>
                </a:lnTo>
                <a:lnTo>
                  <a:pt x="799417" y="7211"/>
                </a:lnTo>
                <a:lnTo>
                  <a:pt x="809338" y="7211"/>
                </a:lnTo>
                <a:lnTo>
                  <a:pt x="809338" y="81321"/>
                </a:lnTo>
                <a:lnTo>
                  <a:pt x="828149" y="81321"/>
                </a:lnTo>
                <a:lnTo>
                  <a:pt x="828149" y="91751"/>
                </a:lnTo>
                <a:close/>
                <a:moveTo>
                  <a:pt x="905817" y="91751"/>
                </a:moveTo>
                <a:lnTo>
                  <a:pt x="850349" y="91751"/>
                </a:lnTo>
                <a:lnTo>
                  <a:pt x="850349" y="81707"/>
                </a:lnTo>
                <a:lnTo>
                  <a:pt x="872124" y="60073"/>
                </a:lnTo>
                <a:cubicBezTo>
                  <a:pt x="875689" y="56553"/>
                  <a:pt x="878588" y="53505"/>
                  <a:pt x="880821" y="50930"/>
                </a:cubicBezTo>
                <a:cubicBezTo>
                  <a:pt x="883054" y="48354"/>
                  <a:pt x="884794" y="46004"/>
                  <a:pt x="886039" y="43880"/>
                </a:cubicBezTo>
                <a:cubicBezTo>
                  <a:pt x="887285" y="41755"/>
                  <a:pt x="888122" y="39748"/>
                  <a:pt x="888552" y="37859"/>
                </a:cubicBezTo>
                <a:cubicBezTo>
                  <a:pt x="888981" y="35971"/>
                  <a:pt x="889196" y="33932"/>
                  <a:pt x="889196" y="31743"/>
                </a:cubicBezTo>
                <a:cubicBezTo>
                  <a:pt x="889196" y="29682"/>
                  <a:pt x="888917" y="27719"/>
                  <a:pt x="888359" y="25851"/>
                </a:cubicBezTo>
                <a:cubicBezTo>
                  <a:pt x="887800" y="23984"/>
                  <a:pt x="886941" y="22342"/>
                  <a:pt x="885782" y="20926"/>
                </a:cubicBezTo>
                <a:cubicBezTo>
                  <a:pt x="884622" y="19509"/>
                  <a:pt x="883119" y="18393"/>
                  <a:pt x="881272" y="17578"/>
                </a:cubicBezTo>
                <a:cubicBezTo>
                  <a:pt x="879425" y="16762"/>
                  <a:pt x="877213" y="16354"/>
                  <a:pt x="874637" y="16354"/>
                </a:cubicBezTo>
                <a:cubicBezTo>
                  <a:pt x="871072" y="16354"/>
                  <a:pt x="867829" y="17148"/>
                  <a:pt x="864909" y="18737"/>
                </a:cubicBezTo>
                <a:cubicBezTo>
                  <a:pt x="861988" y="20325"/>
                  <a:pt x="859304" y="22385"/>
                  <a:pt x="856856" y="24918"/>
                </a:cubicBezTo>
                <a:lnTo>
                  <a:pt x="850671" y="17513"/>
                </a:lnTo>
                <a:cubicBezTo>
                  <a:pt x="853850" y="14165"/>
                  <a:pt x="857511" y="11482"/>
                  <a:pt x="861655" y="9465"/>
                </a:cubicBezTo>
                <a:cubicBezTo>
                  <a:pt x="865800" y="7447"/>
                  <a:pt x="870621" y="6439"/>
                  <a:pt x="876118" y="6439"/>
                </a:cubicBezTo>
                <a:cubicBezTo>
                  <a:pt x="879855" y="6439"/>
                  <a:pt x="883258" y="6997"/>
                  <a:pt x="886329" y="8113"/>
                </a:cubicBezTo>
                <a:cubicBezTo>
                  <a:pt x="889400" y="9229"/>
                  <a:pt x="892052" y="10838"/>
                  <a:pt x="894285" y="12942"/>
                </a:cubicBezTo>
                <a:cubicBezTo>
                  <a:pt x="896519" y="15045"/>
                  <a:pt x="898247" y="17621"/>
                  <a:pt x="899471" y="20668"/>
                </a:cubicBezTo>
                <a:cubicBezTo>
                  <a:pt x="900695" y="23716"/>
                  <a:pt x="901307" y="27150"/>
                  <a:pt x="901307" y="30970"/>
                </a:cubicBezTo>
                <a:cubicBezTo>
                  <a:pt x="901307" y="34189"/>
                  <a:pt x="900878" y="37173"/>
                  <a:pt x="900019" y="39920"/>
                </a:cubicBezTo>
                <a:cubicBezTo>
                  <a:pt x="899160" y="42667"/>
                  <a:pt x="897861" y="45403"/>
                  <a:pt x="896121" y="48129"/>
                </a:cubicBezTo>
                <a:cubicBezTo>
                  <a:pt x="894382" y="50855"/>
                  <a:pt x="892192" y="53677"/>
                  <a:pt x="889550" y="56596"/>
                </a:cubicBezTo>
                <a:cubicBezTo>
                  <a:pt x="886909" y="59515"/>
                  <a:pt x="883785" y="62713"/>
                  <a:pt x="880177" y="66190"/>
                </a:cubicBezTo>
                <a:lnTo>
                  <a:pt x="864909" y="81063"/>
                </a:lnTo>
                <a:lnTo>
                  <a:pt x="905817" y="81063"/>
                </a:lnTo>
                <a:lnTo>
                  <a:pt x="905817" y="91751"/>
                </a:lnTo>
                <a:close/>
                <a:moveTo>
                  <a:pt x="981165" y="66190"/>
                </a:moveTo>
                <a:cubicBezTo>
                  <a:pt x="981165" y="69881"/>
                  <a:pt x="980414" y="73347"/>
                  <a:pt x="978910" y="76588"/>
                </a:cubicBezTo>
                <a:cubicBezTo>
                  <a:pt x="977407" y="79829"/>
                  <a:pt x="975152" y="82662"/>
                  <a:pt x="972146" y="85087"/>
                </a:cubicBezTo>
                <a:cubicBezTo>
                  <a:pt x="969140" y="87512"/>
                  <a:pt x="965360" y="89423"/>
                  <a:pt x="960808" y="90818"/>
                </a:cubicBezTo>
                <a:cubicBezTo>
                  <a:pt x="956255" y="92213"/>
                  <a:pt x="950951" y="92910"/>
                  <a:pt x="944895" y="92910"/>
                </a:cubicBezTo>
                <a:cubicBezTo>
                  <a:pt x="941545" y="92910"/>
                  <a:pt x="938539" y="92803"/>
                  <a:pt x="935876" y="92588"/>
                </a:cubicBezTo>
                <a:cubicBezTo>
                  <a:pt x="933213" y="92374"/>
                  <a:pt x="930722" y="92095"/>
                  <a:pt x="928403" y="91751"/>
                </a:cubicBezTo>
                <a:lnTo>
                  <a:pt x="928403" y="81707"/>
                </a:lnTo>
                <a:cubicBezTo>
                  <a:pt x="931066" y="82179"/>
                  <a:pt x="933879" y="82544"/>
                  <a:pt x="936843" y="82801"/>
                </a:cubicBezTo>
                <a:cubicBezTo>
                  <a:pt x="939806" y="83059"/>
                  <a:pt x="942834" y="83188"/>
                  <a:pt x="945926" y="83188"/>
                </a:cubicBezTo>
                <a:cubicBezTo>
                  <a:pt x="950135" y="83188"/>
                  <a:pt x="953732" y="82812"/>
                  <a:pt x="956717" y="82061"/>
                </a:cubicBezTo>
                <a:cubicBezTo>
                  <a:pt x="959702" y="81310"/>
                  <a:pt x="962139" y="80226"/>
                  <a:pt x="964029" y="78809"/>
                </a:cubicBezTo>
                <a:cubicBezTo>
                  <a:pt x="965919" y="77393"/>
                  <a:pt x="967293" y="75676"/>
                  <a:pt x="968152" y="73659"/>
                </a:cubicBezTo>
                <a:cubicBezTo>
                  <a:pt x="969011" y="71641"/>
                  <a:pt x="969440" y="69366"/>
                  <a:pt x="969440" y="66834"/>
                </a:cubicBezTo>
                <a:cubicBezTo>
                  <a:pt x="969440" y="64516"/>
                  <a:pt x="968925" y="62498"/>
                  <a:pt x="967894" y="60781"/>
                </a:cubicBezTo>
                <a:cubicBezTo>
                  <a:pt x="966863" y="59064"/>
                  <a:pt x="965414" y="57626"/>
                  <a:pt x="963546" y="56467"/>
                </a:cubicBezTo>
                <a:cubicBezTo>
                  <a:pt x="961677" y="55308"/>
                  <a:pt x="959444" y="54439"/>
                  <a:pt x="956846" y="53860"/>
                </a:cubicBezTo>
                <a:cubicBezTo>
                  <a:pt x="954247" y="53280"/>
                  <a:pt x="951402" y="52990"/>
                  <a:pt x="948310" y="52990"/>
                </a:cubicBezTo>
                <a:lnTo>
                  <a:pt x="938711" y="52990"/>
                </a:lnTo>
                <a:lnTo>
                  <a:pt x="938711" y="43783"/>
                </a:lnTo>
                <a:lnTo>
                  <a:pt x="948439" y="43783"/>
                </a:lnTo>
                <a:cubicBezTo>
                  <a:pt x="950973" y="43783"/>
                  <a:pt x="953281" y="43450"/>
                  <a:pt x="955364" y="42785"/>
                </a:cubicBezTo>
                <a:cubicBezTo>
                  <a:pt x="957447" y="42120"/>
                  <a:pt x="959229" y="41165"/>
                  <a:pt x="960711" y="39920"/>
                </a:cubicBezTo>
                <a:cubicBezTo>
                  <a:pt x="962193" y="38675"/>
                  <a:pt x="963331" y="37140"/>
                  <a:pt x="964125" y="35316"/>
                </a:cubicBezTo>
                <a:cubicBezTo>
                  <a:pt x="964920" y="33492"/>
                  <a:pt x="965317" y="31421"/>
                  <a:pt x="965317" y="29103"/>
                </a:cubicBezTo>
                <a:cubicBezTo>
                  <a:pt x="965317" y="24596"/>
                  <a:pt x="963943" y="21312"/>
                  <a:pt x="961194" y="19252"/>
                </a:cubicBezTo>
                <a:cubicBezTo>
                  <a:pt x="958446" y="17191"/>
                  <a:pt x="954408" y="16161"/>
                  <a:pt x="949083" y="16161"/>
                </a:cubicBezTo>
                <a:cubicBezTo>
                  <a:pt x="946248" y="16161"/>
                  <a:pt x="943328" y="16440"/>
                  <a:pt x="940321" y="16998"/>
                </a:cubicBezTo>
                <a:cubicBezTo>
                  <a:pt x="937315" y="17556"/>
                  <a:pt x="934094" y="18393"/>
                  <a:pt x="930658" y="19509"/>
                </a:cubicBezTo>
                <a:lnTo>
                  <a:pt x="930658" y="9722"/>
                </a:lnTo>
                <a:cubicBezTo>
                  <a:pt x="932118" y="9207"/>
                  <a:pt x="933675" y="8746"/>
                  <a:pt x="935329" y="8338"/>
                </a:cubicBezTo>
                <a:cubicBezTo>
                  <a:pt x="936982" y="7930"/>
                  <a:pt x="938636" y="7587"/>
                  <a:pt x="940289" y="7308"/>
                </a:cubicBezTo>
                <a:cubicBezTo>
                  <a:pt x="941943" y="7029"/>
                  <a:pt x="943585" y="6814"/>
                  <a:pt x="945217" y="6664"/>
                </a:cubicBezTo>
                <a:cubicBezTo>
                  <a:pt x="946850" y="6514"/>
                  <a:pt x="948417" y="6439"/>
                  <a:pt x="949920" y="6439"/>
                </a:cubicBezTo>
                <a:cubicBezTo>
                  <a:pt x="954387" y="6439"/>
                  <a:pt x="958317" y="6922"/>
                  <a:pt x="961710" y="7887"/>
                </a:cubicBezTo>
                <a:cubicBezTo>
                  <a:pt x="965103" y="8853"/>
                  <a:pt x="967937" y="10238"/>
                  <a:pt x="970213" y="12040"/>
                </a:cubicBezTo>
                <a:cubicBezTo>
                  <a:pt x="972490" y="13843"/>
                  <a:pt x="974208" y="16032"/>
                  <a:pt x="975367" y="18608"/>
                </a:cubicBezTo>
                <a:cubicBezTo>
                  <a:pt x="976527" y="21183"/>
                  <a:pt x="977107" y="24081"/>
                  <a:pt x="977107" y="27300"/>
                </a:cubicBezTo>
                <a:cubicBezTo>
                  <a:pt x="977107" y="32108"/>
                  <a:pt x="975872" y="36142"/>
                  <a:pt x="973402" y="39405"/>
                </a:cubicBezTo>
                <a:cubicBezTo>
                  <a:pt x="970933" y="42667"/>
                  <a:pt x="967551" y="45264"/>
                  <a:pt x="963256" y="47196"/>
                </a:cubicBezTo>
                <a:cubicBezTo>
                  <a:pt x="965446" y="47539"/>
                  <a:pt x="967604" y="48226"/>
                  <a:pt x="969730" y="49256"/>
                </a:cubicBezTo>
                <a:cubicBezTo>
                  <a:pt x="971856" y="50286"/>
                  <a:pt x="973767" y="51606"/>
                  <a:pt x="975464" y="53216"/>
                </a:cubicBezTo>
                <a:cubicBezTo>
                  <a:pt x="977160" y="54825"/>
                  <a:pt x="978535" y="56725"/>
                  <a:pt x="979587" y="58914"/>
                </a:cubicBezTo>
                <a:cubicBezTo>
                  <a:pt x="980639" y="61103"/>
                  <a:pt x="981165" y="63528"/>
                  <a:pt x="981165" y="66190"/>
                </a:cubicBezTo>
                <a:close/>
                <a:moveTo>
                  <a:pt x="1063922" y="73143"/>
                </a:moveTo>
                <a:lnTo>
                  <a:pt x="1049556" y="73143"/>
                </a:lnTo>
                <a:lnTo>
                  <a:pt x="1049556" y="91751"/>
                </a:lnTo>
                <a:lnTo>
                  <a:pt x="1038089" y="91751"/>
                </a:lnTo>
                <a:lnTo>
                  <a:pt x="1038089" y="73143"/>
                </a:lnTo>
                <a:lnTo>
                  <a:pt x="997567" y="73143"/>
                </a:lnTo>
                <a:lnTo>
                  <a:pt x="997567" y="63292"/>
                </a:lnTo>
                <a:lnTo>
                  <a:pt x="1033450" y="7598"/>
                </a:lnTo>
                <a:lnTo>
                  <a:pt x="1049556" y="7598"/>
                </a:lnTo>
                <a:lnTo>
                  <a:pt x="1049556" y="63292"/>
                </a:lnTo>
                <a:lnTo>
                  <a:pt x="1063922" y="63292"/>
                </a:lnTo>
                <a:lnTo>
                  <a:pt x="1063922" y="73143"/>
                </a:lnTo>
                <a:moveTo>
                  <a:pt x="1038089" y="18415"/>
                </a:moveTo>
                <a:lnTo>
                  <a:pt x="1008777" y="63292"/>
                </a:lnTo>
                <a:lnTo>
                  <a:pt x="1038089" y="63292"/>
                </a:lnTo>
                <a:lnTo>
                  <a:pt x="1038089" y="18415"/>
                </a:lnTo>
                <a:close/>
                <a:moveTo>
                  <a:pt x="1134568" y="64838"/>
                </a:moveTo>
                <a:cubicBezTo>
                  <a:pt x="1134568" y="69001"/>
                  <a:pt x="1133666" y="72800"/>
                  <a:pt x="1131862" y="76234"/>
                </a:cubicBezTo>
                <a:cubicBezTo>
                  <a:pt x="1130058" y="79668"/>
                  <a:pt x="1127578" y="82619"/>
                  <a:pt x="1124421" y="85087"/>
                </a:cubicBezTo>
                <a:cubicBezTo>
                  <a:pt x="1121265" y="87555"/>
                  <a:pt x="1117539" y="89476"/>
                  <a:pt x="1113244" y="90850"/>
                </a:cubicBezTo>
                <a:cubicBezTo>
                  <a:pt x="1108949" y="92223"/>
                  <a:pt x="1104311" y="92910"/>
                  <a:pt x="1099329" y="92910"/>
                </a:cubicBezTo>
                <a:cubicBezTo>
                  <a:pt x="1098083" y="92910"/>
                  <a:pt x="1096741" y="92878"/>
                  <a:pt x="1095302" y="92814"/>
                </a:cubicBezTo>
                <a:cubicBezTo>
                  <a:pt x="1093864" y="92749"/>
                  <a:pt x="1092436" y="92663"/>
                  <a:pt x="1091018" y="92556"/>
                </a:cubicBezTo>
                <a:cubicBezTo>
                  <a:pt x="1089601" y="92449"/>
                  <a:pt x="1088216" y="92331"/>
                  <a:pt x="1086863" y="92202"/>
                </a:cubicBezTo>
                <a:cubicBezTo>
                  <a:pt x="1085510" y="92073"/>
                  <a:pt x="1084297" y="91923"/>
                  <a:pt x="1083223" y="91751"/>
                </a:cubicBezTo>
                <a:lnTo>
                  <a:pt x="1083223" y="81578"/>
                </a:lnTo>
                <a:cubicBezTo>
                  <a:pt x="1085542" y="82136"/>
                  <a:pt x="1088195" y="82544"/>
                  <a:pt x="1091179" y="82801"/>
                </a:cubicBezTo>
                <a:cubicBezTo>
                  <a:pt x="1094164" y="83059"/>
                  <a:pt x="1097181" y="83188"/>
                  <a:pt x="1100231" y="83188"/>
                </a:cubicBezTo>
                <a:cubicBezTo>
                  <a:pt x="1103667" y="83188"/>
                  <a:pt x="1106759" y="82780"/>
                  <a:pt x="1109508" y="81964"/>
                </a:cubicBezTo>
                <a:cubicBezTo>
                  <a:pt x="1112256" y="81149"/>
                  <a:pt x="1114597" y="79979"/>
                  <a:pt x="1116530" y="78455"/>
                </a:cubicBezTo>
                <a:cubicBezTo>
                  <a:pt x="1118462" y="76932"/>
                  <a:pt x="1119944" y="75086"/>
                  <a:pt x="1120975" y="72918"/>
                </a:cubicBezTo>
                <a:cubicBezTo>
                  <a:pt x="1122006" y="70750"/>
                  <a:pt x="1122521" y="68314"/>
                  <a:pt x="1122521" y="65610"/>
                </a:cubicBezTo>
                <a:cubicBezTo>
                  <a:pt x="1122521" y="60373"/>
                  <a:pt x="1120642" y="56564"/>
                  <a:pt x="1116884" y="54182"/>
                </a:cubicBezTo>
                <a:cubicBezTo>
                  <a:pt x="1113126" y="51799"/>
                  <a:pt x="1107725" y="50608"/>
                  <a:pt x="1100682" y="50608"/>
                </a:cubicBezTo>
                <a:lnTo>
                  <a:pt x="1084705" y="50608"/>
                </a:lnTo>
                <a:lnTo>
                  <a:pt x="1084705" y="7598"/>
                </a:lnTo>
                <a:lnTo>
                  <a:pt x="1130058" y="7598"/>
                </a:lnTo>
                <a:lnTo>
                  <a:pt x="1130058" y="17384"/>
                </a:lnTo>
                <a:lnTo>
                  <a:pt x="1095270" y="17384"/>
                </a:lnTo>
                <a:lnTo>
                  <a:pt x="1095270" y="41014"/>
                </a:lnTo>
                <a:lnTo>
                  <a:pt x="1102614" y="41014"/>
                </a:lnTo>
                <a:cubicBezTo>
                  <a:pt x="1106652" y="41014"/>
                  <a:pt x="1110581" y="41379"/>
                  <a:pt x="1114404" y="42109"/>
                </a:cubicBezTo>
                <a:cubicBezTo>
                  <a:pt x="1118226" y="42839"/>
                  <a:pt x="1121630" y="44116"/>
                  <a:pt x="1124615" y="45940"/>
                </a:cubicBezTo>
                <a:cubicBezTo>
                  <a:pt x="1127600" y="47764"/>
                  <a:pt x="1130005" y="50211"/>
                  <a:pt x="1131830" y="53280"/>
                </a:cubicBezTo>
                <a:cubicBezTo>
                  <a:pt x="1133655" y="56349"/>
                  <a:pt x="1134568" y="60202"/>
                  <a:pt x="1134568" y="64838"/>
                </a:cubicBezTo>
                <a:close/>
                <a:moveTo>
                  <a:pt x="1214683" y="65095"/>
                </a:moveTo>
                <a:cubicBezTo>
                  <a:pt x="1214683" y="68958"/>
                  <a:pt x="1213985" y="72585"/>
                  <a:pt x="1212590" y="75976"/>
                </a:cubicBezTo>
                <a:cubicBezTo>
                  <a:pt x="1211194" y="79367"/>
                  <a:pt x="1209207" y="82319"/>
                  <a:pt x="1206631" y="84830"/>
                </a:cubicBezTo>
                <a:cubicBezTo>
                  <a:pt x="1204054" y="87341"/>
                  <a:pt x="1200951" y="89315"/>
                  <a:pt x="1197322" y="90753"/>
                </a:cubicBezTo>
                <a:cubicBezTo>
                  <a:pt x="1193692" y="92191"/>
                  <a:pt x="1189666" y="92910"/>
                  <a:pt x="1185242" y="92910"/>
                </a:cubicBezTo>
                <a:cubicBezTo>
                  <a:pt x="1180604" y="92910"/>
                  <a:pt x="1176502" y="92170"/>
                  <a:pt x="1172938" y="90689"/>
                </a:cubicBezTo>
                <a:cubicBezTo>
                  <a:pt x="1169373" y="89208"/>
                  <a:pt x="1166388" y="86933"/>
                  <a:pt x="1163983" y="83864"/>
                </a:cubicBezTo>
                <a:cubicBezTo>
                  <a:pt x="1161578" y="80795"/>
                  <a:pt x="1159753" y="76921"/>
                  <a:pt x="1158507" y="72242"/>
                </a:cubicBezTo>
                <a:cubicBezTo>
                  <a:pt x="1157262" y="67563"/>
                  <a:pt x="1156639" y="62026"/>
                  <a:pt x="1156639" y="55630"/>
                </a:cubicBezTo>
                <a:cubicBezTo>
                  <a:pt x="1156639" y="51338"/>
                  <a:pt x="1156918" y="47174"/>
                  <a:pt x="1157476" y="43139"/>
                </a:cubicBezTo>
                <a:cubicBezTo>
                  <a:pt x="1158035" y="39104"/>
                  <a:pt x="1158958" y="35305"/>
                  <a:pt x="1160246" y="31743"/>
                </a:cubicBezTo>
                <a:cubicBezTo>
                  <a:pt x="1161535" y="28180"/>
                  <a:pt x="1163253" y="24918"/>
                  <a:pt x="1165400" y="21956"/>
                </a:cubicBezTo>
                <a:cubicBezTo>
                  <a:pt x="1167548" y="18994"/>
                  <a:pt x="1170221" y="16451"/>
                  <a:pt x="1173421" y="14326"/>
                </a:cubicBezTo>
                <a:cubicBezTo>
                  <a:pt x="1176620" y="12201"/>
                  <a:pt x="1180389" y="10549"/>
                  <a:pt x="1184727" y="9368"/>
                </a:cubicBezTo>
                <a:cubicBezTo>
                  <a:pt x="1189065" y="8188"/>
                  <a:pt x="1194090" y="7598"/>
                  <a:pt x="1199802" y="7598"/>
                </a:cubicBezTo>
                <a:lnTo>
                  <a:pt x="1208112" y="7598"/>
                </a:lnTo>
                <a:lnTo>
                  <a:pt x="1208112" y="17384"/>
                </a:lnTo>
                <a:lnTo>
                  <a:pt x="1199093" y="17384"/>
                </a:lnTo>
                <a:cubicBezTo>
                  <a:pt x="1194068" y="17384"/>
                  <a:pt x="1189709" y="17985"/>
                  <a:pt x="1186015" y="19187"/>
                </a:cubicBezTo>
                <a:cubicBezTo>
                  <a:pt x="1182322" y="20389"/>
                  <a:pt x="1179230" y="22085"/>
                  <a:pt x="1176739" y="24274"/>
                </a:cubicBezTo>
                <a:cubicBezTo>
                  <a:pt x="1174248" y="26463"/>
                  <a:pt x="1172336" y="29103"/>
                  <a:pt x="1171005" y="32193"/>
                </a:cubicBezTo>
                <a:cubicBezTo>
                  <a:pt x="1169674" y="35284"/>
                  <a:pt x="1168836" y="38739"/>
                  <a:pt x="1168493" y="42560"/>
                </a:cubicBezTo>
                <a:lnTo>
                  <a:pt x="1168235" y="45200"/>
                </a:lnTo>
                <a:cubicBezTo>
                  <a:pt x="1170941" y="43611"/>
                  <a:pt x="1174065" y="42334"/>
                  <a:pt x="1177608" y="41369"/>
                </a:cubicBezTo>
                <a:cubicBezTo>
                  <a:pt x="1181152" y="40403"/>
                  <a:pt x="1184985" y="39920"/>
                  <a:pt x="1189108" y="39920"/>
                </a:cubicBezTo>
                <a:cubicBezTo>
                  <a:pt x="1193360" y="39920"/>
                  <a:pt x="1197085" y="40542"/>
                  <a:pt x="1200285" y="41787"/>
                </a:cubicBezTo>
                <a:cubicBezTo>
                  <a:pt x="1203485" y="43032"/>
                  <a:pt x="1206147" y="44760"/>
                  <a:pt x="1208273" y="46970"/>
                </a:cubicBezTo>
                <a:cubicBezTo>
                  <a:pt x="1210399" y="49181"/>
                  <a:pt x="1211999" y="51831"/>
                  <a:pt x="1213073" y="54922"/>
                </a:cubicBezTo>
                <a:cubicBezTo>
                  <a:pt x="1214147" y="58013"/>
                  <a:pt x="1214683" y="61404"/>
                  <a:pt x="1214683" y="65095"/>
                </a:cubicBezTo>
                <a:moveTo>
                  <a:pt x="1202959" y="65803"/>
                </a:moveTo>
                <a:cubicBezTo>
                  <a:pt x="1202959" y="63228"/>
                  <a:pt x="1202647" y="60899"/>
                  <a:pt x="1202024" y="58817"/>
                </a:cubicBezTo>
                <a:cubicBezTo>
                  <a:pt x="1201402" y="56736"/>
                  <a:pt x="1200425" y="54976"/>
                  <a:pt x="1199093" y="53538"/>
                </a:cubicBezTo>
                <a:cubicBezTo>
                  <a:pt x="1197762" y="52100"/>
                  <a:pt x="1196076" y="50984"/>
                  <a:pt x="1194036" y="50190"/>
                </a:cubicBezTo>
                <a:cubicBezTo>
                  <a:pt x="1191996" y="49395"/>
                  <a:pt x="1189559" y="48998"/>
                  <a:pt x="1186724" y="48998"/>
                </a:cubicBezTo>
                <a:cubicBezTo>
                  <a:pt x="1185092" y="48998"/>
                  <a:pt x="1183439" y="49149"/>
                  <a:pt x="1181764" y="49449"/>
                </a:cubicBezTo>
                <a:cubicBezTo>
                  <a:pt x="1180089" y="49750"/>
                  <a:pt x="1178446" y="50168"/>
                  <a:pt x="1176835" y="50705"/>
                </a:cubicBezTo>
                <a:cubicBezTo>
                  <a:pt x="1175225" y="51241"/>
                  <a:pt x="1173689" y="51853"/>
                  <a:pt x="1172229" y="52540"/>
                </a:cubicBezTo>
                <a:cubicBezTo>
                  <a:pt x="1170769" y="53226"/>
                  <a:pt x="1169437" y="53956"/>
                  <a:pt x="1168235" y="54729"/>
                </a:cubicBezTo>
                <a:cubicBezTo>
                  <a:pt x="1168235" y="60266"/>
                  <a:pt x="1168621" y="64891"/>
                  <a:pt x="1169394" y="68604"/>
                </a:cubicBezTo>
                <a:cubicBezTo>
                  <a:pt x="1170167" y="72317"/>
                  <a:pt x="1171316" y="75290"/>
                  <a:pt x="1172841" y="77522"/>
                </a:cubicBezTo>
                <a:cubicBezTo>
                  <a:pt x="1174366" y="79754"/>
                  <a:pt x="1176245" y="81342"/>
                  <a:pt x="1178478" y="82286"/>
                </a:cubicBezTo>
                <a:cubicBezTo>
                  <a:pt x="1180711" y="83231"/>
                  <a:pt x="1183288" y="83703"/>
                  <a:pt x="1186209" y="83703"/>
                </a:cubicBezTo>
                <a:cubicBezTo>
                  <a:pt x="1188657" y="83703"/>
                  <a:pt x="1190901" y="83306"/>
                  <a:pt x="1192941" y="82512"/>
                </a:cubicBezTo>
                <a:cubicBezTo>
                  <a:pt x="1194981" y="81718"/>
                  <a:pt x="1196742" y="80548"/>
                  <a:pt x="1198223" y="79003"/>
                </a:cubicBezTo>
                <a:cubicBezTo>
                  <a:pt x="1199705" y="77457"/>
                  <a:pt x="1200865" y="75579"/>
                  <a:pt x="1201702" y="73369"/>
                </a:cubicBezTo>
                <a:cubicBezTo>
                  <a:pt x="1202540" y="71158"/>
                  <a:pt x="1202959" y="68636"/>
                  <a:pt x="1202959" y="65803"/>
                </a:cubicBezTo>
                <a:close/>
                <a:moveTo>
                  <a:pt x="1290161" y="18028"/>
                </a:moveTo>
                <a:lnTo>
                  <a:pt x="1254857" y="91751"/>
                </a:lnTo>
                <a:lnTo>
                  <a:pt x="1242037" y="91751"/>
                </a:lnTo>
                <a:lnTo>
                  <a:pt x="1278694" y="18028"/>
                </a:lnTo>
                <a:lnTo>
                  <a:pt x="1233211" y="18028"/>
                </a:lnTo>
                <a:lnTo>
                  <a:pt x="1233211" y="7598"/>
                </a:lnTo>
                <a:lnTo>
                  <a:pt x="1290161" y="7598"/>
                </a:lnTo>
                <a:lnTo>
                  <a:pt x="1290161" y="18028"/>
                </a:lnTo>
                <a:close/>
                <a:moveTo>
                  <a:pt x="1368215" y="58270"/>
                </a:moveTo>
                <a:cubicBezTo>
                  <a:pt x="1368215" y="63636"/>
                  <a:pt x="1367474" y="68432"/>
                  <a:pt x="1365992" y="72661"/>
                </a:cubicBezTo>
                <a:cubicBezTo>
                  <a:pt x="1364511" y="76889"/>
                  <a:pt x="1362406" y="80473"/>
                  <a:pt x="1359679" y="83413"/>
                </a:cubicBezTo>
                <a:cubicBezTo>
                  <a:pt x="1356952" y="86353"/>
                  <a:pt x="1353634" y="88607"/>
                  <a:pt x="1349726" y="90174"/>
                </a:cubicBezTo>
                <a:cubicBezTo>
                  <a:pt x="1345817" y="91740"/>
                  <a:pt x="1341415" y="92524"/>
                  <a:pt x="1336519" y="92524"/>
                </a:cubicBezTo>
                <a:cubicBezTo>
                  <a:pt x="1332697" y="92524"/>
                  <a:pt x="1328788" y="92159"/>
                  <a:pt x="1324794" y="91429"/>
                </a:cubicBezTo>
                <a:cubicBezTo>
                  <a:pt x="1320800" y="90700"/>
                  <a:pt x="1316849" y="89541"/>
                  <a:pt x="1312941" y="87952"/>
                </a:cubicBezTo>
                <a:lnTo>
                  <a:pt x="1312941" y="773"/>
                </a:lnTo>
                <a:lnTo>
                  <a:pt x="1324150" y="773"/>
                </a:lnTo>
                <a:lnTo>
                  <a:pt x="1324150" y="25819"/>
                </a:lnTo>
                <a:lnTo>
                  <a:pt x="1323635" y="37795"/>
                </a:lnTo>
                <a:cubicBezTo>
                  <a:pt x="1326856" y="33460"/>
                  <a:pt x="1330302" y="30401"/>
                  <a:pt x="1333974" y="28620"/>
                </a:cubicBezTo>
                <a:cubicBezTo>
                  <a:pt x="1337647" y="26839"/>
                  <a:pt x="1341587" y="25948"/>
                  <a:pt x="1345796" y="25948"/>
                </a:cubicBezTo>
                <a:cubicBezTo>
                  <a:pt x="1349489" y="25948"/>
                  <a:pt x="1352732" y="26721"/>
                  <a:pt x="1355524" y="28266"/>
                </a:cubicBezTo>
                <a:cubicBezTo>
                  <a:pt x="1358315" y="29811"/>
                  <a:pt x="1360656" y="31990"/>
                  <a:pt x="1362546" y="34801"/>
                </a:cubicBezTo>
                <a:cubicBezTo>
                  <a:pt x="1364436" y="37613"/>
                  <a:pt x="1365853" y="41004"/>
                  <a:pt x="1366798" y="44974"/>
                </a:cubicBezTo>
                <a:cubicBezTo>
                  <a:pt x="1367743" y="48945"/>
                  <a:pt x="1368215" y="53377"/>
                  <a:pt x="1368215" y="58270"/>
                </a:cubicBezTo>
                <a:moveTo>
                  <a:pt x="1356748" y="58785"/>
                </a:moveTo>
                <a:cubicBezTo>
                  <a:pt x="1356748" y="55394"/>
                  <a:pt x="1356501" y="52282"/>
                  <a:pt x="1356007" y="49449"/>
                </a:cubicBezTo>
                <a:cubicBezTo>
                  <a:pt x="1355513" y="46616"/>
                  <a:pt x="1354729" y="44191"/>
                  <a:pt x="1353655" y="42173"/>
                </a:cubicBezTo>
                <a:cubicBezTo>
                  <a:pt x="1352582" y="40156"/>
                  <a:pt x="1351207" y="38578"/>
                  <a:pt x="1349532" y="37441"/>
                </a:cubicBezTo>
                <a:cubicBezTo>
                  <a:pt x="1347857" y="36303"/>
                  <a:pt x="1345860" y="35735"/>
                  <a:pt x="1343541" y="35735"/>
                </a:cubicBezTo>
                <a:cubicBezTo>
                  <a:pt x="1342124" y="35735"/>
                  <a:pt x="1340685" y="35960"/>
                  <a:pt x="1339225" y="36411"/>
                </a:cubicBezTo>
                <a:cubicBezTo>
                  <a:pt x="1337765" y="36861"/>
                  <a:pt x="1336251" y="37613"/>
                  <a:pt x="1334683" y="38664"/>
                </a:cubicBezTo>
                <a:cubicBezTo>
                  <a:pt x="1333115" y="39716"/>
                  <a:pt x="1331462" y="41111"/>
                  <a:pt x="1329723" y="42849"/>
                </a:cubicBezTo>
                <a:cubicBezTo>
                  <a:pt x="1327983" y="44588"/>
                  <a:pt x="1326126" y="46745"/>
                  <a:pt x="1324150" y="49320"/>
                </a:cubicBezTo>
                <a:lnTo>
                  <a:pt x="1324150" y="80677"/>
                </a:lnTo>
                <a:cubicBezTo>
                  <a:pt x="1326340" y="81535"/>
                  <a:pt x="1328574" y="82211"/>
                  <a:pt x="1330850" y="82705"/>
                </a:cubicBezTo>
                <a:cubicBezTo>
                  <a:pt x="1333126" y="83198"/>
                  <a:pt x="1335295" y="83445"/>
                  <a:pt x="1337357" y="83445"/>
                </a:cubicBezTo>
                <a:cubicBezTo>
                  <a:pt x="1339934" y="83445"/>
                  <a:pt x="1342392" y="83038"/>
                  <a:pt x="1344733" y="82222"/>
                </a:cubicBezTo>
                <a:cubicBezTo>
                  <a:pt x="1347074" y="81406"/>
                  <a:pt x="1349135" y="80044"/>
                  <a:pt x="1350918" y="78133"/>
                </a:cubicBezTo>
                <a:cubicBezTo>
                  <a:pt x="1352700" y="76223"/>
                  <a:pt x="1354117" y="73691"/>
                  <a:pt x="1355169" y="70536"/>
                </a:cubicBezTo>
                <a:cubicBezTo>
                  <a:pt x="1356222" y="67381"/>
                  <a:pt x="1356748" y="63464"/>
                  <a:pt x="1356748" y="58785"/>
                </a:cubicBezTo>
                <a:close/>
                <a:moveTo>
                  <a:pt x="1415862" y="25948"/>
                </a:moveTo>
                <a:cubicBezTo>
                  <a:pt x="1417193" y="25948"/>
                  <a:pt x="1418460" y="26216"/>
                  <a:pt x="1419663" y="26753"/>
                </a:cubicBezTo>
                <a:cubicBezTo>
                  <a:pt x="1420865" y="27289"/>
                  <a:pt x="1421917" y="28008"/>
                  <a:pt x="1422819" y="28910"/>
                </a:cubicBezTo>
                <a:cubicBezTo>
                  <a:pt x="1423721" y="29811"/>
                  <a:pt x="1424441" y="30863"/>
                  <a:pt x="1424978" y="32065"/>
                </a:cubicBezTo>
                <a:cubicBezTo>
                  <a:pt x="1425514" y="33267"/>
                  <a:pt x="1425783" y="34533"/>
                  <a:pt x="1425783" y="35863"/>
                </a:cubicBezTo>
                <a:cubicBezTo>
                  <a:pt x="1425783" y="37237"/>
                  <a:pt x="1425514" y="38514"/>
                  <a:pt x="1424978" y="39694"/>
                </a:cubicBezTo>
                <a:cubicBezTo>
                  <a:pt x="1424441" y="40875"/>
                  <a:pt x="1423721" y="41916"/>
                  <a:pt x="1422819" y="42817"/>
                </a:cubicBezTo>
                <a:cubicBezTo>
                  <a:pt x="1421917" y="43719"/>
                  <a:pt x="1420865" y="44427"/>
                  <a:pt x="1419663" y="44942"/>
                </a:cubicBezTo>
                <a:cubicBezTo>
                  <a:pt x="1418460" y="45457"/>
                  <a:pt x="1417193" y="45715"/>
                  <a:pt x="1415862" y="45715"/>
                </a:cubicBezTo>
                <a:cubicBezTo>
                  <a:pt x="1414487" y="45715"/>
                  <a:pt x="1413210" y="45457"/>
                  <a:pt x="1412029" y="44942"/>
                </a:cubicBezTo>
                <a:cubicBezTo>
                  <a:pt x="1410848" y="44427"/>
                  <a:pt x="1409806" y="43719"/>
                  <a:pt x="1408904" y="42817"/>
                </a:cubicBezTo>
                <a:cubicBezTo>
                  <a:pt x="1408002" y="41916"/>
                  <a:pt x="1407294" y="40875"/>
                  <a:pt x="1406778" y="39694"/>
                </a:cubicBezTo>
                <a:cubicBezTo>
                  <a:pt x="1406263" y="38514"/>
                  <a:pt x="1406005" y="37237"/>
                  <a:pt x="1406005" y="35863"/>
                </a:cubicBezTo>
                <a:cubicBezTo>
                  <a:pt x="1406005" y="34533"/>
                  <a:pt x="1406263" y="33267"/>
                  <a:pt x="1406778" y="32065"/>
                </a:cubicBezTo>
                <a:cubicBezTo>
                  <a:pt x="1407294" y="30863"/>
                  <a:pt x="1408002" y="29811"/>
                  <a:pt x="1408904" y="28910"/>
                </a:cubicBezTo>
                <a:cubicBezTo>
                  <a:pt x="1409806" y="28008"/>
                  <a:pt x="1410848" y="27289"/>
                  <a:pt x="1412029" y="26753"/>
                </a:cubicBezTo>
                <a:cubicBezTo>
                  <a:pt x="1413210" y="26216"/>
                  <a:pt x="1414487" y="25948"/>
                  <a:pt x="1415862" y="25948"/>
                </a:cubicBezTo>
                <a:moveTo>
                  <a:pt x="1415862" y="73143"/>
                </a:moveTo>
                <a:cubicBezTo>
                  <a:pt x="1417193" y="73143"/>
                  <a:pt x="1418460" y="73412"/>
                  <a:pt x="1419663" y="73948"/>
                </a:cubicBezTo>
                <a:cubicBezTo>
                  <a:pt x="1420865" y="74485"/>
                  <a:pt x="1421917" y="75204"/>
                  <a:pt x="1422819" y="76105"/>
                </a:cubicBezTo>
                <a:cubicBezTo>
                  <a:pt x="1423721" y="77007"/>
                  <a:pt x="1424441" y="78058"/>
                  <a:pt x="1424978" y="79260"/>
                </a:cubicBezTo>
                <a:cubicBezTo>
                  <a:pt x="1425514" y="80462"/>
                  <a:pt x="1425783" y="81728"/>
                  <a:pt x="1425783" y="83059"/>
                </a:cubicBezTo>
                <a:cubicBezTo>
                  <a:pt x="1425783" y="84433"/>
                  <a:pt x="1425514" y="85710"/>
                  <a:pt x="1424978" y="86890"/>
                </a:cubicBezTo>
                <a:cubicBezTo>
                  <a:pt x="1424441" y="88070"/>
                  <a:pt x="1423721" y="89111"/>
                  <a:pt x="1422819" y="90013"/>
                </a:cubicBezTo>
                <a:cubicBezTo>
                  <a:pt x="1421917" y="90914"/>
                  <a:pt x="1420865" y="91622"/>
                  <a:pt x="1419663" y="92138"/>
                </a:cubicBezTo>
                <a:cubicBezTo>
                  <a:pt x="1418460" y="92653"/>
                  <a:pt x="1417193" y="92910"/>
                  <a:pt x="1415862" y="92910"/>
                </a:cubicBezTo>
                <a:cubicBezTo>
                  <a:pt x="1414487" y="92910"/>
                  <a:pt x="1413210" y="92653"/>
                  <a:pt x="1412029" y="92138"/>
                </a:cubicBezTo>
                <a:cubicBezTo>
                  <a:pt x="1410848" y="91622"/>
                  <a:pt x="1409806" y="90914"/>
                  <a:pt x="1408904" y="90013"/>
                </a:cubicBezTo>
                <a:cubicBezTo>
                  <a:pt x="1408002" y="89111"/>
                  <a:pt x="1407294" y="88070"/>
                  <a:pt x="1406778" y="86890"/>
                </a:cubicBezTo>
                <a:cubicBezTo>
                  <a:pt x="1406263" y="85710"/>
                  <a:pt x="1406005" y="84433"/>
                  <a:pt x="1406005" y="83059"/>
                </a:cubicBezTo>
                <a:cubicBezTo>
                  <a:pt x="1406005" y="81728"/>
                  <a:pt x="1406263" y="80462"/>
                  <a:pt x="1406778" y="79260"/>
                </a:cubicBezTo>
                <a:cubicBezTo>
                  <a:pt x="1407294" y="78058"/>
                  <a:pt x="1408002" y="77007"/>
                  <a:pt x="1408904" y="76105"/>
                </a:cubicBezTo>
                <a:cubicBezTo>
                  <a:pt x="1409806" y="75204"/>
                  <a:pt x="1410848" y="74485"/>
                  <a:pt x="1412029" y="73948"/>
                </a:cubicBezTo>
                <a:cubicBezTo>
                  <a:pt x="1413210" y="73412"/>
                  <a:pt x="1414487" y="73143"/>
                  <a:pt x="1415862" y="731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je">
            <a:extLst xmlns:a="http://schemas.openxmlformats.org/drawingml/2006/main">
              <a:ext uri="{FF2B5EF4-FFF2-40B4-BE49-F238E27FC236}">
                <a16:creationId xmlns:a16="http://schemas.microsoft.com/office/drawing/2014/main" id="{B1B848E9-0F15-43DD-9DE5-F4E38E1E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3429" y="568406"/>
            <a:ext cx="133458" cy="118794"/>
          </a:xfrm>
          <a:custGeom xmlns:a="http://schemas.openxmlformats.org/drawingml/2006/main">
            <a:pathLst>
              <a:path w="133458" h="118794">
                <a:moveTo>
                  <a:pt x="45676" y="27107"/>
                </a:moveTo>
                <a:lnTo>
                  <a:pt x="45676" y="90592"/>
                </a:lnTo>
                <a:cubicBezTo>
                  <a:pt x="45676" y="95099"/>
                  <a:pt x="45031" y="99102"/>
                  <a:pt x="43743" y="102600"/>
                </a:cubicBezTo>
                <a:cubicBezTo>
                  <a:pt x="42454" y="106099"/>
                  <a:pt x="40608" y="109050"/>
                  <a:pt x="38203" y="111454"/>
                </a:cubicBezTo>
                <a:cubicBezTo>
                  <a:pt x="35797" y="113857"/>
                  <a:pt x="32845" y="115682"/>
                  <a:pt x="29344" y="116926"/>
                </a:cubicBezTo>
                <a:cubicBezTo>
                  <a:pt x="25844" y="118171"/>
                  <a:pt x="21904" y="118794"/>
                  <a:pt x="17523" y="118794"/>
                </a:cubicBezTo>
                <a:cubicBezTo>
                  <a:pt x="14345" y="118794"/>
                  <a:pt x="11242" y="118504"/>
                  <a:pt x="8214" y="117924"/>
                </a:cubicBezTo>
                <a:cubicBezTo>
                  <a:pt x="5186" y="117345"/>
                  <a:pt x="2448" y="116540"/>
                  <a:pt x="0" y="115510"/>
                </a:cubicBezTo>
                <a:lnTo>
                  <a:pt x="0" y="104822"/>
                </a:lnTo>
                <a:cubicBezTo>
                  <a:pt x="1331" y="105509"/>
                  <a:pt x="2759" y="106131"/>
                  <a:pt x="4284" y="106689"/>
                </a:cubicBezTo>
                <a:cubicBezTo>
                  <a:pt x="5809" y="107247"/>
                  <a:pt x="7376" y="107719"/>
                  <a:pt x="8987" y="108105"/>
                </a:cubicBezTo>
                <a:cubicBezTo>
                  <a:pt x="10597" y="108492"/>
                  <a:pt x="12219" y="108782"/>
                  <a:pt x="13851" y="108975"/>
                </a:cubicBezTo>
                <a:cubicBezTo>
                  <a:pt x="15483" y="109168"/>
                  <a:pt x="17072" y="109264"/>
                  <a:pt x="18618" y="109264"/>
                </a:cubicBezTo>
                <a:cubicBezTo>
                  <a:pt x="23514" y="109264"/>
                  <a:pt x="27358" y="107719"/>
                  <a:pt x="30150" y="104629"/>
                </a:cubicBezTo>
                <a:cubicBezTo>
                  <a:pt x="32941" y="101538"/>
                  <a:pt x="34337" y="96988"/>
                  <a:pt x="34337" y="90979"/>
                </a:cubicBezTo>
                <a:lnTo>
                  <a:pt x="34337" y="36379"/>
                </a:lnTo>
                <a:lnTo>
                  <a:pt x="2641" y="36379"/>
                </a:lnTo>
                <a:lnTo>
                  <a:pt x="2641" y="27107"/>
                </a:lnTo>
                <a:lnTo>
                  <a:pt x="45676" y="27107"/>
                </a:lnTo>
                <a:moveTo>
                  <a:pt x="38911" y="0"/>
                </a:moveTo>
                <a:cubicBezTo>
                  <a:pt x="40157" y="0"/>
                  <a:pt x="41316" y="225"/>
                  <a:pt x="42390" y="676"/>
                </a:cubicBezTo>
                <a:cubicBezTo>
                  <a:pt x="43464" y="1127"/>
                  <a:pt x="44398" y="1760"/>
                  <a:pt x="45192" y="2575"/>
                </a:cubicBezTo>
                <a:cubicBezTo>
                  <a:pt x="45987" y="3391"/>
                  <a:pt x="46610" y="4335"/>
                  <a:pt x="47061" y="5408"/>
                </a:cubicBezTo>
                <a:cubicBezTo>
                  <a:pt x="47512" y="6482"/>
                  <a:pt x="47737" y="7619"/>
                  <a:pt x="47737" y="8821"/>
                </a:cubicBezTo>
                <a:cubicBezTo>
                  <a:pt x="47737" y="10066"/>
                  <a:pt x="47512" y="11214"/>
                  <a:pt x="47061" y="12266"/>
                </a:cubicBezTo>
                <a:cubicBezTo>
                  <a:pt x="46610" y="13317"/>
                  <a:pt x="45987" y="14251"/>
                  <a:pt x="45192" y="15067"/>
                </a:cubicBezTo>
                <a:cubicBezTo>
                  <a:pt x="44398" y="15882"/>
                  <a:pt x="43464" y="16515"/>
                  <a:pt x="42390" y="16966"/>
                </a:cubicBezTo>
                <a:cubicBezTo>
                  <a:pt x="41316" y="17417"/>
                  <a:pt x="40157" y="17642"/>
                  <a:pt x="38911" y="17642"/>
                </a:cubicBezTo>
                <a:cubicBezTo>
                  <a:pt x="37666" y="17642"/>
                  <a:pt x="36506" y="17417"/>
                  <a:pt x="35432" y="16966"/>
                </a:cubicBezTo>
                <a:cubicBezTo>
                  <a:pt x="34359" y="16515"/>
                  <a:pt x="33425" y="15882"/>
                  <a:pt x="32630" y="15067"/>
                </a:cubicBezTo>
                <a:cubicBezTo>
                  <a:pt x="31835" y="14251"/>
                  <a:pt x="31213" y="13317"/>
                  <a:pt x="30762" y="12266"/>
                </a:cubicBezTo>
                <a:cubicBezTo>
                  <a:pt x="30311" y="11214"/>
                  <a:pt x="30085" y="10066"/>
                  <a:pt x="30085" y="8821"/>
                </a:cubicBezTo>
                <a:cubicBezTo>
                  <a:pt x="30085" y="7619"/>
                  <a:pt x="30311" y="6482"/>
                  <a:pt x="30762" y="5408"/>
                </a:cubicBezTo>
                <a:cubicBezTo>
                  <a:pt x="31213" y="4335"/>
                  <a:pt x="31835" y="3391"/>
                  <a:pt x="32630" y="2575"/>
                </a:cubicBezTo>
                <a:cubicBezTo>
                  <a:pt x="33425" y="1760"/>
                  <a:pt x="34359" y="1127"/>
                  <a:pt x="35432" y="676"/>
                </a:cubicBezTo>
                <a:cubicBezTo>
                  <a:pt x="36506" y="225"/>
                  <a:pt x="37666" y="0"/>
                  <a:pt x="38911" y="0"/>
                </a:cubicBezTo>
                <a:close/>
                <a:moveTo>
                  <a:pt x="133458" y="56017"/>
                </a:moveTo>
                <a:cubicBezTo>
                  <a:pt x="133458" y="57605"/>
                  <a:pt x="133436" y="58935"/>
                  <a:pt x="133393" y="60009"/>
                </a:cubicBezTo>
                <a:cubicBezTo>
                  <a:pt x="133350" y="61082"/>
                  <a:pt x="133286" y="62090"/>
                  <a:pt x="133200" y="63035"/>
                </a:cubicBezTo>
                <a:lnTo>
                  <a:pt x="87782" y="63035"/>
                </a:lnTo>
                <a:cubicBezTo>
                  <a:pt x="87782" y="69645"/>
                  <a:pt x="89629" y="74721"/>
                  <a:pt x="93322" y="78262"/>
                </a:cubicBezTo>
                <a:cubicBezTo>
                  <a:pt x="97016" y="81803"/>
                  <a:pt x="102341" y="83574"/>
                  <a:pt x="109299" y="83574"/>
                </a:cubicBezTo>
                <a:cubicBezTo>
                  <a:pt x="111189" y="83574"/>
                  <a:pt x="113079" y="83499"/>
                  <a:pt x="114968" y="83349"/>
                </a:cubicBezTo>
                <a:cubicBezTo>
                  <a:pt x="116858" y="83198"/>
                  <a:pt x="118683" y="82995"/>
                  <a:pt x="120444" y="82737"/>
                </a:cubicBezTo>
                <a:cubicBezTo>
                  <a:pt x="122205" y="82480"/>
                  <a:pt x="123891" y="82190"/>
                  <a:pt x="125501" y="81868"/>
                </a:cubicBezTo>
                <a:cubicBezTo>
                  <a:pt x="127112" y="81546"/>
                  <a:pt x="128604" y="81192"/>
                  <a:pt x="129979" y="80805"/>
                </a:cubicBezTo>
                <a:lnTo>
                  <a:pt x="129979" y="90013"/>
                </a:lnTo>
                <a:cubicBezTo>
                  <a:pt x="126929" y="90871"/>
                  <a:pt x="123483" y="91569"/>
                  <a:pt x="119639" y="92105"/>
                </a:cubicBezTo>
                <a:cubicBezTo>
                  <a:pt x="115795" y="92642"/>
                  <a:pt x="111812" y="92910"/>
                  <a:pt x="107689" y="92910"/>
                </a:cubicBezTo>
                <a:cubicBezTo>
                  <a:pt x="102148" y="92910"/>
                  <a:pt x="97381" y="92159"/>
                  <a:pt x="93387" y="90657"/>
                </a:cubicBezTo>
                <a:cubicBezTo>
                  <a:pt x="89393" y="89154"/>
                  <a:pt x="86118" y="86976"/>
                  <a:pt x="83562" y="84121"/>
                </a:cubicBezTo>
                <a:cubicBezTo>
                  <a:pt x="81007" y="81267"/>
                  <a:pt x="79117" y="77769"/>
                  <a:pt x="77893" y="73626"/>
                </a:cubicBezTo>
                <a:cubicBezTo>
                  <a:pt x="76669" y="69484"/>
                  <a:pt x="76057" y="64795"/>
                  <a:pt x="76057" y="59558"/>
                </a:cubicBezTo>
                <a:cubicBezTo>
                  <a:pt x="76057" y="55008"/>
                  <a:pt x="76712" y="50705"/>
                  <a:pt x="78022" y="46648"/>
                </a:cubicBezTo>
                <a:cubicBezTo>
                  <a:pt x="79332" y="42592"/>
                  <a:pt x="81243" y="39029"/>
                  <a:pt x="83756" y="35960"/>
                </a:cubicBezTo>
                <a:cubicBezTo>
                  <a:pt x="86268" y="32891"/>
                  <a:pt x="89350" y="30455"/>
                  <a:pt x="93000" y="28652"/>
                </a:cubicBezTo>
                <a:cubicBezTo>
                  <a:pt x="96651" y="26849"/>
                  <a:pt x="100795" y="25948"/>
                  <a:pt x="105434" y="25948"/>
                </a:cubicBezTo>
                <a:cubicBezTo>
                  <a:pt x="109943" y="25948"/>
                  <a:pt x="113938" y="26656"/>
                  <a:pt x="117416" y="28073"/>
                </a:cubicBezTo>
                <a:cubicBezTo>
                  <a:pt x="120895" y="29489"/>
                  <a:pt x="123826" y="31496"/>
                  <a:pt x="126210" y="34093"/>
                </a:cubicBezTo>
                <a:cubicBezTo>
                  <a:pt x="128594" y="36690"/>
                  <a:pt x="130397" y="39845"/>
                  <a:pt x="131621" y="43558"/>
                </a:cubicBezTo>
                <a:cubicBezTo>
                  <a:pt x="132846" y="47271"/>
                  <a:pt x="133458" y="51424"/>
                  <a:pt x="133458" y="56017"/>
                </a:cubicBezTo>
                <a:moveTo>
                  <a:pt x="121797" y="54407"/>
                </a:moveTo>
                <a:cubicBezTo>
                  <a:pt x="121926" y="51531"/>
                  <a:pt x="121647" y="48902"/>
                  <a:pt x="120960" y="46519"/>
                </a:cubicBezTo>
                <a:cubicBezTo>
                  <a:pt x="120272" y="44137"/>
                  <a:pt x="119209" y="42088"/>
                  <a:pt x="117771" y="40371"/>
                </a:cubicBezTo>
                <a:cubicBezTo>
                  <a:pt x="116332" y="38654"/>
                  <a:pt x="114539" y="37312"/>
                  <a:pt x="112391" y="36346"/>
                </a:cubicBezTo>
                <a:cubicBezTo>
                  <a:pt x="110244" y="35381"/>
                  <a:pt x="107753" y="34898"/>
                  <a:pt x="104918" y="34898"/>
                </a:cubicBezTo>
                <a:cubicBezTo>
                  <a:pt x="102470" y="34898"/>
                  <a:pt x="100237" y="35370"/>
                  <a:pt x="98218" y="36314"/>
                </a:cubicBezTo>
                <a:cubicBezTo>
                  <a:pt x="96200" y="37259"/>
                  <a:pt x="94460" y="38589"/>
                  <a:pt x="93000" y="40306"/>
                </a:cubicBezTo>
                <a:cubicBezTo>
                  <a:pt x="91540" y="42023"/>
                  <a:pt x="90359" y="44084"/>
                  <a:pt x="89457" y="46487"/>
                </a:cubicBezTo>
                <a:cubicBezTo>
                  <a:pt x="88555" y="48891"/>
                  <a:pt x="87997" y="51531"/>
                  <a:pt x="87782" y="54407"/>
                </a:cubicBezTo>
                <a:lnTo>
                  <a:pt x="121797" y="5440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Do_something">
            <a:extLst xmlns:a="http://schemas.openxmlformats.org/drawingml/2006/main">
              <a:ext uri="{FF2B5EF4-FFF2-40B4-BE49-F238E27FC236}">
                <a16:creationId xmlns:a16="http://schemas.microsoft.com/office/drawing/2014/main" id="{858388C1-1C05-41E3-B8DF-C16D536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2902" y="568406"/>
            <a:ext cx="906783" cy="118794"/>
          </a:xfrm>
          <a:custGeom xmlns:a="http://schemas.openxmlformats.org/drawingml/2006/main">
            <a:pathLst>
              <a:path w="906783" h="118794">
                <a:moveTo>
                  <a:pt x="60815" y="48741"/>
                </a:moveTo>
                <a:cubicBezTo>
                  <a:pt x="60815" y="52776"/>
                  <a:pt x="60503" y="56639"/>
                  <a:pt x="59881" y="60330"/>
                </a:cubicBezTo>
                <a:cubicBezTo>
                  <a:pt x="59258" y="64022"/>
                  <a:pt x="58259" y="67456"/>
                  <a:pt x="56885" y="70632"/>
                </a:cubicBezTo>
                <a:cubicBezTo>
                  <a:pt x="55511" y="73809"/>
                  <a:pt x="53728" y="76695"/>
                  <a:pt x="51538" y="79292"/>
                </a:cubicBezTo>
                <a:cubicBezTo>
                  <a:pt x="49348" y="81889"/>
                  <a:pt x="46663" y="84111"/>
                  <a:pt x="43485" y="85956"/>
                </a:cubicBezTo>
                <a:cubicBezTo>
                  <a:pt x="40307" y="87802"/>
                  <a:pt x="36613" y="89229"/>
                  <a:pt x="32404" y="90238"/>
                </a:cubicBezTo>
                <a:cubicBezTo>
                  <a:pt x="28196" y="91247"/>
                  <a:pt x="23407" y="91751"/>
                  <a:pt x="18038" y="91751"/>
                </a:cubicBezTo>
                <a:lnTo>
                  <a:pt x="0" y="91751"/>
                </a:lnTo>
                <a:lnTo>
                  <a:pt x="0" y="7598"/>
                </a:lnTo>
                <a:lnTo>
                  <a:pt x="21710" y="7598"/>
                </a:lnTo>
                <a:cubicBezTo>
                  <a:pt x="34853" y="7598"/>
                  <a:pt x="44655" y="10978"/>
                  <a:pt x="51119" y="17739"/>
                </a:cubicBezTo>
                <a:cubicBezTo>
                  <a:pt x="57583" y="24499"/>
                  <a:pt x="60815" y="34833"/>
                  <a:pt x="60815" y="48741"/>
                </a:cubicBezTo>
                <a:moveTo>
                  <a:pt x="48768" y="49578"/>
                </a:moveTo>
                <a:cubicBezTo>
                  <a:pt x="48768" y="43611"/>
                  <a:pt x="48209" y="38568"/>
                  <a:pt x="47093" y="34447"/>
                </a:cubicBezTo>
                <a:cubicBezTo>
                  <a:pt x="45976" y="30326"/>
                  <a:pt x="44280" y="27000"/>
                  <a:pt x="42003" y="24467"/>
                </a:cubicBezTo>
                <a:cubicBezTo>
                  <a:pt x="39727" y="21934"/>
                  <a:pt x="36871" y="20099"/>
                  <a:pt x="33435" y="18962"/>
                </a:cubicBezTo>
                <a:cubicBezTo>
                  <a:pt x="29999" y="17824"/>
                  <a:pt x="25962" y="17256"/>
                  <a:pt x="21324" y="17256"/>
                </a:cubicBezTo>
                <a:lnTo>
                  <a:pt x="11467" y="17256"/>
                </a:lnTo>
                <a:lnTo>
                  <a:pt x="11467" y="81836"/>
                </a:lnTo>
                <a:lnTo>
                  <a:pt x="20035" y="81836"/>
                </a:lnTo>
                <a:cubicBezTo>
                  <a:pt x="39190" y="81836"/>
                  <a:pt x="48768" y="71083"/>
                  <a:pt x="48768" y="49578"/>
                </a:cubicBezTo>
                <a:close/>
                <a:moveTo>
                  <a:pt x="136549" y="58914"/>
                </a:moveTo>
                <a:cubicBezTo>
                  <a:pt x="136549" y="63936"/>
                  <a:pt x="135841" y="68540"/>
                  <a:pt x="134423" y="72725"/>
                </a:cubicBezTo>
                <a:cubicBezTo>
                  <a:pt x="133006" y="76910"/>
                  <a:pt x="130966" y="80494"/>
                  <a:pt x="128303" y="83477"/>
                </a:cubicBezTo>
                <a:cubicBezTo>
                  <a:pt x="125640" y="86461"/>
                  <a:pt x="122398" y="88779"/>
                  <a:pt x="118575" y="90431"/>
                </a:cubicBezTo>
                <a:cubicBezTo>
                  <a:pt x="114753" y="92084"/>
                  <a:pt x="110415" y="92910"/>
                  <a:pt x="105562" y="92910"/>
                </a:cubicBezTo>
                <a:cubicBezTo>
                  <a:pt x="100924" y="92910"/>
                  <a:pt x="96768" y="92191"/>
                  <a:pt x="93096" y="90753"/>
                </a:cubicBezTo>
                <a:cubicBezTo>
                  <a:pt x="89424" y="89315"/>
                  <a:pt x="86310" y="87201"/>
                  <a:pt x="83755" y="84411"/>
                </a:cubicBezTo>
                <a:cubicBezTo>
                  <a:pt x="81200" y="81621"/>
                  <a:pt x="79245" y="78166"/>
                  <a:pt x="77893" y="74045"/>
                </a:cubicBezTo>
                <a:cubicBezTo>
                  <a:pt x="76540" y="69924"/>
                  <a:pt x="75863" y="65181"/>
                  <a:pt x="75863" y="59815"/>
                </a:cubicBezTo>
                <a:cubicBezTo>
                  <a:pt x="75863" y="54793"/>
                  <a:pt x="76572" y="50211"/>
                  <a:pt x="77989" y="46069"/>
                </a:cubicBezTo>
                <a:cubicBezTo>
                  <a:pt x="79407" y="41927"/>
                  <a:pt x="81447" y="38364"/>
                  <a:pt x="84109" y="35381"/>
                </a:cubicBezTo>
                <a:cubicBezTo>
                  <a:pt x="86772" y="32397"/>
                  <a:pt x="90015" y="30079"/>
                  <a:pt x="93837" y="28427"/>
                </a:cubicBezTo>
                <a:cubicBezTo>
                  <a:pt x="97660" y="26774"/>
                  <a:pt x="101997" y="25948"/>
                  <a:pt x="106850" y="25948"/>
                </a:cubicBezTo>
                <a:cubicBezTo>
                  <a:pt x="111489" y="25948"/>
                  <a:pt x="115644" y="26667"/>
                  <a:pt x="119316" y="28105"/>
                </a:cubicBezTo>
                <a:cubicBezTo>
                  <a:pt x="122988" y="29543"/>
                  <a:pt x="126102" y="31646"/>
                  <a:pt x="128657" y="34415"/>
                </a:cubicBezTo>
                <a:cubicBezTo>
                  <a:pt x="131213" y="37183"/>
                  <a:pt x="133167" y="40628"/>
                  <a:pt x="134520" y="44749"/>
                </a:cubicBezTo>
                <a:cubicBezTo>
                  <a:pt x="135873" y="48870"/>
                  <a:pt x="136549" y="53591"/>
                  <a:pt x="136549" y="58914"/>
                </a:cubicBezTo>
                <a:moveTo>
                  <a:pt x="125082" y="59429"/>
                </a:moveTo>
                <a:cubicBezTo>
                  <a:pt x="125082" y="55437"/>
                  <a:pt x="124642" y="51949"/>
                  <a:pt x="123761" y="48966"/>
                </a:cubicBezTo>
                <a:cubicBezTo>
                  <a:pt x="122881" y="45983"/>
                  <a:pt x="121625" y="43493"/>
                  <a:pt x="119993" y="41497"/>
                </a:cubicBezTo>
                <a:cubicBezTo>
                  <a:pt x="118361" y="39501"/>
                  <a:pt x="116374" y="37999"/>
                  <a:pt x="114034" y="36990"/>
                </a:cubicBezTo>
                <a:cubicBezTo>
                  <a:pt x="111693" y="35981"/>
                  <a:pt x="109084" y="35477"/>
                  <a:pt x="106206" y="35477"/>
                </a:cubicBezTo>
                <a:cubicBezTo>
                  <a:pt x="102856" y="35477"/>
                  <a:pt x="99989" y="36132"/>
                  <a:pt x="97606" y="37441"/>
                </a:cubicBezTo>
                <a:cubicBezTo>
                  <a:pt x="95222" y="38750"/>
                  <a:pt x="93268" y="40499"/>
                  <a:pt x="91743" y="42688"/>
                </a:cubicBezTo>
                <a:cubicBezTo>
                  <a:pt x="90219" y="44878"/>
                  <a:pt x="89102" y="47421"/>
                  <a:pt x="88393" y="50318"/>
                </a:cubicBezTo>
                <a:cubicBezTo>
                  <a:pt x="87685" y="53216"/>
                  <a:pt x="87330" y="56253"/>
                  <a:pt x="87330" y="59429"/>
                </a:cubicBezTo>
                <a:cubicBezTo>
                  <a:pt x="87330" y="63421"/>
                  <a:pt x="87771" y="66919"/>
                  <a:pt x="88651" y="69924"/>
                </a:cubicBezTo>
                <a:cubicBezTo>
                  <a:pt x="89532" y="72929"/>
                  <a:pt x="90788" y="75429"/>
                  <a:pt x="92420" y="77425"/>
                </a:cubicBezTo>
                <a:cubicBezTo>
                  <a:pt x="94052" y="79421"/>
                  <a:pt x="96028" y="80923"/>
                  <a:pt x="98347" y="81932"/>
                </a:cubicBezTo>
                <a:cubicBezTo>
                  <a:pt x="100666" y="82941"/>
                  <a:pt x="103286" y="83445"/>
                  <a:pt x="106206" y="83445"/>
                </a:cubicBezTo>
                <a:cubicBezTo>
                  <a:pt x="109556" y="83445"/>
                  <a:pt x="112423" y="82791"/>
                  <a:pt x="114807" y="81482"/>
                </a:cubicBezTo>
                <a:cubicBezTo>
                  <a:pt x="117190" y="80172"/>
                  <a:pt x="119144" y="78423"/>
                  <a:pt x="120669" y="76234"/>
                </a:cubicBezTo>
                <a:cubicBezTo>
                  <a:pt x="122194" y="74045"/>
                  <a:pt x="123310" y="71502"/>
                  <a:pt x="124019" y="68604"/>
                </a:cubicBezTo>
                <a:cubicBezTo>
                  <a:pt x="124728" y="65707"/>
                  <a:pt x="125082" y="62648"/>
                  <a:pt x="125082" y="59429"/>
                </a:cubicBezTo>
                <a:close/>
                <a:moveTo>
                  <a:pt x="219435" y="118150"/>
                </a:moveTo>
                <a:lnTo>
                  <a:pt x="146896" y="118150"/>
                </a:lnTo>
                <a:lnTo>
                  <a:pt x="146896" y="108878"/>
                </a:lnTo>
                <a:lnTo>
                  <a:pt x="219435" y="108878"/>
                </a:lnTo>
                <a:lnTo>
                  <a:pt x="219435" y="118150"/>
                </a:lnTo>
                <a:close/>
                <a:moveTo>
                  <a:pt x="285378" y="74109"/>
                </a:moveTo>
                <a:cubicBezTo>
                  <a:pt x="285378" y="76384"/>
                  <a:pt x="284992" y="78423"/>
                  <a:pt x="284219" y="80226"/>
                </a:cubicBezTo>
                <a:cubicBezTo>
                  <a:pt x="283446" y="82029"/>
                  <a:pt x="282393" y="83628"/>
                  <a:pt x="281062" y="85023"/>
                </a:cubicBezTo>
                <a:cubicBezTo>
                  <a:pt x="279731" y="86418"/>
                  <a:pt x="278184" y="87609"/>
                  <a:pt x="276424" y="88596"/>
                </a:cubicBezTo>
                <a:cubicBezTo>
                  <a:pt x="274663" y="89584"/>
                  <a:pt x="272784" y="90399"/>
                  <a:pt x="270787" y="91043"/>
                </a:cubicBezTo>
                <a:cubicBezTo>
                  <a:pt x="268789" y="91687"/>
                  <a:pt x="266739" y="92159"/>
                  <a:pt x="264634" y="92459"/>
                </a:cubicBezTo>
                <a:cubicBezTo>
                  <a:pt x="262530" y="92760"/>
                  <a:pt x="260468" y="92910"/>
                  <a:pt x="258450" y="92910"/>
                </a:cubicBezTo>
                <a:cubicBezTo>
                  <a:pt x="254069" y="92910"/>
                  <a:pt x="250043" y="92717"/>
                  <a:pt x="246370" y="92331"/>
                </a:cubicBezTo>
                <a:cubicBezTo>
                  <a:pt x="242698" y="91944"/>
                  <a:pt x="239101" y="91322"/>
                  <a:pt x="235580" y="90463"/>
                </a:cubicBezTo>
                <a:lnTo>
                  <a:pt x="235580" y="80162"/>
                </a:lnTo>
                <a:cubicBezTo>
                  <a:pt x="239359" y="81235"/>
                  <a:pt x="243117" y="82050"/>
                  <a:pt x="246854" y="82608"/>
                </a:cubicBezTo>
                <a:cubicBezTo>
                  <a:pt x="250590" y="83166"/>
                  <a:pt x="254305" y="83445"/>
                  <a:pt x="257999" y="83445"/>
                </a:cubicBezTo>
                <a:cubicBezTo>
                  <a:pt x="263367" y="83445"/>
                  <a:pt x="267340" y="82716"/>
                  <a:pt x="269917" y="81256"/>
                </a:cubicBezTo>
                <a:cubicBezTo>
                  <a:pt x="272494" y="79797"/>
                  <a:pt x="273782" y="77715"/>
                  <a:pt x="273782" y="75011"/>
                </a:cubicBezTo>
                <a:cubicBezTo>
                  <a:pt x="273782" y="73852"/>
                  <a:pt x="273578" y="72811"/>
                  <a:pt x="273170" y="71888"/>
                </a:cubicBezTo>
                <a:cubicBezTo>
                  <a:pt x="272762" y="70965"/>
                  <a:pt x="272021" y="70085"/>
                  <a:pt x="270948" y="69248"/>
                </a:cubicBezTo>
                <a:cubicBezTo>
                  <a:pt x="269874" y="68411"/>
                  <a:pt x="268210" y="67542"/>
                  <a:pt x="265955" y="66640"/>
                </a:cubicBezTo>
                <a:cubicBezTo>
                  <a:pt x="263700" y="65739"/>
                  <a:pt x="260619" y="64709"/>
                  <a:pt x="256710" y="63550"/>
                </a:cubicBezTo>
                <a:cubicBezTo>
                  <a:pt x="253790" y="62691"/>
                  <a:pt x="251095" y="61715"/>
                  <a:pt x="248625" y="60620"/>
                </a:cubicBezTo>
                <a:cubicBezTo>
                  <a:pt x="246156" y="59526"/>
                  <a:pt x="244019" y="58227"/>
                  <a:pt x="242215" y="56725"/>
                </a:cubicBezTo>
                <a:cubicBezTo>
                  <a:pt x="240411" y="55222"/>
                  <a:pt x="238994" y="53463"/>
                  <a:pt x="237963" y="51445"/>
                </a:cubicBezTo>
                <a:cubicBezTo>
                  <a:pt x="236933" y="49428"/>
                  <a:pt x="236417" y="47045"/>
                  <a:pt x="236417" y="44298"/>
                </a:cubicBezTo>
                <a:cubicBezTo>
                  <a:pt x="236417" y="42495"/>
                  <a:pt x="236836" y="40521"/>
                  <a:pt x="237673" y="38375"/>
                </a:cubicBezTo>
                <a:cubicBezTo>
                  <a:pt x="238511" y="36228"/>
                  <a:pt x="239939" y="34232"/>
                  <a:pt x="241958" y="32387"/>
                </a:cubicBezTo>
                <a:cubicBezTo>
                  <a:pt x="243976" y="30541"/>
                  <a:pt x="246703" y="29006"/>
                  <a:pt x="250139" y="27783"/>
                </a:cubicBezTo>
                <a:cubicBezTo>
                  <a:pt x="253575" y="26560"/>
                  <a:pt x="257870" y="25948"/>
                  <a:pt x="263024" y="25948"/>
                </a:cubicBezTo>
                <a:cubicBezTo>
                  <a:pt x="265558" y="25948"/>
                  <a:pt x="268371" y="26087"/>
                  <a:pt x="271463" y="26366"/>
                </a:cubicBezTo>
                <a:cubicBezTo>
                  <a:pt x="274555" y="26645"/>
                  <a:pt x="277776" y="27128"/>
                  <a:pt x="281126" y="27815"/>
                </a:cubicBezTo>
                <a:lnTo>
                  <a:pt x="281126" y="37795"/>
                </a:lnTo>
                <a:cubicBezTo>
                  <a:pt x="277605" y="36937"/>
                  <a:pt x="274265" y="36303"/>
                  <a:pt x="271109" y="35896"/>
                </a:cubicBezTo>
                <a:cubicBezTo>
                  <a:pt x="267952" y="35488"/>
                  <a:pt x="265214" y="35284"/>
                  <a:pt x="262895" y="35284"/>
                </a:cubicBezTo>
                <a:cubicBezTo>
                  <a:pt x="260103" y="35284"/>
                  <a:pt x="257752" y="35499"/>
                  <a:pt x="255841" y="35928"/>
                </a:cubicBezTo>
                <a:cubicBezTo>
                  <a:pt x="253929" y="36357"/>
                  <a:pt x="252383" y="36947"/>
                  <a:pt x="251202" y="37698"/>
                </a:cubicBezTo>
                <a:cubicBezTo>
                  <a:pt x="250021" y="38450"/>
                  <a:pt x="249173" y="39330"/>
                  <a:pt x="248657" y="40338"/>
                </a:cubicBezTo>
                <a:cubicBezTo>
                  <a:pt x="248142" y="41347"/>
                  <a:pt x="247884" y="42431"/>
                  <a:pt x="247884" y="43590"/>
                </a:cubicBezTo>
                <a:cubicBezTo>
                  <a:pt x="247884" y="44749"/>
                  <a:pt x="248110" y="45800"/>
                  <a:pt x="248561" y="46745"/>
                </a:cubicBezTo>
                <a:cubicBezTo>
                  <a:pt x="249012" y="47689"/>
                  <a:pt x="249849" y="48601"/>
                  <a:pt x="251073" y="49481"/>
                </a:cubicBezTo>
                <a:cubicBezTo>
                  <a:pt x="252297" y="50361"/>
                  <a:pt x="254005" y="51241"/>
                  <a:pt x="256195" y="52121"/>
                </a:cubicBezTo>
                <a:cubicBezTo>
                  <a:pt x="258385" y="53001"/>
                  <a:pt x="261241" y="53956"/>
                  <a:pt x="264763" y="54986"/>
                </a:cubicBezTo>
                <a:cubicBezTo>
                  <a:pt x="268585" y="56102"/>
                  <a:pt x="271807" y="57272"/>
                  <a:pt x="274426" y="58495"/>
                </a:cubicBezTo>
                <a:cubicBezTo>
                  <a:pt x="277046" y="59719"/>
                  <a:pt x="279172" y="61082"/>
                  <a:pt x="280804" y="62584"/>
                </a:cubicBezTo>
                <a:cubicBezTo>
                  <a:pt x="282436" y="64086"/>
                  <a:pt x="283607" y="65782"/>
                  <a:pt x="284315" y="67671"/>
                </a:cubicBezTo>
                <a:cubicBezTo>
                  <a:pt x="285024" y="69559"/>
                  <a:pt x="285378" y="71705"/>
                  <a:pt x="285378" y="74109"/>
                </a:cubicBezTo>
                <a:close/>
                <a:moveTo>
                  <a:pt x="367426" y="58914"/>
                </a:moveTo>
                <a:cubicBezTo>
                  <a:pt x="367426" y="63936"/>
                  <a:pt x="366717" y="68540"/>
                  <a:pt x="365300" y="72725"/>
                </a:cubicBezTo>
                <a:cubicBezTo>
                  <a:pt x="363883" y="76910"/>
                  <a:pt x="361843" y="80494"/>
                  <a:pt x="359180" y="83477"/>
                </a:cubicBezTo>
                <a:cubicBezTo>
                  <a:pt x="356517" y="86461"/>
                  <a:pt x="353275" y="88779"/>
                  <a:pt x="349452" y="90431"/>
                </a:cubicBezTo>
                <a:cubicBezTo>
                  <a:pt x="345630" y="92084"/>
                  <a:pt x="341292" y="92910"/>
                  <a:pt x="336439" y="92910"/>
                </a:cubicBezTo>
                <a:cubicBezTo>
                  <a:pt x="331800" y="92910"/>
                  <a:pt x="327645" y="92191"/>
                  <a:pt x="323973" y="90753"/>
                </a:cubicBezTo>
                <a:cubicBezTo>
                  <a:pt x="320301" y="89315"/>
                  <a:pt x="317187" y="87201"/>
                  <a:pt x="314632" y="84411"/>
                </a:cubicBezTo>
                <a:cubicBezTo>
                  <a:pt x="312076" y="81621"/>
                  <a:pt x="310122" y="78166"/>
                  <a:pt x="308769" y="74045"/>
                </a:cubicBezTo>
                <a:cubicBezTo>
                  <a:pt x="307417" y="69924"/>
                  <a:pt x="306740" y="65181"/>
                  <a:pt x="306740" y="59815"/>
                </a:cubicBezTo>
                <a:cubicBezTo>
                  <a:pt x="306740" y="54793"/>
                  <a:pt x="307449" y="50211"/>
                  <a:pt x="308866" y="46069"/>
                </a:cubicBezTo>
                <a:cubicBezTo>
                  <a:pt x="310283" y="41927"/>
                  <a:pt x="312323" y="38364"/>
                  <a:pt x="314986" y="35381"/>
                </a:cubicBezTo>
                <a:cubicBezTo>
                  <a:pt x="317649" y="32397"/>
                  <a:pt x="320892" y="30079"/>
                  <a:pt x="324714" y="28427"/>
                </a:cubicBezTo>
                <a:cubicBezTo>
                  <a:pt x="328536" y="26774"/>
                  <a:pt x="332874" y="25948"/>
                  <a:pt x="337727" y="25948"/>
                </a:cubicBezTo>
                <a:cubicBezTo>
                  <a:pt x="342366" y="25948"/>
                  <a:pt x="346521" y="26667"/>
                  <a:pt x="350193" y="28105"/>
                </a:cubicBezTo>
                <a:cubicBezTo>
                  <a:pt x="353865" y="29543"/>
                  <a:pt x="356979" y="31646"/>
                  <a:pt x="359534" y="34415"/>
                </a:cubicBezTo>
                <a:cubicBezTo>
                  <a:pt x="362090" y="37183"/>
                  <a:pt x="364044" y="40628"/>
                  <a:pt x="365397" y="44749"/>
                </a:cubicBezTo>
                <a:cubicBezTo>
                  <a:pt x="366750" y="48870"/>
                  <a:pt x="367426" y="53591"/>
                  <a:pt x="367426" y="58914"/>
                </a:cubicBezTo>
                <a:moveTo>
                  <a:pt x="355959" y="59429"/>
                </a:moveTo>
                <a:cubicBezTo>
                  <a:pt x="355959" y="55437"/>
                  <a:pt x="355519" y="51949"/>
                  <a:pt x="354638" y="48966"/>
                </a:cubicBezTo>
                <a:cubicBezTo>
                  <a:pt x="353758" y="45983"/>
                  <a:pt x="352502" y="43493"/>
                  <a:pt x="350870" y="41497"/>
                </a:cubicBezTo>
                <a:cubicBezTo>
                  <a:pt x="349237" y="39501"/>
                  <a:pt x="347251" y="37999"/>
                  <a:pt x="344910" y="36990"/>
                </a:cubicBezTo>
                <a:cubicBezTo>
                  <a:pt x="342570" y="35981"/>
                  <a:pt x="339961" y="35477"/>
                  <a:pt x="337083" y="35477"/>
                </a:cubicBezTo>
                <a:cubicBezTo>
                  <a:pt x="333733" y="35477"/>
                  <a:pt x="330866" y="36132"/>
                  <a:pt x="328483" y="37441"/>
                </a:cubicBezTo>
                <a:cubicBezTo>
                  <a:pt x="326099" y="38750"/>
                  <a:pt x="324145" y="40499"/>
                  <a:pt x="322620" y="42688"/>
                </a:cubicBezTo>
                <a:cubicBezTo>
                  <a:pt x="321096" y="44878"/>
                  <a:pt x="319979" y="47421"/>
                  <a:pt x="319270" y="50318"/>
                </a:cubicBezTo>
                <a:cubicBezTo>
                  <a:pt x="318562" y="53216"/>
                  <a:pt x="318207" y="56253"/>
                  <a:pt x="318207" y="59429"/>
                </a:cubicBezTo>
                <a:cubicBezTo>
                  <a:pt x="318207" y="63421"/>
                  <a:pt x="318648" y="66919"/>
                  <a:pt x="319528" y="69924"/>
                </a:cubicBezTo>
                <a:cubicBezTo>
                  <a:pt x="320408" y="72929"/>
                  <a:pt x="321665" y="75429"/>
                  <a:pt x="323297" y="77425"/>
                </a:cubicBezTo>
                <a:cubicBezTo>
                  <a:pt x="324929" y="79421"/>
                  <a:pt x="326904" y="80923"/>
                  <a:pt x="329224" y="81932"/>
                </a:cubicBezTo>
                <a:cubicBezTo>
                  <a:pt x="331543" y="82941"/>
                  <a:pt x="334163" y="83445"/>
                  <a:pt x="337083" y="83445"/>
                </a:cubicBezTo>
                <a:cubicBezTo>
                  <a:pt x="340433" y="83445"/>
                  <a:pt x="343300" y="82791"/>
                  <a:pt x="345684" y="81482"/>
                </a:cubicBezTo>
                <a:cubicBezTo>
                  <a:pt x="348067" y="80172"/>
                  <a:pt x="350021" y="78423"/>
                  <a:pt x="351546" y="76234"/>
                </a:cubicBezTo>
                <a:cubicBezTo>
                  <a:pt x="353071" y="74045"/>
                  <a:pt x="354187" y="71502"/>
                  <a:pt x="354896" y="68604"/>
                </a:cubicBezTo>
                <a:cubicBezTo>
                  <a:pt x="355605" y="65707"/>
                  <a:pt x="355959" y="62648"/>
                  <a:pt x="355959" y="59429"/>
                </a:cubicBezTo>
                <a:close/>
                <a:moveTo>
                  <a:pt x="434207" y="91751"/>
                </a:moveTo>
                <a:lnTo>
                  <a:pt x="434207" y="45328"/>
                </a:lnTo>
                <a:cubicBezTo>
                  <a:pt x="434207" y="43311"/>
                  <a:pt x="434132" y="41658"/>
                  <a:pt x="433981" y="40371"/>
                </a:cubicBezTo>
                <a:cubicBezTo>
                  <a:pt x="433831" y="39083"/>
                  <a:pt x="433595" y="38063"/>
                  <a:pt x="433273" y="37312"/>
                </a:cubicBezTo>
                <a:cubicBezTo>
                  <a:pt x="432950" y="36561"/>
                  <a:pt x="432542" y="36035"/>
                  <a:pt x="432049" y="35735"/>
                </a:cubicBezTo>
                <a:cubicBezTo>
                  <a:pt x="431555" y="35434"/>
                  <a:pt x="430943" y="35284"/>
                  <a:pt x="430212" y="35284"/>
                </a:cubicBezTo>
                <a:cubicBezTo>
                  <a:pt x="429354" y="35284"/>
                  <a:pt x="428559" y="35542"/>
                  <a:pt x="427829" y="36057"/>
                </a:cubicBezTo>
                <a:cubicBezTo>
                  <a:pt x="427099" y="36572"/>
                  <a:pt x="426315" y="37409"/>
                  <a:pt x="425477" y="38568"/>
                </a:cubicBezTo>
                <a:cubicBezTo>
                  <a:pt x="424640" y="39727"/>
                  <a:pt x="423717" y="41261"/>
                  <a:pt x="422707" y="43171"/>
                </a:cubicBezTo>
                <a:cubicBezTo>
                  <a:pt x="421698" y="45081"/>
                  <a:pt x="420506" y="47432"/>
                  <a:pt x="419132" y="50222"/>
                </a:cubicBezTo>
                <a:lnTo>
                  <a:pt x="419132" y="91751"/>
                </a:lnTo>
                <a:lnTo>
                  <a:pt x="408889" y="91751"/>
                </a:lnTo>
                <a:lnTo>
                  <a:pt x="408889" y="46552"/>
                </a:lnTo>
                <a:cubicBezTo>
                  <a:pt x="408889" y="44191"/>
                  <a:pt x="408813" y="42281"/>
                  <a:pt x="408663" y="40821"/>
                </a:cubicBezTo>
                <a:cubicBezTo>
                  <a:pt x="408513" y="39362"/>
                  <a:pt x="408277" y="38224"/>
                  <a:pt x="407955" y="37409"/>
                </a:cubicBezTo>
                <a:cubicBezTo>
                  <a:pt x="407632" y="36593"/>
                  <a:pt x="407214" y="36035"/>
                  <a:pt x="406698" y="35735"/>
                </a:cubicBezTo>
                <a:cubicBezTo>
                  <a:pt x="406183" y="35434"/>
                  <a:pt x="405560" y="35284"/>
                  <a:pt x="404830" y="35284"/>
                </a:cubicBezTo>
                <a:cubicBezTo>
                  <a:pt x="404057" y="35284"/>
                  <a:pt x="403327" y="35499"/>
                  <a:pt x="402640" y="35928"/>
                </a:cubicBezTo>
                <a:cubicBezTo>
                  <a:pt x="401953" y="36357"/>
                  <a:pt x="401190" y="37130"/>
                  <a:pt x="400353" y="38246"/>
                </a:cubicBezTo>
                <a:cubicBezTo>
                  <a:pt x="399515" y="39362"/>
                  <a:pt x="398581" y="40886"/>
                  <a:pt x="397550" y="42817"/>
                </a:cubicBezTo>
                <a:cubicBezTo>
                  <a:pt x="396520" y="44749"/>
                  <a:pt x="395296" y="47217"/>
                  <a:pt x="393878" y="50222"/>
                </a:cubicBezTo>
                <a:lnTo>
                  <a:pt x="393878" y="91751"/>
                </a:lnTo>
                <a:lnTo>
                  <a:pt x="383571" y="91751"/>
                </a:lnTo>
                <a:lnTo>
                  <a:pt x="383571" y="27107"/>
                </a:lnTo>
                <a:lnTo>
                  <a:pt x="392139" y="27107"/>
                </a:lnTo>
                <a:lnTo>
                  <a:pt x="392654" y="39405"/>
                </a:lnTo>
                <a:cubicBezTo>
                  <a:pt x="393771" y="36958"/>
                  <a:pt x="394855" y="34876"/>
                  <a:pt x="395908" y="33159"/>
                </a:cubicBezTo>
                <a:cubicBezTo>
                  <a:pt x="396960" y="31442"/>
                  <a:pt x="398044" y="30058"/>
                  <a:pt x="399161" y="29006"/>
                </a:cubicBezTo>
                <a:cubicBezTo>
                  <a:pt x="400278" y="27955"/>
                  <a:pt x="401469" y="27182"/>
                  <a:pt x="402736" y="26688"/>
                </a:cubicBezTo>
                <a:cubicBezTo>
                  <a:pt x="404003" y="26195"/>
                  <a:pt x="405410" y="25948"/>
                  <a:pt x="406956" y="25948"/>
                </a:cubicBezTo>
                <a:cubicBezTo>
                  <a:pt x="410435" y="25948"/>
                  <a:pt x="413076" y="27085"/>
                  <a:pt x="414880" y="29360"/>
                </a:cubicBezTo>
                <a:cubicBezTo>
                  <a:pt x="416684" y="31635"/>
                  <a:pt x="417586" y="35155"/>
                  <a:pt x="417586" y="39920"/>
                </a:cubicBezTo>
                <a:cubicBezTo>
                  <a:pt x="418616" y="37688"/>
                  <a:pt x="419626" y="35702"/>
                  <a:pt x="420614" y="33964"/>
                </a:cubicBezTo>
                <a:cubicBezTo>
                  <a:pt x="421601" y="32226"/>
                  <a:pt x="422664" y="30766"/>
                  <a:pt x="423802" y="29586"/>
                </a:cubicBezTo>
                <a:cubicBezTo>
                  <a:pt x="424941" y="28405"/>
                  <a:pt x="426197" y="27504"/>
                  <a:pt x="427571" y="26881"/>
                </a:cubicBezTo>
                <a:cubicBezTo>
                  <a:pt x="428946" y="26259"/>
                  <a:pt x="430535" y="25948"/>
                  <a:pt x="432338" y="25948"/>
                </a:cubicBezTo>
                <a:cubicBezTo>
                  <a:pt x="440456" y="25948"/>
                  <a:pt x="444514" y="32193"/>
                  <a:pt x="444514" y="44684"/>
                </a:cubicBezTo>
                <a:lnTo>
                  <a:pt x="444514" y="91751"/>
                </a:lnTo>
                <a:lnTo>
                  <a:pt x="434207" y="91751"/>
                </a:lnTo>
                <a:close/>
                <a:moveTo>
                  <a:pt x="519669" y="56017"/>
                </a:moveTo>
                <a:cubicBezTo>
                  <a:pt x="519669" y="57605"/>
                  <a:pt x="519648" y="58935"/>
                  <a:pt x="519605" y="60009"/>
                </a:cubicBezTo>
                <a:cubicBezTo>
                  <a:pt x="519562" y="61082"/>
                  <a:pt x="519498" y="62090"/>
                  <a:pt x="519412" y="63035"/>
                </a:cubicBezTo>
                <a:lnTo>
                  <a:pt x="473994" y="63035"/>
                </a:lnTo>
                <a:cubicBezTo>
                  <a:pt x="473994" y="69645"/>
                  <a:pt x="475841" y="74721"/>
                  <a:pt x="479534" y="78262"/>
                </a:cubicBezTo>
                <a:cubicBezTo>
                  <a:pt x="483228" y="81803"/>
                  <a:pt x="488553" y="83574"/>
                  <a:pt x="495511" y="83574"/>
                </a:cubicBezTo>
                <a:cubicBezTo>
                  <a:pt x="497401" y="83574"/>
                  <a:pt x="499291" y="83499"/>
                  <a:pt x="501180" y="83349"/>
                </a:cubicBezTo>
                <a:cubicBezTo>
                  <a:pt x="503070" y="83198"/>
                  <a:pt x="504895" y="82995"/>
                  <a:pt x="506656" y="82737"/>
                </a:cubicBezTo>
                <a:cubicBezTo>
                  <a:pt x="508417" y="82480"/>
                  <a:pt x="510103" y="82190"/>
                  <a:pt x="511713" y="81868"/>
                </a:cubicBezTo>
                <a:cubicBezTo>
                  <a:pt x="513324" y="81546"/>
                  <a:pt x="514816" y="81192"/>
                  <a:pt x="516191" y="80805"/>
                </a:cubicBezTo>
                <a:lnTo>
                  <a:pt x="516191" y="90013"/>
                </a:lnTo>
                <a:cubicBezTo>
                  <a:pt x="513141" y="90871"/>
                  <a:pt x="509695" y="91569"/>
                  <a:pt x="505851" y="92105"/>
                </a:cubicBezTo>
                <a:cubicBezTo>
                  <a:pt x="502007" y="92642"/>
                  <a:pt x="498024" y="92910"/>
                  <a:pt x="493901" y="92910"/>
                </a:cubicBezTo>
                <a:cubicBezTo>
                  <a:pt x="488360" y="92910"/>
                  <a:pt x="483593" y="92159"/>
                  <a:pt x="479599" y="90657"/>
                </a:cubicBezTo>
                <a:cubicBezTo>
                  <a:pt x="475605" y="89154"/>
                  <a:pt x="472330" y="86976"/>
                  <a:pt x="469774" y="84121"/>
                </a:cubicBezTo>
                <a:cubicBezTo>
                  <a:pt x="467219" y="81267"/>
                  <a:pt x="465329" y="77769"/>
                  <a:pt x="464105" y="73626"/>
                </a:cubicBezTo>
                <a:cubicBezTo>
                  <a:pt x="462881" y="69484"/>
                  <a:pt x="462269" y="64795"/>
                  <a:pt x="462269" y="59558"/>
                </a:cubicBezTo>
                <a:cubicBezTo>
                  <a:pt x="462269" y="55008"/>
                  <a:pt x="462924" y="50705"/>
                  <a:pt x="464234" y="46648"/>
                </a:cubicBezTo>
                <a:cubicBezTo>
                  <a:pt x="465544" y="42592"/>
                  <a:pt x="467455" y="39029"/>
                  <a:pt x="469968" y="35960"/>
                </a:cubicBezTo>
                <a:cubicBezTo>
                  <a:pt x="472480" y="32891"/>
                  <a:pt x="475562" y="30455"/>
                  <a:pt x="479212" y="28652"/>
                </a:cubicBezTo>
                <a:cubicBezTo>
                  <a:pt x="482863" y="26849"/>
                  <a:pt x="487007" y="25948"/>
                  <a:pt x="491646" y="25948"/>
                </a:cubicBezTo>
                <a:cubicBezTo>
                  <a:pt x="496155" y="25948"/>
                  <a:pt x="500149" y="26656"/>
                  <a:pt x="503628" y="28073"/>
                </a:cubicBezTo>
                <a:cubicBezTo>
                  <a:pt x="507107" y="29489"/>
                  <a:pt x="510038" y="31496"/>
                  <a:pt x="512422" y="34093"/>
                </a:cubicBezTo>
                <a:cubicBezTo>
                  <a:pt x="514806" y="36690"/>
                  <a:pt x="516609" y="39845"/>
                  <a:pt x="517833" y="43558"/>
                </a:cubicBezTo>
                <a:cubicBezTo>
                  <a:pt x="519057" y="47271"/>
                  <a:pt x="519669" y="51424"/>
                  <a:pt x="519669" y="56017"/>
                </a:cubicBezTo>
                <a:moveTo>
                  <a:pt x="508009" y="54407"/>
                </a:moveTo>
                <a:cubicBezTo>
                  <a:pt x="508138" y="51531"/>
                  <a:pt x="507859" y="48902"/>
                  <a:pt x="507172" y="46519"/>
                </a:cubicBezTo>
                <a:cubicBezTo>
                  <a:pt x="506484" y="44137"/>
                  <a:pt x="505421" y="42088"/>
                  <a:pt x="503983" y="40371"/>
                </a:cubicBezTo>
                <a:cubicBezTo>
                  <a:pt x="502544" y="38654"/>
                  <a:pt x="500751" y="37312"/>
                  <a:pt x="498603" y="36346"/>
                </a:cubicBezTo>
                <a:cubicBezTo>
                  <a:pt x="496456" y="35381"/>
                  <a:pt x="493965" y="34898"/>
                  <a:pt x="491130" y="34898"/>
                </a:cubicBezTo>
                <a:cubicBezTo>
                  <a:pt x="488682" y="34898"/>
                  <a:pt x="486449" y="35370"/>
                  <a:pt x="484430" y="36314"/>
                </a:cubicBezTo>
                <a:cubicBezTo>
                  <a:pt x="482412" y="37259"/>
                  <a:pt x="480672" y="38589"/>
                  <a:pt x="479212" y="40306"/>
                </a:cubicBezTo>
                <a:cubicBezTo>
                  <a:pt x="477752" y="42023"/>
                  <a:pt x="476571" y="44084"/>
                  <a:pt x="475669" y="46487"/>
                </a:cubicBezTo>
                <a:cubicBezTo>
                  <a:pt x="474767" y="48891"/>
                  <a:pt x="474209" y="51531"/>
                  <a:pt x="473994" y="54407"/>
                </a:cubicBezTo>
                <a:lnTo>
                  <a:pt x="508009" y="54407"/>
                </a:lnTo>
                <a:close/>
                <a:moveTo>
                  <a:pt x="594115" y="90850"/>
                </a:moveTo>
                <a:cubicBezTo>
                  <a:pt x="591582" y="91494"/>
                  <a:pt x="588962" y="91955"/>
                  <a:pt x="586256" y="92234"/>
                </a:cubicBezTo>
                <a:cubicBezTo>
                  <a:pt x="583550" y="92513"/>
                  <a:pt x="580802" y="92653"/>
                  <a:pt x="578010" y="92653"/>
                </a:cubicBezTo>
                <a:cubicBezTo>
                  <a:pt x="569893" y="92653"/>
                  <a:pt x="563837" y="90818"/>
                  <a:pt x="559843" y="87148"/>
                </a:cubicBezTo>
                <a:cubicBezTo>
                  <a:pt x="555849" y="83477"/>
                  <a:pt x="553851" y="77844"/>
                  <a:pt x="553851" y="70246"/>
                </a:cubicBezTo>
                <a:lnTo>
                  <a:pt x="553851" y="36507"/>
                </a:lnTo>
                <a:lnTo>
                  <a:pt x="535749" y="36507"/>
                </a:lnTo>
                <a:lnTo>
                  <a:pt x="535749" y="27107"/>
                </a:lnTo>
                <a:lnTo>
                  <a:pt x="553851" y="27107"/>
                </a:lnTo>
                <a:lnTo>
                  <a:pt x="553851" y="9336"/>
                </a:lnTo>
                <a:lnTo>
                  <a:pt x="565061" y="6439"/>
                </a:lnTo>
                <a:lnTo>
                  <a:pt x="565061" y="27107"/>
                </a:lnTo>
                <a:lnTo>
                  <a:pt x="594115" y="27107"/>
                </a:lnTo>
                <a:lnTo>
                  <a:pt x="594115" y="36507"/>
                </a:lnTo>
                <a:lnTo>
                  <a:pt x="565061" y="36507"/>
                </a:lnTo>
                <a:lnTo>
                  <a:pt x="565061" y="69345"/>
                </a:lnTo>
                <a:cubicBezTo>
                  <a:pt x="565061" y="73980"/>
                  <a:pt x="566296" y="77447"/>
                  <a:pt x="568765" y="79743"/>
                </a:cubicBezTo>
                <a:cubicBezTo>
                  <a:pt x="571235" y="82040"/>
                  <a:pt x="574875" y="83188"/>
                  <a:pt x="579685" y="83188"/>
                </a:cubicBezTo>
                <a:cubicBezTo>
                  <a:pt x="581746" y="83188"/>
                  <a:pt x="584001" y="83027"/>
                  <a:pt x="586449" y="82705"/>
                </a:cubicBezTo>
                <a:cubicBezTo>
                  <a:pt x="588897" y="82383"/>
                  <a:pt x="591453" y="81879"/>
                  <a:pt x="594115" y="81192"/>
                </a:cubicBezTo>
                <a:lnTo>
                  <a:pt x="594115" y="90850"/>
                </a:lnTo>
                <a:close/>
                <a:moveTo>
                  <a:pt x="670946" y="91751"/>
                </a:moveTo>
                <a:lnTo>
                  <a:pt x="659736" y="91751"/>
                </a:lnTo>
                <a:lnTo>
                  <a:pt x="659736" y="50479"/>
                </a:lnTo>
                <a:cubicBezTo>
                  <a:pt x="659736" y="45500"/>
                  <a:pt x="658802" y="41776"/>
                  <a:pt x="656934" y="39308"/>
                </a:cubicBezTo>
                <a:cubicBezTo>
                  <a:pt x="655066" y="36840"/>
                  <a:pt x="652392" y="35606"/>
                  <a:pt x="648913" y="35606"/>
                </a:cubicBezTo>
                <a:cubicBezTo>
                  <a:pt x="647410" y="35606"/>
                  <a:pt x="646004" y="35810"/>
                  <a:pt x="644694" y="36218"/>
                </a:cubicBezTo>
                <a:cubicBezTo>
                  <a:pt x="643384" y="36625"/>
                  <a:pt x="642020" y="37334"/>
                  <a:pt x="640603" y="38342"/>
                </a:cubicBezTo>
                <a:cubicBezTo>
                  <a:pt x="639186" y="39351"/>
                  <a:pt x="637640" y="40714"/>
                  <a:pt x="635965" y="42431"/>
                </a:cubicBezTo>
                <a:cubicBezTo>
                  <a:pt x="634290" y="44148"/>
                  <a:pt x="632357" y="46294"/>
                  <a:pt x="630167" y="48870"/>
                </a:cubicBezTo>
                <a:lnTo>
                  <a:pt x="630167" y="91751"/>
                </a:lnTo>
                <a:lnTo>
                  <a:pt x="618957" y="91751"/>
                </a:lnTo>
                <a:lnTo>
                  <a:pt x="618957" y="773"/>
                </a:lnTo>
                <a:lnTo>
                  <a:pt x="630167" y="773"/>
                </a:lnTo>
                <a:lnTo>
                  <a:pt x="630167" y="27107"/>
                </a:lnTo>
                <a:lnTo>
                  <a:pt x="629780" y="37280"/>
                </a:lnTo>
                <a:cubicBezTo>
                  <a:pt x="631541" y="35177"/>
                  <a:pt x="633270" y="33406"/>
                  <a:pt x="634966" y="31968"/>
                </a:cubicBezTo>
                <a:cubicBezTo>
                  <a:pt x="636662" y="30530"/>
                  <a:pt x="638359" y="29360"/>
                  <a:pt x="640055" y="28459"/>
                </a:cubicBezTo>
                <a:cubicBezTo>
                  <a:pt x="641752" y="27558"/>
                  <a:pt x="643481" y="26914"/>
                  <a:pt x="645241" y="26527"/>
                </a:cubicBezTo>
                <a:cubicBezTo>
                  <a:pt x="647002" y="26141"/>
                  <a:pt x="648828" y="25948"/>
                  <a:pt x="650717" y="25948"/>
                </a:cubicBezTo>
                <a:cubicBezTo>
                  <a:pt x="657160" y="25948"/>
                  <a:pt x="662142" y="27912"/>
                  <a:pt x="665663" y="31839"/>
                </a:cubicBezTo>
                <a:cubicBezTo>
                  <a:pt x="669185" y="35767"/>
                  <a:pt x="670946" y="41680"/>
                  <a:pt x="670946" y="49578"/>
                </a:cubicBezTo>
                <a:lnTo>
                  <a:pt x="670946" y="91751"/>
                </a:lnTo>
                <a:close/>
                <a:moveTo>
                  <a:pt x="717949" y="36379"/>
                </a:moveTo>
                <a:lnTo>
                  <a:pt x="698815" y="36379"/>
                </a:lnTo>
                <a:lnTo>
                  <a:pt x="698815" y="27107"/>
                </a:lnTo>
                <a:lnTo>
                  <a:pt x="729287" y="27107"/>
                </a:lnTo>
                <a:lnTo>
                  <a:pt x="729287" y="82415"/>
                </a:lnTo>
                <a:lnTo>
                  <a:pt x="748550" y="82415"/>
                </a:lnTo>
                <a:lnTo>
                  <a:pt x="748550" y="91751"/>
                </a:lnTo>
                <a:lnTo>
                  <a:pt x="696689" y="91751"/>
                </a:lnTo>
                <a:lnTo>
                  <a:pt x="696689" y="82415"/>
                </a:lnTo>
                <a:lnTo>
                  <a:pt x="717949" y="82415"/>
                </a:lnTo>
                <a:lnTo>
                  <a:pt x="717949" y="36379"/>
                </a:lnTo>
                <a:moveTo>
                  <a:pt x="721879" y="0"/>
                </a:moveTo>
                <a:cubicBezTo>
                  <a:pt x="723124" y="0"/>
                  <a:pt x="724284" y="225"/>
                  <a:pt x="725357" y="676"/>
                </a:cubicBezTo>
                <a:cubicBezTo>
                  <a:pt x="726431" y="1127"/>
                  <a:pt x="727365" y="1760"/>
                  <a:pt x="728160" y="2575"/>
                </a:cubicBezTo>
                <a:cubicBezTo>
                  <a:pt x="728954" y="3391"/>
                  <a:pt x="729577" y="4325"/>
                  <a:pt x="730028" y="5376"/>
                </a:cubicBezTo>
                <a:cubicBezTo>
                  <a:pt x="730479" y="6428"/>
                  <a:pt x="730705" y="7576"/>
                  <a:pt x="730705" y="8821"/>
                </a:cubicBezTo>
                <a:cubicBezTo>
                  <a:pt x="730705" y="10023"/>
                  <a:pt x="730479" y="11160"/>
                  <a:pt x="730028" y="12233"/>
                </a:cubicBezTo>
                <a:cubicBezTo>
                  <a:pt x="729577" y="13307"/>
                  <a:pt x="728954" y="14251"/>
                  <a:pt x="728160" y="15067"/>
                </a:cubicBezTo>
                <a:cubicBezTo>
                  <a:pt x="727365" y="15882"/>
                  <a:pt x="726431" y="16515"/>
                  <a:pt x="725357" y="16966"/>
                </a:cubicBezTo>
                <a:cubicBezTo>
                  <a:pt x="724284" y="17417"/>
                  <a:pt x="723124" y="17642"/>
                  <a:pt x="721879" y="17642"/>
                </a:cubicBezTo>
                <a:cubicBezTo>
                  <a:pt x="720633" y="17642"/>
                  <a:pt x="719474" y="17417"/>
                  <a:pt x="718400" y="16966"/>
                </a:cubicBezTo>
                <a:cubicBezTo>
                  <a:pt x="717326" y="16515"/>
                  <a:pt x="716392" y="15882"/>
                  <a:pt x="715597" y="15067"/>
                </a:cubicBezTo>
                <a:cubicBezTo>
                  <a:pt x="714803" y="14251"/>
                  <a:pt x="714180" y="13307"/>
                  <a:pt x="713729" y="12233"/>
                </a:cubicBezTo>
                <a:cubicBezTo>
                  <a:pt x="713278" y="11160"/>
                  <a:pt x="713053" y="10023"/>
                  <a:pt x="713053" y="8821"/>
                </a:cubicBezTo>
                <a:cubicBezTo>
                  <a:pt x="713053" y="7576"/>
                  <a:pt x="713278" y="6428"/>
                  <a:pt x="713729" y="5376"/>
                </a:cubicBezTo>
                <a:cubicBezTo>
                  <a:pt x="714180" y="4325"/>
                  <a:pt x="714803" y="3391"/>
                  <a:pt x="715597" y="2575"/>
                </a:cubicBezTo>
                <a:cubicBezTo>
                  <a:pt x="716392" y="1760"/>
                  <a:pt x="717326" y="1127"/>
                  <a:pt x="718400" y="676"/>
                </a:cubicBezTo>
                <a:cubicBezTo>
                  <a:pt x="719474" y="225"/>
                  <a:pt x="720633" y="0"/>
                  <a:pt x="721879" y="0"/>
                </a:cubicBezTo>
                <a:close/>
                <a:moveTo>
                  <a:pt x="772875" y="27107"/>
                </a:moveTo>
                <a:lnTo>
                  <a:pt x="782860" y="27107"/>
                </a:lnTo>
                <a:lnTo>
                  <a:pt x="783311" y="37538"/>
                </a:lnTo>
                <a:cubicBezTo>
                  <a:pt x="785201" y="35305"/>
                  <a:pt x="787026" y="33449"/>
                  <a:pt x="788787" y="31968"/>
                </a:cubicBezTo>
                <a:cubicBezTo>
                  <a:pt x="790548" y="30487"/>
                  <a:pt x="792276" y="29296"/>
                  <a:pt x="793973" y="28395"/>
                </a:cubicBezTo>
                <a:cubicBezTo>
                  <a:pt x="795669" y="27493"/>
                  <a:pt x="797398" y="26860"/>
                  <a:pt x="799159" y="26495"/>
                </a:cubicBezTo>
                <a:cubicBezTo>
                  <a:pt x="800920" y="26130"/>
                  <a:pt x="802745" y="25948"/>
                  <a:pt x="804635" y="25948"/>
                </a:cubicBezTo>
                <a:cubicBezTo>
                  <a:pt x="811292" y="25948"/>
                  <a:pt x="816328" y="27912"/>
                  <a:pt x="819742" y="31839"/>
                </a:cubicBezTo>
                <a:cubicBezTo>
                  <a:pt x="823156" y="35767"/>
                  <a:pt x="824863" y="41680"/>
                  <a:pt x="824863" y="49578"/>
                </a:cubicBezTo>
                <a:lnTo>
                  <a:pt x="824863" y="91751"/>
                </a:lnTo>
                <a:lnTo>
                  <a:pt x="813654" y="91751"/>
                </a:lnTo>
                <a:lnTo>
                  <a:pt x="813654" y="50479"/>
                </a:lnTo>
                <a:cubicBezTo>
                  <a:pt x="813654" y="45414"/>
                  <a:pt x="812709" y="41669"/>
                  <a:pt x="810819" y="39244"/>
                </a:cubicBezTo>
                <a:cubicBezTo>
                  <a:pt x="808930" y="36819"/>
                  <a:pt x="806117" y="35606"/>
                  <a:pt x="802380" y="35606"/>
                </a:cubicBezTo>
                <a:cubicBezTo>
                  <a:pt x="801006" y="35606"/>
                  <a:pt x="799664" y="35810"/>
                  <a:pt x="798354" y="36218"/>
                </a:cubicBezTo>
                <a:cubicBezTo>
                  <a:pt x="797044" y="36625"/>
                  <a:pt x="795680" y="37334"/>
                  <a:pt x="794263" y="38342"/>
                </a:cubicBezTo>
                <a:cubicBezTo>
                  <a:pt x="792846" y="39351"/>
                  <a:pt x="791310" y="40714"/>
                  <a:pt x="789657" y="42431"/>
                </a:cubicBezTo>
                <a:cubicBezTo>
                  <a:pt x="788003" y="44148"/>
                  <a:pt x="786146" y="46294"/>
                  <a:pt x="784084" y="48870"/>
                </a:cubicBezTo>
                <a:lnTo>
                  <a:pt x="784084" y="91751"/>
                </a:lnTo>
                <a:lnTo>
                  <a:pt x="772875" y="91751"/>
                </a:lnTo>
                <a:lnTo>
                  <a:pt x="772875" y="27107"/>
                </a:lnTo>
                <a:close/>
                <a:moveTo>
                  <a:pt x="896411" y="36250"/>
                </a:moveTo>
                <a:cubicBezTo>
                  <a:pt x="897614" y="37752"/>
                  <a:pt x="898548" y="39501"/>
                  <a:pt x="899214" y="41497"/>
                </a:cubicBezTo>
                <a:cubicBezTo>
                  <a:pt x="899879" y="43493"/>
                  <a:pt x="900212" y="45650"/>
                  <a:pt x="900212" y="47968"/>
                </a:cubicBezTo>
                <a:cubicBezTo>
                  <a:pt x="900212" y="51316"/>
                  <a:pt x="899600" y="54375"/>
                  <a:pt x="898376" y="57143"/>
                </a:cubicBezTo>
                <a:cubicBezTo>
                  <a:pt x="897152" y="59912"/>
                  <a:pt x="895424" y="62284"/>
                  <a:pt x="893190" y="64258"/>
                </a:cubicBezTo>
                <a:cubicBezTo>
                  <a:pt x="890957" y="66233"/>
                  <a:pt x="888283" y="67767"/>
                  <a:pt x="885170" y="68862"/>
                </a:cubicBezTo>
                <a:cubicBezTo>
                  <a:pt x="882056" y="69956"/>
                  <a:pt x="878631" y="70504"/>
                  <a:pt x="874894" y="70504"/>
                </a:cubicBezTo>
                <a:cubicBezTo>
                  <a:pt x="872189" y="70504"/>
                  <a:pt x="869655" y="70214"/>
                  <a:pt x="867292" y="69634"/>
                </a:cubicBezTo>
                <a:cubicBezTo>
                  <a:pt x="864930" y="69055"/>
                  <a:pt x="863062" y="68336"/>
                  <a:pt x="861688" y="67477"/>
                </a:cubicBezTo>
                <a:cubicBezTo>
                  <a:pt x="860872" y="68679"/>
                  <a:pt x="860184" y="69817"/>
                  <a:pt x="859626" y="70890"/>
                </a:cubicBezTo>
                <a:cubicBezTo>
                  <a:pt x="859068" y="71963"/>
                  <a:pt x="858789" y="73165"/>
                  <a:pt x="858789" y="74496"/>
                </a:cubicBezTo>
                <a:cubicBezTo>
                  <a:pt x="858789" y="76127"/>
                  <a:pt x="859572" y="77479"/>
                  <a:pt x="861140" y="78552"/>
                </a:cubicBezTo>
                <a:cubicBezTo>
                  <a:pt x="862708" y="79625"/>
                  <a:pt x="864780" y="80205"/>
                  <a:pt x="867357" y="80290"/>
                </a:cubicBezTo>
                <a:lnTo>
                  <a:pt x="884364" y="80934"/>
                </a:lnTo>
                <a:cubicBezTo>
                  <a:pt x="887585" y="81020"/>
                  <a:pt x="890560" y="81428"/>
                  <a:pt x="893287" y="82158"/>
                </a:cubicBezTo>
                <a:cubicBezTo>
                  <a:pt x="896014" y="82887"/>
                  <a:pt x="898355" y="83939"/>
                  <a:pt x="900309" y="85313"/>
                </a:cubicBezTo>
                <a:cubicBezTo>
                  <a:pt x="902263" y="86686"/>
                  <a:pt x="903788" y="88382"/>
                  <a:pt x="904883" y="90399"/>
                </a:cubicBezTo>
                <a:cubicBezTo>
                  <a:pt x="905978" y="92417"/>
                  <a:pt x="906526" y="94756"/>
                  <a:pt x="906526" y="97417"/>
                </a:cubicBezTo>
                <a:cubicBezTo>
                  <a:pt x="906526" y="100293"/>
                  <a:pt x="905903" y="103019"/>
                  <a:pt x="904657" y="105594"/>
                </a:cubicBezTo>
                <a:cubicBezTo>
                  <a:pt x="903412" y="108170"/>
                  <a:pt x="901490" y="110434"/>
                  <a:pt x="898892" y="112387"/>
                </a:cubicBezTo>
                <a:cubicBezTo>
                  <a:pt x="896293" y="114340"/>
                  <a:pt x="892997" y="115896"/>
                  <a:pt x="889003" y="117055"/>
                </a:cubicBezTo>
                <a:cubicBezTo>
                  <a:pt x="885009" y="118214"/>
                  <a:pt x="880263" y="118794"/>
                  <a:pt x="874765" y="118794"/>
                </a:cubicBezTo>
                <a:cubicBezTo>
                  <a:pt x="869526" y="118794"/>
                  <a:pt x="865070" y="118375"/>
                  <a:pt x="861398" y="117538"/>
                </a:cubicBezTo>
                <a:cubicBezTo>
                  <a:pt x="857726" y="116701"/>
                  <a:pt x="854709" y="115542"/>
                  <a:pt x="852346" y="114061"/>
                </a:cubicBezTo>
                <a:cubicBezTo>
                  <a:pt x="849984" y="112580"/>
                  <a:pt x="848266" y="110820"/>
                  <a:pt x="847193" y="108782"/>
                </a:cubicBezTo>
                <a:cubicBezTo>
                  <a:pt x="846119" y="106743"/>
                  <a:pt x="845582" y="104500"/>
                  <a:pt x="845582" y="102053"/>
                </a:cubicBezTo>
                <a:cubicBezTo>
                  <a:pt x="845582" y="98920"/>
                  <a:pt x="846312" y="96172"/>
                  <a:pt x="847772" y="93812"/>
                </a:cubicBezTo>
                <a:cubicBezTo>
                  <a:pt x="849233" y="91451"/>
                  <a:pt x="851487" y="89176"/>
                  <a:pt x="854537" y="86987"/>
                </a:cubicBezTo>
                <a:cubicBezTo>
                  <a:pt x="853420" y="86471"/>
                  <a:pt x="852454" y="85828"/>
                  <a:pt x="851638" y="85055"/>
                </a:cubicBezTo>
                <a:cubicBezTo>
                  <a:pt x="850822" y="84282"/>
                  <a:pt x="850156" y="83435"/>
                  <a:pt x="849641" y="82512"/>
                </a:cubicBezTo>
                <a:cubicBezTo>
                  <a:pt x="849125" y="81589"/>
                  <a:pt x="848739" y="80612"/>
                  <a:pt x="848481" y="79582"/>
                </a:cubicBezTo>
                <a:cubicBezTo>
                  <a:pt x="848223" y="78552"/>
                  <a:pt x="848095" y="77543"/>
                  <a:pt x="848095" y="76556"/>
                </a:cubicBezTo>
                <a:cubicBezTo>
                  <a:pt x="848095" y="73766"/>
                  <a:pt x="848749" y="71212"/>
                  <a:pt x="850059" y="68894"/>
                </a:cubicBezTo>
                <a:cubicBezTo>
                  <a:pt x="851369" y="66576"/>
                  <a:pt x="852926" y="64387"/>
                  <a:pt x="854730" y="62326"/>
                </a:cubicBezTo>
                <a:cubicBezTo>
                  <a:pt x="853914" y="61339"/>
                  <a:pt x="853195" y="60373"/>
                  <a:pt x="852572" y="59429"/>
                </a:cubicBezTo>
                <a:cubicBezTo>
                  <a:pt x="851949" y="58485"/>
                  <a:pt x="851412" y="57465"/>
                  <a:pt x="850961" y="56371"/>
                </a:cubicBezTo>
                <a:cubicBezTo>
                  <a:pt x="850510" y="55276"/>
                  <a:pt x="850167" y="54096"/>
                  <a:pt x="849931" y="52829"/>
                </a:cubicBezTo>
                <a:cubicBezTo>
                  <a:pt x="849694" y="51563"/>
                  <a:pt x="849576" y="50114"/>
                  <a:pt x="849576" y="48483"/>
                </a:cubicBezTo>
                <a:cubicBezTo>
                  <a:pt x="849576" y="45135"/>
                  <a:pt x="850188" y="42077"/>
                  <a:pt x="851412" y="39308"/>
                </a:cubicBezTo>
                <a:cubicBezTo>
                  <a:pt x="852636" y="36540"/>
                  <a:pt x="854354" y="34168"/>
                  <a:pt x="856566" y="32193"/>
                </a:cubicBezTo>
                <a:cubicBezTo>
                  <a:pt x="858778" y="30219"/>
                  <a:pt x="861441" y="28684"/>
                  <a:pt x="864554" y="27590"/>
                </a:cubicBezTo>
                <a:cubicBezTo>
                  <a:pt x="867668" y="26495"/>
                  <a:pt x="871115" y="25948"/>
                  <a:pt x="874894" y="25948"/>
                </a:cubicBezTo>
                <a:cubicBezTo>
                  <a:pt x="876483" y="25948"/>
                  <a:pt x="878008" y="26055"/>
                  <a:pt x="879468" y="26270"/>
                </a:cubicBezTo>
                <a:cubicBezTo>
                  <a:pt x="880928" y="26484"/>
                  <a:pt x="882217" y="26763"/>
                  <a:pt x="883334" y="27107"/>
                </a:cubicBezTo>
                <a:lnTo>
                  <a:pt x="906783" y="27107"/>
                </a:lnTo>
                <a:lnTo>
                  <a:pt x="906783" y="36250"/>
                </a:lnTo>
                <a:lnTo>
                  <a:pt x="896411" y="36250"/>
                </a:lnTo>
                <a:moveTo>
                  <a:pt x="857500" y="101087"/>
                </a:moveTo>
                <a:cubicBezTo>
                  <a:pt x="857500" y="104135"/>
                  <a:pt x="859089" y="106356"/>
                  <a:pt x="862267" y="107751"/>
                </a:cubicBezTo>
                <a:cubicBezTo>
                  <a:pt x="865446" y="109146"/>
                  <a:pt x="869869" y="109844"/>
                  <a:pt x="875538" y="109844"/>
                </a:cubicBezTo>
                <a:cubicBezTo>
                  <a:pt x="879103" y="109844"/>
                  <a:pt x="882099" y="109522"/>
                  <a:pt x="884525" y="108878"/>
                </a:cubicBezTo>
                <a:cubicBezTo>
                  <a:pt x="886952" y="108234"/>
                  <a:pt x="888906" y="107386"/>
                  <a:pt x="890388" y="106335"/>
                </a:cubicBezTo>
                <a:cubicBezTo>
                  <a:pt x="891870" y="105283"/>
                  <a:pt x="892933" y="104081"/>
                  <a:pt x="893577" y="102729"/>
                </a:cubicBezTo>
                <a:cubicBezTo>
                  <a:pt x="894221" y="101377"/>
                  <a:pt x="894543" y="99993"/>
                  <a:pt x="894543" y="98576"/>
                </a:cubicBezTo>
                <a:cubicBezTo>
                  <a:pt x="894543" y="95958"/>
                  <a:pt x="893469" y="94026"/>
                  <a:pt x="891322" y="92781"/>
                </a:cubicBezTo>
                <a:cubicBezTo>
                  <a:pt x="889175" y="91537"/>
                  <a:pt x="885889" y="90807"/>
                  <a:pt x="881465" y="90592"/>
                </a:cubicBezTo>
                <a:lnTo>
                  <a:pt x="864587" y="90013"/>
                </a:lnTo>
                <a:cubicBezTo>
                  <a:pt x="863169" y="90957"/>
                  <a:pt x="861999" y="91880"/>
                  <a:pt x="861076" y="92781"/>
                </a:cubicBezTo>
                <a:cubicBezTo>
                  <a:pt x="860152" y="93683"/>
                  <a:pt x="859433" y="94595"/>
                  <a:pt x="858917" y="95518"/>
                </a:cubicBezTo>
                <a:cubicBezTo>
                  <a:pt x="858402" y="96441"/>
                  <a:pt x="858037" y="97364"/>
                  <a:pt x="857822" y="98286"/>
                </a:cubicBezTo>
                <a:cubicBezTo>
                  <a:pt x="857608" y="99209"/>
                  <a:pt x="857500" y="100143"/>
                  <a:pt x="857500" y="101087"/>
                </a:cubicBezTo>
                <a:moveTo>
                  <a:pt x="860915" y="48226"/>
                </a:moveTo>
                <a:cubicBezTo>
                  <a:pt x="860915" y="50286"/>
                  <a:pt x="861258" y="52175"/>
                  <a:pt x="861945" y="53892"/>
                </a:cubicBezTo>
                <a:cubicBezTo>
                  <a:pt x="862633" y="55609"/>
                  <a:pt x="863599" y="57068"/>
                  <a:pt x="864844" y="58270"/>
                </a:cubicBezTo>
                <a:cubicBezTo>
                  <a:pt x="866090" y="59472"/>
                  <a:pt x="867561" y="60406"/>
                  <a:pt x="869257" y="61071"/>
                </a:cubicBezTo>
                <a:cubicBezTo>
                  <a:pt x="870954" y="61736"/>
                  <a:pt x="872833" y="62069"/>
                  <a:pt x="874894" y="62069"/>
                </a:cubicBezTo>
                <a:cubicBezTo>
                  <a:pt x="877128" y="62069"/>
                  <a:pt x="879114" y="61693"/>
                  <a:pt x="880853" y="60942"/>
                </a:cubicBezTo>
                <a:cubicBezTo>
                  <a:pt x="882593" y="60191"/>
                  <a:pt x="884053" y="59171"/>
                  <a:pt x="885234" y="57884"/>
                </a:cubicBezTo>
                <a:cubicBezTo>
                  <a:pt x="886415" y="56596"/>
                  <a:pt x="887317" y="55115"/>
                  <a:pt x="887940" y="53441"/>
                </a:cubicBezTo>
                <a:cubicBezTo>
                  <a:pt x="888563" y="51767"/>
                  <a:pt x="888874" y="50029"/>
                  <a:pt x="888874" y="48226"/>
                </a:cubicBezTo>
                <a:cubicBezTo>
                  <a:pt x="888874" y="46165"/>
                  <a:pt x="888530" y="44277"/>
                  <a:pt x="887843" y="42560"/>
                </a:cubicBezTo>
                <a:cubicBezTo>
                  <a:pt x="887156" y="40843"/>
                  <a:pt x="886190" y="39383"/>
                  <a:pt x="884944" y="38181"/>
                </a:cubicBezTo>
                <a:cubicBezTo>
                  <a:pt x="883699" y="36979"/>
                  <a:pt x="882228" y="36046"/>
                  <a:pt x="880531" y="35381"/>
                </a:cubicBezTo>
                <a:cubicBezTo>
                  <a:pt x="878835" y="34715"/>
                  <a:pt x="876956" y="34383"/>
                  <a:pt x="874894" y="34383"/>
                </a:cubicBezTo>
                <a:cubicBezTo>
                  <a:pt x="872661" y="34383"/>
                  <a:pt x="870675" y="34769"/>
                  <a:pt x="868935" y="35542"/>
                </a:cubicBezTo>
                <a:cubicBezTo>
                  <a:pt x="867196" y="36314"/>
                  <a:pt x="865736" y="37334"/>
                  <a:pt x="864554" y="38600"/>
                </a:cubicBezTo>
                <a:cubicBezTo>
                  <a:pt x="863373" y="39866"/>
                  <a:pt x="862471" y="41336"/>
                  <a:pt x="861849" y="43010"/>
                </a:cubicBezTo>
                <a:cubicBezTo>
                  <a:pt x="861226" y="44684"/>
                  <a:pt x="860915" y="46423"/>
                  <a:pt x="860915" y="48226"/>
                </a:cubicBez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0xffffffff1234567d:…">
            <a:extLst xmlns:a="http://schemas.openxmlformats.org/drawingml/2006/main">
              <a:ext uri="{FF2B5EF4-FFF2-40B4-BE49-F238E27FC236}">
                <a16:creationId xmlns:a16="http://schemas.microsoft.com/office/drawing/2014/main" id="{19DC06C0-E5FD-4B2F-A19E-5150CDF5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382" y="766202"/>
            <a:ext cx="1580347" cy="92910"/>
          </a:xfrm>
          <a:custGeom xmlns:a="http://schemas.openxmlformats.org/drawingml/2006/main">
            <a:pathLst>
              <a:path w="1580347" h="92910">
                <a:moveTo>
                  <a:pt x="61201" y="49707"/>
                </a:moveTo>
                <a:cubicBezTo>
                  <a:pt x="61201" y="56145"/>
                  <a:pt x="60557" y="62015"/>
                  <a:pt x="59269" y="67316"/>
                </a:cubicBezTo>
                <a:cubicBezTo>
                  <a:pt x="57980" y="72618"/>
                  <a:pt x="56026" y="77168"/>
                  <a:pt x="53406" y="80966"/>
                </a:cubicBezTo>
                <a:cubicBezTo>
                  <a:pt x="50786" y="84765"/>
                  <a:pt x="47533" y="87706"/>
                  <a:pt x="43646" y="89787"/>
                </a:cubicBezTo>
                <a:cubicBezTo>
                  <a:pt x="39759" y="91869"/>
                  <a:pt x="35196" y="92910"/>
                  <a:pt x="29956" y="92910"/>
                </a:cubicBezTo>
                <a:cubicBezTo>
                  <a:pt x="25447" y="92910"/>
                  <a:pt x="21345" y="92062"/>
                  <a:pt x="17652" y="90367"/>
                </a:cubicBezTo>
                <a:cubicBezTo>
                  <a:pt x="13958" y="88671"/>
                  <a:pt x="10801" y="86064"/>
                  <a:pt x="8182" y="82544"/>
                </a:cubicBezTo>
                <a:cubicBezTo>
                  <a:pt x="5562" y="79024"/>
                  <a:pt x="3543" y="74538"/>
                  <a:pt x="2126" y="69087"/>
                </a:cubicBezTo>
                <a:cubicBezTo>
                  <a:pt x="709" y="63636"/>
                  <a:pt x="0" y="57175"/>
                  <a:pt x="0" y="49707"/>
                </a:cubicBezTo>
                <a:cubicBezTo>
                  <a:pt x="0" y="43268"/>
                  <a:pt x="655" y="37387"/>
                  <a:pt x="1965" y="32065"/>
                </a:cubicBezTo>
                <a:cubicBezTo>
                  <a:pt x="3275" y="26742"/>
                  <a:pt x="5229" y="22181"/>
                  <a:pt x="7827" y="18382"/>
                </a:cubicBezTo>
                <a:cubicBezTo>
                  <a:pt x="10426" y="14584"/>
                  <a:pt x="13679" y="11643"/>
                  <a:pt x="17587" y="9561"/>
                </a:cubicBezTo>
                <a:cubicBezTo>
                  <a:pt x="21496" y="7480"/>
                  <a:pt x="26048" y="6439"/>
                  <a:pt x="31245" y="6439"/>
                </a:cubicBezTo>
                <a:cubicBezTo>
                  <a:pt x="35754" y="6439"/>
                  <a:pt x="39856" y="7286"/>
                  <a:pt x="43550" y="8982"/>
                </a:cubicBezTo>
                <a:cubicBezTo>
                  <a:pt x="47243" y="10677"/>
                  <a:pt x="50400" y="13296"/>
                  <a:pt x="53020" y="16837"/>
                </a:cubicBezTo>
                <a:cubicBezTo>
                  <a:pt x="55640" y="20378"/>
                  <a:pt x="57658" y="24875"/>
                  <a:pt x="59075" y="30326"/>
                </a:cubicBezTo>
                <a:cubicBezTo>
                  <a:pt x="60493" y="35778"/>
                  <a:pt x="61201" y="42238"/>
                  <a:pt x="61201" y="49707"/>
                </a:cubicBezTo>
                <a:moveTo>
                  <a:pt x="49863" y="50093"/>
                </a:moveTo>
                <a:cubicBezTo>
                  <a:pt x="49863" y="48634"/>
                  <a:pt x="49809" y="47185"/>
                  <a:pt x="49702" y="45747"/>
                </a:cubicBezTo>
                <a:cubicBezTo>
                  <a:pt x="49595" y="44309"/>
                  <a:pt x="49476" y="42903"/>
                  <a:pt x="49348" y="41529"/>
                </a:cubicBezTo>
                <a:lnTo>
                  <a:pt x="13722" y="67992"/>
                </a:lnTo>
                <a:cubicBezTo>
                  <a:pt x="14366" y="70225"/>
                  <a:pt x="15182" y="72285"/>
                  <a:pt x="16170" y="74174"/>
                </a:cubicBezTo>
                <a:cubicBezTo>
                  <a:pt x="17158" y="76062"/>
                  <a:pt x="18350" y="77683"/>
                  <a:pt x="19745" y="79035"/>
                </a:cubicBezTo>
                <a:cubicBezTo>
                  <a:pt x="21141" y="80387"/>
                  <a:pt x="22730" y="81439"/>
                  <a:pt x="24513" y="82190"/>
                </a:cubicBezTo>
                <a:cubicBezTo>
                  <a:pt x="26295" y="82941"/>
                  <a:pt x="28324" y="83317"/>
                  <a:pt x="30601" y="83317"/>
                </a:cubicBezTo>
                <a:cubicBezTo>
                  <a:pt x="33521" y="83317"/>
                  <a:pt x="36173" y="82608"/>
                  <a:pt x="38557" y="81192"/>
                </a:cubicBezTo>
                <a:cubicBezTo>
                  <a:pt x="40940" y="79775"/>
                  <a:pt x="42970" y="77672"/>
                  <a:pt x="44645" y="74882"/>
                </a:cubicBezTo>
                <a:cubicBezTo>
                  <a:pt x="46320" y="72092"/>
                  <a:pt x="47608" y="68626"/>
                  <a:pt x="48510" y="64483"/>
                </a:cubicBezTo>
                <a:cubicBezTo>
                  <a:pt x="49412" y="60341"/>
                  <a:pt x="49863" y="55544"/>
                  <a:pt x="49863" y="50093"/>
                </a:cubicBezTo>
                <a:moveTo>
                  <a:pt x="11338" y="49320"/>
                </a:moveTo>
                <a:cubicBezTo>
                  <a:pt x="11338" y="50651"/>
                  <a:pt x="11349" y="51982"/>
                  <a:pt x="11371" y="53312"/>
                </a:cubicBezTo>
                <a:cubicBezTo>
                  <a:pt x="11392" y="54643"/>
                  <a:pt x="11467" y="55931"/>
                  <a:pt x="11596" y="57175"/>
                </a:cubicBezTo>
                <a:lnTo>
                  <a:pt x="47222" y="30841"/>
                </a:lnTo>
                <a:cubicBezTo>
                  <a:pt x="46577" y="28652"/>
                  <a:pt x="45761" y="26656"/>
                  <a:pt x="44774" y="24853"/>
                </a:cubicBezTo>
                <a:cubicBezTo>
                  <a:pt x="43786" y="23050"/>
                  <a:pt x="42605" y="21494"/>
                  <a:pt x="41230" y="20185"/>
                </a:cubicBezTo>
                <a:cubicBezTo>
                  <a:pt x="39856" y="18876"/>
                  <a:pt x="38288" y="17857"/>
                  <a:pt x="36528" y="17127"/>
                </a:cubicBezTo>
                <a:cubicBezTo>
                  <a:pt x="34767" y="16397"/>
                  <a:pt x="32791" y="16032"/>
                  <a:pt x="30601" y="16032"/>
                </a:cubicBezTo>
                <a:cubicBezTo>
                  <a:pt x="27680" y="16032"/>
                  <a:pt x="25028" y="16741"/>
                  <a:pt x="22644" y="18157"/>
                </a:cubicBezTo>
                <a:cubicBezTo>
                  <a:pt x="20261" y="19574"/>
                  <a:pt x="18232" y="21688"/>
                  <a:pt x="16557" y="24499"/>
                </a:cubicBezTo>
                <a:cubicBezTo>
                  <a:pt x="14882" y="27311"/>
                  <a:pt x="13593" y="30788"/>
                  <a:pt x="12691" y="34930"/>
                </a:cubicBezTo>
                <a:cubicBezTo>
                  <a:pt x="11789" y="39072"/>
                  <a:pt x="11338" y="43869"/>
                  <a:pt x="11338" y="49320"/>
                </a:cubicBezTo>
                <a:close/>
                <a:moveTo>
                  <a:pt x="139899" y="91751"/>
                </a:moveTo>
                <a:lnTo>
                  <a:pt x="125018" y="91751"/>
                </a:lnTo>
                <a:lnTo>
                  <a:pt x="107559" y="67091"/>
                </a:lnTo>
                <a:lnTo>
                  <a:pt x="90294" y="91751"/>
                </a:lnTo>
                <a:lnTo>
                  <a:pt x="75799" y="91751"/>
                </a:lnTo>
                <a:lnTo>
                  <a:pt x="100859" y="59300"/>
                </a:lnTo>
                <a:lnTo>
                  <a:pt x="76959" y="27107"/>
                </a:lnTo>
                <a:lnTo>
                  <a:pt x="91325" y="27107"/>
                </a:lnTo>
                <a:lnTo>
                  <a:pt x="108332" y="51960"/>
                </a:lnTo>
                <a:lnTo>
                  <a:pt x="125018" y="27107"/>
                </a:lnTo>
                <a:lnTo>
                  <a:pt x="138869" y="27107"/>
                </a:lnTo>
                <a:lnTo>
                  <a:pt x="114581" y="59558"/>
                </a:lnTo>
                <a:lnTo>
                  <a:pt x="139899" y="91751"/>
                </a:lnTo>
                <a:close/>
                <a:moveTo>
                  <a:pt x="215957" y="11203"/>
                </a:moveTo>
                <a:cubicBezTo>
                  <a:pt x="210073" y="9958"/>
                  <a:pt x="205005" y="9336"/>
                  <a:pt x="200753" y="9336"/>
                </a:cubicBezTo>
                <a:cubicBezTo>
                  <a:pt x="190660" y="9336"/>
                  <a:pt x="185614" y="14616"/>
                  <a:pt x="185614" y="25175"/>
                </a:cubicBezTo>
                <a:lnTo>
                  <a:pt x="185614" y="36507"/>
                </a:lnTo>
                <a:lnTo>
                  <a:pt x="213960" y="36507"/>
                </a:lnTo>
                <a:lnTo>
                  <a:pt x="213960" y="45843"/>
                </a:lnTo>
                <a:lnTo>
                  <a:pt x="185614" y="45843"/>
                </a:lnTo>
                <a:lnTo>
                  <a:pt x="185614" y="91751"/>
                </a:lnTo>
                <a:lnTo>
                  <a:pt x="174211" y="91751"/>
                </a:lnTo>
                <a:lnTo>
                  <a:pt x="174211" y="45843"/>
                </a:lnTo>
                <a:lnTo>
                  <a:pt x="153402" y="45843"/>
                </a:lnTo>
                <a:lnTo>
                  <a:pt x="153402" y="36507"/>
                </a:lnTo>
                <a:lnTo>
                  <a:pt x="174211" y="36507"/>
                </a:lnTo>
                <a:lnTo>
                  <a:pt x="174211" y="25819"/>
                </a:lnTo>
                <a:cubicBezTo>
                  <a:pt x="174211" y="8606"/>
                  <a:pt x="183187" y="0"/>
                  <a:pt x="201139" y="0"/>
                </a:cubicBezTo>
                <a:cubicBezTo>
                  <a:pt x="205606" y="0"/>
                  <a:pt x="210545" y="515"/>
                  <a:pt x="215957" y="1545"/>
                </a:cubicBezTo>
                <a:lnTo>
                  <a:pt x="215957" y="11203"/>
                </a:lnTo>
                <a:moveTo>
                  <a:pt x="148249" y="27107"/>
                </a:moveTo>
                <a:lnTo>
                  <a:pt x="148249" y="27107"/>
                </a:lnTo>
                <a:close/>
                <a:moveTo>
                  <a:pt x="292916" y="11203"/>
                </a:moveTo>
                <a:cubicBezTo>
                  <a:pt x="287032" y="9958"/>
                  <a:pt x="281964" y="9336"/>
                  <a:pt x="277712" y="9336"/>
                </a:cubicBezTo>
                <a:cubicBezTo>
                  <a:pt x="267619" y="9336"/>
                  <a:pt x="262573" y="14616"/>
                  <a:pt x="262573" y="25175"/>
                </a:cubicBezTo>
                <a:lnTo>
                  <a:pt x="262573" y="36507"/>
                </a:lnTo>
                <a:lnTo>
                  <a:pt x="290919" y="36507"/>
                </a:lnTo>
                <a:lnTo>
                  <a:pt x="290919" y="45843"/>
                </a:lnTo>
                <a:lnTo>
                  <a:pt x="262573" y="45843"/>
                </a:lnTo>
                <a:lnTo>
                  <a:pt x="262573" y="91751"/>
                </a:lnTo>
                <a:lnTo>
                  <a:pt x="251170" y="91751"/>
                </a:lnTo>
                <a:lnTo>
                  <a:pt x="251170" y="45843"/>
                </a:lnTo>
                <a:lnTo>
                  <a:pt x="230361" y="45843"/>
                </a:lnTo>
                <a:lnTo>
                  <a:pt x="230361" y="36507"/>
                </a:lnTo>
                <a:lnTo>
                  <a:pt x="251170" y="36507"/>
                </a:lnTo>
                <a:lnTo>
                  <a:pt x="251170" y="25819"/>
                </a:lnTo>
                <a:cubicBezTo>
                  <a:pt x="251170" y="8606"/>
                  <a:pt x="260146" y="0"/>
                  <a:pt x="278098" y="0"/>
                </a:cubicBezTo>
                <a:cubicBezTo>
                  <a:pt x="282565" y="0"/>
                  <a:pt x="287504" y="515"/>
                  <a:pt x="292916" y="1545"/>
                </a:cubicBezTo>
                <a:lnTo>
                  <a:pt x="292916" y="11203"/>
                </a:lnTo>
                <a:moveTo>
                  <a:pt x="225208" y="27107"/>
                </a:moveTo>
                <a:lnTo>
                  <a:pt x="225208" y="27107"/>
                </a:lnTo>
                <a:close/>
                <a:moveTo>
                  <a:pt x="369875" y="11203"/>
                </a:moveTo>
                <a:cubicBezTo>
                  <a:pt x="363991" y="9958"/>
                  <a:pt x="358923" y="9336"/>
                  <a:pt x="354671" y="9336"/>
                </a:cubicBezTo>
                <a:cubicBezTo>
                  <a:pt x="344578" y="9336"/>
                  <a:pt x="339532" y="14616"/>
                  <a:pt x="339532" y="25175"/>
                </a:cubicBezTo>
                <a:lnTo>
                  <a:pt x="339532" y="36507"/>
                </a:lnTo>
                <a:lnTo>
                  <a:pt x="367878" y="36507"/>
                </a:lnTo>
                <a:lnTo>
                  <a:pt x="367878" y="45843"/>
                </a:lnTo>
                <a:lnTo>
                  <a:pt x="339532" y="45843"/>
                </a:lnTo>
                <a:lnTo>
                  <a:pt x="339532" y="91751"/>
                </a:lnTo>
                <a:lnTo>
                  <a:pt x="328129" y="91751"/>
                </a:lnTo>
                <a:lnTo>
                  <a:pt x="328129" y="45843"/>
                </a:lnTo>
                <a:lnTo>
                  <a:pt x="307320" y="45843"/>
                </a:lnTo>
                <a:lnTo>
                  <a:pt x="307320" y="36507"/>
                </a:lnTo>
                <a:lnTo>
                  <a:pt x="328129" y="36507"/>
                </a:lnTo>
                <a:lnTo>
                  <a:pt x="328129" y="25819"/>
                </a:lnTo>
                <a:cubicBezTo>
                  <a:pt x="328129" y="8606"/>
                  <a:pt x="337105" y="0"/>
                  <a:pt x="355057" y="0"/>
                </a:cubicBezTo>
                <a:cubicBezTo>
                  <a:pt x="359524" y="0"/>
                  <a:pt x="364463" y="515"/>
                  <a:pt x="369875" y="1545"/>
                </a:cubicBezTo>
                <a:lnTo>
                  <a:pt x="369875" y="11203"/>
                </a:lnTo>
                <a:moveTo>
                  <a:pt x="302167" y="27107"/>
                </a:moveTo>
                <a:lnTo>
                  <a:pt x="302167" y="27107"/>
                </a:lnTo>
                <a:close/>
                <a:moveTo>
                  <a:pt x="446833" y="11203"/>
                </a:moveTo>
                <a:cubicBezTo>
                  <a:pt x="440950" y="9958"/>
                  <a:pt x="435882" y="9336"/>
                  <a:pt x="431630" y="9336"/>
                </a:cubicBezTo>
                <a:cubicBezTo>
                  <a:pt x="421537" y="9336"/>
                  <a:pt x="416491" y="14616"/>
                  <a:pt x="416491" y="25175"/>
                </a:cubicBezTo>
                <a:lnTo>
                  <a:pt x="416491" y="36507"/>
                </a:lnTo>
                <a:lnTo>
                  <a:pt x="444836" y="36507"/>
                </a:lnTo>
                <a:lnTo>
                  <a:pt x="444836" y="45843"/>
                </a:lnTo>
                <a:lnTo>
                  <a:pt x="416491" y="45843"/>
                </a:lnTo>
                <a:lnTo>
                  <a:pt x="416491" y="91751"/>
                </a:lnTo>
                <a:lnTo>
                  <a:pt x="405088" y="91751"/>
                </a:lnTo>
                <a:lnTo>
                  <a:pt x="405088" y="45843"/>
                </a:lnTo>
                <a:lnTo>
                  <a:pt x="384279" y="45843"/>
                </a:lnTo>
                <a:lnTo>
                  <a:pt x="384279" y="36507"/>
                </a:lnTo>
                <a:lnTo>
                  <a:pt x="405088" y="36507"/>
                </a:lnTo>
                <a:lnTo>
                  <a:pt x="405088" y="25819"/>
                </a:lnTo>
                <a:cubicBezTo>
                  <a:pt x="405088" y="8606"/>
                  <a:pt x="414064" y="0"/>
                  <a:pt x="432016" y="0"/>
                </a:cubicBezTo>
                <a:cubicBezTo>
                  <a:pt x="436483" y="0"/>
                  <a:pt x="441422" y="515"/>
                  <a:pt x="446833" y="1545"/>
                </a:cubicBezTo>
                <a:lnTo>
                  <a:pt x="446833" y="11203"/>
                </a:lnTo>
                <a:moveTo>
                  <a:pt x="379125" y="27107"/>
                </a:moveTo>
                <a:lnTo>
                  <a:pt x="379125" y="27107"/>
                </a:lnTo>
                <a:close/>
                <a:moveTo>
                  <a:pt x="523793" y="11203"/>
                </a:moveTo>
                <a:cubicBezTo>
                  <a:pt x="517909" y="9958"/>
                  <a:pt x="512841" y="9336"/>
                  <a:pt x="508589" y="9336"/>
                </a:cubicBezTo>
                <a:cubicBezTo>
                  <a:pt x="498496" y="9336"/>
                  <a:pt x="493450" y="14616"/>
                  <a:pt x="493450" y="25175"/>
                </a:cubicBezTo>
                <a:lnTo>
                  <a:pt x="493450" y="36507"/>
                </a:lnTo>
                <a:lnTo>
                  <a:pt x="521795" y="36507"/>
                </a:lnTo>
                <a:lnTo>
                  <a:pt x="521795" y="45843"/>
                </a:lnTo>
                <a:lnTo>
                  <a:pt x="493450" y="45843"/>
                </a:lnTo>
                <a:lnTo>
                  <a:pt x="493450" y="91751"/>
                </a:lnTo>
                <a:lnTo>
                  <a:pt x="482047" y="91751"/>
                </a:lnTo>
                <a:lnTo>
                  <a:pt x="482047" y="45843"/>
                </a:lnTo>
                <a:lnTo>
                  <a:pt x="461238" y="45843"/>
                </a:lnTo>
                <a:lnTo>
                  <a:pt x="461238" y="36507"/>
                </a:lnTo>
                <a:lnTo>
                  <a:pt x="482047" y="36507"/>
                </a:lnTo>
                <a:lnTo>
                  <a:pt x="482047" y="25819"/>
                </a:lnTo>
                <a:cubicBezTo>
                  <a:pt x="482047" y="8606"/>
                  <a:pt x="491023" y="0"/>
                  <a:pt x="508975" y="0"/>
                </a:cubicBezTo>
                <a:cubicBezTo>
                  <a:pt x="513442" y="0"/>
                  <a:pt x="518381" y="515"/>
                  <a:pt x="523793" y="1545"/>
                </a:cubicBezTo>
                <a:lnTo>
                  <a:pt x="523793" y="11203"/>
                </a:lnTo>
                <a:moveTo>
                  <a:pt x="456085" y="27107"/>
                </a:moveTo>
                <a:lnTo>
                  <a:pt x="456085" y="27107"/>
                </a:lnTo>
                <a:close/>
                <a:moveTo>
                  <a:pt x="600751" y="11203"/>
                </a:moveTo>
                <a:cubicBezTo>
                  <a:pt x="594867" y="9958"/>
                  <a:pt x="589799" y="9336"/>
                  <a:pt x="585548" y="9336"/>
                </a:cubicBezTo>
                <a:cubicBezTo>
                  <a:pt x="575455" y="9336"/>
                  <a:pt x="570408" y="14616"/>
                  <a:pt x="570408" y="25175"/>
                </a:cubicBezTo>
                <a:lnTo>
                  <a:pt x="570408" y="36507"/>
                </a:lnTo>
                <a:lnTo>
                  <a:pt x="598754" y="36507"/>
                </a:lnTo>
                <a:lnTo>
                  <a:pt x="598754" y="45843"/>
                </a:lnTo>
                <a:lnTo>
                  <a:pt x="570408" y="45843"/>
                </a:lnTo>
                <a:lnTo>
                  <a:pt x="570408" y="91751"/>
                </a:lnTo>
                <a:lnTo>
                  <a:pt x="559006" y="91751"/>
                </a:lnTo>
                <a:lnTo>
                  <a:pt x="559006" y="45843"/>
                </a:lnTo>
                <a:lnTo>
                  <a:pt x="538197" y="45843"/>
                </a:lnTo>
                <a:lnTo>
                  <a:pt x="538197" y="36507"/>
                </a:lnTo>
                <a:lnTo>
                  <a:pt x="559006" y="36507"/>
                </a:lnTo>
                <a:lnTo>
                  <a:pt x="559006" y="25819"/>
                </a:lnTo>
                <a:cubicBezTo>
                  <a:pt x="559006" y="8606"/>
                  <a:pt x="567982" y="0"/>
                  <a:pt x="585934" y="0"/>
                </a:cubicBezTo>
                <a:cubicBezTo>
                  <a:pt x="590401" y="0"/>
                  <a:pt x="595340" y="515"/>
                  <a:pt x="600751" y="1545"/>
                </a:cubicBezTo>
                <a:lnTo>
                  <a:pt x="600751" y="11203"/>
                </a:lnTo>
                <a:moveTo>
                  <a:pt x="533043" y="27107"/>
                </a:moveTo>
                <a:lnTo>
                  <a:pt x="533043" y="27107"/>
                </a:lnTo>
                <a:close/>
                <a:moveTo>
                  <a:pt x="677710" y="11203"/>
                </a:moveTo>
                <a:cubicBezTo>
                  <a:pt x="671826" y="9958"/>
                  <a:pt x="666759" y="9336"/>
                  <a:pt x="662507" y="9336"/>
                </a:cubicBezTo>
                <a:cubicBezTo>
                  <a:pt x="652414" y="9336"/>
                  <a:pt x="647367" y="14616"/>
                  <a:pt x="647367" y="25175"/>
                </a:cubicBezTo>
                <a:lnTo>
                  <a:pt x="647367" y="36507"/>
                </a:lnTo>
                <a:lnTo>
                  <a:pt x="675713" y="36507"/>
                </a:lnTo>
                <a:lnTo>
                  <a:pt x="675713" y="45843"/>
                </a:lnTo>
                <a:lnTo>
                  <a:pt x="647367" y="45843"/>
                </a:lnTo>
                <a:lnTo>
                  <a:pt x="647367" y="91751"/>
                </a:lnTo>
                <a:lnTo>
                  <a:pt x="635965" y="91751"/>
                </a:lnTo>
                <a:lnTo>
                  <a:pt x="635965" y="45843"/>
                </a:lnTo>
                <a:lnTo>
                  <a:pt x="615156" y="45843"/>
                </a:lnTo>
                <a:lnTo>
                  <a:pt x="615156" y="36507"/>
                </a:lnTo>
                <a:lnTo>
                  <a:pt x="635965" y="36507"/>
                </a:lnTo>
                <a:lnTo>
                  <a:pt x="635965" y="25819"/>
                </a:lnTo>
                <a:cubicBezTo>
                  <a:pt x="635965" y="8606"/>
                  <a:pt x="644941" y="0"/>
                  <a:pt x="662893" y="0"/>
                </a:cubicBezTo>
                <a:cubicBezTo>
                  <a:pt x="667360" y="0"/>
                  <a:pt x="672299" y="515"/>
                  <a:pt x="677710" y="1545"/>
                </a:cubicBezTo>
                <a:lnTo>
                  <a:pt x="677710" y="11203"/>
                </a:lnTo>
                <a:moveTo>
                  <a:pt x="610002" y="27107"/>
                </a:moveTo>
                <a:lnTo>
                  <a:pt x="610002" y="27107"/>
                </a:lnTo>
                <a:close/>
                <a:moveTo>
                  <a:pt x="754669" y="11203"/>
                </a:moveTo>
                <a:cubicBezTo>
                  <a:pt x="748785" y="9958"/>
                  <a:pt x="743717" y="9336"/>
                  <a:pt x="739465" y="9336"/>
                </a:cubicBezTo>
                <a:cubicBezTo>
                  <a:pt x="729373" y="9336"/>
                  <a:pt x="724326" y="14616"/>
                  <a:pt x="724326" y="25175"/>
                </a:cubicBezTo>
                <a:lnTo>
                  <a:pt x="724326" y="36507"/>
                </a:lnTo>
                <a:lnTo>
                  <a:pt x="752672" y="36507"/>
                </a:lnTo>
                <a:lnTo>
                  <a:pt x="752672" y="45843"/>
                </a:lnTo>
                <a:lnTo>
                  <a:pt x="724326" y="45843"/>
                </a:lnTo>
                <a:lnTo>
                  <a:pt x="724326" y="91751"/>
                </a:lnTo>
                <a:lnTo>
                  <a:pt x="712923" y="91751"/>
                </a:lnTo>
                <a:lnTo>
                  <a:pt x="712923" y="45843"/>
                </a:lnTo>
                <a:lnTo>
                  <a:pt x="692115" y="45843"/>
                </a:lnTo>
                <a:lnTo>
                  <a:pt x="692115" y="36507"/>
                </a:lnTo>
                <a:lnTo>
                  <a:pt x="712923" y="36507"/>
                </a:lnTo>
                <a:lnTo>
                  <a:pt x="712923" y="25819"/>
                </a:lnTo>
                <a:cubicBezTo>
                  <a:pt x="712923" y="8606"/>
                  <a:pt x="721900" y="0"/>
                  <a:pt x="739852" y="0"/>
                </a:cubicBezTo>
                <a:cubicBezTo>
                  <a:pt x="744319" y="0"/>
                  <a:pt x="749258" y="515"/>
                  <a:pt x="754669" y="1545"/>
                </a:cubicBezTo>
                <a:lnTo>
                  <a:pt x="754669" y="11203"/>
                </a:lnTo>
                <a:moveTo>
                  <a:pt x="686961" y="27107"/>
                </a:moveTo>
                <a:lnTo>
                  <a:pt x="686961" y="27107"/>
                </a:lnTo>
                <a:close/>
                <a:moveTo>
                  <a:pt x="828149" y="91751"/>
                </a:moveTo>
                <a:lnTo>
                  <a:pt x="775259" y="91751"/>
                </a:lnTo>
                <a:lnTo>
                  <a:pt x="775259" y="81321"/>
                </a:lnTo>
                <a:lnTo>
                  <a:pt x="796904" y="81321"/>
                </a:lnTo>
                <a:lnTo>
                  <a:pt x="796904" y="19896"/>
                </a:lnTo>
                <a:lnTo>
                  <a:pt x="776740" y="30841"/>
                </a:lnTo>
                <a:lnTo>
                  <a:pt x="772617" y="21312"/>
                </a:lnTo>
                <a:lnTo>
                  <a:pt x="799417" y="7211"/>
                </a:lnTo>
                <a:lnTo>
                  <a:pt x="809338" y="7211"/>
                </a:lnTo>
                <a:lnTo>
                  <a:pt x="809338" y="81321"/>
                </a:lnTo>
                <a:lnTo>
                  <a:pt x="828149" y="81321"/>
                </a:lnTo>
                <a:lnTo>
                  <a:pt x="828149" y="91751"/>
                </a:lnTo>
                <a:close/>
                <a:moveTo>
                  <a:pt x="905817" y="91751"/>
                </a:moveTo>
                <a:lnTo>
                  <a:pt x="850349" y="91751"/>
                </a:lnTo>
                <a:lnTo>
                  <a:pt x="850349" y="81707"/>
                </a:lnTo>
                <a:lnTo>
                  <a:pt x="872124" y="60073"/>
                </a:lnTo>
                <a:cubicBezTo>
                  <a:pt x="875689" y="56553"/>
                  <a:pt x="878588" y="53505"/>
                  <a:pt x="880821" y="50930"/>
                </a:cubicBezTo>
                <a:cubicBezTo>
                  <a:pt x="883054" y="48354"/>
                  <a:pt x="884794" y="46004"/>
                  <a:pt x="886039" y="43880"/>
                </a:cubicBezTo>
                <a:cubicBezTo>
                  <a:pt x="887285" y="41755"/>
                  <a:pt x="888122" y="39748"/>
                  <a:pt x="888552" y="37859"/>
                </a:cubicBezTo>
                <a:cubicBezTo>
                  <a:pt x="888981" y="35971"/>
                  <a:pt x="889196" y="33932"/>
                  <a:pt x="889196" y="31743"/>
                </a:cubicBezTo>
                <a:cubicBezTo>
                  <a:pt x="889196" y="29682"/>
                  <a:pt x="888917" y="27719"/>
                  <a:pt x="888359" y="25851"/>
                </a:cubicBezTo>
                <a:cubicBezTo>
                  <a:pt x="887800" y="23984"/>
                  <a:pt x="886941" y="22342"/>
                  <a:pt x="885782" y="20926"/>
                </a:cubicBezTo>
                <a:cubicBezTo>
                  <a:pt x="884622" y="19509"/>
                  <a:pt x="883119" y="18393"/>
                  <a:pt x="881272" y="17578"/>
                </a:cubicBezTo>
                <a:cubicBezTo>
                  <a:pt x="879425" y="16762"/>
                  <a:pt x="877213" y="16354"/>
                  <a:pt x="874637" y="16354"/>
                </a:cubicBezTo>
                <a:cubicBezTo>
                  <a:pt x="871072" y="16354"/>
                  <a:pt x="867829" y="17148"/>
                  <a:pt x="864909" y="18737"/>
                </a:cubicBezTo>
                <a:cubicBezTo>
                  <a:pt x="861988" y="20325"/>
                  <a:pt x="859304" y="22385"/>
                  <a:pt x="856856" y="24918"/>
                </a:cubicBezTo>
                <a:lnTo>
                  <a:pt x="850671" y="17513"/>
                </a:lnTo>
                <a:cubicBezTo>
                  <a:pt x="853850" y="14165"/>
                  <a:pt x="857511" y="11482"/>
                  <a:pt x="861655" y="9465"/>
                </a:cubicBezTo>
                <a:cubicBezTo>
                  <a:pt x="865800" y="7447"/>
                  <a:pt x="870621" y="6439"/>
                  <a:pt x="876118" y="6439"/>
                </a:cubicBezTo>
                <a:cubicBezTo>
                  <a:pt x="879855" y="6439"/>
                  <a:pt x="883258" y="6997"/>
                  <a:pt x="886329" y="8113"/>
                </a:cubicBezTo>
                <a:cubicBezTo>
                  <a:pt x="889400" y="9229"/>
                  <a:pt x="892052" y="10838"/>
                  <a:pt x="894285" y="12942"/>
                </a:cubicBezTo>
                <a:cubicBezTo>
                  <a:pt x="896519" y="15045"/>
                  <a:pt x="898247" y="17621"/>
                  <a:pt x="899471" y="20668"/>
                </a:cubicBezTo>
                <a:cubicBezTo>
                  <a:pt x="900695" y="23716"/>
                  <a:pt x="901307" y="27150"/>
                  <a:pt x="901307" y="30970"/>
                </a:cubicBezTo>
                <a:cubicBezTo>
                  <a:pt x="901307" y="34189"/>
                  <a:pt x="900878" y="37173"/>
                  <a:pt x="900019" y="39920"/>
                </a:cubicBezTo>
                <a:cubicBezTo>
                  <a:pt x="899160" y="42667"/>
                  <a:pt x="897861" y="45403"/>
                  <a:pt x="896121" y="48129"/>
                </a:cubicBezTo>
                <a:cubicBezTo>
                  <a:pt x="894382" y="50855"/>
                  <a:pt x="892192" y="53677"/>
                  <a:pt x="889550" y="56596"/>
                </a:cubicBezTo>
                <a:cubicBezTo>
                  <a:pt x="886909" y="59515"/>
                  <a:pt x="883785" y="62713"/>
                  <a:pt x="880177" y="66190"/>
                </a:cubicBezTo>
                <a:lnTo>
                  <a:pt x="864909" y="81063"/>
                </a:lnTo>
                <a:lnTo>
                  <a:pt x="905817" y="81063"/>
                </a:lnTo>
                <a:lnTo>
                  <a:pt x="905817" y="91751"/>
                </a:lnTo>
                <a:close/>
                <a:moveTo>
                  <a:pt x="981165" y="66190"/>
                </a:moveTo>
                <a:cubicBezTo>
                  <a:pt x="981165" y="69881"/>
                  <a:pt x="980414" y="73347"/>
                  <a:pt x="978910" y="76588"/>
                </a:cubicBezTo>
                <a:cubicBezTo>
                  <a:pt x="977407" y="79829"/>
                  <a:pt x="975152" y="82662"/>
                  <a:pt x="972146" y="85087"/>
                </a:cubicBezTo>
                <a:cubicBezTo>
                  <a:pt x="969140" y="87512"/>
                  <a:pt x="965360" y="89423"/>
                  <a:pt x="960808" y="90818"/>
                </a:cubicBezTo>
                <a:cubicBezTo>
                  <a:pt x="956255" y="92213"/>
                  <a:pt x="950951" y="92910"/>
                  <a:pt x="944895" y="92910"/>
                </a:cubicBezTo>
                <a:cubicBezTo>
                  <a:pt x="941545" y="92910"/>
                  <a:pt x="938539" y="92803"/>
                  <a:pt x="935876" y="92588"/>
                </a:cubicBezTo>
                <a:cubicBezTo>
                  <a:pt x="933213" y="92374"/>
                  <a:pt x="930722" y="92095"/>
                  <a:pt x="928403" y="91751"/>
                </a:cubicBezTo>
                <a:lnTo>
                  <a:pt x="928403" y="81707"/>
                </a:lnTo>
                <a:cubicBezTo>
                  <a:pt x="931066" y="82179"/>
                  <a:pt x="933879" y="82544"/>
                  <a:pt x="936843" y="82801"/>
                </a:cubicBezTo>
                <a:cubicBezTo>
                  <a:pt x="939806" y="83059"/>
                  <a:pt x="942834" y="83188"/>
                  <a:pt x="945926" y="83188"/>
                </a:cubicBezTo>
                <a:cubicBezTo>
                  <a:pt x="950135" y="83188"/>
                  <a:pt x="953732" y="82812"/>
                  <a:pt x="956717" y="82061"/>
                </a:cubicBezTo>
                <a:cubicBezTo>
                  <a:pt x="959702" y="81310"/>
                  <a:pt x="962139" y="80226"/>
                  <a:pt x="964029" y="78809"/>
                </a:cubicBezTo>
                <a:cubicBezTo>
                  <a:pt x="965919" y="77393"/>
                  <a:pt x="967293" y="75676"/>
                  <a:pt x="968152" y="73659"/>
                </a:cubicBezTo>
                <a:cubicBezTo>
                  <a:pt x="969011" y="71641"/>
                  <a:pt x="969440" y="69366"/>
                  <a:pt x="969440" y="66834"/>
                </a:cubicBezTo>
                <a:cubicBezTo>
                  <a:pt x="969440" y="64516"/>
                  <a:pt x="968925" y="62498"/>
                  <a:pt x="967894" y="60781"/>
                </a:cubicBezTo>
                <a:cubicBezTo>
                  <a:pt x="966863" y="59064"/>
                  <a:pt x="965414" y="57626"/>
                  <a:pt x="963546" y="56467"/>
                </a:cubicBezTo>
                <a:cubicBezTo>
                  <a:pt x="961677" y="55308"/>
                  <a:pt x="959444" y="54439"/>
                  <a:pt x="956846" y="53860"/>
                </a:cubicBezTo>
                <a:cubicBezTo>
                  <a:pt x="954247" y="53280"/>
                  <a:pt x="951402" y="52990"/>
                  <a:pt x="948310" y="52990"/>
                </a:cubicBezTo>
                <a:lnTo>
                  <a:pt x="938711" y="52990"/>
                </a:lnTo>
                <a:lnTo>
                  <a:pt x="938711" y="43783"/>
                </a:lnTo>
                <a:lnTo>
                  <a:pt x="948439" y="43783"/>
                </a:lnTo>
                <a:cubicBezTo>
                  <a:pt x="950973" y="43783"/>
                  <a:pt x="953281" y="43450"/>
                  <a:pt x="955364" y="42785"/>
                </a:cubicBezTo>
                <a:cubicBezTo>
                  <a:pt x="957447" y="42120"/>
                  <a:pt x="959229" y="41165"/>
                  <a:pt x="960711" y="39920"/>
                </a:cubicBezTo>
                <a:cubicBezTo>
                  <a:pt x="962193" y="38675"/>
                  <a:pt x="963331" y="37140"/>
                  <a:pt x="964125" y="35316"/>
                </a:cubicBezTo>
                <a:cubicBezTo>
                  <a:pt x="964920" y="33492"/>
                  <a:pt x="965317" y="31421"/>
                  <a:pt x="965317" y="29103"/>
                </a:cubicBezTo>
                <a:cubicBezTo>
                  <a:pt x="965317" y="24596"/>
                  <a:pt x="963943" y="21312"/>
                  <a:pt x="961194" y="19252"/>
                </a:cubicBezTo>
                <a:cubicBezTo>
                  <a:pt x="958446" y="17191"/>
                  <a:pt x="954408" y="16161"/>
                  <a:pt x="949083" y="16161"/>
                </a:cubicBezTo>
                <a:cubicBezTo>
                  <a:pt x="946248" y="16161"/>
                  <a:pt x="943328" y="16440"/>
                  <a:pt x="940321" y="16998"/>
                </a:cubicBezTo>
                <a:cubicBezTo>
                  <a:pt x="937315" y="17556"/>
                  <a:pt x="934094" y="18393"/>
                  <a:pt x="930658" y="19509"/>
                </a:cubicBezTo>
                <a:lnTo>
                  <a:pt x="930658" y="9722"/>
                </a:lnTo>
                <a:cubicBezTo>
                  <a:pt x="932118" y="9207"/>
                  <a:pt x="933675" y="8746"/>
                  <a:pt x="935329" y="8338"/>
                </a:cubicBezTo>
                <a:cubicBezTo>
                  <a:pt x="936982" y="7930"/>
                  <a:pt x="938636" y="7587"/>
                  <a:pt x="940289" y="7308"/>
                </a:cubicBezTo>
                <a:cubicBezTo>
                  <a:pt x="941943" y="7029"/>
                  <a:pt x="943585" y="6814"/>
                  <a:pt x="945217" y="6664"/>
                </a:cubicBezTo>
                <a:cubicBezTo>
                  <a:pt x="946850" y="6514"/>
                  <a:pt x="948417" y="6439"/>
                  <a:pt x="949920" y="6439"/>
                </a:cubicBezTo>
                <a:cubicBezTo>
                  <a:pt x="954387" y="6439"/>
                  <a:pt x="958317" y="6922"/>
                  <a:pt x="961710" y="7887"/>
                </a:cubicBezTo>
                <a:cubicBezTo>
                  <a:pt x="965103" y="8853"/>
                  <a:pt x="967937" y="10238"/>
                  <a:pt x="970213" y="12040"/>
                </a:cubicBezTo>
                <a:cubicBezTo>
                  <a:pt x="972490" y="13843"/>
                  <a:pt x="974208" y="16032"/>
                  <a:pt x="975367" y="18608"/>
                </a:cubicBezTo>
                <a:cubicBezTo>
                  <a:pt x="976527" y="21183"/>
                  <a:pt x="977107" y="24081"/>
                  <a:pt x="977107" y="27300"/>
                </a:cubicBezTo>
                <a:cubicBezTo>
                  <a:pt x="977107" y="32108"/>
                  <a:pt x="975872" y="36142"/>
                  <a:pt x="973402" y="39405"/>
                </a:cubicBezTo>
                <a:cubicBezTo>
                  <a:pt x="970933" y="42667"/>
                  <a:pt x="967551" y="45264"/>
                  <a:pt x="963256" y="47196"/>
                </a:cubicBezTo>
                <a:cubicBezTo>
                  <a:pt x="965446" y="47539"/>
                  <a:pt x="967604" y="48226"/>
                  <a:pt x="969730" y="49256"/>
                </a:cubicBezTo>
                <a:cubicBezTo>
                  <a:pt x="971856" y="50286"/>
                  <a:pt x="973767" y="51606"/>
                  <a:pt x="975464" y="53216"/>
                </a:cubicBezTo>
                <a:cubicBezTo>
                  <a:pt x="977160" y="54825"/>
                  <a:pt x="978535" y="56725"/>
                  <a:pt x="979587" y="58914"/>
                </a:cubicBezTo>
                <a:cubicBezTo>
                  <a:pt x="980639" y="61103"/>
                  <a:pt x="981165" y="63528"/>
                  <a:pt x="981165" y="66190"/>
                </a:cubicBezTo>
                <a:close/>
                <a:moveTo>
                  <a:pt x="1063922" y="73143"/>
                </a:moveTo>
                <a:lnTo>
                  <a:pt x="1049556" y="73143"/>
                </a:lnTo>
                <a:lnTo>
                  <a:pt x="1049556" y="91751"/>
                </a:lnTo>
                <a:lnTo>
                  <a:pt x="1038089" y="91751"/>
                </a:lnTo>
                <a:lnTo>
                  <a:pt x="1038089" y="73143"/>
                </a:lnTo>
                <a:lnTo>
                  <a:pt x="997567" y="73143"/>
                </a:lnTo>
                <a:lnTo>
                  <a:pt x="997567" y="63292"/>
                </a:lnTo>
                <a:lnTo>
                  <a:pt x="1033450" y="7598"/>
                </a:lnTo>
                <a:lnTo>
                  <a:pt x="1049556" y="7598"/>
                </a:lnTo>
                <a:lnTo>
                  <a:pt x="1049556" y="63292"/>
                </a:lnTo>
                <a:lnTo>
                  <a:pt x="1063922" y="63292"/>
                </a:lnTo>
                <a:lnTo>
                  <a:pt x="1063922" y="73143"/>
                </a:lnTo>
                <a:moveTo>
                  <a:pt x="1038089" y="18415"/>
                </a:moveTo>
                <a:lnTo>
                  <a:pt x="1008777" y="63292"/>
                </a:lnTo>
                <a:lnTo>
                  <a:pt x="1038089" y="63292"/>
                </a:lnTo>
                <a:lnTo>
                  <a:pt x="1038089" y="18415"/>
                </a:lnTo>
                <a:close/>
                <a:moveTo>
                  <a:pt x="1134568" y="64838"/>
                </a:moveTo>
                <a:cubicBezTo>
                  <a:pt x="1134568" y="69001"/>
                  <a:pt x="1133666" y="72800"/>
                  <a:pt x="1131862" y="76234"/>
                </a:cubicBezTo>
                <a:cubicBezTo>
                  <a:pt x="1130058" y="79668"/>
                  <a:pt x="1127578" y="82619"/>
                  <a:pt x="1124421" y="85087"/>
                </a:cubicBezTo>
                <a:cubicBezTo>
                  <a:pt x="1121265" y="87555"/>
                  <a:pt x="1117539" y="89476"/>
                  <a:pt x="1113244" y="90850"/>
                </a:cubicBezTo>
                <a:cubicBezTo>
                  <a:pt x="1108949" y="92223"/>
                  <a:pt x="1104311" y="92910"/>
                  <a:pt x="1099329" y="92910"/>
                </a:cubicBezTo>
                <a:cubicBezTo>
                  <a:pt x="1098083" y="92910"/>
                  <a:pt x="1096741" y="92878"/>
                  <a:pt x="1095302" y="92814"/>
                </a:cubicBezTo>
                <a:cubicBezTo>
                  <a:pt x="1093864" y="92749"/>
                  <a:pt x="1092436" y="92663"/>
                  <a:pt x="1091018" y="92556"/>
                </a:cubicBezTo>
                <a:cubicBezTo>
                  <a:pt x="1089601" y="92449"/>
                  <a:pt x="1088216" y="92331"/>
                  <a:pt x="1086863" y="92202"/>
                </a:cubicBezTo>
                <a:cubicBezTo>
                  <a:pt x="1085510" y="92073"/>
                  <a:pt x="1084297" y="91923"/>
                  <a:pt x="1083223" y="91751"/>
                </a:cubicBezTo>
                <a:lnTo>
                  <a:pt x="1083223" y="81578"/>
                </a:lnTo>
                <a:cubicBezTo>
                  <a:pt x="1085542" y="82136"/>
                  <a:pt x="1088195" y="82544"/>
                  <a:pt x="1091179" y="82801"/>
                </a:cubicBezTo>
                <a:cubicBezTo>
                  <a:pt x="1094164" y="83059"/>
                  <a:pt x="1097181" y="83188"/>
                  <a:pt x="1100231" y="83188"/>
                </a:cubicBezTo>
                <a:cubicBezTo>
                  <a:pt x="1103667" y="83188"/>
                  <a:pt x="1106759" y="82780"/>
                  <a:pt x="1109508" y="81964"/>
                </a:cubicBezTo>
                <a:cubicBezTo>
                  <a:pt x="1112256" y="81149"/>
                  <a:pt x="1114597" y="79979"/>
                  <a:pt x="1116530" y="78455"/>
                </a:cubicBezTo>
                <a:cubicBezTo>
                  <a:pt x="1118462" y="76932"/>
                  <a:pt x="1119944" y="75086"/>
                  <a:pt x="1120975" y="72918"/>
                </a:cubicBezTo>
                <a:cubicBezTo>
                  <a:pt x="1122006" y="70750"/>
                  <a:pt x="1122521" y="68314"/>
                  <a:pt x="1122521" y="65610"/>
                </a:cubicBezTo>
                <a:cubicBezTo>
                  <a:pt x="1122521" y="60373"/>
                  <a:pt x="1120642" y="56564"/>
                  <a:pt x="1116884" y="54182"/>
                </a:cubicBezTo>
                <a:cubicBezTo>
                  <a:pt x="1113126" y="51799"/>
                  <a:pt x="1107725" y="50608"/>
                  <a:pt x="1100682" y="50608"/>
                </a:cubicBezTo>
                <a:lnTo>
                  <a:pt x="1084705" y="50608"/>
                </a:lnTo>
                <a:lnTo>
                  <a:pt x="1084705" y="7598"/>
                </a:lnTo>
                <a:lnTo>
                  <a:pt x="1130058" y="7598"/>
                </a:lnTo>
                <a:lnTo>
                  <a:pt x="1130058" y="17384"/>
                </a:lnTo>
                <a:lnTo>
                  <a:pt x="1095270" y="17384"/>
                </a:lnTo>
                <a:lnTo>
                  <a:pt x="1095270" y="41014"/>
                </a:lnTo>
                <a:lnTo>
                  <a:pt x="1102614" y="41014"/>
                </a:lnTo>
                <a:cubicBezTo>
                  <a:pt x="1106652" y="41014"/>
                  <a:pt x="1110581" y="41379"/>
                  <a:pt x="1114404" y="42109"/>
                </a:cubicBezTo>
                <a:cubicBezTo>
                  <a:pt x="1118226" y="42839"/>
                  <a:pt x="1121630" y="44116"/>
                  <a:pt x="1124615" y="45940"/>
                </a:cubicBezTo>
                <a:cubicBezTo>
                  <a:pt x="1127600" y="47764"/>
                  <a:pt x="1130005" y="50211"/>
                  <a:pt x="1131830" y="53280"/>
                </a:cubicBezTo>
                <a:cubicBezTo>
                  <a:pt x="1133655" y="56349"/>
                  <a:pt x="1134568" y="60202"/>
                  <a:pt x="1134568" y="64838"/>
                </a:cubicBezTo>
                <a:close/>
                <a:moveTo>
                  <a:pt x="1214683" y="65095"/>
                </a:moveTo>
                <a:cubicBezTo>
                  <a:pt x="1214683" y="68958"/>
                  <a:pt x="1213985" y="72585"/>
                  <a:pt x="1212590" y="75976"/>
                </a:cubicBezTo>
                <a:cubicBezTo>
                  <a:pt x="1211194" y="79367"/>
                  <a:pt x="1209207" y="82319"/>
                  <a:pt x="1206631" y="84830"/>
                </a:cubicBezTo>
                <a:cubicBezTo>
                  <a:pt x="1204054" y="87341"/>
                  <a:pt x="1200951" y="89315"/>
                  <a:pt x="1197322" y="90753"/>
                </a:cubicBezTo>
                <a:cubicBezTo>
                  <a:pt x="1193692" y="92191"/>
                  <a:pt x="1189666" y="92910"/>
                  <a:pt x="1185242" y="92910"/>
                </a:cubicBezTo>
                <a:cubicBezTo>
                  <a:pt x="1180604" y="92910"/>
                  <a:pt x="1176502" y="92170"/>
                  <a:pt x="1172938" y="90689"/>
                </a:cubicBezTo>
                <a:cubicBezTo>
                  <a:pt x="1169373" y="89208"/>
                  <a:pt x="1166388" y="86933"/>
                  <a:pt x="1163983" y="83864"/>
                </a:cubicBezTo>
                <a:cubicBezTo>
                  <a:pt x="1161578" y="80795"/>
                  <a:pt x="1159753" y="76921"/>
                  <a:pt x="1158507" y="72242"/>
                </a:cubicBezTo>
                <a:cubicBezTo>
                  <a:pt x="1157262" y="67563"/>
                  <a:pt x="1156639" y="62026"/>
                  <a:pt x="1156639" y="55630"/>
                </a:cubicBezTo>
                <a:cubicBezTo>
                  <a:pt x="1156639" y="51338"/>
                  <a:pt x="1156918" y="47174"/>
                  <a:pt x="1157476" y="43139"/>
                </a:cubicBezTo>
                <a:cubicBezTo>
                  <a:pt x="1158035" y="39104"/>
                  <a:pt x="1158958" y="35305"/>
                  <a:pt x="1160246" y="31743"/>
                </a:cubicBezTo>
                <a:cubicBezTo>
                  <a:pt x="1161535" y="28180"/>
                  <a:pt x="1163253" y="24918"/>
                  <a:pt x="1165400" y="21956"/>
                </a:cubicBezTo>
                <a:cubicBezTo>
                  <a:pt x="1167548" y="18994"/>
                  <a:pt x="1170221" y="16451"/>
                  <a:pt x="1173421" y="14326"/>
                </a:cubicBezTo>
                <a:cubicBezTo>
                  <a:pt x="1176620" y="12201"/>
                  <a:pt x="1180389" y="10549"/>
                  <a:pt x="1184727" y="9368"/>
                </a:cubicBezTo>
                <a:cubicBezTo>
                  <a:pt x="1189065" y="8188"/>
                  <a:pt x="1194090" y="7598"/>
                  <a:pt x="1199802" y="7598"/>
                </a:cubicBezTo>
                <a:lnTo>
                  <a:pt x="1208112" y="7598"/>
                </a:lnTo>
                <a:lnTo>
                  <a:pt x="1208112" y="17384"/>
                </a:lnTo>
                <a:lnTo>
                  <a:pt x="1199093" y="17384"/>
                </a:lnTo>
                <a:cubicBezTo>
                  <a:pt x="1194068" y="17384"/>
                  <a:pt x="1189709" y="17985"/>
                  <a:pt x="1186015" y="19187"/>
                </a:cubicBezTo>
                <a:cubicBezTo>
                  <a:pt x="1182322" y="20389"/>
                  <a:pt x="1179230" y="22085"/>
                  <a:pt x="1176739" y="24274"/>
                </a:cubicBezTo>
                <a:cubicBezTo>
                  <a:pt x="1174248" y="26463"/>
                  <a:pt x="1172336" y="29103"/>
                  <a:pt x="1171005" y="32193"/>
                </a:cubicBezTo>
                <a:cubicBezTo>
                  <a:pt x="1169674" y="35284"/>
                  <a:pt x="1168836" y="38739"/>
                  <a:pt x="1168493" y="42560"/>
                </a:cubicBezTo>
                <a:lnTo>
                  <a:pt x="1168235" y="45200"/>
                </a:lnTo>
                <a:cubicBezTo>
                  <a:pt x="1170941" y="43611"/>
                  <a:pt x="1174065" y="42334"/>
                  <a:pt x="1177608" y="41369"/>
                </a:cubicBezTo>
                <a:cubicBezTo>
                  <a:pt x="1181152" y="40403"/>
                  <a:pt x="1184985" y="39920"/>
                  <a:pt x="1189108" y="39920"/>
                </a:cubicBezTo>
                <a:cubicBezTo>
                  <a:pt x="1193360" y="39920"/>
                  <a:pt x="1197085" y="40542"/>
                  <a:pt x="1200285" y="41787"/>
                </a:cubicBezTo>
                <a:cubicBezTo>
                  <a:pt x="1203485" y="43032"/>
                  <a:pt x="1206147" y="44760"/>
                  <a:pt x="1208273" y="46970"/>
                </a:cubicBezTo>
                <a:cubicBezTo>
                  <a:pt x="1210399" y="49181"/>
                  <a:pt x="1211999" y="51831"/>
                  <a:pt x="1213073" y="54922"/>
                </a:cubicBezTo>
                <a:cubicBezTo>
                  <a:pt x="1214147" y="58013"/>
                  <a:pt x="1214683" y="61404"/>
                  <a:pt x="1214683" y="65095"/>
                </a:cubicBezTo>
                <a:moveTo>
                  <a:pt x="1202959" y="65803"/>
                </a:moveTo>
                <a:cubicBezTo>
                  <a:pt x="1202959" y="63228"/>
                  <a:pt x="1202647" y="60899"/>
                  <a:pt x="1202024" y="58817"/>
                </a:cubicBezTo>
                <a:cubicBezTo>
                  <a:pt x="1201402" y="56736"/>
                  <a:pt x="1200425" y="54976"/>
                  <a:pt x="1199093" y="53538"/>
                </a:cubicBezTo>
                <a:cubicBezTo>
                  <a:pt x="1197762" y="52100"/>
                  <a:pt x="1196076" y="50984"/>
                  <a:pt x="1194036" y="50190"/>
                </a:cubicBezTo>
                <a:cubicBezTo>
                  <a:pt x="1191996" y="49395"/>
                  <a:pt x="1189559" y="48998"/>
                  <a:pt x="1186724" y="48998"/>
                </a:cubicBezTo>
                <a:cubicBezTo>
                  <a:pt x="1185092" y="48998"/>
                  <a:pt x="1183439" y="49149"/>
                  <a:pt x="1181764" y="49449"/>
                </a:cubicBezTo>
                <a:cubicBezTo>
                  <a:pt x="1180089" y="49750"/>
                  <a:pt x="1178446" y="50168"/>
                  <a:pt x="1176835" y="50705"/>
                </a:cubicBezTo>
                <a:cubicBezTo>
                  <a:pt x="1175225" y="51241"/>
                  <a:pt x="1173689" y="51853"/>
                  <a:pt x="1172229" y="52540"/>
                </a:cubicBezTo>
                <a:cubicBezTo>
                  <a:pt x="1170769" y="53226"/>
                  <a:pt x="1169437" y="53956"/>
                  <a:pt x="1168235" y="54729"/>
                </a:cubicBezTo>
                <a:cubicBezTo>
                  <a:pt x="1168235" y="60266"/>
                  <a:pt x="1168621" y="64891"/>
                  <a:pt x="1169394" y="68604"/>
                </a:cubicBezTo>
                <a:cubicBezTo>
                  <a:pt x="1170167" y="72317"/>
                  <a:pt x="1171316" y="75290"/>
                  <a:pt x="1172841" y="77522"/>
                </a:cubicBezTo>
                <a:cubicBezTo>
                  <a:pt x="1174366" y="79754"/>
                  <a:pt x="1176245" y="81342"/>
                  <a:pt x="1178478" y="82286"/>
                </a:cubicBezTo>
                <a:cubicBezTo>
                  <a:pt x="1180711" y="83231"/>
                  <a:pt x="1183288" y="83703"/>
                  <a:pt x="1186209" y="83703"/>
                </a:cubicBezTo>
                <a:cubicBezTo>
                  <a:pt x="1188657" y="83703"/>
                  <a:pt x="1190901" y="83306"/>
                  <a:pt x="1192941" y="82512"/>
                </a:cubicBezTo>
                <a:cubicBezTo>
                  <a:pt x="1194981" y="81718"/>
                  <a:pt x="1196742" y="80548"/>
                  <a:pt x="1198223" y="79003"/>
                </a:cubicBezTo>
                <a:cubicBezTo>
                  <a:pt x="1199705" y="77457"/>
                  <a:pt x="1200865" y="75579"/>
                  <a:pt x="1201702" y="73369"/>
                </a:cubicBezTo>
                <a:cubicBezTo>
                  <a:pt x="1202540" y="71158"/>
                  <a:pt x="1202959" y="68636"/>
                  <a:pt x="1202959" y="65803"/>
                </a:cubicBezTo>
                <a:close/>
                <a:moveTo>
                  <a:pt x="1290161" y="18028"/>
                </a:moveTo>
                <a:lnTo>
                  <a:pt x="1254857" y="91751"/>
                </a:lnTo>
                <a:lnTo>
                  <a:pt x="1242037" y="91751"/>
                </a:lnTo>
                <a:lnTo>
                  <a:pt x="1278694" y="18028"/>
                </a:lnTo>
                <a:lnTo>
                  <a:pt x="1233211" y="18028"/>
                </a:lnTo>
                <a:lnTo>
                  <a:pt x="1233211" y="7598"/>
                </a:lnTo>
                <a:lnTo>
                  <a:pt x="1290161" y="7598"/>
                </a:lnTo>
                <a:lnTo>
                  <a:pt x="1290161" y="18028"/>
                </a:lnTo>
                <a:close/>
                <a:moveTo>
                  <a:pt x="1309655" y="60781"/>
                </a:moveTo>
                <a:cubicBezTo>
                  <a:pt x="1309655" y="55287"/>
                  <a:pt x="1310407" y="50404"/>
                  <a:pt x="1311910" y="46133"/>
                </a:cubicBezTo>
                <a:cubicBezTo>
                  <a:pt x="1313413" y="41862"/>
                  <a:pt x="1315550" y="38256"/>
                  <a:pt x="1318320" y="35316"/>
                </a:cubicBezTo>
                <a:cubicBezTo>
                  <a:pt x="1321090" y="32376"/>
                  <a:pt x="1324418" y="30144"/>
                  <a:pt x="1328305" y="28620"/>
                </a:cubicBezTo>
                <a:cubicBezTo>
                  <a:pt x="1332192" y="27096"/>
                  <a:pt x="1336519" y="26334"/>
                  <a:pt x="1341286" y="26334"/>
                </a:cubicBezTo>
                <a:cubicBezTo>
                  <a:pt x="1343348" y="26334"/>
                  <a:pt x="1345377" y="26463"/>
                  <a:pt x="1347374" y="26721"/>
                </a:cubicBezTo>
                <a:cubicBezTo>
                  <a:pt x="1349371" y="26978"/>
                  <a:pt x="1351336" y="27386"/>
                  <a:pt x="1353269" y="27944"/>
                </a:cubicBezTo>
                <a:lnTo>
                  <a:pt x="1353269" y="773"/>
                </a:lnTo>
                <a:lnTo>
                  <a:pt x="1364543" y="773"/>
                </a:lnTo>
                <a:lnTo>
                  <a:pt x="1364543" y="91751"/>
                </a:lnTo>
                <a:lnTo>
                  <a:pt x="1354493" y="91751"/>
                </a:lnTo>
                <a:lnTo>
                  <a:pt x="1354106" y="79518"/>
                </a:lnTo>
                <a:cubicBezTo>
                  <a:pt x="1350971" y="84068"/>
                  <a:pt x="1347578" y="87437"/>
                  <a:pt x="1343928" y="89626"/>
                </a:cubicBezTo>
                <a:cubicBezTo>
                  <a:pt x="1340277" y="91816"/>
                  <a:pt x="1336326" y="92910"/>
                  <a:pt x="1332074" y="92910"/>
                </a:cubicBezTo>
                <a:cubicBezTo>
                  <a:pt x="1328380" y="92910"/>
                  <a:pt x="1325127" y="92138"/>
                  <a:pt x="1322314" y="90592"/>
                </a:cubicBezTo>
                <a:cubicBezTo>
                  <a:pt x="1319501" y="89047"/>
                  <a:pt x="1317160" y="86869"/>
                  <a:pt x="1315292" y="84057"/>
                </a:cubicBezTo>
                <a:cubicBezTo>
                  <a:pt x="1313424" y="81245"/>
                  <a:pt x="1312017" y="77865"/>
                  <a:pt x="1311072" y="73916"/>
                </a:cubicBezTo>
                <a:cubicBezTo>
                  <a:pt x="1310127" y="69967"/>
                  <a:pt x="1309655" y="65589"/>
                  <a:pt x="1309655" y="60781"/>
                </a:cubicBezTo>
                <a:moveTo>
                  <a:pt x="1321122" y="60073"/>
                </a:moveTo>
                <a:cubicBezTo>
                  <a:pt x="1321122" y="67885"/>
                  <a:pt x="1322271" y="73712"/>
                  <a:pt x="1324569" y="77554"/>
                </a:cubicBezTo>
                <a:cubicBezTo>
                  <a:pt x="1326866" y="81396"/>
                  <a:pt x="1330120" y="83317"/>
                  <a:pt x="1334329" y="83317"/>
                </a:cubicBezTo>
                <a:cubicBezTo>
                  <a:pt x="1337163" y="83317"/>
                  <a:pt x="1340159" y="82050"/>
                  <a:pt x="1343316" y="79518"/>
                </a:cubicBezTo>
                <a:cubicBezTo>
                  <a:pt x="1346472" y="76985"/>
                  <a:pt x="1349790" y="73229"/>
                  <a:pt x="1353269" y="68250"/>
                </a:cubicBezTo>
                <a:lnTo>
                  <a:pt x="1353269" y="38246"/>
                </a:lnTo>
                <a:cubicBezTo>
                  <a:pt x="1351422" y="37387"/>
                  <a:pt x="1349382" y="36733"/>
                  <a:pt x="1347149" y="36282"/>
                </a:cubicBezTo>
                <a:cubicBezTo>
                  <a:pt x="1344916" y="35831"/>
                  <a:pt x="1342704" y="35606"/>
                  <a:pt x="1340513" y="35606"/>
                </a:cubicBezTo>
                <a:cubicBezTo>
                  <a:pt x="1334415" y="35606"/>
                  <a:pt x="1329658" y="37580"/>
                  <a:pt x="1326244" y="41529"/>
                </a:cubicBezTo>
                <a:cubicBezTo>
                  <a:pt x="1322829" y="45479"/>
                  <a:pt x="1321122" y="51660"/>
                  <a:pt x="1321122" y="60073"/>
                </a:cubicBezTo>
                <a:close/>
                <a:moveTo>
                  <a:pt x="1415862" y="25948"/>
                </a:moveTo>
                <a:cubicBezTo>
                  <a:pt x="1417193" y="25948"/>
                  <a:pt x="1418460" y="26216"/>
                  <a:pt x="1419663" y="26753"/>
                </a:cubicBezTo>
                <a:cubicBezTo>
                  <a:pt x="1420865" y="27289"/>
                  <a:pt x="1421917" y="28008"/>
                  <a:pt x="1422819" y="28910"/>
                </a:cubicBezTo>
                <a:cubicBezTo>
                  <a:pt x="1423721" y="29811"/>
                  <a:pt x="1424441" y="30863"/>
                  <a:pt x="1424978" y="32065"/>
                </a:cubicBezTo>
                <a:cubicBezTo>
                  <a:pt x="1425514" y="33267"/>
                  <a:pt x="1425783" y="34533"/>
                  <a:pt x="1425783" y="35863"/>
                </a:cubicBezTo>
                <a:cubicBezTo>
                  <a:pt x="1425783" y="37237"/>
                  <a:pt x="1425514" y="38514"/>
                  <a:pt x="1424978" y="39694"/>
                </a:cubicBezTo>
                <a:cubicBezTo>
                  <a:pt x="1424441" y="40875"/>
                  <a:pt x="1423721" y="41916"/>
                  <a:pt x="1422819" y="42817"/>
                </a:cubicBezTo>
                <a:cubicBezTo>
                  <a:pt x="1421917" y="43719"/>
                  <a:pt x="1420865" y="44427"/>
                  <a:pt x="1419663" y="44942"/>
                </a:cubicBezTo>
                <a:cubicBezTo>
                  <a:pt x="1418460" y="45457"/>
                  <a:pt x="1417193" y="45715"/>
                  <a:pt x="1415862" y="45715"/>
                </a:cubicBezTo>
                <a:cubicBezTo>
                  <a:pt x="1414487" y="45715"/>
                  <a:pt x="1413210" y="45457"/>
                  <a:pt x="1412029" y="44942"/>
                </a:cubicBezTo>
                <a:cubicBezTo>
                  <a:pt x="1410848" y="44427"/>
                  <a:pt x="1409806" y="43719"/>
                  <a:pt x="1408904" y="42817"/>
                </a:cubicBezTo>
                <a:cubicBezTo>
                  <a:pt x="1408002" y="41916"/>
                  <a:pt x="1407294" y="40875"/>
                  <a:pt x="1406778" y="39694"/>
                </a:cubicBezTo>
                <a:cubicBezTo>
                  <a:pt x="1406263" y="38514"/>
                  <a:pt x="1406005" y="37237"/>
                  <a:pt x="1406005" y="35863"/>
                </a:cubicBezTo>
                <a:cubicBezTo>
                  <a:pt x="1406005" y="34533"/>
                  <a:pt x="1406263" y="33267"/>
                  <a:pt x="1406778" y="32065"/>
                </a:cubicBezTo>
                <a:cubicBezTo>
                  <a:pt x="1407294" y="30863"/>
                  <a:pt x="1408002" y="29811"/>
                  <a:pt x="1408904" y="28910"/>
                </a:cubicBezTo>
                <a:cubicBezTo>
                  <a:pt x="1409806" y="28008"/>
                  <a:pt x="1410848" y="27289"/>
                  <a:pt x="1412029" y="26753"/>
                </a:cubicBezTo>
                <a:cubicBezTo>
                  <a:pt x="1413210" y="26216"/>
                  <a:pt x="1414487" y="25948"/>
                  <a:pt x="1415862" y="25948"/>
                </a:cubicBezTo>
                <a:moveTo>
                  <a:pt x="1415862" y="73143"/>
                </a:moveTo>
                <a:cubicBezTo>
                  <a:pt x="1417193" y="73143"/>
                  <a:pt x="1418460" y="73412"/>
                  <a:pt x="1419663" y="73948"/>
                </a:cubicBezTo>
                <a:cubicBezTo>
                  <a:pt x="1420865" y="74485"/>
                  <a:pt x="1421917" y="75204"/>
                  <a:pt x="1422819" y="76105"/>
                </a:cubicBezTo>
                <a:cubicBezTo>
                  <a:pt x="1423721" y="77007"/>
                  <a:pt x="1424441" y="78058"/>
                  <a:pt x="1424978" y="79260"/>
                </a:cubicBezTo>
                <a:cubicBezTo>
                  <a:pt x="1425514" y="80462"/>
                  <a:pt x="1425783" y="81728"/>
                  <a:pt x="1425783" y="83059"/>
                </a:cubicBezTo>
                <a:cubicBezTo>
                  <a:pt x="1425783" y="84433"/>
                  <a:pt x="1425514" y="85710"/>
                  <a:pt x="1424978" y="86890"/>
                </a:cubicBezTo>
                <a:cubicBezTo>
                  <a:pt x="1424441" y="88070"/>
                  <a:pt x="1423721" y="89111"/>
                  <a:pt x="1422819" y="90013"/>
                </a:cubicBezTo>
                <a:cubicBezTo>
                  <a:pt x="1421917" y="90914"/>
                  <a:pt x="1420865" y="91622"/>
                  <a:pt x="1419663" y="92138"/>
                </a:cubicBezTo>
                <a:cubicBezTo>
                  <a:pt x="1418460" y="92653"/>
                  <a:pt x="1417193" y="92910"/>
                  <a:pt x="1415862" y="92910"/>
                </a:cubicBezTo>
                <a:cubicBezTo>
                  <a:pt x="1414487" y="92910"/>
                  <a:pt x="1413210" y="92653"/>
                  <a:pt x="1412029" y="92138"/>
                </a:cubicBezTo>
                <a:cubicBezTo>
                  <a:pt x="1410848" y="91622"/>
                  <a:pt x="1409806" y="90914"/>
                  <a:pt x="1408904" y="90013"/>
                </a:cubicBezTo>
                <a:cubicBezTo>
                  <a:pt x="1408002" y="89111"/>
                  <a:pt x="1407294" y="88070"/>
                  <a:pt x="1406778" y="86890"/>
                </a:cubicBezTo>
                <a:cubicBezTo>
                  <a:pt x="1406263" y="85710"/>
                  <a:pt x="1406005" y="84433"/>
                  <a:pt x="1406005" y="83059"/>
                </a:cubicBezTo>
                <a:cubicBezTo>
                  <a:pt x="1406005" y="81728"/>
                  <a:pt x="1406263" y="80462"/>
                  <a:pt x="1406778" y="79260"/>
                </a:cubicBezTo>
                <a:cubicBezTo>
                  <a:pt x="1407294" y="78058"/>
                  <a:pt x="1408002" y="77007"/>
                  <a:pt x="1408904" y="76105"/>
                </a:cubicBezTo>
                <a:cubicBezTo>
                  <a:pt x="1409806" y="75204"/>
                  <a:pt x="1410848" y="74485"/>
                  <a:pt x="1412029" y="73948"/>
                </a:cubicBezTo>
                <a:cubicBezTo>
                  <a:pt x="1413210" y="73412"/>
                  <a:pt x="1414487" y="73143"/>
                  <a:pt x="1415862" y="73143"/>
                </a:cubicBezTo>
                <a:close/>
                <a:moveTo>
                  <a:pt x="1530741" y="85184"/>
                </a:moveTo>
                <a:cubicBezTo>
                  <a:pt x="1530741" y="86214"/>
                  <a:pt x="1530548" y="87201"/>
                  <a:pt x="1530162" y="88146"/>
                </a:cubicBezTo>
                <a:cubicBezTo>
                  <a:pt x="1529775" y="89090"/>
                  <a:pt x="1529249" y="89916"/>
                  <a:pt x="1528583" y="90624"/>
                </a:cubicBezTo>
                <a:cubicBezTo>
                  <a:pt x="1527918" y="91333"/>
                  <a:pt x="1527112" y="91891"/>
                  <a:pt x="1526167" y="92298"/>
                </a:cubicBezTo>
                <a:cubicBezTo>
                  <a:pt x="1525222" y="92706"/>
                  <a:pt x="1524192" y="92910"/>
                  <a:pt x="1523075" y="92910"/>
                </a:cubicBezTo>
                <a:cubicBezTo>
                  <a:pt x="1521958" y="92910"/>
                  <a:pt x="1520928" y="92706"/>
                  <a:pt x="1519983" y="92298"/>
                </a:cubicBezTo>
                <a:cubicBezTo>
                  <a:pt x="1519038" y="91891"/>
                  <a:pt x="1518233" y="91343"/>
                  <a:pt x="1517567" y="90657"/>
                </a:cubicBezTo>
                <a:cubicBezTo>
                  <a:pt x="1516901" y="89970"/>
                  <a:pt x="1516375" y="89154"/>
                  <a:pt x="1515989" y="88210"/>
                </a:cubicBezTo>
                <a:cubicBezTo>
                  <a:pt x="1515602" y="87266"/>
                  <a:pt x="1515409" y="86257"/>
                  <a:pt x="1515409" y="85184"/>
                </a:cubicBezTo>
                <a:cubicBezTo>
                  <a:pt x="1515409" y="84111"/>
                  <a:pt x="1515602" y="83102"/>
                  <a:pt x="1515989" y="82158"/>
                </a:cubicBezTo>
                <a:cubicBezTo>
                  <a:pt x="1516375" y="81213"/>
                  <a:pt x="1516901" y="80387"/>
                  <a:pt x="1517567" y="79679"/>
                </a:cubicBezTo>
                <a:cubicBezTo>
                  <a:pt x="1518233" y="78970"/>
                  <a:pt x="1519038" y="78412"/>
                  <a:pt x="1519983" y="78005"/>
                </a:cubicBezTo>
                <a:cubicBezTo>
                  <a:pt x="1520928" y="77597"/>
                  <a:pt x="1521958" y="77393"/>
                  <a:pt x="1523075" y="77393"/>
                </a:cubicBezTo>
                <a:cubicBezTo>
                  <a:pt x="1524192" y="77393"/>
                  <a:pt x="1525222" y="77597"/>
                  <a:pt x="1526167" y="78005"/>
                </a:cubicBezTo>
                <a:cubicBezTo>
                  <a:pt x="1527112" y="78412"/>
                  <a:pt x="1527918" y="78960"/>
                  <a:pt x="1528583" y="79646"/>
                </a:cubicBezTo>
                <a:cubicBezTo>
                  <a:pt x="1529249" y="80333"/>
                  <a:pt x="1529775" y="81160"/>
                  <a:pt x="1530162" y="82125"/>
                </a:cubicBezTo>
                <a:cubicBezTo>
                  <a:pt x="1530548" y="83091"/>
                  <a:pt x="1530741" y="84111"/>
                  <a:pt x="1530741" y="85184"/>
                </a:cubicBezTo>
                <a:moveTo>
                  <a:pt x="1555544" y="85184"/>
                </a:moveTo>
                <a:cubicBezTo>
                  <a:pt x="1555544" y="86214"/>
                  <a:pt x="1555351" y="87201"/>
                  <a:pt x="1554964" y="88146"/>
                </a:cubicBezTo>
                <a:cubicBezTo>
                  <a:pt x="1554578" y="89090"/>
                  <a:pt x="1554052" y="89916"/>
                  <a:pt x="1553386" y="90624"/>
                </a:cubicBezTo>
                <a:cubicBezTo>
                  <a:pt x="1552720" y="91333"/>
                  <a:pt x="1551915" y="91891"/>
                  <a:pt x="1550970" y="92298"/>
                </a:cubicBezTo>
                <a:cubicBezTo>
                  <a:pt x="1550025" y="92706"/>
                  <a:pt x="1548994" y="92910"/>
                  <a:pt x="1547878" y="92910"/>
                </a:cubicBezTo>
                <a:cubicBezTo>
                  <a:pt x="1546761" y="92910"/>
                  <a:pt x="1545730" y="92706"/>
                  <a:pt x="1544785" y="92298"/>
                </a:cubicBezTo>
                <a:cubicBezTo>
                  <a:pt x="1543841" y="91891"/>
                  <a:pt x="1543035" y="91343"/>
                  <a:pt x="1542370" y="90657"/>
                </a:cubicBezTo>
                <a:cubicBezTo>
                  <a:pt x="1541704" y="89970"/>
                  <a:pt x="1541178" y="89154"/>
                  <a:pt x="1540791" y="88210"/>
                </a:cubicBezTo>
                <a:cubicBezTo>
                  <a:pt x="1540405" y="87266"/>
                  <a:pt x="1540211" y="86257"/>
                  <a:pt x="1540211" y="85184"/>
                </a:cubicBezTo>
                <a:cubicBezTo>
                  <a:pt x="1540211" y="84111"/>
                  <a:pt x="1540405" y="83102"/>
                  <a:pt x="1540791" y="82158"/>
                </a:cubicBezTo>
                <a:cubicBezTo>
                  <a:pt x="1541178" y="81213"/>
                  <a:pt x="1541704" y="80387"/>
                  <a:pt x="1542370" y="79679"/>
                </a:cubicBezTo>
                <a:cubicBezTo>
                  <a:pt x="1543035" y="78970"/>
                  <a:pt x="1543841" y="78412"/>
                  <a:pt x="1544785" y="78005"/>
                </a:cubicBezTo>
                <a:cubicBezTo>
                  <a:pt x="1545730" y="77597"/>
                  <a:pt x="1546761" y="77393"/>
                  <a:pt x="1547878" y="77393"/>
                </a:cubicBezTo>
                <a:cubicBezTo>
                  <a:pt x="1548994" y="77393"/>
                  <a:pt x="1550025" y="77597"/>
                  <a:pt x="1550970" y="78005"/>
                </a:cubicBezTo>
                <a:cubicBezTo>
                  <a:pt x="1551915" y="78412"/>
                  <a:pt x="1552720" y="78960"/>
                  <a:pt x="1553386" y="79646"/>
                </a:cubicBezTo>
                <a:cubicBezTo>
                  <a:pt x="1554052" y="80333"/>
                  <a:pt x="1554578" y="81160"/>
                  <a:pt x="1554964" y="82125"/>
                </a:cubicBezTo>
                <a:cubicBezTo>
                  <a:pt x="1555351" y="83091"/>
                  <a:pt x="1555544" y="84111"/>
                  <a:pt x="1555544" y="85184"/>
                </a:cubicBezTo>
                <a:moveTo>
                  <a:pt x="1580347" y="85184"/>
                </a:moveTo>
                <a:cubicBezTo>
                  <a:pt x="1580347" y="86214"/>
                  <a:pt x="1580153" y="87201"/>
                  <a:pt x="1579767" y="88146"/>
                </a:cubicBezTo>
                <a:cubicBezTo>
                  <a:pt x="1579380" y="89090"/>
                  <a:pt x="1578854" y="89916"/>
                  <a:pt x="1578188" y="90624"/>
                </a:cubicBezTo>
                <a:cubicBezTo>
                  <a:pt x="1577523" y="91333"/>
                  <a:pt x="1576718" y="91891"/>
                  <a:pt x="1575773" y="92298"/>
                </a:cubicBezTo>
                <a:cubicBezTo>
                  <a:pt x="1574828" y="92706"/>
                  <a:pt x="1573797" y="92910"/>
                  <a:pt x="1572680" y="92910"/>
                </a:cubicBezTo>
                <a:cubicBezTo>
                  <a:pt x="1571564" y="92910"/>
                  <a:pt x="1570533" y="92706"/>
                  <a:pt x="1569588" y="92298"/>
                </a:cubicBezTo>
                <a:cubicBezTo>
                  <a:pt x="1568643" y="91891"/>
                  <a:pt x="1567838" y="91343"/>
                  <a:pt x="1567172" y="90657"/>
                </a:cubicBezTo>
                <a:cubicBezTo>
                  <a:pt x="1566507" y="89970"/>
                  <a:pt x="1565980" y="89154"/>
                  <a:pt x="1565594" y="88210"/>
                </a:cubicBezTo>
                <a:cubicBezTo>
                  <a:pt x="1565207" y="87266"/>
                  <a:pt x="1565014" y="86257"/>
                  <a:pt x="1565014" y="85184"/>
                </a:cubicBezTo>
                <a:cubicBezTo>
                  <a:pt x="1565014" y="84111"/>
                  <a:pt x="1565207" y="83102"/>
                  <a:pt x="1565594" y="82158"/>
                </a:cubicBezTo>
                <a:cubicBezTo>
                  <a:pt x="1565980" y="81213"/>
                  <a:pt x="1566507" y="80387"/>
                  <a:pt x="1567172" y="79679"/>
                </a:cubicBezTo>
                <a:cubicBezTo>
                  <a:pt x="1567838" y="78970"/>
                  <a:pt x="1568643" y="78412"/>
                  <a:pt x="1569588" y="78005"/>
                </a:cubicBezTo>
                <a:cubicBezTo>
                  <a:pt x="1570533" y="77597"/>
                  <a:pt x="1571564" y="77393"/>
                  <a:pt x="1572680" y="77393"/>
                </a:cubicBezTo>
                <a:cubicBezTo>
                  <a:pt x="1573797" y="77393"/>
                  <a:pt x="1574828" y="77597"/>
                  <a:pt x="1575773" y="78005"/>
                </a:cubicBezTo>
                <a:cubicBezTo>
                  <a:pt x="1576718" y="78412"/>
                  <a:pt x="1577523" y="78960"/>
                  <a:pt x="1578188" y="79646"/>
                </a:cubicBezTo>
                <a:cubicBezTo>
                  <a:pt x="1578854" y="80333"/>
                  <a:pt x="1579380" y="81160"/>
                  <a:pt x="1579767" y="82125"/>
                </a:cubicBezTo>
                <a:cubicBezTo>
                  <a:pt x="1580153" y="83091"/>
                  <a:pt x="1580347" y="84111"/>
                  <a:pt x="1580347" y="851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27F00-E53E-426E-8E69-79FCD58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341486"/>
            <a:ext cx="10995" cy="10"/>
          </a:xfrm>
          <a:custGeom xmlns:a="http://schemas.openxmlformats.org/drawingml/2006/main">
            <a:pathLst>
              <a:path w="10995" h="1">
                <a:moveTo>
                  <a:pt x="0" y="0"/>
                </a:moveTo>
                <a:lnTo>
                  <a:pt x="10995" y="0"/>
                </a:lnTo>
                <a:lnTo>
                  <a:pt x="1099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56260-75BF-49DC-A6B3-E1FE657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004" y="341486"/>
            <a:ext cx="10995" cy="10"/>
          </a:xfrm>
          <a:custGeom xmlns:a="http://schemas.openxmlformats.org/drawingml/2006/main">
            <a:pathLst>
              <a:path w="10995" h="1">
                <a:moveTo>
                  <a:pt x="0" y="0"/>
                </a:moveTo>
                <a:lnTo>
                  <a:pt x="10995" y="0"/>
                </a:lnTo>
                <a:lnTo>
                  <a:pt x="1099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72A75F-884E-4612-A02A-DB84948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341486"/>
            <a:ext cx="2836647" cy="10989"/>
          </a:xfrm>
          <a:custGeom xmlns:a="http://schemas.openxmlformats.org/drawingml/2006/main">
            <a:pathLst>
              <a:path w="2836647" h="10989">
                <a:moveTo>
                  <a:pt x="0" y="10989"/>
                </a:moveTo>
                <a:lnTo>
                  <a:pt x="2836647" y="10989"/>
                </a:lnTo>
                <a:lnTo>
                  <a:pt x="2836647" y="0"/>
                </a:lnTo>
                <a:lnTo>
                  <a:pt x="0" y="0"/>
                </a:lnTo>
                <a:lnTo>
                  <a:pt x="0" y="1098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17875-6819-4567-962F-1FC32EC1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392" y="341486"/>
            <a:ext cx="10995" cy="10"/>
          </a:xfrm>
          <a:custGeom xmlns:a="http://schemas.openxmlformats.org/drawingml/2006/main">
            <a:pathLst>
              <a:path w="10995" h="1">
                <a:moveTo>
                  <a:pt x="0" y="0"/>
                </a:moveTo>
                <a:lnTo>
                  <a:pt x="10995" y="0"/>
                </a:lnTo>
                <a:lnTo>
                  <a:pt x="1099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9DFC5A-9FF6-4F45-85AB-31BAC78D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506316"/>
            <a:ext cx="2836647" cy="10989"/>
          </a:xfrm>
          <a:custGeom xmlns:a="http://schemas.openxmlformats.org/drawingml/2006/main">
            <a:pathLst>
              <a:path w="2836647" h="10989">
                <a:moveTo>
                  <a:pt x="0" y="10989"/>
                </a:moveTo>
                <a:lnTo>
                  <a:pt x="2836647" y="10989"/>
                </a:lnTo>
                <a:lnTo>
                  <a:pt x="2836647" y="0"/>
                </a:lnTo>
                <a:lnTo>
                  <a:pt x="0" y="0"/>
                </a:lnTo>
                <a:lnTo>
                  <a:pt x="0" y="1098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CDA2EF-7FD0-44F3-AE9D-07C93C9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704113"/>
            <a:ext cx="2836647" cy="10989"/>
          </a:xfrm>
          <a:custGeom xmlns:a="http://schemas.openxmlformats.org/drawingml/2006/main">
            <a:pathLst>
              <a:path w="2836647" h="10989">
                <a:moveTo>
                  <a:pt x="0" y="10989"/>
                </a:moveTo>
                <a:lnTo>
                  <a:pt x="2836647" y="10989"/>
                </a:lnTo>
                <a:lnTo>
                  <a:pt x="2836647" y="0"/>
                </a:lnTo>
                <a:lnTo>
                  <a:pt x="0" y="0"/>
                </a:lnTo>
                <a:lnTo>
                  <a:pt x="0" y="1098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A8062D-602C-494D-A376-D19246D7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739" y="901909"/>
            <a:ext cx="2836647" cy="10989"/>
          </a:xfrm>
          <a:custGeom xmlns:a="http://schemas.openxmlformats.org/drawingml/2006/main">
            <a:pathLst>
              <a:path w="2836647" h="10989">
                <a:moveTo>
                  <a:pt x="0" y="10989"/>
                </a:moveTo>
                <a:lnTo>
                  <a:pt x="2836647" y="10989"/>
                </a:lnTo>
                <a:lnTo>
                  <a:pt x="2836647" y="0"/>
                </a:lnTo>
                <a:lnTo>
                  <a:pt x="0" y="0"/>
                </a:lnTo>
                <a:lnTo>
                  <a:pt x="0" y="10989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748FB-D4DA-4C08-83AD-0681D802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87" y="341486"/>
            <a:ext cx="10" cy="10989"/>
          </a:xfrm>
          <a:custGeom xmlns:a="http://schemas.openxmlformats.org/drawingml/2006/main">
            <a:pathLst>
              <a:path w="1" h="10989">
                <a:moveTo>
                  <a:pt x="0" y="0"/>
                </a:moveTo>
                <a:lnTo>
                  <a:pt x="0" y="10989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282599-97E1-4FC5-A0B1-C2E641B6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87" y="506316"/>
            <a:ext cx="10" cy="10989"/>
          </a:xfrm>
          <a:custGeom xmlns:a="http://schemas.openxmlformats.org/drawingml/2006/main">
            <a:pathLst>
              <a:path w="1" h="10989">
                <a:moveTo>
                  <a:pt x="0" y="0"/>
                </a:moveTo>
                <a:lnTo>
                  <a:pt x="0" y="10989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14D50-8BBE-42DF-9C2C-DC5375E6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87" y="704113"/>
            <a:ext cx="10" cy="10989"/>
          </a:xfrm>
          <a:custGeom xmlns:a="http://schemas.openxmlformats.org/drawingml/2006/main">
            <a:pathLst>
              <a:path w="1" h="10989">
                <a:moveTo>
                  <a:pt x="0" y="0"/>
                </a:moveTo>
                <a:lnTo>
                  <a:pt x="0" y="10989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BA513-4AF7-4082-9D92-DB15EB3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387" y="901909"/>
            <a:ext cx="10" cy="10989"/>
          </a:xfrm>
          <a:custGeom xmlns:a="http://schemas.openxmlformats.org/drawingml/2006/main">
            <a:pathLst>
              <a:path w="1" h="10989">
                <a:moveTo>
                  <a:pt x="0" y="0"/>
                </a:moveTo>
                <a:lnTo>
                  <a:pt x="0" y="10989"/>
                </a:lnTo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E0BA5-9A4C-4B85-842C-8E289E65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210847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0DD4D-BA7F-4A40-B71C-E34D4B1B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210847"/>
            <a:ext cx="9358" cy="850994"/>
          </a:xfrm>
          <a:custGeom xmlns:a="http://schemas.openxmlformats.org/drawingml/2006/main">
            <a:pathLst>
              <a:path w="9358" h="850994">
                <a:moveTo>
                  <a:pt x="0" y="850994"/>
                </a:moveTo>
                <a:lnTo>
                  <a:pt x="9358" y="850994"/>
                </a:lnTo>
                <a:lnTo>
                  <a:pt x="9358" y="0"/>
                </a:lnTo>
                <a:lnTo>
                  <a:pt x="0" y="0"/>
                </a:lnTo>
                <a:lnTo>
                  <a:pt x="0" y="850994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F7A48-D21B-45E5-AA2C-6F4CC553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294" y="1220199"/>
            <a:ext cx="2404854" cy="841643"/>
          </a:xfrm>
          <a:custGeom xmlns:a="http://schemas.openxmlformats.org/drawingml/2006/main">
            <a:pathLst>
              <a:path w="2404854" h="841643">
                <a:moveTo>
                  <a:pt x="2404854" y="0"/>
                </a:moveTo>
                <a:lnTo>
                  <a:pt x="0" y="0"/>
                </a:lnTo>
                <a:lnTo>
                  <a:pt x="0" y="841643"/>
                </a:lnTo>
                <a:lnTo>
                  <a:pt x="2404854" y="841643"/>
                </a:lnTo>
                <a:lnTo>
                  <a:pt x="240485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&lt;Probebranch&gt;">
            <a:extLst xmlns:a="http://schemas.openxmlformats.org/drawingml/2006/main">
              <a:ext uri="{FF2B5EF4-FFF2-40B4-BE49-F238E27FC236}">
                <a16:creationId xmlns:a16="http://schemas.microsoft.com/office/drawing/2014/main" id="{443F17A4-2556-4554-810E-CC79B6AA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744" y="1264345"/>
            <a:ext cx="898190" cy="78411"/>
          </a:xfrm>
          <a:custGeom xmlns:a="http://schemas.openxmlformats.org/drawingml/2006/main">
            <a:pathLst>
              <a:path w="898190" h="78411">
                <a:moveTo>
                  <a:pt x="42821" y="72274"/>
                </a:moveTo>
                <a:lnTo>
                  <a:pt x="36845" y="78301"/>
                </a:lnTo>
                <a:lnTo>
                  <a:pt x="0" y="47562"/>
                </a:lnTo>
                <a:lnTo>
                  <a:pt x="36845" y="16822"/>
                </a:lnTo>
                <a:lnTo>
                  <a:pt x="42821" y="22904"/>
                </a:lnTo>
                <a:lnTo>
                  <a:pt x="12940" y="47452"/>
                </a:lnTo>
                <a:lnTo>
                  <a:pt x="42821" y="72274"/>
                </a:lnTo>
                <a:close/>
                <a:moveTo>
                  <a:pt x="113692" y="27726"/>
                </a:moveTo>
                <a:cubicBezTo>
                  <a:pt x="113692" y="30648"/>
                  <a:pt x="113144" y="33543"/>
                  <a:pt x="112047" y="36411"/>
                </a:cubicBezTo>
                <a:cubicBezTo>
                  <a:pt x="110951" y="39278"/>
                  <a:pt x="109251" y="41845"/>
                  <a:pt x="106948" y="44110"/>
                </a:cubicBezTo>
                <a:cubicBezTo>
                  <a:pt x="104646" y="46374"/>
                  <a:pt x="101703" y="48210"/>
                  <a:pt x="98121" y="49616"/>
                </a:cubicBezTo>
                <a:cubicBezTo>
                  <a:pt x="94539" y="51023"/>
                  <a:pt x="90262" y="51726"/>
                  <a:pt x="85291" y="51726"/>
                </a:cubicBezTo>
                <a:lnTo>
                  <a:pt x="76409" y="51726"/>
                </a:lnTo>
                <a:lnTo>
                  <a:pt x="76409" y="77425"/>
                </a:lnTo>
                <a:lnTo>
                  <a:pt x="66649" y="77425"/>
                </a:lnTo>
                <a:lnTo>
                  <a:pt x="66649" y="5808"/>
                </a:lnTo>
                <a:lnTo>
                  <a:pt x="86826" y="5808"/>
                </a:lnTo>
                <a:cubicBezTo>
                  <a:pt x="90372" y="5808"/>
                  <a:pt x="93771" y="6201"/>
                  <a:pt x="97024" y="6986"/>
                </a:cubicBezTo>
                <a:cubicBezTo>
                  <a:pt x="100278" y="7772"/>
                  <a:pt x="103138" y="9041"/>
                  <a:pt x="105605" y="10795"/>
                </a:cubicBezTo>
                <a:cubicBezTo>
                  <a:pt x="108072" y="12548"/>
                  <a:pt x="110037" y="14813"/>
                  <a:pt x="111499" y="17589"/>
                </a:cubicBezTo>
                <a:cubicBezTo>
                  <a:pt x="112961" y="20365"/>
                  <a:pt x="113692" y="23744"/>
                  <a:pt x="113692" y="27726"/>
                </a:cubicBezTo>
                <a:moveTo>
                  <a:pt x="103549" y="28164"/>
                </a:moveTo>
                <a:cubicBezTo>
                  <a:pt x="103549" y="23562"/>
                  <a:pt x="102041" y="20036"/>
                  <a:pt x="99026" y="17589"/>
                </a:cubicBezTo>
                <a:cubicBezTo>
                  <a:pt x="96010" y="15142"/>
                  <a:pt x="91797" y="13918"/>
                  <a:pt x="86388" y="13918"/>
                </a:cubicBezTo>
                <a:lnTo>
                  <a:pt x="76409" y="13918"/>
                </a:lnTo>
                <a:lnTo>
                  <a:pt x="76409" y="43397"/>
                </a:lnTo>
                <a:lnTo>
                  <a:pt x="85510" y="43397"/>
                </a:lnTo>
                <a:cubicBezTo>
                  <a:pt x="91286" y="43397"/>
                  <a:pt x="95736" y="42137"/>
                  <a:pt x="98861" y="39616"/>
                </a:cubicBezTo>
                <a:cubicBezTo>
                  <a:pt x="101986" y="37096"/>
                  <a:pt x="103549" y="33278"/>
                  <a:pt x="103549" y="28164"/>
                </a:cubicBezTo>
                <a:close/>
                <a:moveTo>
                  <a:pt x="134505" y="22411"/>
                </a:moveTo>
                <a:lnTo>
                  <a:pt x="143223" y="22411"/>
                </a:lnTo>
                <a:lnTo>
                  <a:pt x="143497" y="32548"/>
                </a:lnTo>
                <a:cubicBezTo>
                  <a:pt x="146750" y="28639"/>
                  <a:pt x="149958" y="25808"/>
                  <a:pt x="153119" y="24055"/>
                </a:cubicBezTo>
                <a:cubicBezTo>
                  <a:pt x="156281" y="22301"/>
                  <a:pt x="159470" y="21425"/>
                  <a:pt x="162687" y="21425"/>
                </a:cubicBezTo>
                <a:cubicBezTo>
                  <a:pt x="168389" y="21425"/>
                  <a:pt x="172711" y="23269"/>
                  <a:pt x="175654" y="26959"/>
                </a:cubicBezTo>
                <a:cubicBezTo>
                  <a:pt x="178596" y="30648"/>
                  <a:pt x="179958" y="36128"/>
                  <a:pt x="179739" y="43397"/>
                </a:cubicBezTo>
                <a:lnTo>
                  <a:pt x="170089" y="43397"/>
                </a:lnTo>
                <a:cubicBezTo>
                  <a:pt x="170198" y="38575"/>
                  <a:pt x="169495" y="35078"/>
                  <a:pt x="167978" y="32904"/>
                </a:cubicBezTo>
                <a:cubicBezTo>
                  <a:pt x="166461" y="30731"/>
                  <a:pt x="164240" y="29644"/>
                  <a:pt x="161316" y="29644"/>
                </a:cubicBezTo>
                <a:cubicBezTo>
                  <a:pt x="160037" y="29644"/>
                  <a:pt x="158748" y="29872"/>
                  <a:pt x="157451" y="30329"/>
                </a:cubicBezTo>
                <a:cubicBezTo>
                  <a:pt x="156153" y="30785"/>
                  <a:pt x="154819" y="31516"/>
                  <a:pt x="153448" y="32520"/>
                </a:cubicBezTo>
                <a:cubicBezTo>
                  <a:pt x="152078" y="33525"/>
                  <a:pt x="150625" y="34813"/>
                  <a:pt x="149089" y="36384"/>
                </a:cubicBezTo>
                <a:cubicBezTo>
                  <a:pt x="147554" y="37954"/>
                  <a:pt x="145909" y="39854"/>
                  <a:pt x="144155" y="42082"/>
                </a:cubicBezTo>
                <a:lnTo>
                  <a:pt x="144155" y="77425"/>
                </a:lnTo>
                <a:lnTo>
                  <a:pt x="134505" y="77425"/>
                </a:lnTo>
                <a:lnTo>
                  <a:pt x="134505" y="22411"/>
                </a:lnTo>
                <a:close/>
                <a:moveTo>
                  <a:pt x="245676" y="49479"/>
                </a:moveTo>
                <a:cubicBezTo>
                  <a:pt x="245676" y="53753"/>
                  <a:pt x="245072" y="57671"/>
                  <a:pt x="243866" y="61233"/>
                </a:cubicBezTo>
                <a:cubicBezTo>
                  <a:pt x="242660" y="64794"/>
                  <a:pt x="240924" y="67845"/>
                  <a:pt x="238658" y="70383"/>
                </a:cubicBezTo>
                <a:cubicBezTo>
                  <a:pt x="236391" y="72922"/>
                  <a:pt x="233632" y="74895"/>
                  <a:pt x="230378" y="76301"/>
                </a:cubicBezTo>
                <a:cubicBezTo>
                  <a:pt x="227125" y="77708"/>
                  <a:pt x="223433" y="78411"/>
                  <a:pt x="219303" y="78411"/>
                </a:cubicBezTo>
                <a:cubicBezTo>
                  <a:pt x="215355" y="78411"/>
                  <a:pt x="211819" y="77799"/>
                  <a:pt x="208694" y="76575"/>
                </a:cubicBezTo>
                <a:cubicBezTo>
                  <a:pt x="205568" y="75351"/>
                  <a:pt x="202918" y="73552"/>
                  <a:pt x="200744" y="71178"/>
                </a:cubicBezTo>
                <a:cubicBezTo>
                  <a:pt x="198569" y="68804"/>
                  <a:pt x="196906" y="65863"/>
                  <a:pt x="195754" y="62356"/>
                </a:cubicBezTo>
                <a:cubicBezTo>
                  <a:pt x="194603" y="58849"/>
                  <a:pt x="194027" y="54813"/>
                  <a:pt x="194027" y="50247"/>
                </a:cubicBezTo>
                <a:cubicBezTo>
                  <a:pt x="194027" y="45973"/>
                  <a:pt x="194630" y="42073"/>
                  <a:pt x="195836" y="38548"/>
                </a:cubicBezTo>
                <a:cubicBezTo>
                  <a:pt x="197043" y="35023"/>
                  <a:pt x="198779" y="31991"/>
                  <a:pt x="201045" y="29452"/>
                </a:cubicBezTo>
                <a:cubicBezTo>
                  <a:pt x="203311" y="26913"/>
                  <a:pt x="206071" y="24941"/>
                  <a:pt x="209324" y="23534"/>
                </a:cubicBezTo>
                <a:cubicBezTo>
                  <a:pt x="212577" y="22128"/>
                  <a:pt x="216269" y="21425"/>
                  <a:pt x="220400" y="21425"/>
                </a:cubicBezTo>
                <a:cubicBezTo>
                  <a:pt x="224347" y="21425"/>
                  <a:pt x="227884" y="22036"/>
                  <a:pt x="231009" y="23260"/>
                </a:cubicBezTo>
                <a:cubicBezTo>
                  <a:pt x="234134" y="24484"/>
                  <a:pt x="236784" y="26274"/>
                  <a:pt x="238959" y="28630"/>
                </a:cubicBezTo>
                <a:cubicBezTo>
                  <a:pt x="241134" y="30986"/>
                  <a:pt x="242797" y="33918"/>
                  <a:pt x="243948" y="37425"/>
                </a:cubicBezTo>
                <a:cubicBezTo>
                  <a:pt x="245100" y="40931"/>
                  <a:pt x="245676" y="44950"/>
                  <a:pt x="245676" y="49479"/>
                </a:cubicBezTo>
                <a:moveTo>
                  <a:pt x="235916" y="49918"/>
                </a:moveTo>
                <a:cubicBezTo>
                  <a:pt x="235916" y="46520"/>
                  <a:pt x="235541" y="43552"/>
                  <a:pt x="234792" y="41014"/>
                </a:cubicBezTo>
                <a:cubicBezTo>
                  <a:pt x="234043" y="38475"/>
                  <a:pt x="232974" y="36356"/>
                  <a:pt x="231585" y="34657"/>
                </a:cubicBezTo>
                <a:cubicBezTo>
                  <a:pt x="230196" y="32959"/>
                  <a:pt x="228505" y="31680"/>
                  <a:pt x="226513" y="30822"/>
                </a:cubicBezTo>
                <a:cubicBezTo>
                  <a:pt x="224521" y="29963"/>
                  <a:pt x="222300" y="29534"/>
                  <a:pt x="219851" y="29534"/>
                </a:cubicBezTo>
                <a:cubicBezTo>
                  <a:pt x="217000" y="29534"/>
                  <a:pt x="214560" y="30091"/>
                  <a:pt x="212532" y="31205"/>
                </a:cubicBezTo>
                <a:cubicBezTo>
                  <a:pt x="210503" y="32320"/>
                  <a:pt x="208840" y="33808"/>
                  <a:pt x="207542" y="35671"/>
                </a:cubicBezTo>
                <a:cubicBezTo>
                  <a:pt x="206245" y="37534"/>
                  <a:pt x="205294" y="39699"/>
                  <a:pt x="204691" y="42164"/>
                </a:cubicBezTo>
                <a:cubicBezTo>
                  <a:pt x="204088" y="44630"/>
                  <a:pt x="203787" y="47215"/>
                  <a:pt x="203787" y="49918"/>
                </a:cubicBezTo>
                <a:cubicBezTo>
                  <a:pt x="203787" y="53315"/>
                  <a:pt x="204161" y="56292"/>
                  <a:pt x="204911" y="58849"/>
                </a:cubicBezTo>
                <a:cubicBezTo>
                  <a:pt x="205660" y="61406"/>
                  <a:pt x="206729" y="63534"/>
                  <a:pt x="208118" y="65233"/>
                </a:cubicBezTo>
                <a:cubicBezTo>
                  <a:pt x="209507" y="66931"/>
                  <a:pt x="211188" y="68210"/>
                  <a:pt x="213162" y="69068"/>
                </a:cubicBezTo>
                <a:cubicBezTo>
                  <a:pt x="215136" y="69927"/>
                  <a:pt x="217366" y="70356"/>
                  <a:pt x="219851" y="70356"/>
                </a:cubicBezTo>
                <a:cubicBezTo>
                  <a:pt x="222702" y="70356"/>
                  <a:pt x="225142" y="69799"/>
                  <a:pt x="227171" y="68685"/>
                </a:cubicBezTo>
                <a:cubicBezTo>
                  <a:pt x="229200" y="67571"/>
                  <a:pt x="230863" y="66082"/>
                  <a:pt x="232160" y="64219"/>
                </a:cubicBezTo>
                <a:cubicBezTo>
                  <a:pt x="233458" y="62356"/>
                  <a:pt x="234408" y="60192"/>
                  <a:pt x="235011" y="57726"/>
                </a:cubicBezTo>
                <a:cubicBezTo>
                  <a:pt x="235615" y="55260"/>
                  <a:pt x="235916" y="52657"/>
                  <a:pt x="235916" y="49918"/>
                </a:cubicBezTo>
                <a:close/>
                <a:moveTo>
                  <a:pt x="310296" y="48931"/>
                </a:moveTo>
                <a:cubicBezTo>
                  <a:pt x="310296" y="53498"/>
                  <a:pt x="309666" y="57580"/>
                  <a:pt x="308405" y="61178"/>
                </a:cubicBezTo>
                <a:cubicBezTo>
                  <a:pt x="307144" y="64776"/>
                  <a:pt x="305352" y="67826"/>
                  <a:pt x="303031" y="70329"/>
                </a:cubicBezTo>
                <a:cubicBezTo>
                  <a:pt x="300710" y="72831"/>
                  <a:pt x="297887" y="74749"/>
                  <a:pt x="294560" y="76082"/>
                </a:cubicBezTo>
                <a:cubicBezTo>
                  <a:pt x="291234" y="77415"/>
                  <a:pt x="287488" y="78082"/>
                  <a:pt x="283321" y="78082"/>
                </a:cubicBezTo>
                <a:cubicBezTo>
                  <a:pt x="280067" y="78082"/>
                  <a:pt x="276741" y="77772"/>
                  <a:pt x="273342" y="77151"/>
                </a:cubicBezTo>
                <a:cubicBezTo>
                  <a:pt x="269942" y="76530"/>
                  <a:pt x="266580" y="75543"/>
                  <a:pt x="263253" y="74192"/>
                </a:cubicBezTo>
                <a:lnTo>
                  <a:pt x="263253" y="0"/>
                </a:lnTo>
                <a:lnTo>
                  <a:pt x="272793" y="0"/>
                </a:lnTo>
                <a:lnTo>
                  <a:pt x="272793" y="21315"/>
                </a:lnTo>
                <a:lnTo>
                  <a:pt x="272355" y="31507"/>
                </a:lnTo>
                <a:cubicBezTo>
                  <a:pt x="275096" y="27817"/>
                  <a:pt x="278030" y="25215"/>
                  <a:pt x="281155" y="23699"/>
                </a:cubicBezTo>
                <a:cubicBezTo>
                  <a:pt x="284280" y="22183"/>
                  <a:pt x="287634" y="21425"/>
                  <a:pt x="291216" y="21425"/>
                </a:cubicBezTo>
                <a:cubicBezTo>
                  <a:pt x="294359" y="21425"/>
                  <a:pt x="297119" y="22082"/>
                  <a:pt x="299495" y="23397"/>
                </a:cubicBezTo>
                <a:cubicBezTo>
                  <a:pt x="301871" y="24712"/>
                  <a:pt x="303863" y="26566"/>
                  <a:pt x="305471" y="28959"/>
                </a:cubicBezTo>
                <a:cubicBezTo>
                  <a:pt x="307080" y="31352"/>
                  <a:pt x="308286" y="34237"/>
                  <a:pt x="309090" y="37616"/>
                </a:cubicBezTo>
                <a:cubicBezTo>
                  <a:pt x="309894" y="40995"/>
                  <a:pt x="310296" y="44767"/>
                  <a:pt x="310296" y="48931"/>
                </a:cubicBezTo>
                <a:moveTo>
                  <a:pt x="300537" y="49370"/>
                </a:moveTo>
                <a:cubicBezTo>
                  <a:pt x="300537" y="46484"/>
                  <a:pt x="300327" y="43836"/>
                  <a:pt x="299906" y="41425"/>
                </a:cubicBezTo>
                <a:cubicBezTo>
                  <a:pt x="299486" y="39014"/>
                  <a:pt x="298819" y="36950"/>
                  <a:pt x="297905" y="35233"/>
                </a:cubicBezTo>
                <a:cubicBezTo>
                  <a:pt x="296991" y="33516"/>
                  <a:pt x="295821" y="32173"/>
                  <a:pt x="294396" y="31205"/>
                </a:cubicBezTo>
                <a:cubicBezTo>
                  <a:pt x="292970" y="30237"/>
                  <a:pt x="291271" y="29753"/>
                  <a:pt x="289297" y="29753"/>
                </a:cubicBezTo>
                <a:cubicBezTo>
                  <a:pt x="288091" y="29753"/>
                  <a:pt x="286866" y="29945"/>
                  <a:pt x="285623" y="30329"/>
                </a:cubicBezTo>
                <a:cubicBezTo>
                  <a:pt x="284381" y="30712"/>
                  <a:pt x="283092" y="31352"/>
                  <a:pt x="281758" y="32247"/>
                </a:cubicBezTo>
                <a:cubicBezTo>
                  <a:pt x="280424" y="33142"/>
                  <a:pt x="279017" y="34329"/>
                  <a:pt x="277536" y="35808"/>
                </a:cubicBezTo>
                <a:cubicBezTo>
                  <a:pt x="276056" y="37288"/>
                  <a:pt x="274475" y="39123"/>
                  <a:pt x="272793" y="41315"/>
                </a:cubicBezTo>
                <a:lnTo>
                  <a:pt x="272793" y="68000"/>
                </a:lnTo>
                <a:cubicBezTo>
                  <a:pt x="274658" y="68730"/>
                  <a:pt x="276558" y="69306"/>
                  <a:pt x="278496" y="69726"/>
                </a:cubicBezTo>
                <a:cubicBezTo>
                  <a:pt x="280433" y="70146"/>
                  <a:pt x="282279" y="70356"/>
                  <a:pt x="284033" y="70356"/>
                </a:cubicBezTo>
                <a:cubicBezTo>
                  <a:pt x="286226" y="70356"/>
                  <a:pt x="288319" y="70009"/>
                  <a:pt x="290311" y="69315"/>
                </a:cubicBezTo>
                <a:cubicBezTo>
                  <a:pt x="292303" y="68621"/>
                  <a:pt x="294058" y="67461"/>
                  <a:pt x="295575" y="65836"/>
                </a:cubicBezTo>
                <a:cubicBezTo>
                  <a:pt x="297092" y="64210"/>
                  <a:pt x="298298" y="62055"/>
                  <a:pt x="299193" y="59370"/>
                </a:cubicBezTo>
                <a:cubicBezTo>
                  <a:pt x="300089" y="56685"/>
                  <a:pt x="300537" y="53352"/>
                  <a:pt x="300537" y="49370"/>
                </a:cubicBezTo>
                <a:close/>
                <a:moveTo>
                  <a:pt x="375246" y="47014"/>
                </a:moveTo>
                <a:cubicBezTo>
                  <a:pt x="375246" y="48365"/>
                  <a:pt x="375228" y="49498"/>
                  <a:pt x="375191" y="50411"/>
                </a:cubicBezTo>
                <a:cubicBezTo>
                  <a:pt x="375155" y="51324"/>
                  <a:pt x="375100" y="52183"/>
                  <a:pt x="375027" y="52986"/>
                </a:cubicBezTo>
                <a:lnTo>
                  <a:pt x="336373" y="52986"/>
                </a:lnTo>
                <a:cubicBezTo>
                  <a:pt x="336373" y="58612"/>
                  <a:pt x="337944" y="62931"/>
                  <a:pt x="341088" y="65945"/>
                </a:cubicBezTo>
                <a:cubicBezTo>
                  <a:pt x="344231" y="68959"/>
                  <a:pt x="348764" y="70466"/>
                  <a:pt x="354685" y="70466"/>
                </a:cubicBezTo>
                <a:cubicBezTo>
                  <a:pt x="356294" y="70466"/>
                  <a:pt x="357902" y="70402"/>
                  <a:pt x="359510" y="70274"/>
                </a:cubicBezTo>
                <a:cubicBezTo>
                  <a:pt x="361119" y="70146"/>
                  <a:pt x="362672" y="69972"/>
                  <a:pt x="364171" y="69753"/>
                </a:cubicBezTo>
                <a:cubicBezTo>
                  <a:pt x="365669" y="69534"/>
                  <a:pt x="367104" y="69288"/>
                  <a:pt x="368475" y="69014"/>
                </a:cubicBezTo>
                <a:cubicBezTo>
                  <a:pt x="369845" y="68740"/>
                  <a:pt x="371116" y="68438"/>
                  <a:pt x="372285" y="68109"/>
                </a:cubicBezTo>
                <a:lnTo>
                  <a:pt x="372285" y="75945"/>
                </a:lnTo>
                <a:cubicBezTo>
                  <a:pt x="369690" y="76676"/>
                  <a:pt x="366757" y="77269"/>
                  <a:pt x="363485" y="77726"/>
                </a:cubicBezTo>
                <a:cubicBezTo>
                  <a:pt x="360214" y="78183"/>
                  <a:pt x="356824" y="78411"/>
                  <a:pt x="353315" y="78411"/>
                </a:cubicBezTo>
                <a:cubicBezTo>
                  <a:pt x="348599" y="78411"/>
                  <a:pt x="344542" y="77772"/>
                  <a:pt x="341143" y="76493"/>
                </a:cubicBezTo>
                <a:cubicBezTo>
                  <a:pt x="337743" y="75215"/>
                  <a:pt x="334956" y="73361"/>
                  <a:pt x="332781" y="70931"/>
                </a:cubicBezTo>
                <a:cubicBezTo>
                  <a:pt x="330607" y="68502"/>
                  <a:pt x="328998" y="65525"/>
                  <a:pt x="327956" y="62000"/>
                </a:cubicBezTo>
                <a:cubicBezTo>
                  <a:pt x="326915" y="58475"/>
                  <a:pt x="326394" y="54484"/>
                  <a:pt x="326394" y="50027"/>
                </a:cubicBezTo>
                <a:cubicBezTo>
                  <a:pt x="326394" y="46155"/>
                  <a:pt x="326951" y="42493"/>
                  <a:pt x="328066" y="39041"/>
                </a:cubicBezTo>
                <a:cubicBezTo>
                  <a:pt x="329181" y="35589"/>
                  <a:pt x="330808" y="32557"/>
                  <a:pt x="332946" y="29945"/>
                </a:cubicBezTo>
                <a:cubicBezTo>
                  <a:pt x="335084" y="27333"/>
                  <a:pt x="337707" y="25260"/>
                  <a:pt x="340814" y="23726"/>
                </a:cubicBezTo>
                <a:cubicBezTo>
                  <a:pt x="343921" y="22192"/>
                  <a:pt x="347448" y="21425"/>
                  <a:pt x="351396" y="21425"/>
                </a:cubicBezTo>
                <a:cubicBezTo>
                  <a:pt x="355234" y="21425"/>
                  <a:pt x="358633" y="22027"/>
                  <a:pt x="361594" y="23233"/>
                </a:cubicBezTo>
                <a:cubicBezTo>
                  <a:pt x="364555" y="24438"/>
                  <a:pt x="367049" y="26146"/>
                  <a:pt x="369078" y="28356"/>
                </a:cubicBezTo>
                <a:cubicBezTo>
                  <a:pt x="371107" y="30566"/>
                  <a:pt x="372642" y="33251"/>
                  <a:pt x="373683" y="36411"/>
                </a:cubicBezTo>
                <a:cubicBezTo>
                  <a:pt x="374725" y="39571"/>
                  <a:pt x="375246" y="43105"/>
                  <a:pt x="375246" y="47014"/>
                </a:cubicBezTo>
                <a:moveTo>
                  <a:pt x="365322" y="45644"/>
                </a:moveTo>
                <a:cubicBezTo>
                  <a:pt x="365432" y="43196"/>
                  <a:pt x="365194" y="40959"/>
                  <a:pt x="364609" y="38931"/>
                </a:cubicBezTo>
                <a:cubicBezTo>
                  <a:pt x="364025" y="36904"/>
                  <a:pt x="363120" y="35160"/>
                  <a:pt x="361895" y="33699"/>
                </a:cubicBezTo>
                <a:cubicBezTo>
                  <a:pt x="360671" y="32237"/>
                  <a:pt x="359145" y="31096"/>
                  <a:pt x="357317" y="30274"/>
                </a:cubicBezTo>
                <a:cubicBezTo>
                  <a:pt x="355490" y="29452"/>
                  <a:pt x="353370" y="29041"/>
                  <a:pt x="350957" y="29041"/>
                </a:cubicBezTo>
                <a:cubicBezTo>
                  <a:pt x="348874" y="29041"/>
                  <a:pt x="346973" y="29443"/>
                  <a:pt x="345255" y="30247"/>
                </a:cubicBezTo>
                <a:cubicBezTo>
                  <a:pt x="343537" y="31050"/>
                  <a:pt x="342057" y="32183"/>
                  <a:pt x="340814" y="33644"/>
                </a:cubicBezTo>
                <a:cubicBezTo>
                  <a:pt x="339571" y="35105"/>
                  <a:pt x="338566" y="36858"/>
                  <a:pt x="337798" y="38904"/>
                </a:cubicBezTo>
                <a:cubicBezTo>
                  <a:pt x="337031" y="40950"/>
                  <a:pt x="336555" y="43196"/>
                  <a:pt x="336373" y="45644"/>
                </a:cubicBezTo>
                <a:lnTo>
                  <a:pt x="365322" y="45644"/>
                </a:lnTo>
                <a:close/>
                <a:moveTo>
                  <a:pt x="506791" y="48931"/>
                </a:moveTo>
                <a:cubicBezTo>
                  <a:pt x="506791" y="53498"/>
                  <a:pt x="506160" y="57580"/>
                  <a:pt x="504899" y="61178"/>
                </a:cubicBezTo>
                <a:cubicBezTo>
                  <a:pt x="503638" y="64776"/>
                  <a:pt x="501847" y="67826"/>
                  <a:pt x="499526" y="70329"/>
                </a:cubicBezTo>
                <a:cubicBezTo>
                  <a:pt x="497205" y="72831"/>
                  <a:pt x="494381" y="74749"/>
                  <a:pt x="491055" y="76082"/>
                </a:cubicBezTo>
                <a:cubicBezTo>
                  <a:pt x="487729" y="77415"/>
                  <a:pt x="483982" y="78082"/>
                  <a:pt x="479815" y="78082"/>
                </a:cubicBezTo>
                <a:cubicBezTo>
                  <a:pt x="476562" y="78082"/>
                  <a:pt x="473236" y="77772"/>
                  <a:pt x="469836" y="77151"/>
                </a:cubicBezTo>
                <a:cubicBezTo>
                  <a:pt x="466437" y="76530"/>
                  <a:pt x="463074" y="75543"/>
                  <a:pt x="459748" y="74192"/>
                </a:cubicBezTo>
                <a:lnTo>
                  <a:pt x="459748" y="0"/>
                </a:lnTo>
                <a:lnTo>
                  <a:pt x="469288" y="0"/>
                </a:lnTo>
                <a:lnTo>
                  <a:pt x="469288" y="21315"/>
                </a:lnTo>
                <a:lnTo>
                  <a:pt x="468849" y="31507"/>
                </a:lnTo>
                <a:cubicBezTo>
                  <a:pt x="471591" y="27817"/>
                  <a:pt x="474524" y="25215"/>
                  <a:pt x="477649" y="23699"/>
                </a:cubicBezTo>
                <a:cubicBezTo>
                  <a:pt x="480775" y="22183"/>
                  <a:pt x="484128" y="21425"/>
                  <a:pt x="487710" y="21425"/>
                </a:cubicBezTo>
                <a:cubicBezTo>
                  <a:pt x="490854" y="21425"/>
                  <a:pt x="493614" y="22082"/>
                  <a:pt x="495990" y="23397"/>
                </a:cubicBezTo>
                <a:cubicBezTo>
                  <a:pt x="498365" y="24712"/>
                  <a:pt x="500358" y="26566"/>
                  <a:pt x="501966" y="28959"/>
                </a:cubicBezTo>
                <a:cubicBezTo>
                  <a:pt x="503574" y="31352"/>
                  <a:pt x="504780" y="34237"/>
                  <a:pt x="505585" y="37616"/>
                </a:cubicBezTo>
                <a:cubicBezTo>
                  <a:pt x="506389" y="40995"/>
                  <a:pt x="506791" y="44767"/>
                  <a:pt x="506791" y="48931"/>
                </a:cubicBezTo>
                <a:moveTo>
                  <a:pt x="497031" y="49370"/>
                </a:moveTo>
                <a:cubicBezTo>
                  <a:pt x="497031" y="46484"/>
                  <a:pt x="496821" y="43836"/>
                  <a:pt x="496401" y="41425"/>
                </a:cubicBezTo>
                <a:cubicBezTo>
                  <a:pt x="495980" y="39014"/>
                  <a:pt x="495313" y="36950"/>
                  <a:pt x="494400" y="35233"/>
                </a:cubicBezTo>
                <a:cubicBezTo>
                  <a:pt x="493486" y="33516"/>
                  <a:pt x="492316" y="32173"/>
                  <a:pt x="490890" y="31205"/>
                </a:cubicBezTo>
                <a:cubicBezTo>
                  <a:pt x="489465" y="30237"/>
                  <a:pt x="487765" y="29753"/>
                  <a:pt x="485791" y="29753"/>
                </a:cubicBezTo>
                <a:cubicBezTo>
                  <a:pt x="484585" y="29753"/>
                  <a:pt x="483361" y="29945"/>
                  <a:pt x="482118" y="30329"/>
                </a:cubicBezTo>
                <a:cubicBezTo>
                  <a:pt x="480875" y="30712"/>
                  <a:pt x="479587" y="31352"/>
                  <a:pt x="478252" y="32247"/>
                </a:cubicBezTo>
                <a:cubicBezTo>
                  <a:pt x="476918" y="33142"/>
                  <a:pt x="475511" y="34329"/>
                  <a:pt x="474031" y="35808"/>
                </a:cubicBezTo>
                <a:cubicBezTo>
                  <a:pt x="472550" y="37288"/>
                  <a:pt x="470969" y="39123"/>
                  <a:pt x="469288" y="41315"/>
                </a:cubicBezTo>
                <a:lnTo>
                  <a:pt x="469288" y="68000"/>
                </a:lnTo>
                <a:cubicBezTo>
                  <a:pt x="471152" y="68730"/>
                  <a:pt x="473053" y="69306"/>
                  <a:pt x="474990" y="69726"/>
                </a:cubicBezTo>
                <a:cubicBezTo>
                  <a:pt x="476927" y="70146"/>
                  <a:pt x="478773" y="70356"/>
                  <a:pt x="480528" y="70356"/>
                </a:cubicBezTo>
                <a:cubicBezTo>
                  <a:pt x="482721" y="70356"/>
                  <a:pt x="484814" y="70009"/>
                  <a:pt x="486806" y="69315"/>
                </a:cubicBezTo>
                <a:cubicBezTo>
                  <a:pt x="488798" y="68621"/>
                  <a:pt x="490552" y="67461"/>
                  <a:pt x="492069" y="65836"/>
                </a:cubicBezTo>
                <a:cubicBezTo>
                  <a:pt x="493586" y="64210"/>
                  <a:pt x="494792" y="62055"/>
                  <a:pt x="495688" y="59370"/>
                </a:cubicBezTo>
                <a:cubicBezTo>
                  <a:pt x="496584" y="56685"/>
                  <a:pt x="497031" y="53352"/>
                  <a:pt x="497031" y="49370"/>
                </a:cubicBezTo>
                <a:close/>
                <a:moveTo>
                  <a:pt x="527494" y="22411"/>
                </a:moveTo>
                <a:lnTo>
                  <a:pt x="536212" y="22411"/>
                </a:lnTo>
                <a:lnTo>
                  <a:pt x="536486" y="32548"/>
                </a:lnTo>
                <a:cubicBezTo>
                  <a:pt x="539739" y="28639"/>
                  <a:pt x="542947" y="25808"/>
                  <a:pt x="546108" y="24055"/>
                </a:cubicBezTo>
                <a:cubicBezTo>
                  <a:pt x="549270" y="22301"/>
                  <a:pt x="552459" y="21425"/>
                  <a:pt x="555676" y="21425"/>
                </a:cubicBezTo>
                <a:cubicBezTo>
                  <a:pt x="561378" y="21425"/>
                  <a:pt x="565700" y="23269"/>
                  <a:pt x="568643" y="26959"/>
                </a:cubicBezTo>
                <a:cubicBezTo>
                  <a:pt x="571585" y="30648"/>
                  <a:pt x="572947" y="36128"/>
                  <a:pt x="572728" y="43397"/>
                </a:cubicBezTo>
                <a:lnTo>
                  <a:pt x="563078" y="43397"/>
                </a:lnTo>
                <a:cubicBezTo>
                  <a:pt x="563187" y="38575"/>
                  <a:pt x="562484" y="35078"/>
                  <a:pt x="560967" y="32904"/>
                </a:cubicBezTo>
                <a:cubicBezTo>
                  <a:pt x="559450" y="30731"/>
                  <a:pt x="557229" y="29644"/>
                  <a:pt x="554305" y="29644"/>
                </a:cubicBezTo>
                <a:cubicBezTo>
                  <a:pt x="553026" y="29644"/>
                  <a:pt x="551737" y="29872"/>
                  <a:pt x="550440" y="30329"/>
                </a:cubicBezTo>
                <a:cubicBezTo>
                  <a:pt x="549142" y="30785"/>
                  <a:pt x="547808" y="31516"/>
                  <a:pt x="546437" y="32520"/>
                </a:cubicBezTo>
                <a:cubicBezTo>
                  <a:pt x="545067" y="33525"/>
                  <a:pt x="543614" y="34813"/>
                  <a:pt x="542078" y="36384"/>
                </a:cubicBezTo>
                <a:cubicBezTo>
                  <a:pt x="540543" y="37954"/>
                  <a:pt x="538898" y="39854"/>
                  <a:pt x="537144" y="42082"/>
                </a:cubicBezTo>
                <a:lnTo>
                  <a:pt x="537144" y="77425"/>
                </a:lnTo>
                <a:lnTo>
                  <a:pt x="527494" y="77425"/>
                </a:lnTo>
                <a:lnTo>
                  <a:pt x="527494" y="22411"/>
                </a:lnTo>
                <a:close/>
                <a:moveTo>
                  <a:pt x="626109" y="77425"/>
                </a:moveTo>
                <a:lnTo>
                  <a:pt x="625889" y="70027"/>
                </a:lnTo>
                <a:cubicBezTo>
                  <a:pt x="622892" y="72986"/>
                  <a:pt x="619849" y="75123"/>
                  <a:pt x="616760" y="76438"/>
                </a:cubicBezTo>
                <a:cubicBezTo>
                  <a:pt x="613672" y="77753"/>
                  <a:pt x="610428" y="78411"/>
                  <a:pt x="607028" y="78411"/>
                </a:cubicBezTo>
                <a:cubicBezTo>
                  <a:pt x="603885" y="78411"/>
                  <a:pt x="601198" y="78009"/>
                  <a:pt x="598969" y="77205"/>
                </a:cubicBezTo>
                <a:cubicBezTo>
                  <a:pt x="596739" y="76402"/>
                  <a:pt x="594902" y="75297"/>
                  <a:pt x="593458" y="73890"/>
                </a:cubicBezTo>
                <a:cubicBezTo>
                  <a:pt x="592014" y="72484"/>
                  <a:pt x="590954" y="70831"/>
                  <a:pt x="590278" y="68931"/>
                </a:cubicBezTo>
                <a:cubicBezTo>
                  <a:pt x="589602" y="67032"/>
                  <a:pt x="589264" y="64968"/>
                  <a:pt x="589264" y="62740"/>
                </a:cubicBezTo>
                <a:cubicBezTo>
                  <a:pt x="589264" y="57224"/>
                  <a:pt x="591320" y="52904"/>
                  <a:pt x="595432" y="49781"/>
                </a:cubicBezTo>
                <a:cubicBezTo>
                  <a:pt x="599544" y="46657"/>
                  <a:pt x="605621" y="45096"/>
                  <a:pt x="613663" y="45096"/>
                </a:cubicBezTo>
                <a:lnTo>
                  <a:pt x="625067" y="45096"/>
                </a:lnTo>
                <a:lnTo>
                  <a:pt x="625067" y="40274"/>
                </a:lnTo>
                <a:cubicBezTo>
                  <a:pt x="625067" y="37023"/>
                  <a:pt x="624025" y="34420"/>
                  <a:pt x="621942" y="32466"/>
                </a:cubicBezTo>
                <a:cubicBezTo>
                  <a:pt x="619858" y="30511"/>
                  <a:pt x="616678" y="29534"/>
                  <a:pt x="612402" y="29534"/>
                </a:cubicBezTo>
                <a:cubicBezTo>
                  <a:pt x="609295" y="29534"/>
                  <a:pt x="606233" y="29881"/>
                  <a:pt x="603218" y="30575"/>
                </a:cubicBezTo>
                <a:cubicBezTo>
                  <a:pt x="600202" y="31269"/>
                  <a:pt x="597086" y="32256"/>
                  <a:pt x="593869" y="33534"/>
                </a:cubicBezTo>
                <a:lnTo>
                  <a:pt x="593869" y="24931"/>
                </a:lnTo>
                <a:cubicBezTo>
                  <a:pt x="595076" y="24493"/>
                  <a:pt x="596419" y="24064"/>
                  <a:pt x="597899" y="23644"/>
                </a:cubicBezTo>
                <a:cubicBezTo>
                  <a:pt x="599380" y="23224"/>
                  <a:pt x="600942" y="22849"/>
                  <a:pt x="602587" y="22521"/>
                </a:cubicBezTo>
                <a:cubicBezTo>
                  <a:pt x="604232" y="22192"/>
                  <a:pt x="605950" y="21927"/>
                  <a:pt x="607741" y="21726"/>
                </a:cubicBezTo>
                <a:cubicBezTo>
                  <a:pt x="609532" y="21525"/>
                  <a:pt x="611341" y="21425"/>
                  <a:pt x="613169" y="21425"/>
                </a:cubicBezTo>
                <a:cubicBezTo>
                  <a:pt x="616495" y="21425"/>
                  <a:pt x="619493" y="21790"/>
                  <a:pt x="622161" y="22521"/>
                </a:cubicBezTo>
                <a:cubicBezTo>
                  <a:pt x="624829" y="23251"/>
                  <a:pt x="627086" y="24365"/>
                  <a:pt x="628932" y="25863"/>
                </a:cubicBezTo>
                <a:cubicBezTo>
                  <a:pt x="630778" y="27361"/>
                  <a:pt x="632195" y="29242"/>
                  <a:pt x="633182" y="31507"/>
                </a:cubicBezTo>
                <a:cubicBezTo>
                  <a:pt x="634168" y="33772"/>
                  <a:pt x="634662" y="36438"/>
                  <a:pt x="634662" y="39507"/>
                </a:cubicBezTo>
                <a:lnTo>
                  <a:pt x="634662" y="77425"/>
                </a:lnTo>
                <a:lnTo>
                  <a:pt x="626109" y="77425"/>
                </a:lnTo>
                <a:moveTo>
                  <a:pt x="625067" y="52383"/>
                </a:moveTo>
                <a:lnTo>
                  <a:pt x="612950" y="52383"/>
                </a:lnTo>
                <a:cubicBezTo>
                  <a:pt x="610574" y="52383"/>
                  <a:pt x="608527" y="52621"/>
                  <a:pt x="606809" y="53096"/>
                </a:cubicBezTo>
                <a:cubicBezTo>
                  <a:pt x="605091" y="53571"/>
                  <a:pt x="603684" y="54246"/>
                  <a:pt x="602587" y="55123"/>
                </a:cubicBezTo>
                <a:cubicBezTo>
                  <a:pt x="601491" y="56000"/>
                  <a:pt x="600677" y="57050"/>
                  <a:pt x="600147" y="58274"/>
                </a:cubicBezTo>
                <a:cubicBezTo>
                  <a:pt x="599617" y="59498"/>
                  <a:pt x="599352" y="60877"/>
                  <a:pt x="599352" y="62411"/>
                </a:cubicBezTo>
                <a:cubicBezTo>
                  <a:pt x="599352" y="63470"/>
                  <a:pt x="599517" y="64484"/>
                  <a:pt x="599846" y="65452"/>
                </a:cubicBezTo>
                <a:cubicBezTo>
                  <a:pt x="600175" y="66420"/>
                  <a:pt x="600705" y="67278"/>
                  <a:pt x="601436" y="68027"/>
                </a:cubicBezTo>
                <a:cubicBezTo>
                  <a:pt x="602167" y="68776"/>
                  <a:pt x="603117" y="69370"/>
                  <a:pt x="604287" y="69808"/>
                </a:cubicBezTo>
                <a:cubicBezTo>
                  <a:pt x="605457" y="70246"/>
                  <a:pt x="606882" y="70466"/>
                  <a:pt x="608564" y="70466"/>
                </a:cubicBezTo>
                <a:cubicBezTo>
                  <a:pt x="610757" y="70466"/>
                  <a:pt x="613270" y="69799"/>
                  <a:pt x="616102" y="68466"/>
                </a:cubicBezTo>
                <a:cubicBezTo>
                  <a:pt x="618935" y="67132"/>
                  <a:pt x="621923" y="65023"/>
                  <a:pt x="625067" y="62137"/>
                </a:cubicBezTo>
                <a:lnTo>
                  <a:pt x="625067" y="52383"/>
                </a:lnTo>
                <a:close/>
                <a:moveTo>
                  <a:pt x="656242" y="22411"/>
                </a:moveTo>
                <a:lnTo>
                  <a:pt x="664741" y="22411"/>
                </a:lnTo>
                <a:lnTo>
                  <a:pt x="665124" y="31288"/>
                </a:lnTo>
                <a:cubicBezTo>
                  <a:pt x="666733" y="29388"/>
                  <a:pt x="668286" y="27808"/>
                  <a:pt x="669785" y="26548"/>
                </a:cubicBezTo>
                <a:cubicBezTo>
                  <a:pt x="671283" y="25288"/>
                  <a:pt x="672755" y="24274"/>
                  <a:pt x="674198" y="23507"/>
                </a:cubicBezTo>
                <a:cubicBezTo>
                  <a:pt x="675642" y="22740"/>
                  <a:pt x="677114" y="22201"/>
                  <a:pt x="678612" y="21890"/>
                </a:cubicBezTo>
                <a:cubicBezTo>
                  <a:pt x="680111" y="21580"/>
                  <a:pt x="681664" y="21425"/>
                  <a:pt x="683273" y="21425"/>
                </a:cubicBezTo>
                <a:cubicBezTo>
                  <a:pt x="688938" y="21425"/>
                  <a:pt x="693224" y="23096"/>
                  <a:pt x="696130" y="26438"/>
                </a:cubicBezTo>
                <a:cubicBezTo>
                  <a:pt x="699036" y="29781"/>
                  <a:pt x="700489" y="34813"/>
                  <a:pt x="700489" y="41534"/>
                </a:cubicBezTo>
                <a:lnTo>
                  <a:pt x="700489" y="77425"/>
                </a:lnTo>
                <a:lnTo>
                  <a:pt x="690949" y="77425"/>
                </a:lnTo>
                <a:lnTo>
                  <a:pt x="690949" y="42301"/>
                </a:lnTo>
                <a:cubicBezTo>
                  <a:pt x="690949" y="37991"/>
                  <a:pt x="690144" y="34804"/>
                  <a:pt x="688536" y="32740"/>
                </a:cubicBezTo>
                <a:cubicBezTo>
                  <a:pt x="686928" y="30676"/>
                  <a:pt x="684534" y="29644"/>
                  <a:pt x="681354" y="29644"/>
                </a:cubicBezTo>
                <a:cubicBezTo>
                  <a:pt x="680184" y="29644"/>
                  <a:pt x="679042" y="29817"/>
                  <a:pt x="677927" y="30164"/>
                </a:cubicBezTo>
                <a:cubicBezTo>
                  <a:pt x="676812" y="30511"/>
                  <a:pt x="675651" y="31114"/>
                  <a:pt x="674445" y="31973"/>
                </a:cubicBezTo>
                <a:cubicBezTo>
                  <a:pt x="673239" y="32831"/>
                  <a:pt x="671932" y="33991"/>
                  <a:pt x="670525" y="35452"/>
                </a:cubicBezTo>
                <a:cubicBezTo>
                  <a:pt x="669118" y="36913"/>
                  <a:pt x="667537" y="38740"/>
                  <a:pt x="665782" y="40931"/>
                </a:cubicBezTo>
                <a:lnTo>
                  <a:pt x="665782" y="77425"/>
                </a:lnTo>
                <a:lnTo>
                  <a:pt x="656242" y="77425"/>
                </a:lnTo>
                <a:lnTo>
                  <a:pt x="656242" y="22411"/>
                </a:lnTo>
                <a:close/>
                <a:moveTo>
                  <a:pt x="764507" y="75397"/>
                </a:moveTo>
                <a:cubicBezTo>
                  <a:pt x="762021" y="76347"/>
                  <a:pt x="759472" y="77050"/>
                  <a:pt x="756858" y="77507"/>
                </a:cubicBezTo>
                <a:cubicBezTo>
                  <a:pt x="754245" y="77963"/>
                  <a:pt x="751549" y="78192"/>
                  <a:pt x="748771" y="78192"/>
                </a:cubicBezTo>
                <a:cubicBezTo>
                  <a:pt x="740072" y="78192"/>
                  <a:pt x="733373" y="75836"/>
                  <a:pt x="728676" y="71123"/>
                </a:cubicBezTo>
                <a:cubicBezTo>
                  <a:pt x="723979" y="66411"/>
                  <a:pt x="721631" y="59525"/>
                  <a:pt x="721631" y="50466"/>
                </a:cubicBezTo>
                <a:cubicBezTo>
                  <a:pt x="721631" y="46119"/>
                  <a:pt x="722307" y="42173"/>
                  <a:pt x="723660" y="38630"/>
                </a:cubicBezTo>
                <a:cubicBezTo>
                  <a:pt x="725012" y="35087"/>
                  <a:pt x="726913" y="32055"/>
                  <a:pt x="729362" y="29534"/>
                </a:cubicBezTo>
                <a:cubicBezTo>
                  <a:pt x="731811" y="27014"/>
                  <a:pt x="734735" y="25068"/>
                  <a:pt x="738134" y="23699"/>
                </a:cubicBezTo>
                <a:cubicBezTo>
                  <a:pt x="741534" y="22329"/>
                  <a:pt x="745280" y="21644"/>
                  <a:pt x="749374" y="21644"/>
                </a:cubicBezTo>
                <a:cubicBezTo>
                  <a:pt x="752225" y="21644"/>
                  <a:pt x="754894" y="21845"/>
                  <a:pt x="757379" y="22247"/>
                </a:cubicBezTo>
                <a:cubicBezTo>
                  <a:pt x="759865" y="22648"/>
                  <a:pt x="762241" y="23306"/>
                  <a:pt x="764507" y="24219"/>
                </a:cubicBezTo>
                <a:lnTo>
                  <a:pt x="764507" y="33315"/>
                </a:lnTo>
                <a:cubicBezTo>
                  <a:pt x="762131" y="32073"/>
                  <a:pt x="759709" y="31169"/>
                  <a:pt x="757242" y="30603"/>
                </a:cubicBezTo>
                <a:cubicBezTo>
                  <a:pt x="754775" y="30036"/>
                  <a:pt x="752225" y="29753"/>
                  <a:pt x="749593" y="29753"/>
                </a:cubicBezTo>
                <a:cubicBezTo>
                  <a:pt x="747144" y="29753"/>
                  <a:pt x="744833" y="30219"/>
                  <a:pt x="742658" y="31151"/>
                </a:cubicBezTo>
                <a:cubicBezTo>
                  <a:pt x="740483" y="32082"/>
                  <a:pt x="738573" y="33425"/>
                  <a:pt x="736928" y="35178"/>
                </a:cubicBezTo>
                <a:cubicBezTo>
                  <a:pt x="735283" y="36931"/>
                  <a:pt x="733986" y="39068"/>
                  <a:pt x="733035" y="41589"/>
                </a:cubicBezTo>
                <a:cubicBezTo>
                  <a:pt x="732085" y="44110"/>
                  <a:pt x="731610" y="46959"/>
                  <a:pt x="731610" y="50137"/>
                </a:cubicBezTo>
                <a:cubicBezTo>
                  <a:pt x="731610" y="56785"/>
                  <a:pt x="733227" y="61762"/>
                  <a:pt x="736462" y="65068"/>
                </a:cubicBezTo>
                <a:cubicBezTo>
                  <a:pt x="739697" y="68374"/>
                  <a:pt x="744184" y="70027"/>
                  <a:pt x="749922" y="70027"/>
                </a:cubicBezTo>
                <a:cubicBezTo>
                  <a:pt x="752518" y="70027"/>
                  <a:pt x="755031" y="69735"/>
                  <a:pt x="757461" y="69151"/>
                </a:cubicBezTo>
                <a:cubicBezTo>
                  <a:pt x="759892" y="68566"/>
                  <a:pt x="762241" y="67689"/>
                  <a:pt x="764507" y="66520"/>
                </a:cubicBezTo>
                <a:lnTo>
                  <a:pt x="764507" y="75397"/>
                </a:lnTo>
                <a:close/>
                <a:moveTo>
                  <a:pt x="831485" y="77425"/>
                </a:moveTo>
                <a:lnTo>
                  <a:pt x="821945" y="77425"/>
                </a:lnTo>
                <a:lnTo>
                  <a:pt x="821945" y="42301"/>
                </a:lnTo>
                <a:cubicBezTo>
                  <a:pt x="821945" y="38064"/>
                  <a:pt x="821150" y="34895"/>
                  <a:pt x="819560" y="32794"/>
                </a:cubicBezTo>
                <a:cubicBezTo>
                  <a:pt x="817970" y="30694"/>
                  <a:pt x="815695" y="29644"/>
                  <a:pt x="812734" y="29644"/>
                </a:cubicBezTo>
                <a:cubicBezTo>
                  <a:pt x="811455" y="29644"/>
                  <a:pt x="810258" y="29817"/>
                  <a:pt x="809143" y="30164"/>
                </a:cubicBezTo>
                <a:cubicBezTo>
                  <a:pt x="808028" y="30511"/>
                  <a:pt x="806867" y="31114"/>
                  <a:pt x="805661" y="31973"/>
                </a:cubicBezTo>
                <a:cubicBezTo>
                  <a:pt x="804455" y="32831"/>
                  <a:pt x="803139" y="33991"/>
                  <a:pt x="801714" y="35452"/>
                </a:cubicBezTo>
                <a:cubicBezTo>
                  <a:pt x="800288" y="36913"/>
                  <a:pt x="798643" y="38740"/>
                  <a:pt x="796779" y="40931"/>
                </a:cubicBezTo>
                <a:lnTo>
                  <a:pt x="796779" y="77425"/>
                </a:lnTo>
                <a:lnTo>
                  <a:pt x="787239" y="77425"/>
                </a:lnTo>
                <a:lnTo>
                  <a:pt x="787239" y="0"/>
                </a:lnTo>
                <a:lnTo>
                  <a:pt x="796779" y="0"/>
                </a:lnTo>
                <a:lnTo>
                  <a:pt x="796779" y="22411"/>
                </a:lnTo>
                <a:lnTo>
                  <a:pt x="796450" y="31068"/>
                </a:lnTo>
                <a:cubicBezTo>
                  <a:pt x="797949" y="29278"/>
                  <a:pt x="799420" y="27772"/>
                  <a:pt x="800864" y="26548"/>
                </a:cubicBezTo>
                <a:cubicBezTo>
                  <a:pt x="802307" y="25324"/>
                  <a:pt x="803751" y="24329"/>
                  <a:pt x="805195" y="23562"/>
                </a:cubicBezTo>
                <a:cubicBezTo>
                  <a:pt x="806639" y="22794"/>
                  <a:pt x="808110" y="22247"/>
                  <a:pt x="809609" y="21918"/>
                </a:cubicBezTo>
                <a:cubicBezTo>
                  <a:pt x="811107" y="21589"/>
                  <a:pt x="812661" y="21425"/>
                  <a:pt x="814269" y="21425"/>
                </a:cubicBezTo>
                <a:cubicBezTo>
                  <a:pt x="819752" y="21425"/>
                  <a:pt x="823992" y="23096"/>
                  <a:pt x="826989" y="26438"/>
                </a:cubicBezTo>
                <a:cubicBezTo>
                  <a:pt x="829987" y="29781"/>
                  <a:pt x="831485" y="34813"/>
                  <a:pt x="831485" y="41534"/>
                </a:cubicBezTo>
                <a:lnTo>
                  <a:pt x="831485" y="77425"/>
                </a:lnTo>
                <a:close/>
                <a:moveTo>
                  <a:pt x="855423" y="22904"/>
                </a:moveTo>
                <a:lnTo>
                  <a:pt x="861345" y="16822"/>
                </a:lnTo>
                <a:lnTo>
                  <a:pt x="898190" y="47562"/>
                </a:lnTo>
                <a:lnTo>
                  <a:pt x="861345" y="78301"/>
                </a:lnTo>
                <a:lnTo>
                  <a:pt x="855423" y="72274"/>
                </a:lnTo>
                <a:lnTo>
                  <a:pt x="885305" y="47671"/>
                </a:lnTo>
                <a:lnTo>
                  <a:pt x="855423" y="22904"/>
                </a:ln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0x101234567c:">
            <a:extLst xmlns:a="http://schemas.openxmlformats.org/drawingml/2006/main">
              <a:ext uri="{FF2B5EF4-FFF2-40B4-BE49-F238E27FC236}">
                <a16:creationId xmlns:a16="http://schemas.microsoft.com/office/drawing/2014/main" id="{556D7025-BE22-4348-9810-7B5D460D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59" y="1437495"/>
            <a:ext cx="820465" cy="73589"/>
          </a:xfrm>
          <a:custGeom xmlns:a="http://schemas.openxmlformats.org/drawingml/2006/main">
            <a:pathLst>
              <a:path w="820465" h="73589">
                <a:moveTo>
                  <a:pt x="52087" y="36822"/>
                </a:moveTo>
                <a:cubicBezTo>
                  <a:pt x="52087" y="42301"/>
                  <a:pt x="51539" y="47297"/>
                  <a:pt x="50442" y="51808"/>
                </a:cubicBezTo>
                <a:cubicBezTo>
                  <a:pt x="49346" y="56320"/>
                  <a:pt x="47683" y="60192"/>
                  <a:pt x="45453" y="63425"/>
                </a:cubicBezTo>
                <a:cubicBezTo>
                  <a:pt x="43223" y="66657"/>
                  <a:pt x="40454" y="69160"/>
                  <a:pt x="37146" y="70931"/>
                </a:cubicBezTo>
                <a:cubicBezTo>
                  <a:pt x="33838" y="72703"/>
                  <a:pt x="29955" y="73589"/>
                  <a:pt x="25495" y="73589"/>
                </a:cubicBezTo>
                <a:cubicBezTo>
                  <a:pt x="21657" y="73589"/>
                  <a:pt x="18167" y="72867"/>
                  <a:pt x="15023" y="71425"/>
                </a:cubicBezTo>
                <a:cubicBezTo>
                  <a:pt x="11880" y="69982"/>
                  <a:pt x="9193" y="67762"/>
                  <a:pt x="6963" y="64767"/>
                </a:cubicBezTo>
                <a:cubicBezTo>
                  <a:pt x="4734" y="61772"/>
                  <a:pt x="3016" y="57954"/>
                  <a:pt x="1809" y="53315"/>
                </a:cubicBezTo>
                <a:cubicBezTo>
                  <a:pt x="603" y="48676"/>
                  <a:pt x="0" y="43178"/>
                  <a:pt x="0" y="36822"/>
                </a:cubicBezTo>
                <a:cubicBezTo>
                  <a:pt x="0" y="31342"/>
                  <a:pt x="557" y="26338"/>
                  <a:pt x="1672" y="21808"/>
                </a:cubicBezTo>
                <a:cubicBezTo>
                  <a:pt x="2787" y="17279"/>
                  <a:pt x="4450" y="13397"/>
                  <a:pt x="6662" y="10164"/>
                </a:cubicBezTo>
                <a:cubicBezTo>
                  <a:pt x="8873" y="6931"/>
                  <a:pt x="11642" y="4429"/>
                  <a:pt x="14968" y="2658"/>
                </a:cubicBezTo>
                <a:cubicBezTo>
                  <a:pt x="18294" y="886"/>
                  <a:pt x="22169" y="0"/>
                  <a:pt x="26592" y="0"/>
                </a:cubicBezTo>
                <a:cubicBezTo>
                  <a:pt x="30430" y="0"/>
                  <a:pt x="33921" y="721"/>
                  <a:pt x="37064" y="2164"/>
                </a:cubicBezTo>
                <a:cubicBezTo>
                  <a:pt x="40208" y="3607"/>
                  <a:pt x="42894" y="5836"/>
                  <a:pt x="45124" y="8849"/>
                </a:cubicBezTo>
                <a:cubicBezTo>
                  <a:pt x="47354" y="11863"/>
                  <a:pt x="49072" y="15689"/>
                  <a:pt x="50278" y="20329"/>
                </a:cubicBezTo>
                <a:cubicBezTo>
                  <a:pt x="51484" y="24968"/>
                  <a:pt x="52087" y="30466"/>
                  <a:pt x="52087" y="36822"/>
                </a:cubicBezTo>
                <a:moveTo>
                  <a:pt x="42437" y="37151"/>
                </a:moveTo>
                <a:cubicBezTo>
                  <a:pt x="42437" y="35909"/>
                  <a:pt x="42392" y="34676"/>
                  <a:pt x="42300" y="33452"/>
                </a:cubicBezTo>
                <a:cubicBezTo>
                  <a:pt x="42209" y="32228"/>
                  <a:pt x="42108" y="31032"/>
                  <a:pt x="41999" y="29863"/>
                </a:cubicBezTo>
                <a:lnTo>
                  <a:pt x="11678" y="52383"/>
                </a:lnTo>
                <a:cubicBezTo>
                  <a:pt x="12227" y="54283"/>
                  <a:pt x="12921" y="56036"/>
                  <a:pt x="13762" y="57644"/>
                </a:cubicBezTo>
                <a:cubicBezTo>
                  <a:pt x="14603" y="59251"/>
                  <a:pt x="15617" y="60630"/>
                  <a:pt x="16805" y="61781"/>
                </a:cubicBezTo>
                <a:cubicBezTo>
                  <a:pt x="17993" y="62931"/>
                  <a:pt x="19345" y="63826"/>
                  <a:pt x="20862" y="64466"/>
                </a:cubicBezTo>
                <a:cubicBezTo>
                  <a:pt x="22379" y="65105"/>
                  <a:pt x="24106" y="65425"/>
                  <a:pt x="26044" y="65425"/>
                </a:cubicBezTo>
                <a:cubicBezTo>
                  <a:pt x="28529" y="65425"/>
                  <a:pt x="30786" y="64822"/>
                  <a:pt x="32815" y="63616"/>
                </a:cubicBezTo>
                <a:cubicBezTo>
                  <a:pt x="34844" y="62411"/>
                  <a:pt x="36571" y="60621"/>
                  <a:pt x="37996" y="58246"/>
                </a:cubicBezTo>
                <a:cubicBezTo>
                  <a:pt x="39422" y="55872"/>
                  <a:pt x="40518" y="52922"/>
                  <a:pt x="41286" y="49397"/>
                </a:cubicBezTo>
                <a:cubicBezTo>
                  <a:pt x="42054" y="45872"/>
                  <a:pt x="42437" y="41790"/>
                  <a:pt x="42437" y="37151"/>
                </a:cubicBezTo>
                <a:moveTo>
                  <a:pt x="9650" y="36493"/>
                </a:moveTo>
                <a:cubicBezTo>
                  <a:pt x="9650" y="37626"/>
                  <a:pt x="9659" y="38758"/>
                  <a:pt x="9677" y="39890"/>
                </a:cubicBezTo>
                <a:cubicBezTo>
                  <a:pt x="9696" y="41023"/>
                  <a:pt x="9759" y="42119"/>
                  <a:pt x="9869" y="43178"/>
                </a:cubicBezTo>
                <a:lnTo>
                  <a:pt x="40189" y="20767"/>
                </a:lnTo>
                <a:cubicBezTo>
                  <a:pt x="39641" y="18904"/>
                  <a:pt x="38947" y="17205"/>
                  <a:pt x="38106" y="15671"/>
                </a:cubicBezTo>
                <a:cubicBezTo>
                  <a:pt x="37265" y="14137"/>
                  <a:pt x="36260" y="12813"/>
                  <a:pt x="35090" y="11699"/>
                </a:cubicBezTo>
                <a:cubicBezTo>
                  <a:pt x="33921" y="10584"/>
                  <a:pt x="32586" y="9717"/>
                  <a:pt x="31088" y="9096"/>
                </a:cubicBezTo>
                <a:cubicBezTo>
                  <a:pt x="29589" y="8475"/>
                  <a:pt x="27908" y="8164"/>
                  <a:pt x="26044" y="8164"/>
                </a:cubicBezTo>
                <a:cubicBezTo>
                  <a:pt x="23558" y="8164"/>
                  <a:pt x="21301" y="8767"/>
                  <a:pt x="19272" y="9973"/>
                </a:cubicBezTo>
                <a:cubicBezTo>
                  <a:pt x="17244" y="11178"/>
                  <a:pt x="15516" y="12977"/>
                  <a:pt x="14091" y="15370"/>
                </a:cubicBezTo>
                <a:cubicBezTo>
                  <a:pt x="12665" y="17763"/>
                  <a:pt x="11569" y="20721"/>
                  <a:pt x="10801" y="24247"/>
                </a:cubicBezTo>
                <a:cubicBezTo>
                  <a:pt x="10034" y="27772"/>
                  <a:pt x="9650" y="31854"/>
                  <a:pt x="9650" y="36493"/>
                </a:cubicBezTo>
                <a:close/>
                <a:moveTo>
                  <a:pt x="119066" y="72603"/>
                </a:moveTo>
                <a:lnTo>
                  <a:pt x="106400" y="72603"/>
                </a:lnTo>
                <a:lnTo>
                  <a:pt x="91542" y="51616"/>
                </a:lnTo>
                <a:lnTo>
                  <a:pt x="76848" y="72603"/>
                </a:lnTo>
                <a:lnTo>
                  <a:pt x="64511" y="72603"/>
                </a:lnTo>
                <a:lnTo>
                  <a:pt x="85840" y="44986"/>
                </a:lnTo>
                <a:lnTo>
                  <a:pt x="65498" y="17589"/>
                </a:lnTo>
                <a:lnTo>
                  <a:pt x="77725" y="17589"/>
                </a:lnTo>
                <a:lnTo>
                  <a:pt x="92200" y="38740"/>
                </a:lnTo>
                <a:lnTo>
                  <a:pt x="106400" y="17589"/>
                </a:lnTo>
                <a:lnTo>
                  <a:pt x="118188" y="17589"/>
                </a:lnTo>
                <a:lnTo>
                  <a:pt x="97518" y="45205"/>
                </a:lnTo>
                <a:lnTo>
                  <a:pt x="119066" y="72603"/>
                </a:lnTo>
                <a:close/>
                <a:moveTo>
                  <a:pt x="180836" y="72603"/>
                </a:moveTo>
                <a:lnTo>
                  <a:pt x="135821" y="72603"/>
                </a:lnTo>
                <a:lnTo>
                  <a:pt x="135821" y="63726"/>
                </a:lnTo>
                <a:lnTo>
                  <a:pt x="154244" y="63726"/>
                </a:lnTo>
                <a:lnTo>
                  <a:pt x="154244" y="11452"/>
                </a:lnTo>
                <a:lnTo>
                  <a:pt x="137082" y="20767"/>
                </a:lnTo>
                <a:lnTo>
                  <a:pt x="133573" y="12658"/>
                </a:lnTo>
                <a:lnTo>
                  <a:pt x="156382" y="658"/>
                </a:lnTo>
                <a:lnTo>
                  <a:pt x="164826" y="658"/>
                </a:lnTo>
                <a:lnTo>
                  <a:pt x="164826" y="63726"/>
                </a:lnTo>
                <a:lnTo>
                  <a:pt x="180836" y="63726"/>
                </a:lnTo>
                <a:lnTo>
                  <a:pt x="180836" y="72603"/>
                </a:lnTo>
                <a:close/>
                <a:moveTo>
                  <a:pt x="248581" y="36822"/>
                </a:moveTo>
                <a:cubicBezTo>
                  <a:pt x="248581" y="42301"/>
                  <a:pt x="248033" y="47297"/>
                  <a:pt x="246937" y="51808"/>
                </a:cubicBezTo>
                <a:cubicBezTo>
                  <a:pt x="245840" y="56320"/>
                  <a:pt x="244177" y="60192"/>
                  <a:pt x="241947" y="63425"/>
                </a:cubicBezTo>
                <a:cubicBezTo>
                  <a:pt x="239717" y="66657"/>
                  <a:pt x="236949" y="69160"/>
                  <a:pt x="233641" y="70931"/>
                </a:cubicBezTo>
                <a:cubicBezTo>
                  <a:pt x="230333" y="72703"/>
                  <a:pt x="226449" y="73589"/>
                  <a:pt x="221990" y="73589"/>
                </a:cubicBezTo>
                <a:cubicBezTo>
                  <a:pt x="218152" y="73589"/>
                  <a:pt x="214661" y="72867"/>
                  <a:pt x="211517" y="71425"/>
                </a:cubicBezTo>
                <a:cubicBezTo>
                  <a:pt x="208374" y="69982"/>
                  <a:pt x="205687" y="67762"/>
                  <a:pt x="203458" y="64767"/>
                </a:cubicBezTo>
                <a:cubicBezTo>
                  <a:pt x="201228" y="61772"/>
                  <a:pt x="199510" y="57954"/>
                  <a:pt x="198304" y="53315"/>
                </a:cubicBezTo>
                <a:cubicBezTo>
                  <a:pt x="197097" y="48676"/>
                  <a:pt x="196494" y="43178"/>
                  <a:pt x="196494" y="36822"/>
                </a:cubicBezTo>
                <a:cubicBezTo>
                  <a:pt x="196494" y="31342"/>
                  <a:pt x="197052" y="26338"/>
                  <a:pt x="198167" y="21808"/>
                </a:cubicBezTo>
                <a:cubicBezTo>
                  <a:pt x="199281" y="17279"/>
                  <a:pt x="200945" y="13397"/>
                  <a:pt x="203156" y="10164"/>
                </a:cubicBezTo>
                <a:cubicBezTo>
                  <a:pt x="205367" y="6931"/>
                  <a:pt x="208136" y="4429"/>
                  <a:pt x="211462" y="2658"/>
                </a:cubicBezTo>
                <a:cubicBezTo>
                  <a:pt x="214789" y="886"/>
                  <a:pt x="218663" y="0"/>
                  <a:pt x="223086" y="0"/>
                </a:cubicBezTo>
                <a:cubicBezTo>
                  <a:pt x="226924" y="0"/>
                  <a:pt x="230415" y="721"/>
                  <a:pt x="233558" y="2164"/>
                </a:cubicBezTo>
                <a:cubicBezTo>
                  <a:pt x="236702" y="3607"/>
                  <a:pt x="239388" y="5836"/>
                  <a:pt x="241618" y="8849"/>
                </a:cubicBezTo>
                <a:cubicBezTo>
                  <a:pt x="243848" y="11863"/>
                  <a:pt x="245566" y="15689"/>
                  <a:pt x="246772" y="20329"/>
                </a:cubicBezTo>
                <a:cubicBezTo>
                  <a:pt x="247978" y="24968"/>
                  <a:pt x="248581" y="30466"/>
                  <a:pt x="248581" y="36822"/>
                </a:cubicBezTo>
                <a:moveTo>
                  <a:pt x="238932" y="37151"/>
                </a:moveTo>
                <a:cubicBezTo>
                  <a:pt x="238932" y="35909"/>
                  <a:pt x="238886" y="34676"/>
                  <a:pt x="238795" y="33452"/>
                </a:cubicBezTo>
                <a:cubicBezTo>
                  <a:pt x="238703" y="32228"/>
                  <a:pt x="238603" y="31032"/>
                  <a:pt x="238493" y="29863"/>
                </a:cubicBezTo>
                <a:lnTo>
                  <a:pt x="208173" y="52383"/>
                </a:lnTo>
                <a:cubicBezTo>
                  <a:pt x="208721" y="54283"/>
                  <a:pt x="209416" y="56036"/>
                  <a:pt x="210256" y="57644"/>
                </a:cubicBezTo>
                <a:cubicBezTo>
                  <a:pt x="211097" y="59251"/>
                  <a:pt x="212111" y="60630"/>
                  <a:pt x="213299" y="61781"/>
                </a:cubicBezTo>
                <a:cubicBezTo>
                  <a:pt x="214487" y="62931"/>
                  <a:pt x="215840" y="63826"/>
                  <a:pt x="217357" y="64466"/>
                </a:cubicBezTo>
                <a:cubicBezTo>
                  <a:pt x="218873" y="65105"/>
                  <a:pt x="220601" y="65425"/>
                  <a:pt x="222538" y="65425"/>
                </a:cubicBezTo>
                <a:cubicBezTo>
                  <a:pt x="225023" y="65425"/>
                  <a:pt x="227281" y="64822"/>
                  <a:pt x="229309" y="63616"/>
                </a:cubicBezTo>
                <a:cubicBezTo>
                  <a:pt x="231338" y="62411"/>
                  <a:pt x="233065" y="60621"/>
                  <a:pt x="234490" y="58246"/>
                </a:cubicBezTo>
                <a:cubicBezTo>
                  <a:pt x="235916" y="55872"/>
                  <a:pt x="237013" y="52922"/>
                  <a:pt x="237780" y="49397"/>
                </a:cubicBezTo>
                <a:cubicBezTo>
                  <a:pt x="238548" y="45872"/>
                  <a:pt x="238932" y="41790"/>
                  <a:pt x="238932" y="37151"/>
                </a:cubicBezTo>
                <a:moveTo>
                  <a:pt x="206144" y="36493"/>
                </a:moveTo>
                <a:cubicBezTo>
                  <a:pt x="206144" y="37626"/>
                  <a:pt x="206153" y="38758"/>
                  <a:pt x="206172" y="39890"/>
                </a:cubicBezTo>
                <a:cubicBezTo>
                  <a:pt x="206190" y="41023"/>
                  <a:pt x="206254" y="42119"/>
                  <a:pt x="206363" y="43178"/>
                </a:cubicBezTo>
                <a:lnTo>
                  <a:pt x="236684" y="20767"/>
                </a:lnTo>
                <a:cubicBezTo>
                  <a:pt x="236135" y="18904"/>
                  <a:pt x="235441" y="17205"/>
                  <a:pt x="234600" y="15671"/>
                </a:cubicBezTo>
                <a:cubicBezTo>
                  <a:pt x="233759" y="14137"/>
                  <a:pt x="232754" y="12813"/>
                  <a:pt x="231585" y="11699"/>
                </a:cubicBezTo>
                <a:cubicBezTo>
                  <a:pt x="230415" y="10584"/>
                  <a:pt x="229081" y="9717"/>
                  <a:pt x="227582" y="9096"/>
                </a:cubicBezTo>
                <a:cubicBezTo>
                  <a:pt x="226083" y="8475"/>
                  <a:pt x="224402" y="8164"/>
                  <a:pt x="222538" y="8164"/>
                </a:cubicBezTo>
                <a:cubicBezTo>
                  <a:pt x="220052" y="8164"/>
                  <a:pt x="217795" y="8767"/>
                  <a:pt x="215767" y="9973"/>
                </a:cubicBezTo>
                <a:cubicBezTo>
                  <a:pt x="213738" y="11178"/>
                  <a:pt x="212011" y="12977"/>
                  <a:pt x="210585" y="15370"/>
                </a:cubicBezTo>
                <a:cubicBezTo>
                  <a:pt x="209160" y="17763"/>
                  <a:pt x="208063" y="20721"/>
                  <a:pt x="207296" y="24247"/>
                </a:cubicBezTo>
                <a:cubicBezTo>
                  <a:pt x="206528" y="27772"/>
                  <a:pt x="206144" y="31854"/>
                  <a:pt x="206144" y="36493"/>
                </a:cubicBezTo>
                <a:close/>
                <a:moveTo>
                  <a:pt x="311832" y="72603"/>
                </a:moveTo>
                <a:lnTo>
                  <a:pt x="266817" y="72603"/>
                </a:lnTo>
                <a:lnTo>
                  <a:pt x="266817" y="63726"/>
                </a:lnTo>
                <a:lnTo>
                  <a:pt x="285240" y="63726"/>
                </a:lnTo>
                <a:lnTo>
                  <a:pt x="285240" y="11452"/>
                </a:lnTo>
                <a:lnTo>
                  <a:pt x="268078" y="20767"/>
                </a:lnTo>
                <a:lnTo>
                  <a:pt x="264569" y="12658"/>
                </a:lnTo>
                <a:lnTo>
                  <a:pt x="287378" y="658"/>
                </a:lnTo>
                <a:lnTo>
                  <a:pt x="295822" y="658"/>
                </a:lnTo>
                <a:lnTo>
                  <a:pt x="295822" y="63726"/>
                </a:lnTo>
                <a:lnTo>
                  <a:pt x="311832" y="63726"/>
                </a:lnTo>
                <a:lnTo>
                  <a:pt x="311832" y="72603"/>
                </a:lnTo>
                <a:close/>
                <a:moveTo>
                  <a:pt x="377933" y="72603"/>
                </a:moveTo>
                <a:lnTo>
                  <a:pt x="330726" y="72603"/>
                </a:lnTo>
                <a:lnTo>
                  <a:pt x="330726" y="64055"/>
                </a:lnTo>
                <a:lnTo>
                  <a:pt x="349258" y="45644"/>
                </a:lnTo>
                <a:cubicBezTo>
                  <a:pt x="352292" y="42648"/>
                  <a:pt x="354759" y="40055"/>
                  <a:pt x="356660" y="37863"/>
                </a:cubicBezTo>
                <a:cubicBezTo>
                  <a:pt x="358560" y="35671"/>
                  <a:pt x="360041" y="33671"/>
                  <a:pt x="361101" y="31863"/>
                </a:cubicBezTo>
                <a:cubicBezTo>
                  <a:pt x="362161" y="30055"/>
                  <a:pt x="362874" y="28347"/>
                  <a:pt x="363239" y="26740"/>
                </a:cubicBezTo>
                <a:cubicBezTo>
                  <a:pt x="363605" y="25132"/>
                  <a:pt x="363787" y="23397"/>
                  <a:pt x="363787" y="21534"/>
                </a:cubicBezTo>
                <a:cubicBezTo>
                  <a:pt x="363787" y="19781"/>
                  <a:pt x="363550" y="18110"/>
                  <a:pt x="363075" y="16521"/>
                </a:cubicBezTo>
                <a:cubicBezTo>
                  <a:pt x="362599" y="14931"/>
                  <a:pt x="361868" y="13534"/>
                  <a:pt x="360882" y="12329"/>
                </a:cubicBezTo>
                <a:cubicBezTo>
                  <a:pt x="359895" y="11123"/>
                  <a:pt x="358615" y="10174"/>
                  <a:pt x="357044" y="9479"/>
                </a:cubicBezTo>
                <a:cubicBezTo>
                  <a:pt x="355472" y="8785"/>
                  <a:pt x="353589" y="8438"/>
                  <a:pt x="351396" y="8438"/>
                </a:cubicBezTo>
                <a:cubicBezTo>
                  <a:pt x="348362" y="8438"/>
                  <a:pt x="345603" y="9114"/>
                  <a:pt x="343117" y="10466"/>
                </a:cubicBezTo>
                <a:cubicBezTo>
                  <a:pt x="340631" y="11817"/>
                  <a:pt x="338347" y="13571"/>
                  <a:pt x="336263" y="15726"/>
                </a:cubicBezTo>
                <a:lnTo>
                  <a:pt x="331000" y="9425"/>
                </a:lnTo>
                <a:cubicBezTo>
                  <a:pt x="333705" y="6575"/>
                  <a:pt x="336821" y="4292"/>
                  <a:pt x="340348" y="2575"/>
                </a:cubicBezTo>
                <a:cubicBezTo>
                  <a:pt x="343876" y="858"/>
                  <a:pt x="347979" y="0"/>
                  <a:pt x="352657" y="0"/>
                </a:cubicBezTo>
                <a:cubicBezTo>
                  <a:pt x="355837" y="0"/>
                  <a:pt x="358734" y="475"/>
                  <a:pt x="361348" y="1425"/>
                </a:cubicBezTo>
                <a:cubicBezTo>
                  <a:pt x="363961" y="2374"/>
                  <a:pt x="366218" y="3744"/>
                  <a:pt x="368119" y="5534"/>
                </a:cubicBezTo>
                <a:cubicBezTo>
                  <a:pt x="370020" y="7324"/>
                  <a:pt x="371491" y="9516"/>
                  <a:pt x="372533" y="12110"/>
                </a:cubicBezTo>
                <a:cubicBezTo>
                  <a:pt x="373574" y="14703"/>
                  <a:pt x="374095" y="17626"/>
                  <a:pt x="374095" y="20877"/>
                </a:cubicBezTo>
                <a:cubicBezTo>
                  <a:pt x="374095" y="23616"/>
                  <a:pt x="373730" y="26155"/>
                  <a:pt x="372999" y="28493"/>
                </a:cubicBezTo>
                <a:cubicBezTo>
                  <a:pt x="372268" y="30831"/>
                  <a:pt x="371162" y="33160"/>
                  <a:pt x="369681" y="35479"/>
                </a:cubicBezTo>
                <a:cubicBezTo>
                  <a:pt x="368201" y="37799"/>
                  <a:pt x="366337" y="40201"/>
                  <a:pt x="364089" y="42685"/>
                </a:cubicBezTo>
                <a:cubicBezTo>
                  <a:pt x="361841" y="45169"/>
                  <a:pt x="359182" y="47890"/>
                  <a:pt x="356111" y="50849"/>
                </a:cubicBezTo>
                <a:lnTo>
                  <a:pt x="343117" y="63507"/>
                </a:lnTo>
                <a:lnTo>
                  <a:pt x="377933" y="63507"/>
                </a:lnTo>
                <a:lnTo>
                  <a:pt x="377933" y="72603"/>
                </a:lnTo>
                <a:close/>
                <a:moveTo>
                  <a:pt x="442060" y="50849"/>
                </a:moveTo>
                <a:cubicBezTo>
                  <a:pt x="442060" y="53991"/>
                  <a:pt x="441421" y="56941"/>
                  <a:pt x="440141" y="59699"/>
                </a:cubicBezTo>
                <a:cubicBezTo>
                  <a:pt x="438862" y="62457"/>
                  <a:pt x="436943" y="64867"/>
                  <a:pt x="434384" y="66931"/>
                </a:cubicBezTo>
                <a:cubicBezTo>
                  <a:pt x="431826" y="68995"/>
                  <a:pt x="428609" y="70621"/>
                  <a:pt x="424735" y="71808"/>
                </a:cubicBezTo>
                <a:cubicBezTo>
                  <a:pt x="420860" y="72995"/>
                  <a:pt x="416346" y="73589"/>
                  <a:pt x="411192" y="73589"/>
                </a:cubicBezTo>
                <a:cubicBezTo>
                  <a:pt x="408341" y="73589"/>
                  <a:pt x="405782" y="73498"/>
                  <a:pt x="403516" y="73315"/>
                </a:cubicBezTo>
                <a:cubicBezTo>
                  <a:pt x="401250" y="73132"/>
                  <a:pt x="399130" y="72895"/>
                  <a:pt x="397156" y="72603"/>
                </a:cubicBezTo>
                <a:lnTo>
                  <a:pt x="397156" y="64055"/>
                </a:lnTo>
                <a:cubicBezTo>
                  <a:pt x="399422" y="64457"/>
                  <a:pt x="401816" y="64767"/>
                  <a:pt x="404338" y="64986"/>
                </a:cubicBezTo>
                <a:cubicBezTo>
                  <a:pt x="406860" y="65205"/>
                  <a:pt x="409437" y="65315"/>
                  <a:pt x="412069" y="65315"/>
                </a:cubicBezTo>
                <a:cubicBezTo>
                  <a:pt x="415651" y="65315"/>
                  <a:pt x="418713" y="64995"/>
                  <a:pt x="421253" y="64356"/>
                </a:cubicBezTo>
                <a:cubicBezTo>
                  <a:pt x="423793" y="63717"/>
                  <a:pt x="425868" y="62794"/>
                  <a:pt x="427476" y="61589"/>
                </a:cubicBezTo>
                <a:cubicBezTo>
                  <a:pt x="429084" y="60383"/>
                  <a:pt x="430254" y="58922"/>
                  <a:pt x="430985" y="57205"/>
                </a:cubicBezTo>
                <a:cubicBezTo>
                  <a:pt x="431716" y="55489"/>
                  <a:pt x="432082" y="53552"/>
                  <a:pt x="432082" y="51397"/>
                </a:cubicBezTo>
                <a:cubicBezTo>
                  <a:pt x="432082" y="49425"/>
                  <a:pt x="431643" y="47708"/>
                  <a:pt x="430766" y="46247"/>
                </a:cubicBezTo>
                <a:cubicBezTo>
                  <a:pt x="429888" y="44785"/>
                  <a:pt x="428655" y="43562"/>
                  <a:pt x="427065" y="42575"/>
                </a:cubicBezTo>
                <a:cubicBezTo>
                  <a:pt x="425475" y="41589"/>
                  <a:pt x="423574" y="40849"/>
                  <a:pt x="421363" y="40356"/>
                </a:cubicBezTo>
                <a:cubicBezTo>
                  <a:pt x="419151" y="39863"/>
                  <a:pt x="416730" y="39616"/>
                  <a:pt x="414098" y="39616"/>
                </a:cubicBezTo>
                <a:lnTo>
                  <a:pt x="405928" y="39616"/>
                </a:lnTo>
                <a:lnTo>
                  <a:pt x="405928" y="31781"/>
                </a:lnTo>
                <a:lnTo>
                  <a:pt x="414207" y="31781"/>
                </a:lnTo>
                <a:cubicBezTo>
                  <a:pt x="416364" y="31781"/>
                  <a:pt x="418329" y="31498"/>
                  <a:pt x="420102" y="30931"/>
                </a:cubicBezTo>
                <a:cubicBezTo>
                  <a:pt x="421874" y="30365"/>
                  <a:pt x="423391" y="29552"/>
                  <a:pt x="424652" y="28493"/>
                </a:cubicBezTo>
                <a:cubicBezTo>
                  <a:pt x="425913" y="27434"/>
                  <a:pt x="426882" y="26128"/>
                  <a:pt x="427558" y="24575"/>
                </a:cubicBezTo>
                <a:cubicBezTo>
                  <a:pt x="428234" y="23023"/>
                  <a:pt x="428573" y="21260"/>
                  <a:pt x="428573" y="19288"/>
                </a:cubicBezTo>
                <a:cubicBezTo>
                  <a:pt x="428573" y="15452"/>
                  <a:pt x="427403" y="12658"/>
                  <a:pt x="425064" y="10904"/>
                </a:cubicBezTo>
                <a:cubicBezTo>
                  <a:pt x="422724" y="9151"/>
                  <a:pt x="419288" y="8274"/>
                  <a:pt x="414756" y="8274"/>
                </a:cubicBezTo>
                <a:cubicBezTo>
                  <a:pt x="412343" y="8274"/>
                  <a:pt x="409858" y="8511"/>
                  <a:pt x="407299" y="8986"/>
                </a:cubicBezTo>
                <a:cubicBezTo>
                  <a:pt x="404740" y="9461"/>
                  <a:pt x="401999" y="10174"/>
                  <a:pt x="399075" y="11123"/>
                </a:cubicBezTo>
                <a:lnTo>
                  <a:pt x="399075" y="2795"/>
                </a:lnTo>
                <a:cubicBezTo>
                  <a:pt x="400318" y="2356"/>
                  <a:pt x="401643" y="1963"/>
                  <a:pt x="403050" y="1616"/>
                </a:cubicBezTo>
                <a:cubicBezTo>
                  <a:pt x="404457" y="1269"/>
                  <a:pt x="405864" y="977"/>
                  <a:pt x="407272" y="740"/>
                </a:cubicBezTo>
                <a:cubicBezTo>
                  <a:pt x="408679" y="502"/>
                  <a:pt x="410077" y="320"/>
                  <a:pt x="411466" y="192"/>
                </a:cubicBezTo>
                <a:cubicBezTo>
                  <a:pt x="412855" y="64"/>
                  <a:pt x="414189" y="0"/>
                  <a:pt x="415469" y="0"/>
                </a:cubicBezTo>
                <a:cubicBezTo>
                  <a:pt x="419270" y="0"/>
                  <a:pt x="422615" y="411"/>
                  <a:pt x="425502" y="1233"/>
                </a:cubicBezTo>
                <a:cubicBezTo>
                  <a:pt x="428390" y="2055"/>
                  <a:pt x="430802" y="3233"/>
                  <a:pt x="432740" y="4767"/>
                </a:cubicBezTo>
                <a:cubicBezTo>
                  <a:pt x="434677" y="6301"/>
                  <a:pt x="436139" y="8164"/>
                  <a:pt x="437126" y="10356"/>
                </a:cubicBezTo>
                <a:cubicBezTo>
                  <a:pt x="438113" y="12548"/>
                  <a:pt x="438606" y="15014"/>
                  <a:pt x="438606" y="17753"/>
                </a:cubicBezTo>
                <a:cubicBezTo>
                  <a:pt x="438606" y="21845"/>
                  <a:pt x="437555" y="25279"/>
                  <a:pt x="435454" y="28055"/>
                </a:cubicBezTo>
                <a:cubicBezTo>
                  <a:pt x="433352" y="30831"/>
                  <a:pt x="430473" y="33041"/>
                  <a:pt x="426818" y="34685"/>
                </a:cubicBezTo>
                <a:cubicBezTo>
                  <a:pt x="428682" y="34977"/>
                  <a:pt x="430519" y="35562"/>
                  <a:pt x="432328" y="36438"/>
                </a:cubicBezTo>
                <a:cubicBezTo>
                  <a:pt x="434138" y="37315"/>
                  <a:pt x="435764" y="38438"/>
                  <a:pt x="437208" y="39808"/>
                </a:cubicBezTo>
                <a:cubicBezTo>
                  <a:pt x="438652" y="41178"/>
                  <a:pt x="439822" y="42794"/>
                  <a:pt x="440717" y="44657"/>
                </a:cubicBezTo>
                <a:cubicBezTo>
                  <a:pt x="441613" y="46520"/>
                  <a:pt x="442060" y="48584"/>
                  <a:pt x="442060" y="50849"/>
                </a:cubicBezTo>
                <a:close/>
                <a:moveTo>
                  <a:pt x="512493" y="56767"/>
                </a:moveTo>
                <a:lnTo>
                  <a:pt x="500266" y="56767"/>
                </a:lnTo>
                <a:lnTo>
                  <a:pt x="500266" y="72603"/>
                </a:lnTo>
                <a:lnTo>
                  <a:pt x="490507" y="72603"/>
                </a:lnTo>
                <a:lnTo>
                  <a:pt x="490507" y="56767"/>
                </a:lnTo>
                <a:lnTo>
                  <a:pt x="456020" y="56767"/>
                </a:lnTo>
                <a:lnTo>
                  <a:pt x="456020" y="48383"/>
                </a:lnTo>
                <a:lnTo>
                  <a:pt x="486559" y="986"/>
                </a:lnTo>
                <a:lnTo>
                  <a:pt x="500266" y="986"/>
                </a:lnTo>
                <a:lnTo>
                  <a:pt x="500266" y="48383"/>
                </a:lnTo>
                <a:lnTo>
                  <a:pt x="512493" y="48383"/>
                </a:lnTo>
                <a:lnTo>
                  <a:pt x="512493" y="56767"/>
                </a:lnTo>
                <a:moveTo>
                  <a:pt x="490507" y="10192"/>
                </a:moveTo>
                <a:lnTo>
                  <a:pt x="465560" y="48383"/>
                </a:lnTo>
                <a:lnTo>
                  <a:pt x="490507" y="48383"/>
                </a:lnTo>
                <a:lnTo>
                  <a:pt x="490507" y="10192"/>
                </a:lnTo>
                <a:close/>
                <a:moveTo>
                  <a:pt x="572618" y="49699"/>
                </a:moveTo>
                <a:cubicBezTo>
                  <a:pt x="572618" y="53242"/>
                  <a:pt x="571851" y="56475"/>
                  <a:pt x="570316" y="59397"/>
                </a:cubicBezTo>
                <a:cubicBezTo>
                  <a:pt x="568780" y="62320"/>
                  <a:pt x="566670" y="64831"/>
                  <a:pt x="563983" y="66931"/>
                </a:cubicBezTo>
                <a:cubicBezTo>
                  <a:pt x="561296" y="69032"/>
                  <a:pt x="558125" y="70667"/>
                  <a:pt x="554470" y="71836"/>
                </a:cubicBezTo>
                <a:cubicBezTo>
                  <a:pt x="550815" y="73004"/>
                  <a:pt x="546867" y="73589"/>
                  <a:pt x="542627" y="73589"/>
                </a:cubicBezTo>
                <a:cubicBezTo>
                  <a:pt x="541567" y="73589"/>
                  <a:pt x="540425" y="73562"/>
                  <a:pt x="539200" y="73507"/>
                </a:cubicBezTo>
                <a:cubicBezTo>
                  <a:pt x="537976" y="73452"/>
                  <a:pt x="536761" y="73379"/>
                  <a:pt x="535554" y="73288"/>
                </a:cubicBezTo>
                <a:cubicBezTo>
                  <a:pt x="534348" y="73196"/>
                  <a:pt x="533169" y="73096"/>
                  <a:pt x="532018" y="72986"/>
                </a:cubicBezTo>
                <a:cubicBezTo>
                  <a:pt x="530866" y="72877"/>
                  <a:pt x="529834" y="72749"/>
                  <a:pt x="528920" y="72603"/>
                </a:cubicBezTo>
                <a:lnTo>
                  <a:pt x="528920" y="63945"/>
                </a:lnTo>
                <a:cubicBezTo>
                  <a:pt x="530894" y="64420"/>
                  <a:pt x="533151" y="64767"/>
                  <a:pt x="535691" y="64986"/>
                </a:cubicBezTo>
                <a:cubicBezTo>
                  <a:pt x="538232" y="65205"/>
                  <a:pt x="540800" y="65315"/>
                  <a:pt x="543395" y="65315"/>
                </a:cubicBezTo>
                <a:cubicBezTo>
                  <a:pt x="546319" y="65315"/>
                  <a:pt x="548951" y="64968"/>
                  <a:pt x="551290" y="64274"/>
                </a:cubicBezTo>
                <a:cubicBezTo>
                  <a:pt x="553629" y="63580"/>
                  <a:pt x="555622" y="62584"/>
                  <a:pt x="557266" y="61288"/>
                </a:cubicBezTo>
                <a:cubicBezTo>
                  <a:pt x="558911" y="59991"/>
                  <a:pt x="560172" y="58420"/>
                  <a:pt x="561050" y="56575"/>
                </a:cubicBezTo>
                <a:cubicBezTo>
                  <a:pt x="561927" y="54731"/>
                  <a:pt x="562365" y="52657"/>
                  <a:pt x="562365" y="50356"/>
                </a:cubicBezTo>
                <a:cubicBezTo>
                  <a:pt x="562365" y="45899"/>
                  <a:pt x="560766" y="42657"/>
                  <a:pt x="557568" y="40630"/>
                </a:cubicBezTo>
                <a:cubicBezTo>
                  <a:pt x="554370" y="38603"/>
                  <a:pt x="549773" y="37589"/>
                  <a:pt x="543779" y="37589"/>
                </a:cubicBezTo>
                <a:lnTo>
                  <a:pt x="530181" y="37589"/>
                </a:lnTo>
                <a:lnTo>
                  <a:pt x="530181" y="986"/>
                </a:lnTo>
                <a:lnTo>
                  <a:pt x="568780" y="986"/>
                </a:lnTo>
                <a:lnTo>
                  <a:pt x="568780" y="9315"/>
                </a:lnTo>
                <a:lnTo>
                  <a:pt x="539173" y="9315"/>
                </a:lnTo>
                <a:lnTo>
                  <a:pt x="539173" y="29425"/>
                </a:lnTo>
                <a:lnTo>
                  <a:pt x="545423" y="29425"/>
                </a:lnTo>
                <a:cubicBezTo>
                  <a:pt x="548859" y="29425"/>
                  <a:pt x="552204" y="29735"/>
                  <a:pt x="555457" y="30356"/>
                </a:cubicBezTo>
                <a:cubicBezTo>
                  <a:pt x="558710" y="30977"/>
                  <a:pt x="561607" y="32064"/>
                  <a:pt x="564147" y="33616"/>
                </a:cubicBezTo>
                <a:cubicBezTo>
                  <a:pt x="566688" y="35169"/>
                  <a:pt x="568735" y="37251"/>
                  <a:pt x="570288" y="39863"/>
                </a:cubicBezTo>
                <a:cubicBezTo>
                  <a:pt x="571842" y="42475"/>
                  <a:pt x="572618" y="45753"/>
                  <a:pt x="572618" y="49699"/>
                </a:cubicBezTo>
                <a:close/>
                <a:moveTo>
                  <a:pt x="640803" y="49918"/>
                </a:moveTo>
                <a:cubicBezTo>
                  <a:pt x="640803" y="53205"/>
                  <a:pt x="640209" y="56292"/>
                  <a:pt x="639021" y="59178"/>
                </a:cubicBezTo>
                <a:cubicBezTo>
                  <a:pt x="637833" y="62064"/>
                  <a:pt x="636143" y="64575"/>
                  <a:pt x="633949" y="66712"/>
                </a:cubicBezTo>
                <a:cubicBezTo>
                  <a:pt x="631756" y="68849"/>
                  <a:pt x="629115" y="70530"/>
                  <a:pt x="626027" y="71753"/>
                </a:cubicBezTo>
                <a:cubicBezTo>
                  <a:pt x="622938" y="72977"/>
                  <a:pt x="619511" y="73589"/>
                  <a:pt x="615746" y="73589"/>
                </a:cubicBezTo>
                <a:cubicBezTo>
                  <a:pt x="611799" y="73589"/>
                  <a:pt x="608308" y="72959"/>
                  <a:pt x="605274" y="71699"/>
                </a:cubicBezTo>
                <a:cubicBezTo>
                  <a:pt x="602240" y="70438"/>
                  <a:pt x="599700" y="68502"/>
                  <a:pt x="597653" y="65890"/>
                </a:cubicBezTo>
                <a:cubicBezTo>
                  <a:pt x="595606" y="63278"/>
                  <a:pt x="594052" y="59982"/>
                  <a:pt x="592992" y="56000"/>
                </a:cubicBezTo>
                <a:cubicBezTo>
                  <a:pt x="591932" y="52018"/>
                  <a:pt x="591402" y="47306"/>
                  <a:pt x="591402" y="41863"/>
                </a:cubicBezTo>
                <a:cubicBezTo>
                  <a:pt x="591402" y="38210"/>
                  <a:pt x="591640" y="34667"/>
                  <a:pt x="592115" y="31233"/>
                </a:cubicBezTo>
                <a:cubicBezTo>
                  <a:pt x="592590" y="27799"/>
                  <a:pt x="593376" y="24566"/>
                  <a:pt x="594473" y="21534"/>
                </a:cubicBezTo>
                <a:cubicBezTo>
                  <a:pt x="595569" y="18502"/>
                  <a:pt x="597031" y="15726"/>
                  <a:pt x="598859" y="13205"/>
                </a:cubicBezTo>
                <a:cubicBezTo>
                  <a:pt x="600687" y="10685"/>
                  <a:pt x="602962" y="8521"/>
                  <a:pt x="605685" y="6712"/>
                </a:cubicBezTo>
                <a:cubicBezTo>
                  <a:pt x="608408" y="4904"/>
                  <a:pt x="611616" y="3498"/>
                  <a:pt x="615308" y="2493"/>
                </a:cubicBezTo>
                <a:cubicBezTo>
                  <a:pt x="618999" y="1489"/>
                  <a:pt x="623276" y="986"/>
                  <a:pt x="628138" y="986"/>
                </a:cubicBezTo>
                <a:lnTo>
                  <a:pt x="635210" y="986"/>
                </a:lnTo>
                <a:lnTo>
                  <a:pt x="635210" y="9315"/>
                </a:lnTo>
                <a:lnTo>
                  <a:pt x="627534" y="9315"/>
                </a:lnTo>
                <a:cubicBezTo>
                  <a:pt x="623258" y="9315"/>
                  <a:pt x="619548" y="9826"/>
                  <a:pt x="616404" y="10849"/>
                </a:cubicBezTo>
                <a:cubicBezTo>
                  <a:pt x="613261" y="11872"/>
                  <a:pt x="610629" y="13315"/>
                  <a:pt x="608509" y="15178"/>
                </a:cubicBezTo>
                <a:cubicBezTo>
                  <a:pt x="606389" y="17041"/>
                  <a:pt x="604762" y="19288"/>
                  <a:pt x="603629" y="21918"/>
                </a:cubicBezTo>
                <a:cubicBezTo>
                  <a:pt x="602496" y="24548"/>
                  <a:pt x="601783" y="27489"/>
                  <a:pt x="601491" y="30740"/>
                </a:cubicBezTo>
                <a:lnTo>
                  <a:pt x="601272" y="32986"/>
                </a:lnTo>
                <a:cubicBezTo>
                  <a:pt x="603574" y="31635"/>
                  <a:pt x="606234" y="30548"/>
                  <a:pt x="609249" y="29726"/>
                </a:cubicBezTo>
                <a:cubicBezTo>
                  <a:pt x="612265" y="28904"/>
                  <a:pt x="615527" y="28493"/>
                  <a:pt x="619036" y="28493"/>
                </a:cubicBezTo>
                <a:cubicBezTo>
                  <a:pt x="622655" y="28493"/>
                  <a:pt x="625826" y="29023"/>
                  <a:pt x="628549" y="30082"/>
                </a:cubicBezTo>
                <a:cubicBezTo>
                  <a:pt x="631272" y="31142"/>
                  <a:pt x="633538" y="32612"/>
                  <a:pt x="635347" y="34493"/>
                </a:cubicBezTo>
                <a:cubicBezTo>
                  <a:pt x="637157" y="36374"/>
                  <a:pt x="638518" y="38630"/>
                  <a:pt x="639432" y="41260"/>
                </a:cubicBezTo>
                <a:cubicBezTo>
                  <a:pt x="640346" y="43890"/>
                  <a:pt x="640803" y="46776"/>
                  <a:pt x="640803" y="49918"/>
                </a:cubicBezTo>
                <a:moveTo>
                  <a:pt x="630824" y="50520"/>
                </a:moveTo>
                <a:cubicBezTo>
                  <a:pt x="630824" y="48329"/>
                  <a:pt x="630559" y="46347"/>
                  <a:pt x="630029" y="44575"/>
                </a:cubicBezTo>
                <a:cubicBezTo>
                  <a:pt x="629499" y="42804"/>
                  <a:pt x="628668" y="41306"/>
                  <a:pt x="627534" y="40082"/>
                </a:cubicBezTo>
                <a:cubicBezTo>
                  <a:pt x="626401" y="38858"/>
                  <a:pt x="624967" y="37909"/>
                  <a:pt x="623230" y="37233"/>
                </a:cubicBezTo>
                <a:cubicBezTo>
                  <a:pt x="621494" y="36557"/>
                  <a:pt x="619420" y="36219"/>
                  <a:pt x="617007" y="36219"/>
                </a:cubicBezTo>
                <a:cubicBezTo>
                  <a:pt x="615618" y="36219"/>
                  <a:pt x="614211" y="36347"/>
                  <a:pt x="612786" y="36603"/>
                </a:cubicBezTo>
                <a:cubicBezTo>
                  <a:pt x="611360" y="36858"/>
                  <a:pt x="609962" y="37215"/>
                  <a:pt x="608591" y="37671"/>
                </a:cubicBezTo>
                <a:cubicBezTo>
                  <a:pt x="607220" y="38128"/>
                  <a:pt x="605914" y="38648"/>
                  <a:pt x="604671" y="39233"/>
                </a:cubicBezTo>
                <a:cubicBezTo>
                  <a:pt x="603428" y="39817"/>
                  <a:pt x="602295" y="40438"/>
                  <a:pt x="601272" y="41096"/>
                </a:cubicBezTo>
                <a:cubicBezTo>
                  <a:pt x="601272" y="45808"/>
                  <a:pt x="601601" y="49744"/>
                  <a:pt x="602258" y="52904"/>
                </a:cubicBezTo>
                <a:cubicBezTo>
                  <a:pt x="602916" y="56064"/>
                  <a:pt x="603894" y="58594"/>
                  <a:pt x="605192" y="60493"/>
                </a:cubicBezTo>
                <a:cubicBezTo>
                  <a:pt x="606489" y="62393"/>
                  <a:pt x="608089" y="63744"/>
                  <a:pt x="609989" y="64548"/>
                </a:cubicBezTo>
                <a:cubicBezTo>
                  <a:pt x="611890" y="65352"/>
                  <a:pt x="614083" y="65753"/>
                  <a:pt x="616569" y="65753"/>
                </a:cubicBezTo>
                <a:cubicBezTo>
                  <a:pt x="618652" y="65753"/>
                  <a:pt x="620562" y="65415"/>
                  <a:pt x="622298" y="64740"/>
                </a:cubicBezTo>
                <a:cubicBezTo>
                  <a:pt x="624035" y="64064"/>
                  <a:pt x="625533" y="63068"/>
                  <a:pt x="626794" y="61753"/>
                </a:cubicBezTo>
                <a:cubicBezTo>
                  <a:pt x="628055" y="60438"/>
                  <a:pt x="629042" y="58840"/>
                  <a:pt x="629755" y="56959"/>
                </a:cubicBezTo>
                <a:cubicBezTo>
                  <a:pt x="630468" y="55078"/>
                  <a:pt x="630824" y="52931"/>
                  <a:pt x="630824" y="50520"/>
                </a:cubicBezTo>
                <a:close/>
                <a:moveTo>
                  <a:pt x="705040" y="9863"/>
                </a:moveTo>
                <a:lnTo>
                  <a:pt x="674994" y="72603"/>
                </a:lnTo>
                <a:lnTo>
                  <a:pt x="664083" y="72603"/>
                </a:lnTo>
                <a:lnTo>
                  <a:pt x="695281" y="9863"/>
                </a:lnTo>
                <a:lnTo>
                  <a:pt x="656572" y="9863"/>
                </a:lnTo>
                <a:lnTo>
                  <a:pt x="656572" y="986"/>
                </a:lnTo>
                <a:lnTo>
                  <a:pt x="705040" y="986"/>
                </a:lnTo>
                <a:lnTo>
                  <a:pt x="705040" y="9863"/>
                </a:lnTo>
                <a:close/>
                <a:moveTo>
                  <a:pt x="767194" y="70575"/>
                </a:moveTo>
                <a:cubicBezTo>
                  <a:pt x="764708" y="71525"/>
                  <a:pt x="762159" y="72228"/>
                  <a:pt x="759545" y="72685"/>
                </a:cubicBezTo>
                <a:cubicBezTo>
                  <a:pt x="756932" y="73141"/>
                  <a:pt x="754236" y="73370"/>
                  <a:pt x="751458" y="73370"/>
                </a:cubicBezTo>
                <a:cubicBezTo>
                  <a:pt x="742758" y="73370"/>
                  <a:pt x="736060" y="71014"/>
                  <a:pt x="731363" y="66301"/>
                </a:cubicBezTo>
                <a:cubicBezTo>
                  <a:pt x="726666" y="61589"/>
                  <a:pt x="724318" y="54703"/>
                  <a:pt x="724318" y="45644"/>
                </a:cubicBezTo>
                <a:cubicBezTo>
                  <a:pt x="724318" y="41297"/>
                  <a:pt x="724994" y="37352"/>
                  <a:pt x="726346" y="33808"/>
                </a:cubicBezTo>
                <a:cubicBezTo>
                  <a:pt x="727699" y="30265"/>
                  <a:pt x="729600" y="27233"/>
                  <a:pt x="732049" y="24712"/>
                </a:cubicBezTo>
                <a:cubicBezTo>
                  <a:pt x="734498" y="22192"/>
                  <a:pt x="737422" y="20247"/>
                  <a:pt x="740821" y="18877"/>
                </a:cubicBezTo>
                <a:cubicBezTo>
                  <a:pt x="744221" y="17507"/>
                  <a:pt x="747967" y="16822"/>
                  <a:pt x="752061" y="16822"/>
                </a:cubicBezTo>
                <a:cubicBezTo>
                  <a:pt x="754912" y="16822"/>
                  <a:pt x="757580" y="17023"/>
                  <a:pt x="760066" y="17425"/>
                </a:cubicBezTo>
                <a:cubicBezTo>
                  <a:pt x="762552" y="17826"/>
                  <a:pt x="764927" y="18484"/>
                  <a:pt x="767194" y="19397"/>
                </a:cubicBezTo>
                <a:lnTo>
                  <a:pt x="767194" y="28493"/>
                </a:lnTo>
                <a:cubicBezTo>
                  <a:pt x="764818" y="27251"/>
                  <a:pt x="762396" y="26347"/>
                  <a:pt x="759929" y="25781"/>
                </a:cubicBezTo>
                <a:cubicBezTo>
                  <a:pt x="757462" y="25215"/>
                  <a:pt x="754912" y="24931"/>
                  <a:pt x="752280" y="24931"/>
                </a:cubicBezTo>
                <a:cubicBezTo>
                  <a:pt x="749831" y="24931"/>
                  <a:pt x="747519" y="25397"/>
                  <a:pt x="745345" y="26329"/>
                </a:cubicBezTo>
                <a:cubicBezTo>
                  <a:pt x="743170" y="27260"/>
                  <a:pt x="741260" y="28603"/>
                  <a:pt x="739615" y="30356"/>
                </a:cubicBezTo>
                <a:cubicBezTo>
                  <a:pt x="737970" y="32110"/>
                  <a:pt x="736672" y="34247"/>
                  <a:pt x="735722" y="36767"/>
                </a:cubicBezTo>
                <a:cubicBezTo>
                  <a:pt x="734772" y="39288"/>
                  <a:pt x="734297" y="42137"/>
                  <a:pt x="734297" y="45315"/>
                </a:cubicBezTo>
                <a:cubicBezTo>
                  <a:pt x="734297" y="51963"/>
                  <a:pt x="735914" y="56941"/>
                  <a:pt x="739149" y="60246"/>
                </a:cubicBezTo>
                <a:cubicBezTo>
                  <a:pt x="742384" y="63552"/>
                  <a:pt x="746871" y="65205"/>
                  <a:pt x="752609" y="65205"/>
                </a:cubicBezTo>
                <a:cubicBezTo>
                  <a:pt x="755205" y="65205"/>
                  <a:pt x="757718" y="64913"/>
                  <a:pt x="760148" y="64329"/>
                </a:cubicBezTo>
                <a:cubicBezTo>
                  <a:pt x="762579" y="63744"/>
                  <a:pt x="764927" y="62867"/>
                  <a:pt x="767194" y="61699"/>
                </a:cubicBezTo>
                <a:lnTo>
                  <a:pt x="767194" y="70575"/>
                </a:lnTo>
                <a:close/>
                <a:moveTo>
                  <a:pt x="812022" y="16603"/>
                </a:moveTo>
                <a:cubicBezTo>
                  <a:pt x="813155" y="16603"/>
                  <a:pt x="814233" y="16831"/>
                  <a:pt x="815256" y="17288"/>
                </a:cubicBezTo>
                <a:cubicBezTo>
                  <a:pt x="816280" y="17744"/>
                  <a:pt x="817175" y="18356"/>
                  <a:pt x="817943" y="19123"/>
                </a:cubicBezTo>
                <a:cubicBezTo>
                  <a:pt x="818711" y="19890"/>
                  <a:pt x="819323" y="20785"/>
                  <a:pt x="819780" y="21808"/>
                </a:cubicBezTo>
                <a:cubicBezTo>
                  <a:pt x="820237" y="22831"/>
                  <a:pt x="820465" y="23909"/>
                  <a:pt x="820465" y="25041"/>
                </a:cubicBezTo>
                <a:cubicBezTo>
                  <a:pt x="820465" y="26210"/>
                  <a:pt x="820237" y="27297"/>
                  <a:pt x="819780" y="28301"/>
                </a:cubicBezTo>
                <a:cubicBezTo>
                  <a:pt x="819323" y="29306"/>
                  <a:pt x="818711" y="30192"/>
                  <a:pt x="817943" y="30959"/>
                </a:cubicBezTo>
                <a:cubicBezTo>
                  <a:pt x="817175" y="31726"/>
                  <a:pt x="816280" y="32329"/>
                  <a:pt x="815256" y="32767"/>
                </a:cubicBezTo>
                <a:cubicBezTo>
                  <a:pt x="814233" y="33205"/>
                  <a:pt x="813155" y="33425"/>
                  <a:pt x="812022" y="33425"/>
                </a:cubicBezTo>
                <a:cubicBezTo>
                  <a:pt x="810852" y="33425"/>
                  <a:pt x="809764" y="33205"/>
                  <a:pt x="808759" y="32767"/>
                </a:cubicBezTo>
                <a:cubicBezTo>
                  <a:pt x="807754" y="32329"/>
                  <a:pt x="806868" y="31726"/>
                  <a:pt x="806100" y="30959"/>
                </a:cubicBezTo>
                <a:cubicBezTo>
                  <a:pt x="805332" y="30192"/>
                  <a:pt x="804729" y="29306"/>
                  <a:pt x="804291" y="28301"/>
                </a:cubicBezTo>
                <a:cubicBezTo>
                  <a:pt x="803852" y="27297"/>
                  <a:pt x="803633" y="26210"/>
                  <a:pt x="803633" y="25041"/>
                </a:cubicBezTo>
                <a:cubicBezTo>
                  <a:pt x="803633" y="23909"/>
                  <a:pt x="803852" y="22831"/>
                  <a:pt x="804291" y="21808"/>
                </a:cubicBezTo>
                <a:cubicBezTo>
                  <a:pt x="804729" y="20785"/>
                  <a:pt x="805332" y="19890"/>
                  <a:pt x="806100" y="19123"/>
                </a:cubicBezTo>
                <a:cubicBezTo>
                  <a:pt x="806868" y="18356"/>
                  <a:pt x="807754" y="17744"/>
                  <a:pt x="808759" y="17288"/>
                </a:cubicBezTo>
                <a:cubicBezTo>
                  <a:pt x="809764" y="16831"/>
                  <a:pt x="810852" y="16603"/>
                  <a:pt x="812022" y="16603"/>
                </a:cubicBezTo>
                <a:moveTo>
                  <a:pt x="812022" y="56767"/>
                </a:moveTo>
                <a:cubicBezTo>
                  <a:pt x="813155" y="56767"/>
                  <a:pt x="814233" y="56995"/>
                  <a:pt x="815256" y="57452"/>
                </a:cubicBezTo>
                <a:cubicBezTo>
                  <a:pt x="816280" y="57909"/>
                  <a:pt x="817175" y="58520"/>
                  <a:pt x="817943" y="59288"/>
                </a:cubicBezTo>
                <a:cubicBezTo>
                  <a:pt x="818711" y="60055"/>
                  <a:pt x="819323" y="60950"/>
                  <a:pt x="819780" y="61973"/>
                </a:cubicBezTo>
                <a:cubicBezTo>
                  <a:pt x="820237" y="62995"/>
                  <a:pt x="820465" y="64073"/>
                  <a:pt x="820465" y="65205"/>
                </a:cubicBezTo>
                <a:cubicBezTo>
                  <a:pt x="820465" y="66374"/>
                  <a:pt x="820237" y="67461"/>
                  <a:pt x="819780" y="68466"/>
                </a:cubicBezTo>
                <a:cubicBezTo>
                  <a:pt x="819323" y="69470"/>
                  <a:pt x="818711" y="70356"/>
                  <a:pt x="817943" y="71123"/>
                </a:cubicBezTo>
                <a:cubicBezTo>
                  <a:pt x="817175" y="71890"/>
                  <a:pt x="816280" y="72493"/>
                  <a:pt x="815256" y="72931"/>
                </a:cubicBezTo>
                <a:cubicBezTo>
                  <a:pt x="814233" y="73370"/>
                  <a:pt x="813155" y="73589"/>
                  <a:pt x="812022" y="73589"/>
                </a:cubicBezTo>
                <a:cubicBezTo>
                  <a:pt x="810852" y="73589"/>
                  <a:pt x="809764" y="73370"/>
                  <a:pt x="808759" y="72931"/>
                </a:cubicBezTo>
                <a:cubicBezTo>
                  <a:pt x="807754" y="72493"/>
                  <a:pt x="806868" y="71890"/>
                  <a:pt x="806100" y="71123"/>
                </a:cubicBezTo>
                <a:cubicBezTo>
                  <a:pt x="805332" y="70356"/>
                  <a:pt x="804729" y="69470"/>
                  <a:pt x="804291" y="68466"/>
                </a:cubicBezTo>
                <a:cubicBezTo>
                  <a:pt x="803852" y="67461"/>
                  <a:pt x="803633" y="66374"/>
                  <a:pt x="803633" y="65205"/>
                </a:cubicBezTo>
                <a:cubicBezTo>
                  <a:pt x="803633" y="64073"/>
                  <a:pt x="803852" y="62995"/>
                  <a:pt x="804291" y="61973"/>
                </a:cubicBezTo>
                <a:cubicBezTo>
                  <a:pt x="804729" y="60950"/>
                  <a:pt x="805332" y="60055"/>
                  <a:pt x="806100" y="59288"/>
                </a:cubicBezTo>
                <a:cubicBezTo>
                  <a:pt x="806868" y="58520"/>
                  <a:pt x="807754" y="57909"/>
                  <a:pt x="808759" y="57452"/>
                </a:cubicBezTo>
                <a:cubicBezTo>
                  <a:pt x="809764" y="56995"/>
                  <a:pt x="810852" y="56767"/>
                  <a:pt x="812022" y="56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ret">
            <a:extLst xmlns:a="http://schemas.openxmlformats.org/drawingml/2006/main">
              <a:ext uri="{FF2B5EF4-FFF2-40B4-BE49-F238E27FC236}">
                <a16:creationId xmlns:a16="http://schemas.microsoft.com/office/drawing/2014/main" id="{0B0C4D54-BB49-4B50-A594-0D22E425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066" y="1437495"/>
            <a:ext cx="173104" cy="73589"/>
          </a:xfrm>
          <a:custGeom xmlns:a="http://schemas.openxmlformats.org/drawingml/2006/main">
            <a:pathLst>
              <a:path w="173104" h="73589">
                <a:moveTo>
                  <a:pt x="0" y="17589"/>
                </a:moveTo>
                <a:lnTo>
                  <a:pt x="8718" y="17589"/>
                </a:lnTo>
                <a:lnTo>
                  <a:pt x="8992" y="27726"/>
                </a:lnTo>
                <a:cubicBezTo>
                  <a:pt x="12245" y="23817"/>
                  <a:pt x="15453" y="20986"/>
                  <a:pt x="18614" y="19233"/>
                </a:cubicBezTo>
                <a:cubicBezTo>
                  <a:pt x="21776" y="17479"/>
                  <a:pt x="24965" y="16603"/>
                  <a:pt x="28182" y="16603"/>
                </a:cubicBezTo>
                <a:cubicBezTo>
                  <a:pt x="33884" y="16603"/>
                  <a:pt x="38206" y="18447"/>
                  <a:pt x="41149" y="22137"/>
                </a:cubicBezTo>
                <a:cubicBezTo>
                  <a:pt x="44091" y="25826"/>
                  <a:pt x="45453" y="31306"/>
                  <a:pt x="45234" y="38575"/>
                </a:cubicBezTo>
                <a:lnTo>
                  <a:pt x="35584" y="38575"/>
                </a:lnTo>
                <a:cubicBezTo>
                  <a:pt x="35693" y="33753"/>
                  <a:pt x="34990" y="30256"/>
                  <a:pt x="33473" y="28082"/>
                </a:cubicBezTo>
                <a:cubicBezTo>
                  <a:pt x="31956" y="25909"/>
                  <a:pt x="29735" y="24822"/>
                  <a:pt x="26811" y="24822"/>
                </a:cubicBezTo>
                <a:cubicBezTo>
                  <a:pt x="25532" y="24822"/>
                  <a:pt x="24243" y="25050"/>
                  <a:pt x="22946" y="25507"/>
                </a:cubicBezTo>
                <a:cubicBezTo>
                  <a:pt x="21648" y="25963"/>
                  <a:pt x="20314" y="26694"/>
                  <a:pt x="18943" y="27699"/>
                </a:cubicBezTo>
                <a:cubicBezTo>
                  <a:pt x="17573" y="28703"/>
                  <a:pt x="16120" y="29991"/>
                  <a:pt x="14584" y="31562"/>
                </a:cubicBezTo>
                <a:cubicBezTo>
                  <a:pt x="13049" y="33132"/>
                  <a:pt x="11404" y="35032"/>
                  <a:pt x="9650" y="37260"/>
                </a:cubicBezTo>
                <a:lnTo>
                  <a:pt x="9650" y="72603"/>
                </a:lnTo>
                <a:lnTo>
                  <a:pt x="0" y="72603"/>
                </a:lnTo>
                <a:lnTo>
                  <a:pt x="0" y="17589"/>
                </a:lnTo>
                <a:close/>
                <a:moveTo>
                  <a:pt x="109745" y="42192"/>
                </a:moveTo>
                <a:cubicBezTo>
                  <a:pt x="109745" y="43543"/>
                  <a:pt x="109726" y="44676"/>
                  <a:pt x="109690" y="45589"/>
                </a:cubicBezTo>
                <a:cubicBezTo>
                  <a:pt x="109653" y="46502"/>
                  <a:pt x="109598" y="47361"/>
                  <a:pt x="109525" y="48164"/>
                </a:cubicBezTo>
                <a:lnTo>
                  <a:pt x="70871" y="48164"/>
                </a:lnTo>
                <a:cubicBezTo>
                  <a:pt x="70871" y="53790"/>
                  <a:pt x="72443" y="58110"/>
                  <a:pt x="75586" y="61123"/>
                </a:cubicBezTo>
                <a:cubicBezTo>
                  <a:pt x="78730" y="64137"/>
                  <a:pt x="83262" y="65644"/>
                  <a:pt x="89184" y="65644"/>
                </a:cubicBezTo>
                <a:cubicBezTo>
                  <a:pt x="90792" y="65644"/>
                  <a:pt x="92400" y="65580"/>
                  <a:pt x="94009" y="65452"/>
                </a:cubicBezTo>
                <a:cubicBezTo>
                  <a:pt x="95617" y="65324"/>
                  <a:pt x="97171" y="65151"/>
                  <a:pt x="98669" y="64931"/>
                </a:cubicBezTo>
                <a:cubicBezTo>
                  <a:pt x="100168" y="64712"/>
                  <a:pt x="101603" y="64466"/>
                  <a:pt x="102973" y="64192"/>
                </a:cubicBezTo>
                <a:cubicBezTo>
                  <a:pt x="104344" y="63918"/>
                  <a:pt x="105614" y="63616"/>
                  <a:pt x="106784" y="63288"/>
                </a:cubicBezTo>
                <a:lnTo>
                  <a:pt x="106784" y="71123"/>
                </a:lnTo>
                <a:cubicBezTo>
                  <a:pt x="104189" y="71854"/>
                  <a:pt x="101255" y="72447"/>
                  <a:pt x="97984" y="72904"/>
                </a:cubicBezTo>
                <a:cubicBezTo>
                  <a:pt x="94712" y="73361"/>
                  <a:pt x="91322" y="73589"/>
                  <a:pt x="87813" y="73589"/>
                </a:cubicBezTo>
                <a:cubicBezTo>
                  <a:pt x="83098" y="73589"/>
                  <a:pt x="79041" y="72950"/>
                  <a:pt x="75641" y="71671"/>
                </a:cubicBezTo>
                <a:cubicBezTo>
                  <a:pt x="72242" y="70393"/>
                  <a:pt x="69455" y="68539"/>
                  <a:pt x="67280" y="66109"/>
                </a:cubicBezTo>
                <a:cubicBezTo>
                  <a:pt x="65105" y="63680"/>
                  <a:pt x="63497" y="60703"/>
                  <a:pt x="62455" y="57178"/>
                </a:cubicBezTo>
                <a:cubicBezTo>
                  <a:pt x="61413" y="53653"/>
                  <a:pt x="60892" y="49662"/>
                  <a:pt x="60892" y="45205"/>
                </a:cubicBezTo>
                <a:cubicBezTo>
                  <a:pt x="60892" y="41333"/>
                  <a:pt x="61450" y="37671"/>
                  <a:pt x="62565" y="34219"/>
                </a:cubicBezTo>
                <a:cubicBezTo>
                  <a:pt x="63679" y="30767"/>
                  <a:pt x="65306" y="27735"/>
                  <a:pt x="67444" y="25123"/>
                </a:cubicBezTo>
                <a:cubicBezTo>
                  <a:pt x="69583" y="22511"/>
                  <a:pt x="72205" y="20438"/>
                  <a:pt x="75312" y="18904"/>
                </a:cubicBezTo>
                <a:cubicBezTo>
                  <a:pt x="78419" y="17370"/>
                  <a:pt x="81946" y="16603"/>
                  <a:pt x="85894" y="16603"/>
                </a:cubicBezTo>
                <a:cubicBezTo>
                  <a:pt x="89732" y="16603"/>
                  <a:pt x="93132" y="17205"/>
                  <a:pt x="96092" y="18411"/>
                </a:cubicBezTo>
                <a:cubicBezTo>
                  <a:pt x="99053" y="19616"/>
                  <a:pt x="101548" y="21324"/>
                  <a:pt x="103576" y="23534"/>
                </a:cubicBezTo>
                <a:cubicBezTo>
                  <a:pt x="105605" y="25744"/>
                  <a:pt x="107140" y="28429"/>
                  <a:pt x="108182" y="31589"/>
                </a:cubicBezTo>
                <a:cubicBezTo>
                  <a:pt x="109224" y="34749"/>
                  <a:pt x="109745" y="38283"/>
                  <a:pt x="109745" y="42192"/>
                </a:cubicBezTo>
                <a:moveTo>
                  <a:pt x="99821" y="40822"/>
                </a:moveTo>
                <a:cubicBezTo>
                  <a:pt x="99930" y="38374"/>
                  <a:pt x="99693" y="36137"/>
                  <a:pt x="99108" y="34110"/>
                </a:cubicBezTo>
                <a:cubicBezTo>
                  <a:pt x="98523" y="32082"/>
                  <a:pt x="97618" y="30338"/>
                  <a:pt x="96394" y="28877"/>
                </a:cubicBezTo>
                <a:cubicBezTo>
                  <a:pt x="95169" y="27415"/>
                  <a:pt x="93643" y="26274"/>
                  <a:pt x="91816" y="25452"/>
                </a:cubicBezTo>
                <a:cubicBezTo>
                  <a:pt x="89988" y="24630"/>
                  <a:pt x="87868" y="24219"/>
                  <a:pt x="85456" y="24219"/>
                </a:cubicBezTo>
                <a:cubicBezTo>
                  <a:pt x="83372" y="24219"/>
                  <a:pt x="81471" y="24621"/>
                  <a:pt x="79753" y="25425"/>
                </a:cubicBezTo>
                <a:cubicBezTo>
                  <a:pt x="78035" y="26228"/>
                  <a:pt x="76555" y="27361"/>
                  <a:pt x="75312" y="28822"/>
                </a:cubicBezTo>
                <a:cubicBezTo>
                  <a:pt x="74069" y="30283"/>
                  <a:pt x="73064" y="32036"/>
                  <a:pt x="72297" y="34082"/>
                </a:cubicBezTo>
                <a:cubicBezTo>
                  <a:pt x="71529" y="36128"/>
                  <a:pt x="71054" y="38374"/>
                  <a:pt x="70871" y="40822"/>
                </a:cubicBezTo>
                <a:lnTo>
                  <a:pt x="99821" y="40822"/>
                </a:lnTo>
                <a:close/>
                <a:moveTo>
                  <a:pt x="173104" y="71836"/>
                </a:moveTo>
                <a:cubicBezTo>
                  <a:pt x="170948" y="72383"/>
                  <a:pt x="168718" y="72776"/>
                  <a:pt x="166415" y="73014"/>
                </a:cubicBezTo>
                <a:cubicBezTo>
                  <a:pt x="164112" y="73251"/>
                  <a:pt x="161773" y="73370"/>
                  <a:pt x="159397" y="73370"/>
                </a:cubicBezTo>
                <a:cubicBezTo>
                  <a:pt x="152489" y="73370"/>
                  <a:pt x="147335" y="71808"/>
                  <a:pt x="143935" y="68685"/>
                </a:cubicBezTo>
                <a:cubicBezTo>
                  <a:pt x="140536" y="65562"/>
                  <a:pt x="138836" y="60767"/>
                  <a:pt x="138836" y="54301"/>
                </a:cubicBezTo>
                <a:lnTo>
                  <a:pt x="138836" y="25589"/>
                </a:lnTo>
                <a:lnTo>
                  <a:pt x="123429" y="25589"/>
                </a:lnTo>
                <a:lnTo>
                  <a:pt x="123429" y="17589"/>
                </a:lnTo>
                <a:lnTo>
                  <a:pt x="138836" y="17589"/>
                </a:lnTo>
                <a:lnTo>
                  <a:pt x="138836" y="2466"/>
                </a:lnTo>
                <a:lnTo>
                  <a:pt x="148376" y="0"/>
                </a:lnTo>
                <a:lnTo>
                  <a:pt x="148376" y="17589"/>
                </a:lnTo>
                <a:lnTo>
                  <a:pt x="173104" y="17589"/>
                </a:lnTo>
                <a:lnTo>
                  <a:pt x="173104" y="25589"/>
                </a:lnTo>
                <a:lnTo>
                  <a:pt x="148376" y="25589"/>
                </a:lnTo>
                <a:lnTo>
                  <a:pt x="148376" y="53534"/>
                </a:lnTo>
                <a:cubicBezTo>
                  <a:pt x="148376" y="57479"/>
                  <a:pt x="149427" y="60429"/>
                  <a:pt x="151529" y="62383"/>
                </a:cubicBezTo>
                <a:cubicBezTo>
                  <a:pt x="153631" y="64338"/>
                  <a:pt x="156729" y="65315"/>
                  <a:pt x="160823" y="65315"/>
                </a:cubicBezTo>
                <a:cubicBezTo>
                  <a:pt x="162577" y="65315"/>
                  <a:pt x="164496" y="65178"/>
                  <a:pt x="166580" y="64904"/>
                </a:cubicBezTo>
                <a:cubicBezTo>
                  <a:pt x="168663" y="64630"/>
                  <a:pt x="170838" y="64201"/>
                  <a:pt x="173104" y="63616"/>
                </a:cubicBezTo>
                <a:lnTo>
                  <a:pt x="173104" y="7183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0x101234567d:…">
            <a:extLst xmlns:a="http://schemas.openxmlformats.org/drawingml/2006/main">
              <a:ext uri="{FF2B5EF4-FFF2-40B4-BE49-F238E27FC236}">
                <a16:creationId xmlns:a16="http://schemas.microsoft.com/office/drawing/2014/main" id="{0F5BFD19-9CAA-4D70-8B10-1D6E091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59" y="1601002"/>
            <a:ext cx="951989" cy="78411"/>
          </a:xfrm>
          <a:custGeom xmlns:a="http://schemas.openxmlformats.org/drawingml/2006/main">
            <a:pathLst>
              <a:path w="951989" h="78411">
                <a:moveTo>
                  <a:pt x="52087" y="41644"/>
                </a:moveTo>
                <a:cubicBezTo>
                  <a:pt x="52087" y="47123"/>
                  <a:pt x="51539" y="52119"/>
                  <a:pt x="50442" y="56630"/>
                </a:cubicBezTo>
                <a:cubicBezTo>
                  <a:pt x="49346" y="61141"/>
                  <a:pt x="47683" y="65014"/>
                  <a:pt x="45453" y="68246"/>
                </a:cubicBezTo>
                <a:cubicBezTo>
                  <a:pt x="43223" y="71479"/>
                  <a:pt x="40454" y="73982"/>
                  <a:pt x="37146" y="75753"/>
                </a:cubicBezTo>
                <a:cubicBezTo>
                  <a:pt x="33838" y="77525"/>
                  <a:pt x="29955" y="78411"/>
                  <a:pt x="25495" y="78411"/>
                </a:cubicBezTo>
                <a:cubicBezTo>
                  <a:pt x="21657" y="78411"/>
                  <a:pt x="18167" y="77689"/>
                  <a:pt x="15023" y="76246"/>
                </a:cubicBezTo>
                <a:cubicBezTo>
                  <a:pt x="11880" y="74804"/>
                  <a:pt x="9193" y="72584"/>
                  <a:pt x="6963" y="69589"/>
                </a:cubicBezTo>
                <a:cubicBezTo>
                  <a:pt x="4734" y="66594"/>
                  <a:pt x="3016" y="62776"/>
                  <a:pt x="1809" y="58137"/>
                </a:cubicBezTo>
                <a:cubicBezTo>
                  <a:pt x="603" y="53498"/>
                  <a:pt x="0" y="48000"/>
                  <a:pt x="0" y="41644"/>
                </a:cubicBezTo>
                <a:cubicBezTo>
                  <a:pt x="0" y="36164"/>
                  <a:pt x="557" y="31160"/>
                  <a:pt x="1672" y="26630"/>
                </a:cubicBezTo>
                <a:cubicBezTo>
                  <a:pt x="2787" y="22100"/>
                  <a:pt x="4450" y="18219"/>
                  <a:pt x="6662" y="14986"/>
                </a:cubicBezTo>
                <a:cubicBezTo>
                  <a:pt x="8873" y="11753"/>
                  <a:pt x="11642" y="9251"/>
                  <a:pt x="14968" y="7479"/>
                </a:cubicBezTo>
                <a:cubicBezTo>
                  <a:pt x="18294" y="5708"/>
                  <a:pt x="22169" y="4822"/>
                  <a:pt x="26592" y="4822"/>
                </a:cubicBezTo>
                <a:cubicBezTo>
                  <a:pt x="30430" y="4822"/>
                  <a:pt x="33921" y="5543"/>
                  <a:pt x="37064" y="6986"/>
                </a:cubicBezTo>
                <a:cubicBezTo>
                  <a:pt x="40208" y="8429"/>
                  <a:pt x="42894" y="10658"/>
                  <a:pt x="45124" y="13671"/>
                </a:cubicBezTo>
                <a:cubicBezTo>
                  <a:pt x="47354" y="16685"/>
                  <a:pt x="49072" y="20511"/>
                  <a:pt x="50278" y="25151"/>
                </a:cubicBezTo>
                <a:cubicBezTo>
                  <a:pt x="51484" y="29790"/>
                  <a:pt x="52087" y="35288"/>
                  <a:pt x="52087" y="41644"/>
                </a:cubicBezTo>
                <a:moveTo>
                  <a:pt x="42437" y="41973"/>
                </a:moveTo>
                <a:cubicBezTo>
                  <a:pt x="42437" y="40731"/>
                  <a:pt x="42392" y="39498"/>
                  <a:pt x="42300" y="38274"/>
                </a:cubicBezTo>
                <a:cubicBezTo>
                  <a:pt x="42209" y="37050"/>
                  <a:pt x="42108" y="35854"/>
                  <a:pt x="41999" y="34685"/>
                </a:cubicBezTo>
                <a:lnTo>
                  <a:pt x="11678" y="57205"/>
                </a:lnTo>
                <a:cubicBezTo>
                  <a:pt x="12227" y="59105"/>
                  <a:pt x="12921" y="60858"/>
                  <a:pt x="13762" y="62466"/>
                </a:cubicBezTo>
                <a:cubicBezTo>
                  <a:pt x="14603" y="64073"/>
                  <a:pt x="15617" y="65452"/>
                  <a:pt x="16805" y="66603"/>
                </a:cubicBezTo>
                <a:cubicBezTo>
                  <a:pt x="17993" y="67753"/>
                  <a:pt x="19345" y="68648"/>
                  <a:pt x="20862" y="69288"/>
                </a:cubicBezTo>
                <a:cubicBezTo>
                  <a:pt x="22379" y="69927"/>
                  <a:pt x="24106" y="70246"/>
                  <a:pt x="26044" y="70246"/>
                </a:cubicBezTo>
                <a:cubicBezTo>
                  <a:pt x="28529" y="70246"/>
                  <a:pt x="30786" y="69644"/>
                  <a:pt x="32815" y="68438"/>
                </a:cubicBezTo>
                <a:cubicBezTo>
                  <a:pt x="34844" y="67233"/>
                  <a:pt x="36571" y="65443"/>
                  <a:pt x="37996" y="63068"/>
                </a:cubicBezTo>
                <a:cubicBezTo>
                  <a:pt x="39422" y="60694"/>
                  <a:pt x="40518" y="57744"/>
                  <a:pt x="41286" y="54219"/>
                </a:cubicBezTo>
                <a:cubicBezTo>
                  <a:pt x="42054" y="50694"/>
                  <a:pt x="42437" y="46612"/>
                  <a:pt x="42437" y="41973"/>
                </a:cubicBezTo>
                <a:moveTo>
                  <a:pt x="9650" y="41315"/>
                </a:moveTo>
                <a:cubicBezTo>
                  <a:pt x="9650" y="42447"/>
                  <a:pt x="9659" y="43580"/>
                  <a:pt x="9677" y="44712"/>
                </a:cubicBezTo>
                <a:cubicBezTo>
                  <a:pt x="9696" y="45845"/>
                  <a:pt x="9759" y="46941"/>
                  <a:pt x="9869" y="48000"/>
                </a:cubicBezTo>
                <a:lnTo>
                  <a:pt x="40189" y="25589"/>
                </a:lnTo>
                <a:cubicBezTo>
                  <a:pt x="39641" y="23726"/>
                  <a:pt x="38947" y="22027"/>
                  <a:pt x="38106" y="20493"/>
                </a:cubicBezTo>
                <a:cubicBezTo>
                  <a:pt x="37265" y="18959"/>
                  <a:pt x="36260" y="17635"/>
                  <a:pt x="35090" y="16521"/>
                </a:cubicBezTo>
                <a:cubicBezTo>
                  <a:pt x="33921" y="15406"/>
                  <a:pt x="32586" y="14539"/>
                  <a:pt x="31088" y="13918"/>
                </a:cubicBezTo>
                <a:cubicBezTo>
                  <a:pt x="29589" y="13297"/>
                  <a:pt x="27908" y="12986"/>
                  <a:pt x="26044" y="12986"/>
                </a:cubicBezTo>
                <a:cubicBezTo>
                  <a:pt x="23558" y="12986"/>
                  <a:pt x="21301" y="13589"/>
                  <a:pt x="19272" y="14794"/>
                </a:cubicBezTo>
                <a:cubicBezTo>
                  <a:pt x="17244" y="16000"/>
                  <a:pt x="15516" y="17799"/>
                  <a:pt x="14091" y="20192"/>
                </a:cubicBezTo>
                <a:cubicBezTo>
                  <a:pt x="12665" y="22584"/>
                  <a:pt x="11569" y="25543"/>
                  <a:pt x="10801" y="29068"/>
                </a:cubicBezTo>
                <a:cubicBezTo>
                  <a:pt x="10034" y="32594"/>
                  <a:pt x="9650" y="36676"/>
                  <a:pt x="9650" y="41315"/>
                </a:cubicBezTo>
                <a:close/>
                <a:moveTo>
                  <a:pt x="119066" y="77425"/>
                </a:moveTo>
                <a:lnTo>
                  <a:pt x="106400" y="77425"/>
                </a:lnTo>
                <a:lnTo>
                  <a:pt x="91542" y="56438"/>
                </a:lnTo>
                <a:lnTo>
                  <a:pt x="76848" y="77425"/>
                </a:lnTo>
                <a:lnTo>
                  <a:pt x="64511" y="77425"/>
                </a:lnTo>
                <a:lnTo>
                  <a:pt x="85840" y="49808"/>
                </a:lnTo>
                <a:lnTo>
                  <a:pt x="65498" y="22411"/>
                </a:lnTo>
                <a:lnTo>
                  <a:pt x="77725" y="22411"/>
                </a:lnTo>
                <a:lnTo>
                  <a:pt x="92200" y="43562"/>
                </a:lnTo>
                <a:lnTo>
                  <a:pt x="106400" y="22411"/>
                </a:lnTo>
                <a:lnTo>
                  <a:pt x="118188" y="22411"/>
                </a:lnTo>
                <a:lnTo>
                  <a:pt x="97518" y="50027"/>
                </a:lnTo>
                <a:lnTo>
                  <a:pt x="119066" y="77425"/>
                </a:lnTo>
                <a:close/>
                <a:moveTo>
                  <a:pt x="180836" y="77425"/>
                </a:moveTo>
                <a:lnTo>
                  <a:pt x="135821" y="77425"/>
                </a:lnTo>
                <a:lnTo>
                  <a:pt x="135821" y="68548"/>
                </a:lnTo>
                <a:lnTo>
                  <a:pt x="154244" y="68548"/>
                </a:lnTo>
                <a:lnTo>
                  <a:pt x="154244" y="16274"/>
                </a:lnTo>
                <a:lnTo>
                  <a:pt x="137082" y="25589"/>
                </a:lnTo>
                <a:lnTo>
                  <a:pt x="133573" y="17479"/>
                </a:lnTo>
                <a:lnTo>
                  <a:pt x="156382" y="5479"/>
                </a:lnTo>
                <a:lnTo>
                  <a:pt x="164826" y="5479"/>
                </a:lnTo>
                <a:lnTo>
                  <a:pt x="164826" y="68548"/>
                </a:lnTo>
                <a:lnTo>
                  <a:pt x="180836" y="68548"/>
                </a:lnTo>
                <a:lnTo>
                  <a:pt x="180836" y="77425"/>
                </a:lnTo>
                <a:close/>
                <a:moveTo>
                  <a:pt x="248581" y="41644"/>
                </a:moveTo>
                <a:cubicBezTo>
                  <a:pt x="248581" y="47123"/>
                  <a:pt x="248033" y="52119"/>
                  <a:pt x="246937" y="56630"/>
                </a:cubicBezTo>
                <a:cubicBezTo>
                  <a:pt x="245840" y="61141"/>
                  <a:pt x="244177" y="65014"/>
                  <a:pt x="241947" y="68246"/>
                </a:cubicBezTo>
                <a:cubicBezTo>
                  <a:pt x="239717" y="71479"/>
                  <a:pt x="236949" y="73982"/>
                  <a:pt x="233641" y="75753"/>
                </a:cubicBezTo>
                <a:cubicBezTo>
                  <a:pt x="230333" y="77525"/>
                  <a:pt x="226449" y="78411"/>
                  <a:pt x="221990" y="78411"/>
                </a:cubicBezTo>
                <a:cubicBezTo>
                  <a:pt x="218152" y="78411"/>
                  <a:pt x="214661" y="77689"/>
                  <a:pt x="211517" y="76246"/>
                </a:cubicBezTo>
                <a:cubicBezTo>
                  <a:pt x="208374" y="74804"/>
                  <a:pt x="205687" y="72584"/>
                  <a:pt x="203458" y="69589"/>
                </a:cubicBezTo>
                <a:cubicBezTo>
                  <a:pt x="201228" y="66594"/>
                  <a:pt x="199510" y="62776"/>
                  <a:pt x="198304" y="58137"/>
                </a:cubicBezTo>
                <a:cubicBezTo>
                  <a:pt x="197097" y="53498"/>
                  <a:pt x="196494" y="48000"/>
                  <a:pt x="196494" y="41644"/>
                </a:cubicBezTo>
                <a:cubicBezTo>
                  <a:pt x="196494" y="36164"/>
                  <a:pt x="197052" y="31160"/>
                  <a:pt x="198167" y="26630"/>
                </a:cubicBezTo>
                <a:cubicBezTo>
                  <a:pt x="199281" y="22100"/>
                  <a:pt x="200945" y="18219"/>
                  <a:pt x="203156" y="14986"/>
                </a:cubicBezTo>
                <a:cubicBezTo>
                  <a:pt x="205367" y="11753"/>
                  <a:pt x="208136" y="9251"/>
                  <a:pt x="211462" y="7479"/>
                </a:cubicBezTo>
                <a:cubicBezTo>
                  <a:pt x="214789" y="5708"/>
                  <a:pt x="218663" y="4822"/>
                  <a:pt x="223086" y="4822"/>
                </a:cubicBezTo>
                <a:cubicBezTo>
                  <a:pt x="226924" y="4822"/>
                  <a:pt x="230415" y="5543"/>
                  <a:pt x="233558" y="6986"/>
                </a:cubicBezTo>
                <a:cubicBezTo>
                  <a:pt x="236702" y="8429"/>
                  <a:pt x="239388" y="10658"/>
                  <a:pt x="241618" y="13671"/>
                </a:cubicBezTo>
                <a:cubicBezTo>
                  <a:pt x="243848" y="16685"/>
                  <a:pt x="245566" y="20511"/>
                  <a:pt x="246772" y="25151"/>
                </a:cubicBezTo>
                <a:cubicBezTo>
                  <a:pt x="247978" y="29790"/>
                  <a:pt x="248581" y="35288"/>
                  <a:pt x="248581" y="41644"/>
                </a:cubicBezTo>
                <a:moveTo>
                  <a:pt x="238932" y="41973"/>
                </a:moveTo>
                <a:cubicBezTo>
                  <a:pt x="238932" y="40731"/>
                  <a:pt x="238886" y="39498"/>
                  <a:pt x="238795" y="38274"/>
                </a:cubicBezTo>
                <a:cubicBezTo>
                  <a:pt x="238703" y="37050"/>
                  <a:pt x="238603" y="35854"/>
                  <a:pt x="238493" y="34685"/>
                </a:cubicBezTo>
                <a:lnTo>
                  <a:pt x="208173" y="57205"/>
                </a:lnTo>
                <a:cubicBezTo>
                  <a:pt x="208721" y="59105"/>
                  <a:pt x="209416" y="60858"/>
                  <a:pt x="210256" y="62466"/>
                </a:cubicBezTo>
                <a:cubicBezTo>
                  <a:pt x="211097" y="64073"/>
                  <a:pt x="212111" y="65452"/>
                  <a:pt x="213299" y="66603"/>
                </a:cubicBezTo>
                <a:cubicBezTo>
                  <a:pt x="214487" y="67753"/>
                  <a:pt x="215840" y="68648"/>
                  <a:pt x="217357" y="69288"/>
                </a:cubicBezTo>
                <a:cubicBezTo>
                  <a:pt x="218873" y="69927"/>
                  <a:pt x="220601" y="70246"/>
                  <a:pt x="222538" y="70246"/>
                </a:cubicBezTo>
                <a:cubicBezTo>
                  <a:pt x="225023" y="70246"/>
                  <a:pt x="227281" y="69644"/>
                  <a:pt x="229309" y="68438"/>
                </a:cubicBezTo>
                <a:cubicBezTo>
                  <a:pt x="231338" y="67233"/>
                  <a:pt x="233065" y="65443"/>
                  <a:pt x="234490" y="63068"/>
                </a:cubicBezTo>
                <a:cubicBezTo>
                  <a:pt x="235916" y="60694"/>
                  <a:pt x="237013" y="57744"/>
                  <a:pt x="237780" y="54219"/>
                </a:cubicBezTo>
                <a:cubicBezTo>
                  <a:pt x="238548" y="50694"/>
                  <a:pt x="238932" y="46612"/>
                  <a:pt x="238932" y="41973"/>
                </a:cubicBezTo>
                <a:moveTo>
                  <a:pt x="206144" y="41315"/>
                </a:moveTo>
                <a:cubicBezTo>
                  <a:pt x="206144" y="42447"/>
                  <a:pt x="206153" y="43580"/>
                  <a:pt x="206172" y="44712"/>
                </a:cubicBezTo>
                <a:cubicBezTo>
                  <a:pt x="206190" y="45845"/>
                  <a:pt x="206254" y="46941"/>
                  <a:pt x="206363" y="48000"/>
                </a:cubicBezTo>
                <a:lnTo>
                  <a:pt x="236684" y="25589"/>
                </a:lnTo>
                <a:cubicBezTo>
                  <a:pt x="236135" y="23726"/>
                  <a:pt x="235441" y="22027"/>
                  <a:pt x="234600" y="20493"/>
                </a:cubicBezTo>
                <a:cubicBezTo>
                  <a:pt x="233759" y="18959"/>
                  <a:pt x="232754" y="17635"/>
                  <a:pt x="231585" y="16521"/>
                </a:cubicBezTo>
                <a:cubicBezTo>
                  <a:pt x="230415" y="15406"/>
                  <a:pt x="229081" y="14539"/>
                  <a:pt x="227582" y="13918"/>
                </a:cubicBezTo>
                <a:cubicBezTo>
                  <a:pt x="226083" y="13297"/>
                  <a:pt x="224402" y="12986"/>
                  <a:pt x="222538" y="12986"/>
                </a:cubicBezTo>
                <a:cubicBezTo>
                  <a:pt x="220052" y="12986"/>
                  <a:pt x="217795" y="13589"/>
                  <a:pt x="215767" y="14794"/>
                </a:cubicBezTo>
                <a:cubicBezTo>
                  <a:pt x="213738" y="16000"/>
                  <a:pt x="212011" y="17799"/>
                  <a:pt x="210585" y="20192"/>
                </a:cubicBezTo>
                <a:cubicBezTo>
                  <a:pt x="209160" y="22584"/>
                  <a:pt x="208063" y="25543"/>
                  <a:pt x="207296" y="29068"/>
                </a:cubicBezTo>
                <a:cubicBezTo>
                  <a:pt x="206528" y="32594"/>
                  <a:pt x="206144" y="36676"/>
                  <a:pt x="206144" y="41315"/>
                </a:cubicBezTo>
                <a:close/>
                <a:moveTo>
                  <a:pt x="311832" y="77425"/>
                </a:moveTo>
                <a:lnTo>
                  <a:pt x="266817" y="77425"/>
                </a:lnTo>
                <a:lnTo>
                  <a:pt x="266817" y="68548"/>
                </a:lnTo>
                <a:lnTo>
                  <a:pt x="285240" y="68548"/>
                </a:lnTo>
                <a:lnTo>
                  <a:pt x="285240" y="16274"/>
                </a:lnTo>
                <a:lnTo>
                  <a:pt x="268078" y="25589"/>
                </a:lnTo>
                <a:lnTo>
                  <a:pt x="264569" y="17479"/>
                </a:lnTo>
                <a:lnTo>
                  <a:pt x="287378" y="5479"/>
                </a:lnTo>
                <a:lnTo>
                  <a:pt x="295822" y="5479"/>
                </a:lnTo>
                <a:lnTo>
                  <a:pt x="295822" y="68548"/>
                </a:lnTo>
                <a:lnTo>
                  <a:pt x="311832" y="68548"/>
                </a:lnTo>
                <a:lnTo>
                  <a:pt x="311832" y="77425"/>
                </a:lnTo>
                <a:close/>
                <a:moveTo>
                  <a:pt x="377933" y="77425"/>
                </a:moveTo>
                <a:lnTo>
                  <a:pt x="330726" y="77425"/>
                </a:lnTo>
                <a:lnTo>
                  <a:pt x="330726" y="68877"/>
                </a:lnTo>
                <a:lnTo>
                  <a:pt x="349258" y="50466"/>
                </a:lnTo>
                <a:cubicBezTo>
                  <a:pt x="352292" y="47470"/>
                  <a:pt x="354759" y="44877"/>
                  <a:pt x="356660" y="42685"/>
                </a:cubicBezTo>
                <a:cubicBezTo>
                  <a:pt x="358560" y="40493"/>
                  <a:pt x="360041" y="38493"/>
                  <a:pt x="361101" y="36685"/>
                </a:cubicBezTo>
                <a:cubicBezTo>
                  <a:pt x="362161" y="34877"/>
                  <a:pt x="362874" y="33169"/>
                  <a:pt x="363239" y="31562"/>
                </a:cubicBezTo>
                <a:cubicBezTo>
                  <a:pt x="363605" y="29954"/>
                  <a:pt x="363787" y="28219"/>
                  <a:pt x="363787" y="26356"/>
                </a:cubicBezTo>
                <a:cubicBezTo>
                  <a:pt x="363787" y="24603"/>
                  <a:pt x="363550" y="22931"/>
                  <a:pt x="363075" y="21342"/>
                </a:cubicBezTo>
                <a:cubicBezTo>
                  <a:pt x="362599" y="19753"/>
                  <a:pt x="361868" y="18356"/>
                  <a:pt x="360882" y="17151"/>
                </a:cubicBezTo>
                <a:cubicBezTo>
                  <a:pt x="359895" y="15945"/>
                  <a:pt x="358615" y="14995"/>
                  <a:pt x="357044" y="14301"/>
                </a:cubicBezTo>
                <a:cubicBezTo>
                  <a:pt x="355472" y="13607"/>
                  <a:pt x="353589" y="13260"/>
                  <a:pt x="351396" y="13260"/>
                </a:cubicBezTo>
                <a:cubicBezTo>
                  <a:pt x="348362" y="13260"/>
                  <a:pt x="345603" y="13936"/>
                  <a:pt x="343117" y="15288"/>
                </a:cubicBezTo>
                <a:cubicBezTo>
                  <a:pt x="340631" y="16639"/>
                  <a:pt x="338347" y="18393"/>
                  <a:pt x="336263" y="20548"/>
                </a:cubicBezTo>
                <a:lnTo>
                  <a:pt x="331000" y="14247"/>
                </a:lnTo>
                <a:cubicBezTo>
                  <a:pt x="333705" y="11397"/>
                  <a:pt x="336821" y="9114"/>
                  <a:pt x="340348" y="7397"/>
                </a:cubicBezTo>
                <a:cubicBezTo>
                  <a:pt x="343876" y="5680"/>
                  <a:pt x="347979" y="4822"/>
                  <a:pt x="352657" y="4822"/>
                </a:cubicBezTo>
                <a:cubicBezTo>
                  <a:pt x="355837" y="4822"/>
                  <a:pt x="358734" y="5297"/>
                  <a:pt x="361348" y="6247"/>
                </a:cubicBezTo>
                <a:cubicBezTo>
                  <a:pt x="363961" y="7196"/>
                  <a:pt x="366218" y="8566"/>
                  <a:pt x="368119" y="10356"/>
                </a:cubicBezTo>
                <a:cubicBezTo>
                  <a:pt x="370020" y="12146"/>
                  <a:pt x="371491" y="14338"/>
                  <a:pt x="372533" y="16931"/>
                </a:cubicBezTo>
                <a:cubicBezTo>
                  <a:pt x="373574" y="19525"/>
                  <a:pt x="374095" y="22447"/>
                  <a:pt x="374095" y="25699"/>
                </a:cubicBezTo>
                <a:cubicBezTo>
                  <a:pt x="374095" y="28438"/>
                  <a:pt x="373730" y="30977"/>
                  <a:pt x="372999" y="33315"/>
                </a:cubicBezTo>
                <a:cubicBezTo>
                  <a:pt x="372268" y="35653"/>
                  <a:pt x="371162" y="37982"/>
                  <a:pt x="369681" y="40301"/>
                </a:cubicBezTo>
                <a:cubicBezTo>
                  <a:pt x="368201" y="42621"/>
                  <a:pt x="366337" y="45023"/>
                  <a:pt x="364089" y="47507"/>
                </a:cubicBezTo>
                <a:cubicBezTo>
                  <a:pt x="361841" y="49991"/>
                  <a:pt x="359182" y="52712"/>
                  <a:pt x="356111" y="55671"/>
                </a:cubicBezTo>
                <a:lnTo>
                  <a:pt x="343117" y="68329"/>
                </a:lnTo>
                <a:lnTo>
                  <a:pt x="377933" y="68329"/>
                </a:lnTo>
                <a:lnTo>
                  <a:pt x="377933" y="77425"/>
                </a:lnTo>
                <a:close/>
                <a:moveTo>
                  <a:pt x="442060" y="55671"/>
                </a:moveTo>
                <a:cubicBezTo>
                  <a:pt x="442060" y="58813"/>
                  <a:pt x="441421" y="61762"/>
                  <a:pt x="440141" y="64520"/>
                </a:cubicBezTo>
                <a:cubicBezTo>
                  <a:pt x="438862" y="67278"/>
                  <a:pt x="436943" y="69689"/>
                  <a:pt x="434384" y="71753"/>
                </a:cubicBezTo>
                <a:cubicBezTo>
                  <a:pt x="431826" y="73817"/>
                  <a:pt x="428609" y="75443"/>
                  <a:pt x="424735" y="76630"/>
                </a:cubicBezTo>
                <a:cubicBezTo>
                  <a:pt x="420860" y="77817"/>
                  <a:pt x="416346" y="78411"/>
                  <a:pt x="411192" y="78411"/>
                </a:cubicBezTo>
                <a:cubicBezTo>
                  <a:pt x="408341" y="78411"/>
                  <a:pt x="405782" y="78320"/>
                  <a:pt x="403516" y="78137"/>
                </a:cubicBezTo>
                <a:cubicBezTo>
                  <a:pt x="401250" y="77954"/>
                  <a:pt x="399130" y="77717"/>
                  <a:pt x="397156" y="77425"/>
                </a:cubicBezTo>
                <a:lnTo>
                  <a:pt x="397156" y="68877"/>
                </a:lnTo>
                <a:cubicBezTo>
                  <a:pt x="399422" y="69278"/>
                  <a:pt x="401816" y="69589"/>
                  <a:pt x="404338" y="69808"/>
                </a:cubicBezTo>
                <a:cubicBezTo>
                  <a:pt x="406860" y="70027"/>
                  <a:pt x="409437" y="70137"/>
                  <a:pt x="412069" y="70137"/>
                </a:cubicBezTo>
                <a:cubicBezTo>
                  <a:pt x="415651" y="70137"/>
                  <a:pt x="418713" y="69817"/>
                  <a:pt x="421253" y="69178"/>
                </a:cubicBezTo>
                <a:cubicBezTo>
                  <a:pt x="423793" y="68539"/>
                  <a:pt x="425868" y="67616"/>
                  <a:pt x="427476" y="66411"/>
                </a:cubicBezTo>
                <a:cubicBezTo>
                  <a:pt x="429084" y="65205"/>
                  <a:pt x="430254" y="63744"/>
                  <a:pt x="430985" y="62027"/>
                </a:cubicBezTo>
                <a:cubicBezTo>
                  <a:pt x="431716" y="60310"/>
                  <a:pt x="432082" y="58374"/>
                  <a:pt x="432082" y="56219"/>
                </a:cubicBezTo>
                <a:cubicBezTo>
                  <a:pt x="432082" y="54246"/>
                  <a:pt x="431643" y="52530"/>
                  <a:pt x="430766" y="51068"/>
                </a:cubicBezTo>
                <a:cubicBezTo>
                  <a:pt x="429888" y="49607"/>
                  <a:pt x="428655" y="48383"/>
                  <a:pt x="427065" y="47397"/>
                </a:cubicBezTo>
                <a:cubicBezTo>
                  <a:pt x="425475" y="46411"/>
                  <a:pt x="423574" y="45671"/>
                  <a:pt x="421363" y="45178"/>
                </a:cubicBezTo>
                <a:cubicBezTo>
                  <a:pt x="419151" y="44685"/>
                  <a:pt x="416730" y="44438"/>
                  <a:pt x="414098" y="44438"/>
                </a:cubicBezTo>
                <a:lnTo>
                  <a:pt x="405928" y="44438"/>
                </a:lnTo>
                <a:lnTo>
                  <a:pt x="405928" y="36603"/>
                </a:lnTo>
                <a:lnTo>
                  <a:pt x="414207" y="36603"/>
                </a:lnTo>
                <a:cubicBezTo>
                  <a:pt x="416364" y="36603"/>
                  <a:pt x="418329" y="36320"/>
                  <a:pt x="420102" y="35753"/>
                </a:cubicBezTo>
                <a:cubicBezTo>
                  <a:pt x="421874" y="35187"/>
                  <a:pt x="423391" y="34374"/>
                  <a:pt x="424652" y="33315"/>
                </a:cubicBezTo>
                <a:cubicBezTo>
                  <a:pt x="425913" y="32256"/>
                  <a:pt x="426882" y="30950"/>
                  <a:pt x="427558" y="29397"/>
                </a:cubicBezTo>
                <a:cubicBezTo>
                  <a:pt x="428234" y="27845"/>
                  <a:pt x="428573" y="26082"/>
                  <a:pt x="428573" y="24110"/>
                </a:cubicBezTo>
                <a:cubicBezTo>
                  <a:pt x="428573" y="20274"/>
                  <a:pt x="427403" y="17479"/>
                  <a:pt x="425064" y="15726"/>
                </a:cubicBezTo>
                <a:cubicBezTo>
                  <a:pt x="422724" y="13973"/>
                  <a:pt x="419288" y="13096"/>
                  <a:pt x="414756" y="13096"/>
                </a:cubicBezTo>
                <a:cubicBezTo>
                  <a:pt x="412343" y="13096"/>
                  <a:pt x="409858" y="13333"/>
                  <a:pt x="407299" y="13808"/>
                </a:cubicBezTo>
                <a:cubicBezTo>
                  <a:pt x="404740" y="14283"/>
                  <a:pt x="401999" y="14995"/>
                  <a:pt x="399075" y="15945"/>
                </a:cubicBezTo>
                <a:lnTo>
                  <a:pt x="399075" y="7616"/>
                </a:lnTo>
                <a:cubicBezTo>
                  <a:pt x="400318" y="7178"/>
                  <a:pt x="401643" y="6785"/>
                  <a:pt x="403050" y="6438"/>
                </a:cubicBezTo>
                <a:cubicBezTo>
                  <a:pt x="404457" y="6091"/>
                  <a:pt x="405864" y="5799"/>
                  <a:pt x="407272" y="5562"/>
                </a:cubicBezTo>
                <a:cubicBezTo>
                  <a:pt x="408679" y="5324"/>
                  <a:pt x="410077" y="5142"/>
                  <a:pt x="411466" y="5014"/>
                </a:cubicBezTo>
                <a:cubicBezTo>
                  <a:pt x="412855" y="4886"/>
                  <a:pt x="414189" y="4822"/>
                  <a:pt x="415469" y="4822"/>
                </a:cubicBezTo>
                <a:cubicBezTo>
                  <a:pt x="419270" y="4822"/>
                  <a:pt x="422615" y="5233"/>
                  <a:pt x="425502" y="6055"/>
                </a:cubicBezTo>
                <a:cubicBezTo>
                  <a:pt x="428390" y="6877"/>
                  <a:pt x="430802" y="8055"/>
                  <a:pt x="432740" y="9589"/>
                </a:cubicBezTo>
                <a:cubicBezTo>
                  <a:pt x="434677" y="11123"/>
                  <a:pt x="436139" y="12986"/>
                  <a:pt x="437126" y="15178"/>
                </a:cubicBezTo>
                <a:cubicBezTo>
                  <a:pt x="438113" y="17370"/>
                  <a:pt x="438606" y="19836"/>
                  <a:pt x="438606" y="22575"/>
                </a:cubicBezTo>
                <a:cubicBezTo>
                  <a:pt x="438606" y="26667"/>
                  <a:pt x="437555" y="30100"/>
                  <a:pt x="435454" y="32877"/>
                </a:cubicBezTo>
                <a:cubicBezTo>
                  <a:pt x="433352" y="35653"/>
                  <a:pt x="430473" y="37863"/>
                  <a:pt x="426818" y="39507"/>
                </a:cubicBezTo>
                <a:cubicBezTo>
                  <a:pt x="428682" y="39799"/>
                  <a:pt x="430519" y="40384"/>
                  <a:pt x="432328" y="41260"/>
                </a:cubicBezTo>
                <a:cubicBezTo>
                  <a:pt x="434138" y="42137"/>
                  <a:pt x="435764" y="43260"/>
                  <a:pt x="437208" y="44630"/>
                </a:cubicBezTo>
                <a:cubicBezTo>
                  <a:pt x="438652" y="46000"/>
                  <a:pt x="439822" y="47616"/>
                  <a:pt x="440717" y="49479"/>
                </a:cubicBezTo>
                <a:cubicBezTo>
                  <a:pt x="441613" y="51342"/>
                  <a:pt x="442060" y="53406"/>
                  <a:pt x="442060" y="55671"/>
                </a:cubicBezTo>
                <a:close/>
                <a:moveTo>
                  <a:pt x="512493" y="61589"/>
                </a:moveTo>
                <a:lnTo>
                  <a:pt x="500266" y="61589"/>
                </a:lnTo>
                <a:lnTo>
                  <a:pt x="500266" y="77425"/>
                </a:lnTo>
                <a:lnTo>
                  <a:pt x="490507" y="77425"/>
                </a:lnTo>
                <a:lnTo>
                  <a:pt x="490507" y="61589"/>
                </a:lnTo>
                <a:lnTo>
                  <a:pt x="456020" y="61589"/>
                </a:lnTo>
                <a:lnTo>
                  <a:pt x="456020" y="53205"/>
                </a:lnTo>
                <a:lnTo>
                  <a:pt x="486559" y="5808"/>
                </a:lnTo>
                <a:lnTo>
                  <a:pt x="500266" y="5808"/>
                </a:lnTo>
                <a:lnTo>
                  <a:pt x="500266" y="53205"/>
                </a:lnTo>
                <a:lnTo>
                  <a:pt x="512493" y="53205"/>
                </a:lnTo>
                <a:lnTo>
                  <a:pt x="512493" y="61589"/>
                </a:lnTo>
                <a:moveTo>
                  <a:pt x="490507" y="15014"/>
                </a:moveTo>
                <a:lnTo>
                  <a:pt x="465560" y="53205"/>
                </a:lnTo>
                <a:lnTo>
                  <a:pt x="490507" y="53205"/>
                </a:lnTo>
                <a:lnTo>
                  <a:pt x="490507" y="15014"/>
                </a:lnTo>
                <a:close/>
                <a:moveTo>
                  <a:pt x="572618" y="54520"/>
                </a:moveTo>
                <a:cubicBezTo>
                  <a:pt x="572618" y="58064"/>
                  <a:pt x="571851" y="61297"/>
                  <a:pt x="570316" y="64219"/>
                </a:cubicBezTo>
                <a:cubicBezTo>
                  <a:pt x="568780" y="67141"/>
                  <a:pt x="566670" y="69653"/>
                  <a:pt x="563983" y="71753"/>
                </a:cubicBezTo>
                <a:cubicBezTo>
                  <a:pt x="561296" y="73854"/>
                  <a:pt x="558125" y="75488"/>
                  <a:pt x="554470" y="76657"/>
                </a:cubicBezTo>
                <a:cubicBezTo>
                  <a:pt x="550815" y="77826"/>
                  <a:pt x="546867" y="78411"/>
                  <a:pt x="542627" y="78411"/>
                </a:cubicBezTo>
                <a:cubicBezTo>
                  <a:pt x="541567" y="78411"/>
                  <a:pt x="540425" y="78383"/>
                  <a:pt x="539200" y="78329"/>
                </a:cubicBezTo>
                <a:cubicBezTo>
                  <a:pt x="537976" y="78274"/>
                  <a:pt x="536761" y="78201"/>
                  <a:pt x="535554" y="78109"/>
                </a:cubicBezTo>
                <a:cubicBezTo>
                  <a:pt x="534348" y="78018"/>
                  <a:pt x="533169" y="77918"/>
                  <a:pt x="532018" y="77808"/>
                </a:cubicBezTo>
                <a:cubicBezTo>
                  <a:pt x="530866" y="77699"/>
                  <a:pt x="529834" y="77571"/>
                  <a:pt x="528920" y="77425"/>
                </a:cubicBezTo>
                <a:lnTo>
                  <a:pt x="528920" y="68767"/>
                </a:lnTo>
                <a:cubicBezTo>
                  <a:pt x="530894" y="69242"/>
                  <a:pt x="533151" y="69589"/>
                  <a:pt x="535691" y="69808"/>
                </a:cubicBezTo>
                <a:cubicBezTo>
                  <a:pt x="538232" y="70027"/>
                  <a:pt x="540800" y="70137"/>
                  <a:pt x="543395" y="70137"/>
                </a:cubicBezTo>
                <a:cubicBezTo>
                  <a:pt x="546319" y="70137"/>
                  <a:pt x="548951" y="69790"/>
                  <a:pt x="551290" y="69096"/>
                </a:cubicBezTo>
                <a:cubicBezTo>
                  <a:pt x="553629" y="68402"/>
                  <a:pt x="555622" y="67406"/>
                  <a:pt x="557266" y="66109"/>
                </a:cubicBezTo>
                <a:cubicBezTo>
                  <a:pt x="558911" y="64813"/>
                  <a:pt x="560172" y="63242"/>
                  <a:pt x="561050" y="61397"/>
                </a:cubicBezTo>
                <a:cubicBezTo>
                  <a:pt x="561927" y="59552"/>
                  <a:pt x="562365" y="57479"/>
                  <a:pt x="562365" y="55178"/>
                </a:cubicBezTo>
                <a:cubicBezTo>
                  <a:pt x="562365" y="50721"/>
                  <a:pt x="560766" y="47479"/>
                  <a:pt x="557568" y="45452"/>
                </a:cubicBezTo>
                <a:cubicBezTo>
                  <a:pt x="554370" y="43425"/>
                  <a:pt x="549773" y="42411"/>
                  <a:pt x="543779" y="42411"/>
                </a:cubicBezTo>
                <a:lnTo>
                  <a:pt x="530181" y="42411"/>
                </a:lnTo>
                <a:lnTo>
                  <a:pt x="530181" y="5808"/>
                </a:lnTo>
                <a:lnTo>
                  <a:pt x="568780" y="5808"/>
                </a:lnTo>
                <a:lnTo>
                  <a:pt x="568780" y="14137"/>
                </a:lnTo>
                <a:lnTo>
                  <a:pt x="539173" y="14137"/>
                </a:lnTo>
                <a:lnTo>
                  <a:pt x="539173" y="34247"/>
                </a:lnTo>
                <a:lnTo>
                  <a:pt x="545423" y="34247"/>
                </a:lnTo>
                <a:cubicBezTo>
                  <a:pt x="548859" y="34247"/>
                  <a:pt x="552204" y="34557"/>
                  <a:pt x="555457" y="35178"/>
                </a:cubicBezTo>
                <a:cubicBezTo>
                  <a:pt x="558710" y="35799"/>
                  <a:pt x="561607" y="36886"/>
                  <a:pt x="564147" y="38438"/>
                </a:cubicBezTo>
                <a:cubicBezTo>
                  <a:pt x="566688" y="39991"/>
                  <a:pt x="568735" y="42073"/>
                  <a:pt x="570288" y="44685"/>
                </a:cubicBezTo>
                <a:cubicBezTo>
                  <a:pt x="571842" y="47297"/>
                  <a:pt x="572618" y="50575"/>
                  <a:pt x="572618" y="54520"/>
                </a:cubicBezTo>
                <a:close/>
                <a:moveTo>
                  <a:pt x="640803" y="54740"/>
                </a:moveTo>
                <a:cubicBezTo>
                  <a:pt x="640803" y="58027"/>
                  <a:pt x="640209" y="61114"/>
                  <a:pt x="639021" y="64000"/>
                </a:cubicBezTo>
                <a:cubicBezTo>
                  <a:pt x="637833" y="66886"/>
                  <a:pt x="636143" y="69397"/>
                  <a:pt x="633949" y="71534"/>
                </a:cubicBezTo>
                <a:cubicBezTo>
                  <a:pt x="631756" y="73671"/>
                  <a:pt x="629115" y="75351"/>
                  <a:pt x="626027" y="76575"/>
                </a:cubicBezTo>
                <a:cubicBezTo>
                  <a:pt x="622938" y="77799"/>
                  <a:pt x="619511" y="78411"/>
                  <a:pt x="615746" y="78411"/>
                </a:cubicBezTo>
                <a:cubicBezTo>
                  <a:pt x="611799" y="78411"/>
                  <a:pt x="608308" y="77781"/>
                  <a:pt x="605274" y="76520"/>
                </a:cubicBezTo>
                <a:cubicBezTo>
                  <a:pt x="602240" y="75260"/>
                  <a:pt x="599700" y="73324"/>
                  <a:pt x="597653" y="70712"/>
                </a:cubicBezTo>
                <a:cubicBezTo>
                  <a:pt x="595606" y="68100"/>
                  <a:pt x="594052" y="64804"/>
                  <a:pt x="592992" y="60822"/>
                </a:cubicBezTo>
                <a:cubicBezTo>
                  <a:pt x="591932" y="56840"/>
                  <a:pt x="591402" y="52128"/>
                  <a:pt x="591402" y="46685"/>
                </a:cubicBezTo>
                <a:cubicBezTo>
                  <a:pt x="591402" y="43032"/>
                  <a:pt x="591640" y="39489"/>
                  <a:pt x="592115" y="36055"/>
                </a:cubicBezTo>
                <a:cubicBezTo>
                  <a:pt x="592590" y="32621"/>
                  <a:pt x="593376" y="29388"/>
                  <a:pt x="594473" y="26356"/>
                </a:cubicBezTo>
                <a:cubicBezTo>
                  <a:pt x="595569" y="23324"/>
                  <a:pt x="597031" y="20548"/>
                  <a:pt x="598859" y="18027"/>
                </a:cubicBezTo>
                <a:cubicBezTo>
                  <a:pt x="600687" y="15507"/>
                  <a:pt x="602962" y="13342"/>
                  <a:pt x="605685" y="11534"/>
                </a:cubicBezTo>
                <a:cubicBezTo>
                  <a:pt x="608408" y="9726"/>
                  <a:pt x="611616" y="8320"/>
                  <a:pt x="615308" y="7315"/>
                </a:cubicBezTo>
                <a:cubicBezTo>
                  <a:pt x="618999" y="6310"/>
                  <a:pt x="623276" y="5808"/>
                  <a:pt x="628138" y="5808"/>
                </a:cubicBezTo>
                <a:lnTo>
                  <a:pt x="635210" y="5808"/>
                </a:lnTo>
                <a:lnTo>
                  <a:pt x="635210" y="14137"/>
                </a:lnTo>
                <a:lnTo>
                  <a:pt x="627534" y="14137"/>
                </a:lnTo>
                <a:cubicBezTo>
                  <a:pt x="623258" y="14137"/>
                  <a:pt x="619548" y="14648"/>
                  <a:pt x="616404" y="15671"/>
                </a:cubicBezTo>
                <a:cubicBezTo>
                  <a:pt x="613261" y="16694"/>
                  <a:pt x="610629" y="18137"/>
                  <a:pt x="608509" y="20000"/>
                </a:cubicBezTo>
                <a:cubicBezTo>
                  <a:pt x="606389" y="21863"/>
                  <a:pt x="604762" y="24110"/>
                  <a:pt x="603629" y="26740"/>
                </a:cubicBezTo>
                <a:cubicBezTo>
                  <a:pt x="602496" y="29370"/>
                  <a:pt x="601783" y="32310"/>
                  <a:pt x="601491" y="35562"/>
                </a:cubicBezTo>
                <a:lnTo>
                  <a:pt x="601272" y="37808"/>
                </a:lnTo>
                <a:cubicBezTo>
                  <a:pt x="603574" y="36457"/>
                  <a:pt x="606234" y="35370"/>
                  <a:pt x="609249" y="34548"/>
                </a:cubicBezTo>
                <a:cubicBezTo>
                  <a:pt x="612265" y="33726"/>
                  <a:pt x="615527" y="33315"/>
                  <a:pt x="619036" y="33315"/>
                </a:cubicBezTo>
                <a:cubicBezTo>
                  <a:pt x="622655" y="33315"/>
                  <a:pt x="625826" y="33845"/>
                  <a:pt x="628549" y="34904"/>
                </a:cubicBezTo>
                <a:cubicBezTo>
                  <a:pt x="631272" y="35963"/>
                  <a:pt x="633538" y="37434"/>
                  <a:pt x="635347" y="39315"/>
                </a:cubicBezTo>
                <a:cubicBezTo>
                  <a:pt x="637157" y="41196"/>
                  <a:pt x="638518" y="43452"/>
                  <a:pt x="639432" y="46082"/>
                </a:cubicBezTo>
                <a:cubicBezTo>
                  <a:pt x="640346" y="48712"/>
                  <a:pt x="640803" y="51598"/>
                  <a:pt x="640803" y="54740"/>
                </a:cubicBezTo>
                <a:moveTo>
                  <a:pt x="630824" y="55342"/>
                </a:moveTo>
                <a:cubicBezTo>
                  <a:pt x="630824" y="53151"/>
                  <a:pt x="630559" y="51169"/>
                  <a:pt x="630029" y="49397"/>
                </a:cubicBezTo>
                <a:cubicBezTo>
                  <a:pt x="629499" y="47626"/>
                  <a:pt x="628668" y="46128"/>
                  <a:pt x="627534" y="44904"/>
                </a:cubicBezTo>
                <a:cubicBezTo>
                  <a:pt x="626401" y="43680"/>
                  <a:pt x="624967" y="42731"/>
                  <a:pt x="623230" y="42055"/>
                </a:cubicBezTo>
                <a:cubicBezTo>
                  <a:pt x="621494" y="41379"/>
                  <a:pt x="619420" y="41041"/>
                  <a:pt x="617007" y="41041"/>
                </a:cubicBezTo>
                <a:cubicBezTo>
                  <a:pt x="615618" y="41041"/>
                  <a:pt x="614211" y="41169"/>
                  <a:pt x="612786" y="41425"/>
                </a:cubicBezTo>
                <a:cubicBezTo>
                  <a:pt x="611360" y="41680"/>
                  <a:pt x="609962" y="42036"/>
                  <a:pt x="608591" y="42493"/>
                </a:cubicBezTo>
                <a:cubicBezTo>
                  <a:pt x="607220" y="42950"/>
                  <a:pt x="605914" y="43470"/>
                  <a:pt x="604671" y="44055"/>
                </a:cubicBezTo>
                <a:cubicBezTo>
                  <a:pt x="603428" y="44639"/>
                  <a:pt x="602295" y="45260"/>
                  <a:pt x="601272" y="45918"/>
                </a:cubicBezTo>
                <a:cubicBezTo>
                  <a:pt x="601272" y="50630"/>
                  <a:pt x="601601" y="54566"/>
                  <a:pt x="602258" y="57726"/>
                </a:cubicBezTo>
                <a:cubicBezTo>
                  <a:pt x="602916" y="60886"/>
                  <a:pt x="603894" y="63415"/>
                  <a:pt x="605192" y="65315"/>
                </a:cubicBezTo>
                <a:cubicBezTo>
                  <a:pt x="606489" y="67215"/>
                  <a:pt x="608089" y="68566"/>
                  <a:pt x="609989" y="69370"/>
                </a:cubicBezTo>
                <a:cubicBezTo>
                  <a:pt x="611890" y="70173"/>
                  <a:pt x="614083" y="70575"/>
                  <a:pt x="616569" y="70575"/>
                </a:cubicBezTo>
                <a:cubicBezTo>
                  <a:pt x="618652" y="70575"/>
                  <a:pt x="620562" y="70237"/>
                  <a:pt x="622298" y="69562"/>
                </a:cubicBezTo>
                <a:cubicBezTo>
                  <a:pt x="624035" y="68886"/>
                  <a:pt x="625533" y="67890"/>
                  <a:pt x="626794" y="66575"/>
                </a:cubicBezTo>
                <a:cubicBezTo>
                  <a:pt x="628055" y="65260"/>
                  <a:pt x="629042" y="63662"/>
                  <a:pt x="629755" y="61781"/>
                </a:cubicBezTo>
                <a:cubicBezTo>
                  <a:pt x="630468" y="59899"/>
                  <a:pt x="630824" y="57753"/>
                  <a:pt x="630824" y="55342"/>
                </a:cubicBezTo>
                <a:close/>
                <a:moveTo>
                  <a:pt x="705040" y="14685"/>
                </a:moveTo>
                <a:lnTo>
                  <a:pt x="674994" y="77425"/>
                </a:lnTo>
                <a:lnTo>
                  <a:pt x="664083" y="77425"/>
                </a:lnTo>
                <a:lnTo>
                  <a:pt x="695281" y="14685"/>
                </a:lnTo>
                <a:lnTo>
                  <a:pt x="656572" y="14685"/>
                </a:lnTo>
                <a:lnTo>
                  <a:pt x="656572" y="5808"/>
                </a:lnTo>
                <a:lnTo>
                  <a:pt x="705040" y="5808"/>
                </a:lnTo>
                <a:lnTo>
                  <a:pt x="705040" y="14685"/>
                </a:lnTo>
                <a:close/>
                <a:moveTo>
                  <a:pt x="721631" y="51068"/>
                </a:moveTo>
                <a:cubicBezTo>
                  <a:pt x="721631" y="46393"/>
                  <a:pt x="722271" y="42237"/>
                  <a:pt x="723550" y="38603"/>
                </a:cubicBezTo>
                <a:cubicBezTo>
                  <a:pt x="724829" y="34968"/>
                  <a:pt x="726648" y="31899"/>
                  <a:pt x="729006" y="29397"/>
                </a:cubicBezTo>
                <a:cubicBezTo>
                  <a:pt x="731363" y="26895"/>
                  <a:pt x="734196" y="24995"/>
                  <a:pt x="737504" y="23699"/>
                </a:cubicBezTo>
                <a:cubicBezTo>
                  <a:pt x="740812" y="22402"/>
                  <a:pt x="744495" y="21753"/>
                  <a:pt x="748552" y="21753"/>
                </a:cubicBezTo>
                <a:cubicBezTo>
                  <a:pt x="750307" y="21753"/>
                  <a:pt x="752034" y="21863"/>
                  <a:pt x="753733" y="22082"/>
                </a:cubicBezTo>
                <a:cubicBezTo>
                  <a:pt x="755433" y="22301"/>
                  <a:pt x="757105" y="22648"/>
                  <a:pt x="758750" y="23123"/>
                </a:cubicBezTo>
                <a:lnTo>
                  <a:pt x="758750" y="0"/>
                </a:lnTo>
                <a:lnTo>
                  <a:pt x="768345" y="0"/>
                </a:lnTo>
                <a:lnTo>
                  <a:pt x="768345" y="77425"/>
                </a:lnTo>
                <a:lnTo>
                  <a:pt x="759792" y="77425"/>
                </a:lnTo>
                <a:lnTo>
                  <a:pt x="759463" y="67014"/>
                </a:lnTo>
                <a:cubicBezTo>
                  <a:pt x="756795" y="70886"/>
                  <a:pt x="753907" y="73753"/>
                  <a:pt x="750800" y="75616"/>
                </a:cubicBezTo>
                <a:cubicBezTo>
                  <a:pt x="747693" y="77479"/>
                  <a:pt x="744330" y="78411"/>
                  <a:pt x="740712" y="78411"/>
                </a:cubicBezTo>
                <a:cubicBezTo>
                  <a:pt x="737568" y="78411"/>
                  <a:pt x="734799" y="77753"/>
                  <a:pt x="732405" y="76438"/>
                </a:cubicBezTo>
                <a:cubicBezTo>
                  <a:pt x="730011" y="75123"/>
                  <a:pt x="728019" y="73269"/>
                  <a:pt x="726429" y="70877"/>
                </a:cubicBezTo>
                <a:cubicBezTo>
                  <a:pt x="724839" y="68484"/>
                  <a:pt x="723642" y="65607"/>
                  <a:pt x="722837" y="62246"/>
                </a:cubicBezTo>
                <a:cubicBezTo>
                  <a:pt x="722033" y="58886"/>
                  <a:pt x="721631" y="55160"/>
                  <a:pt x="721631" y="51068"/>
                </a:cubicBezTo>
                <a:moveTo>
                  <a:pt x="731391" y="50466"/>
                </a:moveTo>
                <a:cubicBezTo>
                  <a:pt x="731391" y="57114"/>
                  <a:pt x="732368" y="62073"/>
                  <a:pt x="734324" y="65342"/>
                </a:cubicBezTo>
                <a:cubicBezTo>
                  <a:pt x="736280" y="68612"/>
                  <a:pt x="739048" y="70246"/>
                  <a:pt x="742631" y="70246"/>
                </a:cubicBezTo>
                <a:cubicBezTo>
                  <a:pt x="745043" y="70246"/>
                  <a:pt x="747592" y="69169"/>
                  <a:pt x="750279" y="67014"/>
                </a:cubicBezTo>
                <a:cubicBezTo>
                  <a:pt x="752966" y="64858"/>
                  <a:pt x="755789" y="61662"/>
                  <a:pt x="758750" y="57425"/>
                </a:cubicBezTo>
                <a:lnTo>
                  <a:pt x="758750" y="31890"/>
                </a:lnTo>
                <a:cubicBezTo>
                  <a:pt x="757178" y="31160"/>
                  <a:pt x="755442" y="30603"/>
                  <a:pt x="753541" y="30219"/>
                </a:cubicBezTo>
                <a:cubicBezTo>
                  <a:pt x="751641" y="29836"/>
                  <a:pt x="749758" y="29644"/>
                  <a:pt x="747894" y="29644"/>
                </a:cubicBezTo>
                <a:cubicBezTo>
                  <a:pt x="742704" y="29644"/>
                  <a:pt x="738655" y="31324"/>
                  <a:pt x="735750" y="34685"/>
                </a:cubicBezTo>
                <a:cubicBezTo>
                  <a:pt x="732844" y="38046"/>
                  <a:pt x="731391" y="43306"/>
                  <a:pt x="731391" y="50466"/>
                </a:cubicBezTo>
                <a:close/>
                <a:moveTo>
                  <a:pt x="812022" y="21425"/>
                </a:moveTo>
                <a:cubicBezTo>
                  <a:pt x="813155" y="21425"/>
                  <a:pt x="814233" y="21653"/>
                  <a:pt x="815256" y="22110"/>
                </a:cubicBezTo>
                <a:cubicBezTo>
                  <a:pt x="816280" y="22566"/>
                  <a:pt x="817175" y="23178"/>
                  <a:pt x="817943" y="23945"/>
                </a:cubicBezTo>
                <a:cubicBezTo>
                  <a:pt x="818711" y="24712"/>
                  <a:pt x="819323" y="25607"/>
                  <a:pt x="819780" y="26630"/>
                </a:cubicBezTo>
                <a:cubicBezTo>
                  <a:pt x="820237" y="27653"/>
                  <a:pt x="820465" y="28731"/>
                  <a:pt x="820465" y="29863"/>
                </a:cubicBezTo>
                <a:cubicBezTo>
                  <a:pt x="820465" y="31032"/>
                  <a:pt x="820237" y="32119"/>
                  <a:pt x="819780" y="33123"/>
                </a:cubicBezTo>
                <a:cubicBezTo>
                  <a:pt x="819323" y="34128"/>
                  <a:pt x="818711" y="35014"/>
                  <a:pt x="817943" y="35781"/>
                </a:cubicBezTo>
                <a:cubicBezTo>
                  <a:pt x="817175" y="36548"/>
                  <a:pt x="816280" y="37151"/>
                  <a:pt x="815256" y="37589"/>
                </a:cubicBezTo>
                <a:cubicBezTo>
                  <a:pt x="814233" y="38027"/>
                  <a:pt x="813155" y="38247"/>
                  <a:pt x="812022" y="38247"/>
                </a:cubicBezTo>
                <a:cubicBezTo>
                  <a:pt x="810852" y="38247"/>
                  <a:pt x="809764" y="38027"/>
                  <a:pt x="808759" y="37589"/>
                </a:cubicBezTo>
                <a:cubicBezTo>
                  <a:pt x="807754" y="37151"/>
                  <a:pt x="806868" y="36548"/>
                  <a:pt x="806100" y="35781"/>
                </a:cubicBezTo>
                <a:cubicBezTo>
                  <a:pt x="805332" y="35014"/>
                  <a:pt x="804729" y="34128"/>
                  <a:pt x="804291" y="33123"/>
                </a:cubicBezTo>
                <a:cubicBezTo>
                  <a:pt x="803852" y="32119"/>
                  <a:pt x="803633" y="31032"/>
                  <a:pt x="803633" y="29863"/>
                </a:cubicBezTo>
                <a:cubicBezTo>
                  <a:pt x="803633" y="28731"/>
                  <a:pt x="803852" y="27653"/>
                  <a:pt x="804291" y="26630"/>
                </a:cubicBezTo>
                <a:cubicBezTo>
                  <a:pt x="804729" y="25607"/>
                  <a:pt x="805332" y="24712"/>
                  <a:pt x="806100" y="23945"/>
                </a:cubicBezTo>
                <a:cubicBezTo>
                  <a:pt x="806868" y="23178"/>
                  <a:pt x="807754" y="22566"/>
                  <a:pt x="808759" y="22110"/>
                </a:cubicBezTo>
                <a:cubicBezTo>
                  <a:pt x="809764" y="21653"/>
                  <a:pt x="810852" y="21425"/>
                  <a:pt x="812022" y="21425"/>
                </a:cubicBezTo>
                <a:moveTo>
                  <a:pt x="812022" y="61589"/>
                </a:moveTo>
                <a:cubicBezTo>
                  <a:pt x="813155" y="61589"/>
                  <a:pt x="814233" y="61817"/>
                  <a:pt x="815256" y="62274"/>
                </a:cubicBezTo>
                <a:cubicBezTo>
                  <a:pt x="816280" y="62731"/>
                  <a:pt x="817175" y="63342"/>
                  <a:pt x="817943" y="64109"/>
                </a:cubicBezTo>
                <a:cubicBezTo>
                  <a:pt x="818711" y="64877"/>
                  <a:pt x="819323" y="65772"/>
                  <a:pt x="819780" y="66794"/>
                </a:cubicBezTo>
                <a:cubicBezTo>
                  <a:pt x="820237" y="67817"/>
                  <a:pt x="820465" y="68895"/>
                  <a:pt x="820465" y="70027"/>
                </a:cubicBezTo>
                <a:cubicBezTo>
                  <a:pt x="820465" y="71196"/>
                  <a:pt x="820237" y="72283"/>
                  <a:pt x="819780" y="73288"/>
                </a:cubicBezTo>
                <a:cubicBezTo>
                  <a:pt x="819323" y="74292"/>
                  <a:pt x="818711" y="75178"/>
                  <a:pt x="817943" y="75945"/>
                </a:cubicBezTo>
                <a:cubicBezTo>
                  <a:pt x="817175" y="76712"/>
                  <a:pt x="816280" y="77315"/>
                  <a:pt x="815256" y="77753"/>
                </a:cubicBezTo>
                <a:cubicBezTo>
                  <a:pt x="814233" y="78192"/>
                  <a:pt x="813155" y="78411"/>
                  <a:pt x="812022" y="78411"/>
                </a:cubicBezTo>
                <a:cubicBezTo>
                  <a:pt x="810852" y="78411"/>
                  <a:pt x="809764" y="78192"/>
                  <a:pt x="808759" y="77753"/>
                </a:cubicBezTo>
                <a:cubicBezTo>
                  <a:pt x="807754" y="77315"/>
                  <a:pt x="806868" y="76712"/>
                  <a:pt x="806100" y="75945"/>
                </a:cubicBezTo>
                <a:cubicBezTo>
                  <a:pt x="805332" y="75178"/>
                  <a:pt x="804729" y="74292"/>
                  <a:pt x="804291" y="73288"/>
                </a:cubicBezTo>
                <a:cubicBezTo>
                  <a:pt x="803852" y="72283"/>
                  <a:pt x="803633" y="71196"/>
                  <a:pt x="803633" y="70027"/>
                </a:cubicBezTo>
                <a:cubicBezTo>
                  <a:pt x="803633" y="68895"/>
                  <a:pt x="803852" y="67817"/>
                  <a:pt x="804291" y="66794"/>
                </a:cubicBezTo>
                <a:cubicBezTo>
                  <a:pt x="804729" y="65772"/>
                  <a:pt x="805332" y="64877"/>
                  <a:pt x="806100" y="64109"/>
                </a:cubicBezTo>
                <a:cubicBezTo>
                  <a:pt x="806868" y="63342"/>
                  <a:pt x="807754" y="62731"/>
                  <a:pt x="808759" y="62274"/>
                </a:cubicBezTo>
                <a:cubicBezTo>
                  <a:pt x="809764" y="61817"/>
                  <a:pt x="810852" y="61589"/>
                  <a:pt x="812022" y="61589"/>
                </a:cubicBezTo>
                <a:close/>
                <a:moveTo>
                  <a:pt x="909771" y="71836"/>
                </a:moveTo>
                <a:cubicBezTo>
                  <a:pt x="909771" y="72712"/>
                  <a:pt x="909606" y="73552"/>
                  <a:pt x="909277" y="74356"/>
                </a:cubicBezTo>
                <a:cubicBezTo>
                  <a:pt x="908948" y="75160"/>
                  <a:pt x="908501" y="75863"/>
                  <a:pt x="907934" y="76466"/>
                </a:cubicBezTo>
                <a:cubicBezTo>
                  <a:pt x="907368" y="77068"/>
                  <a:pt x="906682" y="77543"/>
                  <a:pt x="905878" y="77890"/>
                </a:cubicBezTo>
                <a:cubicBezTo>
                  <a:pt x="905074" y="78237"/>
                  <a:pt x="904197" y="78411"/>
                  <a:pt x="903246" y="78411"/>
                </a:cubicBezTo>
                <a:cubicBezTo>
                  <a:pt x="902296" y="78411"/>
                  <a:pt x="901419" y="78237"/>
                  <a:pt x="900615" y="77890"/>
                </a:cubicBezTo>
                <a:cubicBezTo>
                  <a:pt x="899810" y="77543"/>
                  <a:pt x="899125" y="77078"/>
                  <a:pt x="898558" y="76493"/>
                </a:cubicBezTo>
                <a:cubicBezTo>
                  <a:pt x="897992" y="75909"/>
                  <a:pt x="897544" y="75215"/>
                  <a:pt x="897215" y="74411"/>
                </a:cubicBezTo>
                <a:cubicBezTo>
                  <a:pt x="896886" y="73607"/>
                  <a:pt x="896722" y="72749"/>
                  <a:pt x="896722" y="71836"/>
                </a:cubicBezTo>
                <a:cubicBezTo>
                  <a:pt x="896722" y="70922"/>
                  <a:pt x="896886" y="70064"/>
                  <a:pt x="897215" y="69260"/>
                </a:cubicBezTo>
                <a:cubicBezTo>
                  <a:pt x="897544" y="68457"/>
                  <a:pt x="897992" y="67753"/>
                  <a:pt x="898558" y="67151"/>
                </a:cubicBezTo>
                <a:cubicBezTo>
                  <a:pt x="899125" y="66548"/>
                  <a:pt x="899810" y="66073"/>
                  <a:pt x="900615" y="65726"/>
                </a:cubicBezTo>
                <a:cubicBezTo>
                  <a:pt x="901419" y="65379"/>
                  <a:pt x="902296" y="65205"/>
                  <a:pt x="903246" y="65205"/>
                </a:cubicBezTo>
                <a:cubicBezTo>
                  <a:pt x="904197" y="65205"/>
                  <a:pt x="905074" y="65379"/>
                  <a:pt x="905878" y="65726"/>
                </a:cubicBezTo>
                <a:cubicBezTo>
                  <a:pt x="906682" y="66073"/>
                  <a:pt x="907368" y="66539"/>
                  <a:pt x="907934" y="67123"/>
                </a:cubicBezTo>
                <a:cubicBezTo>
                  <a:pt x="908501" y="67708"/>
                  <a:pt x="908948" y="68411"/>
                  <a:pt x="909277" y="69233"/>
                </a:cubicBezTo>
                <a:cubicBezTo>
                  <a:pt x="909606" y="70055"/>
                  <a:pt x="909771" y="70922"/>
                  <a:pt x="909771" y="71836"/>
                </a:cubicBezTo>
                <a:moveTo>
                  <a:pt x="930880" y="71836"/>
                </a:moveTo>
                <a:cubicBezTo>
                  <a:pt x="930880" y="72712"/>
                  <a:pt x="930715" y="73552"/>
                  <a:pt x="930386" y="74356"/>
                </a:cubicBezTo>
                <a:cubicBezTo>
                  <a:pt x="930057" y="75160"/>
                  <a:pt x="929610" y="75863"/>
                  <a:pt x="929043" y="76466"/>
                </a:cubicBezTo>
                <a:cubicBezTo>
                  <a:pt x="928477" y="77068"/>
                  <a:pt x="927791" y="77543"/>
                  <a:pt x="926987" y="77890"/>
                </a:cubicBezTo>
                <a:cubicBezTo>
                  <a:pt x="926183" y="78237"/>
                  <a:pt x="925306" y="78411"/>
                  <a:pt x="924355" y="78411"/>
                </a:cubicBezTo>
                <a:cubicBezTo>
                  <a:pt x="923405" y="78411"/>
                  <a:pt x="922528" y="78237"/>
                  <a:pt x="921724" y="77890"/>
                </a:cubicBezTo>
                <a:cubicBezTo>
                  <a:pt x="920919" y="77543"/>
                  <a:pt x="920234" y="77078"/>
                  <a:pt x="919667" y="76493"/>
                </a:cubicBezTo>
                <a:cubicBezTo>
                  <a:pt x="919101" y="75909"/>
                  <a:pt x="918653" y="75215"/>
                  <a:pt x="918324" y="74411"/>
                </a:cubicBezTo>
                <a:cubicBezTo>
                  <a:pt x="917995" y="73607"/>
                  <a:pt x="917831" y="72749"/>
                  <a:pt x="917831" y="71836"/>
                </a:cubicBezTo>
                <a:cubicBezTo>
                  <a:pt x="917831" y="70922"/>
                  <a:pt x="917995" y="70064"/>
                  <a:pt x="918324" y="69260"/>
                </a:cubicBezTo>
                <a:cubicBezTo>
                  <a:pt x="918653" y="68457"/>
                  <a:pt x="919101" y="67753"/>
                  <a:pt x="919667" y="67151"/>
                </a:cubicBezTo>
                <a:cubicBezTo>
                  <a:pt x="920234" y="66548"/>
                  <a:pt x="920919" y="66073"/>
                  <a:pt x="921724" y="65726"/>
                </a:cubicBezTo>
                <a:cubicBezTo>
                  <a:pt x="922528" y="65379"/>
                  <a:pt x="923405" y="65205"/>
                  <a:pt x="924355" y="65205"/>
                </a:cubicBezTo>
                <a:cubicBezTo>
                  <a:pt x="925306" y="65205"/>
                  <a:pt x="926183" y="65379"/>
                  <a:pt x="926987" y="65726"/>
                </a:cubicBezTo>
                <a:cubicBezTo>
                  <a:pt x="927791" y="66073"/>
                  <a:pt x="928477" y="66539"/>
                  <a:pt x="929043" y="67123"/>
                </a:cubicBezTo>
                <a:cubicBezTo>
                  <a:pt x="929610" y="67708"/>
                  <a:pt x="930057" y="68411"/>
                  <a:pt x="930386" y="69233"/>
                </a:cubicBezTo>
                <a:cubicBezTo>
                  <a:pt x="930715" y="70055"/>
                  <a:pt x="930880" y="70922"/>
                  <a:pt x="930880" y="71836"/>
                </a:cubicBezTo>
                <a:moveTo>
                  <a:pt x="951989" y="71836"/>
                </a:moveTo>
                <a:cubicBezTo>
                  <a:pt x="951989" y="72712"/>
                  <a:pt x="951824" y="73552"/>
                  <a:pt x="951495" y="74356"/>
                </a:cubicBezTo>
                <a:cubicBezTo>
                  <a:pt x="951166" y="75160"/>
                  <a:pt x="950719" y="75863"/>
                  <a:pt x="950152" y="76466"/>
                </a:cubicBezTo>
                <a:cubicBezTo>
                  <a:pt x="949586" y="77068"/>
                  <a:pt x="948900" y="77543"/>
                  <a:pt x="948096" y="77890"/>
                </a:cubicBezTo>
                <a:cubicBezTo>
                  <a:pt x="947292" y="78237"/>
                  <a:pt x="946415" y="78411"/>
                  <a:pt x="945464" y="78411"/>
                </a:cubicBezTo>
                <a:cubicBezTo>
                  <a:pt x="944514" y="78411"/>
                  <a:pt x="943637" y="78237"/>
                  <a:pt x="942833" y="77890"/>
                </a:cubicBezTo>
                <a:cubicBezTo>
                  <a:pt x="942028" y="77543"/>
                  <a:pt x="941343" y="77078"/>
                  <a:pt x="940776" y="76493"/>
                </a:cubicBezTo>
                <a:cubicBezTo>
                  <a:pt x="940210" y="75909"/>
                  <a:pt x="939762" y="75215"/>
                  <a:pt x="939433" y="74411"/>
                </a:cubicBezTo>
                <a:cubicBezTo>
                  <a:pt x="939104" y="73607"/>
                  <a:pt x="938940" y="72749"/>
                  <a:pt x="938940" y="71836"/>
                </a:cubicBezTo>
                <a:cubicBezTo>
                  <a:pt x="938940" y="70922"/>
                  <a:pt x="939104" y="70064"/>
                  <a:pt x="939433" y="69260"/>
                </a:cubicBezTo>
                <a:cubicBezTo>
                  <a:pt x="939762" y="68457"/>
                  <a:pt x="940210" y="67753"/>
                  <a:pt x="940776" y="67151"/>
                </a:cubicBezTo>
                <a:cubicBezTo>
                  <a:pt x="941343" y="66548"/>
                  <a:pt x="942028" y="66073"/>
                  <a:pt x="942833" y="65726"/>
                </a:cubicBezTo>
                <a:cubicBezTo>
                  <a:pt x="943637" y="65379"/>
                  <a:pt x="944514" y="65205"/>
                  <a:pt x="945464" y="65205"/>
                </a:cubicBezTo>
                <a:cubicBezTo>
                  <a:pt x="946415" y="65205"/>
                  <a:pt x="947292" y="65379"/>
                  <a:pt x="948096" y="65726"/>
                </a:cubicBezTo>
                <a:cubicBezTo>
                  <a:pt x="948900" y="66073"/>
                  <a:pt x="949586" y="66539"/>
                  <a:pt x="950152" y="67123"/>
                </a:cubicBezTo>
                <a:cubicBezTo>
                  <a:pt x="950719" y="67708"/>
                  <a:pt x="951166" y="68411"/>
                  <a:pt x="951495" y="69233"/>
                </a:cubicBezTo>
                <a:cubicBezTo>
                  <a:pt x="951824" y="70055"/>
                  <a:pt x="951989" y="70922"/>
                  <a:pt x="951989" y="718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&lt;PredictedTarget&gt;">
            <a:extLst xmlns:a="http://schemas.openxmlformats.org/drawingml/2006/main">
              <a:ext uri="{FF2B5EF4-FFF2-40B4-BE49-F238E27FC236}">
                <a16:creationId xmlns:a16="http://schemas.microsoft.com/office/drawing/2014/main" id="{442F4F3D-80A1-4E21-B379-8DBEAF55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736" y="1768673"/>
            <a:ext cx="1160183" cy="101096"/>
          </a:xfrm>
          <a:custGeom xmlns:a="http://schemas.openxmlformats.org/drawingml/2006/main">
            <a:pathLst>
              <a:path w="1160183" h="101096">
                <a:moveTo>
                  <a:pt x="42821" y="72931"/>
                </a:moveTo>
                <a:lnTo>
                  <a:pt x="36845" y="78959"/>
                </a:lnTo>
                <a:lnTo>
                  <a:pt x="0" y="48219"/>
                </a:lnTo>
                <a:lnTo>
                  <a:pt x="36845" y="17479"/>
                </a:lnTo>
                <a:lnTo>
                  <a:pt x="42821" y="23562"/>
                </a:lnTo>
                <a:lnTo>
                  <a:pt x="12940" y="48110"/>
                </a:lnTo>
                <a:lnTo>
                  <a:pt x="42821" y="72931"/>
                </a:lnTo>
                <a:close/>
                <a:moveTo>
                  <a:pt x="113693" y="28384"/>
                </a:moveTo>
                <a:cubicBezTo>
                  <a:pt x="113693" y="31306"/>
                  <a:pt x="113144" y="34201"/>
                  <a:pt x="112048" y="37068"/>
                </a:cubicBezTo>
                <a:cubicBezTo>
                  <a:pt x="110951" y="39936"/>
                  <a:pt x="109252" y="42502"/>
                  <a:pt x="106949" y="44767"/>
                </a:cubicBezTo>
                <a:cubicBezTo>
                  <a:pt x="104646" y="47032"/>
                  <a:pt x="101704" y="48868"/>
                  <a:pt x="98121" y="50274"/>
                </a:cubicBezTo>
                <a:cubicBezTo>
                  <a:pt x="94539" y="51680"/>
                  <a:pt x="90263" y="52383"/>
                  <a:pt x="85292" y="52383"/>
                </a:cubicBezTo>
                <a:lnTo>
                  <a:pt x="76409" y="52383"/>
                </a:lnTo>
                <a:lnTo>
                  <a:pt x="76409" y="78082"/>
                </a:lnTo>
                <a:lnTo>
                  <a:pt x="66650" y="78082"/>
                </a:lnTo>
                <a:lnTo>
                  <a:pt x="66650" y="6466"/>
                </a:lnTo>
                <a:lnTo>
                  <a:pt x="86827" y="6466"/>
                </a:lnTo>
                <a:cubicBezTo>
                  <a:pt x="90372" y="6466"/>
                  <a:pt x="93772" y="6858"/>
                  <a:pt x="97025" y="7644"/>
                </a:cubicBezTo>
                <a:cubicBezTo>
                  <a:pt x="100278" y="8429"/>
                  <a:pt x="103138" y="9699"/>
                  <a:pt x="105606" y="11452"/>
                </a:cubicBezTo>
                <a:cubicBezTo>
                  <a:pt x="108073" y="13205"/>
                  <a:pt x="110038" y="15470"/>
                  <a:pt x="111500" y="18247"/>
                </a:cubicBezTo>
                <a:cubicBezTo>
                  <a:pt x="112962" y="21023"/>
                  <a:pt x="113693" y="24402"/>
                  <a:pt x="113693" y="28384"/>
                </a:cubicBezTo>
                <a:moveTo>
                  <a:pt x="103549" y="28822"/>
                </a:moveTo>
                <a:cubicBezTo>
                  <a:pt x="103549" y="24219"/>
                  <a:pt x="102042" y="20694"/>
                  <a:pt x="99026" y="18247"/>
                </a:cubicBezTo>
                <a:cubicBezTo>
                  <a:pt x="96011" y="15799"/>
                  <a:pt x="91798" y="14575"/>
                  <a:pt x="86388" y="14575"/>
                </a:cubicBezTo>
                <a:lnTo>
                  <a:pt x="76409" y="14575"/>
                </a:lnTo>
                <a:lnTo>
                  <a:pt x="76409" y="44055"/>
                </a:lnTo>
                <a:lnTo>
                  <a:pt x="85511" y="44055"/>
                </a:lnTo>
                <a:cubicBezTo>
                  <a:pt x="91286" y="44055"/>
                  <a:pt x="95736" y="42794"/>
                  <a:pt x="98862" y="40274"/>
                </a:cubicBezTo>
                <a:cubicBezTo>
                  <a:pt x="101987" y="37753"/>
                  <a:pt x="103549" y="33936"/>
                  <a:pt x="103549" y="28822"/>
                </a:cubicBezTo>
                <a:close/>
                <a:moveTo>
                  <a:pt x="134505" y="23068"/>
                </a:moveTo>
                <a:lnTo>
                  <a:pt x="143223" y="23068"/>
                </a:lnTo>
                <a:lnTo>
                  <a:pt x="143497" y="33205"/>
                </a:lnTo>
                <a:cubicBezTo>
                  <a:pt x="146750" y="29297"/>
                  <a:pt x="149958" y="26466"/>
                  <a:pt x="153120" y="24712"/>
                </a:cubicBezTo>
                <a:cubicBezTo>
                  <a:pt x="156281" y="22959"/>
                  <a:pt x="159471" y="22082"/>
                  <a:pt x="162687" y="22082"/>
                </a:cubicBezTo>
                <a:cubicBezTo>
                  <a:pt x="168389" y="22082"/>
                  <a:pt x="172712" y="23927"/>
                  <a:pt x="175654" y="27616"/>
                </a:cubicBezTo>
                <a:cubicBezTo>
                  <a:pt x="178597" y="31306"/>
                  <a:pt x="179958" y="36785"/>
                  <a:pt x="179739" y="44055"/>
                </a:cubicBezTo>
                <a:lnTo>
                  <a:pt x="170089" y="44055"/>
                </a:lnTo>
                <a:cubicBezTo>
                  <a:pt x="170199" y="39233"/>
                  <a:pt x="169495" y="35735"/>
                  <a:pt x="167978" y="33562"/>
                </a:cubicBezTo>
                <a:cubicBezTo>
                  <a:pt x="166461" y="31388"/>
                  <a:pt x="164241" y="30301"/>
                  <a:pt x="161317" y="30301"/>
                </a:cubicBezTo>
                <a:cubicBezTo>
                  <a:pt x="160037" y="30301"/>
                  <a:pt x="158749" y="30530"/>
                  <a:pt x="157451" y="30986"/>
                </a:cubicBezTo>
                <a:cubicBezTo>
                  <a:pt x="156154" y="31443"/>
                  <a:pt x="154819" y="32173"/>
                  <a:pt x="153449" y="33178"/>
                </a:cubicBezTo>
                <a:cubicBezTo>
                  <a:pt x="152078" y="34183"/>
                  <a:pt x="150625" y="35470"/>
                  <a:pt x="149090" y="37041"/>
                </a:cubicBezTo>
                <a:cubicBezTo>
                  <a:pt x="147555" y="38612"/>
                  <a:pt x="145910" y="40511"/>
                  <a:pt x="144155" y="42740"/>
                </a:cubicBezTo>
                <a:lnTo>
                  <a:pt x="144155" y="78082"/>
                </a:lnTo>
                <a:lnTo>
                  <a:pt x="134505" y="78082"/>
                </a:lnTo>
                <a:lnTo>
                  <a:pt x="134505" y="23068"/>
                </a:lnTo>
                <a:close/>
                <a:moveTo>
                  <a:pt x="244250" y="47671"/>
                </a:moveTo>
                <a:cubicBezTo>
                  <a:pt x="244250" y="49023"/>
                  <a:pt x="244232" y="50155"/>
                  <a:pt x="244195" y="51068"/>
                </a:cubicBezTo>
                <a:cubicBezTo>
                  <a:pt x="244159" y="51982"/>
                  <a:pt x="244104" y="52840"/>
                  <a:pt x="244031" y="53644"/>
                </a:cubicBezTo>
                <a:lnTo>
                  <a:pt x="205377" y="53644"/>
                </a:lnTo>
                <a:cubicBezTo>
                  <a:pt x="205377" y="59269"/>
                  <a:pt x="206949" y="63589"/>
                  <a:pt x="210092" y="66603"/>
                </a:cubicBezTo>
                <a:cubicBezTo>
                  <a:pt x="213236" y="69616"/>
                  <a:pt x="217768" y="71123"/>
                  <a:pt x="223690" y="71123"/>
                </a:cubicBezTo>
                <a:cubicBezTo>
                  <a:pt x="225298" y="71123"/>
                  <a:pt x="226906" y="71059"/>
                  <a:pt x="228514" y="70931"/>
                </a:cubicBezTo>
                <a:cubicBezTo>
                  <a:pt x="230123" y="70804"/>
                  <a:pt x="231676" y="70630"/>
                  <a:pt x="233175" y="70411"/>
                </a:cubicBezTo>
                <a:cubicBezTo>
                  <a:pt x="234673" y="70192"/>
                  <a:pt x="236108" y="69945"/>
                  <a:pt x="237479" y="69671"/>
                </a:cubicBezTo>
                <a:cubicBezTo>
                  <a:pt x="238850" y="69397"/>
                  <a:pt x="240120" y="69096"/>
                  <a:pt x="241289" y="68767"/>
                </a:cubicBezTo>
                <a:lnTo>
                  <a:pt x="241289" y="76603"/>
                </a:lnTo>
                <a:cubicBezTo>
                  <a:pt x="238694" y="77333"/>
                  <a:pt x="235761" y="77927"/>
                  <a:pt x="232489" y="78383"/>
                </a:cubicBezTo>
                <a:cubicBezTo>
                  <a:pt x="229218" y="78840"/>
                  <a:pt x="225828" y="79068"/>
                  <a:pt x="222319" y="79068"/>
                </a:cubicBezTo>
                <a:cubicBezTo>
                  <a:pt x="217604" y="79068"/>
                  <a:pt x="213546" y="78429"/>
                  <a:pt x="210147" y="77151"/>
                </a:cubicBezTo>
                <a:cubicBezTo>
                  <a:pt x="206747" y="75872"/>
                  <a:pt x="203960" y="74018"/>
                  <a:pt x="201785" y="71589"/>
                </a:cubicBezTo>
                <a:cubicBezTo>
                  <a:pt x="199611" y="69160"/>
                  <a:pt x="198002" y="66183"/>
                  <a:pt x="196961" y="62657"/>
                </a:cubicBezTo>
                <a:cubicBezTo>
                  <a:pt x="195919" y="59132"/>
                  <a:pt x="195398" y="55141"/>
                  <a:pt x="195398" y="50685"/>
                </a:cubicBezTo>
                <a:cubicBezTo>
                  <a:pt x="195398" y="46813"/>
                  <a:pt x="195955" y="43151"/>
                  <a:pt x="197070" y="39699"/>
                </a:cubicBezTo>
                <a:cubicBezTo>
                  <a:pt x="198185" y="36247"/>
                  <a:pt x="199812" y="33215"/>
                  <a:pt x="201950" y="30603"/>
                </a:cubicBezTo>
                <a:cubicBezTo>
                  <a:pt x="204088" y="27991"/>
                  <a:pt x="206711" y="25918"/>
                  <a:pt x="209818" y="24384"/>
                </a:cubicBezTo>
                <a:cubicBezTo>
                  <a:pt x="212925" y="22849"/>
                  <a:pt x="216452" y="22082"/>
                  <a:pt x="220400" y="22082"/>
                </a:cubicBezTo>
                <a:cubicBezTo>
                  <a:pt x="224238" y="22082"/>
                  <a:pt x="227637" y="22685"/>
                  <a:pt x="230598" y="23890"/>
                </a:cubicBezTo>
                <a:cubicBezTo>
                  <a:pt x="233559" y="25096"/>
                  <a:pt x="236053" y="26804"/>
                  <a:pt x="238082" y="29014"/>
                </a:cubicBezTo>
                <a:cubicBezTo>
                  <a:pt x="240111" y="31224"/>
                  <a:pt x="241646" y="33909"/>
                  <a:pt x="242688" y="37068"/>
                </a:cubicBezTo>
                <a:cubicBezTo>
                  <a:pt x="243729" y="40228"/>
                  <a:pt x="244250" y="43762"/>
                  <a:pt x="244250" y="47671"/>
                </a:cubicBezTo>
                <a:moveTo>
                  <a:pt x="234326" y="46301"/>
                </a:moveTo>
                <a:cubicBezTo>
                  <a:pt x="234436" y="43854"/>
                  <a:pt x="234198" y="41616"/>
                  <a:pt x="233613" y="39589"/>
                </a:cubicBezTo>
                <a:cubicBezTo>
                  <a:pt x="233029" y="37562"/>
                  <a:pt x="232124" y="35817"/>
                  <a:pt x="230899" y="34356"/>
                </a:cubicBezTo>
                <a:cubicBezTo>
                  <a:pt x="229675" y="32895"/>
                  <a:pt x="228149" y="31753"/>
                  <a:pt x="226321" y="30931"/>
                </a:cubicBezTo>
                <a:cubicBezTo>
                  <a:pt x="224494" y="30110"/>
                  <a:pt x="222374" y="29699"/>
                  <a:pt x="219961" y="29699"/>
                </a:cubicBezTo>
                <a:cubicBezTo>
                  <a:pt x="217878" y="29699"/>
                  <a:pt x="215977" y="30100"/>
                  <a:pt x="214259" y="30904"/>
                </a:cubicBezTo>
                <a:cubicBezTo>
                  <a:pt x="212541" y="31708"/>
                  <a:pt x="211061" y="32840"/>
                  <a:pt x="209818" y="34301"/>
                </a:cubicBezTo>
                <a:cubicBezTo>
                  <a:pt x="208575" y="35763"/>
                  <a:pt x="207570" y="37516"/>
                  <a:pt x="206802" y="39562"/>
                </a:cubicBezTo>
                <a:cubicBezTo>
                  <a:pt x="206035" y="41607"/>
                  <a:pt x="205560" y="43854"/>
                  <a:pt x="205377" y="46301"/>
                </a:cubicBezTo>
                <a:lnTo>
                  <a:pt x="234326" y="46301"/>
                </a:lnTo>
                <a:close/>
                <a:moveTo>
                  <a:pt x="260458" y="51726"/>
                </a:moveTo>
                <a:cubicBezTo>
                  <a:pt x="260458" y="47050"/>
                  <a:pt x="261097" y="42895"/>
                  <a:pt x="262377" y="39260"/>
                </a:cubicBezTo>
                <a:cubicBezTo>
                  <a:pt x="263656" y="35626"/>
                  <a:pt x="265474" y="32557"/>
                  <a:pt x="267832" y="30055"/>
                </a:cubicBezTo>
                <a:cubicBezTo>
                  <a:pt x="270190" y="27552"/>
                  <a:pt x="273022" y="25653"/>
                  <a:pt x="276330" y="24356"/>
                </a:cubicBezTo>
                <a:cubicBezTo>
                  <a:pt x="279638" y="23059"/>
                  <a:pt x="283321" y="22411"/>
                  <a:pt x="287378" y="22411"/>
                </a:cubicBezTo>
                <a:cubicBezTo>
                  <a:pt x="289133" y="22411"/>
                  <a:pt x="290860" y="22521"/>
                  <a:pt x="292560" y="22740"/>
                </a:cubicBezTo>
                <a:cubicBezTo>
                  <a:pt x="294259" y="22959"/>
                  <a:pt x="295932" y="23306"/>
                  <a:pt x="297576" y="23781"/>
                </a:cubicBezTo>
                <a:lnTo>
                  <a:pt x="297576" y="658"/>
                </a:lnTo>
                <a:lnTo>
                  <a:pt x="307171" y="658"/>
                </a:lnTo>
                <a:lnTo>
                  <a:pt x="307171" y="78082"/>
                </a:lnTo>
                <a:lnTo>
                  <a:pt x="298618" y="78082"/>
                </a:lnTo>
                <a:lnTo>
                  <a:pt x="298289" y="67671"/>
                </a:lnTo>
                <a:cubicBezTo>
                  <a:pt x="295621" y="71543"/>
                  <a:pt x="292733" y="74411"/>
                  <a:pt x="289626" y="76274"/>
                </a:cubicBezTo>
                <a:cubicBezTo>
                  <a:pt x="286519" y="78137"/>
                  <a:pt x="283157" y="79068"/>
                  <a:pt x="279538" y="79068"/>
                </a:cubicBezTo>
                <a:cubicBezTo>
                  <a:pt x="276394" y="79068"/>
                  <a:pt x="273626" y="78411"/>
                  <a:pt x="271231" y="77096"/>
                </a:cubicBezTo>
                <a:cubicBezTo>
                  <a:pt x="268837" y="75781"/>
                  <a:pt x="266845" y="73927"/>
                  <a:pt x="265255" y="71534"/>
                </a:cubicBezTo>
                <a:cubicBezTo>
                  <a:pt x="263665" y="69141"/>
                  <a:pt x="262468" y="66265"/>
                  <a:pt x="261664" y="62904"/>
                </a:cubicBezTo>
                <a:cubicBezTo>
                  <a:pt x="260860" y="59543"/>
                  <a:pt x="260458" y="55817"/>
                  <a:pt x="260458" y="51726"/>
                </a:cubicBezTo>
                <a:moveTo>
                  <a:pt x="270217" y="51123"/>
                </a:moveTo>
                <a:cubicBezTo>
                  <a:pt x="270217" y="57772"/>
                  <a:pt x="271195" y="62731"/>
                  <a:pt x="273150" y="66000"/>
                </a:cubicBezTo>
                <a:cubicBezTo>
                  <a:pt x="275106" y="69269"/>
                  <a:pt x="277875" y="70904"/>
                  <a:pt x="281457" y="70904"/>
                </a:cubicBezTo>
                <a:cubicBezTo>
                  <a:pt x="283869" y="70904"/>
                  <a:pt x="286419" y="69826"/>
                  <a:pt x="289105" y="67671"/>
                </a:cubicBezTo>
                <a:cubicBezTo>
                  <a:pt x="291792" y="65516"/>
                  <a:pt x="294616" y="62320"/>
                  <a:pt x="297576" y="58082"/>
                </a:cubicBezTo>
                <a:lnTo>
                  <a:pt x="297576" y="32548"/>
                </a:lnTo>
                <a:cubicBezTo>
                  <a:pt x="296005" y="31817"/>
                  <a:pt x="294269" y="31260"/>
                  <a:pt x="292368" y="30877"/>
                </a:cubicBezTo>
                <a:cubicBezTo>
                  <a:pt x="290467" y="30493"/>
                  <a:pt x="288585" y="30301"/>
                  <a:pt x="286720" y="30301"/>
                </a:cubicBezTo>
                <a:cubicBezTo>
                  <a:pt x="281530" y="30301"/>
                  <a:pt x="277482" y="31982"/>
                  <a:pt x="274576" y="35342"/>
                </a:cubicBezTo>
                <a:cubicBezTo>
                  <a:pt x="271670" y="38703"/>
                  <a:pt x="270217" y="43963"/>
                  <a:pt x="270217" y="51123"/>
                </a:cubicBezTo>
                <a:close/>
                <a:moveTo>
                  <a:pt x="347503" y="30959"/>
                </a:moveTo>
                <a:lnTo>
                  <a:pt x="331219" y="30959"/>
                </a:lnTo>
                <a:lnTo>
                  <a:pt x="331219" y="23068"/>
                </a:lnTo>
                <a:lnTo>
                  <a:pt x="357153" y="23068"/>
                </a:lnTo>
                <a:lnTo>
                  <a:pt x="357153" y="70137"/>
                </a:lnTo>
                <a:lnTo>
                  <a:pt x="373547" y="70137"/>
                </a:lnTo>
                <a:lnTo>
                  <a:pt x="373547" y="78082"/>
                </a:lnTo>
                <a:lnTo>
                  <a:pt x="329410" y="78082"/>
                </a:lnTo>
                <a:lnTo>
                  <a:pt x="329410" y="70137"/>
                </a:lnTo>
                <a:lnTo>
                  <a:pt x="347503" y="70137"/>
                </a:lnTo>
                <a:lnTo>
                  <a:pt x="347503" y="30959"/>
                </a:lnTo>
                <a:moveTo>
                  <a:pt x="350848" y="0"/>
                </a:moveTo>
                <a:cubicBezTo>
                  <a:pt x="351908" y="0"/>
                  <a:pt x="352895" y="192"/>
                  <a:pt x="353808" y="575"/>
                </a:cubicBezTo>
                <a:cubicBezTo>
                  <a:pt x="354722" y="959"/>
                  <a:pt x="355517" y="1498"/>
                  <a:pt x="356193" y="2192"/>
                </a:cubicBezTo>
                <a:cubicBezTo>
                  <a:pt x="356870" y="2886"/>
                  <a:pt x="357400" y="3680"/>
                  <a:pt x="357783" y="4575"/>
                </a:cubicBezTo>
                <a:cubicBezTo>
                  <a:pt x="358167" y="5470"/>
                  <a:pt x="358359" y="6447"/>
                  <a:pt x="358359" y="7507"/>
                </a:cubicBezTo>
                <a:cubicBezTo>
                  <a:pt x="358359" y="8530"/>
                  <a:pt x="358167" y="9498"/>
                  <a:pt x="357783" y="10411"/>
                </a:cubicBezTo>
                <a:cubicBezTo>
                  <a:pt x="357400" y="11324"/>
                  <a:pt x="356870" y="12128"/>
                  <a:pt x="356193" y="12822"/>
                </a:cubicBezTo>
                <a:cubicBezTo>
                  <a:pt x="355517" y="13516"/>
                  <a:pt x="354722" y="14055"/>
                  <a:pt x="353808" y="14438"/>
                </a:cubicBezTo>
                <a:cubicBezTo>
                  <a:pt x="352895" y="14822"/>
                  <a:pt x="351908" y="15014"/>
                  <a:pt x="350848" y="15014"/>
                </a:cubicBezTo>
                <a:cubicBezTo>
                  <a:pt x="349788" y="15014"/>
                  <a:pt x="348801" y="14822"/>
                  <a:pt x="347887" y="14438"/>
                </a:cubicBezTo>
                <a:cubicBezTo>
                  <a:pt x="346973" y="14055"/>
                  <a:pt x="346178" y="13516"/>
                  <a:pt x="345502" y="12822"/>
                </a:cubicBezTo>
                <a:cubicBezTo>
                  <a:pt x="344826" y="12128"/>
                  <a:pt x="344296" y="11324"/>
                  <a:pt x="343912" y="10411"/>
                </a:cubicBezTo>
                <a:cubicBezTo>
                  <a:pt x="343528" y="9498"/>
                  <a:pt x="343336" y="8530"/>
                  <a:pt x="343336" y="7507"/>
                </a:cubicBezTo>
                <a:cubicBezTo>
                  <a:pt x="343336" y="6447"/>
                  <a:pt x="343528" y="5470"/>
                  <a:pt x="343912" y="4575"/>
                </a:cubicBezTo>
                <a:cubicBezTo>
                  <a:pt x="344296" y="3680"/>
                  <a:pt x="344826" y="2886"/>
                  <a:pt x="345502" y="2192"/>
                </a:cubicBezTo>
                <a:cubicBezTo>
                  <a:pt x="346178" y="1498"/>
                  <a:pt x="346973" y="959"/>
                  <a:pt x="347887" y="575"/>
                </a:cubicBezTo>
                <a:cubicBezTo>
                  <a:pt x="348801" y="192"/>
                  <a:pt x="349788" y="0"/>
                  <a:pt x="350848" y="0"/>
                </a:cubicBezTo>
                <a:close/>
                <a:moveTo>
                  <a:pt x="437016" y="76055"/>
                </a:moveTo>
                <a:cubicBezTo>
                  <a:pt x="434531" y="77004"/>
                  <a:pt x="431981" y="77708"/>
                  <a:pt x="429368" y="78164"/>
                </a:cubicBezTo>
                <a:cubicBezTo>
                  <a:pt x="426754" y="78621"/>
                  <a:pt x="424059" y="78849"/>
                  <a:pt x="421281" y="78849"/>
                </a:cubicBezTo>
                <a:cubicBezTo>
                  <a:pt x="412581" y="78849"/>
                  <a:pt x="405883" y="76493"/>
                  <a:pt x="401186" y="71781"/>
                </a:cubicBezTo>
                <a:cubicBezTo>
                  <a:pt x="396489" y="67068"/>
                  <a:pt x="394140" y="60183"/>
                  <a:pt x="394140" y="51123"/>
                </a:cubicBezTo>
                <a:cubicBezTo>
                  <a:pt x="394140" y="46776"/>
                  <a:pt x="394817" y="42831"/>
                  <a:pt x="396169" y="39288"/>
                </a:cubicBezTo>
                <a:cubicBezTo>
                  <a:pt x="397522" y="35744"/>
                  <a:pt x="399422" y="32712"/>
                  <a:pt x="401871" y="30192"/>
                </a:cubicBezTo>
                <a:cubicBezTo>
                  <a:pt x="404320" y="27671"/>
                  <a:pt x="407244" y="25726"/>
                  <a:pt x="410644" y="24356"/>
                </a:cubicBezTo>
                <a:cubicBezTo>
                  <a:pt x="414043" y="22986"/>
                  <a:pt x="417790" y="22301"/>
                  <a:pt x="421884" y="22301"/>
                </a:cubicBezTo>
                <a:cubicBezTo>
                  <a:pt x="424735" y="22301"/>
                  <a:pt x="427403" y="22502"/>
                  <a:pt x="429889" y="22904"/>
                </a:cubicBezTo>
                <a:cubicBezTo>
                  <a:pt x="432374" y="23306"/>
                  <a:pt x="434750" y="23963"/>
                  <a:pt x="437016" y="24877"/>
                </a:cubicBezTo>
                <a:lnTo>
                  <a:pt x="437016" y="33973"/>
                </a:lnTo>
                <a:cubicBezTo>
                  <a:pt x="434641" y="32731"/>
                  <a:pt x="432219" y="31826"/>
                  <a:pt x="429752" y="31260"/>
                </a:cubicBezTo>
                <a:cubicBezTo>
                  <a:pt x="427284" y="30694"/>
                  <a:pt x="424735" y="30411"/>
                  <a:pt x="422103" y="30411"/>
                </a:cubicBezTo>
                <a:cubicBezTo>
                  <a:pt x="419654" y="30411"/>
                  <a:pt x="417342" y="30877"/>
                  <a:pt x="415167" y="31808"/>
                </a:cubicBezTo>
                <a:cubicBezTo>
                  <a:pt x="412992" y="32740"/>
                  <a:pt x="411082" y="34082"/>
                  <a:pt x="409438" y="35836"/>
                </a:cubicBezTo>
                <a:cubicBezTo>
                  <a:pt x="407793" y="37589"/>
                  <a:pt x="406495" y="39726"/>
                  <a:pt x="405545" y="42247"/>
                </a:cubicBezTo>
                <a:cubicBezTo>
                  <a:pt x="404594" y="44767"/>
                  <a:pt x="404119" y="47616"/>
                  <a:pt x="404119" y="50794"/>
                </a:cubicBezTo>
                <a:cubicBezTo>
                  <a:pt x="404119" y="57443"/>
                  <a:pt x="405737" y="62420"/>
                  <a:pt x="408972" y="65726"/>
                </a:cubicBezTo>
                <a:cubicBezTo>
                  <a:pt x="412206" y="69032"/>
                  <a:pt x="416693" y="70685"/>
                  <a:pt x="422432" y="70685"/>
                </a:cubicBezTo>
                <a:cubicBezTo>
                  <a:pt x="425027" y="70685"/>
                  <a:pt x="427540" y="70393"/>
                  <a:pt x="429971" y="69808"/>
                </a:cubicBezTo>
                <a:cubicBezTo>
                  <a:pt x="432402" y="69224"/>
                  <a:pt x="434750" y="68347"/>
                  <a:pt x="437016" y="67178"/>
                </a:cubicBezTo>
                <a:lnTo>
                  <a:pt x="437016" y="76055"/>
                </a:lnTo>
                <a:close/>
                <a:moveTo>
                  <a:pt x="504104" y="77315"/>
                </a:moveTo>
                <a:cubicBezTo>
                  <a:pt x="501948" y="77863"/>
                  <a:pt x="499718" y="78256"/>
                  <a:pt x="497415" y="78493"/>
                </a:cubicBezTo>
                <a:cubicBezTo>
                  <a:pt x="495113" y="78730"/>
                  <a:pt x="492773" y="78849"/>
                  <a:pt x="490397" y="78849"/>
                </a:cubicBezTo>
                <a:cubicBezTo>
                  <a:pt x="483489" y="78849"/>
                  <a:pt x="478335" y="77288"/>
                  <a:pt x="474936" y="74164"/>
                </a:cubicBezTo>
                <a:cubicBezTo>
                  <a:pt x="471536" y="71041"/>
                  <a:pt x="469837" y="66246"/>
                  <a:pt x="469837" y="59781"/>
                </a:cubicBezTo>
                <a:lnTo>
                  <a:pt x="469837" y="31068"/>
                </a:lnTo>
                <a:lnTo>
                  <a:pt x="454430" y="31068"/>
                </a:lnTo>
                <a:lnTo>
                  <a:pt x="454430" y="23068"/>
                </a:lnTo>
                <a:lnTo>
                  <a:pt x="469837" y="23068"/>
                </a:lnTo>
                <a:lnTo>
                  <a:pt x="469837" y="7945"/>
                </a:lnTo>
                <a:lnTo>
                  <a:pt x="479377" y="5479"/>
                </a:lnTo>
                <a:lnTo>
                  <a:pt x="479377" y="23068"/>
                </a:lnTo>
                <a:lnTo>
                  <a:pt x="504104" y="23068"/>
                </a:lnTo>
                <a:lnTo>
                  <a:pt x="504104" y="31068"/>
                </a:lnTo>
                <a:lnTo>
                  <a:pt x="479377" y="31068"/>
                </a:lnTo>
                <a:lnTo>
                  <a:pt x="479377" y="59014"/>
                </a:lnTo>
                <a:cubicBezTo>
                  <a:pt x="479377" y="62959"/>
                  <a:pt x="480428" y="65909"/>
                  <a:pt x="482529" y="67863"/>
                </a:cubicBezTo>
                <a:cubicBezTo>
                  <a:pt x="484631" y="69817"/>
                  <a:pt x="487729" y="70794"/>
                  <a:pt x="491823" y="70794"/>
                </a:cubicBezTo>
                <a:cubicBezTo>
                  <a:pt x="493577" y="70794"/>
                  <a:pt x="495496" y="70657"/>
                  <a:pt x="497580" y="70383"/>
                </a:cubicBezTo>
                <a:cubicBezTo>
                  <a:pt x="499663" y="70109"/>
                  <a:pt x="501838" y="69680"/>
                  <a:pt x="504104" y="69096"/>
                </a:cubicBezTo>
                <a:lnTo>
                  <a:pt x="504104" y="77315"/>
                </a:lnTo>
                <a:close/>
                <a:moveTo>
                  <a:pt x="571741" y="47671"/>
                </a:moveTo>
                <a:cubicBezTo>
                  <a:pt x="571741" y="49023"/>
                  <a:pt x="571723" y="50155"/>
                  <a:pt x="571686" y="51068"/>
                </a:cubicBezTo>
                <a:cubicBezTo>
                  <a:pt x="571649" y="51982"/>
                  <a:pt x="571595" y="52840"/>
                  <a:pt x="571522" y="53644"/>
                </a:cubicBezTo>
                <a:lnTo>
                  <a:pt x="532867" y="53644"/>
                </a:lnTo>
                <a:cubicBezTo>
                  <a:pt x="532867" y="59269"/>
                  <a:pt x="534439" y="63589"/>
                  <a:pt x="537583" y="66603"/>
                </a:cubicBezTo>
                <a:cubicBezTo>
                  <a:pt x="540726" y="69616"/>
                  <a:pt x="545259" y="71123"/>
                  <a:pt x="551180" y="71123"/>
                </a:cubicBezTo>
                <a:cubicBezTo>
                  <a:pt x="552788" y="71123"/>
                  <a:pt x="554397" y="71059"/>
                  <a:pt x="556005" y="70931"/>
                </a:cubicBezTo>
                <a:cubicBezTo>
                  <a:pt x="557613" y="70804"/>
                  <a:pt x="559167" y="70630"/>
                  <a:pt x="560665" y="70411"/>
                </a:cubicBezTo>
                <a:cubicBezTo>
                  <a:pt x="562164" y="70192"/>
                  <a:pt x="563599" y="69945"/>
                  <a:pt x="564970" y="69671"/>
                </a:cubicBezTo>
                <a:cubicBezTo>
                  <a:pt x="566340" y="69397"/>
                  <a:pt x="567610" y="69096"/>
                  <a:pt x="568780" y="68767"/>
                </a:cubicBezTo>
                <a:lnTo>
                  <a:pt x="568780" y="76603"/>
                </a:lnTo>
                <a:cubicBezTo>
                  <a:pt x="566185" y="77333"/>
                  <a:pt x="563252" y="77927"/>
                  <a:pt x="559980" y="78383"/>
                </a:cubicBezTo>
                <a:cubicBezTo>
                  <a:pt x="556709" y="78840"/>
                  <a:pt x="553318" y="79068"/>
                  <a:pt x="549809" y="79068"/>
                </a:cubicBezTo>
                <a:cubicBezTo>
                  <a:pt x="545094" y="79068"/>
                  <a:pt x="541037" y="78429"/>
                  <a:pt x="537637" y="77151"/>
                </a:cubicBezTo>
                <a:cubicBezTo>
                  <a:pt x="534238" y="75872"/>
                  <a:pt x="531451" y="74018"/>
                  <a:pt x="529276" y="71589"/>
                </a:cubicBezTo>
                <a:cubicBezTo>
                  <a:pt x="527101" y="69160"/>
                  <a:pt x="525493" y="66183"/>
                  <a:pt x="524451" y="62657"/>
                </a:cubicBezTo>
                <a:cubicBezTo>
                  <a:pt x="523409" y="59132"/>
                  <a:pt x="522889" y="55141"/>
                  <a:pt x="522889" y="50685"/>
                </a:cubicBezTo>
                <a:cubicBezTo>
                  <a:pt x="522889" y="46813"/>
                  <a:pt x="523446" y="43151"/>
                  <a:pt x="524561" y="39699"/>
                </a:cubicBezTo>
                <a:cubicBezTo>
                  <a:pt x="525676" y="36247"/>
                  <a:pt x="527302" y="33215"/>
                  <a:pt x="529441" y="30603"/>
                </a:cubicBezTo>
                <a:cubicBezTo>
                  <a:pt x="531579" y="27991"/>
                  <a:pt x="534202" y="25918"/>
                  <a:pt x="537308" y="24384"/>
                </a:cubicBezTo>
                <a:cubicBezTo>
                  <a:pt x="540415" y="22849"/>
                  <a:pt x="543943" y="22082"/>
                  <a:pt x="547890" y="22082"/>
                </a:cubicBezTo>
                <a:cubicBezTo>
                  <a:pt x="551728" y="22082"/>
                  <a:pt x="555128" y="22685"/>
                  <a:pt x="558089" y="23890"/>
                </a:cubicBezTo>
                <a:cubicBezTo>
                  <a:pt x="561049" y="25096"/>
                  <a:pt x="563544" y="26804"/>
                  <a:pt x="565573" y="29014"/>
                </a:cubicBezTo>
                <a:cubicBezTo>
                  <a:pt x="567601" y="31224"/>
                  <a:pt x="569136" y="33909"/>
                  <a:pt x="570178" y="37068"/>
                </a:cubicBezTo>
                <a:cubicBezTo>
                  <a:pt x="571220" y="40228"/>
                  <a:pt x="571741" y="43762"/>
                  <a:pt x="571741" y="47671"/>
                </a:cubicBezTo>
                <a:moveTo>
                  <a:pt x="561817" y="46301"/>
                </a:moveTo>
                <a:cubicBezTo>
                  <a:pt x="561927" y="43854"/>
                  <a:pt x="561689" y="41616"/>
                  <a:pt x="561104" y="39589"/>
                </a:cubicBezTo>
                <a:cubicBezTo>
                  <a:pt x="560519" y="37562"/>
                  <a:pt x="559615" y="35817"/>
                  <a:pt x="558390" y="34356"/>
                </a:cubicBezTo>
                <a:cubicBezTo>
                  <a:pt x="557166" y="32895"/>
                  <a:pt x="555640" y="31753"/>
                  <a:pt x="553812" y="30931"/>
                </a:cubicBezTo>
                <a:cubicBezTo>
                  <a:pt x="551984" y="30110"/>
                  <a:pt x="549864" y="29699"/>
                  <a:pt x="547452" y="29699"/>
                </a:cubicBezTo>
                <a:cubicBezTo>
                  <a:pt x="545368" y="29699"/>
                  <a:pt x="543468" y="30100"/>
                  <a:pt x="541750" y="30904"/>
                </a:cubicBezTo>
                <a:cubicBezTo>
                  <a:pt x="540032" y="31708"/>
                  <a:pt x="538551" y="32840"/>
                  <a:pt x="537308" y="34301"/>
                </a:cubicBezTo>
                <a:cubicBezTo>
                  <a:pt x="536066" y="35763"/>
                  <a:pt x="535061" y="37516"/>
                  <a:pt x="534293" y="39562"/>
                </a:cubicBezTo>
                <a:cubicBezTo>
                  <a:pt x="533525" y="41607"/>
                  <a:pt x="533050" y="43854"/>
                  <a:pt x="532867" y="46301"/>
                </a:cubicBezTo>
                <a:lnTo>
                  <a:pt x="561817" y="46301"/>
                </a:lnTo>
                <a:close/>
                <a:moveTo>
                  <a:pt x="587948" y="51726"/>
                </a:moveTo>
                <a:cubicBezTo>
                  <a:pt x="587948" y="47050"/>
                  <a:pt x="588588" y="42895"/>
                  <a:pt x="589867" y="39260"/>
                </a:cubicBezTo>
                <a:cubicBezTo>
                  <a:pt x="591147" y="35626"/>
                  <a:pt x="592965" y="32557"/>
                  <a:pt x="595323" y="30055"/>
                </a:cubicBezTo>
                <a:cubicBezTo>
                  <a:pt x="597680" y="27552"/>
                  <a:pt x="600513" y="25653"/>
                  <a:pt x="603821" y="24356"/>
                </a:cubicBezTo>
                <a:cubicBezTo>
                  <a:pt x="607129" y="23059"/>
                  <a:pt x="610812" y="22411"/>
                  <a:pt x="614869" y="22411"/>
                </a:cubicBezTo>
                <a:cubicBezTo>
                  <a:pt x="616624" y="22411"/>
                  <a:pt x="618351" y="22521"/>
                  <a:pt x="620050" y="22740"/>
                </a:cubicBezTo>
                <a:cubicBezTo>
                  <a:pt x="621750" y="22959"/>
                  <a:pt x="623422" y="23306"/>
                  <a:pt x="625067" y="23781"/>
                </a:cubicBezTo>
                <a:lnTo>
                  <a:pt x="625067" y="658"/>
                </a:lnTo>
                <a:lnTo>
                  <a:pt x="634662" y="658"/>
                </a:lnTo>
                <a:lnTo>
                  <a:pt x="634662" y="78082"/>
                </a:lnTo>
                <a:lnTo>
                  <a:pt x="626109" y="78082"/>
                </a:lnTo>
                <a:lnTo>
                  <a:pt x="625780" y="67671"/>
                </a:lnTo>
                <a:cubicBezTo>
                  <a:pt x="623112" y="71543"/>
                  <a:pt x="620224" y="74411"/>
                  <a:pt x="617117" y="76274"/>
                </a:cubicBezTo>
                <a:cubicBezTo>
                  <a:pt x="614010" y="78137"/>
                  <a:pt x="610647" y="79068"/>
                  <a:pt x="607029" y="79068"/>
                </a:cubicBezTo>
                <a:cubicBezTo>
                  <a:pt x="603885" y="79068"/>
                  <a:pt x="601116" y="78411"/>
                  <a:pt x="598722" y="77096"/>
                </a:cubicBezTo>
                <a:cubicBezTo>
                  <a:pt x="596328" y="75781"/>
                  <a:pt x="594336" y="73927"/>
                  <a:pt x="592746" y="71534"/>
                </a:cubicBezTo>
                <a:cubicBezTo>
                  <a:pt x="591156" y="69141"/>
                  <a:pt x="589959" y="66265"/>
                  <a:pt x="589154" y="62904"/>
                </a:cubicBezTo>
                <a:cubicBezTo>
                  <a:pt x="588350" y="59543"/>
                  <a:pt x="587948" y="55817"/>
                  <a:pt x="587948" y="51726"/>
                </a:cubicBezTo>
                <a:moveTo>
                  <a:pt x="597708" y="51123"/>
                </a:moveTo>
                <a:cubicBezTo>
                  <a:pt x="597708" y="57772"/>
                  <a:pt x="598685" y="62731"/>
                  <a:pt x="600641" y="66000"/>
                </a:cubicBezTo>
                <a:cubicBezTo>
                  <a:pt x="602597" y="69269"/>
                  <a:pt x="605365" y="70904"/>
                  <a:pt x="608948" y="70904"/>
                </a:cubicBezTo>
                <a:cubicBezTo>
                  <a:pt x="611360" y="70904"/>
                  <a:pt x="613910" y="69826"/>
                  <a:pt x="616596" y="67671"/>
                </a:cubicBezTo>
                <a:cubicBezTo>
                  <a:pt x="619283" y="65516"/>
                  <a:pt x="622106" y="62320"/>
                  <a:pt x="625067" y="58082"/>
                </a:cubicBezTo>
                <a:lnTo>
                  <a:pt x="625067" y="32548"/>
                </a:lnTo>
                <a:cubicBezTo>
                  <a:pt x="623495" y="31817"/>
                  <a:pt x="621759" y="31260"/>
                  <a:pt x="619858" y="30877"/>
                </a:cubicBezTo>
                <a:cubicBezTo>
                  <a:pt x="617958" y="30493"/>
                  <a:pt x="616075" y="30301"/>
                  <a:pt x="614211" y="30301"/>
                </a:cubicBezTo>
                <a:cubicBezTo>
                  <a:pt x="609021" y="30301"/>
                  <a:pt x="604972" y="31982"/>
                  <a:pt x="602067" y="35342"/>
                </a:cubicBezTo>
                <a:cubicBezTo>
                  <a:pt x="599161" y="38703"/>
                  <a:pt x="597708" y="43963"/>
                  <a:pt x="597708" y="51123"/>
                </a:cubicBezTo>
                <a:close/>
                <a:moveTo>
                  <a:pt x="769990" y="14794"/>
                </a:moveTo>
                <a:lnTo>
                  <a:pt x="748771" y="14794"/>
                </a:lnTo>
                <a:lnTo>
                  <a:pt x="748771" y="78082"/>
                </a:lnTo>
                <a:lnTo>
                  <a:pt x="738902" y="78082"/>
                </a:lnTo>
                <a:lnTo>
                  <a:pt x="738902" y="14794"/>
                </a:lnTo>
                <a:lnTo>
                  <a:pt x="717683" y="14794"/>
                </a:lnTo>
                <a:lnTo>
                  <a:pt x="717683" y="6466"/>
                </a:lnTo>
                <a:lnTo>
                  <a:pt x="769990" y="6466"/>
                </a:lnTo>
                <a:lnTo>
                  <a:pt x="769990" y="14794"/>
                </a:lnTo>
                <a:close/>
                <a:moveTo>
                  <a:pt x="822603" y="78082"/>
                </a:moveTo>
                <a:lnTo>
                  <a:pt x="822384" y="70685"/>
                </a:lnTo>
                <a:cubicBezTo>
                  <a:pt x="819387" y="73644"/>
                  <a:pt x="816344" y="75781"/>
                  <a:pt x="813255" y="77096"/>
                </a:cubicBezTo>
                <a:cubicBezTo>
                  <a:pt x="810166" y="78411"/>
                  <a:pt x="806922" y="79068"/>
                  <a:pt x="803523" y="79068"/>
                </a:cubicBezTo>
                <a:cubicBezTo>
                  <a:pt x="800380" y="79068"/>
                  <a:pt x="797693" y="78667"/>
                  <a:pt x="795463" y="77863"/>
                </a:cubicBezTo>
                <a:cubicBezTo>
                  <a:pt x="793234" y="77059"/>
                  <a:pt x="791397" y="75954"/>
                  <a:pt x="789953" y="74548"/>
                </a:cubicBezTo>
                <a:cubicBezTo>
                  <a:pt x="788509" y="73141"/>
                  <a:pt x="787449" y="71488"/>
                  <a:pt x="786773" y="69589"/>
                </a:cubicBezTo>
                <a:cubicBezTo>
                  <a:pt x="786097" y="67689"/>
                  <a:pt x="785759" y="65625"/>
                  <a:pt x="785759" y="63397"/>
                </a:cubicBezTo>
                <a:cubicBezTo>
                  <a:pt x="785759" y="57881"/>
                  <a:pt x="787815" y="53562"/>
                  <a:pt x="791927" y="50438"/>
                </a:cubicBezTo>
                <a:cubicBezTo>
                  <a:pt x="796039" y="47315"/>
                  <a:pt x="802116" y="45753"/>
                  <a:pt x="810157" y="45753"/>
                </a:cubicBezTo>
                <a:lnTo>
                  <a:pt x="821562" y="45753"/>
                </a:lnTo>
                <a:lnTo>
                  <a:pt x="821562" y="40931"/>
                </a:lnTo>
                <a:cubicBezTo>
                  <a:pt x="821562" y="37680"/>
                  <a:pt x="820520" y="35078"/>
                  <a:pt x="818436" y="33123"/>
                </a:cubicBezTo>
                <a:cubicBezTo>
                  <a:pt x="816353" y="31169"/>
                  <a:pt x="813173" y="30192"/>
                  <a:pt x="808896" y="30192"/>
                </a:cubicBezTo>
                <a:cubicBezTo>
                  <a:pt x="805789" y="30192"/>
                  <a:pt x="802728" y="30539"/>
                  <a:pt x="799713" y="31233"/>
                </a:cubicBezTo>
                <a:cubicBezTo>
                  <a:pt x="796697" y="31927"/>
                  <a:pt x="793581" y="32913"/>
                  <a:pt x="790364" y="34192"/>
                </a:cubicBezTo>
                <a:lnTo>
                  <a:pt x="790364" y="25589"/>
                </a:lnTo>
                <a:cubicBezTo>
                  <a:pt x="791570" y="25151"/>
                  <a:pt x="792914" y="24721"/>
                  <a:pt x="794394" y="24301"/>
                </a:cubicBezTo>
                <a:cubicBezTo>
                  <a:pt x="795875" y="23881"/>
                  <a:pt x="797437" y="23507"/>
                  <a:pt x="799082" y="23178"/>
                </a:cubicBezTo>
                <a:cubicBezTo>
                  <a:pt x="800727" y="22849"/>
                  <a:pt x="802445" y="22584"/>
                  <a:pt x="804236" y="22384"/>
                </a:cubicBezTo>
                <a:cubicBezTo>
                  <a:pt x="806027" y="22183"/>
                  <a:pt x="807836" y="22082"/>
                  <a:pt x="809664" y="22082"/>
                </a:cubicBezTo>
                <a:cubicBezTo>
                  <a:pt x="812990" y="22082"/>
                  <a:pt x="815987" y="22447"/>
                  <a:pt x="818656" y="23178"/>
                </a:cubicBezTo>
                <a:cubicBezTo>
                  <a:pt x="821324" y="23909"/>
                  <a:pt x="823581" y="25023"/>
                  <a:pt x="825427" y="26521"/>
                </a:cubicBezTo>
                <a:cubicBezTo>
                  <a:pt x="827273" y="28018"/>
                  <a:pt x="828689" y="29900"/>
                  <a:pt x="829676" y="32164"/>
                </a:cubicBezTo>
                <a:cubicBezTo>
                  <a:pt x="830663" y="34429"/>
                  <a:pt x="831157" y="37096"/>
                  <a:pt x="831157" y="40164"/>
                </a:cubicBezTo>
                <a:lnTo>
                  <a:pt x="831157" y="78082"/>
                </a:lnTo>
                <a:lnTo>
                  <a:pt x="822603" y="78082"/>
                </a:lnTo>
                <a:moveTo>
                  <a:pt x="821562" y="53041"/>
                </a:moveTo>
                <a:lnTo>
                  <a:pt x="809445" y="53041"/>
                </a:lnTo>
                <a:cubicBezTo>
                  <a:pt x="807069" y="53041"/>
                  <a:pt x="805022" y="53278"/>
                  <a:pt x="803304" y="53753"/>
                </a:cubicBezTo>
                <a:cubicBezTo>
                  <a:pt x="801586" y="54228"/>
                  <a:pt x="800179" y="54904"/>
                  <a:pt x="799082" y="55781"/>
                </a:cubicBezTo>
                <a:cubicBezTo>
                  <a:pt x="797985" y="56657"/>
                  <a:pt x="797172" y="57708"/>
                  <a:pt x="796642" y="58931"/>
                </a:cubicBezTo>
                <a:cubicBezTo>
                  <a:pt x="796112" y="60155"/>
                  <a:pt x="795847" y="61534"/>
                  <a:pt x="795847" y="63068"/>
                </a:cubicBezTo>
                <a:cubicBezTo>
                  <a:pt x="795847" y="64128"/>
                  <a:pt x="796012" y="65141"/>
                  <a:pt x="796341" y="66109"/>
                </a:cubicBezTo>
                <a:cubicBezTo>
                  <a:pt x="796670" y="67078"/>
                  <a:pt x="797200" y="67936"/>
                  <a:pt x="797931" y="68685"/>
                </a:cubicBezTo>
                <a:cubicBezTo>
                  <a:pt x="798662" y="69434"/>
                  <a:pt x="799612" y="70027"/>
                  <a:pt x="800782" y="70466"/>
                </a:cubicBezTo>
                <a:cubicBezTo>
                  <a:pt x="801951" y="70904"/>
                  <a:pt x="803377" y="71123"/>
                  <a:pt x="805058" y="71123"/>
                </a:cubicBezTo>
                <a:cubicBezTo>
                  <a:pt x="807251" y="71123"/>
                  <a:pt x="809764" y="70457"/>
                  <a:pt x="812597" y="69123"/>
                </a:cubicBezTo>
                <a:cubicBezTo>
                  <a:pt x="815430" y="67790"/>
                  <a:pt x="818418" y="65680"/>
                  <a:pt x="821562" y="62794"/>
                </a:cubicBezTo>
                <a:lnTo>
                  <a:pt x="821562" y="53041"/>
                </a:lnTo>
                <a:close/>
                <a:moveTo>
                  <a:pt x="854985" y="23068"/>
                </a:moveTo>
                <a:lnTo>
                  <a:pt x="863703" y="23068"/>
                </a:lnTo>
                <a:lnTo>
                  <a:pt x="863977" y="33205"/>
                </a:lnTo>
                <a:cubicBezTo>
                  <a:pt x="867230" y="29297"/>
                  <a:pt x="870438" y="26466"/>
                  <a:pt x="873599" y="24712"/>
                </a:cubicBezTo>
                <a:cubicBezTo>
                  <a:pt x="876761" y="22959"/>
                  <a:pt x="879950" y="22082"/>
                  <a:pt x="883167" y="22082"/>
                </a:cubicBezTo>
                <a:cubicBezTo>
                  <a:pt x="888869" y="22082"/>
                  <a:pt x="893192" y="23927"/>
                  <a:pt x="896134" y="27616"/>
                </a:cubicBezTo>
                <a:cubicBezTo>
                  <a:pt x="899076" y="31306"/>
                  <a:pt x="900438" y="36785"/>
                  <a:pt x="900219" y="44055"/>
                </a:cubicBezTo>
                <a:lnTo>
                  <a:pt x="890569" y="44055"/>
                </a:lnTo>
                <a:cubicBezTo>
                  <a:pt x="890679" y="39233"/>
                  <a:pt x="889975" y="35735"/>
                  <a:pt x="888458" y="33562"/>
                </a:cubicBezTo>
                <a:cubicBezTo>
                  <a:pt x="886941" y="31388"/>
                  <a:pt x="884721" y="30301"/>
                  <a:pt x="881796" y="30301"/>
                </a:cubicBezTo>
                <a:cubicBezTo>
                  <a:pt x="880517" y="30301"/>
                  <a:pt x="879229" y="30530"/>
                  <a:pt x="877931" y="30986"/>
                </a:cubicBezTo>
                <a:cubicBezTo>
                  <a:pt x="876633" y="31443"/>
                  <a:pt x="875299" y="32173"/>
                  <a:pt x="873928" y="33178"/>
                </a:cubicBezTo>
                <a:cubicBezTo>
                  <a:pt x="872558" y="34183"/>
                  <a:pt x="871105" y="35470"/>
                  <a:pt x="869570" y="37041"/>
                </a:cubicBezTo>
                <a:cubicBezTo>
                  <a:pt x="868034" y="38612"/>
                  <a:pt x="866390" y="40511"/>
                  <a:pt x="864635" y="42740"/>
                </a:cubicBezTo>
                <a:lnTo>
                  <a:pt x="864635" y="78082"/>
                </a:lnTo>
                <a:lnTo>
                  <a:pt x="854985" y="78082"/>
                </a:lnTo>
                <a:lnTo>
                  <a:pt x="854985" y="23068"/>
                </a:lnTo>
                <a:close/>
                <a:moveTo>
                  <a:pt x="957876" y="30849"/>
                </a:moveTo>
                <a:cubicBezTo>
                  <a:pt x="958900" y="32128"/>
                  <a:pt x="959695" y="33616"/>
                  <a:pt x="960261" y="35315"/>
                </a:cubicBezTo>
                <a:cubicBezTo>
                  <a:pt x="960828" y="37014"/>
                  <a:pt x="961111" y="38849"/>
                  <a:pt x="961111" y="40822"/>
                </a:cubicBezTo>
                <a:cubicBezTo>
                  <a:pt x="961111" y="43671"/>
                  <a:pt x="960590" y="46274"/>
                  <a:pt x="959549" y="48630"/>
                </a:cubicBezTo>
                <a:cubicBezTo>
                  <a:pt x="958507" y="50986"/>
                  <a:pt x="957036" y="53004"/>
                  <a:pt x="955135" y="54685"/>
                </a:cubicBezTo>
                <a:cubicBezTo>
                  <a:pt x="953234" y="56365"/>
                  <a:pt x="950959" y="57671"/>
                  <a:pt x="948309" y="58603"/>
                </a:cubicBezTo>
                <a:cubicBezTo>
                  <a:pt x="945659" y="59534"/>
                  <a:pt x="942744" y="60000"/>
                  <a:pt x="939564" y="60000"/>
                </a:cubicBezTo>
                <a:cubicBezTo>
                  <a:pt x="937261" y="60000"/>
                  <a:pt x="935104" y="59753"/>
                  <a:pt x="933094" y="59260"/>
                </a:cubicBezTo>
                <a:cubicBezTo>
                  <a:pt x="931083" y="58767"/>
                  <a:pt x="929493" y="58155"/>
                  <a:pt x="928324" y="57425"/>
                </a:cubicBezTo>
                <a:cubicBezTo>
                  <a:pt x="927629" y="58447"/>
                  <a:pt x="927044" y="59415"/>
                  <a:pt x="926569" y="60329"/>
                </a:cubicBezTo>
                <a:cubicBezTo>
                  <a:pt x="926094" y="61242"/>
                  <a:pt x="925856" y="62265"/>
                  <a:pt x="925856" y="63397"/>
                </a:cubicBezTo>
                <a:cubicBezTo>
                  <a:pt x="925856" y="64785"/>
                  <a:pt x="926524" y="65936"/>
                  <a:pt x="927858" y="66849"/>
                </a:cubicBezTo>
                <a:cubicBezTo>
                  <a:pt x="929192" y="67762"/>
                  <a:pt x="930956" y="68256"/>
                  <a:pt x="933149" y="68329"/>
                </a:cubicBezTo>
                <a:lnTo>
                  <a:pt x="947623" y="68877"/>
                </a:lnTo>
                <a:cubicBezTo>
                  <a:pt x="950365" y="68950"/>
                  <a:pt x="952896" y="69297"/>
                  <a:pt x="955217" y="69918"/>
                </a:cubicBezTo>
                <a:cubicBezTo>
                  <a:pt x="957538" y="70539"/>
                  <a:pt x="959530" y="71434"/>
                  <a:pt x="961193" y="72603"/>
                </a:cubicBezTo>
                <a:cubicBezTo>
                  <a:pt x="962857" y="73772"/>
                  <a:pt x="964154" y="75215"/>
                  <a:pt x="965086" y="76931"/>
                </a:cubicBezTo>
                <a:cubicBezTo>
                  <a:pt x="966018" y="78648"/>
                  <a:pt x="966484" y="80639"/>
                  <a:pt x="966484" y="82904"/>
                </a:cubicBezTo>
                <a:cubicBezTo>
                  <a:pt x="966484" y="85351"/>
                  <a:pt x="965954" y="87671"/>
                  <a:pt x="964894" y="89863"/>
                </a:cubicBezTo>
                <a:cubicBezTo>
                  <a:pt x="963834" y="92055"/>
                  <a:pt x="962199" y="93982"/>
                  <a:pt x="959987" y="95644"/>
                </a:cubicBezTo>
                <a:cubicBezTo>
                  <a:pt x="957776" y="97306"/>
                  <a:pt x="954970" y="98630"/>
                  <a:pt x="951571" y="99616"/>
                </a:cubicBezTo>
                <a:cubicBezTo>
                  <a:pt x="948172" y="100603"/>
                  <a:pt x="944133" y="101096"/>
                  <a:pt x="939454" y="101096"/>
                </a:cubicBezTo>
                <a:cubicBezTo>
                  <a:pt x="934995" y="101096"/>
                  <a:pt x="931202" y="100740"/>
                  <a:pt x="928077" y="100027"/>
                </a:cubicBezTo>
                <a:cubicBezTo>
                  <a:pt x="924952" y="99315"/>
                  <a:pt x="922384" y="98329"/>
                  <a:pt x="920374" y="97068"/>
                </a:cubicBezTo>
                <a:cubicBezTo>
                  <a:pt x="918363" y="95808"/>
                  <a:pt x="916901" y="94310"/>
                  <a:pt x="915987" y="92575"/>
                </a:cubicBezTo>
                <a:cubicBezTo>
                  <a:pt x="915074" y="90840"/>
                  <a:pt x="914617" y="88931"/>
                  <a:pt x="914617" y="86849"/>
                </a:cubicBezTo>
                <a:cubicBezTo>
                  <a:pt x="914617" y="84183"/>
                  <a:pt x="915238" y="81845"/>
                  <a:pt x="916481" y="79836"/>
                </a:cubicBezTo>
                <a:cubicBezTo>
                  <a:pt x="917724" y="77826"/>
                  <a:pt x="919643" y="75890"/>
                  <a:pt x="922238" y="74027"/>
                </a:cubicBezTo>
                <a:cubicBezTo>
                  <a:pt x="921287" y="73589"/>
                  <a:pt x="920465" y="73041"/>
                  <a:pt x="919770" y="72383"/>
                </a:cubicBezTo>
                <a:cubicBezTo>
                  <a:pt x="919076" y="71726"/>
                  <a:pt x="918509" y="71004"/>
                  <a:pt x="918071" y="70219"/>
                </a:cubicBezTo>
                <a:cubicBezTo>
                  <a:pt x="917632" y="69434"/>
                  <a:pt x="917303" y="68603"/>
                  <a:pt x="917084" y="67726"/>
                </a:cubicBezTo>
                <a:cubicBezTo>
                  <a:pt x="916865" y="66849"/>
                  <a:pt x="916755" y="65991"/>
                  <a:pt x="916755" y="65151"/>
                </a:cubicBezTo>
                <a:cubicBezTo>
                  <a:pt x="916755" y="62776"/>
                  <a:pt x="917312" y="60603"/>
                  <a:pt x="918427" y="58630"/>
                </a:cubicBezTo>
                <a:cubicBezTo>
                  <a:pt x="919542" y="56657"/>
                  <a:pt x="920867" y="54794"/>
                  <a:pt x="922402" y="53041"/>
                </a:cubicBezTo>
                <a:cubicBezTo>
                  <a:pt x="921708" y="52201"/>
                  <a:pt x="921096" y="51379"/>
                  <a:pt x="920566" y="50575"/>
                </a:cubicBezTo>
                <a:cubicBezTo>
                  <a:pt x="920035" y="49772"/>
                  <a:pt x="919579" y="48904"/>
                  <a:pt x="919195" y="47973"/>
                </a:cubicBezTo>
                <a:cubicBezTo>
                  <a:pt x="918811" y="47041"/>
                  <a:pt x="918519" y="46036"/>
                  <a:pt x="918318" y="44959"/>
                </a:cubicBezTo>
                <a:cubicBezTo>
                  <a:pt x="918116" y="43881"/>
                  <a:pt x="918016" y="42648"/>
                  <a:pt x="918016" y="41260"/>
                </a:cubicBezTo>
                <a:cubicBezTo>
                  <a:pt x="918016" y="38411"/>
                  <a:pt x="918537" y="35808"/>
                  <a:pt x="919579" y="33452"/>
                </a:cubicBezTo>
                <a:cubicBezTo>
                  <a:pt x="920620" y="31096"/>
                  <a:pt x="922082" y="29078"/>
                  <a:pt x="923965" y="27397"/>
                </a:cubicBezTo>
                <a:cubicBezTo>
                  <a:pt x="925847" y="25717"/>
                  <a:pt x="928114" y="24411"/>
                  <a:pt x="930764" y="23479"/>
                </a:cubicBezTo>
                <a:cubicBezTo>
                  <a:pt x="933414" y="22548"/>
                  <a:pt x="936347" y="22082"/>
                  <a:pt x="939564" y="22082"/>
                </a:cubicBezTo>
                <a:cubicBezTo>
                  <a:pt x="940916" y="22082"/>
                  <a:pt x="942214" y="22173"/>
                  <a:pt x="943456" y="22356"/>
                </a:cubicBezTo>
                <a:cubicBezTo>
                  <a:pt x="944699" y="22539"/>
                  <a:pt x="945796" y="22776"/>
                  <a:pt x="946746" y="23068"/>
                </a:cubicBezTo>
                <a:lnTo>
                  <a:pt x="966704" y="23068"/>
                </a:lnTo>
                <a:lnTo>
                  <a:pt x="966704" y="30849"/>
                </a:lnTo>
                <a:lnTo>
                  <a:pt x="957876" y="30849"/>
                </a:lnTo>
                <a:moveTo>
                  <a:pt x="924760" y="86027"/>
                </a:moveTo>
                <a:cubicBezTo>
                  <a:pt x="924760" y="88621"/>
                  <a:pt x="926112" y="90511"/>
                  <a:pt x="928817" y="91698"/>
                </a:cubicBezTo>
                <a:cubicBezTo>
                  <a:pt x="931522" y="92886"/>
                  <a:pt x="935287" y="93479"/>
                  <a:pt x="940112" y="93479"/>
                </a:cubicBezTo>
                <a:cubicBezTo>
                  <a:pt x="943146" y="93479"/>
                  <a:pt x="945695" y="93205"/>
                  <a:pt x="947760" y="92657"/>
                </a:cubicBezTo>
                <a:cubicBezTo>
                  <a:pt x="949826" y="92109"/>
                  <a:pt x="951489" y="91388"/>
                  <a:pt x="952750" y="90493"/>
                </a:cubicBezTo>
                <a:cubicBezTo>
                  <a:pt x="954011" y="89598"/>
                  <a:pt x="954916" y="88575"/>
                  <a:pt x="955464" y="87425"/>
                </a:cubicBezTo>
                <a:cubicBezTo>
                  <a:pt x="956012" y="86274"/>
                  <a:pt x="956286" y="85096"/>
                  <a:pt x="956286" y="83890"/>
                </a:cubicBezTo>
                <a:cubicBezTo>
                  <a:pt x="956286" y="81662"/>
                  <a:pt x="955373" y="80018"/>
                  <a:pt x="953545" y="78959"/>
                </a:cubicBezTo>
                <a:cubicBezTo>
                  <a:pt x="951717" y="77899"/>
                  <a:pt x="948921" y="77278"/>
                  <a:pt x="945156" y="77096"/>
                </a:cubicBezTo>
                <a:lnTo>
                  <a:pt x="930791" y="76603"/>
                </a:lnTo>
                <a:cubicBezTo>
                  <a:pt x="929585" y="77406"/>
                  <a:pt x="928589" y="78192"/>
                  <a:pt x="927803" y="78959"/>
                </a:cubicBezTo>
                <a:cubicBezTo>
                  <a:pt x="927017" y="79726"/>
                  <a:pt x="926405" y="80502"/>
                  <a:pt x="925966" y="81288"/>
                </a:cubicBezTo>
                <a:cubicBezTo>
                  <a:pt x="925527" y="82073"/>
                  <a:pt x="925217" y="82858"/>
                  <a:pt x="925034" y="83644"/>
                </a:cubicBezTo>
                <a:cubicBezTo>
                  <a:pt x="924851" y="84429"/>
                  <a:pt x="924760" y="85224"/>
                  <a:pt x="924760" y="86027"/>
                </a:cubicBezTo>
                <a:moveTo>
                  <a:pt x="927666" y="41041"/>
                </a:moveTo>
                <a:cubicBezTo>
                  <a:pt x="927666" y="42794"/>
                  <a:pt x="927958" y="44402"/>
                  <a:pt x="928543" y="45863"/>
                </a:cubicBezTo>
                <a:cubicBezTo>
                  <a:pt x="929128" y="47324"/>
                  <a:pt x="929950" y="48566"/>
                  <a:pt x="931010" y="49589"/>
                </a:cubicBezTo>
                <a:cubicBezTo>
                  <a:pt x="932070" y="50612"/>
                  <a:pt x="933322" y="51406"/>
                  <a:pt x="934766" y="51973"/>
                </a:cubicBezTo>
                <a:cubicBezTo>
                  <a:pt x="936210" y="52539"/>
                  <a:pt x="937809" y="52822"/>
                  <a:pt x="939564" y="52822"/>
                </a:cubicBezTo>
                <a:cubicBezTo>
                  <a:pt x="941464" y="52822"/>
                  <a:pt x="943155" y="52502"/>
                  <a:pt x="944635" y="51863"/>
                </a:cubicBezTo>
                <a:cubicBezTo>
                  <a:pt x="946116" y="51224"/>
                  <a:pt x="947358" y="50356"/>
                  <a:pt x="948364" y="49260"/>
                </a:cubicBezTo>
                <a:cubicBezTo>
                  <a:pt x="949369" y="48164"/>
                  <a:pt x="950136" y="46904"/>
                  <a:pt x="950666" y="45479"/>
                </a:cubicBezTo>
                <a:cubicBezTo>
                  <a:pt x="951196" y="44055"/>
                  <a:pt x="951461" y="42575"/>
                  <a:pt x="951461" y="41041"/>
                </a:cubicBezTo>
                <a:cubicBezTo>
                  <a:pt x="951461" y="39288"/>
                  <a:pt x="951169" y="37680"/>
                  <a:pt x="950584" y="36219"/>
                </a:cubicBezTo>
                <a:cubicBezTo>
                  <a:pt x="949999" y="34758"/>
                  <a:pt x="949177" y="33516"/>
                  <a:pt x="948117" y="32493"/>
                </a:cubicBezTo>
                <a:cubicBezTo>
                  <a:pt x="947057" y="31470"/>
                  <a:pt x="945805" y="30676"/>
                  <a:pt x="944361" y="30110"/>
                </a:cubicBezTo>
                <a:cubicBezTo>
                  <a:pt x="942917" y="29543"/>
                  <a:pt x="941318" y="29260"/>
                  <a:pt x="939564" y="29260"/>
                </a:cubicBezTo>
                <a:cubicBezTo>
                  <a:pt x="937663" y="29260"/>
                  <a:pt x="935972" y="29589"/>
                  <a:pt x="934492" y="30247"/>
                </a:cubicBezTo>
                <a:cubicBezTo>
                  <a:pt x="933012" y="30904"/>
                  <a:pt x="931769" y="31772"/>
                  <a:pt x="930764" y="32849"/>
                </a:cubicBezTo>
                <a:cubicBezTo>
                  <a:pt x="929758" y="33927"/>
                  <a:pt x="928991" y="35178"/>
                  <a:pt x="928461" y="36603"/>
                </a:cubicBezTo>
                <a:cubicBezTo>
                  <a:pt x="927931" y="38027"/>
                  <a:pt x="927666" y="39507"/>
                  <a:pt x="927666" y="41041"/>
                </a:cubicBezTo>
                <a:close/>
                <a:moveTo>
                  <a:pt x="1030228" y="47671"/>
                </a:moveTo>
                <a:cubicBezTo>
                  <a:pt x="1030228" y="49023"/>
                  <a:pt x="1030210" y="50155"/>
                  <a:pt x="1030173" y="51068"/>
                </a:cubicBezTo>
                <a:cubicBezTo>
                  <a:pt x="1030137" y="51982"/>
                  <a:pt x="1030082" y="52840"/>
                  <a:pt x="1030009" y="53644"/>
                </a:cubicBezTo>
                <a:lnTo>
                  <a:pt x="991354" y="53644"/>
                </a:lnTo>
                <a:cubicBezTo>
                  <a:pt x="991354" y="59269"/>
                  <a:pt x="992926" y="63589"/>
                  <a:pt x="996070" y="66603"/>
                </a:cubicBezTo>
                <a:cubicBezTo>
                  <a:pt x="999213" y="69616"/>
                  <a:pt x="1003746" y="71123"/>
                  <a:pt x="1009667" y="71123"/>
                </a:cubicBezTo>
                <a:cubicBezTo>
                  <a:pt x="1011276" y="71123"/>
                  <a:pt x="1012884" y="71059"/>
                  <a:pt x="1014492" y="70931"/>
                </a:cubicBezTo>
                <a:cubicBezTo>
                  <a:pt x="1016100" y="70804"/>
                  <a:pt x="1017654" y="70630"/>
                  <a:pt x="1019153" y="70411"/>
                </a:cubicBezTo>
                <a:cubicBezTo>
                  <a:pt x="1020651" y="70192"/>
                  <a:pt x="1022086" y="69945"/>
                  <a:pt x="1023457" y="69671"/>
                </a:cubicBezTo>
                <a:cubicBezTo>
                  <a:pt x="1024827" y="69397"/>
                  <a:pt x="1026097" y="69096"/>
                  <a:pt x="1027267" y="68767"/>
                </a:cubicBezTo>
                <a:lnTo>
                  <a:pt x="1027267" y="76603"/>
                </a:lnTo>
                <a:cubicBezTo>
                  <a:pt x="1024672" y="77333"/>
                  <a:pt x="1021739" y="77927"/>
                  <a:pt x="1018467" y="78383"/>
                </a:cubicBezTo>
                <a:cubicBezTo>
                  <a:pt x="1015196" y="78840"/>
                  <a:pt x="1011806" y="79068"/>
                  <a:pt x="1008296" y="79068"/>
                </a:cubicBezTo>
                <a:cubicBezTo>
                  <a:pt x="1003581" y="79068"/>
                  <a:pt x="999524" y="78429"/>
                  <a:pt x="996125" y="77151"/>
                </a:cubicBezTo>
                <a:cubicBezTo>
                  <a:pt x="992725" y="75872"/>
                  <a:pt x="989938" y="74018"/>
                  <a:pt x="987763" y="71589"/>
                </a:cubicBezTo>
                <a:cubicBezTo>
                  <a:pt x="985588" y="69160"/>
                  <a:pt x="983980" y="66183"/>
                  <a:pt x="982938" y="62657"/>
                </a:cubicBezTo>
                <a:cubicBezTo>
                  <a:pt x="981897" y="59132"/>
                  <a:pt x="981376" y="55141"/>
                  <a:pt x="981376" y="50685"/>
                </a:cubicBezTo>
                <a:cubicBezTo>
                  <a:pt x="981376" y="46813"/>
                  <a:pt x="981933" y="43151"/>
                  <a:pt x="983048" y="39699"/>
                </a:cubicBezTo>
                <a:cubicBezTo>
                  <a:pt x="984163" y="36247"/>
                  <a:pt x="985789" y="33215"/>
                  <a:pt x="987928" y="30603"/>
                </a:cubicBezTo>
                <a:cubicBezTo>
                  <a:pt x="990066" y="27991"/>
                  <a:pt x="992689" y="25918"/>
                  <a:pt x="995796" y="24384"/>
                </a:cubicBezTo>
                <a:cubicBezTo>
                  <a:pt x="998903" y="22849"/>
                  <a:pt x="1002430" y="22082"/>
                  <a:pt x="1006377" y="22082"/>
                </a:cubicBezTo>
                <a:cubicBezTo>
                  <a:pt x="1010215" y="22082"/>
                  <a:pt x="1013615" y="22685"/>
                  <a:pt x="1016576" y="23890"/>
                </a:cubicBezTo>
                <a:cubicBezTo>
                  <a:pt x="1019536" y="25096"/>
                  <a:pt x="1022031" y="26804"/>
                  <a:pt x="1024060" y="29014"/>
                </a:cubicBezTo>
                <a:cubicBezTo>
                  <a:pt x="1026088" y="31224"/>
                  <a:pt x="1027624" y="33909"/>
                  <a:pt x="1028665" y="37068"/>
                </a:cubicBezTo>
                <a:cubicBezTo>
                  <a:pt x="1029707" y="40228"/>
                  <a:pt x="1030228" y="43762"/>
                  <a:pt x="1030228" y="47671"/>
                </a:cubicBezTo>
                <a:moveTo>
                  <a:pt x="1020304" y="46301"/>
                </a:moveTo>
                <a:cubicBezTo>
                  <a:pt x="1020414" y="43854"/>
                  <a:pt x="1020176" y="41616"/>
                  <a:pt x="1019591" y="39589"/>
                </a:cubicBezTo>
                <a:cubicBezTo>
                  <a:pt x="1019006" y="37562"/>
                  <a:pt x="1018102" y="35817"/>
                  <a:pt x="1016877" y="34356"/>
                </a:cubicBezTo>
                <a:cubicBezTo>
                  <a:pt x="1015653" y="32895"/>
                  <a:pt x="1014127" y="31753"/>
                  <a:pt x="1012299" y="30931"/>
                </a:cubicBezTo>
                <a:cubicBezTo>
                  <a:pt x="1010471" y="30110"/>
                  <a:pt x="1008351" y="29699"/>
                  <a:pt x="1005939" y="29699"/>
                </a:cubicBezTo>
                <a:cubicBezTo>
                  <a:pt x="1003855" y="29699"/>
                  <a:pt x="1001955" y="30100"/>
                  <a:pt x="1000237" y="30904"/>
                </a:cubicBezTo>
                <a:cubicBezTo>
                  <a:pt x="998519" y="31708"/>
                  <a:pt x="997038" y="32840"/>
                  <a:pt x="995796" y="34301"/>
                </a:cubicBezTo>
                <a:cubicBezTo>
                  <a:pt x="994553" y="35763"/>
                  <a:pt x="993548" y="37516"/>
                  <a:pt x="992780" y="39562"/>
                </a:cubicBezTo>
                <a:cubicBezTo>
                  <a:pt x="992012" y="41607"/>
                  <a:pt x="991537" y="43854"/>
                  <a:pt x="991354" y="46301"/>
                </a:cubicBezTo>
                <a:lnTo>
                  <a:pt x="1020304" y="46301"/>
                </a:lnTo>
                <a:close/>
                <a:moveTo>
                  <a:pt x="1093588" y="77315"/>
                </a:moveTo>
                <a:cubicBezTo>
                  <a:pt x="1091431" y="77863"/>
                  <a:pt x="1089202" y="78256"/>
                  <a:pt x="1086899" y="78493"/>
                </a:cubicBezTo>
                <a:cubicBezTo>
                  <a:pt x="1084596" y="78730"/>
                  <a:pt x="1082257" y="78849"/>
                  <a:pt x="1079881" y="78849"/>
                </a:cubicBezTo>
                <a:cubicBezTo>
                  <a:pt x="1072972" y="78849"/>
                  <a:pt x="1067818" y="77288"/>
                  <a:pt x="1064419" y="74164"/>
                </a:cubicBezTo>
                <a:cubicBezTo>
                  <a:pt x="1061020" y="71041"/>
                  <a:pt x="1059320" y="66246"/>
                  <a:pt x="1059320" y="59781"/>
                </a:cubicBezTo>
                <a:lnTo>
                  <a:pt x="1059320" y="31068"/>
                </a:lnTo>
                <a:lnTo>
                  <a:pt x="1043913" y="31068"/>
                </a:lnTo>
                <a:lnTo>
                  <a:pt x="1043913" y="23068"/>
                </a:lnTo>
                <a:lnTo>
                  <a:pt x="1059320" y="23068"/>
                </a:lnTo>
                <a:lnTo>
                  <a:pt x="1059320" y="7945"/>
                </a:lnTo>
                <a:lnTo>
                  <a:pt x="1068860" y="5479"/>
                </a:lnTo>
                <a:lnTo>
                  <a:pt x="1068860" y="23068"/>
                </a:lnTo>
                <a:lnTo>
                  <a:pt x="1093588" y="23068"/>
                </a:lnTo>
                <a:lnTo>
                  <a:pt x="1093588" y="31068"/>
                </a:lnTo>
                <a:lnTo>
                  <a:pt x="1068860" y="31068"/>
                </a:lnTo>
                <a:lnTo>
                  <a:pt x="1068860" y="59014"/>
                </a:lnTo>
                <a:cubicBezTo>
                  <a:pt x="1068860" y="62959"/>
                  <a:pt x="1069911" y="65909"/>
                  <a:pt x="1072013" y="67863"/>
                </a:cubicBezTo>
                <a:cubicBezTo>
                  <a:pt x="1074115" y="69817"/>
                  <a:pt x="1077212" y="70794"/>
                  <a:pt x="1081306" y="70794"/>
                </a:cubicBezTo>
                <a:cubicBezTo>
                  <a:pt x="1083061" y="70794"/>
                  <a:pt x="1084980" y="70657"/>
                  <a:pt x="1087063" y="70383"/>
                </a:cubicBezTo>
                <a:cubicBezTo>
                  <a:pt x="1089147" y="70109"/>
                  <a:pt x="1091322" y="69680"/>
                  <a:pt x="1093588" y="69096"/>
                </a:cubicBezTo>
                <a:lnTo>
                  <a:pt x="1093588" y="77315"/>
                </a:lnTo>
                <a:close/>
                <a:moveTo>
                  <a:pt x="1117416" y="23562"/>
                </a:moveTo>
                <a:lnTo>
                  <a:pt x="1123338" y="17479"/>
                </a:lnTo>
                <a:lnTo>
                  <a:pt x="1160183" y="48219"/>
                </a:lnTo>
                <a:lnTo>
                  <a:pt x="1123338" y="78959"/>
                </a:lnTo>
                <a:lnTo>
                  <a:pt x="1117416" y="72931"/>
                </a:lnTo>
                <a:lnTo>
                  <a:pt x="1147298" y="48329"/>
                </a:lnTo>
                <a:lnTo>
                  <a:pt x="1117416" y="23562"/>
                </a:lnTo>
                <a:close/>
              </a:path>
            </a:pathLst>
          </a:custGeom>
          <a:solidFill xmlns:a="http://schemas.openxmlformats.org/drawingml/2006/main">
            <a:srgbClr val="30549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0x1012345e00:">
            <a:extLst xmlns:a="http://schemas.openxmlformats.org/drawingml/2006/main">
              <a:ext uri="{FF2B5EF4-FFF2-40B4-BE49-F238E27FC236}">
                <a16:creationId xmlns:a16="http://schemas.microsoft.com/office/drawing/2014/main" id="{7D360873-09B3-44E4-919C-F35AA451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59" y="1942481"/>
            <a:ext cx="820465" cy="73589"/>
          </a:xfrm>
          <a:custGeom xmlns:a="http://schemas.openxmlformats.org/drawingml/2006/main">
            <a:pathLst>
              <a:path w="820465" h="73589">
                <a:moveTo>
                  <a:pt x="52087" y="36822"/>
                </a:moveTo>
                <a:cubicBezTo>
                  <a:pt x="52087" y="42301"/>
                  <a:pt x="51539" y="47297"/>
                  <a:pt x="50442" y="51808"/>
                </a:cubicBezTo>
                <a:cubicBezTo>
                  <a:pt x="49346" y="56320"/>
                  <a:pt x="47683" y="60192"/>
                  <a:pt x="45453" y="63425"/>
                </a:cubicBezTo>
                <a:cubicBezTo>
                  <a:pt x="43223" y="66657"/>
                  <a:pt x="40454" y="69160"/>
                  <a:pt x="37146" y="70931"/>
                </a:cubicBezTo>
                <a:cubicBezTo>
                  <a:pt x="33838" y="72703"/>
                  <a:pt x="29955" y="73589"/>
                  <a:pt x="25495" y="73589"/>
                </a:cubicBezTo>
                <a:cubicBezTo>
                  <a:pt x="21657" y="73589"/>
                  <a:pt x="18167" y="72867"/>
                  <a:pt x="15023" y="71425"/>
                </a:cubicBezTo>
                <a:cubicBezTo>
                  <a:pt x="11880" y="69982"/>
                  <a:pt x="9193" y="67762"/>
                  <a:pt x="6963" y="64767"/>
                </a:cubicBezTo>
                <a:cubicBezTo>
                  <a:pt x="4734" y="61772"/>
                  <a:pt x="3016" y="57954"/>
                  <a:pt x="1809" y="53315"/>
                </a:cubicBezTo>
                <a:cubicBezTo>
                  <a:pt x="603" y="48676"/>
                  <a:pt x="0" y="43178"/>
                  <a:pt x="0" y="36822"/>
                </a:cubicBezTo>
                <a:cubicBezTo>
                  <a:pt x="0" y="31342"/>
                  <a:pt x="557" y="26338"/>
                  <a:pt x="1672" y="21808"/>
                </a:cubicBezTo>
                <a:cubicBezTo>
                  <a:pt x="2787" y="17279"/>
                  <a:pt x="4450" y="13397"/>
                  <a:pt x="6662" y="10164"/>
                </a:cubicBezTo>
                <a:cubicBezTo>
                  <a:pt x="8873" y="6931"/>
                  <a:pt x="11642" y="4429"/>
                  <a:pt x="14968" y="2658"/>
                </a:cubicBezTo>
                <a:cubicBezTo>
                  <a:pt x="18294" y="886"/>
                  <a:pt x="22169" y="0"/>
                  <a:pt x="26592" y="0"/>
                </a:cubicBezTo>
                <a:cubicBezTo>
                  <a:pt x="30430" y="0"/>
                  <a:pt x="33921" y="721"/>
                  <a:pt x="37064" y="2164"/>
                </a:cubicBezTo>
                <a:cubicBezTo>
                  <a:pt x="40208" y="3607"/>
                  <a:pt x="42894" y="5836"/>
                  <a:pt x="45124" y="8849"/>
                </a:cubicBezTo>
                <a:cubicBezTo>
                  <a:pt x="47354" y="11863"/>
                  <a:pt x="49072" y="15689"/>
                  <a:pt x="50278" y="20329"/>
                </a:cubicBezTo>
                <a:cubicBezTo>
                  <a:pt x="51484" y="24968"/>
                  <a:pt x="52087" y="30466"/>
                  <a:pt x="52087" y="36822"/>
                </a:cubicBezTo>
                <a:moveTo>
                  <a:pt x="42437" y="37151"/>
                </a:moveTo>
                <a:cubicBezTo>
                  <a:pt x="42437" y="35909"/>
                  <a:pt x="42392" y="34676"/>
                  <a:pt x="42300" y="33452"/>
                </a:cubicBezTo>
                <a:cubicBezTo>
                  <a:pt x="42209" y="32228"/>
                  <a:pt x="42108" y="31032"/>
                  <a:pt x="41999" y="29863"/>
                </a:cubicBezTo>
                <a:lnTo>
                  <a:pt x="11678" y="52383"/>
                </a:lnTo>
                <a:cubicBezTo>
                  <a:pt x="12227" y="54283"/>
                  <a:pt x="12921" y="56036"/>
                  <a:pt x="13762" y="57644"/>
                </a:cubicBezTo>
                <a:cubicBezTo>
                  <a:pt x="14603" y="59251"/>
                  <a:pt x="15617" y="60630"/>
                  <a:pt x="16805" y="61781"/>
                </a:cubicBezTo>
                <a:cubicBezTo>
                  <a:pt x="17993" y="62931"/>
                  <a:pt x="19345" y="63826"/>
                  <a:pt x="20862" y="64466"/>
                </a:cubicBezTo>
                <a:cubicBezTo>
                  <a:pt x="22379" y="65105"/>
                  <a:pt x="24106" y="65425"/>
                  <a:pt x="26044" y="65425"/>
                </a:cubicBezTo>
                <a:cubicBezTo>
                  <a:pt x="28529" y="65425"/>
                  <a:pt x="30786" y="64822"/>
                  <a:pt x="32815" y="63616"/>
                </a:cubicBezTo>
                <a:cubicBezTo>
                  <a:pt x="34844" y="62411"/>
                  <a:pt x="36571" y="60621"/>
                  <a:pt x="37996" y="58246"/>
                </a:cubicBezTo>
                <a:cubicBezTo>
                  <a:pt x="39422" y="55872"/>
                  <a:pt x="40518" y="52922"/>
                  <a:pt x="41286" y="49397"/>
                </a:cubicBezTo>
                <a:cubicBezTo>
                  <a:pt x="42054" y="45872"/>
                  <a:pt x="42437" y="41790"/>
                  <a:pt x="42437" y="37151"/>
                </a:cubicBezTo>
                <a:moveTo>
                  <a:pt x="9650" y="36493"/>
                </a:moveTo>
                <a:cubicBezTo>
                  <a:pt x="9650" y="37626"/>
                  <a:pt x="9659" y="38758"/>
                  <a:pt x="9677" y="39890"/>
                </a:cubicBezTo>
                <a:cubicBezTo>
                  <a:pt x="9696" y="41023"/>
                  <a:pt x="9759" y="42119"/>
                  <a:pt x="9869" y="43178"/>
                </a:cubicBezTo>
                <a:lnTo>
                  <a:pt x="40189" y="20767"/>
                </a:lnTo>
                <a:cubicBezTo>
                  <a:pt x="39641" y="18904"/>
                  <a:pt x="38947" y="17205"/>
                  <a:pt x="38106" y="15671"/>
                </a:cubicBezTo>
                <a:cubicBezTo>
                  <a:pt x="37265" y="14137"/>
                  <a:pt x="36260" y="12813"/>
                  <a:pt x="35090" y="11699"/>
                </a:cubicBezTo>
                <a:cubicBezTo>
                  <a:pt x="33921" y="10584"/>
                  <a:pt x="32586" y="9717"/>
                  <a:pt x="31088" y="9096"/>
                </a:cubicBezTo>
                <a:cubicBezTo>
                  <a:pt x="29589" y="8475"/>
                  <a:pt x="27908" y="8164"/>
                  <a:pt x="26044" y="8164"/>
                </a:cubicBezTo>
                <a:cubicBezTo>
                  <a:pt x="23558" y="8164"/>
                  <a:pt x="21301" y="8767"/>
                  <a:pt x="19272" y="9973"/>
                </a:cubicBezTo>
                <a:cubicBezTo>
                  <a:pt x="17244" y="11178"/>
                  <a:pt x="15516" y="12977"/>
                  <a:pt x="14091" y="15370"/>
                </a:cubicBezTo>
                <a:cubicBezTo>
                  <a:pt x="12665" y="17763"/>
                  <a:pt x="11569" y="20721"/>
                  <a:pt x="10801" y="24247"/>
                </a:cubicBezTo>
                <a:cubicBezTo>
                  <a:pt x="10034" y="27772"/>
                  <a:pt x="9650" y="31854"/>
                  <a:pt x="9650" y="36493"/>
                </a:cubicBezTo>
                <a:close/>
                <a:moveTo>
                  <a:pt x="119066" y="72603"/>
                </a:moveTo>
                <a:lnTo>
                  <a:pt x="106400" y="72603"/>
                </a:lnTo>
                <a:lnTo>
                  <a:pt x="91542" y="51616"/>
                </a:lnTo>
                <a:lnTo>
                  <a:pt x="76848" y="72603"/>
                </a:lnTo>
                <a:lnTo>
                  <a:pt x="64511" y="72603"/>
                </a:lnTo>
                <a:lnTo>
                  <a:pt x="85840" y="44986"/>
                </a:lnTo>
                <a:lnTo>
                  <a:pt x="65498" y="17589"/>
                </a:lnTo>
                <a:lnTo>
                  <a:pt x="77725" y="17589"/>
                </a:lnTo>
                <a:lnTo>
                  <a:pt x="92200" y="38740"/>
                </a:lnTo>
                <a:lnTo>
                  <a:pt x="106400" y="17589"/>
                </a:lnTo>
                <a:lnTo>
                  <a:pt x="118188" y="17589"/>
                </a:lnTo>
                <a:lnTo>
                  <a:pt x="97518" y="45205"/>
                </a:lnTo>
                <a:lnTo>
                  <a:pt x="119066" y="72603"/>
                </a:lnTo>
                <a:close/>
                <a:moveTo>
                  <a:pt x="180836" y="72603"/>
                </a:moveTo>
                <a:lnTo>
                  <a:pt x="135821" y="72603"/>
                </a:lnTo>
                <a:lnTo>
                  <a:pt x="135821" y="63726"/>
                </a:lnTo>
                <a:lnTo>
                  <a:pt x="154244" y="63726"/>
                </a:lnTo>
                <a:lnTo>
                  <a:pt x="154244" y="11452"/>
                </a:lnTo>
                <a:lnTo>
                  <a:pt x="137082" y="20767"/>
                </a:lnTo>
                <a:lnTo>
                  <a:pt x="133573" y="12658"/>
                </a:lnTo>
                <a:lnTo>
                  <a:pt x="156382" y="658"/>
                </a:lnTo>
                <a:lnTo>
                  <a:pt x="164826" y="658"/>
                </a:lnTo>
                <a:lnTo>
                  <a:pt x="164826" y="63726"/>
                </a:lnTo>
                <a:lnTo>
                  <a:pt x="180836" y="63726"/>
                </a:lnTo>
                <a:lnTo>
                  <a:pt x="180836" y="72603"/>
                </a:lnTo>
                <a:close/>
                <a:moveTo>
                  <a:pt x="248581" y="36822"/>
                </a:moveTo>
                <a:cubicBezTo>
                  <a:pt x="248581" y="42301"/>
                  <a:pt x="248033" y="47297"/>
                  <a:pt x="246937" y="51808"/>
                </a:cubicBezTo>
                <a:cubicBezTo>
                  <a:pt x="245840" y="56320"/>
                  <a:pt x="244177" y="60192"/>
                  <a:pt x="241947" y="63425"/>
                </a:cubicBezTo>
                <a:cubicBezTo>
                  <a:pt x="239717" y="66657"/>
                  <a:pt x="236949" y="69160"/>
                  <a:pt x="233641" y="70931"/>
                </a:cubicBezTo>
                <a:cubicBezTo>
                  <a:pt x="230333" y="72703"/>
                  <a:pt x="226449" y="73589"/>
                  <a:pt x="221990" y="73589"/>
                </a:cubicBezTo>
                <a:cubicBezTo>
                  <a:pt x="218152" y="73589"/>
                  <a:pt x="214661" y="72867"/>
                  <a:pt x="211517" y="71425"/>
                </a:cubicBezTo>
                <a:cubicBezTo>
                  <a:pt x="208374" y="69982"/>
                  <a:pt x="205687" y="67762"/>
                  <a:pt x="203458" y="64767"/>
                </a:cubicBezTo>
                <a:cubicBezTo>
                  <a:pt x="201228" y="61772"/>
                  <a:pt x="199510" y="57954"/>
                  <a:pt x="198304" y="53315"/>
                </a:cubicBezTo>
                <a:cubicBezTo>
                  <a:pt x="197097" y="48676"/>
                  <a:pt x="196494" y="43178"/>
                  <a:pt x="196494" y="36822"/>
                </a:cubicBezTo>
                <a:cubicBezTo>
                  <a:pt x="196494" y="31342"/>
                  <a:pt x="197052" y="26338"/>
                  <a:pt x="198167" y="21808"/>
                </a:cubicBezTo>
                <a:cubicBezTo>
                  <a:pt x="199281" y="17279"/>
                  <a:pt x="200945" y="13397"/>
                  <a:pt x="203156" y="10164"/>
                </a:cubicBezTo>
                <a:cubicBezTo>
                  <a:pt x="205367" y="6931"/>
                  <a:pt x="208136" y="4429"/>
                  <a:pt x="211462" y="2658"/>
                </a:cubicBezTo>
                <a:cubicBezTo>
                  <a:pt x="214789" y="886"/>
                  <a:pt x="218663" y="0"/>
                  <a:pt x="223086" y="0"/>
                </a:cubicBezTo>
                <a:cubicBezTo>
                  <a:pt x="226924" y="0"/>
                  <a:pt x="230415" y="721"/>
                  <a:pt x="233558" y="2164"/>
                </a:cubicBezTo>
                <a:cubicBezTo>
                  <a:pt x="236702" y="3607"/>
                  <a:pt x="239388" y="5836"/>
                  <a:pt x="241618" y="8849"/>
                </a:cubicBezTo>
                <a:cubicBezTo>
                  <a:pt x="243848" y="11863"/>
                  <a:pt x="245566" y="15689"/>
                  <a:pt x="246772" y="20329"/>
                </a:cubicBezTo>
                <a:cubicBezTo>
                  <a:pt x="247978" y="24968"/>
                  <a:pt x="248581" y="30466"/>
                  <a:pt x="248581" y="36822"/>
                </a:cubicBezTo>
                <a:moveTo>
                  <a:pt x="238932" y="37151"/>
                </a:moveTo>
                <a:cubicBezTo>
                  <a:pt x="238932" y="35909"/>
                  <a:pt x="238886" y="34676"/>
                  <a:pt x="238795" y="33452"/>
                </a:cubicBezTo>
                <a:cubicBezTo>
                  <a:pt x="238703" y="32228"/>
                  <a:pt x="238603" y="31032"/>
                  <a:pt x="238493" y="29863"/>
                </a:cubicBezTo>
                <a:lnTo>
                  <a:pt x="208173" y="52383"/>
                </a:lnTo>
                <a:cubicBezTo>
                  <a:pt x="208721" y="54283"/>
                  <a:pt x="209416" y="56036"/>
                  <a:pt x="210256" y="57644"/>
                </a:cubicBezTo>
                <a:cubicBezTo>
                  <a:pt x="211097" y="59251"/>
                  <a:pt x="212111" y="60630"/>
                  <a:pt x="213299" y="61781"/>
                </a:cubicBezTo>
                <a:cubicBezTo>
                  <a:pt x="214487" y="62931"/>
                  <a:pt x="215840" y="63826"/>
                  <a:pt x="217357" y="64466"/>
                </a:cubicBezTo>
                <a:cubicBezTo>
                  <a:pt x="218873" y="65105"/>
                  <a:pt x="220601" y="65425"/>
                  <a:pt x="222538" y="65425"/>
                </a:cubicBezTo>
                <a:cubicBezTo>
                  <a:pt x="225023" y="65425"/>
                  <a:pt x="227281" y="64822"/>
                  <a:pt x="229309" y="63616"/>
                </a:cubicBezTo>
                <a:cubicBezTo>
                  <a:pt x="231338" y="62411"/>
                  <a:pt x="233065" y="60621"/>
                  <a:pt x="234490" y="58246"/>
                </a:cubicBezTo>
                <a:cubicBezTo>
                  <a:pt x="235916" y="55872"/>
                  <a:pt x="237013" y="52922"/>
                  <a:pt x="237780" y="49397"/>
                </a:cubicBezTo>
                <a:cubicBezTo>
                  <a:pt x="238548" y="45872"/>
                  <a:pt x="238932" y="41790"/>
                  <a:pt x="238932" y="37151"/>
                </a:cubicBezTo>
                <a:moveTo>
                  <a:pt x="206144" y="36493"/>
                </a:moveTo>
                <a:cubicBezTo>
                  <a:pt x="206144" y="37626"/>
                  <a:pt x="206153" y="38758"/>
                  <a:pt x="206172" y="39890"/>
                </a:cubicBezTo>
                <a:cubicBezTo>
                  <a:pt x="206190" y="41023"/>
                  <a:pt x="206254" y="42119"/>
                  <a:pt x="206363" y="43178"/>
                </a:cubicBezTo>
                <a:lnTo>
                  <a:pt x="236684" y="20767"/>
                </a:lnTo>
                <a:cubicBezTo>
                  <a:pt x="236135" y="18904"/>
                  <a:pt x="235441" y="17205"/>
                  <a:pt x="234600" y="15671"/>
                </a:cubicBezTo>
                <a:cubicBezTo>
                  <a:pt x="233759" y="14137"/>
                  <a:pt x="232754" y="12813"/>
                  <a:pt x="231585" y="11699"/>
                </a:cubicBezTo>
                <a:cubicBezTo>
                  <a:pt x="230415" y="10584"/>
                  <a:pt x="229081" y="9717"/>
                  <a:pt x="227582" y="9096"/>
                </a:cubicBezTo>
                <a:cubicBezTo>
                  <a:pt x="226083" y="8475"/>
                  <a:pt x="224402" y="8164"/>
                  <a:pt x="222538" y="8164"/>
                </a:cubicBezTo>
                <a:cubicBezTo>
                  <a:pt x="220052" y="8164"/>
                  <a:pt x="217795" y="8767"/>
                  <a:pt x="215767" y="9973"/>
                </a:cubicBezTo>
                <a:cubicBezTo>
                  <a:pt x="213738" y="11178"/>
                  <a:pt x="212011" y="12977"/>
                  <a:pt x="210585" y="15370"/>
                </a:cubicBezTo>
                <a:cubicBezTo>
                  <a:pt x="209160" y="17763"/>
                  <a:pt x="208063" y="20721"/>
                  <a:pt x="207296" y="24247"/>
                </a:cubicBezTo>
                <a:cubicBezTo>
                  <a:pt x="206528" y="27772"/>
                  <a:pt x="206144" y="31854"/>
                  <a:pt x="206144" y="36493"/>
                </a:cubicBezTo>
                <a:close/>
                <a:moveTo>
                  <a:pt x="311832" y="72603"/>
                </a:moveTo>
                <a:lnTo>
                  <a:pt x="266817" y="72603"/>
                </a:lnTo>
                <a:lnTo>
                  <a:pt x="266817" y="63726"/>
                </a:lnTo>
                <a:lnTo>
                  <a:pt x="285240" y="63726"/>
                </a:lnTo>
                <a:lnTo>
                  <a:pt x="285240" y="11452"/>
                </a:lnTo>
                <a:lnTo>
                  <a:pt x="268078" y="20767"/>
                </a:lnTo>
                <a:lnTo>
                  <a:pt x="264569" y="12658"/>
                </a:lnTo>
                <a:lnTo>
                  <a:pt x="287378" y="658"/>
                </a:lnTo>
                <a:lnTo>
                  <a:pt x="295822" y="658"/>
                </a:lnTo>
                <a:lnTo>
                  <a:pt x="295822" y="63726"/>
                </a:lnTo>
                <a:lnTo>
                  <a:pt x="311832" y="63726"/>
                </a:lnTo>
                <a:lnTo>
                  <a:pt x="311832" y="72603"/>
                </a:lnTo>
                <a:close/>
                <a:moveTo>
                  <a:pt x="377933" y="72603"/>
                </a:moveTo>
                <a:lnTo>
                  <a:pt x="330726" y="72603"/>
                </a:lnTo>
                <a:lnTo>
                  <a:pt x="330726" y="64055"/>
                </a:lnTo>
                <a:lnTo>
                  <a:pt x="349258" y="45644"/>
                </a:lnTo>
                <a:cubicBezTo>
                  <a:pt x="352292" y="42648"/>
                  <a:pt x="354759" y="40055"/>
                  <a:pt x="356660" y="37863"/>
                </a:cubicBezTo>
                <a:cubicBezTo>
                  <a:pt x="358560" y="35671"/>
                  <a:pt x="360041" y="33671"/>
                  <a:pt x="361101" y="31863"/>
                </a:cubicBezTo>
                <a:cubicBezTo>
                  <a:pt x="362161" y="30055"/>
                  <a:pt x="362874" y="28347"/>
                  <a:pt x="363239" y="26740"/>
                </a:cubicBezTo>
                <a:cubicBezTo>
                  <a:pt x="363605" y="25132"/>
                  <a:pt x="363787" y="23397"/>
                  <a:pt x="363787" y="21534"/>
                </a:cubicBezTo>
                <a:cubicBezTo>
                  <a:pt x="363787" y="19781"/>
                  <a:pt x="363550" y="18110"/>
                  <a:pt x="363075" y="16521"/>
                </a:cubicBezTo>
                <a:cubicBezTo>
                  <a:pt x="362599" y="14931"/>
                  <a:pt x="361868" y="13534"/>
                  <a:pt x="360882" y="12329"/>
                </a:cubicBezTo>
                <a:cubicBezTo>
                  <a:pt x="359895" y="11123"/>
                  <a:pt x="358615" y="10174"/>
                  <a:pt x="357044" y="9479"/>
                </a:cubicBezTo>
                <a:cubicBezTo>
                  <a:pt x="355472" y="8785"/>
                  <a:pt x="353589" y="8438"/>
                  <a:pt x="351396" y="8438"/>
                </a:cubicBezTo>
                <a:cubicBezTo>
                  <a:pt x="348362" y="8438"/>
                  <a:pt x="345603" y="9114"/>
                  <a:pt x="343117" y="10466"/>
                </a:cubicBezTo>
                <a:cubicBezTo>
                  <a:pt x="340631" y="11817"/>
                  <a:pt x="338347" y="13571"/>
                  <a:pt x="336263" y="15726"/>
                </a:cubicBezTo>
                <a:lnTo>
                  <a:pt x="331000" y="9425"/>
                </a:lnTo>
                <a:cubicBezTo>
                  <a:pt x="333705" y="6575"/>
                  <a:pt x="336821" y="4292"/>
                  <a:pt x="340348" y="2575"/>
                </a:cubicBezTo>
                <a:cubicBezTo>
                  <a:pt x="343876" y="858"/>
                  <a:pt x="347979" y="0"/>
                  <a:pt x="352657" y="0"/>
                </a:cubicBezTo>
                <a:cubicBezTo>
                  <a:pt x="355837" y="0"/>
                  <a:pt x="358734" y="475"/>
                  <a:pt x="361348" y="1425"/>
                </a:cubicBezTo>
                <a:cubicBezTo>
                  <a:pt x="363961" y="2374"/>
                  <a:pt x="366218" y="3744"/>
                  <a:pt x="368119" y="5534"/>
                </a:cubicBezTo>
                <a:cubicBezTo>
                  <a:pt x="370020" y="7324"/>
                  <a:pt x="371491" y="9516"/>
                  <a:pt x="372533" y="12110"/>
                </a:cubicBezTo>
                <a:cubicBezTo>
                  <a:pt x="373574" y="14703"/>
                  <a:pt x="374095" y="17626"/>
                  <a:pt x="374095" y="20877"/>
                </a:cubicBezTo>
                <a:cubicBezTo>
                  <a:pt x="374095" y="23616"/>
                  <a:pt x="373730" y="26155"/>
                  <a:pt x="372999" y="28493"/>
                </a:cubicBezTo>
                <a:cubicBezTo>
                  <a:pt x="372268" y="30831"/>
                  <a:pt x="371162" y="33160"/>
                  <a:pt x="369681" y="35479"/>
                </a:cubicBezTo>
                <a:cubicBezTo>
                  <a:pt x="368201" y="37799"/>
                  <a:pt x="366337" y="40201"/>
                  <a:pt x="364089" y="42685"/>
                </a:cubicBezTo>
                <a:cubicBezTo>
                  <a:pt x="361841" y="45169"/>
                  <a:pt x="359182" y="47890"/>
                  <a:pt x="356111" y="50849"/>
                </a:cubicBezTo>
                <a:lnTo>
                  <a:pt x="343117" y="63507"/>
                </a:lnTo>
                <a:lnTo>
                  <a:pt x="377933" y="63507"/>
                </a:lnTo>
                <a:lnTo>
                  <a:pt x="377933" y="72603"/>
                </a:lnTo>
                <a:close/>
                <a:moveTo>
                  <a:pt x="442060" y="50849"/>
                </a:moveTo>
                <a:cubicBezTo>
                  <a:pt x="442060" y="53991"/>
                  <a:pt x="441421" y="56941"/>
                  <a:pt x="440141" y="59699"/>
                </a:cubicBezTo>
                <a:cubicBezTo>
                  <a:pt x="438862" y="62457"/>
                  <a:pt x="436943" y="64867"/>
                  <a:pt x="434384" y="66931"/>
                </a:cubicBezTo>
                <a:cubicBezTo>
                  <a:pt x="431826" y="68995"/>
                  <a:pt x="428609" y="70621"/>
                  <a:pt x="424735" y="71808"/>
                </a:cubicBezTo>
                <a:cubicBezTo>
                  <a:pt x="420860" y="72995"/>
                  <a:pt x="416346" y="73589"/>
                  <a:pt x="411192" y="73589"/>
                </a:cubicBezTo>
                <a:cubicBezTo>
                  <a:pt x="408341" y="73589"/>
                  <a:pt x="405782" y="73498"/>
                  <a:pt x="403516" y="73315"/>
                </a:cubicBezTo>
                <a:cubicBezTo>
                  <a:pt x="401250" y="73132"/>
                  <a:pt x="399130" y="72895"/>
                  <a:pt x="397156" y="72603"/>
                </a:cubicBezTo>
                <a:lnTo>
                  <a:pt x="397156" y="64055"/>
                </a:lnTo>
                <a:cubicBezTo>
                  <a:pt x="399422" y="64457"/>
                  <a:pt x="401816" y="64767"/>
                  <a:pt x="404338" y="64986"/>
                </a:cubicBezTo>
                <a:cubicBezTo>
                  <a:pt x="406860" y="65205"/>
                  <a:pt x="409437" y="65315"/>
                  <a:pt x="412069" y="65315"/>
                </a:cubicBezTo>
                <a:cubicBezTo>
                  <a:pt x="415651" y="65315"/>
                  <a:pt x="418713" y="64995"/>
                  <a:pt x="421253" y="64356"/>
                </a:cubicBezTo>
                <a:cubicBezTo>
                  <a:pt x="423793" y="63717"/>
                  <a:pt x="425868" y="62794"/>
                  <a:pt x="427476" y="61589"/>
                </a:cubicBezTo>
                <a:cubicBezTo>
                  <a:pt x="429084" y="60383"/>
                  <a:pt x="430254" y="58922"/>
                  <a:pt x="430985" y="57205"/>
                </a:cubicBezTo>
                <a:cubicBezTo>
                  <a:pt x="431716" y="55489"/>
                  <a:pt x="432082" y="53552"/>
                  <a:pt x="432082" y="51397"/>
                </a:cubicBezTo>
                <a:cubicBezTo>
                  <a:pt x="432082" y="49425"/>
                  <a:pt x="431643" y="47708"/>
                  <a:pt x="430766" y="46247"/>
                </a:cubicBezTo>
                <a:cubicBezTo>
                  <a:pt x="429888" y="44785"/>
                  <a:pt x="428655" y="43562"/>
                  <a:pt x="427065" y="42575"/>
                </a:cubicBezTo>
                <a:cubicBezTo>
                  <a:pt x="425475" y="41589"/>
                  <a:pt x="423574" y="40849"/>
                  <a:pt x="421363" y="40356"/>
                </a:cubicBezTo>
                <a:cubicBezTo>
                  <a:pt x="419151" y="39863"/>
                  <a:pt x="416730" y="39616"/>
                  <a:pt x="414098" y="39616"/>
                </a:cubicBezTo>
                <a:lnTo>
                  <a:pt x="405928" y="39616"/>
                </a:lnTo>
                <a:lnTo>
                  <a:pt x="405928" y="31781"/>
                </a:lnTo>
                <a:lnTo>
                  <a:pt x="414207" y="31781"/>
                </a:lnTo>
                <a:cubicBezTo>
                  <a:pt x="416364" y="31781"/>
                  <a:pt x="418329" y="31498"/>
                  <a:pt x="420102" y="30931"/>
                </a:cubicBezTo>
                <a:cubicBezTo>
                  <a:pt x="421874" y="30365"/>
                  <a:pt x="423391" y="29552"/>
                  <a:pt x="424652" y="28493"/>
                </a:cubicBezTo>
                <a:cubicBezTo>
                  <a:pt x="425913" y="27434"/>
                  <a:pt x="426882" y="26128"/>
                  <a:pt x="427558" y="24575"/>
                </a:cubicBezTo>
                <a:cubicBezTo>
                  <a:pt x="428234" y="23023"/>
                  <a:pt x="428573" y="21260"/>
                  <a:pt x="428573" y="19288"/>
                </a:cubicBezTo>
                <a:cubicBezTo>
                  <a:pt x="428573" y="15452"/>
                  <a:pt x="427403" y="12658"/>
                  <a:pt x="425064" y="10904"/>
                </a:cubicBezTo>
                <a:cubicBezTo>
                  <a:pt x="422724" y="9151"/>
                  <a:pt x="419288" y="8274"/>
                  <a:pt x="414756" y="8274"/>
                </a:cubicBezTo>
                <a:cubicBezTo>
                  <a:pt x="412343" y="8274"/>
                  <a:pt x="409858" y="8511"/>
                  <a:pt x="407299" y="8986"/>
                </a:cubicBezTo>
                <a:cubicBezTo>
                  <a:pt x="404740" y="9461"/>
                  <a:pt x="401999" y="10174"/>
                  <a:pt x="399075" y="11123"/>
                </a:cubicBezTo>
                <a:lnTo>
                  <a:pt x="399075" y="2795"/>
                </a:lnTo>
                <a:cubicBezTo>
                  <a:pt x="400318" y="2356"/>
                  <a:pt x="401643" y="1963"/>
                  <a:pt x="403050" y="1616"/>
                </a:cubicBezTo>
                <a:cubicBezTo>
                  <a:pt x="404457" y="1269"/>
                  <a:pt x="405864" y="977"/>
                  <a:pt x="407272" y="740"/>
                </a:cubicBezTo>
                <a:cubicBezTo>
                  <a:pt x="408679" y="502"/>
                  <a:pt x="410077" y="320"/>
                  <a:pt x="411466" y="192"/>
                </a:cubicBezTo>
                <a:cubicBezTo>
                  <a:pt x="412855" y="64"/>
                  <a:pt x="414189" y="0"/>
                  <a:pt x="415469" y="0"/>
                </a:cubicBezTo>
                <a:cubicBezTo>
                  <a:pt x="419270" y="0"/>
                  <a:pt x="422615" y="411"/>
                  <a:pt x="425502" y="1233"/>
                </a:cubicBezTo>
                <a:cubicBezTo>
                  <a:pt x="428390" y="2055"/>
                  <a:pt x="430802" y="3233"/>
                  <a:pt x="432740" y="4767"/>
                </a:cubicBezTo>
                <a:cubicBezTo>
                  <a:pt x="434677" y="6301"/>
                  <a:pt x="436139" y="8164"/>
                  <a:pt x="437126" y="10356"/>
                </a:cubicBezTo>
                <a:cubicBezTo>
                  <a:pt x="438113" y="12548"/>
                  <a:pt x="438606" y="15014"/>
                  <a:pt x="438606" y="17753"/>
                </a:cubicBezTo>
                <a:cubicBezTo>
                  <a:pt x="438606" y="21845"/>
                  <a:pt x="437555" y="25279"/>
                  <a:pt x="435454" y="28055"/>
                </a:cubicBezTo>
                <a:cubicBezTo>
                  <a:pt x="433352" y="30831"/>
                  <a:pt x="430473" y="33041"/>
                  <a:pt x="426818" y="34685"/>
                </a:cubicBezTo>
                <a:cubicBezTo>
                  <a:pt x="428682" y="34977"/>
                  <a:pt x="430519" y="35562"/>
                  <a:pt x="432328" y="36438"/>
                </a:cubicBezTo>
                <a:cubicBezTo>
                  <a:pt x="434138" y="37315"/>
                  <a:pt x="435764" y="38438"/>
                  <a:pt x="437208" y="39808"/>
                </a:cubicBezTo>
                <a:cubicBezTo>
                  <a:pt x="438652" y="41178"/>
                  <a:pt x="439822" y="42794"/>
                  <a:pt x="440717" y="44657"/>
                </a:cubicBezTo>
                <a:cubicBezTo>
                  <a:pt x="441613" y="46520"/>
                  <a:pt x="442060" y="48584"/>
                  <a:pt x="442060" y="50849"/>
                </a:cubicBezTo>
                <a:close/>
                <a:moveTo>
                  <a:pt x="512493" y="56767"/>
                </a:moveTo>
                <a:lnTo>
                  <a:pt x="500266" y="56767"/>
                </a:lnTo>
                <a:lnTo>
                  <a:pt x="500266" y="72603"/>
                </a:lnTo>
                <a:lnTo>
                  <a:pt x="490507" y="72603"/>
                </a:lnTo>
                <a:lnTo>
                  <a:pt x="490507" y="56767"/>
                </a:lnTo>
                <a:lnTo>
                  <a:pt x="456020" y="56767"/>
                </a:lnTo>
                <a:lnTo>
                  <a:pt x="456020" y="48383"/>
                </a:lnTo>
                <a:lnTo>
                  <a:pt x="486559" y="986"/>
                </a:lnTo>
                <a:lnTo>
                  <a:pt x="500266" y="986"/>
                </a:lnTo>
                <a:lnTo>
                  <a:pt x="500266" y="48383"/>
                </a:lnTo>
                <a:lnTo>
                  <a:pt x="512493" y="48383"/>
                </a:lnTo>
                <a:lnTo>
                  <a:pt x="512493" y="56767"/>
                </a:lnTo>
                <a:moveTo>
                  <a:pt x="490507" y="10192"/>
                </a:moveTo>
                <a:lnTo>
                  <a:pt x="465560" y="48383"/>
                </a:lnTo>
                <a:lnTo>
                  <a:pt x="490507" y="48383"/>
                </a:lnTo>
                <a:lnTo>
                  <a:pt x="490507" y="10192"/>
                </a:lnTo>
                <a:close/>
                <a:moveTo>
                  <a:pt x="572618" y="49699"/>
                </a:moveTo>
                <a:cubicBezTo>
                  <a:pt x="572618" y="53242"/>
                  <a:pt x="571851" y="56475"/>
                  <a:pt x="570316" y="59397"/>
                </a:cubicBezTo>
                <a:cubicBezTo>
                  <a:pt x="568780" y="62320"/>
                  <a:pt x="566670" y="64831"/>
                  <a:pt x="563983" y="66931"/>
                </a:cubicBezTo>
                <a:cubicBezTo>
                  <a:pt x="561296" y="69032"/>
                  <a:pt x="558125" y="70667"/>
                  <a:pt x="554470" y="71836"/>
                </a:cubicBezTo>
                <a:cubicBezTo>
                  <a:pt x="550815" y="73004"/>
                  <a:pt x="546867" y="73589"/>
                  <a:pt x="542627" y="73589"/>
                </a:cubicBezTo>
                <a:cubicBezTo>
                  <a:pt x="541567" y="73589"/>
                  <a:pt x="540425" y="73562"/>
                  <a:pt x="539200" y="73507"/>
                </a:cubicBezTo>
                <a:cubicBezTo>
                  <a:pt x="537976" y="73452"/>
                  <a:pt x="536761" y="73379"/>
                  <a:pt x="535554" y="73288"/>
                </a:cubicBezTo>
                <a:cubicBezTo>
                  <a:pt x="534348" y="73196"/>
                  <a:pt x="533169" y="73096"/>
                  <a:pt x="532018" y="72986"/>
                </a:cubicBezTo>
                <a:cubicBezTo>
                  <a:pt x="530866" y="72877"/>
                  <a:pt x="529834" y="72749"/>
                  <a:pt x="528920" y="72603"/>
                </a:cubicBezTo>
                <a:lnTo>
                  <a:pt x="528920" y="63945"/>
                </a:lnTo>
                <a:cubicBezTo>
                  <a:pt x="530894" y="64420"/>
                  <a:pt x="533151" y="64767"/>
                  <a:pt x="535691" y="64986"/>
                </a:cubicBezTo>
                <a:cubicBezTo>
                  <a:pt x="538232" y="65205"/>
                  <a:pt x="540800" y="65315"/>
                  <a:pt x="543395" y="65315"/>
                </a:cubicBezTo>
                <a:cubicBezTo>
                  <a:pt x="546319" y="65315"/>
                  <a:pt x="548951" y="64968"/>
                  <a:pt x="551290" y="64274"/>
                </a:cubicBezTo>
                <a:cubicBezTo>
                  <a:pt x="553629" y="63580"/>
                  <a:pt x="555622" y="62584"/>
                  <a:pt x="557266" y="61288"/>
                </a:cubicBezTo>
                <a:cubicBezTo>
                  <a:pt x="558911" y="59991"/>
                  <a:pt x="560172" y="58420"/>
                  <a:pt x="561050" y="56575"/>
                </a:cubicBezTo>
                <a:cubicBezTo>
                  <a:pt x="561927" y="54731"/>
                  <a:pt x="562365" y="52657"/>
                  <a:pt x="562365" y="50356"/>
                </a:cubicBezTo>
                <a:cubicBezTo>
                  <a:pt x="562365" y="45899"/>
                  <a:pt x="560766" y="42657"/>
                  <a:pt x="557568" y="40630"/>
                </a:cubicBezTo>
                <a:cubicBezTo>
                  <a:pt x="554370" y="38603"/>
                  <a:pt x="549773" y="37589"/>
                  <a:pt x="543779" y="37589"/>
                </a:cubicBezTo>
                <a:lnTo>
                  <a:pt x="530181" y="37589"/>
                </a:lnTo>
                <a:lnTo>
                  <a:pt x="530181" y="986"/>
                </a:lnTo>
                <a:lnTo>
                  <a:pt x="568780" y="986"/>
                </a:lnTo>
                <a:lnTo>
                  <a:pt x="568780" y="9315"/>
                </a:lnTo>
                <a:lnTo>
                  <a:pt x="539173" y="9315"/>
                </a:lnTo>
                <a:lnTo>
                  <a:pt x="539173" y="29425"/>
                </a:lnTo>
                <a:lnTo>
                  <a:pt x="545423" y="29425"/>
                </a:lnTo>
                <a:cubicBezTo>
                  <a:pt x="548859" y="29425"/>
                  <a:pt x="552204" y="29735"/>
                  <a:pt x="555457" y="30356"/>
                </a:cubicBezTo>
                <a:cubicBezTo>
                  <a:pt x="558710" y="30977"/>
                  <a:pt x="561607" y="32064"/>
                  <a:pt x="564147" y="33616"/>
                </a:cubicBezTo>
                <a:cubicBezTo>
                  <a:pt x="566688" y="35169"/>
                  <a:pt x="568735" y="37251"/>
                  <a:pt x="570288" y="39863"/>
                </a:cubicBezTo>
                <a:cubicBezTo>
                  <a:pt x="571842" y="42475"/>
                  <a:pt x="572618" y="45753"/>
                  <a:pt x="572618" y="49699"/>
                </a:cubicBezTo>
                <a:close/>
                <a:moveTo>
                  <a:pt x="639926" y="42192"/>
                </a:moveTo>
                <a:cubicBezTo>
                  <a:pt x="639926" y="43543"/>
                  <a:pt x="639907" y="44676"/>
                  <a:pt x="639871" y="45589"/>
                </a:cubicBezTo>
                <a:cubicBezTo>
                  <a:pt x="639834" y="46502"/>
                  <a:pt x="639779" y="47361"/>
                  <a:pt x="639706" y="48164"/>
                </a:cubicBezTo>
                <a:lnTo>
                  <a:pt x="601052" y="48164"/>
                </a:lnTo>
                <a:cubicBezTo>
                  <a:pt x="601052" y="53790"/>
                  <a:pt x="602624" y="58110"/>
                  <a:pt x="605767" y="61123"/>
                </a:cubicBezTo>
                <a:cubicBezTo>
                  <a:pt x="608911" y="64137"/>
                  <a:pt x="613443" y="65644"/>
                  <a:pt x="619365" y="65644"/>
                </a:cubicBezTo>
                <a:cubicBezTo>
                  <a:pt x="620973" y="65644"/>
                  <a:pt x="622582" y="65580"/>
                  <a:pt x="624190" y="65452"/>
                </a:cubicBezTo>
                <a:cubicBezTo>
                  <a:pt x="625798" y="65324"/>
                  <a:pt x="627352" y="65151"/>
                  <a:pt x="628850" y="64931"/>
                </a:cubicBezTo>
                <a:cubicBezTo>
                  <a:pt x="630349" y="64712"/>
                  <a:pt x="631784" y="64466"/>
                  <a:pt x="633154" y="64192"/>
                </a:cubicBezTo>
                <a:cubicBezTo>
                  <a:pt x="634525" y="63918"/>
                  <a:pt x="635795" y="63616"/>
                  <a:pt x="636965" y="63288"/>
                </a:cubicBezTo>
                <a:lnTo>
                  <a:pt x="636965" y="71123"/>
                </a:lnTo>
                <a:cubicBezTo>
                  <a:pt x="634370" y="71854"/>
                  <a:pt x="631436" y="72447"/>
                  <a:pt x="628165" y="72904"/>
                </a:cubicBezTo>
                <a:cubicBezTo>
                  <a:pt x="624894" y="73361"/>
                  <a:pt x="621503" y="73589"/>
                  <a:pt x="617994" y="73589"/>
                </a:cubicBezTo>
                <a:cubicBezTo>
                  <a:pt x="613279" y="73589"/>
                  <a:pt x="609222" y="72950"/>
                  <a:pt x="605822" y="71671"/>
                </a:cubicBezTo>
                <a:cubicBezTo>
                  <a:pt x="602423" y="70393"/>
                  <a:pt x="599636" y="68539"/>
                  <a:pt x="597461" y="66109"/>
                </a:cubicBezTo>
                <a:cubicBezTo>
                  <a:pt x="595286" y="63680"/>
                  <a:pt x="593678" y="60703"/>
                  <a:pt x="592636" y="57178"/>
                </a:cubicBezTo>
                <a:cubicBezTo>
                  <a:pt x="591594" y="53653"/>
                  <a:pt x="591073" y="49662"/>
                  <a:pt x="591073" y="45205"/>
                </a:cubicBezTo>
                <a:cubicBezTo>
                  <a:pt x="591073" y="41333"/>
                  <a:pt x="591631" y="37671"/>
                  <a:pt x="592746" y="34219"/>
                </a:cubicBezTo>
                <a:cubicBezTo>
                  <a:pt x="593861" y="30767"/>
                  <a:pt x="595487" y="27735"/>
                  <a:pt x="597625" y="25123"/>
                </a:cubicBezTo>
                <a:cubicBezTo>
                  <a:pt x="599764" y="22511"/>
                  <a:pt x="602386" y="20438"/>
                  <a:pt x="605493" y="18904"/>
                </a:cubicBezTo>
                <a:cubicBezTo>
                  <a:pt x="608600" y="17370"/>
                  <a:pt x="612128" y="16603"/>
                  <a:pt x="616075" y="16603"/>
                </a:cubicBezTo>
                <a:cubicBezTo>
                  <a:pt x="619913" y="16603"/>
                  <a:pt x="623313" y="17205"/>
                  <a:pt x="626273" y="18411"/>
                </a:cubicBezTo>
                <a:cubicBezTo>
                  <a:pt x="629234" y="19616"/>
                  <a:pt x="631729" y="21324"/>
                  <a:pt x="633757" y="23534"/>
                </a:cubicBezTo>
                <a:cubicBezTo>
                  <a:pt x="635786" y="25744"/>
                  <a:pt x="637321" y="28429"/>
                  <a:pt x="638363" y="31589"/>
                </a:cubicBezTo>
                <a:cubicBezTo>
                  <a:pt x="639405" y="34749"/>
                  <a:pt x="639926" y="38283"/>
                  <a:pt x="639926" y="42192"/>
                </a:cubicBezTo>
                <a:moveTo>
                  <a:pt x="630002" y="40822"/>
                </a:moveTo>
                <a:cubicBezTo>
                  <a:pt x="630111" y="38374"/>
                  <a:pt x="629874" y="36137"/>
                  <a:pt x="629289" y="34110"/>
                </a:cubicBezTo>
                <a:cubicBezTo>
                  <a:pt x="628704" y="32082"/>
                  <a:pt x="627799" y="30338"/>
                  <a:pt x="626575" y="28877"/>
                </a:cubicBezTo>
                <a:cubicBezTo>
                  <a:pt x="625350" y="27415"/>
                  <a:pt x="623824" y="26274"/>
                  <a:pt x="621997" y="25452"/>
                </a:cubicBezTo>
                <a:cubicBezTo>
                  <a:pt x="620169" y="24630"/>
                  <a:pt x="618049" y="24219"/>
                  <a:pt x="615637" y="24219"/>
                </a:cubicBezTo>
                <a:cubicBezTo>
                  <a:pt x="613553" y="24219"/>
                  <a:pt x="611652" y="24621"/>
                  <a:pt x="609934" y="25425"/>
                </a:cubicBezTo>
                <a:cubicBezTo>
                  <a:pt x="608216" y="26228"/>
                  <a:pt x="606736" y="27361"/>
                  <a:pt x="605493" y="28822"/>
                </a:cubicBezTo>
                <a:cubicBezTo>
                  <a:pt x="604251" y="30283"/>
                  <a:pt x="603245" y="32036"/>
                  <a:pt x="602478" y="34082"/>
                </a:cubicBezTo>
                <a:cubicBezTo>
                  <a:pt x="601710" y="36128"/>
                  <a:pt x="601235" y="38374"/>
                  <a:pt x="601052" y="40822"/>
                </a:cubicBezTo>
                <a:lnTo>
                  <a:pt x="630002" y="40822"/>
                </a:lnTo>
                <a:close/>
                <a:moveTo>
                  <a:pt x="707069" y="36822"/>
                </a:moveTo>
                <a:cubicBezTo>
                  <a:pt x="707069" y="42301"/>
                  <a:pt x="706520" y="47297"/>
                  <a:pt x="705424" y="51808"/>
                </a:cubicBezTo>
                <a:cubicBezTo>
                  <a:pt x="704327" y="56320"/>
                  <a:pt x="702664" y="60192"/>
                  <a:pt x="700434" y="63425"/>
                </a:cubicBezTo>
                <a:cubicBezTo>
                  <a:pt x="698205" y="66657"/>
                  <a:pt x="695436" y="69160"/>
                  <a:pt x="692128" y="70931"/>
                </a:cubicBezTo>
                <a:cubicBezTo>
                  <a:pt x="688820" y="72703"/>
                  <a:pt x="684936" y="73589"/>
                  <a:pt x="680477" y="73589"/>
                </a:cubicBezTo>
                <a:cubicBezTo>
                  <a:pt x="676639" y="73589"/>
                  <a:pt x="673148" y="72867"/>
                  <a:pt x="670005" y="71425"/>
                </a:cubicBezTo>
                <a:cubicBezTo>
                  <a:pt x="666861" y="69982"/>
                  <a:pt x="664174" y="67762"/>
                  <a:pt x="661945" y="64767"/>
                </a:cubicBezTo>
                <a:cubicBezTo>
                  <a:pt x="659715" y="61772"/>
                  <a:pt x="657997" y="57954"/>
                  <a:pt x="656791" y="53315"/>
                </a:cubicBezTo>
                <a:cubicBezTo>
                  <a:pt x="655585" y="48676"/>
                  <a:pt x="654982" y="43178"/>
                  <a:pt x="654982" y="36822"/>
                </a:cubicBezTo>
                <a:cubicBezTo>
                  <a:pt x="654982" y="31342"/>
                  <a:pt x="655539" y="26338"/>
                  <a:pt x="656654" y="21808"/>
                </a:cubicBezTo>
                <a:cubicBezTo>
                  <a:pt x="657769" y="17279"/>
                  <a:pt x="659432" y="13397"/>
                  <a:pt x="661643" y="10164"/>
                </a:cubicBezTo>
                <a:cubicBezTo>
                  <a:pt x="663855" y="6931"/>
                  <a:pt x="666623" y="4429"/>
                  <a:pt x="669950" y="2658"/>
                </a:cubicBezTo>
                <a:cubicBezTo>
                  <a:pt x="673276" y="886"/>
                  <a:pt x="677151" y="0"/>
                  <a:pt x="681573" y="0"/>
                </a:cubicBezTo>
                <a:cubicBezTo>
                  <a:pt x="685411" y="0"/>
                  <a:pt x="688902" y="721"/>
                  <a:pt x="692046" y="2164"/>
                </a:cubicBezTo>
                <a:cubicBezTo>
                  <a:pt x="695189" y="3607"/>
                  <a:pt x="697876" y="5836"/>
                  <a:pt x="700105" y="8849"/>
                </a:cubicBezTo>
                <a:cubicBezTo>
                  <a:pt x="702335" y="11863"/>
                  <a:pt x="704053" y="15689"/>
                  <a:pt x="705259" y="20329"/>
                </a:cubicBezTo>
                <a:cubicBezTo>
                  <a:pt x="706466" y="24968"/>
                  <a:pt x="707069" y="30466"/>
                  <a:pt x="707069" y="36822"/>
                </a:cubicBezTo>
                <a:moveTo>
                  <a:pt x="697419" y="37151"/>
                </a:moveTo>
                <a:cubicBezTo>
                  <a:pt x="697419" y="35909"/>
                  <a:pt x="697373" y="34676"/>
                  <a:pt x="697282" y="33452"/>
                </a:cubicBezTo>
                <a:cubicBezTo>
                  <a:pt x="697190" y="32228"/>
                  <a:pt x="697090" y="31032"/>
                  <a:pt x="696980" y="29863"/>
                </a:cubicBezTo>
                <a:lnTo>
                  <a:pt x="666660" y="52383"/>
                </a:lnTo>
                <a:cubicBezTo>
                  <a:pt x="667208" y="54283"/>
                  <a:pt x="667903" y="56036"/>
                  <a:pt x="668743" y="57644"/>
                </a:cubicBezTo>
                <a:cubicBezTo>
                  <a:pt x="669584" y="59251"/>
                  <a:pt x="670599" y="60630"/>
                  <a:pt x="671786" y="61781"/>
                </a:cubicBezTo>
                <a:cubicBezTo>
                  <a:pt x="672974" y="62931"/>
                  <a:pt x="674327" y="63826"/>
                  <a:pt x="675844" y="64466"/>
                </a:cubicBezTo>
                <a:cubicBezTo>
                  <a:pt x="677361" y="65105"/>
                  <a:pt x="679088" y="65425"/>
                  <a:pt x="681025" y="65425"/>
                </a:cubicBezTo>
                <a:cubicBezTo>
                  <a:pt x="683511" y="65425"/>
                  <a:pt x="685768" y="64822"/>
                  <a:pt x="687796" y="63616"/>
                </a:cubicBezTo>
                <a:cubicBezTo>
                  <a:pt x="689825" y="62411"/>
                  <a:pt x="691552" y="60621"/>
                  <a:pt x="692978" y="58246"/>
                </a:cubicBezTo>
                <a:cubicBezTo>
                  <a:pt x="694403" y="55872"/>
                  <a:pt x="695500" y="52922"/>
                  <a:pt x="696267" y="49397"/>
                </a:cubicBezTo>
                <a:cubicBezTo>
                  <a:pt x="697035" y="45872"/>
                  <a:pt x="697419" y="41790"/>
                  <a:pt x="697419" y="37151"/>
                </a:cubicBezTo>
                <a:moveTo>
                  <a:pt x="664631" y="36493"/>
                </a:moveTo>
                <a:cubicBezTo>
                  <a:pt x="664631" y="37626"/>
                  <a:pt x="664640" y="38758"/>
                  <a:pt x="664659" y="39890"/>
                </a:cubicBezTo>
                <a:cubicBezTo>
                  <a:pt x="664677" y="41023"/>
                  <a:pt x="664741" y="42119"/>
                  <a:pt x="664851" y="43178"/>
                </a:cubicBezTo>
                <a:lnTo>
                  <a:pt x="695171" y="20767"/>
                </a:lnTo>
                <a:cubicBezTo>
                  <a:pt x="694623" y="18904"/>
                  <a:pt x="693928" y="17205"/>
                  <a:pt x="693087" y="15671"/>
                </a:cubicBezTo>
                <a:cubicBezTo>
                  <a:pt x="692247" y="14137"/>
                  <a:pt x="691241" y="12813"/>
                  <a:pt x="690072" y="11699"/>
                </a:cubicBezTo>
                <a:cubicBezTo>
                  <a:pt x="688902" y="10584"/>
                  <a:pt x="687568" y="9717"/>
                  <a:pt x="686069" y="9096"/>
                </a:cubicBezTo>
                <a:cubicBezTo>
                  <a:pt x="684571" y="8475"/>
                  <a:pt x="682889" y="8164"/>
                  <a:pt x="681025" y="8164"/>
                </a:cubicBezTo>
                <a:cubicBezTo>
                  <a:pt x="678540" y="8164"/>
                  <a:pt x="676282" y="8767"/>
                  <a:pt x="674254" y="9973"/>
                </a:cubicBezTo>
                <a:cubicBezTo>
                  <a:pt x="672225" y="11178"/>
                  <a:pt x="670498" y="12977"/>
                  <a:pt x="669072" y="15370"/>
                </a:cubicBezTo>
                <a:cubicBezTo>
                  <a:pt x="667647" y="17763"/>
                  <a:pt x="666550" y="20721"/>
                  <a:pt x="665783" y="24247"/>
                </a:cubicBezTo>
                <a:cubicBezTo>
                  <a:pt x="665015" y="27772"/>
                  <a:pt x="664631" y="31854"/>
                  <a:pt x="664631" y="36493"/>
                </a:cubicBezTo>
                <a:close/>
                <a:moveTo>
                  <a:pt x="772567" y="36822"/>
                </a:moveTo>
                <a:cubicBezTo>
                  <a:pt x="772567" y="42301"/>
                  <a:pt x="772019" y="47297"/>
                  <a:pt x="770922" y="51808"/>
                </a:cubicBezTo>
                <a:cubicBezTo>
                  <a:pt x="769825" y="56320"/>
                  <a:pt x="768162" y="60192"/>
                  <a:pt x="765933" y="63425"/>
                </a:cubicBezTo>
                <a:cubicBezTo>
                  <a:pt x="763703" y="66657"/>
                  <a:pt x="760934" y="69160"/>
                  <a:pt x="757626" y="70931"/>
                </a:cubicBezTo>
                <a:cubicBezTo>
                  <a:pt x="754318" y="72703"/>
                  <a:pt x="750434" y="73589"/>
                  <a:pt x="745975" y="73589"/>
                </a:cubicBezTo>
                <a:cubicBezTo>
                  <a:pt x="742137" y="73589"/>
                  <a:pt x="738646" y="72867"/>
                  <a:pt x="735503" y="71425"/>
                </a:cubicBezTo>
                <a:cubicBezTo>
                  <a:pt x="732359" y="69982"/>
                  <a:pt x="729673" y="67762"/>
                  <a:pt x="727443" y="64767"/>
                </a:cubicBezTo>
                <a:cubicBezTo>
                  <a:pt x="725213" y="61772"/>
                  <a:pt x="723495" y="57954"/>
                  <a:pt x="722289" y="53315"/>
                </a:cubicBezTo>
                <a:cubicBezTo>
                  <a:pt x="721083" y="48676"/>
                  <a:pt x="720480" y="43178"/>
                  <a:pt x="720480" y="36822"/>
                </a:cubicBezTo>
                <a:cubicBezTo>
                  <a:pt x="720480" y="31342"/>
                  <a:pt x="721037" y="26338"/>
                  <a:pt x="722152" y="21808"/>
                </a:cubicBezTo>
                <a:cubicBezTo>
                  <a:pt x="723267" y="17279"/>
                  <a:pt x="724930" y="13397"/>
                  <a:pt x="727141" y="10164"/>
                </a:cubicBezTo>
                <a:cubicBezTo>
                  <a:pt x="729353" y="6931"/>
                  <a:pt x="732122" y="4429"/>
                  <a:pt x="735448" y="2658"/>
                </a:cubicBezTo>
                <a:cubicBezTo>
                  <a:pt x="738774" y="886"/>
                  <a:pt x="742649" y="0"/>
                  <a:pt x="747072" y="0"/>
                </a:cubicBezTo>
                <a:cubicBezTo>
                  <a:pt x="750910" y="0"/>
                  <a:pt x="754400" y="721"/>
                  <a:pt x="757544" y="2164"/>
                </a:cubicBezTo>
                <a:cubicBezTo>
                  <a:pt x="760687" y="3607"/>
                  <a:pt x="763374" y="5836"/>
                  <a:pt x="765604" y="8849"/>
                </a:cubicBezTo>
                <a:cubicBezTo>
                  <a:pt x="767833" y="11863"/>
                  <a:pt x="769551" y="15689"/>
                  <a:pt x="770758" y="20329"/>
                </a:cubicBezTo>
                <a:cubicBezTo>
                  <a:pt x="771964" y="24968"/>
                  <a:pt x="772567" y="30466"/>
                  <a:pt x="772567" y="36822"/>
                </a:cubicBezTo>
                <a:moveTo>
                  <a:pt x="762917" y="37151"/>
                </a:moveTo>
                <a:cubicBezTo>
                  <a:pt x="762917" y="35909"/>
                  <a:pt x="762871" y="34676"/>
                  <a:pt x="762780" y="33452"/>
                </a:cubicBezTo>
                <a:cubicBezTo>
                  <a:pt x="762689" y="32228"/>
                  <a:pt x="762588" y="31032"/>
                  <a:pt x="762478" y="29863"/>
                </a:cubicBezTo>
                <a:lnTo>
                  <a:pt x="732158" y="52383"/>
                </a:lnTo>
                <a:cubicBezTo>
                  <a:pt x="732707" y="54283"/>
                  <a:pt x="733401" y="56036"/>
                  <a:pt x="734242" y="57644"/>
                </a:cubicBezTo>
                <a:cubicBezTo>
                  <a:pt x="735082" y="59251"/>
                  <a:pt x="736097" y="60630"/>
                  <a:pt x="737285" y="61781"/>
                </a:cubicBezTo>
                <a:cubicBezTo>
                  <a:pt x="738473" y="62931"/>
                  <a:pt x="739825" y="63826"/>
                  <a:pt x="741342" y="64466"/>
                </a:cubicBezTo>
                <a:cubicBezTo>
                  <a:pt x="742859" y="65105"/>
                  <a:pt x="744586" y="65425"/>
                  <a:pt x="746523" y="65425"/>
                </a:cubicBezTo>
                <a:cubicBezTo>
                  <a:pt x="749009" y="65425"/>
                  <a:pt x="751266" y="64822"/>
                  <a:pt x="753295" y="63616"/>
                </a:cubicBezTo>
                <a:cubicBezTo>
                  <a:pt x="755323" y="62411"/>
                  <a:pt x="757050" y="60621"/>
                  <a:pt x="758476" y="58246"/>
                </a:cubicBezTo>
                <a:cubicBezTo>
                  <a:pt x="759902" y="55872"/>
                  <a:pt x="760998" y="52922"/>
                  <a:pt x="761766" y="49397"/>
                </a:cubicBezTo>
                <a:cubicBezTo>
                  <a:pt x="762533" y="45872"/>
                  <a:pt x="762917" y="41790"/>
                  <a:pt x="762917" y="37151"/>
                </a:cubicBezTo>
                <a:moveTo>
                  <a:pt x="730130" y="36493"/>
                </a:moveTo>
                <a:cubicBezTo>
                  <a:pt x="730130" y="37626"/>
                  <a:pt x="730139" y="38758"/>
                  <a:pt x="730157" y="39890"/>
                </a:cubicBezTo>
                <a:cubicBezTo>
                  <a:pt x="730175" y="41023"/>
                  <a:pt x="730239" y="42119"/>
                  <a:pt x="730349" y="43178"/>
                </a:cubicBezTo>
                <a:lnTo>
                  <a:pt x="760669" y="20767"/>
                </a:lnTo>
                <a:cubicBezTo>
                  <a:pt x="760121" y="18904"/>
                  <a:pt x="759426" y="17205"/>
                  <a:pt x="758586" y="15671"/>
                </a:cubicBezTo>
                <a:cubicBezTo>
                  <a:pt x="757745" y="14137"/>
                  <a:pt x="756740" y="12813"/>
                  <a:pt x="755570" y="11699"/>
                </a:cubicBezTo>
                <a:cubicBezTo>
                  <a:pt x="754400" y="10584"/>
                  <a:pt x="753066" y="9717"/>
                  <a:pt x="751568" y="9096"/>
                </a:cubicBezTo>
                <a:cubicBezTo>
                  <a:pt x="750069" y="8475"/>
                  <a:pt x="748388" y="8164"/>
                  <a:pt x="746523" y="8164"/>
                </a:cubicBezTo>
                <a:cubicBezTo>
                  <a:pt x="744038" y="8164"/>
                  <a:pt x="741781" y="8767"/>
                  <a:pt x="739752" y="9973"/>
                </a:cubicBezTo>
                <a:cubicBezTo>
                  <a:pt x="737723" y="11178"/>
                  <a:pt x="735996" y="12977"/>
                  <a:pt x="734571" y="15370"/>
                </a:cubicBezTo>
                <a:cubicBezTo>
                  <a:pt x="733145" y="17763"/>
                  <a:pt x="732049" y="20721"/>
                  <a:pt x="731281" y="24247"/>
                </a:cubicBezTo>
                <a:cubicBezTo>
                  <a:pt x="730513" y="27772"/>
                  <a:pt x="730130" y="31854"/>
                  <a:pt x="730130" y="36493"/>
                </a:cubicBezTo>
                <a:close/>
                <a:moveTo>
                  <a:pt x="812022" y="16603"/>
                </a:moveTo>
                <a:cubicBezTo>
                  <a:pt x="813155" y="16603"/>
                  <a:pt x="814233" y="16831"/>
                  <a:pt x="815256" y="17288"/>
                </a:cubicBezTo>
                <a:cubicBezTo>
                  <a:pt x="816280" y="17744"/>
                  <a:pt x="817175" y="18356"/>
                  <a:pt x="817943" y="19123"/>
                </a:cubicBezTo>
                <a:cubicBezTo>
                  <a:pt x="818711" y="19890"/>
                  <a:pt x="819323" y="20785"/>
                  <a:pt x="819780" y="21808"/>
                </a:cubicBezTo>
                <a:cubicBezTo>
                  <a:pt x="820237" y="22831"/>
                  <a:pt x="820465" y="23909"/>
                  <a:pt x="820465" y="25041"/>
                </a:cubicBezTo>
                <a:cubicBezTo>
                  <a:pt x="820465" y="26210"/>
                  <a:pt x="820237" y="27297"/>
                  <a:pt x="819780" y="28301"/>
                </a:cubicBezTo>
                <a:cubicBezTo>
                  <a:pt x="819323" y="29306"/>
                  <a:pt x="818711" y="30192"/>
                  <a:pt x="817943" y="30959"/>
                </a:cubicBezTo>
                <a:cubicBezTo>
                  <a:pt x="817175" y="31726"/>
                  <a:pt x="816280" y="32329"/>
                  <a:pt x="815256" y="32767"/>
                </a:cubicBezTo>
                <a:cubicBezTo>
                  <a:pt x="814233" y="33205"/>
                  <a:pt x="813155" y="33425"/>
                  <a:pt x="812022" y="33425"/>
                </a:cubicBezTo>
                <a:cubicBezTo>
                  <a:pt x="810852" y="33425"/>
                  <a:pt x="809764" y="33205"/>
                  <a:pt x="808759" y="32767"/>
                </a:cubicBezTo>
                <a:cubicBezTo>
                  <a:pt x="807754" y="32329"/>
                  <a:pt x="806868" y="31726"/>
                  <a:pt x="806100" y="30959"/>
                </a:cubicBezTo>
                <a:cubicBezTo>
                  <a:pt x="805332" y="30192"/>
                  <a:pt x="804729" y="29306"/>
                  <a:pt x="804291" y="28301"/>
                </a:cubicBezTo>
                <a:cubicBezTo>
                  <a:pt x="803852" y="27297"/>
                  <a:pt x="803633" y="26210"/>
                  <a:pt x="803633" y="25041"/>
                </a:cubicBezTo>
                <a:cubicBezTo>
                  <a:pt x="803633" y="23909"/>
                  <a:pt x="803852" y="22831"/>
                  <a:pt x="804291" y="21808"/>
                </a:cubicBezTo>
                <a:cubicBezTo>
                  <a:pt x="804729" y="20785"/>
                  <a:pt x="805332" y="19890"/>
                  <a:pt x="806100" y="19123"/>
                </a:cubicBezTo>
                <a:cubicBezTo>
                  <a:pt x="806868" y="18356"/>
                  <a:pt x="807754" y="17744"/>
                  <a:pt x="808759" y="17288"/>
                </a:cubicBezTo>
                <a:cubicBezTo>
                  <a:pt x="809764" y="16831"/>
                  <a:pt x="810852" y="16603"/>
                  <a:pt x="812022" y="16603"/>
                </a:cubicBezTo>
                <a:moveTo>
                  <a:pt x="812022" y="56767"/>
                </a:moveTo>
                <a:cubicBezTo>
                  <a:pt x="813155" y="56767"/>
                  <a:pt x="814233" y="56995"/>
                  <a:pt x="815256" y="57452"/>
                </a:cubicBezTo>
                <a:cubicBezTo>
                  <a:pt x="816280" y="57909"/>
                  <a:pt x="817175" y="58520"/>
                  <a:pt x="817943" y="59288"/>
                </a:cubicBezTo>
                <a:cubicBezTo>
                  <a:pt x="818711" y="60055"/>
                  <a:pt x="819323" y="60950"/>
                  <a:pt x="819780" y="61973"/>
                </a:cubicBezTo>
                <a:cubicBezTo>
                  <a:pt x="820237" y="62995"/>
                  <a:pt x="820465" y="64073"/>
                  <a:pt x="820465" y="65205"/>
                </a:cubicBezTo>
                <a:cubicBezTo>
                  <a:pt x="820465" y="66374"/>
                  <a:pt x="820237" y="67461"/>
                  <a:pt x="819780" y="68466"/>
                </a:cubicBezTo>
                <a:cubicBezTo>
                  <a:pt x="819323" y="69470"/>
                  <a:pt x="818711" y="70356"/>
                  <a:pt x="817943" y="71123"/>
                </a:cubicBezTo>
                <a:cubicBezTo>
                  <a:pt x="817175" y="71890"/>
                  <a:pt x="816280" y="72493"/>
                  <a:pt x="815256" y="72931"/>
                </a:cubicBezTo>
                <a:cubicBezTo>
                  <a:pt x="814233" y="73370"/>
                  <a:pt x="813155" y="73589"/>
                  <a:pt x="812022" y="73589"/>
                </a:cubicBezTo>
                <a:cubicBezTo>
                  <a:pt x="810852" y="73589"/>
                  <a:pt x="809764" y="73370"/>
                  <a:pt x="808759" y="72931"/>
                </a:cubicBezTo>
                <a:cubicBezTo>
                  <a:pt x="807754" y="72493"/>
                  <a:pt x="806868" y="71890"/>
                  <a:pt x="806100" y="71123"/>
                </a:cubicBezTo>
                <a:cubicBezTo>
                  <a:pt x="805332" y="70356"/>
                  <a:pt x="804729" y="69470"/>
                  <a:pt x="804291" y="68466"/>
                </a:cubicBezTo>
                <a:cubicBezTo>
                  <a:pt x="803852" y="67461"/>
                  <a:pt x="803633" y="66374"/>
                  <a:pt x="803633" y="65205"/>
                </a:cubicBezTo>
                <a:cubicBezTo>
                  <a:pt x="803633" y="64073"/>
                  <a:pt x="803852" y="62995"/>
                  <a:pt x="804291" y="61973"/>
                </a:cubicBezTo>
                <a:cubicBezTo>
                  <a:pt x="804729" y="60950"/>
                  <a:pt x="805332" y="60055"/>
                  <a:pt x="806100" y="59288"/>
                </a:cubicBezTo>
                <a:cubicBezTo>
                  <a:pt x="806868" y="58520"/>
                  <a:pt x="807754" y="57909"/>
                  <a:pt x="808759" y="57452"/>
                </a:cubicBezTo>
                <a:cubicBezTo>
                  <a:pt x="809764" y="56995"/>
                  <a:pt x="810852" y="56767"/>
                  <a:pt x="812022" y="56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nop">
            <a:extLst xmlns:a="http://schemas.openxmlformats.org/drawingml/2006/main">
              <a:ext uri="{FF2B5EF4-FFF2-40B4-BE49-F238E27FC236}">
                <a16:creationId xmlns:a16="http://schemas.microsoft.com/office/drawing/2014/main" id="{CBAA00E8-EE4F-49F0-BAE0-D88ADF07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818" y="1959084"/>
            <a:ext cx="178039" cy="78466"/>
          </a:xfrm>
          <a:custGeom xmlns:a="http://schemas.openxmlformats.org/drawingml/2006/main">
            <a:pathLst>
              <a:path w="178039" h="78466">
                <a:moveTo>
                  <a:pt x="0" y="986"/>
                </a:moveTo>
                <a:lnTo>
                  <a:pt x="8498" y="986"/>
                </a:lnTo>
                <a:lnTo>
                  <a:pt x="8882" y="9863"/>
                </a:lnTo>
                <a:cubicBezTo>
                  <a:pt x="10491" y="7963"/>
                  <a:pt x="12044" y="6384"/>
                  <a:pt x="13543" y="5123"/>
                </a:cubicBezTo>
                <a:cubicBezTo>
                  <a:pt x="15041" y="3863"/>
                  <a:pt x="16513" y="2849"/>
                  <a:pt x="17956" y="2082"/>
                </a:cubicBezTo>
                <a:cubicBezTo>
                  <a:pt x="19400" y="1315"/>
                  <a:pt x="20871" y="776"/>
                  <a:pt x="22370" y="466"/>
                </a:cubicBezTo>
                <a:cubicBezTo>
                  <a:pt x="23869" y="155"/>
                  <a:pt x="25422" y="0"/>
                  <a:pt x="27030" y="0"/>
                </a:cubicBezTo>
                <a:cubicBezTo>
                  <a:pt x="32696" y="0"/>
                  <a:pt x="36982" y="1671"/>
                  <a:pt x="39888" y="5014"/>
                </a:cubicBezTo>
                <a:cubicBezTo>
                  <a:pt x="42794" y="8356"/>
                  <a:pt x="44247" y="13388"/>
                  <a:pt x="44247" y="20110"/>
                </a:cubicBezTo>
                <a:lnTo>
                  <a:pt x="44247" y="56000"/>
                </a:lnTo>
                <a:lnTo>
                  <a:pt x="34706" y="56000"/>
                </a:lnTo>
                <a:lnTo>
                  <a:pt x="34706" y="20877"/>
                </a:lnTo>
                <a:cubicBezTo>
                  <a:pt x="34706" y="16566"/>
                  <a:pt x="33902" y="13379"/>
                  <a:pt x="32294" y="11315"/>
                </a:cubicBezTo>
                <a:cubicBezTo>
                  <a:pt x="30686" y="9251"/>
                  <a:pt x="28292" y="8219"/>
                  <a:pt x="25111" y="8219"/>
                </a:cubicBezTo>
                <a:cubicBezTo>
                  <a:pt x="23942" y="8219"/>
                  <a:pt x="22800" y="8393"/>
                  <a:pt x="21685" y="8740"/>
                </a:cubicBezTo>
                <a:cubicBezTo>
                  <a:pt x="20570" y="9087"/>
                  <a:pt x="19409" y="9689"/>
                  <a:pt x="18203" y="10548"/>
                </a:cubicBezTo>
                <a:cubicBezTo>
                  <a:pt x="16997" y="11406"/>
                  <a:pt x="15690" y="12566"/>
                  <a:pt x="14283" y="14027"/>
                </a:cubicBezTo>
                <a:cubicBezTo>
                  <a:pt x="12876" y="15489"/>
                  <a:pt x="11295" y="17315"/>
                  <a:pt x="9540" y="19507"/>
                </a:cubicBezTo>
                <a:lnTo>
                  <a:pt x="9540" y="56000"/>
                </a:lnTo>
                <a:lnTo>
                  <a:pt x="0" y="56000"/>
                </a:lnTo>
                <a:lnTo>
                  <a:pt x="0" y="986"/>
                </a:lnTo>
                <a:close/>
                <a:moveTo>
                  <a:pt x="113418" y="28055"/>
                </a:moveTo>
                <a:cubicBezTo>
                  <a:pt x="113418" y="32329"/>
                  <a:pt x="112815" y="36247"/>
                  <a:pt x="111609" y="39808"/>
                </a:cubicBezTo>
                <a:cubicBezTo>
                  <a:pt x="110403" y="43370"/>
                  <a:pt x="108666" y="46420"/>
                  <a:pt x="106400" y="48959"/>
                </a:cubicBezTo>
                <a:cubicBezTo>
                  <a:pt x="104134" y="51498"/>
                  <a:pt x="101374" y="53470"/>
                  <a:pt x="98121" y="54877"/>
                </a:cubicBezTo>
                <a:cubicBezTo>
                  <a:pt x="94868" y="56283"/>
                  <a:pt x="91176" y="56986"/>
                  <a:pt x="87046" y="56986"/>
                </a:cubicBezTo>
                <a:cubicBezTo>
                  <a:pt x="83098" y="56986"/>
                  <a:pt x="79561" y="56374"/>
                  <a:pt x="76436" y="55151"/>
                </a:cubicBezTo>
                <a:cubicBezTo>
                  <a:pt x="73311" y="53927"/>
                  <a:pt x="70661" y="52128"/>
                  <a:pt x="68486" y="49753"/>
                </a:cubicBezTo>
                <a:cubicBezTo>
                  <a:pt x="66311" y="47379"/>
                  <a:pt x="64648" y="44438"/>
                  <a:pt x="63497" y="40931"/>
                </a:cubicBezTo>
                <a:cubicBezTo>
                  <a:pt x="62345" y="37425"/>
                  <a:pt x="61770" y="33388"/>
                  <a:pt x="61770" y="28822"/>
                </a:cubicBezTo>
                <a:cubicBezTo>
                  <a:pt x="61770" y="24548"/>
                  <a:pt x="62373" y="20648"/>
                  <a:pt x="63579" y="17123"/>
                </a:cubicBezTo>
                <a:cubicBezTo>
                  <a:pt x="64785" y="13598"/>
                  <a:pt x="66521" y="10566"/>
                  <a:pt x="68788" y="8027"/>
                </a:cubicBezTo>
                <a:cubicBezTo>
                  <a:pt x="71054" y="5489"/>
                  <a:pt x="73814" y="3516"/>
                  <a:pt x="77067" y="2110"/>
                </a:cubicBezTo>
                <a:cubicBezTo>
                  <a:pt x="80320" y="703"/>
                  <a:pt x="84012" y="0"/>
                  <a:pt x="88142" y="0"/>
                </a:cubicBezTo>
                <a:cubicBezTo>
                  <a:pt x="92090" y="0"/>
                  <a:pt x="95626" y="612"/>
                  <a:pt x="98751" y="1836"/>
                </a:cubicBezTo>
                <a:cubicBezTo>
                  <a:pt x="101877" y="3059"/>
                  <a:pt x="104527" y="4849"/>
                  <a:pt x="106702" y="7205"/>
                </a:cubicBezTo>
                <a:cubicBezTo>
                  <a:pt x="108876" y="9562"/>
                  <a:pt x="110540" y="12493"/>
                  <a:pt x="111691" y="16000"/>
                </a:cubicBezTo>
                <a:cubicBezTo>
                  <a:pt x="112842" y="19507"/>
                  <a:pt x="113418" y="23525"/>
                  <a:pt x="113418" y="28055"/>
                </a:cubicBezTo>
                <a:moveTo>
                  <a:pt x="103659" y="28493"/>
                </a:moveTo>
                <a:cubicBezTo>
                  <a:pt x="103659" y="25096"/>
                  <a:pt x="103284" y="22128"/>
                  <a:pt x="102535" y="19589"/>
                </a:cubicBezTo>
                <a:cubicBezTo>
                  <a:pt x="101785" y="17050"/>
                  <a:pt x="100716" y="14931"/>
                  <a:pt x="99327" y="13233"/>
                </a:cubicBezTo>
                <a:cubicBezTo>
                  <a:pt x="97938" y="11534"/>
                  <a:pt x="96248" y="10256"/>
                  <a:pt x="94255" y="9397"/>
                </a:cubicBezTo>
                <a:cubicBezTo>
                  <a:pt x="92263" y="8539"/>
                  <a:pt x="90043" y="8110"/>
                  <a:pt x="87594" y="8110"/>
                </a:cubicBezTo>
                <a:cubicBezTo>
                  <a:pt x="84743" y="8110"/>
                  <a:pt x="82303" y="8667"/>
                  <a:pt x="80274" y="9781"/>
                </a:cubicBezTo>
                <a:cubicBezTo>
                  <a:pt x="78246" y="10895"/>
                  <a:pt x="76582" y="12384"/>
                  <a:pt x="75285" y="14247"/>
                </a:cubicBezTo>
                <a:cubicBezTo>
                  <a:pt x="73987" y="16110"/>
                  <a:pt x="73037" y="18274"/>
                  <a:pt x="72434" y="20740"/>
                </a:cubicBezTo>
                <a:cubicBezTo>
                  <a:pt x="71831" y="23205"/>
                  <a:pt x="71529" y="25790"/>
                  <a:pt x="71529" y="28493"/>
                </a:cubicBezTo>
                <a:cubicBezTo>
                  <a:pt x="71529" y="31890"/>
                  <a:pt x="71904" y="34868"/>
                  <a:pt x="72653" y="37425"/>
                </a:cubicBezTo>
                <a:cubicBezTo>
                  <a:pt x="73402" y="39982"/>
                  <a:pt x="74472" y="42110"/>
                  <a:pt x="75861" y="43808"/>
                </a:cubicBezTo>
                <a:cubicBezTo>
                  <a:pt x="77249" y="45507"/>
                  <a:pt x="78931" y="46785"/>
                  <a:pt x="80905" y="47644"/>
                </a:cubicBezTo>
                <a:cubicBezTo>
                  <a:pt x="82879" y="48502"/>
                  <a:pt x="85108" y="48931"/>
                  <a:pt x="87594" y="48931"/>
                </a:cubicBezTo>
                <a:cubicBezTo>
                  <a:pt x="90445" y="48931"/>
                  <a:pt x="92885" y="48374"/>
                  <a:pt x="94913" y="47260"/>
                </a:cubicBezTo>
                <a:cubicBezTo>
                  <a:pt x="96942" y="46146"/>
                  <a:pt x="98605" y="44657"/>
                  <a:pt x="99903" y="42794"/>
                </a:cubicBezTo>
                <a:cubicBezTo>
                  <a:pt x="101200" y="40931"/>
                  <a:pt x="102151" y="38767"/>
                  <a:pt x="102754" y="36301"/>
                </a:cubicBezTo>
                <a:cubicBezTo>
                  <a:pt x="103357" y="33836"/>
                  <a:pt x="103659" y="31233"/>
                  <a:pt x="103659" y="28493"/>
                </a:cubicBezTo>
                <a:close/>
                <a:moveTo>
                  <a:pt x="178039" y="27507"/>
                </a:moveTo>
                <a:cubicBezTo>
                  <a:pt x="178039" y="32402"/>
                  <a:pt x="177353" y="36676"/>
                  <a:pt x="175983" y="40329"/>
                </a:cubicBezTo>
                <a:cubicBezTo>
                  <a:pt x="174612" y="43982"/>
                  <a:pt x="172720" y="47014"/>
                  <a:pt x="170308" y="49425"/>
                </a:cubicBezTo>
                <a:cubicBezTo>
                  <a:pt x="167895" y="51836"/>
                  <a:pt x="165044" y="53644"/>
                  <a:pt x="161755" y="54849"/>
                </a:cubicBezTo>
                <a:cubicBezTo>
                  <a:pt x="158465" y="56055"/>
                  <a:pt x="154901" y="56657"/>
                  <a:pt x="151063" y="56657"/>
                </a:cubicBezTo>
                <a:cubicBezTo>
                  <a:pt x="149309" y="56657"/>
                  <a:pt x="147563" y="56566"/>
                  <a:pt x="145827" y="56383"/>
                </a:cubicBezTo>
                <a:cubicBezTo>
                  <a:pt x="144091" y="56201"/>
                  <a:pt x="142327" y="55890"/>
                  <a:pt x="140536" y="55452"/>
                </a:cubicBezTo>
                <a:lnTo>
                  <a:pt x="140536" y="78466"/>
                </a:lnTo>
                <a:lnTo>
                  <a:pt x="130996" y="78466"/>
                </a:lnTo>
                <a:lnTo>
                  <a:pt x="130996" y="986"/>
                </a:lnTo>
                <a:lnTo>
                  <a:pt x="139494" y="986"/>
                </a:lnTo>
                <a:lnTo>
                  <a:pt x="140097" y="10192"/>
                </a:lnTo>
                <a:cubicBezTo>
                  <a:pt x="142839" y="6429"/>
                  <a:pt x="145763" y="3790"/>
                  <a:pt x="148870" y="2274"/>
                </a:cubicBezTo>
                <a:cubicBezTo>
                  <a:pt x="151977" y="758"/>
                  <a:pt x="155340" y="0"/>
                  <a:pt x="158958" y="0"/>
                </a:cubicBezTo>
                <a:cubicBezTo>
                  <a:pt x="162102" y="0"/>
                  <a:pt x="164862" y="658"/>
                  <a:pt x="167237" y="1973"/>
                </a:cubicBezTo>
                <a:cubicBezTo>
                  <a:pt x="169613" y="3288"/>
                  <a:pt x="171606" y="5142"/>
                  <a:pt x="173214" y="7534"/>
                </a:cubicBezTo>
                <a:cubicBezTo>
                  <a:pt x="174822" y="9927"/>
                  <a:pt x="176028" y="12813"/>
                  <a:pt x="176832" y="16192"/>
                </a:cubicBezTo>
                <a:cubicBezTo>
                  <a:pt x="177637" y="19571"/>
                  <a:pt x="178039" y="23342"/>
                  <a:pt x="178039" y="27507"/>
                </a:cubicBezTo>
                <a:moveTo>
                  <a:pt x="168279" y="27945"/>
                </a:moveTo>
                <a:cubicBezTo>
                  <a:pt x="168279" y="25059"/>
                  <a:pt x="168069" y="22411"/>
                  <a:pt x="167649" y="20000"/>
                </a:cubicBezTo>
                <a:cubicBezTo>
                  <a:pt x="167228" y="17589"/>
                  <a:pt x="166561" y="15525"/>
                  <a:pt x="165647" y="13808"/>
                </a:cubicBezTo>
                <a:cubicBezTo>
                  <a:pt x="164734" y="12091"/>
                  <a:pt x="163564" y="10749"/>
                  <a:pt x="162138" y="9781"/>
                </a:cubicBezTo>
                <a:cubicBezTo>
                  <a:pt x="160713" y="8813"/>
                  <a:pt x="159013" y="8329"/>
                  <a:pt x="157039" y="8329"/>
                </a:cubicBezTo>
                <a:cubicBezTo>
                  <a:pt x="155833" y="8329"/>
                  <a:pt x="154609" y="8521"/>
                  <a:pt x="153366" y="8904"/>
                </a:cubicBezTo>
                <a:cubicBezTo>
                  <a:pt x="152123" y="9288"/>
                  <a:pt x="150835" y="9927"/>
                  <a:pt x="149500" y="10822"/>
                </a:cubicBezTo>
                <a:cubicBezTo>
                  <a:pt x="148166" y="11717"/>
                  <a:pt x="146759" y="12904"/>
                  <a:pt x="145279" y="14384"/>
                </a:cubicBezTo>
                <a:cubicBezTo>
                  <a:pt x="143798" y="15863"/>
                  <a:pt x="142217" y="17699"/>
                  <a:pt x="140536" y="19890"/>
                </a:cubicBezTo>
                <a:lnTo>
                  <a:pt x="140536" y="46575"/>
                </a:lnTo>
                <a:cubicBezTo>
                  <a:pt x="142290" y="47306"/>
                  <a:pt x="144136" y="47881"/>
                  <a:pt x="146074" y="48301"/>
                </a:cubicBezTo>
                <a:cubicBezTo>
                  <a:pt x="148011" y="48721"/>
                  <a:pt x="149912" y="48931"/>
                  <a:pt x="151776" y="48931"/>
                </a:cubicBezTo>
                <a:cubicBezTo>
                  <a:pt x="156930" y="48931"/>
                  <a:pt x="160969" y="47187"/>
                  <a:pt x="163893" y="43699"/>
                </a:cubicBezTo>
                <a:cubicBezTo>
                  <a:pt x="166817" y="40210"/>
                  <a:pt x="168279" y="34959"/>
                  <a:pt x="168279" y="27945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13FA9-7359-47B3-84CE-BAA88C33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210847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306AA-9E39-463F-AABD-1DC4FB3E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379176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6B57D-7EE9-4ABC-B956-9AC5B430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547504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6166C-58F5-4757-9E1E-0BB4C2B7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715833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3B112-34D2-4BFE-8158-0EF8D145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1884161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DB4BE-5FA4-4D39-B37C-D466CA8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2052490"/>
            <a:ext cx="2414212" cy="9352"/>
          </a:xfrm>
          <a:custGeom xmlns:a="http://schemas.openxmlformats.org/drawingml/2006/main">
            <a:pathLst>
              <a:path w="2414212" h="9352">
                <a:moveTo>
                  <a:pt x="0" y="9352"/>
                </a:moveTo>
                <a:lnTo>
                  <a:pt x="2414212" y="9352"/>
                </a:lnTo>
                <a:lnTo>
                  <a:pt x="2414212" y="0"/>
                </a:lnTo>
                <a:lnTo>
                  <a:pt x="0" y="0"/>
                </a:lnTo>
                <a:lnTo>
                  <a:pt x="0" y="9352"/>
                </a:lnTo>
                <a:close/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045B0E-C40C-4967-B6E1-C1EA23E0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936" y="2061841"/>
            <a:ext cx="9358" cy="10"/>
          </a:xfrm>
          <a:custGeom xmlns:a="http://schemas.openxmlformats.org/drawingml/2006/main">
            <a:pathLst>
              <a:path w="9358" h="1">
                <a:moveTo>
                  <a:pt x="9358" y="0"/>
                </a:moveTo>
                <a:lnTo>
                  <a:pt x="0" y="0"/>
                </a:lnTo>
                <a:lnTo>
                  <a:pt x="0" y="0"/>
                </a:lnTo>
                <a:lnTo>
                  <a:pt x="9358" y="0"/>
                </a:lnTo>
                <a:lnTo>
                  <a:pt x="9358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5D38A6-8961-41D8-AF66-260A4D62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2974" y="2061841"/>
            <a:ext cx="9358" cy="10"/>
          </a:xfrm>
          <a:custGeom xmlns:a="http://schemas.openxmlformats.org/drawingml/2006/main">
            <a:pathLst>
              <a:path w="9358" h="1">
                <a:moveTo>
                  <a:pt x="9358" y="0"/>
                </a:moveTo>
                <a:lnTo>
                  <a:pt x="0" y="0"/>
                </a:lnTo>
                <a:lnTo>
                  <a:pt x="0" y="0"/>
                </a:lnTo>
                <a:lnTo>
                  <a:pt x="9358" y="0"/>
                </a:lnTo>
                <a:lnTo>
                  <a:pt x="9358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4E510-5797-488C-A47A-0F977E02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791" y="2061841"/>
            <a:ext cx="9357" cy="10"/>
          </a:xfrm>
          <a:custGeom xmlns:a="http://schemas.openxmlformats.org/drawingml/2006/main">
            <a:pathLst>
              <a:path w="9357" h="1">
                <a:moveTo>
                  <a:pt x="0" y="0"/>
                </a:moveTo>
                <a:lnTo>
                  <a:pt x="0" y="0"/>
                </a:lnTo>
                <a:lnTo>
                  <a:pt x="9357" y="0"/>
                </a:lnTo>
                <a:lnTo>
                  <a:pt x="935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4D4D4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41021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2026-09-05T14:35:23.3030000Z</dcterms:created>
  <dcterms:modified xsi:type="dcterms:W3CDTF">2026-09-05T14:35:23.3030000Z</dcterms:modified>
</coreProperties>
</file>