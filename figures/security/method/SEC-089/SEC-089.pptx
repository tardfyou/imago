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64dacd66534d1b" /><Relationship Type="http://schemas.openxmlformats.org/officeDocument/2006/relationships/extended-properties" Target="/docProps/app.xml" Id="R337596ffdb594bb8" /><Relationship Type="http://schemas.openxmlformats.org/officeDocument/2006/relationships/officeDocument" Target="/ppt/presentation.xml" Id="Rbcbc72026a1548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1bf1be5fab48d1"/>
  </p:sldMasterIdLst>
  <p:notesMasterIdLst>
    <p:notesMasterId xmlns:r="http://schemas.openxmlformats.org/officeDocument/2006/relationships" r:id="R797bab8e40f04d3e"/>
  </p:notesMasterIdLst>
  <p:sldIdLst>
    <p:sldId xmlns:r="http://schemas.openxmlformats.org/officeDocument/2006/relationships" id="256" r:id="R949de5c1ae3742fb"/>
  </p:sldIdLst>
  <p:sldSz cx="14258925" cy="3600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70ebe99f954657" /><Relationship Type="http://schemas.openxmlformats.org/officeDocument/2006/relationships/slideMaster" Target="/ppt/slideMasters/slideMaster1.xml" Id="R671bf1be5fab48d1" /><Relationship Type="http://schemas.openxmlformats.org/officeDocument/2006/relationships/notesMaster" Target="/ppt/notesMasters/notesMaster1.xml" Id="R797bab8e40f04d3e" /><Relationship Type="http://schemas.openxmlformats.org/officeDocument/2006/relationships/presProps" Target="/ppt/presProps.xml" Id="R776ea031684b4775" /><Relationship Type="http://schemas.openxmlformats.org/officeDocument/2006/relationships/tableStyles" Target="/ppt/tableStyles.xml" Id="R165ad968707f4cd6" /><Relationship Type="http://schemas.openxmlformats.org/officeDocument/2006/relationships/slide" Target="/ppt/slides/slide1.xml" Id="R949de5c1ae3742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a5627aaf2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61c657f4754d8c" /><Relationship Type="http://schemas.openxmlformats.org/officeDocument/2006/relationships/notesMaster" Target="/ppt/notesMasters/notesMaster1.xml" Id="R7f99951aadf647f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素材ID：SEC-089</ns1:t>
            </ns1:r>
          </ns1:p>
          <ns1:p>
            <ns1:r>
              <ns1:t>论文：WESEE: Using Malicious #VC Interrupts to Break AMD SEV-SNP</ns1:t>
            </ns1:r>
          </ns1:p>
          <ns1:p>
            <ns1:r>
              <ns1:t>会议：IEEE S&amp;P 2024</ns1:t>
            </ns1:r>
          </ns1:p>
          <ns1:p>
            <ns1:r>
              <ns1:t>奖项：Distinguished Paper Award</ns1:t>
            </ns1:r>
          </ns1:p>
          <ns1:p>
            <ns1:r>
              <ns1:t>图号：Figure 5，PDF第9页</ns1:t>
            </ns1:r>
          </ns1:p>
          <ns1:p>
            <ns1:r>
              <ns1:t>类型：方法细节</ns1:t>
            </ns1:r>
          </ns1:p>
          <ns1:p>
            <ns1:r>
              <ns1:t>借鉴点：五个并排面板按相同语句编号对应自然语言、伪代码、攻击改写、寄存器数据流和内存布局，突出跨表示的逐步映射。</ns1:t>
            </ns1:r>
          </ns1:p>
          <ns1:p>
            <ns1:r>
              <ns1:t>论文URL：https://ahoi-attacks.github.io/wesee/wesee_oakland24.pdf</ns1:t>
            </ns1:r>
          </ns1:p>
          <ns1:p>
            <ns1:r>
              <ns1:t>官方获奖URL：https://www.ieee-security.org/TC/SP2024/awards.html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159208c05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ed0a3236914429" /><Relationship Type="http://schemas.openxmlformats.org/officeDocument/2006/relationships/slideLayout" Target="/ppt/slideLayouts/slideLayout1.xml" Id="R34d144a14ad7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144a14ad7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8fb383bd04511" /><Relationship Type="http://schemas.openxmlformats.org/officeDocument/2006/relationships/image" Target="/ppt/media/image.png" Id="Rc5bb7a05bb254284" /><Relationship Type="http://schemas.openxmlformats.org/officeDocument/2006/relationships/image" Target="/ppt/media/image2.png" Id="Rb7a73b757d184e9e" /><Relationship Type="http://schemas.openxmlformats.org/officeDocument/2006/relationships/image" Target="/ppt/media/image3.png" Id="R024f7c12365b4ac9" /><Relationship Type="http://schemas.openxmlformats.org/officeDocument/2006/relationships/image" Target="/ppt/media/image4.png" Id="Rff6048a686514e19" /><Relationship Type="http://schemas.openxmlformats.org/officeDocument/2006/relationships/image" Target="/ppt/media/image5.png" Id="R8e8eaf76af85464b" /><Relationship Type="http://schemas.openxmlformats.org/officeDocument/2006/relationships/notesSlide" Target="/ppt/notesSlides/notesSlide1.xml" Id="Ra11f94d4d0a743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10B29-7F26-4E0B-81CC-9AB0C40A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19005" cy="3600450"/>
          </a:xfrm>
          <a:custGeom xmlns:a="http://schemas.openxmlformats.org/drawingml/2006/main">
            <a:pathLst>
              <a:path w="14219005" h="3600450">
                <a:moveTo>
                  <a:pt x="14219005" y="0"/>
                </a:moveTo>
                <a:lnTo>
                  <a:pt x="0" y="0"/>
                </a:lnTo>
                <a:lnTo>
                  <a:pt x="0" y="3600450"/>
                </a:lnTo>
                <a:lnTo>
                  <a:pt x="14219005" y="3600450"/>
                </a:lnTo>
                <a:lnTo>
                  <a:pt x="1421900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handlerdescription">
            <a:extLst xmlns:a="http://schemas.openxmlformats.org/drawingml/2006/main">
              <a:ext uri="{FF2B5EF4-FFF2-40B4-BE49-F238E27FC236}">
                <a16:creationId xmlns:a16="http://schemas.microsoft.com/office/drawing/2014/main" id="{E47560EE-B81E-4B4A-A10D-EE346446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" y="93947"/>
            <a:ext cx="2199736" cy="219726"/>
          </a:xfrm>
          <a:custGeom xmlns:a="http://schemas.openxmlformats.org/drawingml/2006/main">
            <a:pathLst>
              <a:path w="2199736" h="219726">
                <a:moveTo>
                  <a:pt x="33018" y="0"/>
                </a:moveTo>
                <a:lnTo>
                  <a:pt x="33018" y="63421"/>
                </a:lnTo>
                <a:cubicBezTo>
                  <a:pt x="43671" y="50907"/>
                  <a:pt x="56400" y="44650"/>
                  <a:pt x="71205" y="44650"/>
                </a:cubicBezTo>
                <a:cubicBezTo>
                  <a:pt x="78804" y="44650"/>
                  <a:pt x="85658" y="46060"/>
                  <a:pt x="91768" y="48880"/>
                </a:cubicBezTo>
                <a:cubicBezTo>
                  <a:pt x="97878" y="51700"/>
                  <a:pt x="102480" y="55303"/>
                  <a:pt x="105574" y="59690"/>
                </a:cubicBezTo>
                <a:cubicBezTo>
                  <a:pt x="108668" y="64077"/>
                  <a:pt x="110783" y="68933"/>
                  <a:pt x="111919" y="74260"/>
                </a:cubicBezTo>
                <a:cubicBezTo>
                  <a:pt x="113055" y="79587"/>
                  <a:pt x="113623" y="87851"/>
                  <a:pt x="113623" y="99053"/>
                </a:cubicBezTo>
                <a:lnTo>
                  <a:pt x="113623" y="172255"/>
                </a:lnTo>
                <a:lnTo>
                  <a:pt x="80605" y="172255"/>
                </a:lnTo>
                <a:lnTo>
                  <a:pt x="80605" y="106415"/>
                </a:lnTo>
                <a:cubicBezTo>
                  <a:pt x="80605" y="93348"/>
                  <a:pt x="79979" y="85054"/>
                  <a:pt x="78725" y="81534"/>
                </a:cubicBezTo>
                <a:cubicBezTo>
                  <a:pt x="77472" y="78012"/>
                  <a:pt x="75259" y="75214"/>
                  <a:pt x="72086" y="73140"/>
                </a:cubicBezTo>
                <a:cubicBezTo>
                  <a:pt x="68914" y="71067"/>
                  <a:pt x="64938" y="70030"/>
                  <a:pt x="60160" y="70030"/>
                </a:cubicBezTo>
                <a:cubicBezTo>
                  <a:pt x="54677" y="70030"/>
                  <a:pt x="49781" y="71361"/>
                  <a:pt x="45473" y="74022"/>
                </a:cubicBezTo>
                <a:cubicBezTo>
                  <a:pt x="41164" y="76682"/>
                  <a:pt x="38011" y="80692"/>
                  <a:pt x="36014" y="86051"/>
                </a:cubicBezTo>
                <a:cubicBezTo>
                  <a:pt x="34016" y="91409"/>
                  <a:pt x="33018" y="99332"/>
                  <a:pt x="33018" y="109819"/>
                </a:cubicBezTo>
                <a:lnTo>
                  <a:pt x="33018" y="172255"/>
                </a:lnTo>
                <a:lnTo>
                  <a:pt x="0" y="172255"/>
                </a:lnTo>
                <a:lnTo>
                  <a:pt x="0" y="0"/>
                </a:lnTo>
                <a:lnTo>
                  <a:pt x="33018" y="0"/>
                </a:lnTo>
                <a:close/>
                <a:moveTo>
                  <a:pt x="171824" y="86010"/>
                </a:moveTo>
                <a:lnTo>
                  <a:pt x="141861" y="80605"/>
                </a:lnTo>
                <a:cubicBezTo>
                  <a:pt x="145230" y="68383"/>
                  <a:pt x="151026" y="59335"/>
                  <a:pt x="159251" y="53463"/>
                </a:cubicBezTo>
                <a:cubicBezTo>
                  <a:pt x="167476" y="47588"/>
                  <a:pt x="179697" y="44650"/>
                  <a:pt x="195912" y="44650"/>
                </a:cubicBezTo>
                <a:cubicBezTo>
                  <a:pt x="210638" y="44650"/>
                  <a:pt x="221605" y="46393"/>
                  <a:pt x="228812" y="49879"/>
                </a:cubicBezTo>
                <a:cubicBezTo>
                  <a:pt x="236018" y="53365"/>
                  <a:pt x="241090" y="57791"/>
                  <a:pt x="244028" y="63156"/>
                </a:cubicBezTo>
                <a:cubicBezTo>
                  <a:pt x="246965" y="68522"/>
                  <a:pt x="248434" y="78373"/>
                  <a:pt x="248434" y="92708"/>
                </a:cubicBezTo>
                <a:lnTo>
                  <a:pt x="248082" y="131248"/>
                </a:lnTo>
                <a:cubicBezTo>
                  <a:pt x="248082" y="142215"/>
                  <a:pt x="248610" y="150302"/>
                  <a:pt x="249668" y="155512"/>
                </a:cubicBezTo>
                <a:cubicBezTo>
                  <a:pt x="250725" y="160721"/>
                  <a:pt x="252703" y="166302"/>
                  <a:pt x="255602" y="172255"/>
                </a:cubicBezTo>
                <a:lnTo>
                  <a:pt x="222937" y="172255"/>
                </a:lnTo>
                <a:cubicBezTo>
                  <a:pt x="222075" y="170062"/>
                  <a:pt x="221017" y="166811"/>
                  <a:pt x="219764" y="162503"/>
                </a:cubicBezTo>
                <a:cubicBezTo>
                  <a:pt x="219216" y="160545"/>
                  <a:pt x="218824" y="159252"/>
                  <a:pt x="218589" y="158625"/>
                </a:cubicBezTo>
                <a:cubicBezTo>
                  <a:pt x="212949" y="164109"/>
                  <a:pt x="206917" y="168221"/>
                  <a:pt x="200494" y="170963"/>
                </a:cubicBezTo>
                <a:cubicBezTo>
                  <a:pt x="194071" y="173705"/>
                  <a:pt x="187217" y="175075"/>
                  <a:pt x="179932" y="175075"/>
                </a:cubicBezTo>
                <a:cubicBezTo>
                  <a:pt x="167085" y="175075"/>
                  <a:pt x="156960" y="171604"/>
                  <a:pt x="149558" y="164662"/>
                </a:cubicBezTo>
                <a:cubicBezTo>
                  <a:pt x="142155" y="157720"/>
                  <a:pt x="138454" y="148944"/>
                  <a:pt x="138454" y="138335"/>
                </a:cubicBezTo>
                <a:cubicBezTo>
                  <a:pt x="138454" y="131314"/>
                  <a:pt x="140138" y="125055"/>
                  <a:pt x="143506" y="119557"/>
                </a:cubicBezTo>
                <a:cubicBezTo>
                  <a:pt x="146875" y="114056"/>
                  <a:pt x="151594" y="109843"/>
                  <a:pt x="157665" y="106918"/>
                </a:cubicBezTo>
                <a:cubicBezTo>
                  <a:pt x="163736" y="103993"/>
                  <a:pt x="172490" y="101438"/>
                  <a:pt x="183927" y="99255"/>
                </a:cubicBezTo>
                <a:cubicBezTo>
                  <a:pt x="199358" y="96369"/>
                  <a:pt x="210051" y="93677"/>
                  <a:pt x="216004" y="91180"/>
                </a:cubicBezTo>
                <a:lnTo>
                  <a:pt x="216004" y="87853"/>
                </a:lnTo>
                <a:cubicBezTo>
                  <a:pt x="216004" y="81437"/>
                  <a:pt x="214437" y="76864"/>
                  <a:pt x="211304" y="74132"/>
                </a:cubicBezTo>
                <a:cubicBezTo>
                  <a:pt x="208171" y="71397"/>
                  <a:pt x="202257" y="70030"/>
                  <a:pt x="193562" y="70030"/>
                </a:cubicBezTo>
                <a:cubicBezTo>
                  <a:pt x="187687" y="70030"/>
                  <a:pt x="183104" y="71213"/>
                  <a:pt x="179814" y="73577"/>
                </a:cubicBezTo>
                <a:cubicBezTo>
                  <a:pt x="176524" y="75939"/>
                  <a:pt x="173861" y="80084"/>
                  <a:pt x="171824" y="86010"/>
                </a:cubicBezTo>
                <a:moveTo>
                  <a:pt x="216004" y="112800"/>
                </a:moveTo>
                <a:cubicBezTo>
                  <a:pt x="211774" y="114193"/>
                  <a:pt x="205077" y="115858"/>
                  <a:pt x="195912" y="117794"/>
                </a:cubicBezTo>
                <a:cubicBezTo>
                  <a:pt x="186747" y="119728"/>
                  <a:pt x="180754" y="121624"/>
                  <a:pt x="177934" y="123482"/>
                </a:cubicBezTo>
                <a:cubicBezTo>
                  <a:pt x="173626" y="126500"/>
                  <a:pt x="171471" y="130331"/>
                  <a:pt x="171471" y="134975"/>
                </a:cubicBezTo>
                <a:cubicBezTo>
                  <a:pt x="171471" y="139543"/>
                  <a:pt x="173195" y="143491"/>
                  <a:pt x="176642" y="146820"/>
                </a:cubicBezTo>
                <a:cubicBezTo>
                  <a:pt x="180088" y="150147"/>
                  <a:pt x="184475" y="151810"/>
                  <a:pt x="189802" y="151810"/>
                </a:cubicBezTo>
                <a:cubicBezTo>
                  <a:pt x="195755" y="151810"/>
                  <a:pt x="201434" y="149875"/>
                  <a:pt x="206839" y="146005"/>
                </a:cubicBezTo>
                <a:cubicBezTo>
                  <a:pt x="210834" y="143065"/>
                  <a:pt x="213458" y="139465"/>
                  <a:pt x="214712" y="135206"/>
                </a:cubicBezTo>
                <a:cubicBezTo>
                  <a:pt x="215573" y="132420"/>
                  <a:pt x="216004" y="127119"/>
                  <a:pt x="216004" y="119303"/>
                </a:cubicBezTo>
                <a:lnTo>
                  <a:pt x="216004" y="112800"/>
                </a:lnTo>
                <a:close/>
                <a:moveTo>
                  <a:pt x="394450" y="172255"/>
                </a:moveTo>
                <a:lnTo>
                  <a:pt x="361433" y="172255"/>
                </a:lnTo>
                <a:lnTo>
                  <a:pt x="361433" y="108644"/>
                </a:lnTo>
                <a:cubicBezTo>
                  <a:pt x="361433" y="95185"/>
                  <a:pt x="360728" y="86480"/>
                  <a:pt x="359318" y="82529"/>
                </a:cubicBezTo>
                <a:cubicBezTo>
                  <a:pt x="357908" y="78578"/>
                  <a:pt x="355617" y="75507"/>
                  <a:pt x="352444" y="73317"/>
                </a:cubicBezTo>
                <a:cubicBezTo>
                  <a:pt x="349272" y="71126"/>
                  <a:pt x="345453" y="70030"/>
                  <a:pt x="340988" y="70030"/>
                </a:cubicBezTo>
                <a:cubicBezTo>
                  <a:pt x="335269" y="70030"/>
                  <a:pt x="330139" y="71596"/>
                  <a:pt x="325595" y="74727"/>
                </a:cubicBezTo>
                <a:cubicBezTo>
                  <a:pt x="321052" y="77855"/>
                  <a:pt x="317938" y="82002"/>
                  <a:pt x="316254" y="87167"/>
                </a:cubicBezTo>
                <a:cubicBezTo>
                  <a:pt x="314570" y="92330"/>
                  <a:pt x="313728" y="101875"/>
                  <a:pt x="313728" y="115804"/>
                </a:cubicBezTo>
                <a:lnTo>
                  <a:pt x="313728" y="172255"/>
                </a:lnTo>
                <a:lnTo>
                  <a:pt x="280710" y="172255"/>
                </a:lnTo>
                <a:lnTo>
                  <a:pt x="280710" y="47470"/>
                </a:lnTo>
                <a:lnTo>
                  <a:pt x="311378" y="47470"/>
                </a:lnTo>
                <a:lnTo>
                  <a:pt x="311378" y="65800"/>
                </a:lnTo>
                <a:cubicBezTo>
                  <a:pt x="322266" y="51700"/>
                  <a:pt x="335975" y="44650"/>
                  <a:pt x="352503" y="44650"/>
                </a:cubicBezTo>
                <a:cubicBezTo>
                  <a:pt x="359788" y="44650"/>
                  <a:pt x="366446" y="45962"/>
                  <a:pt x="372478" y="48586"/>
                </a:cubicBezTo>
                <a:cubicBezTo>
                  <a:pt x="378510" y="51211"/>
                  <a:pt x="383073" y="54559"/>
                  <a:pt x="386167" y="58633"/>
                </a:cubicBezTo>
                <a:cubicBezTo>
                  <a:pt x="389261" y="62706"/>
                  <a:pt x="391415" y="67328"/>
                  <a:pt x="392629" y="72498"/>
                </a:cubicBezTo>
                <a:cubicBezTo>
                  <a:pt x="393843" y="77668"/>
                  <a:pt x="394450" y="85070"/>
                  <a:pt x="394450" y="94705"/>
                </a:cubicBezTo>
                <a:lnTo>
                  <a:pt x="394450" y="172255"/>
                </a:lnTo>
                <a:close/>
                <a:moveTo>
                  <a:pt x="542422" y="172255"/>
                </a:moveTo>
                <a:lnTo>
                  <a:pt x="511754" y="172255"/>
                </a:lnTo>
                <a:lnTo>
                  <a:pt x="511754" y="153925"/>
                </a:lnTo>
                <a:cubicBezTo>
                  <a:pt x="506663" y="161054"/>
                  <a:pt x="500650" y="166361"/>
                  <a:pt x="493718" y="169847"/>
                </a:cubicBezTo>
                <a:cubicBezTo>
                  <a:pt x="486785" y="173333"/>
                  <a:pt x="479794" y="175075"/>
                  <a:pt x="472744" y="175075"/>
                </a:cubicBezTo>
                <a:cubicBezTo>
                  <a:pt x="458409" y="175075"/>
                  <a:pt x="446130" y="169298"/>
                  <a:pt x="435908" y="157744"/>
                </a:cubicBezTo>
                <a:cubicBezTo>
                  <a:pt x="425685" y="146190"/>
                  <a:pt x="420574" y="130073"/>
                  <a:pt x="420574" y="109393"/>
                </a:cubicBezTo>
                <a:cubicBezTo>
                  <a:pt x="420574" y="88243"/>
                  <a:pt x="425548" y="72165"/>
                  <a:pt x="435497" y="61159"/>
                </a:cubicBezTo>
                <a:cubicBezTo>
                  <a:pt x="445445" y="50153"/>
                  <a:pt x="458017" y="44650"/>
                  <a:pt x="473214" y="44650"/>
                </a:cubicBezTo>
                <a:cubicBezTo>
                  <a:pt x="487158" y="44650"/>
                  <a:pt x="499221" y="50447"/>
                  <a:pt x="509404" y="62040"/>
                </a:cubicBezTo>
                <a:lnTo>
                  <a:pt x="509404" y="0"/>
                </a:lnTo>
                <a:lnTo>
                  <a:pt x="542422" y="0"/>
                </a:lnTo>
                <a:lnTo>
                  <a:pt x="542422" y="172255"/>
                </a:lnTo>
                <a:moveTo>
                  <a:pt x="454297" y="107223"/>
                </a:moveTo>
                <a:cubicBezTo>
                  <a:pt x="454297" y="120520"/>
                  <a:pt x="456137" y="130140"/>
                  <a:pt x="459819" y="136084"/>
                </a:cubicBezTo>
                <a:cubicBezTo>
                  <a:pt x="465146" y="144688"/>
                  <a:pt x="472587" y="148990"/>
                  <a:pt x="482144" y="148990"/>
                </a:cubicBezTo>
                <a:cubicBezTo>
                  <a:pt x="489743" y="148990"/>
                  <a:pt x="496205" y="145764"/>
                  <a:pt x="501532" y="139311"/>
                </a:cubicBezTo>
                <a:cubicBezTo>
                  <a:pt x="506858" y="132859"/>
                  <a:pt x="509522" y="123219"/>
                  <a:pt x="509522" y="110392"/>
                </a:cubicBezTo>
                <a:cubicBezTo>
                  <a:pt x="509522" y="96076"/>
                  <a:pt x="506937" y="85770"/>
                  <a:pt x="501767" y="79474"/>
                </a:cubicBezTo>
                <a:cubicBezTo>
                  <a:pt x="496597" y="73178"/>
                  <a:pt x="489978" y="70030"/>
                  <a:pt x="481909" y="70030"/>
                </a:cubicBezTo>
                <a:cubicBezTo>
                  <a:pt x="474076" y="70030"/>
                  <a:pt x="467515" y="73139"/>
                  <a:pt x="462228" y="79357"/>
                </a:cubicBezTo>
                <a:cubicBezTo>
                  <a:pt x="456940" y="85574"/>
                  <a:pt x="454297" y="94863"/>
                  <a:pt x="454297" y="107223"/>
                </a:cubicBezTo>
                <a:close/>
                <a:moveTo>
                  <a:pt x="575008" y="172255"/>
                </a:moveTo>
                <a:lnTo>
                  <a:pt x="575008" y="0"/>
                </a:lnTo>
                <a:lnTo>
                  <a:pt x="608026" y="0"/>
                </a:lnTo>
                <a:lnTo>
                  <a:pt x="608026" y="172255"/>
                </a:lnTo>
                <a:lnTo>
                  <a:pt x="575008" y="172255"/>
                </a:lnTo>
                <a:close/>
                <a:moveTo>
                  <a:pt x="714169" y="132540"/>
                </a:moveTo>
                <a:lnTo>
                  <a:pt x="747069" y="138180"/>
                </a:lnTo>
                <a:cubicBezTo>
                  <a:pt x="742839" y="150205"/>
                  <a:pt x="736161" y="159360"/>
                  <a:pt x="727035" y="165646"/>
                </a:cubicBezTo>
                <a:cubicBezTo>
                  <a:pt x="717909" y="171932"/>
                  <a:pt x="706492" y="175075"/>
                  <a:pt x="692784" y="175075"/>
                </a:cubicBezTo>
                <a:cubicBezTo>
                  <a:pt x="671085" y="175075"/>
                  <a:pt x="655027" y="167986"/>
                  <a:pt x="644609" y="153808"/>
                </a:cubicBezTo>
                <a:cubicBezTo>
                  <a:pt x="636384" y="142450"/>
                  <a:pt x="632271" y="128114"/>
                  <a:pt x="632271" y="110803"/>
                </a:cubicBezTo>
                <a:cubicBezTo>
                  <a:pt x="632271" y="90123"/>
                  <a:pt x="637676" y="73927"/>
                  <a:pt x="648486" y="62216"/>
                </a:cubicBezTo>
                <a:cubicBezTo>
                  <a:pt x="659296" y="50506"/>
                  <a:pt x="672965" y="44650"/>
                  <a:pt x="689494" y="44650"/>
                </a:cubicBezTo>
                <a:cubicBezTo>
                  <a:pt x="708059" y="44650"/>
                  <a:pt x="722707" y="50780"/>
                  <a:pt x="733439" y="63039"/>
                </a:cubicBezTo>
                <a:cubicBezTo>
                  <a:pt x="744170" y="75298"/>
                  <a:pt x="749301" y="94079"/>
                  <a:pt x="748831" y="119380"/>
                </a:cubicBezTo>
                <a:lnTo>
                  <a:pt x="666111" y="119380"/>
                </a:lnTo>
                <a:cubicBezTo>
                  <a:pt x="666346" y="129172"/>
                  <a:pt x="669009" y="136790"/>
                  <a:pt x="674101" y="142234"/>
                </a:cubicBezTo>
                <a:cubicBezTo>
                  <a:pt x="679193" y="147678"/>
                  <a:pt x="685538" y="150400"/>
                  <a:pt x="693136" y="150400"/>
                </a:cubicBezTo>
                <a:cubicBezTo>
                  <a:pt x="698306" y="150400"/>
                  <a:pt x="702654" y="148990"/>
                  <a:pt x="706179" y="146170"/>
                </a:cubicBezTo>
                <a:cubicBezTo>
                  <a:pt x="709704" y="143350"/>
                  <a:pt x="712367" y="138807"/>
                  <a:pt x="714169" y="132540"/>
                </a:cubicBezTo>
                <a:moveTo>
                  <a:pt x="716049" y="99170"/>
                </a:moveTo>
                <a:cubicBezTo>
                  <a:pt x="715814" y="89653"/>
                  <a:pt x="713346" y="82417"/>
                  <a:pt x="708646" y="77462"/>
                </a:cubicBezTo>
                <a:cubicBezTo>
                  <a:pt x="703946" y="72507"/>
                  <a:pt x="698228" y="70030"/>
                  <a:pt x="691491" y="70030"/>
                </a:cubicBezTo>
                <a:cubicBezTo>
                  <a:pt x="684284" y="70030"/>
                  <a:pt x="678331" y="72643"/>
                  <a:pt x="673631" y="77870"/>
                </a:cubicBezTo>
                <a:cubicBezTo>
                  <a:pt x="668931" y="83098"/>
                  <a:pt x="666620" y="90199"/>
                  <a:pt x="666699" y="99170"/>
                </a:cubicBezTo>
                <a:lnTo>
                  <a:pt x="716049" y="99170"/>
                </a:lnTo>
                <a:close/>
                <a:moveTo>
                  <a:pt x="807310" y="172255"/>
                </a:moveTo>
                <a:lnTo>
                  <a:pt x="774292" y="172255"/>
                </a:lnTo>
                <a:lnTo>
                  <a:pt x="774292" y="47470"/>
                </a:lnTo>
                <a:lnTo>
                  <a:pt x="804960" y="47470"/>
                </a:lnTo>
                <a:lnTo>
                  <a:pt x="804960" y="65213"/>
                </a:lnTo>
                <a:cubicBezTo>
                  <a:pt x="810208" y="56831"/>
                  <a:pt x="814928" y="51308"/>
                  <a:pt x="819119" y="48645"/>
                </a:cubicBezTo>
                <a:cubicBezTo>
                  <a:pt x="823309" y="45982"/>
                  <a:pt x="828068" y="44650"/>
                  <a:pt x="833395" y="44650"/>
                </a:cubicBezTo>
                <a:cubicBezTo>
                  <a:pt x="840915" y="44650"/>
                  <a:pt x="848161" y="46726"/>
                  <a:pt x="855132" y="50878"/>
                </a:cubicBezTo>
                <a:lnTo>
                  <a:pt x="844910" y="79665"/>
                </a:lnTo>
                <a:cubicBezTo>
                  <a:pt x="839348" y="76062"/>
                  <a:pt x="834178" y="74260"/>
                  <a:pt x="829400" y="74260"/>
                </a:cubicBezTo>
                <a:cubicBezTo>
                  <a:pt x="824778" y="74260"/>
                  <a:pt x="820861" y="75533"/>
                  <a:pt x="817650" y="78079"/>
                </a:cubicBezTo>
                <a:cubicBezTo>
                  <a:pt x="814438" y="80625"/>
                  <a:pt x="811912" y="85227"/>
                  <a:pt x="810071" y="91885"/>
                </a:cubicBezTo>
                <a:cubicBezTo>
                  <a:pt x="808230" y="98544"/>
                  <a:pt x="807310" y="112487"/>
                  <a:pt x="807310" y="133715"/>
                </a:cubicBezTo>
                <a:lnTo>
                  <a:pt x="807310" y="172255"/>
                </a:lnTo>
                <a:close/>
                <a:moveTo>
                  <a:pt x="1050655" y="172255"/>
                </a:moveTo>
                <a:lnTo>
                  <a:pt x="1019987" y="172255"/>
                </a:lnTo>
                <a:lnTo>
                  <a:pt x="1019987" y="153925"/>
                </a:lnTo>
                <a:cubicBezTo>
                  <a:pt x="1014895" y="161054"/>
                  <a:pt x="1008883" y="166361"/>
                  <a:pt x="1001951" y="169847"/>
                </a:cubicBezTo>
                <a:cubicBezTo>
                  <a:pt x="995018" y="173333"/>
                  <a:pt x="988027" y="175075"/>
                  <a:pt x="980977" y="175075"/>
                </a:cubicBezTo>
                <a:cubicBezTo>
                  <a:pt x="966642" y="175075"/>
                  <a:pt x="954363" y="169298"/>
                  <a:pt x="944141" y="157744"/>
                </a:cubicBezTo>
                <a:cubicBezTo>
                  <a:pt x="933918" y="146190"/>
                  <a:pt x="928807" y="130073"/>
                  <a:pt x="928807" y="109393"/>
                </a:cubicBezTo>
                <a:cubicBezTo>
                  <a:pt x="928807" y="88243"/>
                  <a:pt x="933781" y="72165"/>
                  <a:pt x="943729" y="61159"/>
                </a:cubicBezTo>
                <a:cubicBezTo>
                  <a:pt x="953678" y="50153"/>
                  <a:pt x="966250" y="44650"/>
                  <a:pt x="981447" y="44650"/>
                </a:cubicBezTo>
                <a:cubicBezTo>
                  <a:pt x="995390" y="44650"/>
                  <a:pt x="1007454" y="50447"/>
                  <a:pt x="1017637" y="62040"/>
                </a:cubicBezTo>
                <a:lnTo>
                  <a:pt x="1017637" y="0"/>
                </a:lnTo>
                <a:lnTo>
                  <a:pt x="1050655" y="0"/>
                </a:lnTo>
                <a:lnTo>
                  <a:pt x="1050655" y="172255"/>
                </a:lnTo>
                <a:moveTo>
                  <a:pt x="962529" y="107223"/>
                </a:moveTo>
                <a:cubicBezTo>
                  <a:pt x="962529" y="120520"/>
                  <a:pt x="964370" y="130140"/>
                  <a:pt x="968052" y="136084"/>
                </a:cubicBezTo>
                <a:cubicBezTo>
                  <a:pt x="973379" y="144688"/>
                  <a:pt x="980820" y="148990"/>
                  <a:pt x="990377" y="148990"/>
                </a:cubicBezTo>
                <a:cubicBezTo>
                  <a:pt x="997975" y="148990"/>
                  <a:pt x="1004438" y="145764"/>
                  <a:pt x="1009764" y="139311"/>
                </a:cubicBezTo>
                <a:cubicBezTo>
                  <a:pt x="1015091" y="132859"/>
                  <a:pt x="1017754" y="123219"/>
                  <a:pt x="1017754" y="110392"/>
                </a:cubicBezTo>
                <a:cubicBezTo>
                  <a:pt x="1017754" y="96076"/>
                  <a:pt x="1015169" y="85770"/>
                  <a:pt x="1009999" y="79474"/>
                </a:cubicBezTo>
                <a:cubicBezTo>
                  <a:pt x="1004829" y="73178"/>
                  <a:pt x="998210" y="70030"/>
                  <a:pt x="990142" y="70030"/>
                </a:cubicBezTo>
                <a:cubicBezTo>
                  <a:pt x="982309" y="70030"/>
                  <a:pt x="975748" y="73139"/>
                  <a:pt x="970461" y="79357"/>
                </a:cubicBezTo>
                <a:cubicBezTo>
                  <a:pt x="965173" y="85574"/>
                  <a:pt x="962529" y="94863"/>
                  <a:pt x="962529" y="107223"/>
                </a:cubicBezTo>
                <a:close/>
                <a:moveTo>
                  <a:pt x="1155503" y="132540"/>
                </a:moveTo>
                <a:lnTo>
                  <a:pt x="1188404" y="138180"/>
                </a:lnTo>
                <a:cubicBezTo>
                  <a:pt x="1184174" y="150205"/>
                  <a:pt x="1177496" y="159360"/>
                  <a:pt x="1168370" y="165646"/>
                </a:cubicBezTo>
                <a:cubicBezTo>
                  <a:pt x="1159244" y="171932"/>
                  <a:pt x="1147827" y="175075"/>
                  <a:pt x="1134118" y="175075"/>
                </a:cubicBezTo>
                <a:cubicBezTo>
                  <a:pt x="1112420" y="175075"/>
                  <a:pt x="1096362" y="167986"/>
                  <a:pt x="1085943" y="153808"/>
                </a:cubicBezTo>
                <a:cubicBezTo>
                  <a:pt x="1077718" y="142450"/>
                  <a:pt x="1073606" y="128114"/>
                  <a:pt x="1073606" y="110803"/>
                </a:cubicBezTo>
                <a:cubicBezTo>
                  <a:pt x="1073606" y="90123"/>
                  <a:pt x="1079011" y="73927"/>
                  <a:pt x="1089821" y="62216"/>
                </a:cubicBezTo>
                <a:cubicBezTo>
                  <a:pt x="1100631" y="50506"/>
                  <a:pt x="1114300" y="44650"/>
                  <a:pt x="1130828" y="44650"/>
                </a:cubicBezTo>
                <a:cubicBezTo>
                  <a:pt x="1149393" y="44650"/>
                  <a:pt x="1164042" y="50780"/>
                  <a:pt x="1174774" y="63039"/>
                </a:cubicBezTo>
                <a:cubicBezTo>
                  <a:pt x="1185505" y="75298"/>
                  <a:pt x="1190636" y="94079"/>
                  <a:pt x="1190166" y="119380"/>
                </a:cubicBezTo>
                <a:lnTo>
                  <a:pt x="1107446" y="119380"/>
                </a:lnTo>
                <a:cubicBezTo>
                  <a:pt x="1107681" y="129172"/>
                  <a:pt x="1110344" y="136790"/>
                  <a:pt x="1115436" y="142234"/>
                </a:cubicBezTo>
                <a:cubicBezTo>
                  <a:pt x="1120528" y="147678"/>
                  <a:pt x="1126873" y="150400"/>
                  <a:pt x="1134471" y="150400"/>
                </a:cubicBezTo>
                <a:cubicBezTo>
                  <a:pt x="1139641" y="150400"/>
                  <a:pt x="1143988" y="148990"/>
                  <a:pt x="1147513" y="146170"/>
                </a:cubicBezTo>
                <a:cubicBezTo>
                  <a:pt x="1151038" y="143350"/>
                  <a:pt x="1153702" y="138807"/>
                  <a:pt x="1155503" y="132540"/>
                </a:cubicBezTo>
                <a:moveTo>
                  <a:pt x="1157383" y="99170"/>
                </a:moveTo>
                <a:cubicBezTo>
                  <a:pt x="1157148" y="89653"/>
                  <a:pt x="1154681" y="82417"/>
                  <a:pt x="1149981" y="77462"/>
                </a:cubicBezTo>
                <a:cubicBezTo>
                  <a:pt x="1145281" y="72507"/>
                  <a:pt x="1139563" y="70030"/>
                  <a:pt x="1132826" y="70030"/>
                </a:cubicBezTo>
                <a:cubicBezTo>
                  <a:pt x="1125619" y="70030"/>
                  <a:pt x="1119666" y="72643"/>
                  <a:pt x="1114966" y="77870"/>
                </a:cubicBezTo>
                <a:cubicBezTo>
                  <a:pt x="1110266" y="83098"/>
                  <a:pt x="1107955" y="90199"/>
                  <a:pt x="1108033" y="99170"/>
                </a:cubicBezTo>
                <a:lnTo>
                  <a:pt x="1157383" y="99170"/>
                </a:lnTo>
                <a:close/>
                <a:moveTo>
                  <a:pt x="1205404" y="136770"/>
                </a:moveTo>
                <a:lnTo>
                  <a:pt x="1238539" y="131600"/>
                </a:lnTo>
                <a:cubicBezTo>
                  <a:pt x="1239949" y="137985"/>
                  <a:pt x="1242809" y="142831"/>
                  <a:pt x="1247117" y="146141"/>
                </a:cubicBezTo>
                <a:cubicBezTo>
                  <a:pt x="1251425" y="149451"/>
                  <a:pt x="1257457" y="151105"/>
                  <a:pt x="1265212" y="151105"/>
                </a:cubicBezTo>
                <a:cubicBezTo>
                  <a:pt x="1273750" y="151105"/>
                  <a:pt x="1280174" y="149541"/>
                  <a:pt x="1284482" y="146413"/>
                </a:cubicBezTo>
                <a:cubicBezTo>
                  <a:pt x="1287380" y="144222"/>
                  <a:pt x="1288830" y="141288"/>
                  <a:pt x="1288830" y="137611"/>
                </a:cubicBezTo>
                <a:cubicBezTo>
                  <a:pt x="1288830" y="135107"/>
                  <a:pt x="1288046" y="133034"/>
                  <a:pt x="1286480" y="131391"/>
                </a:cubicBezTo>
                <a:cubicBezTo>
                  <a:pt x="1284835" y="129827"/>
                  <a:pt x="1281153" y="128380"/>
                  <a:pt x="1275435" y="127051"/>
                </a:cubicBezTo>
                <a:cubicBezTo>
                  <a:pt x="1248801" y="121186"/>
                  <a:pt x="1231920" y="115827"/>
                  <a:pt x="1224792" y="110975"/>
                </a:cubicBezTo>
                <a:cubicBezTo>
                  <a:pt x="1214922" y="104244"/>
                  <a:pt x="1209987" y="94891"/>
                  <a:pt x="1209987" y="82918"/>
                </a:cubicBezTo>
                <a:cubicBezTo>
                  <a:pt x="1209987" y="72118"/>
                  <a:pt x="1214256" y="63040"/>
                  <a:pt x="1222794" y="55684"/>
                </a:cubicBezTo>
                <a:cubicBezTo>
                  <a:pt x="1231333" y="48328"/>
                  <a:pt x="1244571" y="44650"/>
                  <a:pt x="1262510" y="44650"/>
                </a:cubicBezTo>
                <a:cubicBezTo>
                  <a:pt x="1279586" y="44650"/>
                  <a:pt x="1292276" y="47421"/>
                  <a:pt x="1300580" y="52963"/>
                </a:cubicBezTo>
                <a:cubicBezTo>
                  <a:pt x="1308883" y="58505"/>
                  <a:pt x="1314601" y="66701"/>
                  <a:pt x="1317735" y="77550"/>
                </a:cubicBezTo>
                <a:lnTo>
                  <a:pt x="1286597" y="83425"/>
                </a:lnTo>
                <a:cubicBezTo>
                  <a:pt x="1285265" y="78569"/>
                  <a:pt x="1282739" y="74848"/>
                  <a:pt x="1279018" y="72263"/>
                </a:cubicBezTo>
                <a:cubicBezTo>
                  <a:pt x="1275297" y="69678"/>
                  <a:pt x="1269990" y="68385"/>
                  <a:pt x="1263097" y="68385"/>
                </a:cubicBezTo>
                <a:cubicBezTo>
                  <a:pt x="1254402" y="68385"/>
                  <a:pt x="1248175" y="69598"/>
                  <a:pt x="1244415" y="72024"/>
                </a:cubicBezTo>
                <a:cubicBezTo>
                  <a:pt x="1241908" y="73742"/>
                  <a:pt x="1240654" y="75971"/>
                  <a:pt x="1240654" y="78711"/>
                </a:cubicBezTo>
                <a:cubicBezTo>
                  <a:pt x="1240654" y="81056"/>
                  <a:pt x="1241751" y="83049"/>
                  <a:pt x="1243945" y="84692"/>
                </a:cubicBezTo>
                <a:cubicBezTo>
                  <a:pt x="1246921" y="86883"/>
                  <a:pt x="1257202" y="89973"/>
                  <a:pt x="1274788" y="93964"/>
                </a:cubicBezTo>
                <a:cubicBezTo>
                  <a:pt x="1292374" y="97954"/>
                  <a:pt x="1304653" y="102848"/>
                  <a:pt x="1311625" y="108647"/>
                </a:cubicBezTo>
                <a:cubicBezTo>
                  <a:pt x="1318518" y="114527"/>
                  <a:pt x="1321965" y="122718"/>
                  <a:pt x="1321965" y="133220"/>
                </a:cubicBezTo>
                <a:cubicBezTo>
                  <a:pt x="1321965" y="144664"/>
                  <a:pt x="1317186" y="154501"/>
                  <a:pt x="1307630" y="162731"/>
                </a:cubicBezTo>
                <a:cubicBezTo>
                  <a:pt x="1298073" y="170960"/>
                  <a:pt x="1283934" y="175075"/>
                  <a:pt x="1265212" y="175075"/>
                </a:cubicBezTo>
                <a:cubicBezTo>
                  <a:pt x="1248214" y="175075"/>
                  <a:pt x="1234760" y="171640"/>
                  <a:pt x="1224851" y="164768"/>
                </a:cubicBezTo>
                <a:cubicBezTo>
                  <a:pt x="1214942" y="157895"/>
                  <a:pt x="1208459" y="148562"/>
                  <a:pt x="1205404" y="136770"/>
                </a:cubicBezTo>
                <a:close/>
                <a:moveTo>
                  <a:pt x="1459638" y="84365"/>
                </a:moveTo>
                <a:lnTo>
                  <a:pt x="1427091" y="90240"/>
                </a:lnTo>
                <a:cubicBezTo>
                  <a:pt x="1425994" y="83778"/>
                  <a:pt x="1423507" y="78911"/>
                  <a:pt x="1419630" y="75641"/>
                </a:cubicBezTo>
                <a:cubicBezTo>
                  <a:pt x="1415752" y="72370"/>
                  <a:pt x="1410719" y="70735"/>
                  <a:pt x="1404531" y="70735"/>
                </a:cubicBezTo>
                <a:cubicBezTo>
                  <a:pt x="1396306" y="70735"/>
                  <a:pt x="1389745" y="73566"/>
                  <a:pt x="1384849" y="79228"/>
                </a:cubicBezTo>
                <a:cubicBezTo>
                  <a:pt x="1379954" y="84890"/>
                  <a:pt x="1377506" y="94359"/>
                  <a:pt x="1377506" y="107634"/>
                </a:cubicBezTo>
                <a:cubicBezTo>
                  <a:pt x="1377506" y="122395"/>
                  <a:pt x="1379993" y="132822"/>
                  <a:pt x="1384967" y="138915"/>
                </a:cubicBezTo>
                <a:cubicBezTo>
                  <a:pt x="1389941" y="145005"/>
                  <a:pt x="1396619" y="148050"/>
                  <a:pt x="1405001" y="148050"/>
                </a:cubicBezTo>
                <a:cubicBezTo>
                  <a:pt x="1411267" y="148050"/>
                  <a:pt x="1416398" y="146268"/>
                  <a:pt x="1420393" y="142704"/>
                </a:cubicBezTo>
                <a:cubicBezTo>
                  <a:pt x="1424388" y="139140"/>
                  <a:pt x="1427208" y="133010"/>
                  <a:pt x="1428853" y="124315"/>
                </a:cubicBezTo>
                <a:lnTo>
                  <a:pt x="1461283" y="129955"/>
                </a:lnTo>
                <a:cubicBezTo>
                  <a:pt x="1457915" y="144839"/>
                  <a:pt x="1451453" y="156080"/>
                  <a:pt x="1441896" y="163678"/>
                </a:cubicBezTo>
                <a:cubicBezTo>
                  <a:pt x="1432339" y="171276"/>
                  <a:pt x="1419532" y="175075"/>
                  <a:pt x="1403473" y="175075"/>
                </a:cubicBezTo>
                <a:cubicBezTo>
                  <a:pt x="1385222" y="175075"/>
                  <a:pt x="1370671" y="169318"/>
                  <a:pt x="1359822" y="157803"/>
                </a:cubicBezTo>
                <a:cubicBezTo>
                  <a:pt x="1348973" y="146288"/>
                  <a:pt x="1343548" y="130347"/>
                  <a:pt x="1343548" y="109980"/>
                </a:cubicBezTo>
                <a:cubicBezTo>
                  <a:pt x="1343548" y="89379"/>
                  <a:pt x="1348992" y="73340"/>
                  <a:pt x="1359881" y="61864"/>
                </a:cubicBezTo>
                <a:cubicBezTo>
                  <a:pt x="1370769" y="50388"/>
                  <a:pt x="1385496" y="44650"/>
                  <a:pt x="1404061" y="44650"/>
                </a:cubicBezTo>
                <a:cubicBezTo>
                  <a:pt x="1419257" y="44650"/>
                  <a:pt x="1431340" y="47921"/>
                  <a:pt x="1440310" y="54461"/>
                </a:cubicBezTo>
                <a:cubicBezTo>
                  <a:pt x="1449279" y="61002"/>
                  <a:pt x="1455722" y="70970"/>
                  <a:pt x="1459638" y="84365"/>
                </a:cubicBezTo>
                <a:close/>
                <a:moveTo>
                  <a:pt x="1516237" y="172255"/>
                </a:moveTo>
                <a:lnTo>
                  <a:pt x="1483219" y="172255"/>
                </a:lnTo>
                <a:lnTo>
                  <a:pt x="1483219" y="47470"/>
                </a:lnTo>
                <a:lnTo>
                  <a:pt x="1513887" y="47470"/>
                </a:lnTo>
                <a:lnTo>
                  <a:pt x="1513887" y="65213"/>
                </a:lnTo>
                <a:cubicBezTo>
                  <a:pt x="1519135" y="56831"/>
                  <a:pt x="1523855" y="51308"/>
                  <a:pt x="1528046" y="48645"/>
                </a:cubicBezTo>
                <a:cubicBezTo>
                  <a:pt x="1532236" y="45982"/>
                  <a:pt x="1536995" y="44650"/>
                  <a:pt x="1542322" y="44650"/>
                </a:cubicBezTo>
                <a:cubicBezTo>
                  <a:pt x="1549842" y="44650"/>
                  <a:pt x="1557088" y="46726"/>
                  <a:pt x="1564059" y="50878"/>
                </a:cubicBezTo>
                <a:lnTo>
                  <a:pt x="1553837" y="79665"/>
                </a:lnTo>
                <a:cubicBezTo>
                  <a:pt x="1548275" y="76062"/>
                  <a:pt x="1543105" y="74260"/>
                  <a:pt x="1538327" y="74260"/>
                </a:cubicBezTo>
                <a:cubicBezTo>
                  <a:pt x="1533705" y="74260"/>
                  <a:pt x="1529788" y="75533"/>
                  <a:pt x="1526577" y="78079"/>
                </a:cubicBezTo>
                <a:cubicBezTo>
                  <a:pt x="1523365" y="80625"/>
                  <a:pt x="1520839" y="85227"/>
                  <a:pt x="1518998" y="91885"/>
                </a:cubicBezTo>
                <a:cubicBezTo>
                  <a:pt x="1517157" y="98544"/>
                  <a:pt x="1516237" y="112487"/>
                  <a:pt x="1516237" y="133715"/>
                </a:cubicBezTo>
                <a:lnTo>
                  <a:pt x="1516237" y="172255"/>
                </a:lnTo>
                <a:close/>
                <a:moveTo>
                  <a:pt x="1578238" y="30550"/>
                </a:moveTo>
                <a:lnTo>
                  <a:pt x="1578238" y="0"/>
                </a:lnTo>
                <a:lnTo>
                  <a:pt x="1611256" y="0"/>
                </a:lnTo>
                <a:lnTo>
                  <a:pt x="1611256" y="30550"/>
                </a:lnTo>
                <a:lnTo>
                  <a:pt x="1578238" y="30550"/>
                </a:lnTo>
                <a:moveTo>
                  <a:pt x="1578238" y="172255"/>
                </a:moveTo>
                <a:lnTo>
                  <a:pt x="1578238" y="47470"/>
                </a:lnTo>
                <a:lnTo>
                  <a:pt x="1611256" y="47470"/>
                </a:lnTo>
                <a:lnTo>
                  <a:pt x="1611256" y="172255"/>
                </a:lnTo>
                <a:lnTo>
                  <a:pt x="1578238" y="172255"/>
                </a:lnTo>
                <a:close/>
                <a:moveTo>
                  <a:pt x="1644196" y="47470"/>
                </a:moveTo>
                <a:lnTo>
                  <a:pt x="1674981" y="47470"/>
                </a:lnTo>
                <a:lnTo>
                  <a:pt x="1674981" y="65800"/>
                </a:lnTo>
                <a:cubicBezTo>
                  <a:pt x="1678977" y="59533"/>
                  <a:pt x="1684382" y="54442"/>
                  <a:pt x="1691197" y="50525"/>
                </a:cubicBezTo>
                <a:cubicBezTo>
                  <a:pt x="1698012" y="46608"/>
                  <a:pt x="1705571" y="44650"/>
                  <a:pt x="1713874" y="44650"/>
                </a:cubicBezTo>
                <a:cubicBezTo>
                  <a:pt x="1728366" y="44650"/>
                  <a:pt x="1740664" y="50329"/>
                  <a:pt x="1750769" y="61688"/>
                </a:cubicBezTo>
                <a:cubicBezTo>
                  <a:pt x="1760874" y="73046"/>
                  <a:pt x="1765927" y="88869"/>
                  <a:pt x="1765927" y="109158"/>
                </a:cubicBezTo>
                <a:cubicBezTo>
                  <a:pt x="1765927" y="129994"/>
                  <a:pt x="1760835" y="146190"/>
                  <a:pt x="1750652" y="157744"/>
                </a:cubicBezTo>
                <a:cubicBezTo>
                  <a:pt x="1740468" y="169298"/>
                  <a:pt x="1728131" y="175075"/>
                  <a:pt x="1713639" y="175075"/>
                </a:cubicBezTo>
                <a:cubicBezTo>
                  <a:pt x="1706746" y="175075"/>
                  <a:pt x="1700499" y="173705"/>
                  <a:pt x="1694898" y="170963"/>
                </a:cubicBezTo>
                <a:cubicBezTo>
                  <a:pt x="1689297" y="168221"/>
                  <a:pt x="1683402" y="163521"/>
                  <a:pt x="1677214" y="156863"/>
                </a:cubicBezTo>
                <a:lnTo>
                  <a:pt x="1677214" y="219726"/>
                </a:lnTo>
                <a:lnTo>
                  <a:pt x="1644196" y="219726"/>
                </a:lnTo>
                <a:lnTo>
                  <a:pt x="1644196" y="47470"/>
                </a:lnTo>
                <a:moveTo>
                  <a:pt x="1676861" y="107693"/>
                </a:moveTo>
                <a:cubicBezTo>
                  <a:pt x="1676861" y="121692"/>
                  <a:pt x="1679642" y="132036"/>
                  <a:pt x="1685204" y="138724"/>
                </a:cubicBezTo>
                <a:cubicBezTo>
                  <a:pt x="1690766" y="145411"/>
                  <a:pt x="1697542" y="148755"/>
                  <a:pt x="1705532" y="148755"/>
                </a:cubicBezTo>
                <a:cubicBezTo>
                  <a:pt x="1713208" y="148755"/>
                  <a:pt x="1719592" y="145686"/>
                  <a:pt x="1724684" y="139546"/>
                </a:cubicBezTo>
                <a:cubicBezTo>
                  <a:pt x="1729776" y="133407"/>
                  <a:pt x="1732322" y="123336"/>
                  <a:pt x="1732322" y="109334"/>
                </a:cubicBezTo>
                <a:cubicBezTo>
                  <a:pt x="1732322" y="96272"/>
                  <a:pt x="1729697" y="86573"/>
                  <a:pt x="1724449" y="80238"/>
                </a:cubicBezTo>
                <a:cubicBezTo>
                  <a:pt x="1719201" y="73903"/>
                  <a:pt x="1712699" y="70735"/>
                  <a:pt x="1704944" y="70735"/>
                </a:cubicBezTo>
                <a:cubicBezTo>
                  <a:pt x="1696876" y="70735"/>
                  <a:pt x="1690178" y="73844"/>
                  <a:pt x="1684852" y="80062"/>
                </a:cubicBezTo>
                <a:cubicBezTo>
                  <a:pt x="1679525" y="86279"/>
                  <a:pt x="1676861" y="95490"/>
                  <a:pt x="1676861" y="107693"/>
                </a:cubicBezTo>
                <a:close/>
                <a:moveTo>
                  <a:pt x="1849390" y="47470"/>
                </a:moveTo>
                <a:lnTo>
                  <a:pt x="1849390" y="73790"/>
                </a:lnTo>
                <a:lnTo>
                  <a:pt x="1826830" y="73790"/>
                </a:lnTo>
                <a:lnTo>
                  <a:pt x="1826830" y="124000"/>
                </a:lnTo>
                <a:cubicBezTo>
                  <a:pt x="1826830" y="134168"/>
                  <a:pt x="1827046" y="140093"/>
                  <a:pt x="1827477" y="141775"/>
                </a:cubicBezTo>
                <a:cubicBezTo>
                  <a:pt x="1827907" y="143454"/>
                  <a:pt x="1828887" y="144842"/>
                  <a:pt x="1830414" y="145939"/>
                </a:cubicBezTo>
                <a:cubicBezTo>
                  <a:pt x="1831942" y="147033"/>
                  <a:pt x="1833802" y="147580"/>
                  <a:pt x="1835995" y="147580"/>
                </a:cubicBezTo>
                <a:cubicBezTo>
                  <a:pt x="1839050" y="147580"/>
                  <a:pt x="1843476" y="146523"/>
                  <a:pt x="1849273" y="144408"/>
                </a:cubicBezTo>
                <a:lnTo>
                  <a:pt x="1852093" y="170118"/>
                </a:lnTo>
                <a:cubicBezTo>
                  <a:pt x="1844416" y="173423"/>
                  <a:pt x="1835721" y="175075"/>
                  <a:pt x="1826008" y="175075"/>
                </a:cubicBezTo>
                <a:cubicBezTo>
                  <a:pt x="1820054" y="175075"/>
                  <a:pt x="1814689" y="174077"/>
                  <a:pt x="1809910" y="172079"/>
                </a:cubicBezTo>
                <a:cubicBezTo>
                  <a:pt x="1805132" y="170082"/>
                  <a:pt x="1801626" y="167497"/>
                  <a:pt x="1799394" y="164324"/>
                </a:cubicBezTo>
                <a:cubicBezTo>
                  <a:pt x="1797161" y="161152"/>
                  <a:pt x="1795614" y="156863"/>
                  <a:pt x="1794753" y="151458"/>
                </a:cubicBezTo>
                <a:cubicBezTo>
                  <a:pt x="1794048" y="147620"/>
                  <a:pt x="1793695" y="139865"/>
                  <a:pt x="1793695" y="128193"/>
                </a:cubicBezTo>
                <a:lnTo>
                  <a:pt x="1793695" y="73790"/>
                </a:lnTo>
                <a:lnTo>
                  <a:pt x="1778538" y="73790"/>
                </a:lnTo>
                <a:lnTo>
                  <a:pt x="1778538" y="47470"/>
                </a:lnTo>
                <a:lnTo>
                  <a:pt x="1793695" y="47470"/>
                </a:lnTo>
                <a:lnTo>
                  <a:pt x="1793695" y="22560"/>
                </a:lnTo>
                <a:lnTo>
                  <a:pt x="1826830" y="3055"/>
                </a:lnTo>
                <a:lnTo>
                  <a:pt x="1826830" y="47470"/>
                </a:lnTo>
                <a:lnTo>
                  <a:pt x="1849390" y="47470"/>
                </a:lnTo>
                <a:close/>
                <a:moveTo>
                  <a:pt x="1872301" y="30550"/>
                </a:moveTo>
                <a:lnTo>
                  <a:pt x="1872301" y="0"/>
                </a:lnTo>
                <a:lnTo>
                  <a:pt x="1905319" y="0"/>
                </a:lnTo>
                <a:lnTo>
                  <a:pt x="1905319" y="30550"/>
                </a:lnTo>
                <a:lnTo>
                  <a:pt x="1872301" y="30550"/>
                </a:lnTo>
                <a:moveTo>
                  <a:pt x="1872301" y="172255"/>
                </a:moveTo>
                <a:lnTo>
                  <a:pt x="1872301" y="47470"/>
                </a:lnTo>
                <a:lnTo>
                  <a:pt x="1905319" y="47470"/>
                </a:lnTo>
                <a:lnTo>
                  <a:pt x="1905319" y="172255"/>
                </a:lnTo>
                <a:lnTo>
                  <a:pt x="1872301" y="172255"/>
                </a:lnTo>
                <a:close/>
                <a:moveTo>
                  <a:pt x="1931562" y="108100"/>
                </a:moveTo>
                <a:cubicBezTo>
                  <a:pt x="1931562" y="97134"/>
                  <a:pt x="1934264" y="86519"/>
                  <a:pt x="1939669" y="76258"/>
                </a:cubicBezTo>
                <a:cubicBezTo>
                  <a:pt x="1945074" y="65996"/>
                  <a:pt x="1952731" y="58163"/>
                  <a:pt x="1962641" y="52758"/>
                </a:cubicBezTo>
                <a:cubicBezTo>
                  <a:pt x="1972550" y="47353"/>
                  <a:pt x="1983614" y="44650"/>
                  <a:pt x="1995834" y="44650"/>
                </a:cubicBezTo>
                <a:cubicBezTo>
                  <a:pt x="2014713" y="44650"/>
                  <a:pt x="2030184" y="50780"/>
                  <a:pt x="2042247" y="63039"/>
                </a:cubicBezTo>
                <a:cubicBezTo>
                  <a:pt x="2054310" y="75298"/>
                  <a:pt x="2060342" y="90789"/>
                  <a:pt x="2060342" y="109510"/>
                </a:cubicBezTo>
                <a:cubicBezTo>
                  <a:pt x="2060342" y="128389"/>
                  <a:pt x="2054252" y="144036"/>
                  <a:pt x="2042071" y="156452"/>
                </a:cubicBezTo>
                <a:cubicBezTo>
                  <a:pt x="2029890" y="168867"/>
                  <a:pt x="2014556" y="175075"/>
                  <a:pt x="1996069" y="175075"/>
                </a:cubicBezTo>
                <a:cubicBezTo>
                  <a:pt x="1984633" y="175075"/>
                  <a:pt x="1973725" y="172490"/>
                  <a:pt x="1963346" y="167320"/>
                </a:cubicBezTo>
                <a:cubicBezTo>
                  <a:pt x="1952966" y="162150"/>
                  <a:pt x="1945074" y="154572"/>
                  <a:pt x="1939669" y="144584"/>
                </a:cubicBezTo>
                <a:cubicBezTo>
                  <a:pt x="1934264" y="134597"/>
                  <a:pt x="1931562" y="122435"/>
                  <a:pt x="1931562" y="108100"/>
                </a:cubicBezTo>
                <a:moveTo>
                  <a:pt x="1965402" y="109863"/>
                </a:moveTo>
                <a:cubicBezTo>
                  <a:pt x="1965402" y="122200"/>
                  <a:pt x="1968339" y="131649"/>
                  <a:pt x="1974214" y="138210"/>
                </a:cubicBezTo>
                <a:cubicBezTo>
                  <a:pt x="1980089" y="144770"/>
                  <a:pt x="1987335" y="148050"/>
                  <a:pt x="1995952" y="148050"/>
                </a:cubicBezTo>
                <a:cubicBezTo>
                  <a:pt x="2004569" y="148050"/>
                  <a:pt x="2011795" y="144770"/>
                  <a:pt x="2017631" y="138210"/>
                </a:cubicBezTo>
                <a:cubicBezTo>
                  <a:pt x="2023466" y="131649"/>
                  <a:pt x="2026384" y="122122"/>
                  <a:pt x="2026384" y="109628"/>
                </a:cubicBezTo>
                <a:cubicBezTo>
                  <a:pt x="2026384" y="97447"/>
                  <a:pt x="2023466" y="88076"/>
                  <a:pt x="2017631" y="81516"/>
                </a:cubicBezTo>
                <a:cubicBezTo>
                  <a:pt x="2011795" y="74955"/>
                  <a:pt x="2004569" y="71675"/>
                  <a:pt x="1995952" y="71675"/>
                </a:cubicBezTo>
                <a:cubicBezTo>
                  <a:pt x="1987335" y="71675"/>
                  <a:pt x="1980089" y="74955"/>
                  <a:pt x="1974214" y="81516"/>
                </a:cubicBezTo>
                <a:cubicBezTo>
                  <a:pt x="1968339" y="88076"/>
                  <a:pt x="1965402" y="97525"/>
                  <a:pt x="1965402" y="109863"/>
                </a:cubicBezTo>
                <a:close/>
                <a:moveTo>
                  <a:pt x="2199736" y="172255"/>
                </a:moveTo>
                <a:lnTo>
                  <a:pt x="2166718" y="172255"/>
                </a:lnTo>
                <a:lnTo>
                  <a:pt x="2166718" y="108644"/>
                </a:lnTo>
                <a:cubicBezTo>
                  <a:pt x="2166718" y="95185"/>
                  <a:pt x="2166013" y="86480"/>
                  <a:pt x="2164603" y="82529"/>
                </a:cubicBezTo>
                <a:cubicBezTo>
                  <a:pt x="2163193" y="78578"/>
                  <a:pt x="2160902" y="75507"/>
                  <a:pt x="2157730" y="73317"/>
                </a:cubicBezTo>
                <a:cubicBezTo>
                  <a:pt x="2154557" y="71126"/>
                  <a:pt x="2150738" y="70030"/>
                  <a:pt x="2146273" y="70030"/>
                </a:cubicBezTo>
                <a:cubicBezTo>
                  <a:pt x="2140555" y="70030"/>
                  <a:pt x="2135424" y="71596"/>
                  <a:pt x="2130881" y="74727"/>
                </a:cubicBezTo>
                <a:cubicBezTo>
                  <a:pt x="2126337" y="77855"/>
                  <a:pt x="2123224" y="82002"/>
                  <a:pt x="2121540" y="87167"/>
                </a:cubicBezTo>
                <a:cubicBezTo>
                  <a:pt x="2119855" y="92330"/>
                  <a:pt x="2119013" y="101875"/>
                  <a:pt x="2119013" y="115804"/>
                </a:cubicBezTo>
                <a:lnTo>
                  <a:pt x="2119013" y="172255"/>
                </a:lnTo>
                <a:lnTo>
                  <a:pt x="2085996" y="172255"/>
                </a:lnTo>
                <a:lnTo>
                  <a:pt x="2085996" y="47470"/>
                </a:lnTo>
                <a:lnTo>
                  <a:pt x="2116663" y="47470"/>
                </a:lnTo>
                <a:lnTo>
                  <a:pt x="2116663" y="65800"/>
                </a:lnTo>
                <a:cubicBezTo>
                  <a:pt x="2127552" y="51700"/>
                  <a:pt x="2141260" y="44650"/>
                  <a:pt x="2157788" y="44650"/>
                </a:cubicBezTo>
                <a:cubicBezTo>
                  <a:pt x="2165073" y="44650"/>
                  <a:pt x="2171732" y="45962"/>
                  <a:pt x="2177763" y="48586"/>
                </a:cubicBezTo>
                <a:cubicBezTo>
                  <a:pt x="2183795" y="51211"/>
                  <a:pt x="2188358" y="54559"/>
                  <a:pt x="2191452" y="58633"/>
                </a:cubicBezTo>
                <a:cubicBezTo>
                  <a:pt x="2194546" y="62706"/>
                  <a:pt x="2196701" y="67328"/>
                  <a:pt x="2197915" y="72498"/>
                </a:cubicBezTo>
                <a:cubicBezTo>
                  <a:pt x="2199129" y="77668"/>
                  <a:pt x="2199736" y="85070"/>
                  <a:pt x="2199736" y="94705"/>
                </a:cubicBezTo>
                <a:lnTo>
                  <a:pt x="2199736" y="17225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b7a05bb254284"/>
          <a:stretch xmlns:a="http://schemas.openxmlformats.org/drawingml/2006/main"/>
        </p:blipFill>
        <p:spPr>
          <a:xfrm xmlns:a="http://schemas.openxmlformats.org/drawingml/2006/main">
            <a:off x="4100027" y="386677"/>
            <a:ext cx="4069880" cy="2857386"/>
          </a:xfrm>
          <a:prstGeom xmlns:a="http://schemas.openxmlformats.org/drawingml/2006/main" prst="rect">
            <a:avLst/>
          </a:prstGeom>
        </p:spPr>
      </p:pic>
      <p:sp>
        <p:nvSpPr>
          <p:cNvPr id="4" name="Text 1.if(check_decode_">
            <a:extLst xmlns:a="http://schemas.openxmlformats.org/drawingml/2006/main">
              <a:ext uri="{FF2B5EF4-FFF2-40B4-BE49-F238E27FC236}">
                <a16:creationId xmlns:a16="http://schemas.microsoft.com/office/drawing/2014/main" id="{DD280C5E-7F4A-4587-82E1-5F30A46E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253" y="541205"/>
            <a:ext cx="2078777" cy="164970"/>
          </a:xfrm>
          <a:custGeom xmlns:a="http://schemas.openxmlformats.org/drawingml/2006/main">
            <a:pathLst>
              <a:path w="2078777" h="164970">
                <a:moveTo>
                  <a:pt x="46674" y="0"/>
                </a:moveTo>
                <a:lnTo>
                  <a:pt x="46674" y="95214"/>
                </a:lnTo>
                <a:lnTo>
                  <a:pt x="64240" y="95214"/>
                </a:lnTo>
                <a:cubicBezTo>
                  <a:pt x="68427" y="95214"/>
                  <a:pt x="71411" y="96021"/>
                  <a:pt x="73193" y="97633"/>
                </a:cubicBezTo>
                <a:cubicBezTo>
                  <a:pt x="74975" y="99245"/>
                  <a:pt x="75866" y="101353"/>
                  <a:pt x="75866" y="103955"/>
                </a:cubicBezTo>
                <a:cubicBezTo>
                  <a:pt x="75866" y="106558"/>
                  <a:pt x="74975" y="108665"/>
                  <a:pt x="73193" y="110277"/>
                </a:cubicBezTo>
                <a:cubicBezTo>
                  <a:pt x="71411" y="111890"/>
                  <a:pt x="68427" y="112696"/>
                  <a:pt x="64240" y="112696"/>
                </a:cubicBezTo>
                <a:lnTo>
                  <a:pt x="11711" y="112696"/>
                </a:lnTo>
                <a:cubicBezTo>
                  <a:pt x="7524" y="112696"/>
                  <a:pt x="4540" y="111876"/>
                  <a:pt x="2758" y="110235"/>
                </a:cubicBezTo>
                <a:cubicBezTo>
                  <a:pt x="976" y="108594"/>
                  <a:pt x="85" y="106473"/>
                  <a:pt x="85" y="103870"/>
                </a:cubicBezTo>
                <a:cubicBezTo>
                  <a:pt x="85" y="101268"/>
                  <a:pt x="976" y="99175"/>
                  <a:pt x="2758" y="97591"/>
                </a:cubicBezTo>
                <a:cubicBezTo>
                  <a:pt x="4540" y="96006"/>
                  <a:pt x="7524" y="95214"/>
                  <a:pt x="11711" y="95214"/>
                </a:cubicBezTo>
                <a:lnTo>
                  <a:pt x="29277" y="95214"/>
                </a:lnTo>
                <a:lnTo>
                  <a:pt x="29277" y="22727"/>
                </a:lnTo>
                <a:lnTo>
                  <a:pt x="13748" y="26814"/>
                </a:lnTo>
                <a:cubicBezTo>
                  <a:pt x="11258" y="27494"/>
                  <a:pt x="9391" y="27835"/>
                  <a:pt x="8147" y="27835"/>
                </a:cubicBezTo>
                <a:cubicBezTo>
                  <a:pt x="5940" y="27835"/>
                  <a:pt x="4031" y="26955"/>
                  <a:pt x="2419" y="25196"/>
                </a:cubicBezTo>
                <a:cubicBezTo>
                  <a:pt x="806" y="23437"/>
                  <a:pt x="0" y="21281"/>
                  <a:pt x="0" y="18728"/>
                </a:cubicBezTo>
                <a:cubicBezTo>
                  <a:pt x="0" y="16401"/>
                  <a:pt x="594" y="14571"/>
                  <a:pt x="1782" y="13238"/>
                </a:cubicBezTo>
                <a:cubicBezTo>
                  <a:pt x="2970" y="11904"/>
                  <a:pt x="5459" y="10725"/>
                  <a:pt x="9250" y="9703"/>
                </a:cubicBezTo>
                <a:lnTo>
                  <a:pt x="46674" y="0"/>
                </a:lnTo>
                <a:close/>
                <a:moveTo>
                  <a:pt x="155364" y="103870"/>
                </a:moveTo>
                <a:cubicBezTo>
                  <a:pt x="155364" y="107152"/>
                  <a:pt x="154204" y="109895"/>
                  <a:pt x="151885" y="112102"/>
                </a:cubicBezTo>
                <a:cubicBezTo>
                  <a:pt x="149565" y="114308"/>
                  <a:pt x="146369" y="115411"/>
                  <a:pt x="142295" y="115411"/>
                </a:cubicBezTo>
                <a:cubicBezTo>
                  <a:pt x="138222" y="115411"/>
                  <a:pt x="135026" y="114308"/>
                  <a:pt x="132706" y="112102"/>
                </a:cubicBezTo>
                <a:cubicBezTo>
                  <a:pt x="130387" y="109895"/>
                  <a:pt x="129227" y="107152"/>
                  <a:pt x="129227" y="103870"/>
                </a:cubicBezTo>
                <a:cubicBezTo>
                  <a:pt x="129227" y="100589"/>
                  <a:pt x="130387" y="97845"/>
                  <a:pt x="132706" y="95639"/>
                </a:cubicBezTo>
                <a:cubicBezTo>
                  <a:pt x="135026" y="93432"/>
                  <a:pt x="138222" y="92329"/>
                  <a:pt x="142295" y="92329"/>
                </a:cubicBezTo>
                <a:cubicBezTo>
                  <a:pt x="146369" y="92329"/>
                  <a:pt x="149565" y="93432"/>
                  <a:pt x="151885" y="95639"/>
                </a:cubicBezTo>
                <a:cubicBezTo>
                  <a:pt x="154204" y="97845"/>
                  <a:pt x="155364" y="100589"/>
                  <a:pt x="155364" y="103870"/>
                </a:cubicBezTo>
                <a:close/>
                <a:moveTo>
                  <a:pt x="356876" y="2546"/>
                </a:moveTo>
                <a:lnTo>
                  <a:pt x="356876" y="21046"/>
                </a:lnTo>
                <a:lnTo>
                  <a:pt x="336169" y="21046"/>
                </a:lnTo>
                <a:lnTo>
                  <a:pt x="336169" y="2546"/>
                </a:lnTo>
                <a:lnTo>
                  <a:pt x="356876" y="2546"/>
                </a:lnTo>
                <a:moveTo>
                  <a:pt x="359252" y="35642"/>
                </a:moveTo>
                <a:lnTo>
                  <a:pt x="359252" y="95214"/>
                </a:lnTo>
                <a:lnTo>
                  <a:pt x="380128" y="95214"/>
                </a:lnTo>
                <a:cubicBezTo>
                  <a:pt x="384314" y="95214"/>
                  <a:pt x="387298" y="96021"/>
                  <a:pt x="389080" y="97633"/>
                </a:cubicBezTo>
                <a:cubicBezTo>
                  <a:pt x="390863" y="99245"/>
                  <a:pt x="391754" y="101353"/>
                  <a:pt x="391754" y="103955"/>
                </a:cubicBezTo>
                <a:cubicBezTo>
                  <a:pt x="391754" y="106558"/>
                  <a:pt x="390863" y="108665"/>
                  <a:pt x="389080" y="110277"/>
                </a:cubicBezTo>
                <a:cubicBezTo>
                  <a:pt x="387298" y="111890"/>
                  <a:pt x="384314" y="112696"/>
                  <a:pt x="380128" y="112696"/>
                </a:cubicBezTo>
                <a:lnTo>
                  <a:pt x="320979" y="112696"/>
                </a:lnTo>
                <a:cubicBezTo>
                  <a:pt x="316793" y="112696"/>
                  <a:pt x="313808" y="111876"/>
                  <a:pt x="312026" y="110235"/>
                </a:cubicBezTo>
                <a:cubicBezTo>
                  <a:pt x="310244" y="108594"/>
                  <a:pt x="309353" y="106473"/>
                  <a:pt x="309353" y="103870"/>
                </a:cubicBezTo>
                <a:cubicBezTo>
                  <a:pt x="309353" y="101268"/>
                  <a:pt x="310244" y="99175"/>
                  <a:pt x="312026" y="97591"/>
                </a:cubicBezTo>
                <a:cubicBezTo>
                  <a:pt x="313808" y="96006"/>
                  <a:pt x="316793" y="95214"/>
                  <a:pt x="320979" y="95214"/>
                </a:cubicBezTo>
                <a:lnTo>
                  <a:pt x="341855" y="95214"/>
                </a:lnTo>
                <a:lnTo>
                  <a:pt x="341855" y="53123"/>
                </a:lnTo>
                <a:lnTo>
                  <a:pt x="327853" y="53123"/>
                </a:lnTo>
                <a:cubicBezTo>
                  <a:pt x="323723" y="53123"/>
                  <a:pt x="320753" y="52303"/>
                  <a:pt x="318943" y="50662"/>
                </a:cubicBezTo>
                <a:cubicBezTo>
                  <a:pt x="317132" y="49022"/>
                  <a:pt x="316227" y="46900"/>
                  <a:pt x="316227" y="44298"/>
                </a:cubicBezTo>
                <a:cubicBezTo>
                  <a:pt x="316227" y="41695"/>
                  <a:pt x="317118" y="39602"/>
                  <a:pt x="318900" y="38018"/>
                </a:cubicBezTo>
                <a:cubicBezTo>
                  <a:pt x="320682" y="36434"/>
                  <a:pt x="323666" y="35642"/>
                  <a:pt x="327853" y="35642"/>
                </a:cubicBezTo>
                <a:lnTo>
                  <a:pt x="359252" y="35642"/>
                </a:lnTo>
                <a:close/>
                <a:moveTo>
                  <a:pt x="454788" y="53123"/>
                </a:moveTo>
                <a:lnTo>
                  <a:pt x="454788" y="95214"/>
                </a:lnTo>
                <a:lnTo>
                  <a:pt x="479568" y="95214"/>
                </a:lnTo>
                <a:cubicBezTo>
                  <a:pt x="483754" y="95214"/>
                  <a:pt x="486739" y="96021"/>
                  <a:pt x="488521" y="97633"/>
                </a:cubicBezTo>
                <a:cubicBezTo>
                  <a:pt x="490303" y="99245"/>
                  <a:pt x="491194" y="101353"/>
                  <a:pt x="491194" y="103955"/>
                </a:cubicBezTo>
                <a:cubicBezTo>
                  <a:pt x="491194" y="106558"/>
                  <a:pt x="490303" y="108665"/>
                  <a:pt x="488521" y="110277"/>
                </a:cubicBezTo>
                <a:cubicBezTo>
                  <a:pt x="486739" y="111890"/>
                  <a:pt x="483754" y="112696"/>
                  <a:pt x="479568" y="112696"/>
                </a:cubicBezTo>
                <a:lnTo>
                  <a:pt x="427039" y="112696"/>
                </a:lnTo>
                <a:cubicBezTo>
                  <a:pt x="422852" y="112696"/>
                  <a:pt x="419868" y="111876"/>
                  <a:pt x="418086" y="110235"/>
                </a:cubicBezTo>
                <a:cubicBezTo>
                  <a:pt x="416304" y="108594"/>
                  <a:pt x="415413" y="106473"/>
                  <a:pt x="415413" y="103870"/>
                </a:cubicBezTo>
                <a:cubicBezTo>
                  <a:pt x="415413" y="101268"/>
                  <a:pt x="416304" y="99175"/>
                  <a:pt x="418086" y="97591"/>
                </a:cubicBezTo>
                <a:cubicBezTo>
                  <a:pt x="419868" y="96006"/>
                  <a:pt x="422852" y="95214"/>
                  <a:pt x="427039" y="95214"/>
                </a:cubicBezTo>
                <a:lnTo>
                  <a:pt x="437392" y="95214"/>
                </a:lnTo>
                <a:lnTo>
                  <a:pt x="437392" y="53123"/>
                </a:lnTo>
                <a:lnTo>
                  <a:pt x="429075" y="53123"/>
                </a:lnTo>
                <a:cubicBezTo>
                  <a:pt x="424889" y="53123"/>
                  <a:pt x="421905" y="52303"/>
                  <a:pt x="420122" y="50662"/>
                </a:cubicBezTo>
                <a:cubicBezTo>
                  <a:pt x="418340" y="49022"/>
                  <a:pt x="417449" y="46900"/>
                  <a:pt x="417449" y="44298"/>
                </a:cubicBezTo>
                <a:cubicBezTo>
                  <a:pt x="417449" y="41695"/>
                  <a:pt x="418340" y="39602"/>
                  <a:pt x="420122" y="38018"/>
                </a:cubicBezTo>
                <a:cubicBezTo>
                  <a:pt x="421905" y="36434"/>
                  <a:pt x="424889" y="35642"/>
                  <a:pt x="429075" y="35642"/>
                </a:cubicBezTo>
                <a:lnTo>
                  <a:pt x="437392" y="35642"/>
                </a:lnTo>
                <a:lnTo>
                  <a:pt x="437392" y="29007"/>
                </a:lnTo>
                <a:cubicBezTo>
                  <a:pt x="437392" y="21406"/>
                  <a:pt x="440235" y="15096"/>
                  <a:pt x="445920" y="10077"/>
                </a:cubicBezTo>
                <a:cubicBezTo>
                  <a:pt x="451606" y="5056"/>
                  <a:pt x="459852" y="2546"/>
                  <a:pt x="470657" y="2546"/>
                </a:cubicBezTo>
                <a:cubicBezTo>
                  <a:pt x="475466" y="2546"/>
                  <a:pt x="481025" y="2986"/>
                  <a:pt x="487333" y="3866"/>
                </a:cubicBezTo>
                <a:cubicBezTo>
                  <a:pt x="493641" y="4747"/>
                  <a:pt x="497686" y="5983"/>
                  <a:pt x="499468" y="7574"/>
                </a:cubicBezTo>
                <a:cubicBezTo>
                  <a:pt x="501250" y="9165"/>
                  <a:pt x="502141" y="11211"/>
                  <a:pt x="502141" y="13710"/>
                </a:cubicBezTo>
                <a:cubicBezTo>
                  <a:pt x="502141" y="16380"/>
                  <a:pt x="501349" y="18553"/>
                  <a:pt x="499765" y="20229"/>
                </a:cubicBezTo>
                <a:cubicBezTo>
                  <a:pt x="498181" y="21905"/>
                  <a:pt x="496229" y="22743"/>
                  <a:pt x="493909" y="22743"/>
                </a:cubicBezTo>
                <a:cubicBezTo>
                  <a:pt x="492834" y="22743"/>
                  <a:pt x="491222" y="22545"/>
                  <a:pt x="489072" y="22149"/>
                </a:cubicBezTo>
                <a:cubicBezTo>
                  <a:pt x="481887" y="20734"/>
                  <a:pt x="475523" y="20027"/>
                  <a:pt x="469978" y="20027"/>
                </a:cubicBezTo>
                <a:cubicBezTo>
                  <a:pt x="464208" y="20027"/>
                  <a:pt x="460234" y="20890"/>
                  <a:pt x="458055" y="22616"/>
                </a:cubicBezTo>
                <a:cubicBezTo>
                  <a:pt x="455877" y="24341"/>
                  <a:pt x="454788" y="26477"/>
                  <a:pt x="454788" y="29023"/>
                </a:cubicBezTo>
                <a:lnTo>
                  <a:pt x="454788" y="35642"/>
                </a:lnTo>
                <a:lnTo>
                  <a:pt x="481604" y="35642"/>
                </a:lnTo>
                <a:cubicBezTo>
                  <a:pt x="485791" y="35642"/>
                  <a:pt x="488775" y="36448"/>
                  <a:pt x="490557" y="38060"/>
                </a:cubicBezTo>
                <a:cubicBezTo>
                  <a:pt x="492339" y="39673"/>
                  <a:pt x="493230" y="41780"/>
                  <a:pt x="493230" y="44382"/>
                </a:cubicBezTo>
                <a:cubicBezTo>
                  <a:pt x="493230" y="46985"/>
                  <a:pt x="492339" y="49092"/>
                  <a:pt x="490557" y="50705"/>
                </a:cubicBezTo>
                <a:cubicBezTo>
                  <a:pt x="488775" y="52317"/>
                  <a:pt x="485791" y="53123"/>
                  <a:pt x="481604" y="53123"/>
                </a:cubicBezTo>
                <a:lnTo>
                  <a:pt x="454788" y="53123"/>
                </a:lnTo>
                <a:close/>
                <a:moveTo>
                  <a:pt x="657233" y="70392"/>
                </a:moveTo>
                <a:cubicBezTo>
                  <a:pt x="657233" y="60487"/>
                  <a:pt x="658874" y="50467"/>
                  <a:pt x="662155" y="40333"/>
                </a:cubicBezTo>
                <a:cubicBezTo>
                  <a:pt x="664588" y="32860"/>
                  <a:pt x="668350" y="24538"/>
                  <a:pt x="673442" y="15368"/>
                </a:cubicBezTo>
                <a:cubicBezTo>
                  <a:pt x="677119" y="8802"/>
                  <a:pt x="679835" y="4769"/>
                  <a:pt x="681588" y="3270"/>
                </a:cubicBezTo>
                <a:cubicBezTo>
                  <a:pt x="683342" y="1769"/>
                  <a:pt x="685294" y="1018"/>
                  <a:pt x="687444" y="1018"/>
                </a:cubicBezTo>
                <a:cubicBezTo>
                  <a:pt x="689933" y="1018"/>
                  <a:pt x="692026" y="1868"/>
                  <a:pt x="693724" y="3567"/>
                </a:cubicBezTo>
                <a:cubicBezTo>
                  <a:pt x="695421" y="5264"/>
                  <a:pt x="696269" y="7302"/>
                  <a:pt x="696269" y="9679"/>
                </a:cubicBezTo>
                <a:cubicBezTo>
                  <a:pt x="696269" y="11322"/>
                  <a:pt x="695590" y="13275"/>
                  <a:pt x="694233" y="15538"/>
                </a:cubicBezTo>
                <a:cubicBezTo>
                  <a:pt x="688123" y="25558"/>
                  <a:pt x="683667" y="34956"/>
                  <a:pt x="680867" y="43730"/>
                </a:cubicBezTo>
                <a:cubicBezTo>
                  <a:pt x="678067" y="52504"/>
                  <a:pt x="676666" y="61392"/>
                  <a:pt x="676666" y="70392"/>
                </a:cubicBezTo>
                <a:cubicBezTo>
                  <a:pt x="676666" y="79450"/>
                  <a:pt x="678067" y="88365"/>
                  <a:pt x="680867" y="97140"/>
                </a:cubicBezTo>
                <a:cubicBezTo>
                  <a:pt x="683667" y="105914"/>
                  <a:pt x="688123" y="115312"/>
                  <a:pt x="694233" y="125332"/>
                </a:cubicBezTo>
                <a:cubicBezTo>
                  <a:pt x="695590" y="127539"/>
                  <a:pt x="696269" y="129491"/>
                  <a:pt x="696269" y="131190"/>
                </a:cubicBezTo>
                <a:cubicBezTo>
                  <a:pt x="696269" y="133568"/>
                  <a:pt x="695421" y="135606"/>
                  <a:pt x="693724" y="137303"/>
                </a:cubicBezTo>
                <a:cubicBezTo>
                  <a:pt x="692026" y="139002"/>
                  <a:pt x="689933" y="139851"/>
                  <a:pt x="687444" y="139851"/>
                </a:cubicBezTo>
                <a:cubicBezTo>
                  <a:pt x="685351" y="139851"/>
                  <a:pt x="683512" y="139173"/>
                  <a:pt x="681928" y="137815"/>
                </a:cubicBezTo>
                <a:cubicBezTo>
                  <a:pt x="679665" y="135833"/>
                  <a:pt x="676666" y="131388"/>
                  <a:pt x="672933" y="124481"/>
                </a:cubicBezTo>
                <a:cubicBezTo>
                  <a:pt x="667558" y="114462"/>
                  <a:pt x="663881" y="106198"/>
                  <a:pt x="661901" y="99688"/>
                </a:cubicBezTo>
                <a:cubicBezTo>
                  <a:pt x="658789" y="89724"/>
                  <a:pt x="657233" y="79959"/>
                  <a:pt x="657233" y="70392"/>
                </a:cubicBezTo>
                <a:close/>
                <a:moveTo>
                  <a:pt x="794861" y="38697"/>
                </a:moveTo>
                <a:cubicBezTo>
                  <a:pt x="796955" y="36773"/>
                  <a:pt x="799104" y="35811"/>
                  <a:pt x="801311" y="35811"/>
                </a:cubicBezTo>
                <a:cubicBezTo>
                  <a:pt x="803800" y="35811"/>
                  <a:pt x="805851" y="36703"/>
                  <a:pt x="807463" y="38485"/>
                </a:cubicBezTo>
                <a:cubicBezTo>
                  <a:pt x="809076" y="40267"/>
                  <a:pt x="809882" y="43223"/>
                  <a:pt x="809882" y="47353"/>
                </a:cubicBezTo>
                <a:lnTo>
                  <a:pt x="809882" y="58554"/>
                </a:lnTo>
                <a:cubicBezTo>
                  <a:pt x="809882" y="62741"/>
                  <a:pt x="809076" y="65711"/>
                  <a:pt x="807463" y="67465"/>
                </a:cubicBezTo>
                <a:cubicBezTo>
                  <a:pt x="805851" y="69219"/>
                  <a:pt x="803743" y="70095"/>
                  <a:pt x="801141" y="70095"/>
                </a:cubicBezTo>
                <a:cubicBezTo>
                  <a:pt x="798765" y="70095"/>
                  <a:pt x="796757" y="69417"/>
                  <a:pt x="795116" y="68059"/>
                </a:cubicBezTo>
                <a:cubicBezTo>
                  <a:pt x="793928" y="67040"/>
                  <a:pt x="792994" y="64961"/>
                  <a:pt x="792315" y="61821"/>
                </a:cubicBezTo>
                <a:cubicBezTo>
                  <a:pt x="791637" y="58682"/>
                  <a:pt x="789996" y="56348"/>
                  <a:pt x="787393" y="54820"/>
                </a:cubicBezTo>
                <a:cubicBezTo>
                  <a:pt x="782811" y="52105"/>
                  <a:pt x="776956" y="50747"/>
                  <a:pt x="769827" y="50747"/>
                </a:cubicBezTo>
                <a:cubicBezTo>
                  <a:pt x="761624" y="50747"/>
                  <a:pt x="755047" y="53139"/>
                  <a:pt x="750097" y="57923"/>
                </a:cubicBezTo>
                <a:cubicBezTo>
                  <a:pt x="745147" y="62705"/>
                  <a:pt x="742672" y="68754"/>
                  <a:pt x="742672" y="76068"/>
                </a:cubicBezTo>
                <a:cubicBezTo>
                  <a:pt x="742672" y="82821"/>
                  <a:pt x="745048" y="88153"/>
                  <a:pt x="749800" y="92064"/>
                </a:cubicBezTo>
                <a:cubicBezTo>
                  <a:pt x="754552" y="95975"/>
                  <a:pt x="762444" y="97930"/>
                  <a:pt x="773476" y="97930"/>
                </a:cubicBezTo>
                <a:cubicBezTo>
                  <a:pt x="780718" y="97930"/>
                  <a:pt x="786630" y="97201"/>
                  <a:pt x="791212" y="95742"/>
                </a:cubicBezTo>
                <a:cubicBezTo>
                  <a:pt x="793928" y="94844"/>
                  <a:pt x="796502" y="93316"/>
                  <a:pt x="798935" y="91157"/>
                </a:cubicBezTo>
                <a:cubicBezTo>
                  <a:pt x="801367" y="88997"/>
                  <a:pt x="803574" y="87916"/>
                  <a:pt x="805554" y="87916"/>
                </a:cubicBezTo>
                <a:cubicBezTo>
                  <a:pt x="807930" y="87916"/>
                  <a:pt x="809981" y="88793"/>
                  <a:pt x="811706" y="90547"/>
                </a:cubicBezTo>
                <a:cubicBezTo>
                  <a:pt x="813432" y="92301"/>
                  <a:pt x="814295" y="94366"/>
                  <a:pt x="814295" y="96742"/>
                </a:cubicBezTo>
                <a:cubicBezTo>
                  <a:pt x="814295" y="100589"/>
                  <a:pt x="811664" y="104238"/>
                  <a:pt x="806402" y="107689"/>
                </a:cubicBezTo>
                <a:cubicBezTo>
                  <a:pt x="798595" y="112837"/>
                  <a:pt x="787167" y="115411"/>
                  <a:pt x="772118" y="115411"/>
                </a:cubicBezTo>
                <a:cubicBezTo>
                  <a:pt x="758597" y="115411"/>
                  <a:pt x="748074" y="112614"/>
                  <a:pt x="740550" y="107018"/>
                </a:cubicBezTo>
                <a:cubicBezTo>
                  <a:pt x="730367" y="99503"/>
                  <a:pt x="725275" y="89217"/>
                  <a:pt x="725275" y="76160"/>
                </a:cubicBezTo>
                <a:cubicBezTo>
                  <a:pt x="725275" y="63785"/>
                  <a:pt x="729405" y="53542"/>
                  <a:pt x="737665" y="45433"/>
                </a:cubicBezTo>
                <a:cubicBezTo>
                  <a:pt x="745925" y="37321"/>
                  <a:pt x="756702" y="33266"/>
                  <a:pt x="769997" y="33266"/>
                </a:cubicBezTo>
                <a:cubicBezTo>
                  <a:pt x="774806" y="33266"/>
                  <a:pt x="779275" y="33718"/>
                  <a:pt x="783405" y="34623"/>
                </a:cubicBezTo>
                <a:cubicBezTo>
                  <a:pt x="787535" y="35529"/>
                  <a:pt x="791354" y="36886"/>
                  <a:pt x="794861" y="38697"/>
                </a:cubicBezTo>
                <a:close/>
                <a:moveTo>
                  <a:pt x="854077" y="2546"/>
                </a:moveTo>
                <a:lnTo>
                  <a:pt x="854077" y="39715"/>
                </a:lnTo>
                <a:cubicBezTo>
                  <a:pt x="857698" y="37537"/>
                  <a:pt x="861361" y="35918"/>
                  <a:pt x="865066" y="34857"/>
                </a:cubicBezTo>
                <a:cubicBezTo>
                  <a:pt x="868772" y="33796"/>
                  <a:pt x="872520" y="33266"/>
                  <a:pt x="876311" y="33266"/>
                </a:cubicBezTo>
                <a:cubicBezTo>
                  <a:pt x="882307" y="33266"/>
                  <a:pt x="887654" y="34284"/>
                  <a:pt x="892349" y="36321"/>
                </a:cubicBezTo>
                <a:cubicBezTo>
                  <a:pt x="897045" y="38357"/>
                  <a:pt x="900935" y="41568"/>
                  <a:pt x="904018" y="45952"/>
                </a:cubicBezTo>
                <a:cubicBezTo>
                  <a:pt x="907101" y="50337"/>
                  <a:pt x="908643" y="55867"/>
                  <a:pt x="908643" y="62543"/>
                </a:cubicBezTo>
                <a:lnTo>
                  <a:pt x="908643" y="95214"/>
                </a:lnTo>
                <a:cubicBezTo>
                  <a:pt x="913056" y="95214"/>
                  <a:pt x="915941" y="95740"/>
                  <a:pt x="917299" y="96792"/>
                </a:cubicBezTo>
                <a:cubicBezTo>
                  <a:pt x="920014" y="98965"/>
                  <a:pt x="921372" y="101353"/>
                  <a:pt x="921372" y="103955"/>
                </a:cubicBezTo>
                <a:cubicBezTo>
                  <a:pt x="921372" y="106558"/>
                  <a:pt x="920495" y="108665"/>
                  <a:pt x="918741" y="110277"/>
                </a:cubicBezTo>
                <a:cubicBezTo>
                  <a:pt x="916987" y="111890"/>
                  <a:pt x="914017" y="112696"/>
                  <a:pt x="909831" y="112696"/>
                </a:cubicBezTo>
                <a:lnTo>
                  <a:pt x="889973" y="112696"/>
                </a:lnTo>
                <a:cubicBezTo>
                  <a:pt x="885843" y="112696"/>
                  <a:pt x="882887" y="111876"/>
                  <a:pt x="881105" y="110235"/>
                </a:cubicBezTo>
                <a:cubicBezTo>
                  <a:pt x="879323" y="108594"/>
                  <a:pt x="878432" y="106473"/>
                  <a:pt x="878432" y="103870"/>
                </a:cubicBezTo>
                <a:cubicBezTo>
                  <a:pt x="878432" y="101268"/>
                  <a:pt x="879790" y="98922"/>
                  <a:pt x="882505" y="96832"/>
                </a:cubicBezTo>
                <a:cubicBezTo>
                  <a:pt x="883920" y="95754"/>
                  <a:pt x="886805" y="95214"/>
                  <a:pt x="891161" y="95214"/>
                </a:cubicBezTo>
                <a:lnTo>
                  <a:pt x="891161" y="63792"/>
                </a:lnTo>
                <a:cubicBezTo>
                  <a:pt x="891161" y="59330"/>
                  <a:pt x="890143" y="56195"/>
                  <a:pt x="888106" y="54388"/>
                </a:cubicBezTo>
                <a:cubicBezTo>
                  <a:pt x="885447" y="51961"/>
                  <a:pt x="881515" y="50747"/>
                  <a:pt x="876311" y="50747"/>
                </a:cubicBezTo>
                <a:cubicBezTo>
                  <a:pt x="872464" y="50747"/>
                  <a:pt x="869055" y="51502"/>
                  <a:pt x="866085" y="53012"/>
                </a:cubicBezTo>
                <a:cubicBezTo>
                  <a:pt x="863115" y="54522"/>
                  <a:pt x="859112" y="57783"/>
                  <a:pt x="854077" y="62797"/>
                </a:cubicBezTo>
                <a:lnTo>
                  <a:pt x="854077" y="95214"/>
                </a:lnTo>
                <a:cubicBezTo>
                  <a:pt x="858546" y="95214"/>
                  <a:pt x="861432" y="95740"/>
                  <a:pt x="862733" y="96792"/>
                </a:cubicBezTo>
                <a:cubicBezTo>
                  <a:pt x="865505" y="98965"/>
                  <a:pt x="866891" y="101353"/>
                  <a:pt x="866891" y="103955"/>
                </a:cubicBezTo>
                <a:cubicBezTo>
                  <a:pt x="866891" y="106558"/>
                  <a:pt x="866000" y="108665"/>
                  <a:pt x="864218" y="110277"/>
                </a:cubicBezTo>
                <a:cubicBezTo>
                  <a:pt x="862436" y="111890"/>
                  <a:pt x="859452" y="112696"/>
                  <a:pt x="855265" y="112696"/>
                </a:cubicBezTo>
                <a:lnTo>
                  <a:pt x="835492" y="112696"/>
                </a:lnTo>
                <a:cubicBezTo>
                  <a:pt x="831306" y="112696"/>
                  <a:pt x="828322" y="111876"/>
                  <a:pt x="826539" y="110235"/>
                </a:cubicBezTo>
                <a:cubicBezTo>
                  <a:pt x="824757" y="108594"/>
                  <a:pt x="823866" y="106473"/>
                  <a:pt x="823866" y="103870"/>
                </a:cubicBezTo>
                <a:cubicBezTo>
                  <a:pt x="823866" y="101268"/>
                  <a:pt x="825252" y="98922"/>
                  <a:pt x="828025" y="96832"/>
                </a:cubicBezTo>
                <a:cubicBezTo>
                  <a:pt x="829382" y="95754"/>
                  <a:pt x="832268" y="95214"/>
                  <a:pt x="836680" y="95214"/>
                </a:cubicBezTo>
                <a:lnTo>
                  <a:pt x="836680" y="20027"/>
                </a:lnTo>
                <a:lnTo>
                  <a:pt x="833710" y="20027"/>
                </a:lnTo>
                <a:cubicBezTo>
                  <a:pt x="829524" y="20027"/>
                  <a:pt x="826539" y="19207"/>
                  <a:pt x="824757" y="17566"/>
                </a:cubicBezTo>
                <a:cubicBezTo>
                  <a:pt x="822975" y="15926"/>
                  <a:pt x="822084" y="13804"/>
                  <a:pt x="822084" y="11202"/>
                </a:cubicBezTo>
                <a:cubicBezTo>
                  <a:pt x="822084" y="8599"/>
                  <a:pt x="822975" y="6506"/>
                  <a:pt x="824757" y="4922"/>
                </a:cubicBezTo>
                <a:cubicBezTo>
                  <a:pt x="826539" y="3338"/>
                  <a:pt x="829524" y="2546"/>
                  <a:pt x="833710" y="2546"/>
                </a:cubicBezTo>
                <a:lnTo>
                  <a:pt x="854077" y="2546"/>
                </a:lnTo>
                <a:close/>
                <a:moveTo>
                  <a:pt x="1019964" y="82825"/>
                </a:moveTo>
                <a:lnTo>
                  <a:pt x="948596" y="82825"/>
                </a:lnTo>
                <a:cubicBezTo>
                  <a:pt x="950406" y="87351"/>
                  <a:pt x="953617" y="91000"/>
                  <a:pt x="958228" y="93772"/>
                </a:cubicBezTo>
                <a:cubicBezTo>
                  <a:pt x="962838" y="96544"/>
                  <a:pt x="969076" y="97930"/>
                  <a:pt x="976939" y="97930"/>
                </a:cubicBezTo>
                <a:cubicBezTo>
                  <a:pt x="983389" y="97930"/>
                  <a:pt x="991960" y="96564"/>
                  <a:pt x="1002652" y="93833"/>
                </a:cubicBezTo>
                <a:cubicBezTo>
                  <a:pt x="1007065" y="92717"/>
                  <a:pt x="1010120" y="92159"/>
                  <a:pt x="1011817" y="92159"/>
                </a:cubicBezTo>
                <a:cubicBezTo>
                  <a:pt x="1014137" y="92159"/>
                  <a:pt x="1016089" y="92980"/>
                  <a:pt x="1017673" y="94620"/>
                </a:cubicBezTo>
                <a:cubicBezTo>
                  <a:pt x="1019257" y="96261"/>
                  <a:pt x="1020049" y="98326"/>
                  <a:pt x="1020049" y="100815"/>
                </a:cubicBezTo>
                <a:cubicBezTo>
                  <a:pt x="1020049" y="103078"/>
                  <a:pt x="1019200" y="105002"/>
                  <a:pt x="1017503" y="106586"/>
                </a:cubicBezTo>
                <a:cubicBezTo>
                  <a:pt x="1015240" y="108679"/>
                  <a:pt x="1009724" y="110673"/>
                  <a:pt x="1000955" y="112569"/>
                </a:cubicBezTo>
                <a:cubicBezTo>
                  <a:pt x="992186" y="114464"/>
                  <a:pt x="983757" y="115411"/>
                  <a:pt x="975667" y="115411"/>
                </a:cubicBezTo>
                <a:cubicBezTo>
                  <a:pt x="961749" y="115411"/>
                  <a:pt x="950618" y="111479"/>
                  <a:pt x="942274" y="103616"/>
                </a:cubicBezTo>
                <a:cubicBezTo>
                  <a:pt x="933929" y="95752"/>
                  <a:pt x="929757" y="86078"/>
                  <a:pt x="929757" y="74593"/>
                </a:cubicBezTo>
                <a:cubicBezTo>
                  <a:pt x="929757" y="62373"/>
                  <a:pt x="934268" y="52430"/>
                  <a:pt x="943292" y="44764"/>
                </a:cubicBezTo>
                <a:cubicBezTo>
                  <a:pt x="952316" y="37099"/>
                  <a:pt x="962711" y="33266"/>
                  <a:pt x="974478" y="33266"/>
                </a:cubicBezTo>
                <a:cubicBezTo>
                  <a:pt x="981550" y="33266"/>
                  <a:pt x="988042" y="34508"/>
                  <a:pt x="993954" y="36994"/>
                </a:cubicBezTo>
                <a:cubicBezTo>
                  <a:pt x="999866" y="39478"/>
                  <a:pt x="1004265" y="42160"/>
                  <a:pt x="1007150" y="45040"/>
                </a:cubicBezTo>
                <a:cubicBezTo>
                  <a:pt x="1011223" y="49220"/>
                  <a:pt x="1014590" y="54387"/>
                  <a:pt x="1017249" y="60543"/>
                </a:cubicBezTo>
                <a:cubicBezTo>
                  <a:pt x="1019059" y="64836"/>
                  <a:pt x="1019964" y="69806"/>
                  <a:pt x="1019964" y="75455"/>
                </a:cubicBezTo>
                <a:lnTo>
                  <a:pt x="1019964" y="82825"/>
                </a:lnTo>
                <a:moveTo>
                  <a:pt x="1000701" y="65343"/>
                </a:moveTo>
                <a:cubicBezTo>
                  <a:pt x="998042" y="60450"/>
                  <a:pt x="994562" y="56793"/>
                  <a:pt x="990263" y="54375"/>
                </a:cubicBezTo>
                <a:cubicBezTo>
                  <a:pt x="985963" y="51956"/>
                  <a:pt x="980843" y="50747"/>
                  <a:pt x="974903" y="50747"/>
                </a:cubicBezTo>
                <a:cubicBezTo>
                  <a:pt x="969019" y="50747"/>
                  <a:pt x="963927" y="51956"/>
                  <a:pt x="959628" y="54375"/>
                </a:cubicBezTo>
                <a:cubicBezTo>
                  <a:pt x="955328" y="56793"/>
                  <a:pt x="951821" y="60450"/>
                  <a:pt x="949105" y="65343"/>
                </a:cubicBezTo>
                <a:lnTo>
                  <a:pt x="1000701" y="65343"/>
                </a:lnTo>
                <a:close/>
                <a:moveTo>
                  <a:pt x="1107693" y="38697"/>
                </a:moveTo>
                <a:cubicBezTo>
                  <a:pt x="1109786" y="36773"/>
                  <a:pt x="1111936" y="35811"/>
                  <a:pt x="1114143" y="35811"/>
                </a:cubicBezTo>
                <a:cubicBezTo>
                  <a:pt x="1116632" y="35811"/>
                  <a:pt x="1118683" y="36703"/>
                  <a:pt x="1120295" y="38485"/>
                </a:cubicBezTo>
                <a:cubicBezTo>
                  <a:pt x="1121908" y="40267"/>
                  <a:pt x="1122714" y="43223"/>
                  <a:pt x="1122714" y="47353"/>
                </a:cubicBezTo>
                <a:lnTo>
                  <a:pt x="1122714" y="58554"/>
                </a:lnTo>
                <a:cubicBezTo>
                  <a:pt x="1122714" y="62741"/>
                  <a:pt x="1121908" y="65711"/>
                  <a:pt x="1120295" y="67465"/>
                </a:cubicBezTo>
                <a:cubicBezTo>
                  <a:pt x="1118683" y="69219"/>
                  <a:pt x="1116575" y="70095"/>
                  <a:pt x="1113973" y="70095"/>
                </a:cubicBezTo>
                <a:cubicBezTo>
                  <a:pt x="1111597" y="70095"/>
                  <a:pt x="1109588" y="69417"/>
                  <a:pt x="1107948" y="68059"/>
                </a:cubicBezTo>
                <a:cubicBezTo>
                  <a:pt x="1106760" y="67040"/>
                  <a:pt x="1105826" y="64961"/>
                  <a:pt x="1105147" y="61821"/>
                </a:cubicBezTo>
                <a:cubicBezTo>
                  <a:pt x="1104469" y="58682"/>
                  <a:pt x="1102828" y="56348"/>
                  <a:pt x="1100225" y="54820"/>
                </a:cubicBezTo>
                <a:cubicBezTo>
                  <a:pt x="1095643" y="52105"/>
                  <a:pt x="1089788" y="50747"/>
                  <a:pt x="1082659" y="50747"/>
                </a:cubicBezTo>
                <a:cubicBezTo>
                  <a:pt x="1074456" y="50747"/>
                  <a:pt x="1067879" y="53139"/>
                  <a:pt x="1062929" y="57923"/>
                </a:cubicBezTo>
                <a:cubicBezTo>
                  <a:pt x="1057979" y="62705"/>
                  <a:pt x="1055504" y="68754"/>
                  <a:pt x="1055504" y="76068"/>
                </a:cubicBezTo>
                <a:cubicBezTo>
                  <a:pt x="1055504" y="82821"/>
                  <a:pt x="1057880" y="88153"/>
                  <a:pt x="1062632" y="92064"/>
                </a:cubicBezTo>
                <a:cubicBezTo>
                  <a:pt x="1067384" y="95975"/>
                  <a:pt x="1075276" y="97930"/>
                  <a:pt x="1086308" y="97930"/>
                </a:cubicBezTo>
                <a:cubicBezTo>
                  <a:pt x="1093550" y="97930"/>
                  <a:pt x="1099462" y="97201"/>
                  <a:pt x="1104044" y="95742"/>
                </a:cubicBezTo>
                <a:cubicBezTo>
                  <a:pt x="1106760" y="94844"/>
                  <a:pt x="1109334" y="93316"/>
                  <a:pt x="1111767" y="91157"/>
                </a:cubicBezTo>
                <a:cubicBezTo>
                  <a:pt x="1114199" y="88997"/>
                  <a:pt x="1116406" y="87916"/>
                  <a:pt x="1118386" y="87916"/>
                </a:cubicBezTo>
                <a:cubicBezTo>
                  <a:pt x="1120762" y="87916"/>
                  <a:pt x="1122813" y="88793"/>
                  <a:pt x="1124538" y="90547"/>
                </a:cubicBezTo>
                <a:cubicBezTo>
                  <a:pt x="1126264" y="92301"/>
                  <a:pt x="1127126" y="94366"/>
                  <a:pt x="1127126" y="96742"/>
                </a:cubicBezTo>
                <a:cubicBezTo>
                  <a:pt x="1127126" y="100589"/>
                  <a:pt x="1124496" y="104238"/>
                  <a:pt x="1119234" y="107689"/>
                </a:cubicBezTo>
                <a:cubicBezTo>
                  <a:pt x="1111427" y="112837"/>
                  <a:pt x="1099999" y="115411"/>
                  <a:pt x="1084950" y="115411"/>
                </a:cubicBezTo>
                <a:cubicBezTo>
                  <a:pt x="1071429" y="115411"/>
                  <a:pt x="1060906" y="112614"/>
                  <a:pt x="1053382" y="107018"/>
                </a:cubicBezTo>
                <a:cubicBezTo>
                  <a:pt x="1043199" y="99503"/>
                  <a:pt x="1038107" y="89217"/>
                  <a:pt x="1038107" y="76160"/>
                </a:cubicBezTo>
                <a:cubicBezTo>
                  <a:pt x="1038107" y="63785"/>
                  <a:pt x="1042237" y="53542"/>
                  <a:pt x="1050497" y="45433"/>
                </a:cubicBezTo>
                <a:cubicBezTo>
                  <a:pt x="1058757" y="37321"/>
                  <a:pt x="1069534" y="33266"/>
                  <a:pt x="1082829" y="33266"/>
                </a:cubicBezTo>
                <a:cubicBezTo>
                  <a:pt x="1087638" y="33266"/>
                  <a:pt x="1092107" y="33718"/>
                  <a:pt x="1096237" y="34623"/>
                </a:cubicBezTo>
                <a:cubicBezTo>
                  <a:pt x="1100367" y="35529"/>
                  <a:pt x="1104186" y="36886"/>
                  <a:pt x="1107693" y="38697"/>
                </a:cubicBezTo>
                <a:close/>
                <a:moveTo>
                  <a:pt x="1170559" y="83676"/>
                </a:moveTo>
                <a:lnTo>
                  <a:pt x="1170559" y="112696"/>
                </a:lnTo>
                <a:lnTo>
                  <a:pt x="1150192" y="112696"/>
                </a:lnTo>
                <a:cubicBezTo>
                  <a:pt x="1146005" y="112696"/>
                  <a:pt x="1143021" y="111876"/>
                  <a:pt x="1141239" y="110235"/>
                </a:cubicBezTo>
                <a:cubicBezTo>
                  <a:pt x="1139457" y="108594"/>
                  <a:pt x="1138566" y="106473"/>
                  <a:pt x="1138566" y="103870"/>
                </a:cubicBezTo>
                <a:cubicBezTo>
                  <a:pt x="1138566" y="101268"/>
                  <a:pt x="1139471" y="99175"/>
                  <a:pt x="1141281" y="97591"/>
                </a:cubicBezTo>
                <a:cubicBezTo>
                  <a:pt x="1143092" y="96006"/>
                  <a:pt x="1146062" y="95214"/>
                  <a:pt x="1150192" y="95214"/>
                </a:cubicBezTo>
                <a:lnTo>
                  <a:pt x="1153162" y="95214"/>
                </a:lnTo>
                <a:lnTo>
                  <a:pt x="1153162" y="20027"/>
                </a:lnTo>
                <a:lnTo>
                  <a:pt x="1150192" y="20027"/>
                </a:lnTo>
                <a:cubicBezTo>
                  <a:pt x="1146005" y="20027"/>
                  <a:pt x="1143021" y="19207"/>
                  <a:pt x="1141239" y="17566"/>
                </a:cubicBezTo>
                <a:cubicBezTo>
                  <a:pt x="1139457" y="15926"/>
                  <a:pt x="1138566" y="13804"/>
                  <a:pt x="1138566" y="11202"/>
                </a:cubicBezTo>
                <a:cubicBezTo>
                  <a:pt x="1138566" y="8599"/>
                  <a:pt x="1139457" y="6506"/>
                  <a:pt x="1141239" y="4922"/>
                </a:cubicBezTo>
                <a:cubicBezTo>
                  <a:pt x="1143021" y="3338"/>
                  <a:pt x="1146005" y="2546"/>
                  <a:pt x="1150192" y="2546"/>
                </a:cubicBezTo>
                <a:lnTo>
                  <a:pt x="1170559" y="2546"/>
                </a:lnTo>
                <a:lnTo>
                  <a:pt x="1170559" y="61270"/>
                </a:lnTo>
                <a:lnTo>
                  <a:pt x="1184136" y="50323"/>
                </a:lnTo>
                <a:cubicBezTo>
                  <a:pt x="1182722" y="47890"/>
                  <a:pt x="1182015" y="45910"/>
                  <a:pt x="1182015" y="44382"/>
                </a:cubicBezTo>
                <a:cubicBezTo>
                  <a:pt x="1182015" y="41780"/>
                  <a:pt x="1182892" y="39673"/>
                  <a:pt x="1184645" y="38060"/>
                </a:cubicBezTo>
                <a:cubicBezTo>
                  <a:pt x="1186399" y="36448"/>
                  <a:pt x="1189369" y="35642"/>
                  <a:pt x="1193556" y="35642"/>
                </a:cubicBezTo>
                <a:lnTo>
                  <a:pt x="1213413" y="35642"/>
                </a:lnTo>
                <a:cubicBezTo>
                  <a:pt x="1217600" y="35642"/>
                  <a:pt x="1220584" y="36448"/>
                  <a:pt x="1222366" y="38060"/>
                </a:cubicBezTo>
                <a:cubicBezTo>
                  <a:pt x="1224148" y="39673"/>
                  <a:pt x="1225039" y="41780"/>
                  <a:pt x="1225039" y="44382"/>
                </a:cubicBezTo>
                <a:cubicBezTo>
                  <a:pt x="1225039" y="46985"/>
                  <a:pt x="1224148" y="49092"/>
                  <a:pt x="1222366" y="50705"/>
                </a:cubicBezTo>
                <a:cubicBezTo>
                  <a:pt x="1220584" y="52317"/>
                  <a:pt x="1217600" y="53123"/>
                  <a:pt x="1213413" y="53123"/>
                </a:cubicBezTo>
                <a:lnTo>
                  <a:pt x="1208576" y="53123"/>
                </a:lnTo>
                <a:lnTo>
                  <a:pt x="1187446" y="70061"/>
                </a:lnTo>
                <a:lnTo>
                  <a:pt x="1215874" y="95214"/>
                </a:lnTo>
                <a:lnTo>
                  <a:pt x="1220966" y="95214"/>
                </a:lnTo>
                <a:cubicBezTo>
                  <a:pt x="1225153" y="95214"/>
                  <a:pt x="1228137" y="96021"/>
                  <a:pt x="1229919" y="97633"/>
                </a:cubicBezTo>
                <a:cubicBezTo>
                  <a:pt x="1231701" y="99245"/>
                  <a:pt x="1232592" y="101353"/>
                  <a:pt x="1232592" y="103955"/>
                </a:cubicBezTo>
                <a:cubicBezTo>
                  <a:pt x="1232592" y="106558"/>
                  <a:pt x="1231701" y="108665"/>
                  <a:pt x="1229919" y="110277"/>
                </a:cubicBezTo>
                <a:cubicBezTo>
                  <a:pt x="1228137" y="111890"/>
                  <a:pt x="1225153" y="112696"/>
                  <a:pt x="1220966" y="112696"/>
                </a:cubicBezTo>
                <a:lnTo>
                  <a:pt x="1200939" y="112696"/>
                </a:lnTo>
                <a:cubicBezTo>
                  <a:pt x="1196752" y="112696"/>
                  <a:pt x="1193768" y="111890"/>
                  <a:pt x="1191986" y="110277"/>
                </a:cubicBezTo>
                <a:cubicBezTo>
                  <a:pt x="1190204" y="108665"/>
                  <a:pt x="1189313" y="106558"/>
                  <a:pt x="1189313" y="103955"/>
                </a:cubicBezTo>
                <a:cubicBezTo>
                  <a:pt x="1189313" y="101749"/>
                  <a:pt x="1190275" y="99571"/>
                  <a:pt x="1192198" y="97421"/>
                </a:cubicBezTo>
                <a:lnTo>
                  <a:pt x="1173783" y="81127"/>
                </a:lnTo>
                <a:lnTo>
                  <a:pt x="1170559" y="83676"/>
                </a:lnTo>
                <a:close/>
                <a:moveTo>
                  <a:pt x="1337294" y="164970"/>
                </a:moveTo>
                <a:lnTo>
                  <a:pt x="1241740" y="164970"/>
                </a:lnTo>
                <a:cubicBezTo>
                  <a:pt x="1237553" y="164970"/>
                  <a:pt x="1234569" y="164174"/>
                  <a:pt x="1232787" y="162581"/>
                </a:cubicBezTo>
                <a:cubicBezTo>
                  <a:pt x="1231005" y="160990"/>
                  <a:pt x="1230114" y="158887"/>
                  <a:pt x="1230114" y="156272"/>
                </a:cubicBezTo>
                <a:cubicBezTo>
                  <a:pt x="1230114" y="153657"/>
                  <a:pt x="1231005" y="151539"/>
                  <a:pt x="1232787" y="149918"/>
                </a:cubicBezTo>
                <a:cubicBezTo>
                  <a:pt x="1234569" y="148299"/>
                  <a:pt x="1237553" y="147489"/>
                  <a:pt x="1241740" y="147489"/>
                </a:cubicBezTo>
                <a:lnTo>
                  <a:pt x="1337294" y="147489"/>
                </a:lnTo>
                <a:cubicBezTo>
                  <a:pt x="1341424" y="147489"/>
                  <a:pt x="1344380" y="148299"/>
                  <a:pt x="1346162" y="149918"/>
                </a:cubicBezTo>
                <a:cubicBezTo>
                  <a:pt x="1347944" y="151539"/>
                  <a:pt x="1348835" y="153657"/>
                  <a:pt x="1348835" y="156272"/>
                </a:cubicBezTo>
                <a:cubicBezTo>
                  <a:pt x="1348835" y="158830"/>
                  <a:pt x="1347958" y="160919"/>
                  <a:pt x="1346204" y="162539"/>
                </a:cubicBezTo>
                <a:cubicBezTo>
                  <a:pt x="1344450" y="164160"/>
                  <a:pt x="1341480" y="164970"/>
                  <a:pt x="1337294" y="164970"/>
                </a:cubicBezTo>
                <a:close/>
                <a:moveTo>
                  <a:pt x="1433340" y="2546"/>
                </a:moveTo>
                <a:lnTo>
                  <a:pt x="1433340" y="95214"/>
                </a:lnTo>
                <a:lnTo>
                  <a:pt x="1436310" y="95214"/>
                </a:lnTo>
                <a:cubicBezTo>
                  <a:pt x="1440440" y="95214"/>
                  <a:pt x="1443410" y="96021"/>
                  <a:pt x="1445220" y="97633"/>
                </a:cubicBezTo>
                <a:cubicBezTo>
                  <a:pt x="1447031" y="99245"/>
                  <a:pt x="1447936" y="101353"/>
                  <a:pt x="1447936" y="103955"/>
                </a:cubicBezTo>
                <a:cubicBezTo>
                  <a:pt x="1447936" y="106558"/>
                  <a:pt x="1447045" y="108665"/>
                  <a:pt x="1445263" y="110277"/>
                </a:cubicBezTo>
                <a:cubicBezTo>
                  <a:pt x="1443481" y="111890"/>
                  <a:pt x="1440496" y="112696"/>
                  <a:pt x="1436310" y="112696"/>
                </a:cubicBezTo>
                <a:lnTo>
                  <a:pt x="1415943" y="112696"/>
                </a:lnTo>
                <a:lnTo>
                  <a:pt x="1415943" y="108453"/>
                </a:lnTo>
                <a:cubicBezTo>
                  <a:pt x="1411983" y="110744"/>
                  <a:pt x="1407839" y="112477"/>
                  <a:pt x="1403511" y="113651"/>
                </a:cubicBezTo>
                <a:cubicBezTo>
                  <a:pt x="1399183" y="114824"/>
                  <a:pt x="1394700" y="115411"/>
                  <a:pt x="1390061" y="115411"/>
                </a:cubicBezTo>
                <a:cubicBezTo>
                  <a:pt x="1376992" y="115411"/>
                  <a:pt x="1366469" y="111635"/>
                  <a:pt x="1358492" y="104082"/>
                </a:cubicBezTo>
                <a:cubicBezTo>
                  <a:pt x="1350515" y="96530"/>
                  <a:pt x="1346527" y="87124"/>
                  <a:pt x="1346527" y="75866"/>
                </a:cubicBezTo>
                <a:cubicBezTo>
                  <a:pt x="1346527" y="64099"/>
                  <a:pt x="1350713" y="54057"/>
                  <a:pt x="1359086" y="45740"/>
                </a:cubicBezTo>
                <a:cubicBezTo>
                  <a:pt x="1367459" y="37424"/>
                  <a:pt x="1377671" y="33266"/>
                  <a:pt x="1389721" y="33266"/>
                </a:cubicBezTo>
                <a:cubicBezTo>
                  <a:pt x="1394247" y="33266"/>
                  <a:pt x="1398688" y="33962"/>
                  <a:pt x="1403044" y="35355"/>
                </a:cubicBezTo>
                <a:cubicBezTo>
                  <a:pt x="1407401" y="36748"/>
                  <a:pt x="1411700" y="38837"/>
                  <a:pt x="1415943" y="41622"/>
                </a:cubicBezTo>
                <a:lnTo>
                  <a:pt x="1415943" y="20027"/>
                </a:lnTo>
                <a:lnTo>
                  <a:pt x="1412973" y="20027"/>
                </a:lnTo>
                <a:cubicBezTo>
                  <a:pt x="1408787" y="20027"/>
                  <a:pt x="1405802" y="19221"/>
                  <a:pt x="1404020" y="17609"/>
                </a:cubicBezTo>
                <a:cubicBezTo>
                  <a:pt x="1402238" y="15996"/>
                  <a:pt x="1401347" y="13889"/>
                  <a:pt x="1401347" y="11287"/>
                </a:cubicBezTo>
                <a:cubicBezTo>
                  <a:pt x="1401347" y="8684"/>
                  <a:pt x="1402238" y="6577"/>
                  <a:pt x="1404020" y="4964"/>
                </a:cubicBezTo>
                <a:cubicBezTo>
                  <a:pt x="1405802" y="3352"/>
                  <a:pt x="1408787" y="2546"/>
                  <a:pt x="1412973" y="2546"/>
                </a:cubicBezTo>
                <a:lnTo>
                  <a:pt x="1433340" y="2546"/>
                </a:lnTo>
                <a:moveTo>
                  <a:pt x="1415943" y="76367"/>
                </a:moveTo>
                <a:cubicBezTo>
                  <a:pt x="1415943" y="69209"/>
                  <a:pt x="1413426" y="63149"/>
                  <a:pt x="1408391" y="58188"/>
                </a:cubicBezTo>
                <a:cubicBezTo>
                  <a:pt x="1403355" y="53227"/>
                  <a:pt x="1397189" y="50747"/>
                  <a:pt x="1389891" y="50747"/>
                </a:cubicBezTo>
                <a:cubicBezTo>
                  <a:pt x="1382649" y="50747"/>
                  <a:pt x="1376511" y="53227"/>
                  <a:pt x="1371476" y="58188"/>
                </a:cubicBezTo>
                <a:cubicBezTo>
                  <a:pt x="1366441" y="63149"/>
                  <a:pt x="1363923" y="69125"/>
                  <a:pt x="1363923" y="76115"/>
                </a:cubicBezTo>
                <a:cubicBezTo>
                  <a:pt x="1363923" y="82485"/>
                  <a:pt x="1366186" y="87714"/>
                  <a:pt x="1370712" y="91801"/>
                </a:cubicBezTo>
                <a:cubicBezTo>
                  <a:pt x="1375238" y="95887"/>
                  <a:pt x="1381631" y="97930"/>
                  <a:pt x="1389891" y="97930"/>
                </a:cubicBezTo>
                <a:cubicBezTo>
                  <a:pt x="1398094" y="97930"/>
                  <a:pt x="1404487" y="95887"/>
                  <a:pt x="1409069" y="91801"/>
                </a:cubicBezTo>
                <a:cubicBezTo>
                  <a:pt x="1413652" y="87714"/>
                  <a:pt x="1415943" y="82569"/>
                  <a:pt x="1415943" y="76367"/>
                </a:cubicBezTo>
                <a:close/>
                <a:moveTo>
                  <a:pt x="1541351" y="82825"/>
                </a:moveTo>
                <a:lnTo>
                  <a:pt x="1469983" y="82825"/>
                </a:lnTo>
                <a:cubicBezTo>
                  <a:pt x="1471793" y="87351"/>
                  <a:pt x="1475004" y="91000"/>
                  <a:pt x="1479614" y="93772"/>
                </a:cubicBezTo>
                <a:cubicBezTo>
                  <a:pt x="1484225" y="96544"/>
                  <a:pt x="1490463" y="97930"/>
                  <a:pt x="1498326" y="97930"/>
                </a:cubicBezTo>
                <a:cubicBezTo>
                  <a:pt x="1504776" y="97930"/>
                  <a:pt x="1513347" y="96564"/>
                  <a:pt x="1524039" y="93833"/>
                </a:cubicBezTo>
                <a:cubicBezTo>
                  <a:pt x="1528452" y="92717"/>
                  <a:pt x="1531507" y="92159"/>
                  <a:pt x="1533204" y="92159"/>
                </a:cubicBezTo>
                <a:cubicBezTo>
                  <a:pt x="1535524" y="92159"/>
                  <a:pt x="1537476" y="92980"/>
                  <a:pt x="1539060" y="94620"/>
                </a:cubicBezTo>
                <a:cubicBezTo>
                  <a:pt x="1540644" y="96261"/>
                  <a:pt x="1541436" y="98326"/>
                  <a:pt x="1541436" y="100815"/>
                </a:cubicBezTo>
                <a:cubicBezTo>
                  <a:pt x="1541436" y="103078"/>
                  <a:pt x="1540587" y="105002"/>
                  <a:pt x="1538890" y="106586"/>
                </a:cubicBezTo>
                <a:cubicBezTo>
                  <a:pt x="1536627" y="108679"/>
                  <a:pt x="1531111" y="110673"/>
                  <a:pt x="1522342" y="112569"/>
                </a:cubicBezTo>
                <a:cubicBezTo>
                  <a:pt x="1513573" y="114464"/>
                  <a:pt x="1505144" y="115411"/>
                  <a:pt x="1497053" y="115411"/>
                </a:cubicBezTo>
                <a:cubicBezTo>
                  <a:pt x="1483136" y="115411"/>
                  <a:pt x="1472005" y="111479"/>
                  <a:pt x="1463661" y="103616"/>
                </a:cubicBezTo>
                <a:cubicBezTo>
                  <a:pt x="1455316" y="95752"/>
                  <a:pt x="1451143" y="86078"/>
                  <a:pt x="1451143" y="74593"/>
                </a:cubicBezTo>
                <a:cubicBezTo>
                  <a:pt x="1451143" y="62373"/>
                  <a:pt x="1455655" y="52430"/>
                  <a:pt x="1464679" y="44764"/>
                </a:cubicBezTo>
                <a:cubicBezTo>
                  <a:pt x="1473702" y="37099"/>
                  <a:pt x="1484098" y="33266"/>
                  <a:pt x="1495865" y="33266"/>
                </a:cubicBezTo>
                <a:cubicBezTo>
                  <a:pt x="1502937" y="33266"/>
                  <a:pt x="1509429" y="34508"/>
                  <a:pt x="1515341" y="36994"/>
                </a:cubicBezTo>
                <a:cubicBezTo>
                  <a:pt x="1521253" y="39478"/>
                  <a:pt x="1525652" y="42160"/>
                  <a:pt x="1528537" y="45040"/>
                </a:cubicBezTo>
                <a:cubicBezTo>
                  <a:pt x="1532610" y="49220"/>
                  <a:pt x="1535976" y="54387"/>
                  <a:pt x="1538635" y="60543"/>
                </a:cubicBezTo>
                <a:cubicBezTo>
                  <a:pt x="1540446" y="64836"/>
                  <a:pt x="1541351" y="69806"/>
                  <a:pt x="1541351" y="75455"/>
                </a:cubicBezTo>
                <a:lnTo>
                  <a:pt x="1541351" y="82825"/>
                </a:lnTo>
                <a:moveTo>
                  <a:pt x="1522088" y="65343"/>
                </a:moveTo>
                <a:cubicBezTo>
                  <a:pt x="1519429" y="60450"/>
                  <a:pt x="1515949" y="56793"/>
                  <a:pt x="1511650" y="54375"/>
                </a:cubicBezTo>
                <a:cubicBezTo>
                  <a:pt x="1507350" y="51956"/>
                  <a:pt x="1502230" y="50747"/>
                  <a:pt x="1496290" y="50747"/>
                </a:cubicBezTo>
                <a:cubicBezTo>
                  <a:pt x="1490406" y="50747"/>
                  <a:pt x="1485314" y="51956"/>
                  <a:pt x="1481015" y="54375"/>
                </a:cubicBezTo>
                <a:cubicBezTo>
                  <a:pt x="1476715" y="56793"/>
                  <a:pt x="1473207" y="60450"/>
                  <a:pt x="1470492" y="65343"/>
                </a:cubicBezTo>
                <a:lnTo>
                  <a:pt x="1522088" y="65343"/>
                </a:lnTo>
                <a:close/>
                <a:moveTo>
                  <a:pt x="1629081" y="38697"/>
                </a:moveTo>
                <a:cubicBezTo>
                  <a:pt x="1631174" y="36773"/>
                  <a:pt x="1633324" y="35811"/>
                  <a:pt x="1635530" y="35811"/>
                </a:cubicBezTo>
                <a:cubicBezTo>
                  <a:pt x="1638019" y="35811"/>
                  <a:pt x="1640070" y="36703"/>
                  <a:pt x="1641683" y="38485"/>
                </a:cubicBezTo>
                <a:cubicBezTo>
                  <a:pt x="1643295" y="40267"/>
                  <a:pt x="1644101" y="43223"/>
                  <a:pt x="1644101" y="47353"/>
                </a:cubicBezTo>
                <a:lnTo>
                  <a:pt x="1644101" y="58554"/>
                </a:lnTo>
                <a:cubicBezTo>
                  <a:pt x="1644101" y="62741"/>
                  <a:pt x="1643295" y="65711"/>
                  <a:pt x="1641683" y="67465"/>
                </a:cubicBezTo>
                <a:cubicBezTo>
                  <a:pt x="1640070" y="69219"/>
                  <a:pt x="1637963" y="70095"/>
                  <a:pt x="1635360" y="70095"/>
                </a:cubicBezTo>
                <a:cubicBezTo>
                  <a:pt x="1632984" y="70095"/>
                  <a:pt x="1630976" y="69417"/>
                  <a:pt x="1629335" y="68059"/>
                </a:cubicBezTo>
                <a:cubicBezTo>
                  <a:pt x="1628147" y="67040"/>
                  <a:pt x="1627214" y="64961"/>
                  <a:pt x="1626535" y="61821"/>
                </a:cubicBezTo>
                <a:cubicBezTo>
                  <a:pt x="1625856" y="58682"/>
                  <a:pt x="1624215" y="56348"/>
                  <a:pt x="1621613" y="54820"/>
                </a:cubicBezTo>
                <a:cubicBezTo>
                  <a:pt x="1617030" y="52105"/>
                  <a:pt x="1611175" y="50747"/>
                  <a:pt x="1604047" y="50747"/>
                </a:cubicBezTo>
                <a:cubicBezTo>
                  <a:pt x="1595843" y="50747"/>
                  <a:pt x="1589267" y="53139"/>
                  <a:pt x="1584316" y="57923"/>
                </a:cubicBezTo>
                <a:cubicBezTo>
                  <a:pt x="1579366" y="62705"/>
                  <a:pt x="1576891" y="68754"/>
                  <a:pt x="1576891" y="76068"/>
                </a:cubicBezTo>
                <a:cubicBezTo>
                  <a:pt x="1576891" y="82821"/>
                  <a:pt x="1579267" y="88153"/>
                  <a:pt x="1584019" y="92064"/>
                </a:cubicBezTo>
                <a:cubicBezTo>
                  <a:pt x="1588772" y="95975"/>
                  <a:pt x="1596664" y="97930"/>
                  <a:pt x="1607696" y="97930"/>
                </a:cubicBezTo>
                <a:cubicBezTo>
                  <a:pt x="1614937" y="97930"/>
                  <a:pt x="1620849" y="97201"/>
                  <a:pt x="1625432" y="95742"/>
                </a:cubicBezTo>
                <a:cubicBezTo>
                  <a:pt x="1628147" y="94844"/>
                  <a:pt x="1630721" y="93316"/>
                  <a:pt x="1633154" y="91157"/>
                </a:cubicBezTo>
                <a:cubicBezTo>
                  <a:pt x="1635587" y="88997"/>
                  <a:pt x="1637793" y="87916"/>
                  <a:pt x="1639773" y="87916"/>
                </a:cubicBezTo>
                <a:cubicBezTo>
                  <a:pt x="1642149" y="87916"/>
                  <a:pt x="1644200" y="88793"/>
                  <a:pt x="1645926" y="90547"/>
                </a:cubicBezTo>
                <a:cubicBezTo>
                  <a:pt x="1647651" y="92301"/>
                  <a:pt x="1648514" y="94366"/>
                  <a:pt x="1648514" y="96742"/>
                </a:cubicBezTo>
                <a:cubicBezTo>
                  <a:pt x="1648514" y="100589"/>
                  <a:pt x="1645883" y="104238"/>
                  <a:pt x="1640622" y="107689"/>
                </a:cubicBezTo>
                <a:cubicBezTo>
                  <a:pt x="1632815" y="112837"/>
                  <a:pt x="1621387" y="115411"/>
                  <a:pt x="1606338" y="115411"/>
                </a:cubicBezTo>
                <a:cubicBezTo>
                  <a:pt x="1592817" y="115411"/>
                  <a:pt x="1582294" y="112614"/>
                  <a:pt x="1574769" y="107018"/>
                </a:cubicBezTo>
                <a:cubicBezTo>
                  <a:pt x="1564586" y="99503"/>
                  <a:pt x="1559494" y="89217"/>
                  <a:pt x="1559494" y="76160"/>
                </a:cubicBezTo>
                <a:cubicBezTo>
                  <a:pt x="1559494" y="63785"/>
                  <a:pt x="1563624" y="53542"/>
                  <a:pt x="1571884" y="45433"/>
                </a:cubicBezTo>
                <a:cubicBezTo>
                  <a:pt x="1580144" y="37321"/>
                  <a:pt x="1590921" y="33266"/>
                  <a:pt x="1604216" y="33266"/>
                </a:cubicBezTo>
                <a:cubicBezTo>
                  <a:pt x="1609025" y="33266"/>
                  <a:pt x="1613494" y="33718"/>
                  <a:pt x="1617624" y="34623"/>
                </a:cubicBezTo>
                <a:cubicBezTo>
                  <a:pt x="1621754" y="35529"/>
                  <a:pt x="1625573" y="36886"/>
                  <a:pt x="1629081" y="38697"/>
                </a:cubicBezTo>
                <a:close/>
                <a:moveTo>
                  <a:pt x="1751433" y="75527"/>
                </a:moveTo>
                <a:cubicBezTo>
                  <a:pt x="1751433" y="82202"/>
                  <a:pt x="1749580" y="88666"/>
                  <a:pt x="1745875" y="94917"/>
                </a:cubicBezTo>
                <a:cubicBezTo>
                  <a:pt x="1742169" y="101169"/>
                  <a:pt x="1736653" y="106147"/>
                  <a:pt x="1729327" y="109853"/>
                </a:cubicBezTo>
                <a:cubicBezTo>
                  <a:pt x="1722000" y="113559"/>
                  <a:pt x="1714349" y="115411"/>
                  <a:pt x="1706372" y="115411"/>
                </a:cubicBezTo>
                <a:cubicBezTo>
                  <a:pt x="1698451" y="115411"/>
                  <a:pt x="1690870" y="113587"/>
                  <a:pt x="1683629" y="109938"/>
                </a:cubicBezTo>
                <a:cubicBezTo>
                  <a:pt x="1676387" y="106289"/>
                  <a:pt x="1670872" y="101324"/>
                  <a:pt x="1667081" y="95045"/>
                </a:cubicBezTo>
                <a:cubicBezTo>
                  <a:pt x="1663291" y="88765"/>
                  <a:pt x="1661395" y="82202"/>
                  <a:pt x="1661395" y="75357"/>
                </a:cubicBezTo>
                <a:cubicBezTo>
                  <a:pt x="1661395" y="68398"/>
                  <a:pt x="1663319" y="61567"/>
                  <a:pt x="1667166" y="54863"/>
                </a:cubicBezTo>
                <a:cubicBezTo>
                  <a:pt x="1671013" y="48159"/>
                  <a:pt x="1676543" y="42883"/>
                  <a:pt x="1683756" y="39036"/>
                </a:cubicBezTo>
                <a:cubicBezTo>
                  <a:pt x="1690969" y="35189"/>
                  <a:pt x="1698508" y="33266"/>
                  <a:pt x="1706372" y="33266"/>
                </a:cubicBezTo>
                <a:cubicBezTo>
                  <a:pt x="1714292" y="33266"/>
                  <a:pt x="1721916" y="35232"/>
                  <a:pt x="1729242" y="39163"/>
                </a:cubicBezTo>
                <a:cubicBezTo>
                  <a:pt x="1736568" y="43095"/>
                  <a:pt x="1742098" y="48385"/>
                  <a:pt x="1745832" y="55033"/>
                </a:cubicBezTo>
                <a:cubicBezTo>
                  <a:pt x="1749566" y="61680"/>
                  <a:pt x="1751433" y="68511"/>
                  <a:pt x="1751433" y="75527"/>
                </a:cubicBezTo>
                <a:moveTo>
                  <a:pt x="1734037" y="75606"/>
                </a:moveTo>
                <a:cubicBezTo>
                  <a:pt x="1734037" y="70026"/>
                  <a:pt x="1732028" y="64897"/>
                  <a:pt x="1728011" y="60217"/>
                </a:cubicBezTo>
                <a:cubicBezTo>
                  <a:pt x="1722524" y="53904"/>
                  <a:pt x="1715311" y="50747"/>
                  <a:pt x="1706372" y="50747"/>
                </a:cubicBezTo>
                <a:cubicBezTo>
                  <a:pt x="1698508" y="50747"/>
                  <a:pt x="1691945" y="53256"/>
                  <a:pt x="1686684" y="58273"/>
                </a:cubicBezTo>
                <a:cubicBezTo>
                  <a:pt x="1681423" y="63291"/>
                  <a:pt x="1678792" y="69097"/>
                  <a:pt x="1678792" y="75691"/>
                </a:cubicBezTo>
                <a:cubicBezTo>
                  <a:pt x="1678792" y="81103"/>
                  <a:pt x="1681451" y="86163"/>
                  <a:pt x="1686769" y="90871"/>
                </a:cubicBezTo>
                <a:cubicBezTo>
                  <a:pt x="1692087" y="95577"/>
                  <a:pt x="1698621" y="97930"/>
                  <a:pt x="1706372" y="97930"/>
                </a:cubicBezTo>
                <a:cubicBezTo>
                  <a:pt x="1714179" y="97930"/>
                  <a:pt x="1720742" y="95577"/>
                  <a:pt x="1726060" y="90871"/>
                </a:cubicBezTo>
                <a:cubicBezTo>
                  <a:pt x="1731378" y="86163"/>
                  <a:pt x="1734037" y="81074"/>
                  <a:pt x="1734037" y="75606"/>
                </a:cubicBezTo>
                <a:close/>
                <a:moveTo>
                  <a:pt x="1850450" y="2546"/>
                </a:moveTo>
                <a:lnTo>
                  <a:pt x="1850450" y="95214"/>
                </a:lnTo>
                <a:lnTo>
                  <a:pt x="1853420" y="95214"/>
                </a:lnTo>
                <a:cubicBezTo>
                  <a:pt x="1857550" y="95214"/>
                  <a:pt x="1860520" y="96021"/>
                  <a:pt x="1862330" y="97633"/>
                </a:cubicBezTo>
                <a:cubicBezTo>
                  <a:pt x="1864141" y="99245"/>
                  <a:pt x="1865046" y="101353"/>
                  <a:pt x="1865046" y="103955"/>
                </a:cubicBezTo>
                <a:cubicBezTo>
                  <a:pt x="1865046" y="106558"/>
                  <a:pt x="1864155" y="108665"/>
                  <a:pt x="1862373" y="110277"/>
                </a:cubicBezTo>
                <a:cubicBezTo>
                  <a:pt x="1860591" y="111890"/>
                  <a:pt x="1857606" y="112696"/>
                  <a:pt x="1853420" y="112696"/>
                </a:cubicBezTo>
                <a:lnTo>
                  <a:pt x="1833053" y="112696"/>
                </a:lnTo>
                <a:lnTo>
                  <a:pt x="1833053" y="108453"/>
                </a:lnTo>
                <a:cubicBezTo>
                  <a:pt x="1829093" y="110744"/>
                  <a:pt x="1824949" y="112477"/>
                  <a:pt x="1820621" y="113651"/>
                </a:cubicBezTo>
                <a:cubicBezTo>
                  <a:pt x="1816293" y="114824"/>
                  <a:pt x="1811809" y="115411"/>
                  <a:pt x="1807170" y="115411"/>
                </a:cubicBezTo>
                <a:cubicBezTo>
                  <a:pt x="1794102" y="115411"/>
                  <a:pt x="1783579" y="111635"/>
                  <a:pt x="1775602" y="104082"/>
                </a:cubicBezTo>
                <a:cubicBezTo>
                  <a:pt x="1767625" y="96530"/>
                  <a:pt x="1763637" y="87124"/>
                  <a:pt x="1763637" y="75866"/>
                </a:cubicBezTo>
                <a:cubicBezTo>
                  <a:pt x="1763637" y="64099"/>
                  <a:pt x="1767823" y="54057"/>
                  <a:pt x="1776196" y="45740"/>
                </a:cubicBezTo>
                <a:cubicBezTo>
                  <a:pt x="1784569" y="37424"/>
                  <a:pt x="1794781" y="33266"/>
                  <a:pt x="1806831" y="33266"/>
                </a:cubicBezTo>
                <a:cubicBezTo>
                  <a:pt x="1811357" y="33266"/>
                  <a:pt x="1815798" y="33962"/>
                  <a:pt x="1820154" y="35355"/>
                </a:cubicBezTo>
                <a:cubicBezTo>
                  <a:pt x="1824510" y="36748"/>
                  <a:pt x="1828810" y="38837"/>
                  <a:pt x="1833053" y="41622"/>
                </a:cubicBezTo>
                <a:lnTo>
                  <a:pt x="1833053" y="20027"/>
                </a:lnTo>
                <a:lnTo>
                  <a:pt x="1830083" y="20027"/>
                </a:lnTo>
                <a:cubicBezTo>
                  <a:pt x="1825896" y="20027"/>
                  <a:pt x="1822912" y="19221"/>
                  <a:pt x="1821130" y="17609"/>
                </a:cubicBezTo>
                <a:cubicBezTo>
                  <a:pt x="1819348" y="15996"/>
                  <a:pt x="1818457" y="13889"/>
                  <a:pt x="1818457" y="11287"/>
                </a:cubicBezTo>
                <a:cubicBezTo>
                  <a:pt x="1818457" y="8684"/>
                  <a:pt x="1819348" y="6577"/>
                  <a:pt x="1821130" y="4964"/>
                </a:cubicBezTo>
                <a:cubicBezTo>
                  <a:pt x="1822912" y="3352"/>
                  <a:pt x="1825896" y="2546"/>
                  <a:pt x="1830083" y="2546"/>
                </a:cubicBezTo>
                <a:lnTo>
                  <a:pt x="1850450" y="2546"/>
                </a:lnTo>
                <a:moveTo>
                  <a:pt x="1833053" y="76367"/>
                </a:moveTo>
                <a:cubicBezTo>
                  <a:pt x="1833053" y="69209"/>
                  <a:pt x="1830536" y="63149"/>
                  <a:pt x="1825500" y="58188"/>
                </a:cubicBezTo>
                <a:cubicBezTo>
                  <a:pt x="1820465" y="53227"/>
                  <a:pt x="1814299" y="50747"/>
                  <a:pt x="1807001" y="50747"/>
                </a:cubicBezTo>
                <a:cubicBezTo>
                  <a:pt x="1799759" y="50747"/>
                  <a:pt x="1793621" y="53227"/>
                  <a:pt x="1788586" y="58188"/>
                </a:cubicBezTo>
                <a:cubicBezTo>
                  <a:pt x="1783551" y="63149"/>
                  <a:pt x="1781033" y="69125"/>
                  <a:pt x="1781033" y="76115"/>
                </a:cubicBezTo>
                <a:cubicBezTo>
                  <a:pt x="1781033" y="82485"/>
                  <a:pt x="1783296" y="87714"/>
                  <a:pt x="1787822" y="91801"/>
                </a:cubicBezTo>
                <a:cubicBezTo>
                  <a:pt x="1792348" y="95887"/>
                  <a:pt x="1798741" y="97930"/>
                  <a:pt x="1807001" y="97930"/>
                </a:cubicBezTo>
                <a:cubicBezTo>
                  <a:pt x="1815204" y="97930"/>
                  <a:pt x="1821597" y="95887"/>
                  <a:pt x="1826179" y="91801"/>
                </a:cubicBezTo>
                <a:cubicBezTo>
                  <a:pt x="1830762" y="87714"/>
                  <a:pt x="1833053" y="82569"/>
                  <a:pt x="1833053" y="76367"/>
                </a:cubicBezTo>
                <a:close/>
                <a:moveTo>
                  <a:pt x="1958461" y="82825"/>
                </a:moveTo>
                <a:lnTo>
                  <a:pt x="1887092" y="82825"/>
                </a:lnTo>
                <a:cubicBezTo>
                  <a:pt x="1888903" y="87351"/>
                  <a:pt x="1892113" y="91000"/>
                  <a:pt x="1896724" y="93772"/>
                </a:cubicBezTo>
                <a:cubicBezTo>
                  <a:pt x="1901335" y="96544"/>
                  <a:pt x="1907572" y="97930"/>
                  <a:pt x="1915436" y="97930"/>
                </a:cubicBezTo>
                <a:cubicBezTo>
                  <a:pt x="1921885" y="97930"/>
                  <a:pt x="1930456" y="96564"/>
                  <a:pt x="1941149" y="93833"/>
                </a:cubicBezTo>
                <a:cubicBezTo>
                  <a:pt x="1945562" y="92717"/>
                  <a:pt x="1948617" y="92159"/>
                  <a:pt x="1950314" y="92159"/>
                </a:cubicBezTo>
                <a:cubicBezTo>
                  <a:pt x="1952633" y="92159"/>
                  <a:pt x="1954585" y="92980"/>
                  <a:pt x="1956169" y="94620"/>
                </a:cubicBezTo>
                <a:cubicBezTo>
                  <a:pt x="1957753" y="96261"/>
                  <a:pt x="1958545" y="98326"/>
                  <a:pt x="1958545" y="100815"/>
                </a:cubicBezTo>
                <a:cubicBezTo>
                  <a:pt x="1958545" y="103078"/>
                  <a:pt x="1957697" y="105002"/>
                  <a:pt x="1956000" y="106586"/>
                </a:cubicBezTo>
                <a:cubicBezTo>
                  <a:pt x="1953737" y="108679"/>
                  <a:pt x="1948221" y="110673"/>
                  <a:pt x="1939452" y="112569"/>
                </a:cubicBezTo>
                <a:cubicBezTo>
                  <a:pt x="1930683" y="114464"/>
                  <a:pt x="1922253" y="115411"/>
                  <a:pt x="1914163" y="115411"/>
                </a:cubicBezTo>
                <a:cubicBezTo>
                  <a:pt x="1900246" y="115411"/>
                  <a:pt x="1889115" y="111479"/>
                  <a:pt x="1880770" y="103616"/>
                </a:cubicBezTo>
                <a:cubicBezTo>
                  <a:pt x="1872425" y="95752"/>
                  <a:pt x="1868253" y="86078"/>
                  <a:pt x="1868253" y="74593"/>
                </a:cubicBezTo>
                <a:cubicBezTo>
                  <a:pt x="1868253" y="62373"/>
                  <a:pt x="1872765" y="52430"/>
                  <a:pt x="1881788" y="44764"/>
                </a:cubicBezTo>
                <a:cubicBezTo>
                  <a:pt x="1890812" y="37099"/>
                  <a:pt x="1901208" y="33266"/>
                  <a:pt x="1912975" y="33266"/>
                </a:cubicBezTo>
                <a:cubicBezTo>
                  <a:pt x="1920047" y="33266"/>
                  <a:pt x="1926539" y="34508"/>
                  <a:pt x="1932451" y="36994"/>
                </a:cubicBezTo>
                <a:cubicBezTo>
                  <a:pt x="1938363" y="39478"/>
                  <a:pt x="1942761" y="42160"/>
                  <a:pt x="1945647" y="45040"/>
                </a:cubicBezTo>
                <a:cubicBezTo>
                  <a:pt x="1949720" y="49220"/>
                  <a:pt x="1953086" y="54387"/>
                  <a:pt x="1955745" y="60543"/>
                </a:cubicBezTo>
                <a:cubicBezTo>
                  <a:pt x="1957555" y="64836"/>
                  <a:pt x="1958461" y="69806"/>
                  <a:pt x="1958461" y="75455"/>
                </a:cubicBezTo>
                <a:lnTo>
                  <a:pt x="1958461" y="82825"/>
                </a:lnTo>
                <a:moveTo>
                  <a:pt x="1939197" y="65343"/>
                </a:moveTo>
                <a:cubicBezTo>
                  <a:pt x="1936538" y="60450"/>
                  <a:pt x="1933059" y="56793"/>
                  <a:pt x="1928759" y="54375"/>
                </a:cubicBezTo>
                <a:cubicBezTo>
                  <a:pt x="1924459" y="51956"/>
                  <a:pt x="1919340" y="50747"/>
                  <a:pt x="1913399" y="50747"/>
                </a:cubicBezTo>
                <a:cubicBezTo>
                  <a:pt x="1907516" y="50747"/>
                  <a:pt x="1902424" y="51956"/>
                  <a:pt x="1898124" y="54375"/>
                </a:cubicBezTo>
                <a:cubicBezTo>
                  <a:pt x="1893825" y="56793"/>
                  <a:pt x="1890317" y="60450"/>
                  <a:pt x="1887601" y="65343"/>
                </a:cubicBezTo>
                <a:lnTo>
                  <a:pt x="1939197" y="65343"/>
                </a:lnTo>
                <a:close/>
                <a:moveTo>
                  <a:pt x="2067236" y="164970"/>
                </a:moveTo>
                <a:lnTo>
                  <a:pt x="1971682" y="164970"/>
                </a:lnTo>
                <a:cubicBezTo>
                  <a:pt x="1967496" y="164970"/>
                  <a:pt x="1964511" y="164174"/>
                  <a:pt x="1962729" y="162581"/>
                </a:cubicBezTo>
                <a:cubicBezTo>
                  <a:pt x="1960947" y="160990"/>
                  <a:pt x="1960056" y="158887"/>
                  <a:pt x="1960056" y="156272"/>
                </a:cubicBezTo>
                <a:cubicBezTo>
                  <a:pt x="1960056" y="153657"/>
                  <a:pt x="1960947" y="151539"/>
                  <a:pt x="1962729" y="149918"/>
                </a:cubicBezTo>
                <a:cubicBezTo>
                  <a:pt x="1964511" y="148299"/>
                  <a:pt x="1967496" y="147489"/>
                  <a:pt x="1971682" y="147489"/>
                </a:cubicBezTo>
                <a:lnTo>
                  <a:pt x="2067236" y="147489"/>
                </a:lnTo>
                <a:cubicBezTo>
                  <a:pt x="2071366" y="147489"/>
                  <a:pt x="2074322" y="148299"/>
                  <a:pt x="2076104" y="149918"/>
                </a:cubicBezTo>
                <a:cubicBezTo>
                  <a:pt x="2077886" y="151539"/>
                  <a:pt x="2078777" y="153657"/>
                  <a:pt x="2078777" y="156272"/>
                </a:cubicBezTo>
                <a:cubicBezTo>
                  <a:pt x="2078777" y="158830"/>
                  <a:pt x="2077900" y="160919"/>
                  <a:pt x="2076146" y="162539"/>
                </a:cubicBezTo>
                <a:cubicBezTo>
                  <a:pt x="2074393" y="164160"/>
                  <a:pt x="2071422" y="164970"/>
                  <a:pt x="2067236" y="1649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m">
            <a:extLst xmlns:a="http://schemas.openxmlformats.org/drawingml/2006/main">
              <a:ext uri="{FF2B5EF4-FFF2-40B4-BE49-F238E27FC236}">
                <a16:creationId xmlns:a16="http://schemas.microsoft.com/office/drawing/2014/main" id="{DCF6F066-63BE-4F80-80DC-5F4881E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575" y="574301"/>
            <a:ext cx="111593" cy="79600"/>
          </a:xfrm>
          <a:custGeom xmlns:a="http://schemas.openxmlformats.org/drawingml/2006/main">
            <a:pathLst>
              <a:path w="111593" h="79600">
                <a:moveTo>
                  <a:pt x="28174" y="2546"/>
                </a:moveTo>
                <a:lnTo>
                  <a:pt x="28174" y="7468"/>
                </a:lnTo>
                <a:cubicBezTo>
                  <a:pt x="31003" y="4632"/>
                  <a:pt x="33563" y="2678"/>
                  <a:pt x="35854" y="1607"/>
                </a:cubicBezTo>
                <a:cubicBezTo>
                  <a:pt x="38145" y="536"/>
                  <a:pt x="40790" y="0"/>
                  <a:pt x="43788" y="0"/>
                </a:cubicBezTo>
                <a:cubicBezTo>
                  <a:pt x="46334" y="0"/>
                  <a:pt x="48852" y="636"/>
                  <a:pt x="51341" y="1909"/>
                </a:cubicBezTo>
                <a:cubicBezTo>
                  <a:pt x="53830" y="3182"/>
                  <a:pt x="56263" y="5092"/>
                  <a:pt x="58639" y="7638"/>
                </a:cubicBezTo>
                <a:cubicBezTo>
                  <a:pt x="61638" y="5120"/>
                  <a:pt x="64678" y="3246"/>
                  <a:pt x="67762" y="2015"/>
                </a:cubicBezTo>
                <a:cubicBezTo>
                  <a:pt x="70845" y="785"/>
                  <a:pt x="73999" y="170"/>
                  <a:pt x="77224" y="170"/>
                </a:cubicBezTo>
                <a:cubicBezTo>
                  <a:pt x="83673" y="170"/>
                  <a:pt x="88906" y="1895"/>
                  <a:pt x="92923" y="5346"/>
                </a:cubicBezTo>
                <a:cubicBezTo>
                  <a:pt x="98241" y="9872"/>
                  <a:pt x="100900" y="15812"/>
                  <a:pt x="100900" y="23167"/>
                </a:cubicBezTo>
                <a:lnTo>
                  <a:pt x="100900" y="62118"/>
                </a:lnTo>
                <a:cubicBezTo>
                  <a:pt x="104521" y="62118"/>
                  <a:pt x="107208" y="62925"/>
                  <a:pt x="108962" y="64537"/>
                </a:cubicBezTo>
                <a:cubicBezTo>
                  <a:pt x="110716" y="66149"/>
                  <a:pt x="111593" y="68257"/>
                  <a:pt x="111593" y="70859"/>
                </a:cubicBezTo>
                <a:cubicBezTo>
                  <a:pt x="111593" y="73462"/>
                  <a:pt x="110716" y="75569"/>
                  <a:pt x="108962" y="77181"/>
                </a:cubicBezTo>
                <a:cubicBezTo>
                  <a:pt x="107208" y="78794"/>
                  <a:pt x="104238" y="79600"/>
                  <a:pt x="100051" y="79600"/>
                </a:cubicBezTo>
                <a:lnTo>
                  <a:pt x="83504" y="79600"/>
                </a:lnTo>
                <a:lnTo>
                  <a:pt x="83504" y="24695"/>
                </a:lnTo>
                <a:cubicBezTo>
                  <a:pt x="83504" y="22036"/>
                  <a:pt x="83023" y="20197"/>
                  <a:pt x="82061" y="19179"/>
                </a:cubicBezTo>
                <a:cubicBezTo>
                  <a:pt x="81099" y="18160"/>
                  <a:pt x="79628" y="17651"/>
                  <a:pt x="77648" y="17651"/>
                </a:cubicBezTo>
                <a:cubicBezTo>
                  <a:pt x="75725" y="17651"/>
                  <a:pt x="73942" y="18152"/>
                  <a:pt x="72302" y="19155"/>
                </a:cubicBezTo>
                <a:cubicBezTo>
                  <a:pt x="70209" y="20548"/>
                  <a:pt x="67663" y="23167"/>
                  <a:pt x="64664" y="27012"/>
                </a:cubicBezTo>
                <a:lnTo>
                  <a:pt x="64664" y="62118"/>
                </a:lnTo>
                <a:cubicBezTo>
                  <a:pt x="68285" y="62118"/>
                  <a:pt x="70972" y="62925"/>
                  <a:pt x="72726" y="64537"/>
                </a:cubicBezTo>
                <a:cubicBezTo>
                  <a:pt x="74480" y="66149"/>
                  <a:pt x="75357" y="68257"/>
                  <a:pt x="75357" y="70859"/>
                </a:cubicBezTo>
                <a:cubicBezTo>
                  <a:pt x="75357" y="73462"/>
                  <a:pt x="74480" y="75569"/>
                  <a:pt x="72726" y="77181"/>
                </a:cubicBezTo>
                <a:cubicBezTo>
                  <a:pt x="70972" y="78794"/>
                  <a:pt x="68002" y="79600"/>
                  <a:pt x="63816" y="79600"/>
                </a:cubicBezTo>
                <a:lnTo>
                  <a:pt x="47268" y="79600"/>
                </a:lnTo>
                <a:lnTo>
                  <a:pt x="47268" y="24543"/>
                </a:lnTo>
                <a:cubicBezTo>
                  <a:pt x="47268" y="21934"/>
                  <a:pt x="46773" y="20105"/>
                  <a:pt x="45783" y="19057"/>
                </a:cubicBezTo>
                <a:cubicBezTo>
                  <a:pt x="44793" y="18007"/>
                  <a:pt x="43308" y="17481"/>
                  <a:pt x="41327" y="17481"/>
                </a:cubicBezTo>
                <a:cubicBezTo>
                  <a:pt x="39291" y="17481"/>
                  <a:pt x="37282" y="18120"/>
                  <a:pt x="35302" y="19396"/>
                </a:cubicBezTo>
                <a:cubicBezTo>
                  <a:pt x="33322" y="20673"/>
                  <a:pt x="30946" y="23211"/>
                  <a:pt x="28174" y="27012"/>
                </a:cubicBezTo>
                <a:lnTo>
                  <a:pt x="28174" y="62118"/>
                </a:lnTo>
                <a:cubicBezTo>
                  <a:pt x="31795" y="62118"/>
                  <a:pt x="34496" y="62925"/>
                  <a:pt x="36278" y="64537"/>
                </a:cubicBezTo>
                <a:cubicBezTo>
                  <a:pt x="38060" y="66149"/>
                  <a:pt x="38951" y="68257"/>
                  <a:pt x="38951" y="70859"/>
                </a:cubicBezTo>
                <a:cubicBezTo>
                  <a:pt x="38951" y="73462"/>
                  <a:pt x="38060" y="75569"/>
                  <a:pt x="36278" y="77181"/>
                </a:cubicBezTo>
                <a:cubicBezTo>
                  <a:pt x="34496" y="78794"/>
                  <a:pt x="31512" y="79600"/>
                  <a:pt x="27325" y="79600"/>
                </a:cubicBezTo>
                <a:lnTo>
                  <a:pt x="11626" y="79600"/>
                </a:lnTo>
                <a:cubicBezTo>
                  <a:pt x="7440" y="79600"/>
                  <a:pt x="4455" y="78780"/>
                  <a:pt x="2673" y="77139"/>
                </a:cubicBezTo>
                <a:cubicBezTo>
                  <a:pt x="891" y="75498"/>
                  <a:pt x="0" y="73377"/>
                  <a:pt x="0" y="70774"/>
                </a:cubicBezTo>
                <a:cubicBezTo>
                  <a:pt x="0" y="68172"/>
                  <a:pt x="877" y="66079"/>
                  <a:pt x="2631" y="64495"/>
                </a:cubicBezTo>
                <a:cubicBezTo>
                  <a:pt x="4385" y="62911"/>
                  <a:pt x="7100" y="62118"/>
                  <a:pt x="10777" y="62118"/>
                </a:cubicBezTo>
                <a:lnTo>
                  <a:pt x="10777" y="20027"/>
                </a:lnTo>
                <a:cubicBezTo>
                  <a:pt x="7100" y="20027"/>
                  <a:pt x="4385" y="19207"/>
                  <a:pt x="2631" y="17566"/>
                </a:cubicBezTo>
                <a:cubicBezTo>
                  <a:pt x="877" y="15926"/>
                  <a:pt x="0" y="13804"/>
                  <a:pt x="0" y="11202"/>
                </a:cubicBezTo>
                <a:cubicBezTo>
                  <a:pt x="0" y="8599"/>
                  <a:pt x="891" y="6506"/>
                  <a:pt x="2673" y="4922"/>
                </a:cubicBezTo>
                <a:cubicBezTo>
                  <a:pt x="4455" y="3338"/>
                  <a:pt x="7440" y="2546"/>
                  <a:pt x="11626" y="2546"/>
                </a:cubicBezTo>
                <a:lnTo>
                  <a:pt x="28174" y="254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mio_insn())">
            <a:extLst xmlns:a="http://schemas.openxmlformats.org/drawingml/2006/main">
              <a:ext uri="{FF2B5EF4-FFF2-40B4-BE49-F238E27FC236}">
                <a16:creationId xmlns:a16="http://schemas.microsoft.com/office/drawing/2014/main" id="{0D01A7B6-D541-4174-BF09-A3EB3A74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852" y="542224"/>
            <a:ext cx="1105233" cy="163952"/>
          </a:xfrm>
          <a:custGeom xmlns:a="http://schemas.openxmlformats.org/drawingml/2006/main">
            <a:pathLst>
              <a:path w="1105233" h="163952">
                <a:moveTo>
                  <a:pt x="28174" y="34623"/>
                </a:moveTo>
                <a:lnTo>
                  <a:pt x="28174" y="39545"/>
                </a:lnTo>
                <a:cubicBezTo>
                  <a:pt x="31003" y="36710"/>
                  <a:pt x="33563" y="34756"/>
                  <a:pt x="35854" y="33685"/>
                </a:cubicBezTo>
                <a:cubicBezTo>
                  <a:pt x="38145" y="32613"/>
                  <a:pt x="40790" y="32078"/>
                  <a:pt x="43788" y="32078"/>
                </a:cubicBezTo>
                <a:cubicBezTo>
                  <a:pt x="46334" y="32078"/>
                  <a:pt x="48852" y="32714"/>
                  <a:pt x="51341" y="33987"/>
                </a:cubicBezTo>
                <a:cubicBezTo>
                  <a:pt x="53830" y="35260"/>
                  <a:pt x="56263" y="37169"/>
                  <a:pt x="58639" y="39715"/>
                </a:cubicBezTo>
                <a:cubicBezTo>
                  <a:pt x="61638" y="37198"/>
                  <a:pt x="64678" y="35324"/>
                  <a:pt x="67762" y="34093"/>
                </a:cubicBezTo>
                <a:cubicBezTo>
                  <a:pt x="70845" y="32863"/>
                  <a:pt x="73999" y="32247"/>
                  <a:pt x="77224" y="32247"/>
                </a:cubicBezTo>
                <a:cubicBezTo>
                  <a:pt x="83673" y="32247"/>
                  <a:pt x="88906" y="33973"/>
                  <a:pt x="92923" y="37424"/>
                </a:cubicBezTo>
                <a:cubicBezTo>
                  <a:pt x="98241" y="41950"/>
                  <a:pt x="100900" y="47890"/>
                  <a:pt x="100900" y="55245"/>
                </a:cubicBezTo>
                <a:lnTo>
                  <a:pt x="100900" y="94196"/>
                </a:lnTo>
                <a:cubicBezTo>
                  <a:pt x="104521" y="94196"/>
                  <a:pt x="107208" y="95002"/>
                  <a:pt x="108962" y="96615"/>
                </a:cubicBezTo>
                <a:cubicBezTo>
                  <a:pt x="110716" y="98227"/>
                  <a:pt x="111593" y="100334"/>
                  <a:pt x="111593" y="102937"/>
                </a:cubicBezTo>
                <a:cubicBezTo>
                  <a:pt x="111593" y="105539"/>
                  <a:pt x="110716" y="107647"/>
                  <a:pt x="108962" y="109259"/>
                </a:cubicBezTo>
                <a:cubicBezTo>
                  <a:pt x="107208" y="110871"/>
                  <a:pt x="104238" y="111677"/>
                  <a:pt x="100051" y="111677"/>
                </a:cubicBezTo>
                <a:lnTo>
                  <a:pt x="83504" y="111677"/>
                </a:lnTo>
                <a:lnTo>
                  <a:pt x="83504" y="56772"/>
                </a:lnTo>
                <a:cubicBezTo>
                  <a:pt x="83504" y="54113"/>
                  <a:pt x="83023" y="52275"/>
                  <a:pt x="82061" y="51256"/>
                </a:cubicBezTo>
                <a:cubicBezTo>
                  <a:pt x="81099" y="50238"/>
                  <a:pt x="79628" y="49729"/>
                  <a:pt x="77648" y="49729"/>
                </a:cubicBezTo>
                <a:cubicBezTo>
                  <a:pt x="75725" y="49729"/>
                  <a:pt x="73942" y="50230"/>
                  <a:pt x="72302" y="51232"/>
                </a:cubicBezTo>
                <a:cubicBezTo>
                  <a:pt x="70209" y="52626"/>
                  <a:pt x="67663" y="55245"/>
                  <a:pt x="64664" y="59090"/>
                </a:cubicBezTo>
                <a:lnTo>
                  <a:pt x="64664" y="94196"/>
                </a:lnTo>
                <a:cubicBezTo>
                  <a:pt x="68285" y="94196"/>
                  <a:pt x="70972" y="95002"/>
                  <a:pt x="72726" y="96615"/>
                </a:cubicBezTo>
                <a:cubicBezTo>
                  <a:pt x="74480" y="98227"/>
                  <a:pt x="75357" y="100334"/>
                  <a:pt x="75357" y="102937"/>
                </a:cubicBezTo>
                <a:cubicBezTo>
                  <a:pt x="75357" y="105539"/>
                  <a:pt x="74480" y="107647"/>
                  <a:pt x="72726" y="109259"/>
                </a:cubicBezTo>
                <a:cubicBezTo>
                  <a:pt x="70972" y="110871"/>
                  <a:pt x="68002" y="111677"/>
                  <a:pt x="63816" y="111677"/>
                </a:cubicBezTo>
                <a:lnTo>
                  <a:pt x="47268" y="111677"/>
                </a:lnTo>
                <a:lnTo>
                  <a:pt x="47268" y="56621"/>
                </a:lnTo>
                <a:cubicBezTo>
                  <a:pt x="47268" y="54012"/>
                  <a:pt x="46773" y="52183"/>
                  <a:pt x="45783" y="51134"/>
                </a:cubicBezTo>
                <a:cubicBezTo>
                  <a:pt x="44793" y="50084"/>
                  <a:pt x="43308" y="49559"/>
                  <a:pt x="41327" y="49559"/>
                </a:cubicBezTo>
                <a:cubicBezTo>
                  <a:pt x="39291" y="49559"/>
                  <a:pt x="37282" y="50197"/>
                  <a:pt x="35302" y="51474"/>
                </a:cubicBezTo>
                <a:cubicBezTo>
                  <a:pt x="33322" y="52750"/>
                  <a:pt x="30946" y="55289"/>
                  <a:pt x="28174" y="59090"/>
                </a:cubicBezTo>
                <a:lnTo>
                  <a:pt x="28174" y="94196"/>
                </a:lnTo>
                <a:cubicBezTo>
                  <a:pt x="31795" y="94196"/>
                  <a:pt x="34496" y="95002"/>
                  <a:pt x="36278" y="96615"/>
                </a:cubicBezTo>
                <a:cubicBezTo>
                  <a:pt x="38060" y="98227"/>
                  <a:pt x="38951" y="100334"/>
                  <a:pt x="38951" y="102937"/>
                </a:cubicBezTo>
                <a:cubicBezTo>
                  <a:pt x="38951" y="105539"/>
                  <a:pt x="38060" y="107647"/>
                  <a:pt x="36278" y="109259"/>
                </a:cubicBezTo>
                <a:cubicBezTo>
                  <a:pt x="34496" y="110871"/>
                  <a:pt x="31512" y="111677"/>
                  <a:pt x="27325" y="111677"/>
                </a:cubicBezTo>
                <a:lnTo>
                  <a:pt x="11626" y="111677"/>
                </a:lnTo>
                <a:cubicBezTo>
                  <a:pt x="7440" y="111677"/>
                  <a:pt x="4455" y="110857"/>
                  <a:pt x="2673" y="109217"/>
                </a:cubicBezTo>
                <a:cubicBezTo>
                  <a:pt x="891" y="107576"/>
                  <a:pt x="0" y="105454"/>
                  <a:pt x="0" y="102852"/>
                </a:cubicBezTo>
                <a:cubicBezTo>
                  <a:pt x="0" y="100249"/>
                  <a:pt x="877" y="98156"/>
                  <a:pt x="2631" y="96572"/>
                </a:cubicBezTo>
                <a:cubicBezTo>
                  <a:pt x="4385" y="94988"/>
                  <a:pt x="7100" y="94196"/>
                  <a:pt x="10777" y="94196"/>
                </a:cubicBezTo>
                <a:lnTo>
                  <a:pt x="10777" y="52105"/>
                </a:lnTo>
                <a:cubicBezTo>
                  <a:pt x="7100" y="52105"/>
                  <a:pt x="4385" y="51285"/>
                  <a:pt x="2631" y="49644"/>
                </a:cubicBezTo>
                <a:cubicBezTo>
                  <a:pt x="877" y="48003"/>
                  <a:pt x="0" y="45882"/>
                  <a:pt x="0" y="43279"/>
                </a:cubicBezTo>
                <a:cubicBezTo>
                  <a:pt x="0" y="40677"/>
                  <a:pt x="891" y="38584"/>
                  <a:pt x="2673" y="37000"/>
                </a:cubicBezTo>
                <a:cubicBezTo>
                  <a:pt x="4455" y="35415"/>
                  <a:pt x="7440" y="34623"/>
                  <a:pt x="11626" y="34623"/>
                </a:cubicBezTo>
                <a:lnTo>
                  <a:pt x="28174" y="34623"/>
                </a:lnTo>
                <a:close/>
                <a:moveTo>
                  <a:pt x="165547" y="1527"/>
                </a:moveTo>
                <a:lnTo>
                  <a:pt x="165547" y="20027"/>
                </a:lnTo>
                <a:lnTo>
                  <a:pt x="144841" y="20027"/>
                </a:lnTo>
                <a:lnTo>
                  <a:pt x="144841" y="1527"/>
                </a:lnTo>
                <a:lnTo>
                  <a:pt x="165547" y="1527"/>
                </a:lnTo>
                <a:moveTo>
                  <a:pt x="167923" y="34623"/>
                </a:moveTo>
                <a:lnTo>
                  <a:pt x="167923" y="94196"/>
                </a:lnTo>
                <a:lnTo>
                  <a:pt x="188799" y="94196"/>
                </a:lnTo>
                <a:cubicBezTo>
                  <a:pt x="192986" y="94196"/>
                  <a:pt x="195970" y="95002"/>
                  <a:pt x="197752" y="96615"/>
                </a:cubicBezTo>
                <a:cubicBezTo>
                  <a:pt x="199534" y="98227"/>
                  <a:pt x="200425" y="100334"/>
                  <a:pt x="200425" y="102937"/>
                </a:cubicBezTo>
                <a:cubicBezTo>
                  <a:pt x="200425" y="105539"/>
                  <a:pt x="199534" y="107647"/>
                  <a:pt x="197752" y="109259"/>
                </a:cubicBezTo>
                <a:cubicBezTo>
                  <a:pt x="195970" y="110871"/>
                  <a:pt x="192986" y="111677"/>
                  <a:pt x="188799" y="111677"/>
                </a:cubicBezTo>
                <a:lnTo>
                  <a:pt x="129651" y="111677"/>
                </a:lnTo>
                <a:cubicBezTo>
                  <a:pt x="125464" y="111677"/>
                  <a:pt x="122480" y="110857"/>
                  <a:pt x="120698" y="109217"/>
                </a:cubicBezTo>
                <a:cubicBezTo>
                  <a:pt x="118916" y="107576"/>
                  <a:pt x="118025" y="105454"/>
                  <a:pt x="118025" y="102852"/>
                </a:cubicBezTo>
                <a:cubicBezTo>
                  <a:pt x="118025" y="100249"/>
                  <a:pt x="118916" y="98156"/>
                  <a:pt x="120698" y="96572"/>
                </a:cubicBezTo>
                <a:cubicBezTo>
                  <a:pt x="122480" y="94988"/>
                  <a:pt x="125464" y="94196"/>
                  <a:pt x="129651" y="94196"/>
                </a:cubicBezTo>
                <a:lnTo>
                  <a:pt x="150527" y="94196"/>
                </a:lnTo>
                <a:lnTo>
                  <a:pt x="150527" y="52105"/>
                </a:lnTo>
                <a:lnTo>
                  <a:pt x="136525" y="52105"/>
                </a:lnTo>
                <a:cubicBezTo>
                  <a:pt x="132395" y="52105"/>
                  <a:pt x="129425" y="51285"/>
                  <a:pt x="127614" y="49644"/>
                </a:cubicBezTo>
                <a:cubicBezTo>
                  <a:pt x="125804" y="48003"/>
                  <a:pt x="124899" y="45882"/>
                  <a:pt x="124899" y="43279"/>
                </a:cubicBezTo>
                <a:cubicBezTo>
                  <a:pt x="124899" y="40677"/>
                  <a:pt x="125790" y="38584"/>
                  <a:pt x="127572" y="37000"/>
                </a:cubicBezTo>
                <a:cubicBezTo>
                  <a:pt x="129354" y="35415"/>
                  <a:pt x="132338" y="34623"/>
                  <a:pt x="136525" y="34623"/>
                </a:cubicBezTo>
                <a:lnTo>
                  <a:pt x="167923" y="34623"/>
                </a:lnTo>
                <a:close/>
                <a:moveTo>
                  <a:pt x="308776" y="74508"/>
                </a:moveTo>
                <a:cubicBezTo>
                  <a:pt x="308776" y="81184"/>
                  <a:pt x="306923" y="87648"/>
                  <a:pt x="303218" y="93899"/>
                </a:cubicBezTo>
                <a:cubicBezTo>
                  <a:pt x="299512" y="100150"/>
                  <a:pt x="293996" y="105129"/>
                  <a:pt x="286670" y="108835"/>
                </a:cubicBezTo>
                <a:cubicBezTo>
                  <a:pt x="279343" y="112540"/>
                  <a:pt x="271692" y="114393"/>
                  <a:pt x="263715" y="114393"/>
                </a:cubicBezTo>
                <a:cubicBezTo>
                  <a:pt x="255794" y="114393"/>
                  <a:pt x="248213" y="112569"/>
                  <a:pt x="240972" y="108919"/>
                </a:cubicBezTo>
                <a:cubicBezTo>
                  <a:pt x="233730" y="105270"/>
                  <a:pt x="228214" y="100306"/>
                  <a:pt x="224424" y="94026"/>
                </a:cubicBezTo>
                <a:cubicBezTo>
                  <a:pt x="220634" y="87747"/>
                  <a:pt x="218738" y="81184"/>
                  <a:pt x="218738" y="74339"/>
                </a:cubicBezTo>
                <a:cubicBezTo>
                  <a:pt x="218738" y="67380"/>
                  <a:pt x="220662" y="60549"/>
                  <a:pt x="224509" y="53845"/>
                </a:cubicBezTo>
                <a:cubicBezTo>
                  <a:pt x="228356" y="47140"/>
                  <a:pt x="233886" y="41865"/>
                  <a:pt x="241099" y="38018"/>
                </a:cubicBezTo>
                <a:cubicBezTo>
                  <a:pt x="248312" y="34171"/>
                  <a:pt x="255851" y="32247"/>
                  <a:pt x="263715" y="32247"/>
                </a:cubicBezTo>
                <a:cubicBezTo>
                  <a:pt x="271635" y="32247"/>
                  <a:pt x="279259" y="34213"/>
                  <a:pt x="286585" y="38145"/>
                </a:cubicBezTo>
                <a:cubicBezTo>
                  <a:pt x="293911" y="42077"/>
                  <a:pt x="299441" y="47367"/>
                  <a:pt x="303175" y="54014"/>
                </a:cubicBezTo>
                <a:cubicBezTo>
                  <a:pt x="306909" y="60662"/>
                  <a:pt x="308776" y="67493"/>
                  <a:pt x="308776" y="74508"/>
                </a:cubicBezTo>
                <a:moveTo>
                  <a:pt x="291380" y="74588"/>
                </a:moveTo>
                <a:cubicBezTo>
                  <a:pt x="291380" y="69008"/>
                  <a:pt x="289371" y="63878"/>
                  <a:pt x="285354" y="59199"/>
                </a:cubicBezTo>
                <a:cubicBezTo>
                  <a:pt x="279867" y="52885"/>
                  <a:pt x="272654" y="49729"/>
                  <a:pt x="263715" y="49729"/>
                </a:cubicBezTo>
                <a:cubicBezTo>
                  <a:pt x="255851" y="49729"/>
                  <a:pt x="249288" y="52237"/>
                  <a:pt x="244027" y="57255"/>
                </a:cubicBezTo>
                <a:cubicBezTo>
                  <a:pt x="238766" y="62272"/>
                  <a:pt x="236135" y="68078"/>
                  <a:pt x="236135" y="74673"/>
                </a:cubicBezTo>
                <a:cubicBezTo>
                  <a:pt x="236135" y="80084"/>
                  <a:pt x="238794" y="85144"/>
                  <a:pt x="244112" y="89852"/>
                </a:cubicBezTo>
                <a:cubicBezTo>
                  <a:pt x="249430" y="94558"/>
                  <a:pt x="255964" y="96912"/>
                  <a:pt x="263715" y="96912"/>
                </a:cubicBezTo>
                <a:cubicBezTo>
                  <a:pt x="271522" y="96912"/>
                  <a:pt x="278085" y="94558"/>
                  <a:pt x="283403" y="89852"/>
                </a:cubicBezTo>
                <a:cubicBezTo>
                  <a:pt x="288721" y="85144"/>
                  <a:pt x="291380" y="80056"/>
                  <a:pt x="291380" y="74588"/>
                </a:cubicBezTo>
                <a:close/>
                <a:moveTo>
                  <a:pt x="416024" y="163952"/>
                </a:moveTo>
                <a:lnTo>
                  <a:pt x="320470" y="163952"/>
                </a:lnTo>
                <a:cubicBezTo>
                  <a:pt x="316283" y="163952"/>
                  <a:pt x="313299" y="163156"/>
                  <a:pt x="311517" y="161563"/>
                </a:cubicBezTo>
                <a:cubicBezTo>
                  <a:pt x="309735" y="159972"/>
                  <a:pt x="308844" y="157869"/>
                  <a:pt x="308844" y="155254"/>
                </a:cubicBezTo>
                <a:cubicBezTo>
                  <a:pt x="308844" y="152639"/>
                  <a:pt x="309735" y="150521"/>
                  <a:pt x="311517" y="148900"/>
                </a:cubicBezTo>
                <a:cubicBezTo>
                  <a:pt x="313299" y="147280"/>
                  <a:pt x="316283" y="146471"/>
                  <a:pt x="320470" y="146471"/>
                </a:cubicBezTo>
                <a:lnTo>
                  <a:pt x="416024" y="146471"/>
                </a:lnTo>
                <a:cubicBezTo>
                  <a:pt x="420154" y="146471"/>
                  <a:pt x="423110" y="147280"/>
                  <a:pt x="424892" y="148900"/>
                </a:cubicBezTo>
                <a:cubicBezTo>
                  <a:pt x="426674" y="150521"/>
                  <a:pt x="427565" y="152639"/>
                  <a:pt x="427565" y="155254"/>
                </a:cubicBezTo>
                <a:cubicBezTo>
                  <a:pt x="427565" y="157812"/>
                  <a:pt x="426688" y="159901"/>
                  <a:pt x="424934" y="161520"/>
                </a:cubicBezTo>
                <a:cubicBezTo>
                  <a:pt x="423180" y="163141"/>
                  <a:pt x="420210" y="163952"/>
                  <a:pt x="416024" y="163952"/>
                </a:cubicBezTo>
                <a:close/>
                <a:moveTo>
                  <a:pt x="478379" y="1527"/>
                </a:moveTo>
                <a:lnTo>
                  <a:pt x="478379" y="20027"/>
                </a:lnTo>
                <a:lnTo>
                  <a:pt x="457673" y="20027"/>
                </a:lnTo>
                <a:lnTo>
                  <a:pt x="457673" y="1527"/>
                </a:lnTo>
                <a:lnTo>
                  <a:pt x="478379" y="1527"/>
                </a:lnTo>
                <a:moveTo>
                  <a:pt x="480755" y="34623"/>
                </a:moveTo>
                <a:lnTo>
                  <a:pt x="480755" y="94196"/>
                </a:lnTo>
                <a:lnTo>
                  <a:pt x="501631" y="94196"/>
                </a:lnTo>
                <a:cubicBezTo>
                  <a:pt x="505818" y="94196"/>
                  <a:pt x="508802" y="95002"/>
                  <a:pt x="510584" y="96615"/>
                </a:cubicBezTo>
                <a:cubicBezTo>
                  <a:pt x="512366" y="98227"/>
                  <a:pt x="513257" y="100334"/>
                  <a:pt x="513257" y="102937"/>
                </a:cubicBezTo>
                <a:cubicBezTo>
                  <a:pt x="513257" y="105539"/>
                  <a:pt x="512366" y="107647"/>
                  <a:pt x="510584" y="109259"/>
                </a:cubicBezTo>
                <a:cubicBezTo>
                  <a:pt x="508802" y="110871"/>
                  <a:pt x="505818" y="111677"/>
                  <a:pt x="501631" y="111677"/>
                </a:cubicBezTo>
                <a:lnTo>
                  <a:pt x="442483" y="111677"/>
                </a:lnTo>
                <a:cubicBezTo>
                  <a:pt x="438296" y="111677"/>
                  <a:pt x="435312" y="110857"/>
                  <a:pt x="433530" y="109217"/>
                </a:cubicBezTo>
                <a:cubicBezTo>
                  <a:pt x="431748" y="107576"/>
                  <a:pt x="430857" y="105454"/>
                  <a:pt x="430857" y="102852"/>
                </a:cubicBezTo>
                <a:cubicBezTo>
                  <a:pt x="430857" y="100249"/>
                  <a:pt x="431748" y="98156"/>
                  <a:pt x="433530" y="96572"/>
                </a:cubicBezTo>
                <a:cubicBezTo>
                  <a:pt x="435312" y="94988"/>
                  <a:pt x="438296" y="94196"/>
                  <a:pt x="442483" y="94196"/>
                </a:cubicBezTo>
                <a:lnTo>
                  <a:pt x="463359" y="94196"/>
                </a:lnTo>
                <a:lnTo>
                  <a:pt x="463359" y="52105"/>
                </a:lnTo>
                <a:lnTo>
                  <a:pt x="449357" y="52105"/>
                </a:lnTo>
                <a:cubicBezTo>
                  <a:pt x="445227" y="52105"/>
                  <a:pt x="442257" y="51285"/>
                  <a:pt x="440446" y="49644"/>
                </a:cubicBezTo>
                <a:cubicBezTo>
                  <a:pt x="438636" y="48003"/>
                  <a:pt x="437731" y="45882"/>
                  <a:pt x="437731" y="43279"/>
                </a:cubicBezTo>
                <a:cubicBezTo>
                  <a:pt x="437731" y="40677"/>
                  <a:pt x="438622" y="38584"/>
                  <a:pt x="440404" y="37000"/>
                </a:cubicBezTo>
                <a:cubicBezTo>
                  <a:pt x="442186" y="35415"/>
                  <a:pt x="445170" y="34623"/>
                  <a:pt x="449357" y="34623"/>
                </a:cubicBezTo>
                <a:lnTo>
                  <a:pt x="480755" y="34623"/>
                </a:lnTo>
                <a:close/>
                <a:moveTo>
                  <a:pt x="558811" y="34623"/>
                </a:moveTo>
                <a:lnTo>
                  <a:pt x="558811" y="40394"/>
                </a:lnTo>
                <a:cubicBezTo>
                  <a:pt x="561979" y="37678"/>
                  <a:pt x="565472" y="35642"/>
                  <a:pt x="569291" y="34284"/>
                </a:cubicBezTo>
                <a:cubicBezTo>
                  <a:pt x="573110" y="32926"/>
                  <a:pt x="577254" y="32247"/>
                  <a:pt x="581723" y="32247"/>
                </a:cubicBezTo>
                <a:cubicBezTo>
                  <a:pt x="592020" y="32247"/>
                  <a:pt x="600166" y="35444"/>
                  <a:pt x="606163" y="41837"/>
                </a:cubicBezTo>
                <a:cubicBezTo>
                  <a:pt x="610916" y="46928"/>
                  <a:pt x="613292" y="53604"/>
                  <a:pt x="613292" y="61864"/>
                </a:cubicBezTo>
                <a:lnTo>
                  <a:pt x="613292" y="94196"/>
                </a:lnTo>
                <a:cubicBezTo>
                  <a:pt x="616969" y="94196"/>
                  <a:pt x="619685" y="95002"/>
                  <a:pt x="621438" y="96615"/>
                </a:cubicBezTo>
                <a:cubicBezTo>
                  <a:pt x="623192" y="98227"/>
                  <a:pt x="624069" y="100334"/>
                  <a:pt x="624069" y="102937"/>
                </a:cubicBezTo>
                <a:cubicBezTo>
                  <a:pt x="624069" y="105539"/>
                  <a:pt x="623178" y="107647"/>
                  <a:pt x="621396" y="109259"/>
                </a:cubicBezTo>
                <a:cubicBezTo>
                  <a:pt x="619614" y="110871"/>
                  <a:pt x="616630" y="111677"/>
                  <a:pt x="612443" y="111677"/>
                </a:cubicBezTo>
                <a:lnTo>
                  <a:pt x="596744" y="111677"/>
                </a:lnTo>
                <a:cubicBezTo>
                  <a:pt x="592557" y="111677"/>
                  <a:pt x="589573" y="110857"/>
                  <a:pt x="587791" y="109217"/>
                </a:cubicBezTo>
                <a:cubicBezTo>
                  <a:pt x="586009" y="107576"/>
                  <a:pt x="585118" y="105454"/>
                  <a:pt x="585118" y="102852"/>
                </a:cubicBezTo>
                <a:cubicBezTo>
                  <a:pt x="585118" y="100249"/>
                  <a:pt x="585995" y="98156"/>
                  <a:pt x="587748" y="96572"/>
                </a:cubicBezTo>
                <a:cubicBezTo>
                  <a:pt x="589502" y="94988"/>
                  <a:pt x="592218" y="94196"/>
                  <a:pt x="595895" y="94196"/>
                </a:cubicBezTo>
                <a:lnTo>
                  <a:pt x="595895" y="61418"/>
                </a:lnTo>
                <a:cubicBezTo>
                  <a:pt x="595895" y="57635"/>
                  <a:pt x="594877" y="54868"/>
                  <a:pt x="592840" y="53118"/>
                </a:cubicBezTo>
                <a:cubicBezTo>
                  <a:pt x="590181" y="50858"/>
                  <a:pt x="586193" y="49729"/>
                  <a:pt x="580875" y="49729"/>
                </a:cubicBezTo>
                <a:cubicBezTo>
                  <a:pt x="576858" y="49729"/>
                  <a:pt x="573336" y="50507"/>
                  <a:pt x="570309" y="52062"/>
                </a:cubicBezTo>
                <a:cubicBezTo>
                  <a:pt x="567283" y="53618"/>
                  <a:pt x="563450" y="56914"/>
                  <a:pt x="558811" y="61949"/>
                </a:cubicBezTo>
                <a:lnTo>
                  <a:pt x="558811" y="94196"/>
                </a:lnTo>
                <a:cubicBezTo>
                  <a:pt x="563280" y="94196"/>
                  <a:pt x="566165" y="94734"/>
                  <a:pt x="567467" y="95808"/>
                </a:cubicBezTo>
                <a:cubicBezTo>
                  <a:pt x="570239" y="97958"/>
                  <a:pt x="571625" y="100334"/>
                  <a:pt x="571625" y="102937"/>
                </a:cubicBezTo>
                <a:cubicBezTo>
                  <a:pt x="571625" y="105539"/>
                  <a:pt x="570734" y="107647"/>
                  <a:pt x="568952" y="109259"/>
                </a:cubicBezTo>
                <a:cubicBezTo>
                  <a:pt x="567170" y="110871"/>
                  <a:pt x="564185" y="111677"/>
                  <a:pt x="559999" y="111677"/>
                </a:cubicBezTo>
                <a:lnTo>
                  <a:pt x="540226" y="111677"/>
                </a:lnTo>
                <a:cubicBezTo>
                  <a:pt x="536040" y="111677"/>
                  <a:pt x="533055" y="110857"/>
                  <a:pt x="531273" y="109217"/>
                </a:cubicBezTo>
                <a:cubicBezTo>
                  <a:pt x="529491" y="107576"/>
                  <a:pt x="528600" y="105454"/>
                  <a:pt x="528600" y="102852"/>
                </a:cubicBezTo>
                <a:cubicBezTo>
                  <a:pt x="528600" y="100249"/>
                  <a:pt x="529958" y="97880"/>
                  <a:pt x="532673" y="95745"/>
                </a:cubicBezTo>
                <a:cubicBezTo>
                  <a:pt x="534031" y="94712"/>
                  <a:pt x="536945" y="94196"/>
                  <a:pt x="541414" y="94196"/>
                </a:cubicBezTo>
                <a:lnTo>
                  <a:pt x="541414" y="52105"/>
                </a:lnTo>
                <a:cubicBezTo>
                  <a:pt x="537737" y="52105"/>
                  <a:pt x="535021" y="51285"/>
                  <a:pt x="533267" y="49644"/>
                </a:cubicBezTo>
                <a:cubicBezTo>
                  <a:pt x="531514" y="48003"/>
                  <a:pt x="530637" y="45882"/>
                  <a:pt x="530637" y="43279"/>
                </a:cubicBezTo>
                <a:cubicBezTo>
                  <a:pt x="530637" y="40677"/>
                  <a:pt x="531528" y="38584"/>
                  <a:pt x="533310" y="37000"/>
                </a:cubicBezTo>
                <a:cubicBezTo>
                  <a:pt x="535092" y="35415"/>
                  <a:pt x="538076" y="34623"/>
                  <a:pt x="542263" y="34623"/>
                </a:cubicBezTo>
                <a:lnTo>
                  <a:pt x="558811" y="34623"/>
                </a:lnTo>
                <a:close/>
                <a:moveTo>
                  <a:pt x="699494" y="54990"/>
                </a:moveTo>
                <a:cubicBezTo>
                  <a:pt x="696665" y="53236"/>
                  <a:pt x="693695" y="51921"/>
                  <a:pt x="690583" y="51044"/>
                </a:cubicBezTo>
                <a:cubicBezTo>
                  <a:pt x="687472" y="50167"/>
                  <a:pt x="684219" y="49729"/>
                  <a:pt x="680824" y="49729"/>
                </a:cubicBezTo>
                <a:cubicBezTo>
                  <a:pt x="674092" y="49729"/>
                  <a:pt x="668745" y="50828"/>
                  <a:pt x="664785" y="53025"/>
                </a:cubicBezTo>
                <a:cubicBezTo>
                  <a:pt x="663031" y="53983"/>
                  <a:pt x="662155" y="55026"/>
                  <a:pt x="662155" y="56154"/>
                </a:cubicBezTo>
                <a:cubicBezTo>
                  <a:pt x="662155" y="57450"/>
                  <a:pt x="663343" y="58719"/>
                  <a:pt x="665719" y="59960"/>
                </a:cubicBezTo>
                <a:cubicBezTo>
                  <a:pt x="667529" y="60861"/>
                  <a:pt x="671574" y="61735"/>
                  <a:pt x="677854" y="62580"/>
                </a:cubicBezTo>
                <a:cubicBezTo>
                  <a:pt x="689395" y="64159"/>
                  <a:pt x="697429" y="65739"/>
                  <a:pt x="701955" y="67322"/>
                </a:cubicBezTo>
                <a:cubicBezTo>
                  <a:pt x="707895" y="69415"/>
                  <a:pt x="712477" y="72525"/>
                  <a:pt x="715702" y="76654"/>
                </a:cubicBezTo>
                <a:cubicBezTo>
                  <a:pt x="718927" y="80780"/>
                  <a:pt x="720539" y="85133"/>
                  <a:pt x="720539" y="89712"/>
                </a:cubicBezTo>
                <a:cubicBezTo>
                  <a:pt x="720539" y="95931"/>
                  <a:pt x="717795" y="101133"/>
                  <a:pt x="712308" y="105318"/>
                </a:cubicBezTo>
                <a:cubicBezTo>
                  <a:pt x="704444" y="111368"/>
                  <a:pt x="694232" y="114393"/>
                  <a:pt x="681673" y="114393"/>
                </a:cubicBezTo>
                <a:cubicBezTo>
                  <a:pt x="676638" y="114393"/>
                  <a:pt x="671984" y="113962"/>
                  <a:pt x="667713" y="113099"/>
                </a:cubicBezTo>
                <a:cubicBezTo>
                  <a:pt x="663442" y="112236"/>
                  <a:pt x="659524" y="110970"/>
                  <a:pt x="655960" y="109301"/>
                </a:cubicBezTo>
                <a:cubicBezTo>
                  <a:pt x="655111" y="110063"/>
                  <a:pt x="654206" y="110650"/>
                  <a:pt x="653244" y="111062"/>
                </a:cubicBezTo>
                <a:cubicBezTo>
                  <a:pt x="652282" y="111472"/>
                  <a:pt x="651292" y="111677"/>
                  <a:pt x="650274" y="111677"/>
                </a:cubicBezTo>
                <a:cubicBezTo>
                  <a:pt x="647558" y="111677"/>
                  <a:pt x="645394" y="110784"/>
                  <a:pt x="643782" y="108996"/>
                </a:cubicBezTo>
                <a:cubicBezTo>
                  <a:pt x="642170" y="107209"/>
                  <a:pt x="641364" y="104216"/>
                  <a:pt x="641364" y="100017"/>
                </a:cubicBezTo>
                <a:lnTo>
                  <a:pt x="641364" y="94146"/>
                </a:lnTo>
                <a:cubicBezTo>
                  <a:pt x="641364" y="89947"/>
                  <a:pt x="642170" y="86954"/>
                  <a:pt x="643782" y="85166"/>
                </a:cubicBezTo>
                <a:cubicBezTo>
                  <a:pt x="645394" y="83379"/>
                  <a:pt x="647502" y="82485"/>
                  <a:pt x="650104" y="82485"/>
                </a:cubicBezTo>
                <a:cubicBezTo>
                  <a:pt x="652198" y="82485"/>
                  <a:pt x="653951" y="83059"/>
                  <a:pt x="655366" y="84206"/>
                </a:cubicBezTo>
                <a:cubicBezTo>
                  <a:pt x="656780" y="85352"/>
                  <a:pt x="657883" y="87322"/>
                  <a:pt x="658675" y="90117"/>
                </a:cubicBezTo>
                <a:cubicBezTo>
                  <a:pt x="661334" y="92354"/>
                  <a:pt x="664531" y="94046"/>
                  <a:pt x="668265" y="95193"/>
                </a:cubicBezTo>
                <a:cubicBezTo>
                  <a:pt x="671998" y="96339"/>
                  <a:pt x="676298" y="96912"/>
                  <a:pt x="681164" y="96912"/>
                </a:cubicBezTo>
                <a:cubicBezTo>
                  <a:pt x="689140" y="96912"/>
                  <a:pt x="695335" y="95671"/>
                  <a:pt x="699748" y="93191"/>
                </a:cubicBezTo>
                <a:cubicBezTo>
                  <a:pt x="701841" y="91952"/>
                  <a:pt x="702888" y="90655"/>
                  <a:pt x="702888" y="89301"/>
                </a:cubicBezTo>
                <a:cubicBezTo>
                  <a:pt x="702888" y="87046"/>
                  <a:pt x="701389" y="85187"/>
                  <a:pt x="698390" y="83721"/>
                </a:cubicBezTo>
                <a:cubicBezTo>
                  <a:pt x="695392" y="82255"/>
                  <a:pt x="689197" y="81015"/>
                  <a:pt x="679806" y="80000"/>
                </a:cubicBezTo>
                <a:cubicBezTo>
                  <a:pt x="665832" y="78535"/>
                  <a:pt x="656497" y="75710"/>
                  <a:pt x="651801" y="71525"/>
                </a:cubicBezTo>
                <a:cubicBezTo>
                  <a:pt x="647106" y="67397"/>
                  <a:pt x="644758" y="62307"/>
                  <a:pt x="644758" y="56255"/>
                </a:cubicBezTo>
                <a:cubicBezTo>
                  <a:pt x="644758" y="50034"/>
                  <a:pt x="647389" y="44859"/>
                  <a:pt x="652650" y="40731"/>
                </a:cubicBezTo>
                <a:cubicBezTo>
                  <a:pt x="659778" y="35075"/>
                  <a:pt x="669113" y="32247"/>
                  <a:pt x="680654" y="32247"/>
                </a:cubicBezTo>
                <a:cubicBezTo>
                  <a:pt x="684671" y="32247"/>
                  <a:pt x="688532" y="32636"/>
                  <a:pt x="692238" y="33414"/>
                </a:cubicBezTo>
                <a:cubicBezTo>
                  <a:pt x="695944" y="34192"/>
                  <a:pt x="699494" y="35387"/>
                  <a:pt x="702888" y="37000"/>
                </a:cubicBezTo>
                <a:cubicBezTo>
                  <a:pt x="703963" y="36207"/>
                  <a:pt x="704967" y="35613"/>
                  <a:pt x="705901" y="35217"/>
                </a:cubicBezTo>
                <a:cubicBezTo>
                  <a:pt x="706834" y="34821"/>
                  <a:pt x="707697" y="34623"/>
                  <a:pt x="708489" y="34623"/>
                </a:cubicBezTo>
                <a:cubicBezTo>
                  <a:pt x="710865" y="34623"/>
                  <a:pt x="712845" y="35514"/>
                  <a:pt x="714429" y="37297"/>
                </a:cubicBezTo>
                <a:cubicBezTo>
                  <a:pt x="716013" y="39079"/>
                  <a:pt x="716805" y="42063"/>
                  <a:pt x="716805" y="46249"/>
                </a:cubicBezTo>
                <a:lnTo>
                  <a:pt x="716805" y="50492"/>
                </a:lnTo>
                <a:cubicBezTo>
                  <a:pt x="716805" y="54283"/>
                  <a:pt x="716353" y="56857"/>
                  <a:pt x="715447" y="58215"/>
                </a:cubicBezTo>
                <a:cubicBezTo>
                  <a:pt x="713637" y="60817"/>
                  <a:pt x="711176" y="62118"/>
                  <a:pt x="708065" y="62118"/>
                </a:cubicBezTo>
                <a:cubicBezTo>
                  <a:pt x="705971" y="62118"/>
                  <a:pt x="704133" y="61468"/>
                  <a:pt x="702549" y="60167"/>
                </a:cubicBezTo>
                <a:cubicBezTo>
                  <a:pt x="700964" y="58865"/>
                  <a:pt x="699946" y="57140"/>
                  <a:pt x="699494" y="54990"/>
                </a:cubicBezTo>
                <a:close/>
                <a:moveTo>
                  <a:pt x="767365" y="34623"/>
                </a:moveTo>
                <a:lnTo>
                  <a:pt x="767365" y="40394"/>
                </a:lnTo>
                <a:cubicBezTo>
                  <a:pt x="770533" y="37678"/>
                  <a:pt x="774027" y="35642"/>
                  <a:pt x="777845" y="34284"/>
                </a:cubicBezTo>
                <a:cubicBezTo>
                  <a:pt x="781664" y="32926"/>
                  <a:pt x="785808" y="32247"/>
                  <a:pt x="790278" y="32247"/>
                </a:cubicBezTo>
                <a:cubicBezTo>
                  <a:pt x="800574" y="32247"/>
                  <a:pt x="808721" y="35444"/>
                  <a:pt x="814718" y="41837"/>
                </a:cubicBezTo>
                <a:cubicBezTo>
                  <a:pt x="819470" y="46928"/>
                  <a:pt x="821846" y="53604"/>
                  <a:pt x="821846" y="61864"/>
                </a:cubicBezTo>
                <a:lnTo>
                  <a:pt x="821846" y="94196"/>
                </a:lnTo>
                <a:cubicBezTo>
                  <a:pt x="825523" y="94196"/>
                  <a:pt x="828239" y="95002"/>
                  <a:pt x="829993" y="96615"/>
                </a:cubicBezTo>
                <a:cubicBezTo>
                  <a:pt x="831747" y="98227"/>
                  <a:pt x="832623" y="100334"/>
                  <a:pt x="832623" y="102937"/>
                </a:cubicBezTo>
                <a:cubicBezTo>
                  <a:pt x="832623" y="105539"/>
                  <a:pt x="831732" y="107647"/>
                  <a:pt x="829950" y="109259"/>
                </a:cubicBezTo>
                <a:cubicBezTo>
                  <a:pt x="828168" y="110871"/>
                  <a:pt x="825184" y="111677"/>
                  <a:pt x="820997" y="111677"/>
                </a:cubicBezTo>
                <a:lnTo>
                  <a:pt x="805298" y="111677"/>
                </a:lnTo>
                <a:cubicBezTo>
                  <a:pt x="801112" y="111677"/>
                  <a:pt x="798127" y="110857"/>
                  <a:pt x="796345" y="109217"/>
                </a:cubicBezTo>
                <a:cubicBezTo>
                  <a:pt x="794563" y="107576"/>
                  <a:pt x="793672" y="105454"/>
                  <a:pt x="793672" y="102852"/>
                </a:cubicBezTo>
                <a:cubicBezTo>
                  <a:pt x="793672" y="100249"/>
                  <a:pt x="794549" y="98156"/>
                  <a:pt x="796303" y="96572"/>
                </a:cubicBezTo>
                <a:cubicBezTo>
                  <a:pt x="798057" y="94988"/>
                  <a:pt x="800772" y="94196"/>
                  <a:pt x="804449" y="94196"/>
                </a:cubicBezTo>
                <a:lnTo>
                  <a:pt x="804449" y="61418"/>
                </a:lnTo>
                <a:cubicBezTo>
                  <a:pt x="804449" y="57635"/>
                  <a:pt x="803431" y="54868"/>
                  <a:pt x="801394" y="53118"/>
                </a:cubicBezTo>
                <a:cubicBezTo>
                  <a:pt x="798735" y="50858"/>
                  <a:pt x="794747" y="49729"/>
                  <a:pt x="789429" y="49729"/>
                </a:cubicBezTo>
                <a:cubicBezTo>
                  <a:pt x="785412" y="49729"/>
                  <a:pt x="781891" y="50507"/>
                  <a:pt x="778864" y="52062"/>
                </a:cubicBezTo>
                <a:cubicBezTo>
                  <a:pt x="775837" y="53618"/>
                  <a:pt x="772004" y="56914"/>
                  <a:pt x="767365" y="61949"/>
                </a:cubicBezTo>
                <a:lnTo>
                  <a:pt x="767365" y="94196"/>
                </a:lnTo>
                <a:cubicBezTo>
                  <a:pt x="771834" y="94196"/>
                  <a:pt x="774720" y="94734"/>
                  <a:pt x="776021" y="95808"/>
                </a:cubicBezTo>
                <a:cubicBezTo>
                  <a:pt x="778793" y="97958"/>
                  <a:pt x="780179" y="100334"/>
                  <a:pt x="780179" y="102937"/>
                </a:cubicBezTo>
                <a:cubicBezTo>
                  <a:pt x="780179" y="105539"/>
                  <a:pt x="779288" y="107647"/>
                  <a:pt x="777506" y="109259"/>
                </a:cubicBezTo>
                <a:cubicBezTo>
                  <a:pt x="775724" y="110871"/>
                  <a:pt x="772740" y="111677"/>
                  <a:pt x="768553" y="111677"/>
                </a:cubicBezTo>
                <a:lnTo>
                  <a:pt x="748780" y="111677"/>
                </a:lnTo>
                <a:cubicBezTo>
                  <a:pt x="744594" y="111677"/>
                  <a:pt x="741610" y="110857"/>
                  <a:pt x="739828" y="109217"/>
                </a:cubicBezTo>
                <a:cubicBezTo>
                  <a:pt x="738045" y="107576"/>
                  <a:pt x="737154" y="105454"/>
                  <a:pt x="737154" y="102852"/>
                </a:cubicBezTo>
                <a:cubicBezTo>
                  <a:pt x="737154" y="100249"/>
                  <a:pt x="738512" y="97880"/>
                  <a:pt x="741228" y="95745"/>
                </a:cubicBezTo>
                <a:cubicBezTo>
                  <a:pt x="742586" y="94712"/>
                  <a:pt x="745499" y="94196"/>
                  <a:pt x="749969" y="94196"/>
                </a:cubicBezTo>
                <a:lnTo>
                  <a:pt x="749969" y="52105"/>
                </a:lnTo>
                <a:cubicBezTo>
                  <a:pt x="746291" y="52105"/>
                  <a:pt x="743576" y="51285"/>
                  <a:pt x="741822" y="49644"/>
                </a:cubicBezTo>
                <a:cubicBezTo>
                  <a:pt x="740068" y="48003"/>
                  <a:pt x="739191" y="45882"/>
                  <a:pt x="739191" y="43279"/>
                </a:cubicBezTo>
                <a:cubicBezTo>
                  <a:pt x="739191" y="40677"/>
                  <a:pt x="740082" y="38584"/>
                  <a:pt x="741864" y="37000"/>
                </a:cubicBezTo>
                <a:cubicBezTo>
                  <a:pt x="743646" y="35415"/>
                  <a:pt x="746631" y="34623"/>
                  <a:pt x="750817" y="34623"/>
                </a:cubicBezTo>
                <a:lnTo>
                  <a:pt x="767365" y="34623"/>
                </a:lnTo>
                <a:close/>
                <a:moveTo>
                  <a:pt x="883015" y="69374"/>
                </a:moveTo>
                <a:cubicBezTo>
                  <a:pt x="883015" y="59468"/>
                  <a:pt x="884656" y="49449"/>
                  <a:pt x="887937" y="39315"/>
                </a:cubicBezTo>
                <a:cubicBezTo>
                  <a:pt x="890370" y="31842"/>
                  <a:pt x="894132" y="23520"/>
                  <a:pt x="899223" y="14350"/>
                </a:cubicBezTo>
                <a:cubicBezTo>
                  <a:pt x="902901" y="7783"/>
                  <a:pt x="905616" y="3751"/>
                  <a:pt x="907370" y="2251"/>
                </a:cubicBezTo>
                <a:cubicBezTo>
                  <a:pt x="909124" y="750"/>
                  <a:pt x="911076" y="0"/>
                  <a:pt x="913226" y="0"/>
                </a:cubicBezTo>
                <a:cubicBezTo>
                  <a:pt x="915715" y="0"/>
                  <a:pt x="917808" y="849"/>
                  <a:pt x="919505" y="2548"/>
                </a:cubicBezTo>
                <a:cubicBezTo>
                  <a:pt x="921203" y="4246"/>
                  <a:pt x="922051" y="6283"/>
                  <a:pt x="922051" y="8661"/>
                </a:cubicBezTo>
                <a:cubicBezTo>
                  <a:pt x="922051" y="10304"/>
                  <a:pt x="921372" y="12256"/>
                  <a:pt x="920014" y="14519"/>
                </a:cubicBezTo>
                <a:cubicBezTo>
                  <a:pt x="913904" y="24540"/>
                  <a:pt x="909449" y="33937"/>
                  <a:pt x="906649" y="42712"/>
                </a:cubicBezTo>
                <a:cubicBezTo>
                  <a:pt x="903848" y="51486"/>
                  <a:pt x="902448" y="60374"/>
                  <a:pt x="902448" y="69374"/>
                </a:cubicBezTo>
                <a:cubicBezTo>
                  <a:pt x="902448" y="78431"/>
                  <a:pt x="903848" y="87347"/>
                  <a:pt x="906649" y="96121"/>
                </a:cubicBezTo>
                <a:cubicBezTo>
                  <a:pt x="909449" y="104896"/>
                  <a:pt x="913904" y="114293"/>
                  <a:pt x="920014" y="124314"/>
                </a:cubicBezTo>
                <a:cubicBezTo>
                  <a:pt x="921372" y="126520"/>
                  <a:pt x="922051" y="128473"/>
                  <a:pt x="922051" y="130172"/>
                </a:cubicBezTo>
                <a:cubicBezTo>
                  <a:pt x="922051" y="132550"/>
                  <a:pt x="921203" y="134587"/>
                  <a:pt x="919505" y="136285"/>
                </a:cubicBezTo>
                <a:cubicBezTo>
                  <a:pt x="917808" y="137984"/>
                  <a:pt x="915715" y="138833"/>
                  <a:pt x="913226" y="138833"/>
                </a:cubicBezTo>
                <a:cubicBezTo>
                  <a:pt x="911132" y="138833"/>
                  <a:pt x="909294" y="138154"/>
                  <a:pt x="907710" y="136796"/>
                </a:cubicBezTo>
                <a:cubicBezTo>
                  <a:pt x="905447" y="134815"/>
                  <a:pt x="902448" y="130370"/>
                  <a:pt x="898714" y="123463"/>
                </a:cubicBezTo>
                <a:cubicBezTo>
                  <a:pt x="893340" y="113444"/>
                  <a:pt x="889662" y="105179"/>
                  <a:pt x="887682" y="98670"/>
                </a:cubicBezTo>
                <a:cubicBezTo>
                  <a:pt x="884571" y="88706"/>
                  <a:pt x="883015" y="78940"/>
                  <a:pt x="883015" y="69374"/>
                </a:cubicBezTo>
                <a:close/>
                <a:moveTo>
                  <a:pt x="1000954" y="69374"/>
                </a:moveTo>
                <a:cubicBezTo>
                  <a:pt x="1000954" y="79280"/>
                  <a:pt x="999314" y="89328"/>
                  <a:pt x="996032" y="99518"/>
                </a:cubicBezTo>
                <a:cubicBezTo>
                  <a:pt x="993600" y="106992"/>
                  <a:pt x="989838" y="115285"/>
                  <a:pt x="984746" y="124399"/>
                </a:cubicBezTo>
                <a:cubicBezTo>
                  <a:pt x="981069" y="130965"/>
                  <a:pt x="978353" y="135012"/>
                  <a:pt x="976599" y="136539"/>
                </a:cubicBezTo>
                <a:cubicBezTo>
                  <a:pt x="974845" y="138068"/>
                  <a:pt x="972894" y="138833"/>
                  <a:pt x="970744" y="138833"/>
                </a:cubicBezTo>
                <a:cubicBezTo>
                  <a:pt x="968254" y="138833"/>
                  <a:pt x="966161" y="137984"/>
                  <a:pt x="964464" y="136285"/>
                </a:cubicBezTo>
                <a:cubicBezTo>
                  <a:pt x="962767" y="134587"/>
                  <a:pt x="961918" y="132550"/>
                  <a:pt x="961918" y="130172"/>
                </a:cubicBezTo>
                <a:cubicBezTo>
                  <a:pt x="961918" y="128473"/>
                  <a:pt x="962597" y="126520"/>
                  <a:pt x="963955" y="124314"/>
                </a:cubicBezTo>
                <a:cubicBezTo>
                  <a:pt x="970065" y="114293"/>
                  <a:pt x="974520" y="104896"/>
                  <a:pt x="977320" y="96121"/>
                </a:cubicBezTo>
                <a:cubicBezTo>
                  <a:pt x="980121" y="87347"/>
                  <a:pt x="981521" y="78431"/>
                  <a:pt x="981521" y="69374"/>
                </a:cubicBezTo>
                <a:cubicBezTo>
                  <a:pt x="981521" y="60374"/>
                  <a:pt x="980121" y="51486"/>
                  <a:pt x="977320" y="42712"/>
                </a:cubicBezTo>
                <a:cubicBezTo>
                  <a:pt x="974520" y="33937"/>
                  <a:pt x="970065" y="24540"/>
                  <a:pt x="963955" y="14519"/>
                </a:cubicBezTo>
                <a:cubicBezTo>
                  <a:pt x="962597" y="12256"/>
                  <a:pt x="961918" y="10304"/>
                  <a:pt x="961918" y="8661"/>
                </a:cubicBezTo>
                <a:cubicBezTo>
                  <a:pt x="961918" y="6283"/>
                  <a:pt x="962767" y="4246"/>
                  <a:pt x="964464" y="2548"/>
                </a:cubicBezTo>
                <a:cubicBezTo>
                  <a:pt x="966161" y="849"/>
                  <a:pt x="968254" y="0"/>
                  <a:pt x="970744" y="0"/>
                </a:cubicBezTo>
                <a:cubicBezTo>
                  <a:pt x="972837" y="0"/>
                  <a:pt x="974676" y="679"/>
                  <a:pt x="976260" y="2037"/>
                </a:cubicBezTo>
                <a:cubicBezTo>
                  <a:pt x="978523" y="3962"/>
                  <a:pt x="981521" y="8407"/>
                  <a:pt x="985255" y="15370"/>
                </a:cubicBezTo>
                <a:cubicBezTo>
                  <a:pt x="990630" y="25389"/>
                  <a:pt x="994307" y="33625"/>
                  <a:pt x="996287" y="40078"/>
                </a:cubicBezTo>
                <a:cubicBezTo>
                  <a:pt x="999399" y="50099"/>
                  <a:pt x="1000954" y="59864"/>
                  <a:pt x="1000954" y="69374"/>
                </a:cubicBezTo>
                <a:close/>
                <a:moveTo>
                  <a:pt x="1105233" y="69374"/>
                </a:moveTo>
                <a:cubicBezTo>
                  <a:pt x="1105233" y="79280"/>
                  <a:pt x="1103592" y="89328"/>
                  <a:pt x="1100311" y="99518"/>
                </a:cubicBezTo>
                <a:cubicBezTo>
                  <a:pt x="1097878" y="106992"/>
                  <a:pt x="1094116" y="115285"/>
                  <a:pt x="1089024" y="124399"/>
                </a:cubicBezTo>
                <a:cubicBezTo>
                  <a:pt x="1085347" y="130965"/>
                  <a:pt x="1082631" y="135012"/>
                  <a:pt x="1080878" y="136539"/>
                </a:cubicBezTo>
                <a:cubicBezTo>
                  <a:pt x="1079124" y="138068"/>
                  <a:pt x="1077172" y="138833"/>
                  <a:pt x="1075022" y="138833"/>
                </a:cubicBezTo>
                <a:cubicBezTo>
                  <a:pt x="1072533" y="138833"/>
                  <a:pt x="1070440" y="137984"/>
                  <a:pt x="1068742" y="136285"/>
                </a:cubicBezTo>
                <a:cubicBezTo>
                  <a:pt x="1067045" y="134587"/>
                  <a:pt x="1066197" y="132550"/>
                  <a:pt x="1066197" y="130172"/>
                </a:cubicBezTo>
                <a:cubicBezTo>
                  <a:pt x="1066197" y="128473"/>
                  <a:pt x="1066876" y="126520"/>
                  <a:pt x="1068233" y="124314"/>
                </a:cubicBezTo>
                <a:cubicBezTo>
                  <a:pt x="1074343" y="114293"/>
                  <a:pt x="1078799" y="104896"/>
                  <a:pt x="1081599" y="96121"/>
                </a:cubicBezTo>
                <a:cubicBezTo>
                  <a:pt x="1084399" y="87347"/>
                  <a:pt x="1085800" y="78431"/>
                  <a:pt x="1085800" y="69374"/>
                </a:cubicBezTo>
                <a:cubicBezTo>
                  <a:pt x="1085800" y="60374"/>
                  <a:pt x="1084399" y="51486"/>
                  <a:pt x="1081599" y="42712"/>
                </a:cubicBezTo>
                <a:cubicBezTo>
                  <a:pt x="1078799" y="33937"/>
                  <a:pt x="1074343" y="24540"/>
                  <a:pt x="1068233" y="14519"/>
                </a:cubicBezTo>
                <a:cubicBezTo>
                  <a:pt x="1066876" y="12256"/>
                  <a:pt x="1066197" y="10304"/>
                  <a:pt x="1066197" y="8661"/>
                </a:cubicBezTo>
                <a:cubicBezTo>
                  <a:pt x="1066197" y="6283"/>
                  <a:pt x="1067045" y="4246"/>
                  <a:pt x="1068742" y="2548"/>
                </a:cubicBezTo>
                <a:cubicBezTo>
                  <a:pt x="1070440" y="849"/>
                  <a:pt x="1072533" y="0"/>
                  <a:pt x="1075022" y="0"/>
                </a:cubicBezTo>
                <a:cubicBezTo>
                  <a:pt x="1077115" y="0"/>
                  <a:pt x="1078954" y="679"/>
                  <a:pt x="1080538" y="2037"/>
                </a:cubicBezTo>
                <a:cubicBezTo>
                  <a:pt x="1082801" y="3962"/>
                  <a:pt x="1085800" y="8407"/>
                  <a:pt x="1089533" y="15370"/>
                </a:cubicBezTo>
                <a:cubicBezTo>
                  <a:pt x="1094908" y="25389"/>
                  <a:pt x="1098585" y="33625"/>
                  <a:pt x="1100565" y="40078"/>
                </a:cubicBezTo>
                <a:cubicBezTo>
                  <a:pt x="1103677" y="50099"/>
                  <a:pt x="1105233" y="59864"/>
                  <a:pt x="1105233" y="6937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2.">
            <a:extLst xmlns:a="http://schemas.openxmlformats.org/drawingml/2006/main">
              <a:ext uri="{FF2B5EF4-FFF2-40B4-BE49-F238E27FC236}">
                <a16:creationId xmlns:a16="http://schemas.microsoft.com/office/drawing/2014/main" id="{A1FBD2BA-ED44-42DC-939E-15B1D8E1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246" y="755108"/>
            <a:ext cx="160371" cy="115411"/>
          </a:xfrm>
          <a:custGeom xmlns:a="http://schemas.openxmlformats.org/drawingml/2006/main">
            <a:pathLst>
              <a:path w="160371" h="115411">
                <a:moveTo>
                  <a:pt x="26562" y="95214"/>
                </a:moveTo>
                <a:lnTo>
                  <a:pt x="64664" y="95214"/>
                </a:lnTo>
                <a:cubicBezTo>
                  <a:pt x="66758" y="93517"/>
                  <a:pt x="68738" y="92669"/>
                  <a:pt x="70605" y="92669"/>
                </a:cubicBezTo>
                <a:cubicBezTo>
                  <a:pt x="73264" y="92669"/>
                  <a:pt x="75371" y="93552"/>
                  <a:pt x="76927" y="95318"/>
                </a:cubicBezTo>
                <a:cubicBezTo>
                  <a:pt x="78483" y="97084"/>
                  <a:pt x="79260" y="100105"/>
                  <a:pt x="79260" y="104379"/>
                </a:cubicBezTo>
                <a:lnTo>
                  <a:pt x="79260" y="112696"/>
                </a:lnTo>
                <a:lnTo>
                  <a:pt x="0" y="112696"/>
                </a:lnTo>
                <a:lnTo>
                  <a:pt x="0" y="94196"/>
                </a:lnTo>
                <a:cubicBezTo>
                  <a:pt x="31342" y="68370"/>
                  <a:pt x="50266" y="51756"/>
                  <a:pt x="56772" y="44353"/>
                </a:cubicBezTo>
                <a:cubicBezTo>
                  <a:pt x="60054" y="40566"/>
                  <a:pt x="61694" y="36977"/>
                  <a:pt x="61694" y="33587"/>
                </a:cubicBezTo>
                <a:cubicBezTo>
                  <a:pt x="61694" y="29349"/>
                  <a:pt x="59841" y="25605"/>
                  <a:pt x="56136" y="22356"/>
                </a:cubicBezTo>
                <a:cubicBezTo>
                  <a:pt x="52430" y="19106"/>
                  <a:pt x="47494" y="17481"/>
                  <a:pt x="41327" y="17481"/>
                </a:cubicBezTo>
                <a:cubicBezTo>
                  <a:pt x="35104" y="17481"/>
                  <a:pt x="29928" y="19285"/>
                  <a:pt x="25798" y="22891"/>
                </a:cubicBezTo>
                <a:cubicBezTo>
                  <a:pt x="23648" y="24806"/>
                  <a:pt x="21923" y="27651"/>
                  <a:pt x="20621" y="31425"/>
                </a:cubicBezTo>
                <a:cubicBezTo>
                  <a:pt x="19829" y="33792"/>
                  <a:pt x="18740" y="35484"/>
                  <a:pt x="17354" y="36498"/>
                </a:cubicBezTo>
                <a:cubicBezTo>
                  <a:pt x="15968" y="37511"/>
                  <a:pt x="14257" y="38018"/>
                  <a:pt x="12220" y="38018"/>
                </a:cubicBezTo>
                <a:cubicBezTo>
                  <a:pt x="9844" y="38018"/>
                  <a:pt x="7793" y="37169"/>
                  <a:pt x="6068" y="35472"/>
                </a:cubicBezTo>
                <a:cubicBezTo>
                  <a:pt x="4342" y="33775"/>
                  <a:pt x="3479" y="31795"/>
                  <a:pt x="3479" y="29532"/>
                </a:cubicBezTo>
                <a:cubicBezTo>
                  <a:pt x="3479" y="26137"/>
                  <a:pt x="5049" y="21894"/>
                  <a:pt x="8189" y="16803"/>
                </a:cubicBezTo>
                <a:cubicBezTo>
                  <a:pt x="11329" y="11711"/>
                  <a:pt x="15911" y="7638"/>
                  <a:pt x="21937" y="4583"/>
                </a:cubicBezTo>
                <a:cubicBezTo>
                  <a:pt x="27962" y="1527"/>
                  <a:pt x="34510" y="0"/>
                  <a:pt x="41582" y="0"/>
                </a:cubicBezTo>
                <a:cubicBezTo>
                  <a:pt x="52557" y="0"/>
                  <a:pt x="61553" y="3324"/>
                  <a:pt x="68568" y="9971"/>
                </a:cubicBezTo>
                <a:cubicBezTo>
                  <a:pt x="75583" y="16619"/>
                  <a:pt x="79091" y="24666"/>
                  <a:pt x="79091" y="34114"/>
                </a:cubicBezTo>
                <a:cubicBezTo>
                  <a:pt x="79091" y="38923"/>
                  <a:pt x="78087" y="43378"/>
                  <a:pt x="76078" y="47480"/>
                </a:cubicBezTo>
                <a:cubicBezTo>
                  <a:pt x="74070" y="51582"/>
                  <a:pt x="69247" y="57253"/>
                  <a:pt x="61609" y="64495"/>
                </a:cubicBezTo>
                <a:cubicBezTo>
                  <a:pt x="55612" y="70209"/>
                  <a:pt x="43930" y="80449"/>
                  <a:pt x="26562" y="95214"/>
                </a:cubicBezTo>
                <a:close/>
                <a:moveTo>
                  <a:pt x="160371" y="103870"/>
                </a:moveTo>
                <a:cubicBezTo>
                  <a:pt x="160371" y="107152"/>
                  <a:pt x="159211" y="109895"/>
                  <a:pt x="156892" y="112102"/>
                </a:cubicBezTo>
                <a:cubicBezTo>
                  <a:pt x="154572" y="114308"/>
                  <a:pt x="151376" y="115411"/>
                  <a:pt x="147302" y="115411"/>
                </a:cubicBezTo>
                <a:cubicBezTo>
                  <a:pt x="143229" y="115411"/>
                  <a:pt x="140033" y="114308"/>
                  <a:pt x="137713" y="112102"/>
                </a:cubicBezTo>
                <a:cubicBezTo>
                  <a:pt x="135393" y="109895"/>
                  <a:pt x="134234" y="107152"/>
                  <a:pt x="134234" y="103870"/>
                </a:cubicBezTo>
                <a:cubicBezTo>
                  <a:pt x="134234" y="100589"/>
                  <a:pt x="135393" y="97845"/>
                  <a:pt x="137713" y="95639"/>
                </a:cubicBezTo>
                <a:cubicBezTo>
                  <a:pt x="140033" y="93432"/>
                  <a:pt x="143229" y="92329"/>
                  <a:pt x="147302" y="92329"/>
                </a:cubicBezTo>
                <a:cubicBezTo>
                  <a:pt x="151376" y="92329"/>
                  <a:pt x="154572" y="93432"/>
                  <a:pt x="156892" y="95639"/>
                </a:cubicBezTo>
                <a:cubicBezTo>
                  <a:pt x="159211" y="97845"/>
                  <a:pt x="160371" y="100589"/>
                  <a:pt x="160371" y="1038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rax=get_">
            <a:extLst xmlns:a="http://schemas.openxmlformats.org/drawingml/2006/main">
              <a:ext uri="{FF2B5EF4-FFF2-40B4-BE49-F238E27FC236}">
                <a16:creationId xmlns:a16="http://schemas.microsoft.com/office/drawing/2014/main" id="{88C2BDA9-D014-4136-A938-FA0A332E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464" y="763425"/>
            <a:ext cx="1041179" cy="156654"/>
          </a:xfrm>
          <a:custGeom xmlns:a="http://schemas.openxmlformats.org/drawingml/2006/main">
            <a:pathLst>
              <a:path w="1041179" h="156654">
                <a:moveTo>
                  <a:pt x="39376" y="27325"/>
                </a:moveTo>
                <a:lnTo>
                  <a:pt x="39376" y="38188"/>
                </a:lnTo>
                <a:cubicBezTo>
                  <a:pt x="46674" y="32893"/>
                  <a:pt x="52430" y="29363"/>
                  <a:pt x="56645" y="27598"/>
                </a:cubicBezTo>
                <a:cubicBezTo>
                  <a:pt x="60860" y="25832"/>
                  <a:pt x="64806" y="24949"/>
                  <a:pt x="68483" y="24949"/>
                </a:cubicBezTo>
                <a:cubicBezTo>
                  <a:pt x="74141" y="24949"/>
                  <a:pt x="79628" y="27050"/>
                  <a:pt x="84946" y="31250"/>
                </a:cubicBezTo>
                <a:cubicBezTo>
                  <a:pt x="88567" y="34090"/>
                  <a:pt x="90377" y="36985"/>
                  <a:pt x="90377" y="39938"/>
                </a:cubicBezTo>
                <a:cubicBezTo>
                  <a:pt x="90377" y="42436"/>
                  <a:pt x="89515" y="44551"/>
                  <a:pt x="87789" y="46284"/>
                </a:cubicBezTo>
                <a:cubicBezTo>
                  <a:pt x="86064" y="48015"/>
                  <a:pt x="83984" y="48880"/>
                  <a:pt x="81552" y="48880"/>
                </a:cubicBezTo>
                <a:cubicBezTo>
                  <a:pt x="79402" y="48880"/>
                  <a:pt x="77139" y="47805"/>
                  <a:pt x="74763" y="45655"/>
                </a:cubicBezTo>
                <a:cubicBezTo>
                  <a:pt x="72387" y="43506"/>
                  <a:pt x="70265" y="42431"/>
                  <a:pt x="68398" y="42431"/>
                </a:cubicBezTo>
                <a:cubicBezTo>
                  <a:pt x="65966" y="42431"/>
                  <a:pt x="62331" y="43958"/>
                  <a:pt x="57494" y="47013"/>
                </a:cubicBezTo>
                <a:cubicBezTo>
                  <a:pt x="52656" y="50068"/>
                  <a:pt x="46617" y="54651"/>
                  <a:pt x="39376" y="60761"/>
                </a:cubicBezTo>
                <a:lnTo>
                  <a:pt x="39376" y="86898"/>
                </a:lnTo>
                <a:lnTo>
                  <a:pt x="64155" y="86898"/>
                </a:lnTo>
                <a:cubicBezTo>
                  <a:pt x="68342" y="86898"/>
                  <a:pt x="71326" y="87704"/>
                  <a:pt x="73108" y="89317"/>
                </a:cubicBezTo>
                <a:cubicBezTo>
                  <a:pt x="74890" y="90929"/>
                  <a:pt x="75781" y="93036"/>
                  <a:pt x="75781" y="95639"/>
                </a:cubicBezTo>
                <a:cubicBezTo>
                  <a:pt x="75781" y="98241"/>
                  <a:pt x="74890" y="100349"/>
                  <a:pt x="73108" y="101961"/>
                </a:cubicBezTo>
                <a:cubicBezTo>
                  <a:pt x="71326" y="103573"/>
                  <a:pt x="68342" y="104379"/>
                  <a:pt x="64155" y="104379"/>
                </a:cubicBezTo>
                <a:lnTo>
                  <a:pt x="11626" y="104379"/>
                </a:lnTo>
                <a:cubicBezTo>
                  <a:pt x="7440" y="104379"/>
                  <a:pt x="4455" y="103559"/>
                  <a:pt x="2673" y="101918"/>
                </a:cubicBezTo>
                <a:cubicBezTo>
                  <a:pt x="891" y="100278"/>
                  <a:pt x="0" y="98156"/>
                  <a:pt x="0" y="95554"/>
                </a:cubicBezTo>
                <a:cubicBezTo>
                  <a:pt x="0" y="92951"/>
                  <a:pt x="891" y="90858"/>
                  <a:pt x="2673" y="89274"/>
                </a:cubicBezTo>
                <a:cubicBezTo>
                  <a:pt x="4455" y="87690"/>
                  <a:pt x="7440" y="86898"/>
                  <a:pt x="11626" y="86898"/>
                </a:cubicBezTo>
                <a:lnTo>
                  <a:pt x="21979" y="86898"/>
                </a:lnTo>
                <a:lnTo>
                  <a:pt x="21979" y="44807"/>
                </a:lnTo>
                <a:lnTo>
                  <a:pt x="15699" y="44807"/>
                </a:lnTo>
                <a:cubicBezTo>
                  <a:pt x="11513" y="44807"/>
                  <a:pt x="8529" y="43986"/>
                  <a:pt x="6746" y="42346"/>
                </a:cubicBezTo>
                <a:cubicBezTo>
                  <a:pt x="4964" y="40705"/>
                  <a:pt x="4073" y="38584"/>
                  <a:pt x="4073" y="35981"/>
                </a:cubicBezTo>
                <a:cubicBezTo>
                  <a:pt x="4073" y="33379"/>
                  <a:pt x="4964" y="31286"/>
                  <a:pt x="6746" y="29701"/>
                </a:cubicBezTo>
                <a:cubicBezTo>
                  <a:pt x="8529" y="28117"/>
                  <a:pt x="11513" y="27325"/>
                  <a:pt x="15699" y="27325"/>
                </a:cubicBezTo>
                <a:lnTo>
                  <a:pt x="39376" y="27325"/>
                </a:lnTo>
                <a:close/>
                <a:moveTo>
                  <a:pt x="162916" y="104379"/>
                </a:moveTo>
                <a:lnTo>
                  <a:pt x="162916" y="100306"/>
                </a:lnTo>
                <a:cubicBezTo>
                  <a:pt x="158560" y="102569"/>
                  <a:pt x="153751" y="104266"/>
                  <a:pt x="148490" y="105398"/>
                </a:cubicBezTo>
                <a:cubicBezTo>
                  <a:pt x="143229" y="106529"/>
                  <a:pt x="138448" y="107095"/>
                  <a:pt x="134149" y="107095"/>
                </a:cubicBezTo>
                <a:cubicBezTo>
                  <a:pt x="124814" y="107095"/>
                  <a:pt x="117233" y="104624"/>
                  <a:pt x="111406" y="99683"/>
                </a:cubicBezTo>
                <a:cubicBezTo>
                  <a:pt x="105579" y="94740"/>
                  <a:pt x="102665" y="89274"/>
                  <a:pt x="102665" y="83286"/>
                </a:cubicBezTo>
                <a:cubicBezTo>
                  <a:pt x="102665" y="76000"/>
                  <a:pt x="106385" y="69237"/>
                  <a:pt x="113824" y="62996"/>
                </a:cubicBezTo>
                <a:cubicBezTo>
                  <a:pt x="121264" y="56754"/>
                  <a:pt x="131546" y="53632"/>
                  <a:pt x="144671" y="53632"/>
                </a:cubicBezTo>
                <a:cubicBezTo>
                  <a:pt x="149933" y="53632"/>
                  <a:pt x="156014" y="54198"/>
                  <a:pt x="162916" y="55330"/>
                </a:cubicBezTo>
                <a:lnTo>
                  <a:pt x="162916" y="51198"/>
                </a:lnTo>
                <a:cubicBezTo>
                  <a:pt x="162916" y="48613"/>
                  <a:pt x="161799" y="46506"/>
                  <a:pt x="159564" y="44876"/>
                </a:cubicBezTo>
                <a:cubicBezTo>
                  <a:pt x="157330" y="43246"/>
                  <a:pt x="153073" y="42431"/>
                  <a:pt x="146793" y="42431"/>
                </a:cubicBezTo>
                <a:cubicBezTo>
                  <a:pt x="141645" y="42431"/>
                  <a:pt x="134969" y="43428"/>
                  <a:pt x="126766" y="45422"/>
                </a:cubicBezTo>
                <a:cubicBezTo>
                  <a:pt x="123711" y="46143"/>
                  <a:pt x="121334" y="46504"/>
                  <a:pt x="119637" y="46504"/>
                </a:cubicBezTo>
                <a:cubicBezTo>
                  <a:pt x="117318" y="46504"/>
                  <a:pt x="115352" y="45670"/>
                  <a:pt x="113739" y="44001"/>
                </a:cubicBezTo>
                <a:cubicBezTo>
                  <a:pt x="112127" y="42332"/>
                  <a:pt x="111321" y="40196"/>
                  <a:pt x="111321" y="37594"/>
                </a:cubicBezTo>
                <a:cubicBezTo>
                  <a:pt x="111321" y="36123"/>
                  <a:pt x="111604" y="34850"/>
                  <a:pt x="112169" y="33775"/>
                </a:cubicBezTo>
                <a:cubicBezTo>
                  <a:pt x="112735" y="32700"/>
                  <a:pt x="113527" y="31837"/>
                  <a:pt x="114546" y="31187"/>
                </a:cubicBezTo>
                <a:cubicBezTo>
                  <a:pt x="115564" y="30536"/>
                  <a:pt x="117685" y="29758"/>
                  <a:pt x="120910" y="28853"/>
                </a:cubicBezTo>
                <a:cubicBezTo>
                  <a:pt x="125210" y="27665"/>
                  <a:pt x="129594" y="26717"/>
                  <a:pt x="134064" y="26010"/>
                </a:cubicBezTo>
                <a:cubicBezTo>
                  <a:pt x="138533" y="25303"/>
                  <a:pt x="142578" y="24949"/>
                  <a:pt x="146199" y="24949"/>
                </a:cubicBezTo>
                <a:cubicBezTo>
                  <a:pt x="157004" y="24949"/>
                  <a:pt x="165392" y="27283"/>
                  <a:pt x="171360" y="31950"/>
                </a:cubicBezTo>
                <a:cubicBezTo>
                  <a:pt x="177329" y="36618"/>
                  <a:pt x="180313" y="42996"/>
                  <a:pt x="180313" y="51087"/>
                </a:cubicBezTo>
                <a:lnTo>
                  <a:pt x="180313" y="86898"/>
                </a:lnTo>
                <a:lnTo>
                  <a:pt x="183283" y="86898"/>
                </a:lnTo>
                <a:cubicBezTo>
                  <a:pt x="187470" y="86898"/>
                  <a:pt x="190454" y="87704"/>
                  <a:pt x="192236" y="89317"/>
                </a:cubicBezTo>
                <a:cubicBezTo>
                  <a:pt x="194018" y="90929"/>
                  <a:pt x="194909" y="93036"/>
                  <a:pt x="194909" y="95639"/>
                </a:cubicBezTo>
                <a:cubicBezTo>
                  <a:pt x="194909" y="98241"/>
                  <a:pt x="194018" y="100349"/>
                  <a:pt x="192236" y="101961"/>
                </a:cubicBezTo>
                <a:cubicBezTo>
                  <a:pt x="190454" y="103573"/>
                  <a:pt x="187470" y="104379"/>
                  <a:pt x="183283" y="104379"/>
                </a:cubicBezTo>
                <a:lnTo>
                  <a:pt x="162916" y="104379"/>
                </a:lnTo>
                <a:moveTo>
                  <a:pt x="162916" y="73132"/>
                </a:moveTo>
                <a:cubicBezTo>
                  <a:pt x="155958" y="71786"/>
                  <a:pt x="149537" y="71114"/>
                  <a:pt x="143653" y="71114"/>
                </a:cubicBezTo>
                <a:cubicBezTo>
                  <a:pt x="136581" y="71114"/>
                  <a:pt x="130499" y="72823"/>
                  <a:pt x="125408" y="76243"/>
                </a:cubicBezTo>
                <a:cubicBezTo>
                  <a:pt x="122240" y="78430"/>
                  <a:pt x="120656" y="80644"/>
                  <a:pt x="120656" y="82886"/>
                </a:cubicBezTo>
                <a:cubicBezTo>
                  <a:pt x="120656" y="84512"/>
                  <a:pt x="121419" y="85830"/>
                  <a:pt x="122947" y="86840"/>
                </a:cubicBezTo>
                <a:cubicBezTo>
                  <a:pt x="125776" y="88689"/>
                  <a:pt x="129651" y="89614"/>
                  <a:pt x="134573" y="89614"/>
                </a:cubicBezTo>
                <a:cubicBezTo>
                  <a:pt x="138759" y="89614"/>
                  <a:pt x="143497" y="88801"/>
                  <a:pt x="148787" y="87176"/>
                </a:cubicBezTo>
                <a:cubicBezTo>
                  <a:pt x="154077" y="85550"/>
                  <a:pt x="158787" y="83335"/>
                  <a:pt x="162916" y="80531"/>
                </a:cubicBezTo>
                <a:lnTo>
                  <a:pt x="162916" y="73132"/>
                </a:lnTo>
                <a:close/>
                <a:moveTo>
                  <a:pt x="264677" y="64335"/>
                </a:moveTo>
                <a:lnTo>
                  <a:pt x="290955" y="86898"/>
                </a:lnTo>
                <a:cubicBezTo>
                  <a:pt x="294123" y="87068"/>
                  <a:pt x="296500" y="87963"/>
                  <a:pt x="298084" y="89584"/>
                </a:cubicBezTo>
                <a:cubicBezTo>
                  <a:pt x="299668" y="91204"/>
                  <a:pt x="300460" y="93236"/>
                  <a:pt x="300460" y="95681"/>
                </a:cubicBezTo>
                <a:cubicBezTo>
                  <a:pt x="300460" y="98239"/>
                  <a:pt x="299569" y="100329"/>
                  <a:pt x="297787" y="101950"/>
                </a:cubicBezTo>
                <a:cubicBezTo>
                  <a:pt x="296005" y="103570"/>
                  <a:pt x="293020" y="104379"/>
                  <a:pt x="288834" y="104379"/>
                </a:cubicBezTo>
                <a:lnTo>
                  <a:pt x="269061" y="104379"/>
                </a:lnTo>
                <a:cubicBezTo>
                  <a:pt x="264875" y="104379"/>
                  <a:pt x="261890" y="103570"/>
                  <a:pt x="260108" y="101950"/>
                </a:cubicBezTo>
                <a:cubicBezTo>
                  <a:pt x="258326" y="100329"/>
                  <a:pt x="257435" y="98183"/>
                  <a:pt x="257435" y="95511"/>
                </a:cubicBezTo>
                <a:cubicBezTo>
                  <a:pt x="257435" y="93464"/>
                  <a:pt x="258072" y="91659"/>
                  <a:pt x="259344" y="90096"/>
                </a:cubicBezTo>
                <a:cubicBezTo>
                  <a:pt x="260617" y="88533"/>
                  <a:pt x="262357" y="87467"/>
                  <a:pt x="264563" y="86898"/>
                </a:cubicBezTo>
                <a:lnTo>
                  <a:pt x="251463" y="75657"/>
                </a:lnTo>
                <a:lnTo>
                  <a:pt x="238341" y="86898"/>
                </a:lnTo>
                <a:cubicBezTo>
                  <a:pt x="241000" y="87580"/>
                  <a:pt x="242910" y="88632"/>
                  <a:pt x="244069" y="90054"/>
                </a:cubicBezTo>
                <a:cubicBezTo>
                  <a:pt x="245229" y="91475"/>
                  <a:pt x="245809" y="93294"/>
                  <a:pt x="245809" y="95511"/>
                </a:cubicBezTo>
                <a:cubicBezTo>
                  <a:pt x="245809" y="98183"/>
                  <a:pt x="244932" y="100329"/>
                  <a:pt x="243178" y="101950"/>
                </a:cubicBezTo>
                <a:cubicBezTo>
                  <a:pt x="241425" y="103570"/>
                  <a:pt x="238454" y="104379"/>
                  <a:pt x="234268" y="104379"/>
                </a:cubicBezTo>
                <a:lnTo>
                  <a:pt x="214665" y="104379"/>
                </a:lnTo>
                <a:cubicBezTo>
                  <a:pt x="210478" y="104379"/>
                  <a:pt x="207494" y="103570"/>
                  <a:pt x="205712" y="101950"/>
                </a:cubicBezTo>
                <a:cubicBezTo>
                  <a:pt x="203930" y="100329"/>
                  <a:pt x="203039" y="98211"/>
                  <a:pt x="203039" y="95596"/>
                </a:cubicBezTo>
                <a:cubicBezTo>
                  <a:pt x="203039" y="93208"/>
                  <a:pt x="203831" y="91204"/>
                  <a:pt x="205415" y="89584"/>
                </a:cubicBezTo>
                <a:cubicBezTo>
                  <a:pt x="206999" y="87963"/>
                  <a:pt x="209375" y="87068"/>
                  <a:pt x="212543" y="86898"/>
                </a:cubicBezTo>
                <a:lnTo>
                  <a:pt x="238405" y="64452"/>
                </a:lnTo>
                <a:lnTo>
                  <a:pt x="215514" y="44807"/>
                </a:lnTo>
                <a:cubicBezTo>
                  <a:pt x="212515" y="44579"/>
                  <a:pt x="210238" y="43655"/>
                  <a:pt x="208682" y="42036"/>
                </a:cubicBezTo>
                <a:cubicBezTo>
                  <a:pt x="207126" y="40414"/>
                  <a:pt x="206349" y="38410"/>
                  <a:pt x="206349" y="36024"/>
                </a:cubicBezTo>
                <a:cubicBezTo>
                  <a:pt x="206349" y="33465"/>
                  <a:pt x="207240" y="31377"/>
                  <a:pt x="209022" y="29757"/>
                </a:cubicBezTo>
                <a:cubicBezTo>
                  <a:pt x="210804" y="28136"/>
                  <a:pt x="213788" y="27325"/>
                  <a:pt x="217975" y="27325"/>
                </a:cubicBezTo>
                <a:lnTo>
                  <a:pt x="234268" y="27325"/>
                </a:lnTo>
                <a:cubicBezTo>
                  <a:pt x="238454" y="27325"/>
                  <a:pt x="241439" y="28136"/>
                  <a:pt x="243221" y="29757"/>
                </a:cubicBezTo>
                <a:cubicBezTo>
                  <a:pt x="245003" y="31377"/>
                  <a:pt x="245894" y="33437"/>
                  <a:pt x="245894" y="35939"/>
                </a:cubicBezTo>
                <a:cubicBezTo>
                  <a:pt x="245894" y="39294"/>
                  <a:pt x="244310" y="42024"/>
                  <a:pt x="241142" y="44128"/>
                </a:cubicBezTo>
                <a:lnTo>
                  <a:pt x="251537" y="53054"/>
                </a:lnTo>
                <a:lnTo>
                  <a:pt x="262018" y="43958"/>
                </a:lnTo>
                <a:cubicBezTo>
                  <a:pt x="258906" y="41741"/>
                  <a:pt x="257350" y="39182"/>
                  <a:pt x="257350" y="36281"/>
                </a:cubicBezTo>
                <a:cubicBezTo>
                  <a:pt x="257350" y="33551"/>
                  <a:pt x="258241" y="31377"/>
                  <a:pt x="260023" y="29757"/>
                </a:cubicBezTo>
                <a:cubicBezTo>
                  <a:pt x="261805" y="28136"/>
                  <a:pt x="264790" y="27325"/>
                  <a:pt x="268976" y="27325"/>
                </a:cubicBezTo>
                <a:lnTo>
                  <a:pt x="285100" y="27325"/>
                </a:lnTo>
                <a:cubicBezTo>
                  <a:pt x="289286" y="27325"/>
                  <a:pt x="292271" y="28136"/>
                  <a:pt x="294053" y="29757"/>
                </a:cubicBezTo>
                <a:cubicBezTo>
                  <a:pt x="295835" y="31377"/>
                  <a:pt x="296726" y="33494"/>
                  <a:pt x="296726" y="36108"/>
                </a:cubicBezTo>
                <a:cubicBezTo>
                  <a:pt x="296726" y="38439"/>
                  <a:pt x="295948" y="40414"/>
                  <a:pt x="294392" y="42036"/>
                </a:cubicBezTo>
                <a:cubicBezTo>
                  <a:pt x="292836" y="43655"/>
                  <a:pt x="290531" y="44579"/>
                  <a:pt x="287476" y="44807"/>
                </a:cubicBezTo>
                <a:lnTo>
                  <a:pt x="264677" y="64335"/>
                </a:lnTo>
                <a:close/>
                <a:moveTo>
                  <a:pt x="497389" y="47013"/>
                </a:moveTo>
                <a:lnTo>
                  <a:pt x="423050" y="47013"/>
                </a:lnTo>
                <a:cubicBezTo>
                  <a:pt x="418864" y="47013"/>
                  <a:pt x="415879" y="46203"/>
                  <a:pt x="414097" y="44584"/>
                </a:cubicBezTo>
                <a:cubicBezTo>
                  <a:pt x="412315" y="42963"/>
                  <a:pt x="411424" y="40845"/>
                  <a:pt x="411424" y="38230"/>
                </a:cubicBezTo>
                <a:cubicBezTo>
                  <a:pt x="411424" y="35672"/>
                  <a:pt x="412315" y="33583"/>
                  <a:pt x="414097" y="31964"/>
                </a:cubicBezTo>
                <a:cubicBezTo>
                  <a:pt x="415879" y="30342"/>
                  <a:pt x="418864" y="29532"/>
                  <a:pt x="423050" y="29532"/>
                </a:cubicBezTo>
                <a:lnTo>
                  <a:pt x="497389" y="29532"/>
                </a:lnTo>
                <a:cubicBezTo>
                  <a:pt x="501575" y="29532"/>
                  <a:pt x="504559" y="30342"/>
                  <a:pt x="506342" y="31964"/>
                </a:cubicBezTo>
                <a:cubicBezTo>
                  <a:pt x="508124" y="33583"/>
                  <a:pt x="509015" y="35700"/>
                  <a:pt x="509015" y="38315"/>
                </a:cubicBezTo>
                <a:cubicBezTo>
                  <a:pt x="509015" y="40873"/>
                  <a:pt x="508124" y="42963"/>
                  <a:pt x="506342" y="44584"/>
                </a:cubicBezTo>
                <a:cubicBezTo>
                  <a:pt x="504559" y="46203"/>
                  <a:pt x="501575" y="47013"/>
                  <a:pt x="497389" y="47013"/>
                </a:cubicBezTo>
                <a:moveTo>
                  <a:pt x="497389" y="79939"/>
                </a:moveTo>
                <a:lnTo>
                  <a:pt x="423050" y="79939"/>
                </a:lnTo>
                <a:cubicBezTo>
                  <a:pt x="418864" y="79939"/>
                  <a:pt x="415879" y="79144"/>
                  <a:pt x="414097" y="77553"/>
                </a:cubicBezTo>
                <a:cubicBezTo>
                  <a:pt x="412315" y="75960"/>
                  <a:pt x="411424" y="73856"/>
                  <a:pt x="411424" y="71241"/>
                </a:cubicBezTo>
                <a:cubicBezTo>
                  <a:pt x="411424" y="68626"/>
                  <a:pt x="412315" y="66509"/>
                  <a:pt x="414097" y="64890"/>
                </a:cubicBezTo>
                <a:cubicBezTo>
                  <a:pt x="415879" y="63269"/>
                  <a:pt x="418864" y="62458"/>
                  <a:pt x="423050" y="62458"/>
                </a:cubicBezTo>
                <a:lnTo>
                  <a:pt x="497389" y="62458"/>
                </a:lnTo>
                <a:cubicBezTo>
                  <a:pt x="501575" y="62458"/>
                  <a:pt x="504559" y="63269"/>
                  <a:pt x="506342" y="64890"/>
                </a:cubicBezTo>
                <a:cubicBezTo>
                  <a:pt x="508124" y="66509"/>
                  <a:pt x="509015" y="68626"/>
                  <a:pt x="509015" y="71241"/>
                </a:cubicBezTo>
                <a:cubicBezTo>
                  <a:pt x="509015" y="73856"/>
                  <a:pt x="508124" y="75960"/>
                  <a:pt x="506342" y="77553"/>
                </a:cubicBezTo>
                <a:cubicBezTo>
                  <a:pt x="504559" y="79144"/>
                  <a:pt x="501575" y="79939"/>
                  <a:pt x="497389" y="79939"/>
                </a:cubicBezTo>
                <a:close/>
                <a:moveTo>
                  <a:pt x="687783" y="32587"/>
                </a:moveTo>
                <a:lnTo>
                  <a:pt x="687783" y="27325"/>
                </a:lnTo>
                <a:lnTo>
                  <a:pt x="708150" y="27325"/>
                </a:lnTo>
                <a:cubicBezTo>
                  <a:pt x="712336" y="27325"/>
                  <a:pt x="715320" y="28132"/>
                  <a:pt x="717103" y="29744"/>
                </a:cubicBezTo>
                <a:cubicBezTo>
                  <a:pt x="718885" y="31356"/>
                  <a:pt x="719776" y="33464"/>
                  <a:pt x="719776" y="36066"/>
                </a:cubicBezTo>
                <a:cubicBezTo>
                  <a:pt x="719776" y="38668"/>
                  <a:pt x="718885" y="40776"/>
                  <a:pt x="717103" y="42388"/>
                </a:cubicBezTo>
                <a:cubicBezTo>
                  <a:pt x="715320" y="44001"/>
                  <a:pt x="712336" y="44807"/>
                  <a:pt x="708150" y="44807"/>
                </a:cubicBezTo>
                <a:lnTo>
                  <a:pt x="705180" y="44807"/>
                </a:lnTo>
                <a:lnTo>
                  <a:pt x="705180" y="108058"/>
                </a:lnTo>
                <a:cubicBezTo>
                  <a:pt x="705180" y="114162"/>
                  <a:pt x="703892" y="119489"/>
                  <a:pt x="701318" y="124038"/>
                </a:cubicBezTo>
                <a:cubicBezTo>
                  <a:pt x="698744" y="128589"/>
                  <a:pt x="694798" y="132503"/>
                  <a:pt x="689480" y="135781"/>
                </a:cubicBezTo>
                <a:cubicBezTo>
                  <a:pt x="684162" y="139060"/>
                  <a:pt x="678165" y="140700"/>
                  <a:pt x="671490" y="140700"/>
                </a:cubicBezTo>
                <a:lnTo>
                  <a:pt x="651802" y="140700"/>
                </a:lnTo>
                <a:cubicBezTo>
                  <a:pt x="647615" y="140700"/>
                  <a:pt x="644631" y="139889"/>
                  <a:pt x="642849" y="138268"/>
                </a:cubicBezTo>
                <a:cubicBezTo>
                  <a:pt x="641067" y="136649"/>
                  <a:pt x="640176" y="134560"/>
                  <a:pt x="640176" y="132002"/>
                </a:cubicBezTo>
                <a:cubicBezTo>
                  <a:pt x="640176" y="129387"/>
                  <a:pt x="641067" y="127269"/>
                  <a:pt x="642849" y="125648"/>
                </a:cubicBezTo>
                <a:cubicBezTo>
                  <a:pt x="644631" y="124028"/>
                  <a:pt x="647615" y="123219"/>
                  <a:pt x="651802" y="123219"/>
                </a:cubicBezTo>
                <a:lnTo>
                  <a:pt x="670980" y="123219"/>
                </a:lnTo>
                <a:cubicBezTo>
                  <a:pt x="676298" y="123219"/>
                  <a:pt x="680428" y="121786"/>
                  <a:pt x="683370" y="118920"/>
                </a:cubicBezTo>
                <a:cubicBezTo>
                  <a:pt x="686312" y="116056"/>
                  <a:pt x="687783" y="112433"/>
                  <a:pt x="687783" y="108052"/>
                </a:cubicBezTo>
                <a:lnTo>
                  <a:pt x="687783" y="99627"/>
                </a:lnTo>
                <a:cubicBezTo>
                  <a:pt x="683936" y="102116"/>
                  <a:pt x="680018" y="103983"/>
                  <a:pt x="676030" y="105228"/>
                </a:cubicBezTo>
                <a:cubicBezTo>
                  <a:pt x="672041" y="106473"/>
                  <a:pt x="667954" y="107095"/>
                  <a:pt x="663767" y="107095"/>
                </a:cubicBezTo>
                <a:cubicBezTo>
                  <a:pt x="651943" y="107095"/>
                  <a:pt x="642043" y="103145"/>
                  <a:pt x="634066" y="95246"/>
                </a:cubicBezTo>
                <a:cubicBezTo>
                  <a:pt x="626089" y="87345"/>
                  <a:pt x="622100" y="77590"/>
                  <a:pt x="622100" y="65980"/>
                </a:cubicBezTo>
                <a:cubicBezTo>
                  <a:pt x="622100" y="54313"/>
                  <a:pt x="626089" y="44530"/>
                  <a:pt x="634066" y="36631"/>
                </a:cubicBezTo>
                <a:cubicBezTo>
                  <a:pt x="642043" y="28730"/>
                  <a:pt x="651943" y="24780"/>
                  <a:pt x="663767" y="24780"/>
                </a:cubicBezTo>
                <a:cubicBezTo>
                  <a:pt x="668180" y="24780"/>
                  <a:pt x="672381" y="25423"/>
                  <a:pt x="676369" y="26710"/>
                </a:cubicBezTo>
                <a:cubicBezTo>
                  <a:pt x="680358" y="27997"/>
                  <a:pt x="684162" y="29956"/>
                  <a:pt x="687783" y="32587"/>
                </a:cubicBezTo>
                <a:moveTo>
                  <a:pt x="687698" y="65937"/>
                </a:moveTo>
                <a:cubicBezTo>
                  <a:pt x="687698" y="59544"/>
                  <a:pt x="685336" y="54000"/>
                  <a:pt x="680612" y="49304"/>
                </a:cubicBezTo>
                <a:cubicBezTo>
                  <a:pt x="675888" y="44609"/>
                  <a:pt x="670217" y="42261"/>
                  <a:pt x="663597" y="42261"/>
                </a:cubicBezTo>
                <a:cubicBezTo>
                  <a:pt x="656978" y="42261"/>
                  <a:pt x="651307" y="44609"/>
                  <a:pt x="646583" y="49304"/>
                </a:cubicBezTo>
                <a:cubicBezTo>
                  <a:pt x="641859" y="54000"/>
                  <a:pt x="639497" y="59544"/>
                  <a:pt x="639497" y="65937"/>
                </a:cubicBezTo>
                <a:cubicBezTo>
                  <a:pt x="639497" y="72387"/>
                  <a:pt x="641859" y="77945"/>
                  <a:pt x="646583" y="82612"/>
                </a:cubicBezTo>
                <a:cubicBezTo>
                  <a:pt x="651307" y="87280"/>
                  <a:pt x="656978" y="89614"/>
                  <a:pt x="663597" y="89614"/>
                </a:cubicBezTo>
                <a:cubicBezTo>
                  <a:pt x="670217" y="89614"/>
                  <a:pt x="675888" y="87280"/>
                  <a:pt x="680612" y="82612"/>
                </a:cubicBezTo>
                <a:cubicBezTo>
                  <a:pt x="685336" y="77945"/>
                  <a:pt x="687698" y="72387"/>
                  <a:pt x="687698" y="65937"/>
                </a:cubicBezTo>
                <a:close/>
                <a:moveTo>
                  <a:pt x="816585" y="74508"/>
                </a:moveTo>
                <a:lnTo>
                  <a:pt x="745217" y="74508"/>
                </a:lnTo>
                <a:cubicBezTo>
                  <a:pt x="747027" y="79034"/>
                  <a:pt x="750238" y="82683"/>
                  <a:pt x="754849" y="85455"/>
                </a:cubicBezTo>
                <a:cubicBezTo>
                  <a:pt x="759459" y="88227"/>
                  <a:pt x="765697" y="89614"/>
                  <a:pt x="773561" y="89614"/>
                </a:cubicBezTo>
                <a:cubicBezTo>
                  <a:pt x="780010" y="89614"/>
                  <a:pt x="788581" y="88248"/>
                  <a:pt x="799274" y="85516"/>
                </a:cubicBezTo>
                <a:cubicBezTo>
                  <a:pt x="803686" y="84401"/>
                  <a:pt x="806741" y="83843"/>
                  <a:pt x="808439" y="83843"/>
                </a:cubicBezTo>
                <a:cubicBezTo>
                  <a:pt x="810758" y="83843"/>
                  <a:pt x="812710" y="84663"/>
                  <a:pt x="814294" y="86304"/>
                </a:cubicBezTo>
                <a:cubicBezTo>
                  <a:pt x="815878" y="87945"/>
                  <a:pt x="816670" y="90010"/>
                  <a:pt x="816670" y="92499"/>
                </a:cubicBezTo>
                <a:cubicBezTo>
                  <a:pt x="816670" y="94762"/>
                  <a:pt x="815821" y="96685"/>
                  <a:pt x="814124" y="98269"/>
                </a:cubicBezTo>
                <a:cubicBezTo>
                  <a:pt x="811861" y="100363"/>
                  <a:pt x="806345" y="102357"/>
                  <a:pt x="797576" y="104252"/>
                </a:cubicBezTo>
                <a:cubicBezTo>
                  <a:pt x="788807" y="106147"/>
                  <a:pt x="780378" y="107095"/>
                  <a:pt x="772288" y="107095"/>
                </a:cubicBezTo>
                <a:cubicBezTo>
                  <a:pt x="758370" y="107095"/>
                  <a:pt x="747239" y="103163"/>
                  <a:pt x="738895" y="95299"/>
                </a:cubicBezTo>
                <a:cubicBezTo>
                  <a:pt x="730550" y="87435"/>
                  <a:pt x="726378" y="77761"/>
                  <a:pt x="726378" y="66277"/>
                </a:cubicBezTo>
                <a:cubicBezTo>
                  <a:pt x="726378" y="54057"/>
                  <a:pt x="730889" y="44114"/>
                  <a:pt x="739913" y="36448"/>
                </a:cubicBezTo>
                <a:cubicBezTo>
                  <a:pt x="748937" y="28782"/>
                  <a:pt x="759332" y="24949"/>
                  <a:pt x="771100" y="24949"/>
                </a:cubicBezTo>
                <a:cubicBezTo>
                  <a:pt x="778171" y="24949"/>
                  <a:pt x="784663" y="26192"/>
                  <a:pt x="790575" y="28678"/>
                </a:cubicBezTo>
                <a:cubicBezTo>
                  <a:pt x="796487" y="31162"/>
                  <a:pt x="800886" y="33844"/>
                  <a:pt x="803771" y="36724"/>
                </a:cubicBezTo>
                <a:cubicBezTo>
                  <a:pt x="807844" y="40903"/>
                  <a:pt x="811211" y="46071"/>
                  <a:pt x="813870" y="52227"/>
                </a:cubicBezTo>
                <a:cubicBezTo>
                  <a:pt x="815680" y="56519"/>
                  <a:pt x="816585" y="61490"/>
                  <a:pt x="816585" y="67139"/>
                </a:cubicBezTo>
                <a:lnTo>
                  <a:pt x="816585" y="74508"/>
                </a:lnTo>
                <a:moveTo>
                  <a:pt x="797322" y="57027"/>
                </a:moveTo>
                <a:cubicBezTo>
                  <a:pt x="794663" y="52133"/>
                  <a:pt x="791183" y="48477"/>
                  <a:pt x="786884" y="46058"/>
                </a:cubicBezTo>
                <a:cubicBezTo>
                  <a:pt x="782584" y="43640"/>
                  <a:pt x="777464" y="42431"/>
                  <a:pt x="771524" y="42431"/>
                </a:cubicBezTo>
                <a:cubicBezTo>
                  <a:pt x="765640" y="42431"/>
                  <a:pt x="760548" y="43640"/>
                  <a:pt x="756249" y="46058"/>
                </a:cubicBezTo>
                <a:cubicBezTo>
                  <a:pt x="751949" y="48477"/>
                  <a:pt x="748442" y="52133"/>
                  <a:pt x="745726" y="57027"/>
                </a:cubicBezTo>
                <a:lnTo>
                  <a:pt x="797322" y="57027"/>
                </a:lnTo>
                <a:close/>
                <a:moveTo>
                  <a:pt x="872916" y="44807"/>
                </a:moveTo>
                <a:lnTo>
                  <a:pt x="872916" y="79489"/>
                </a:lnTo>
                <a:cubicBezTo>
                  <a:pt x="872916" y="83201"/>
                  <a:pt x="873680" y="85648"/>
                  <a:pt x="875207" y="86829"/>
                </a:cubicBezTo>
                <a:cubicBezTo>
                  <a:pt x="877584" y="88685"/>
                  <a:pt x="881827" y="89614"/>
                  <a:pt x="887937" y="89614"/>
                </a:cubicBezTo>
                <a:cubicBezTo>
                  <a:pt x="896819" y="89614"/>
                  <a:pt x="905022" y="87698"/>
                  <a:pt x="912546" y="83867"/>
                </a:cubicBezTo>
                <a:cubicBezTo>
                  <a:pt x="915432" y="82380"/>
                  <a:pt x="917695" y="81637"/>
                  <a:pt x="919335" y="81637"/>
                </a:cubicBezTo>
                <a:cubicBezTo>
                  <a:pt x="921598" y="81637"/>
                  <a:pt x="923564" y="82491"/>
                  <a:pt x="925233" y="84201"/>
                </a:cubicBezTo>
                <a:cubicBezTo>
                  <a:pt x="926902" y="85909"/>
                  <a:pt x="927737" y="87987"/>
                  <a:pt x="927737" y="90436"/>
                </a:cubicBezTo>
                <a:cubicBezTo>
                  <a:pt x="927737" y="92715"/>
                  <a:pt x="926831" y="94680"/>
                  <a:pt x="925021" y="96331"/>
                </a:cubicBezTo>
                <a:cubicBezTo>
                  <a:pt x="922249" y="99008"/>
                  <a:pt x="916775" y="101471"/>
                  <a:pt x="908600" y="103722"/>
                </a:cubicBezTo>
                <a:cubicBezTo>
                  <a:pt x="900425" y="105971"/>
                  <a:pt x="893537" y="107095"/>
                  <a:pt x="887937" y="107095"/>
                </a:cubicBezTo>
                <a:cubicBezTo>
                  <a:pt x="877131" y="107095"/>
                  <a:pt x="869027" y="104767"/>
                  <a:pt x="863624" y="100112"/>
                </a:cubicBezTo>
                <a:cubicBezTo>
                  <a:pt x="858221" y="95457"/>
                  <a:pt x="855520" y="89745"/>
                  <a:pt x="855520" y="82976"/>
                </a:cubicBezTo>
                <a:lnTo>
                  <a:pt x="855520" y="44807"/>
                </a:lnTo>
                <a:lnTo>
                  <a:pt x="849240" y="44807"/>
                </a:lnTo>
                <a:cubicBezTo>
                  <a:pt x="845053" y="44807"/>
                  <a:pt x="842069" y="43997"/>
                  <a:pt x="840287" y="42378"/>
                </a:cubicBezTo>
                <a:cubicBezTo>
                  <a:pt x="838505" y="40756"/>
                  <a:pt x="837614" y="38638"/>
                  <a:pt x="837614" y="36024"/>
                </a:cubicBezTo>
                <a:cubicBezTo>
                  <a:pt x="837614" y="33465"/>
                  <a:pt x="838505" y="31377"/>
                  <a:pt x="840287" y="29757"/>
                </a:cubicBezTo>
                <a:cubicBezTo>
                  <a:pt x="842069" y="28136"/>
                  <a:pt x="845053" y="27325"/>
                  <a:pt x="849240" y="27325"/>
                </a:cubicBezTo>
                <a:lnTo>
                  <a:pt x="855520" y="27325"/>
                </a:lnTo>
                <a:lnTo>
                  <a:pt x="855520" y="11626"/>
                </a:lnTo>
                <a:cubicBezTo>
                  <a:pt x="855520" y="7440"/>
                  <a:pt x="856326" y="4455"/>
                  <a:pt x="857938" y="2673"/>
                </a:cubicBezTo>
                <a:cubicBezTo>
                  <a:pt x="859551" y="891"/>
                  <a:pt x="861658" y="0"/>
                  <a:pt x="864260" y="0"/>
                </a:cubicBezTo>
                <a:cubicBezTo>
                  <a:pt x="866806" y="0"/>
                  <a:pt x="868885" y="891"/>
                  <a:pt x="870498" y="2673"/>
                </a:cubicBezTo>
                <a:cubicBezTo>
                  <a:pt x="872110" y="4455"/>
                  <a:pt x="872916" y="7440"/>
                  <a:pt x="872916" y="11626"/>
                </a:cubicBezTo>
                <a:lnTo>
                  <a:pt x="872916" y="27325"/>
                </a:lnTo>
                <a:lnTo>
                  <a:pt x="905079" y="27325"/>
                </a:lnTo>
                <a:cubicBezTo>
                  <a:pt x="909265" y="27325"/>
                  <a:pt x="912249" y="28136"/>
                  <a:pt x="914031" y="29757"/>
                </a:cubicBezTo>
                <a:cubicBezTo>
                  <a:pt x="915814" y="31377"/>
                  <a:pt x="916705" y="33494"/>
                  <a:pt x="916705" y="36108"/>
                </a:cubicBezTo>
                <a:cubicBezTo>
                  <a:pt x="916705" y="38667"/>
                  <a:pt x="915814" y="40756"/>
                  <a:pt x="914031" y="42378"/>
                </a:cubicBezTo>
                <a:cubicBezTo>
                  <a:pt x="912249" y="43997"/>
                  <a:pt x="909265" y="44807"/>
                  <a:pt x="905079" y="44807"/>
                </a:cubicBezTo>
                <a:lnTo>
                  <a:pt x="872916" y="44807"/>
                </a:lnTo>
                <a:close/>
                <a:moveTo>
                  <a:pt x="1029638" y="156654"/>
                </a:moveTo>
                <a:lnTo>
                  <a:pt x="934084" y="156654"/>
                </a:lnTo>
                <a:cubicBezTo>
                  <a:pt x="929897" y="156654"/>
                  <a:pt x="926913" y="155858"/>
                  <a:pt x="925131" y="154265"/>
                </a:cubicBezTo>
                <a:cubicBezTo>
                  <a:pt x="923349" y="152673"/>
                  <a:pt x="922458" y="150571"/>
                  <a:pt x="922458" y="147956"/>
                </a:cubicBezTo>
                <a:cubicBezTo>
                  <a:pt x="922458" y="145341"/>
                  <a:pt x="923349" y="143223"/>
                  <a:pt x="925131" y="141602"/>
                </a:cubicBezTo>
                <a:cubicBezTo>
                  <a:pt x="926913" y="139982"/>
                  <a:pt x="929897" y="139173"/>
                  <a:pt x="934084" y="139173"/>
                </a:cubicBezTo>
                <a:lnTo>
                  <a:pt x="1029638" y="139173"/>
                </a:lnTo>
                <a:cubicBezTo>
                  <a:pt x="1033768" y="139173"/>
                  <a:pt x="1036724" y="139982"/>
                  <a:pt x="1038506" y="141602"/>
                </a:cubicBezTo>
                <a:cubicBezTo>
                  <a:pt x="1040288" y="143223"/>
                  <a:pt x="1041179" y="145341"/>
                  <a:pt x="1041179" y="147956"/>
                </a:cubicBezTo>
                <a:cubicBezTo>
                  <a:pt x="1041179" y="150514"/>
                  <a:pt x="1040302" y="152603"/>
                  <a:pt x="1038548" y="154222"/>
                </a:cubicBezTo>
                <a:cubicBezTo>
                  <a:pt x="1036794" y="155843"/>
                  <a:pt x="1033824" y="156654"/>
                  <a:pt x="1029638" y="15665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ptr(ctxt-&gt;rbx)">
            <a:extLst xmlns:a="http://schemas.openxmlformats.org/drawingml/2006/main">
              <a:ext uri="{FF2B5EF4-FFF2-40B4-BE49-F238E27FC236}">
                <a16:creationId xmlns:a16="http://schemas.microsoft.com/office/drawing/2014/main" id="{2CA0F7AC-F7F7-4D36-9EF3-4BDA2A98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630" y="756126"/>
            <a:ext cx="1416621" cy="147998"/>
          </a:xfrm>
          <a:custGeom xmlns:a="http://schemas.openxmlformats.org/drawingml/2006/main">
            <a:pathLst>
              <a:path w="1416621" h="147998">
                <a:moveTo>
                  <a:pt x="31993" y="102003"/>
                </a:moveTo>
                <a:lnTo>
                  <a:pt x="31993" y="130517"/>
                </a:lnTo>
                <a:lnTo>
                  <a:pt x="42431" y="130517"/>
                </a:lnTo>
                <a:cubicBezTo>
                  <a:pt x="46617" y="130517"/>
                  <a:pt x="49601" y="131337"/>
                  <a:pt x="51384" y="132978"/>
                </a:cubicBezTo>
                <a:cubicBezTo>
                  <a:pt x="53166" y="134618"/>
                  <a:pt x="54057" y="136740"/>
                  <a:pt x="54057" y="139342"/>
                </a:cubicBezTo>
                <a:cubicBezTo>
                  <a:pt x="54057" y="141945"/>
                  <a:pt x="53166" y="144038"/>
                  <a:pt x="51384" y="145622"/>
                </a:cubicBezTo>
                <a:cubicBezTo>
                  <a:pt x="49601" y="147206"/>
                  <a:pt x="46617" y="147998"/>
                  <a:pt x="42431" y="147998"/>
                </a:cubicBezTo>
                <a:lnTo>
                  <a:pt x="11626" y="147998"/>
                </a:lnTo>
                <a:cubicBezTo>
                  <a:pt x="7440" y="147998"/>
                  <a:pt x="4455" y="147206"/>
                  <a:pt x="2673" y="145622"/>
                </a:cubicBezTo>
                <a:cubicBezTo>
                  <a:pt x="891" y="144038"/>
                  <a:pt x="0" y="141945"/>
                  <a:pt x="0" y="139342"/>
                </a:cubicBezTo>
                <a:cubicBezTo>
                  <a:pt x="0" y="136740"/>
                  <a:pt x="905" y="134618"/>
                  <a:pt x="2716" y="132978"/>
                </a:cubicBezTo>
                <a:cubicBezTo>
                  <a:pt x="4526" y="131337"/>
                  <a:pt x="7496" y="130517"/>
                  <a:pt x="11626" y="130517"/>
                </a:cubicBezTo>
                <a:lnTo>
                  <a:pt x="14596" y="130517"/>
                </a:lnTo>
                <a:lnTo>
                  <a:pt x="14596" y="52105"/>
                </a:lnTo>
                <a:lnTo>
                  <a:pt x="11626" y="52105"/>
                </a:lnTo>
                <a:cubicBezTo>
                  <a:pt x="7440" y="52105"/>
                  <a:pt x="4455" y="51285"/>
                  <a:pt x="2673" y="49644"/>
                </a:cubicBezTo>
                <a:cubicBezTo>
                  <a:pt x="891" y="48003"/>
                  <a:pt x="0" y="45882"/>
                  <a:pt x="0" y="43279"/>
                </a:cubicBezTo>
                <a:cubicBezTo>
                  <a:pt x="0" y="40677"/>
                  <a:pt x="891" y="38584"/>
                  <a:pt x="2673" y="37000"/>
                </a:cubicBezTo>
                <a:cubicBezTo>
                  <a:pt x="4455" y="35415"/>
                  <a:pt x="7440" y="34623"/>
                  <a:pt x="11626" y="34623"/>
                </a:cubicBezTo>
                <a:lnTo>
                  <a:pt x="31993" y="34623"/>
                </a:lnTo>
                <a:lnTo>
                  <a:pt x="31993" y="40564"/>
                </a:lnTo>
                <a:cubicBezTo>
                  <a:pt x="36066" y="37763"/>
                  <a:pt x="40281" y="35677"/>
                  <a:pt x="44637" y="34305"/>
                </a:cubicBezTo>
                <a:cubicBezTo>
                  <a:pt x="48993" y="32933"/>
                  <a:pt x="53463" y="32247"/>
                  <a:pt x="58045" y="32247"/>
                </a:cubicBezTo>
                <a:cubicBezTo>
                  <a:pt x="69926" y="32247"/>
                  <a:pt x="80053" y="36278"/>
                  <a:pt x="88425" y="44340"/>
                </a:cubicBezTo>
                <a:cubicBezTo>
                  <a:pt x="96798" y="52402"/>
                  <a:pt x="100985" y="61638"/>
                  <a:pt x="100985" y="72047"/>
                </a:cubicBezTo>
                <a:cubicBezTo>
                  <a:pt x="100985" y="83532"/>
                  <a:pt x="96035" y="93008"/>
                  <a:pt x="86134" y="100476"/>
                </a:cubicBezTo>
                <a:cubicBezTo>
                  <a:pt x="77874" y="106699"/>
                  <a:pt x="68568" y="109811"/>
                  <a:pt x="58215" y="109811"/>
                </a:cubicBezTo>
                <a:cubicBezTo>
                  <a:pt x="53745" y="109811"/>
                  <a:pt x="49333" y="109160"/>
                  <a:pt x="44976" y="107859"/>
                </a:cubicBezTo>
                <a:cubicBezTo>
                  <a:pt x="40620" y="106558"/>
                  <a:pt x="36292" y="104606"/>
                  <a:pt x="31993" y="102003"/>
                </a:cubicBezTo>
                <a:moveTo>
                  <a:pt x="83588" y="72127"/>
                </a:moveTo>
                <a:cubicBezTo>
                  <a:pt x="83588" y="69705"/>
                  <a:pt x="82627" y="66621"/>
                  <a:pt x="80703" y="62874"/>
                </a:cubicBezTo>
                <a:cubicBezTo>
                  <a:pt x="78780" y="59126"/>
                  <a:pt x="75824" y="55999"/>
                  <a:pt x="71835" y="53492"/>
                </a:cubicBezTo>
                <a:cubicBezTo>
                  <a:pt x="67847" y="50983"/>
                  <a:pt x="63165" y="49729"/>
                  <a:pt x="57791" y="49729"/>
                </a:cubicBezTo>
                <a:cubicBezTo>
                  <a:pt x="49135" y="49729"/>
                  <a:pt x="42261" y="52968"/>
                  <a:pt x="37169" y="59448"/>
                </a:cubicBezTo>
                <a:cubicBezTo>
                  <a:pt x="33718" y="63900"/>
                  <a:pt x="31993" y="68183"/>
                  <a:pt x="31993" y="72297"/>
                </a:cubicBezTo>
                <a:cubicBezTo>
                  <a:pt x="31993" y="76918"/>
                  <a:pt x="34468" y="81412"/>
                  <a:pt x="39418" y="85779"/>
                </a:cubicBezTo>
                <a:cubicBezTo>
                  <a:pt x="44368" y="90146"/>
                  <a:pt x="50492" y="92329"/>
                  <a:pt x="57791" y="92329"/>
                </a:cubicBezTo>
                <a:cubicBezTo>
                  <a:pt x="65145" y="92329"/>
                  <a:pt x="71284" y="90160"/>
                  <a:pt x="76205" y="85821"/>
                </a:cubicBezTo>
                <a:cubicBezTo>
                  <a:pt x="81127" y="81483"/>
                  <a:pt x="83588" y="76918"/>
                  <a:pt x="83588" y="72127"/>
                </a:cubicBezTo>
                <a:close/>
                <a:moveTo>
                  <a:pt x="153581" y="52105"/>
                </a:moveTo>
                <a:lnTo>
                  <a:pt x="153581" y="86787"/>
                </a:lnTo>
                <a:cubicBezTo>
                  <a:pt x="153581" y="90499"/>
                  <a:pt x="154345" y="92946"/>
                  <a:pt x="155873" y="94127"/>
                </a:cubicBezTo>
                <a:cubicBezTo>
                  <a:pt x="158249" y="95983"/>
                  <a:pt x="162492" y="96912"/>
                  <a:pt x="168602" y="96912"/>
                </a:cubicBezTo>
                <a:cubicBezTo>
                  <a:pt x="177484" y="96912"/>
                  <a:pt x="185687" y="94996"/>
                  <a:pt x="193212" y="91165"/>
                </a:cubicBezTo>
                <a:cubicBezTo>
                  <a:pt x="196097" y="89678"/>
                  <a:pt x="198360" y="88935"/>
                  <a:pt x="200001" y="88935"/>
                </a:cubicBezTo>
                <a:cubicBezTo>
                  <a:pt x="202264" y="88935"/>
                  <a:pt x="204230" y="89789"/>
                  <a:pt x="205898" y="91499"/>
                </a:cubicBezTo>
                <a:cubicBezTo>
                  <a:pt x="207567" y="93207"/>
                  <a:pt x="208402" y="95285"/>
                  <a:pt x="208402" y="97734"/>
                </a:cubicBezTo>
                <a:cubicBezTo>
                  <a:pt x="208402" y="100013"/>
                  <a:pt x="207497" y="101978"/>
                  <a:pt x="205686" y="103629"/>
                </a:cubicBezTo>
                <a:cubicBezTo>
                  <a:pt x="202914" y="106306"/>
                  <a:pt x="197441" y="108769"/>
                  <a:pt x="189266" y="111020"/>
                </a:cubicBezTo>
                <a:cubicBezTo>
                  <a:pt x="181091" y="113269"/>
                  <a:pt x="174203" y="114393"/>
                  <a:pt x="168602" y="114393"/>
                </a:cubicBezTo>
                <a:cubicBezTo>
                  <a:pt x="157796" y="114393"/>
                  <a:pt x="149692" y="112066"/>
                  <a:pt x="144289" y="107411"/>
                </a:cubicBezTo>
                <a:cubicBezTo>
                  <a:pt x="138886" y="102756"/>
                  <a:pt x="136185" y="97043"/>
                  <a:pt x="136185" y="90274"/>
                </a:cubicBezTo>
                <a:lnTo>
                  <a:pt x="136185" y="52105"/>
                </a:lnTo>
                <a:lnTo>
                  <a:pt x="129905" y="52105"/>
                </a:lnTo>
                <a:cubicBezTo>
                  <a:pt x="125719" y="52105"/>
                  <a:pt x="122734" y="51295"/>
                  <a:pt x="120952" y="49676"/>
                </a:cubicBezTo>
                <a:cubicBezTo>
                  <a:pt x="119170" y="48054"/>
                  <a:pt x="118279" y="45936"/>
                  <a:pt x="118279" y="43322"/>
                </a:cubicBezTo>
                <a:cubicBezTo>
                  <a:pt x="118279" y="40763"/>
                  <a:pt x="119170" y="38675"/>
                  <a:pt x="120952" y="37055"/>
                </a:cubicBezTo>
                <a:cubicBezTo>
                  <a:pt x="122734" y="35434"/>
                  <a:pt x="125719" y="34623"/>
                  <a:pt x="129905" y="34623"/>
                </a:cubicBezTo>
                <a:lnTo>
                  <a:pt x="136185" y="34623"/>
                </a:lnTo>
                <a:lnTo>
                  <a:pt x="136185" y="18924"/>
                </a:lnTo>
                <a:cubicBezTo>
                  <a:pt x="136185" y="14738"/>
                  <a:pt x="136991" y="11753"/>
                  <a:pt x="138603" y="9971"/>
                </a:cubicBezTo>
                <a:cubicBezTo>
                  <a:pt x="140216" y="8189"/>
                  <a:pt x="142323" y="7298"/>
                  <a:pt x="144926" y="7298"/>
                </a:cubicBezTo>
                <a:cubicBezTo>
                  <a:pt x="147471" y="7298"/>
                  <a:pt x="149551" y="8189"/>
                  <a:pt x="151163" y="9971"/>
                </a:cubicBezTo>
                <a:cubicBezTo>
                  <a:pt x="152775" y="11753"/>
                  <a:pt x="153581" y="14738"/>
                  <a:pt x="153581" y="18924"/>
                </a:cubicBezTo>
                <a:lnTo>
                  <a:pt x="153581" y="34623"/>
                </a:lnTo>
                <a:lnTo>
                  <a:pt x="185744" y="34623"/>
                </a:lnTo>
                <a:cubicBezTo>
                  <a:pt x="189930" y="34623"/>
                  <a:pt x="192915" y="35434"/>
                  <a:pt x="194697" y="37055"/>
                </a:cubicBezTo>
                <a:cubicBezTo>
                  <a:pt x="196479" y="38675"/>
                  <a:pt x="197370" y="40792"/>
                  <a:pt x="197370" y="43407"/>
                </a:cubicBezTo>
                <a:cubicBezTo>
                  <a:pt x="197370" y="45965"/>
                  <a:pt x="196479" y="48054"/>
                  <a:pt x="194697" y="49676"/>
                </a:cubicBezTo>
                <a:cubicBezTo>
                  <a:pt x="192915" y="51295"/>
                  <a:pt x="189930" y="52105"/>
                  <a:pt x="185744" y="52105"/>
                </a:cubicBezTo>
                <a:lnTo>
                  <a:pt x="153581" y="52105"/>
                </a:lnTo>
                <a:close/>
                <a:moveTo>
                  <a:pt x="258538" y="34623"/>
                </a:moveTo>
                <a:lnTo>
                  <a:pt x="258538" y="45486"/>
                </a:lnTo>
                <a:cubicBezTo>
                  <a:pt x="265836" y="40191"/>
                  <a:pt x="271593" y="36661"/>
                  <a:pt x="275808" y="34897"/>
                </a:cubicBezTo>
                <a:cubicBezTo>
                  <a:pt x="280022" y="33130"/>
                  <a:pt x="283968" y="32247"/>
                  <a:pt x="287646" y="32247"/>
                </a:cubicBezTo>
                <a:cubicBezTo>
                  <a:pt x="293303" y="32247"/>
                  <a:pt x="298791" y="34348"/>
                  <a:pt x="304109" y="38548"/>
                </a:cubicBezTo>
                <a:cubicBezTo>
                  <a:pt x="307730" y="41388"/>
                  <a:pt x="309540" y="44283"/>
                  <a:pt x="309540" y="47236"/>
                </a:cubicBezTo>
                <a:cubicBezTo>
                  <a:pt x="309540" y="49734"/>
                  <a:pt x="308677" y="51849"/>
                  <a:pt x="306952" y="53582"/>
                </a:cubicBezTo>
                <a:cubicBezTo>
                  <a:pt x="305226" y="55313"/>
                  <a:pt x="303147" y="56178"/>
                  <a:pt x="300714" y="56178"/>
                </a:cubicBezTo>
                <a:cubicBezTo>
                  <a:pt x="298564" y="56178"/>
                  <a:pt x="296302" y="55103"/>
                  <a:pt x="293925" y="52953"/>
                </a:cubicBezTo>
                <a:cubicBezTo>
                  <a:pt x="291549" y="50804"/>
                  <a:pt x="289428" y="49729"/>
                  <a:pt x="287561" y="49729"/>
                </a:cubicBezTo>
                <a:cubicBezTo>
                  <a:pt x="285128" y="49729"/>
                  <a:pt x="281493" y="51256"/>
                  <a:pt x="276656" y="54311"/>
                </a:cubicBezTo>
                <a:cubicBezTo>
                  <a:pt x="271819" y="57366"/>
                  <a:pt x="265780" y="61949"/>
                  <a:pt x="258538" y="68059"/>
                </a:cubicBezTo>
                <a:lnTo>
                  <a:pt x="258538" y="94196"/>
                </a:lnTo>
                <a:lnTo>
                  <a:pt x="283318" y="94196"/>
                </a:lnTo>
                <a:cubicBezTo>
                  <a:pt x="287504" y="94196"/>
                  <a:pt x="290489" y="95002"/>
                  <a:pt x="292271" y="96615"/>
                </a:cubicBezTo>
                <a:cubicBezTo>
                  <a:pt x="294053" y="98227"/>
                  <a:pt x="294944" y="100334"/>
                  <a:pt x="294944" y="102937"/>
                </a:cubicBezTo>
                <a:cubicBezTo>
                  <a:pt x="294944" y="105539"/>
                  <a:pt x="294053" y="107647"/>
                  <a:pt x="292271" y="109259"/>
                </a:cubicBezTo>
                <a:cubicBezTo>
                  <a:pt x="290489" y="110871"/>
                  <a:pt x="287504" y="111677"/>
                  <a:pt x="283318" y="111677"/>
                </a:cubicBezTo>
                <a:lnTo>
                  <a:pt x="230789" y="111677"/>
                </a:lnTo>
                <a:cubicBezTo>
                  <a:pt x="226602" y="111677"/>
                  <a:pt x="223618" y="110857"/>
                  <a:pt x="221836" y="109217"/>
                </a:cubicBezTo>
                <a:cubicBezTo>
                  <a:pt x="220054" y="107576"/>
                  <a:pt x="219163" y="105454"/>
                  <a:pt x="219163" y="102852"/>
                </a:cubicBezTo>
                <a:cubicBezTo>
                  <a:pt x="219163" y="100249"/>
                  <a:pt x="220054" y="98156"/>
                  <a:pt x="221836" y="96572"/>
                </a:cubicBezTo>
                <a:cubicBezTo>
                  <a:pt x="223618" y="94988"/>
                  <a:pt x="226602" y="94196"/>
                  <a:pt x="230789" y="94196"/>
                </a:cubicBezTo>
                <a:lnTo>
                  <a:pt x="241142" y="94196"/>
                </a:lnTo>
                <a:lnTo>
                  <a:pt x="241142" y="52105"/>
                </a:lnTo>
                <a:lnTo>
                  <a:pt x="234862" y="52105"/>
                </a:lnTo>
                <a:cubicBezTo>
                  <a:pt x="230675" y="52105"/>
                  <a:pt x="227691" y="51285"/>
                  <a:pt x="225909" y="49644"/>
                </a:cubicBezTo>
                <a:cubicBezTo>
                  <a:pt x="224127" y="48003"/>
                  <a:pt x="223236" y="45882"/>
                  <a:pt x="223236" y="43279"/>
                </a:cubicBezTo>
                <a:cubicBezTo>
                  <a:pt x="223236" y="40677"/>
                  <a:pt x="224127" y="38584"/>
                  <a:pt x="225909" y="37000"/>
                </a:cubicBezTo>
                <a:cubicBezTo>
                  <a:pt x="227691" y="35415"/>
                  <a:pt x="230675" y="34623"/>
                  <a:pt x="234862" y="34623"/>
                </a:cubicBezTo>
                <a:lnTo>
                  <a:pt x="258538" y="34623"/>
                </a:lnTo>
                <a:close/>
                <a:moveTo>
                  <a:pt x="360185" y="69374"/>
                </a:moveTo>
                <a:cubicBezTo>
                  <a:pt x="360185" y="59468"/>
                  <a:pt x="361825" y="49449"/>
                  <a:pt x="365107" y="39315"/>
                </a:cubicBezTo>
                <a:cubicBezTo>
                  <a:pt x="367539" y="31842"/>
                  <a:pt x="371301" y="23520"/>
                  <a:pt x="376393" y="14350"/>
                </a:cubicBezTo>
                <a:cubicBezTo>
                  <a:pt x="380070" y="7783"/>
                  <a:pt x="382786" y="3751"/>
                  <a:pt x="384540" y="2251"/>
                </a:cubicBezTo>
                <a:cubicBezTo>
                  <a:pt x="386294" y="750"/>
                  <a:pt x="388245" y="0"/>
                  <a:pt x="390395" y="0"/>
                </a:cubicBezTo>
                <a:cubicBezTo>
                  <a:pt x="392884" y="0"/>
                  <a:pt x="394978" y="849"/>
                  <a:pt x="396675" y="2548"/>
                </a:cubicBezTo>
                <a:cubicBezTo>
                  <a:pt x="398372" y="4246"/>
                  <a:pt x="399221" y="6283"/>
                  <a:pt x="399221" y="8661"/>
                </a:cubicBezTo>
                <a:cubicBezTo>
                  <a:pt x="399221" y="10304"/>
                  <a:pt x="398542" y="12256"/>
                  <a:pt x="397184" y="14519"/>
                </a:cubicBezTo>
                <a:cubicBezTo>
                  <a:pt x="391074" y="24540"/>
                  <a:pt x="386619" y="33937"/>
                  <a:pt x="383818" y="42712"/>
                </a:cubicBezTo>
                <a:cubicBezTo>
                  <a:pt x="381018" y="51486"/>
                  <a:pt x="379618" y="60374"/>
                  <a:pt x="379618" y="69374"/>
                </a:cubicBezTo>
                <a:cubicBezTo>
                  <a:pt x="379618" y="78431"/>
                  <a:pt x="381018" y="87347"/>
                  <a:pt x="383818" y="96121"/>
                </a:cubicBezTo>
                <a:cubicBezTo>
                  <a:pt x="386619" y="104896"/>
                  <a:pt x="391074" y="114293"/>
                  <a:pt x="397184" y="124314"/>
                </a:cubicBezTo>
                <a:cubicBezTo>
                  <a:pt x="398542" y="126520"/>
                  <a:pt x="399221" y="128473"/>
                  <a:pt x="399221" y="130172"/>
                </a:cubicBezTo>
                <a:cubicBezTo>
                  <a:pt x="399221" y="132550"/>
                  <a:pt x="398372" y="134587"/>
                  <a:pt x="396675" y="136285"/>
                </a:cubicBezTo>
                <a:cubicBezTo>
                  <a:pt x="394978" y="137984"/>
                  <a:pt x="392884" y="138833"/>
                  <a:pt x="390395" y="138833"/>
                </a:cubicBezTo>
                <a:cubicBezTo>
                  <a:pt x="388302" y="138833"/>
                  <a:pt x="386463" y="138154"/>
                  <a:pt x="384879" y="136796"/>
                </a:cubicBezTo>
                <a:cubicBezTo>
                  <a:pt x="382616" y="134815"/>
                  <a:pt x="379618" y="130370"/>
                  <a:pt x="375884" y="123463"/>
                </a:cubicBezTo>
                <a:cubicBezTo>
                  <a:pt x="370509" y="113444"/>
                  <a:pt x="366832" y="105179"/>
                  <a:pt x="364852" y="98670"/>
                </a:cubicBezTo>
                <a:cubicBezTo>
                  <a:pt x="361740" y="88706"/>
                  <a:pt x="360185" y="78940"/>
                  <a:pt x="360185" y="69374"/>
                </a:cubicBezTo>
                <a:close/>
                <a:moveTo>
                  <a:pt x="497813" y="37678"/>
                </a:moveTo>
                <a:cubicBezTo>
                  <a:pt x="499906" y="35755"/>
                  <a:pt x="502056" y="34793"/>
                  <a:pt x="504262" y="34793"/>
                </a:cubicBezTo>
                <a:cubicBezTo>
                  <a:pt x="506751" y="34793"/>
                  <a:pt x="508802" y="35684"/>
                  <a:pt x="510415" y="37466"/>
                </a:cubicBezTo>
                <a:cubicBezTo>
                  <a:pt x="512027" y="39248"/>
                  <a:pt x="512833" y="42204"/>
                  <a:pt x="512833" y="46334"/>
                </a:cubicBezTo>
                <a:lnTo>
                  <a:pt x="512833" y="57536"/>
                </a:lnTo>
                <a:cubicBezTo>
                  <a:pt x="512833" y="61722"/>
                  <a:pt x="512027" y="64693"/>
                  <a:pt x="510415" y="66446"/>
                </a:cubicBezTo>
                <a:cubicBezTo>
                  <a:pt x="508802" y="68200"/>
                  <a:pt x="506695" y="69077"/>
                  <a:pt x="504092" y="69077"/>
                </a:cubicBezTo>
                <a:cubicBezTo>
                  <a:pt x="501716" y="69077"/>
                  <a:pt x="499708" y="68398"/>
                  <a:pt x="498067" y="67040"/>
                </a:cubicBezTo>
                <a:cubicBezTo>
                  <a:pt x="496879" y="66022"/>
                  <a:pt x="495946" y="63943"/>
                  <a:pt x="495267" y="60803"/>
                </a:cubicBezTo>
                <a:cubicBezTo>
                  <a:pt x="494588" y="57663"/>
                  <a:pt x="492947" y="55330"/>
                  <a:pt x="490345" y="53802"/>
                </a:cubicBezTo>
                <a:cubicBezTo>
                  <a:pt x="485762" y="51087"/>
                  <a:pt x="479907" y="49729"/>
                  <a:pt x="472779" y="49729"/>
                </a:cubicBezTo>
                <a:cubicBezTo>
                  <a:pt x="464575" y="49729"/>
                  <a:pt x="457999" y="52121"/>
                  <a:pt x="453048" y="56905"/>
                </a:cubicBezTo>
                <a:cubicBezTo>
                  <a:pt x="448098" y="61687"/>
                  <a:pt x="445623" y="67735"/>
                  <a:pt x="445623" y="75049"/>
                </a:cubicBezTo>
                <a:cubicBezTo>
                  <a:pt x="445623" y="81803"/>
                  <a:pt x="447999" y="87135"/>
                  <a:pt x="452751" y="91046"/>
                </a:cubicBezTo>
                <a:cubicBezTo>
                  <a:pt x="457504" y="94956"/>
                  <a:pt x="465396" y="96912"/>
                  <a:pt x="476428" y="96912"/>
                </a:cubicBezTo>
                <a:cubicBezTo>
                  <a:pt x="483669" y="96912"/>
                  <a:pt x="489581" y="96182"/>
                  <a:pt x="494164" y="94724"/>
                </a:cubicBezTo>
                <a:cubicBezTo>
                  <a:pt x="496879" y="93826"/>
                  <a:pt x="499453" y="92297"/>
                  <a:pt x="501886" y="90139"/>
                </a:cubicBezTo>
                <a:cubicBezTo>
                  <a:pt x="504319" y="87978"/>
                  <a:pt x="506525" y="86898"/>
                  <a:pt x="508505" y="86898"/>
                </a:cubicBezTo>
                <a:cubicBezTo>
                  <a:pt x="510881" y="86898"/>
                  <a:pt x="512932" y="87775"/>
                  <a:pt x="514658" y="89529"/>
                </a:cubicBezTo>
                <a:cubicBezTo>
                  <a:pt x="516383" y="91282"/>
                  <a:pt x="517246" y="93347"/>
                  <a:pt x="517246" y="95724"/>
                </a:cubicBezTo>
                <a:cubicBezTo>
                  <a:pt x="517246" y="99571"/>
                  <a:pt x="514615" y="103220"/>
                  <a:pt x="509354" y="106671"/>
                </a:cubicBezTo>
                <a:cubicBezTo>
                  <a:pt x="501547" y="111819"/>
                  <a:pt x="490119" y="114393"/>
                  <a:pt x="475070" y="114393"/>
                </a:cubicBezTo>
                <a:cubicBezTo>
                  <a:pt x="461549" y="114393"/>
                  <a:pt x="451026" y="111595"/>
                  <a:pt x="443501" y="106000"/>
                </a:cubicBezTo>
                <a:cubicBezTo>
                  <a:pt x="433318" y="98484"/>
                  <a:pt x="428226" y="88198"/>
                  <a:pt x="428226" y="75142"/>
                </a:cubicBezTo>
                <a:cubicBezTo>
                  <a:pt x="428226" y="62766"/>
                  <a:pt x="432356" y="52524"/>
                  <a:pt x="440616" y="44414"/>
                </a:cubicBezTo>
                <a:cubicBezTo>
                  <a:pt x="448876" y="36303"/>
                  <a:pt x="459653" y="32247"/>
                  <a:pt x="472948" y="32247"/>
                </a:cubicBezTo>
                <a:cubicBezTo>
                  <a:pt x="477757" y="32247"/>
                  <a:pt x="482226" y="32700"/>
                  <a:pt x="486356" y="33605"/>
                </a:cubicBezTo>
                <a:cubicBezTo>
                  <a:pt x="490486" y="34510"/>
                  <a:pt x="494305" y="35868"/>
                  <a:pt x="497813" y="37678"/>
                </a:cubicBezTo>
                <a:close/>
                <a:moveTo>
                  <a:pt x="570691" y="52105"/>
                </a:moveTo>
                <a:lnTo>
                  <a:pt x="570691" y="86787"/>
                </a:lnTo>
                <a:cubicBezTo>
                  <a:pt x="570691" y="90499"/>
                  <a:pt x="571455" y="92946"/>
                  <a:pt x="572983" y="94127"/>
                </a:cubicBezTo>
                <a:cubicBezTo>
                  <a:pt x="575359" y="95983"/>
                  <a:pt x="579602" y="96912"/>
                  <a:pt x="585712" y="96912"/>
                </a:cubicBezTo>
                <a:cubicBezTo>
                  <a:pt x="594594" y="96912"/>
                  <a:pt x="602797" y="94996"/>
                  <a:pt x="610322" y="91165"/>
                </a:cubicBezTo>
                <a:cubicBezTo>
                  <a:pt x="613207" y="89678"/>
                  <a:pt x="615470" y="88935"/>
                  <a:pt x="617110" y="88935"/>
                </a:cubicBezTo>
                <a:cubicBezTo>
                  <a:pt x="619373" y="88935"/>
                  <a:pt x="621339" y="89789"/>
                  <a:pt x="623008" y="91499"/>
                </a:cubicBezTo>
                <a:cubicBezTo>
                  <a:pt x="624677" y="93207"/>
                  <a:pt x="625512" y="95285"/>
                  <a:pt x="625512" y="97734"/>
                </a:cubicBezTo>
                <a:cubicBezTo>
                  <a:pt x="625512" y="100013"/>
                  <a:pt x="624607" y="101978"/>
                  <a:pt x="622796" y="103629"/>
                </a:cubicBezTo>
                <a:cubicBezTo>
                  <a:pt x="620024" y="106306"/>
                  <a:pt x="614550" y="108769"/>
                  <a:pt x="606375" y="111020"/>
                </a:cubicBezTo>
                <a:cubicBezTo>
                  <a:pt x="598201" y="113269"/>
                  <a:pt x="591313" y="114393"/>
                  <a:pt x="585712" y="114393"/>
                </a:cubicBezTo>
                <a:cubicBezTo>
                  <a:pt x="574906" y="114393"/>
                  <a:pt x="566802" y="112066"/>
                  <a:pt x="561399" y="107411"/>
                </a:cubicBezTo>
                <a:cubicBezTo>
                  <a:pt x="555996" y="102756"/>
                  <a:pt x="553295" y="97043"/>
                  <a:pt x="553295" y="90274"/>
                </a:cubicBezTo>
                <a:lnTo>
                  <a:pt x="553295" y="52105"/>
                </a:lnTo>
                <a:lnTo>
                  <a:pt x="547015" y="52105"/>
                </a:lnTo>
                <a:cubicBezTo>
                  <a:pt x="542829" y="52105"/>
                  <a:pt x="539844" y="51295"/>
                  <a:pt x="538062" y="49676"/>
                </a:cubicBezTo>
                <a:cubicBezTo>
                  <a:pt x="536280" y="48054"/>
                  <a:pt x="535389" y="45936"/>
                  <a:pt x="535389" y="43322"/>
                </a:cubicBezTo>
                <a:cubicBezTo>
                  <a:pt x="535389" y="40763"/>
                  <a:pt x="536280" y="38675"/>
                  <a:pt x="538062" y="37055"/>
                </a:cubicBezTo>
                <a:cubicBezTo>
                  <a:pt x="539844" y="35434"/>
                  <a:pt x="542829" y="34623"/>
                  <a:pt x="547015" y="34623"/>
                </a:cubicBezTo>
                <a:lnTo>
                  <a:pt x="553295" y="34623"/>
                </a:lnTo>
                <a:lnTo>
                  <a:pt x="553295" y="18924"/>
                </a:lnTo>
                <a:cubicBezTo>
                  <a:pt x="553295" y="14738"/>
                  <a:pt x="554101" y="11753"/>
                  <a:pt x="555713" y="9971"/>
                </a:cubicBezTo>
                <a:cubicBezTo>
                  <a:pt x="557326" y="8189"/>
                  <a:pt x="559433" y="7298"/>
                  <a:pt x="562035" y="7298"/>
                </a:cubicBezTo>
                <a:cubicBezTo>
                  <a:pt x="564581" y="7298"/>
                  <a:pt x="566660" y="8189"/>
                  <a:pt x="568273" y="9971"/>
                </a:cubicBezTo>
                <a:cubicBezTo>
                  <a:pt x="569885" y="11753"/>
                  <a:pt x="570691" y="14738"/>
                  <a:pt x="570691" y="18924"/>
                </a:cubicBezTo>
                <a:lnTo>
                  <a:pt x="570691" y="34623"/>
                </a:lnTo>
                <a:lnTo>
                  <a:pt x="602854" y="34623"/>
                </a:lnTo>
                <a:cubicBezTo>
                  <a:pt x="607040" y="34623"/>
                  <a:pt x="610025" y="35434"/>
                  <a:pt x="611807" y="37055"/>
                </a:cubicBezTo>
                <a:cubicBezTo>
                  <a:pt x="613589" y="38675"/>
                  <a:pt x="614480" y="40792"/>
                  <a:pt x="614480" y="43407"/>
                </a:cubicBezTo>
                <a:cubicBezTo>
                  <a:pt x="614480" y="45965"/>
                  <a:pt x="613589" y="48054"/>
                  <a:pt x="611807" y="49676"/>
                </a:cubicBezTo>
                <a:cubicBezTo>
                  <a:pt x="610025" y="51295"/>
                  <a:pt x="607040" y="52105"/>
                  <a:pt x="602854" y="52105"/>
                </a:cubicBezTo>
                <a:lnTo>
                  <a:pt x="570691" y="52105"/>
                </a:lnTo>
                <a:close/>
                <a:moveTo>
                  <a:pt x="692395" y="71634"/>
                </a:moveTo>
                <a:lnTo>
                  <a:pt x="718672" y="94196"/>
                </a:lnTo>
                <a:cubicBezTo>
                  <a:pt x="721841" y="94366"/>
                  <a:pt x="724217" y="95261"/>
                  <a:pt x="725801" y="96882"/>
                </a:cubicBezTo>
                <a:cubicBezTo>
                  <a:pt x="727385" y="98502"/>
                  <a:pt x="728177" y="100534"/>
                  <a:pt x="728177" y="102979"/>
                </a:cubicBezTo>
                <a:cubicBezTo>
                  <a:pt x="728177" y="105537"/>
                  <a:pt x="727286" y="107627"/>
                  <a:pt x="725504" y="109248"/>
                </a:cubicBezTo>
                <a:cubicBezTo>
                  <a:pt x="723722" y="110868"/>
                  <a:pt x="720737" y="111677"/>
                  <a:pt x="716551" y="111677"/>
                </a:cubicBezTo>
                <a:lnTo>
                  <a:pt x="696778" y="111677"/>
                </a:lnTo>
                <a:cubicBezTo>
                  <a:pt x="692592" y="111677"/>
                  <a:pt x="689607" y="110868"/>
                  <a:pt x="687825" y="109248"/>
                </a:cubicBezTo>
                <a:cubicBezTo>
                  <a:pt x="686043" y="107627"/>
                  <a:pt x="685152" y="105481"/>
                  <a:pt x="685152" y="102809"/>
                </a:cubicBezTo>
                <a:cubicBezTo>
                  <a:pt x="685152" y="100762"/>
                  <a:pt x="685789" y="98957"/>
                  <a:pt x="687062" y="97394"/>
                </a:cubicBezTo>
                <a:cubicBezTo>
                  <a:pt x="688335" y="95831"/>
                  <a:pt x="690074" y="94765"/>
                  <a:pt x="692281" y="94196"/>
                </a:cubicBezTo>
                <a:lnTo>
                  <a:pt x="679180" y="82955"/>
                </a:lnTo>
                <a:lnTo>
                  <a:pt x="666058" y="94196"/>
                </a:lnTo>
                <a:cubicBezTo>
                  <a:pt x="668717" y="94878"/>
                  <a:pt x="670627" y="95930"/>
                  <a:pt x="671787" y="97352"/>
                </a:cubicBezTo>
                <a:cubicBezTo>
                  <a:pt x="672946" y="98773"/>
                  <a:pt x="673526" y="100592"/>
                  <a:pt x="673526" y="102809"/>
                </a:cubicBezTo>
                <a:cubicBezTo>
                  <a:pt x="673526" y="105481"/>
                  <a:pt x="672649" y="107627"/>
                  <a:pt x="670896" y="109248"/>
                </a:cubicBezTo>
                <a:cubicBezTo>
                  <a:pt x="669142" y="110868"/>
                  <a:pt x="666172" y="111677"/>
                  <a:pt x="661985" y="111677"/>
                </a:cubicBezTo>
                <a:lnTo>
                  <a:pt x="642382" y="111677"/>
                </a:lnTo>
                <a:cubicBezTo>
                  <a:pt x="638196" y="111677"/>
                  <a:pt x="635211" y="110868"/>
                  <a:pt x="633429" y="109248"/>
                </a:cubicBezTo>
                <a:cubicBezTo>
                  <a:pt x="631647" y="107627"/>
                  <a:pt x="630756" y="105509"/>
                  <a:pt x="630756" y="102894"/>
                </a:cubicBezTo>
                <a:cubicBezTo>
                  <a:pt x="630756" y="100506"/>
                  <a:pt x="631548" y="98502"/>
                  <a:pt x="633132" y="96882"/>
                </a:cubicBezTo>
                <a:cubicBezTo>
                  <a:pt x="634716" y="95261"/>
                  <a:pt x="637092" y="94366"/>
                  <a:pt x="640261" y="94196"/>
                </a:cubicBezTo>
                <a:lnTo>
                  <a:pt x="666122" y="71750"/>
                </a:lnTo>
                <a:lnTo>
                  <a:pt x="643231" y="52105"/>
                </a:lnTo>
                <a:cubicBezTo>
                  <a:pt x="640232" y="51877"/>
                  <a:pt x="637955" y="50953"/>
                  <a:pt x="636399" y="49334"/>
                </a:cubicBezTo>
                <a:cubicBezTo>
                  <a:pt x="634844" y="47712"/>
                  <a:pt x="634066" y="45708"/>
                  <a:pt x="634066" y="43322"/>
                </a:cubicBezTo>
                <a:cubicBezTo>
                  <a:pt x="634066" y="40763"/>
                  <a:pt x="634957" y="38675"/>
                  <a:pt x="636739" y="37055"/>
                </a:cubicBezTo>
                <a:cubicBezTo>
                  <a:pt x="638521" y="35434"/>
                  <a:pt x="641505" y="34623"/>
                  <a:pt x="645692" y="34623"/>
                </a:cubicBezTo>
                <a:lnTo>
                  <a:pt x="661985" y="34623"/>
                </a:lnTo>
                <a:cubicBezTo>
                  <a:pt x="666172" y="34623"/>
                  <a:pt x="669156" y="35434"/>
                  <a:pt x="670938" y="37055"/>
                </a:cubicBezTo>
                <a:cubicBezTo>
                  <a:pt x="672720" y="38675"/>
                  <a:pt x="673611" y="40735"/>
                  <a:pt x="673611" y="43237"/>
                </a:cubicBezTo>
                <a:cubicBezTo>
                  <a:pt x="673611" y="46592"/>
                  <a:pt x="672027" y="49322"/>
                  <a:pt x="668859" y="51426"/>
                </a:cubicBezTo>
                <a:lnTo>
                  <a:pt x="679254" y="60352"/>
                </a:lnTo>
                <a:lnTo>
                  <a:pt x="689735" y="51256"/>
                </a:lnTo>
                <a:cubicBezTo>
                  <a:pt x="686623" y="49039"/>
                  <a:pt x="685067" y="46480"/>
                  <a:pt x="685067" y="43579"/>
                </a:cubicBezTo>
                <a:cubicBezTo>
                  <a:pt x="685067" y="40849"/>
                  <a:pt x="685958" y="38675"/>
                  <a:pt x="687741" y="37055"/>
                </a:cubicBezTo>
                <a:cubicBezTo>
                  <a:pt x="689523" y="35434"/>
                  <a:pt x="692507" y="34623"/>
                  <a:pt x="696693" y="34623"/>
                </a:cubicBezTo>
                <a:lnTo>
                  <a:pt x="712817" y="34623"/>
                </a:lnTo>
                <a:cubicBezTo>
                  <a:pt x="717004" y="34623"/>
                  <a:pt x="719988" y="35434"/>
                  <a:pt x="721770" y="37055"/>
                </a:cubicBezTo>
                <a:cubicBezTo>
                  <a:pt x="723552" y="38675"/>
                  <a:pt x="724443" y="40792"/>
                  <a:pt x="724443" y="43407"/>
                </a:cubicBezTo>
                <a:cubicBezTo>
                  <a:pt x="724443" y="45737"/>
                  <a:pt x="723665" y="47712"/>
                  <a:pt x="722109" y="49334"/>
                </a:cubicBezTo>
                <a:cubicBezTo>
                  <a:pt x="720554" y="50953"/>
                  <a:pt x="718248" y="51877"/>
                  <a:pt x="715193" y="52105"/>
                </a:cubicBezTo>
                <a:lnTo>
                  <a:pt x="692395" y="71634"/>
                </a:lnTo>
                <a:close/>
                <a:moveTo>
                  <a:pt x="779246" y="52105"/>
                </a:moveTo>
                <a:lnTo>
                  <a:pt x="779246" y="86787"/>
                </a:lnTo>
                <a:cubicBezTo>
                  <a:pt x="779246" y="90499"/>
                  <a:pt x="780010" y="92946"/>
                  <a:pt x="781537" y="94127"/>
                </a:cubicBezTo>
                <a:cubicBezTo>
                  <a:pt x="783914" y="95983"/>
                  <a:pt x="788157" y="96912"/>
                  <a:pt x="794267" y="96912"/>
                </a:cubicBezTo>
                <a:cubicBezTo>
                  <a:pt x="803149" y="96912"/>
                  <a:pt x="811352" y="94996"/>
                  <a:pt x="818876" y="91165"/>
                </a:cubicBezTo>
                <a:cubicBezTo>
                  <a:pt x="821762" y="89678"/>
                  <a:pt x="824025" y="88935"/>
                  <a:pt x="825665" y="88935"/>
                </a:cubicBezTo>
                <a:cubicBezTo>
                  <a:pt x="827928" y="88935"/>
                  <a:pt x="829894" y="89789"/>
                  <a:pt x="831563" y="91499"/>
                </a:cubicBezTo>
                <a:cubicBezTo>
                  <a:pt x="833232" y="93207"/>
                  <a:pt x="834067" y="95285"/>
                  <a:pt x="834067" y="97734"/>
                </a:cubicBezTo>
                <a:cubicBezTo>
                  <a:pt x="834067" y="100013"/>
                  <a:pt x="833161" y="101978"/>
                  <a:pt x="831351" y="103629"/>
                </a:cubicBezTo>
                <a:cubicBezTo>
                  <a:pt x="828579" y="106306"/>
                  <a:pt x="823105" y="108769"/>
                  <a:pt x="814930" y="111020"/>
                </a:cubicBezTo>
                <a:cubicBezTo>
                  <a:pt x="806755" y="113269"/>
                  <a:pt x="799868" y="114393"/>
                  <a:pt x="794267" y="114393"/>
                </a:cubicBezTo>
                <a:cubicBezTo>
                  <a:pt x="783461" y="114393"/>
                  <a:pt x="775357" y="112066"/>
                  <a:pt x="769954" y="107411"/>
                </a:cubicBezTo>
                <a:cubicBezTo>
                  <a:pt x="764551" y="102756"/>
                  <a:pt x="761850" y="97043"/>
                  <a:pt x="761850" y="90274"/>
                </a:cubicBezTo>
                <a:lnTo>
                  <a:pt x="761850" y="52105"/>
                </a:lnTo>
                <a:lnTo>
                  <a:pt x="755570" y="52105"/>
                </a:lnTo>
                <a:cubicBezTo>
                  <a:pt x="751383" y="52105"/>
                  <a:pt x="748399" y="51295"/>
                  <a:pt x="746617" y="49676"/>
                </a:cubicBezTo>
                <a:cubicBezTo>
                  <a:pt x="744835" y="48054"/>
                  <a:pt x="743944" y="45936"/>
                  <a:pt x="743944" y="43322"/>
                </a:cubicBezTo>
                <a:cubicBezTo>
                  <a:pt x="743944" y="40763"/>
                  <a:pt x="744835" y="38675"/>
                  <a:pt x="746617" y="37055"/>
                </a:cubicBezTo>
                <a:cubicBezTo>
                  <a:pt x="748399" y="35434"/>
                  <a:pt x="751383" y="34623"/>
                  <a:pt x="755570" y="34623"/>
                </a:cubicBezTo>
                <a:lnTo>
                  <a:pt x="761850" y="34623"/>
                </a:lnTo>
                <a:lnTo>
                  <a:pt x="761850" y="18924"/>
                </a:lnTo>
                <a:cubicBezTo>
                  <a:pt x="761850" y="14738"/>
                  <a:pt x="762656" y="11753"/>
                  <a:pt x="764268" y="9971"/>
                </a:cubicBezTo>
                <a:cubicBezTo>
                  <a:pt x="765881" y="8189"/>
                  <a:pt x="767988" y="7298"/>
                  <a:pt x="770590" y="7298"/>
                </a:cubicBezTo>
                <a:cubicBezTo>
                  <a:pt x="773136" y="7298"/>
                  <a:pt x="775215" y="8189"/>
                  <a:pt x="776828" y="9971"/>
                </a:cubicBezTo>
                <a:cubicBezTo>
                  <a:pt x="778440" y="11753"/>
                  <a:pt x="779246" y="14738"/>
                  <a:pt x="779246" y="18924"/>
                </a:cubicBezTo>
                <a:lnTo>
                  <a:pt x="779246" y="34623"/>
                </a:lnTo>
                <a:lnTo>
                  <a:pt x="811409" y="34623"/>
                </a:lnTo>
                <a:cubicBezTo>
                  <a:pt x="815595" y="34623"/>
                  <a:pt x="818579" y="35434"/>
                  <a:pt x="820362" y="37055"/>
                </a:cubicBezTo>
                <a:cubicBezTo>
                  <a:pt x="822144" y="38675"/>
                  <a:pt x="823035" y="40792"/>
                  <a:pt x="823035" y="43407"/>
                </a:cubicBezTo>
                <a:cubicBezTo>
                  <a:pt x="823035" y="45965"/>
                  <a:pt x="822144" y="48054"/>
                  <a:pt x="820362" y="49676"/>
                </a:cubicBezTo>
                <a:cubicBezTo>
                  <a:pt x="818579" y="51295"/>
                  <a:pt x="815595" y="52105"/>
                  <a:pt x="811409" y="52105"/>
                </a:cubicBezTo>
                <a:lnTo>
                  <a:pt x="779246" y="52105"/>
                </a:lnTo>
                <a:close/>
                <a:moveTo>
                  <a:pt x="924257" y="70265"/>
                </a:moveTo>
                <a:lnTo>
                  <a:pt x="851616" y="70265"/>
                </a:lnTo>
                <a:lnTo>
                  <a:pt x="851616" y="54311"/>
                </a:lnTo>
                <a:lnTo>
                  <a:pt x="924257" y="54311"/>
                </a:lnTo>
                <a:lnTo>
                  <a:pt x="924257" y="70265"/>
                </a:lnTo>
                <a:close/>
                <a:moveTo>
                  <a:pt x="1010459" y="62010"/>
                </a:moveTo>
                <a:lnTo>
                  <a:pt x="954111" y="30704"/>
                </a:lnTo>
                <a:cubicBezTo>
                  <a:pt x="951282" y="29129"/>
                  <a:pt x="949401" y="27722"/>
                  <a:pt x="948468" y="26485"/>
                </a:cubicBezTo>
                <a:cubicBezTo>
                  <a:pt x="947534" y="25247"/>
                  <a:pt x="947068" y="23672"/>
                  <a:pt x="947068" y="21759"/>
                </a:cubicBezTo>
                <a:cubicBezTo>
                  <a:pt x="947068" y="19340"/>
                  <a:pt x="947945" y="17260"/>
                  <a:pt x="949698" y="15516"/>
                </a:cubicBezTo>
                <a:cubicBezTo>
                  <a:pt x="951452" y="13771"/>
                  <a:pt x="953517" y="12899"/>
                  <a:pt x="955893" y="12899"/>
                </a:cubicBezTo>
                <a:cubicBezTo>
                  <a:pt x="957364" y="12899"/>
                  <a:pt x="959627" y="13719"/>
                  <a:pt x="962682" y="15360"/>
                </a:cubicBezTo>
                <a:lnTo>
                  <a:pt x="1046610" y="62034"/>
                </a:lnTo>
                <a:lnTo>
                  <a:pt x="962682" y="108787"/>
                </a:lnTo>
                <a:cubicBezTo>
                  <a:pt x="959627" y="110488"/>
                  <a:pt x="957364" y="111338"/>
                  <a:pt x="955893" y="111338"/>
                </a:cubicBezTo>
                <a:cubicBezTo>
                  <a:pt x="953517" y="111338"/>
                  <a:pt x="951452" y="110466"/>
                  <a:pt x="949698" y="108723"/>
                </a:cubicBezTo>
                <a:cubicBezTo>
                  <a:pt x="947945" y="106980"/>
                  <a:pt x="947068" y="104871"/>
                  <a:pt x="947068" y="102396"/>
                </a:cubicBezTo>
                <a:cubicBezTo>
                  <a:pt x="947068" y="100485"/>
                  <a:pt x="947534" y="98911"/>
                  <a:pt x="948468" y="97675"/>
                </a:cubicBezTo>
                <a:cubicBezTo>
                  <a:pt x="949401" y="96438"/>
                  <a:pt x="951282" y="95031"/>
                  <a:pt x="954111" y="93456"/>
                </a:cubicBezTo>
                <a:lnTo>
                  <a:pt x="1010459" y="62010"/>
                </a:lnTo>
                <a:close/>
                <a:moveTo>
                  <a:pt x="1092757" y="34623"/>
                </a:moveTo>
                <a:lnTo>
                  <a:pt x="1092757" y="45486"/>
                </a:lnTo>
                <a:cubicBezTo>
                  <a:pt x="1100055" y="40191"/>
                  <a:pt x="1105812" y="36661"/>
                  <a:pt x="1110026" y="34897"/>
                </a:cubicBezTo>
                <a:cubicBezTo>
                  <a:pt x="1114241" y="33130"/>
                  <a:pt x="1118187" y="32247"/>
                  <a:pt x="1121865" y="32247"/>
                </a:cubicBezTo>
                <a:cubicBezTo>
                  <a:pt x="1127522" y="32247"/>
                  <a:pt x="1133010" y="34348"/>
                  <a:pt x="1138328" y="38548"/>
                </a:cubicBezTo>
                <a:cubicBezTo>
                  <a:pt x="1141948" y="41388"/>
                  <a:pt x="1143759" y="44283"/>
                  <a:pt x="1143759" y="47236"/>
                </a:cubicBezTo>
                <a:cubicBezTo>
                  <a:pt x="1143759" y="49734"/>
                  <a:pt x="1142896" y="51849"/>
                  <a:pt x="1141170" y="53582"/>
                </a:cubicBezTo>
                <a:cubicBezTo>
                  <a:pt x="1139445" y="55313"/>
                  <a:pt x="1137366" y="56178"/>
                  <a:pt x="1134933" y="56178"/>
                </a:cubicBezTo>
                <a:cubicBezTo>
                  <a:pt x="1132783" y="56178"/>
                  <a:pt x="1130520" y="55103"/>
                  <a:pt x="1128144" y="52953"/>
                </a:cubicBezTo>
                <a:cubicBezTo>
                  <a:pt x="1125768" y="50804"/>
                  <a:pt x="1123647" y="49729"/>
                  <a:pt x="1121780" y="49729"/>
                </a:cubicBezTo>
                <a:cubicBezTo>
                  <a:pt x="1119347" y="49729"/>
                  <a:pt x="1115712" y="51256"/>
                  <a:pt x="1110875" y="54311"/>
                </a:cubicBezTo>
                <a:cubicBezTo>
                  <a:pt x="1106038" y="57366"/>
                  <a:pt x="1099999" y="61949"/>
                  <a:pt x="1092757" y="68059"/>
                </a:cubicBezTo>
                <a:lnTo>
                  <a:pt x="1092757" y="94196"/>
                </a:lnTo>
                <a:lnTo>
                  <a:pt x="1117537" y="94196"/>
                </a:lnTo>
                <a:cubicBezTo>
                  <a:pt x="1121723" y="94196"/>
                  <a:pt x="1124707" y="95002"/>
                  <a:pt x="1126489" y="96615"/>
                </a:cubicBezTo>
                <a:cubicBezTo>
                  <a:pt x="1128272" y="98227"/>
                  <a:pt x="1129163" y="100334"/>
                  <a:pt x="1129163" y="102937"/>
                </a:cubicBezTo>
                <a:cubicBezTo>
                  <a:pt x="1129163" y="105539"/>
                  <a:pt x="1128272" y="107647"/>
                  <a:pt x="1126489" y="109259"/>
                </a:cubicBezTo>
                <a:cubicBezTo>
                  <a:pt x="1124707" y="110871"/>
                  <a:pt x="1121723" y="111677"/>
                  <a:pt x="1117537" y="111677"/>
                </a:cubicBezTo>
                <a:lnTo>
                  <a:pt x="1065007" y="111677"/>
                </a:lnTo>
                <a:cubicBezTo>
                  <a:pt x="1060821" y="111677"/>
                  <a:pt x="1057837" y="110857"/>
                  <a:pt x="1056055" y="109217"/>
                </a:cubicBezTo>
                <a:cubicBezTo>
                  <a:pt x="1054272" y="107576"/>
                  <a:pt x="1053381" y="105454"/>
                  <a:pt x="1053381" y="102852"/>
                </a:cubicBezTo>
                <a:cubicBezTo>
                  <a:pt x="1053381" y="100249"/>
                  <a:pt x="1054272" y="98156"/>
                  <a:pt x="1056055" y="96572"/>
                </a:cubicBezTo>
                <a:cubicBezTo>
                  <a:pt x="1057837" y="94988"/>
                  <a:pt x="1060821" y="94196"/>
                  <a:pt x="1065007" y="94196"/>
                </a:cubicBezTo>
                <a:lnTo>
                  <a:pt x="1075361" y="94196"/>
                </a:lnTo>
                <a:lnTo>
                  <a:pt x="1075361" y="52105"/>
                </a:lnTo>
                <a:lnTo>
                  <a:pt x="1069081" y="52105"/>
                </a:lnTo>
                <a:cubicBezTo>
                  <a:pt x="1064894" y="52105"/>
                  <a:pt x="1061910" y="51285"/>
                  <a:pt x="1060128" y="49644"/>
                </a:cubicBezTo>
                <a:cubicBezTo>
                  <a:pt x="1058346" y="48003"/>
                  <a:pt x="1057455" y="45882"/>
                  <a:pt x="1057455" y="43279"/>
                </a:cubicBezTo>
                <a:cubicBezTo>
                  <a:pt x="1057455" y="40677"/>
                  <a:pt x="1058346" y="38584"/>
                  <a:pt x="1060128" y="37000"/>
                </a:cubicBezTo>
                <a:cubicBezTo>
                  <a:pt x="1061910" y="35415"/>
                  <a:pt x="1064894" y="34623"/>
                  <a:pt x="1069081" y="34623"/>
                </a:cubicBezTo>
                <a:lnTo>
                  <a:pt x="1092757" y="34623"/>
                </a:lnTo>
                <a:close/>
                <a:moveTo>
                  <a:pt x="1178705" y="1527"/>
                </a:moveTo>
                <a:lnTo>
                  <a:pt x="1178705" y="40603"/>
                </a:lnTo>
                <a:cubicBezTo>
                  <a:pt x="1182948" y="37819"/>
                  <a:pt x="1187261" y="35730"/>
                  <a:pt x="1191646" y="34337"/>
                </a:cubicBezTo>
                <a:cubicBezTo>
                  <a:pt x="1196030" y="32944"/>
                  <a:pt x="1200457" y="32247"/>
                  <a:pt x="1204927" y="32247"/>
                </a:cubicBezTo>
                <a:cubicBezTo>
                  <a:pt x="1216977" y="32247"/>
                  <a:pt x="1227189" y="36405"/>
                  <a:pt x="1235562" y="44722"/>
                </a:cubicBezTo>
                <a:cubicBezTo>
                  <a:pt x="1243935" y="53038"/>
                  <a:pt x="1248121" y="63080"/>
                  <a:pt x="1248121" y="74848"/>
                </a:cubicBezTo>
                <a:cubicBezTo>
                  <a:pt x="1248121" y="86106"/>
                  <a:pt x="1244133" y="95511"/>
                  <a:pt x="1236156" y="103064"/>
                </a:cubicBezTo>
                <a:cubicBezTo>
                  <a:pt x="1228179" y="110617"/>
                  <a:pt x="1217656" y="114393"/>
                  <a:pt x="1204587" y="114393"/>
                </a:cubicBezTo>
                <a:cubicBezTo>
                  <a:pt x="1199948" y="114393"/>
                  <a:pt x="1195479" y="113795"/>
                  <a:pt x="1191179" y="112598"/>
                </a:cubicBezTo>
                <a:cubicBezTo>
                  <a:pt x="1186880" y="111401"/>
                  <a:pt x="1182721" y="109635"/>
                  <a:pt x="1178705" y="107299"/>
                </a:cubicBezTo>
                <a:lnTo>
                  <a:pt x="1178705" y="111677"/>
                </a:lnTo>
                <a:lnTo>
                  <a:pt x="1158338" y="111677"/>
                </a:lnTo>
                <a:cubicBezTo>
                  <a:pt x="1154151" y="111677"/>
                  <a:pt x="1151167" y="110857"/>
                  <a:pt x="1149385" y="109217"/>
                </a:cubicBezTo>
                <a:cubicBezTo>
                  <a:pt x="1147603" y="107576"/>
                  <a:pt x="1146712" y="105454"/>
                  <a:pt x="1146712" y="102852"/>
                </a:cubicBezTo>
                <a:cubicBezTo>
                  <a:pt x="1146712" y="100249"/>
                  <a:pt x="1147617" y="98156"/>
                  <a:pt x="1149427" y="96572"/>
                </a:cubicBezTo>
                <a:cubicBezTo>
                  <a:pt x="1151238" y="94988"/>
                  <a:pt x="1154208" y="94196"/>
                  <a:pt x="1158338" y="94196"/>
                </a:cubicBezTo>
                <a:lnTo>
                  <a:pt x="1161308" y="94196"/>
                </a:lnTo>
                <a:lnTo>
                  <a:pt x="1161308" y="19009"/>
                </a:lnTo>
                <a:lnTo>
                  <a:pt x="1158338" y="19009"/>
                </a:lnTo>
                <a:cubicBezTo>
                  <a:pt x="1154151" y="19009"/>
                  <a:pt x="1151167" y="18189"/>
                  <a:pt x="1149385" y="16548"/>
                </a:cubicBezTo>
                <a:cubicBezTo>
                  <a:pt x="1147603" y="14907"/>
                  <a:pt x="1146712" y="12786"/>
                  <a:pt x="1146712" y="10183"/>
                </a:cubicBezTo>
                <a:cubicBezTo>
                  <a:pt x="1146712" y="7581"/>
                  <a:pt x="1147603" y="5488"/>
                  <a:pt x="1149385" y="3904"/>
                </a:cubicBezTo>
                <a:cubicBezTo>
                  <a:pt x="1151167" y="2320"/>
                  <a:pt x="1154151" y="1527"/>
                  <a:pt x="1158338" y="1527"/>
                </a:cubicBezTo>
                <a:lnTo>
                  <a:pt x="1178705" y="1527"/>
                </a:lnTo>
                <a:moveTo>
                  <a:pt x="1230725" y="75349"/>
                </a:moveTo>
                <a:cubicBezTo>
                  <a:pt x="1230725" y="68190"/>
                  <a:pt x="1228207" y="62131"/>
                  <a:pt x="1223172" y="57170"/>
                </a:cubicBezTo>
                <a:cubicBezTo>
                  <a:pt x="1218137" y="52209"/>
                  <a:pt x="1211970" y="49729"/>
                  <a:pt x="1204672" y="49729"/>
                </a:cubicBezTo>
                <a:cubicBezTo>
                  <a:pt x="1197431" y="49729"/>
                  <a:pt x="1191292" y="52209"/>
                  <a:pt x="1186257" y="57170"/>
                </a:cubicBezTo>
                <a:cubicBezTo>
                  <a:pt x="1181222" y="62131"/>
                  <a:pt x="1178705" y="68107"/>
                  <a:pt x="1178705" y="75097"/>
                </a:cubicBezTo>
                <a:cubicBezTo>
                  <a:pt x="1178705" y="81467"/>
                  <a:pt x="1180968" y="86696"/>
                  <a:pt x="1185494" y="90783"/>
                </a:cubicBezTo>
                <a:cubicBezTo>
                  <a:pt x="1190019" y="94869"/>
                  <a:pt x="1196412" y="96912"/>
                  <a:pt x="1204672" y="96912"/>
                </a:cubicBezTo>
                <a:cubicBezTo>
                  <a:pt x="1212932" y="96912"/>
                  <a:pt x="1219339" y="94869"/>
                  <a:pt x="1223893" y="90783"/>
                </a:cubicBezTo>
                <a:cubicBezTo>
                  <a:pt x="1228448" y="86696"/>
                  <a:pt x="1230725" y="81551"/>
                  <a:pt x="1230725" y="75349"/>
                </a:cubicBezTo>
                <a:close/>
                <a:moveTo>
                  <a:pt x="1318059" y="71634"/>
                </a:moveTo>
                <a:lnTo>
                  <a:pt x="1344337" y="94196"/>
                </a:lnTo>
                <a:cubicBezTo>
                  <a:pt x="1347505" y="94366"/>
                  <a:pt x="1349881" y="95261"/>
                  <a:pt x="1351465" y="96882"/>
                </a:cubicBezTo>
                <a:cubicBezTo>
                  <a:pt x="1353049" y="98502"/>
                  <a:pt x="1353841" y="100534"/>
                  <a:pt x="1353841" y="102979"/>
                </a:cubicBezTo>
                <a:cubicBezTo>
                  <a:pt x="1353841" y="105537"/>
                  <a:pt x="1352950" y="107627"/>
                  <a:pt x="1351168" y="109248"/>
                </a:cubicBezTo>
                <a:cubicBezTo>
                  <a:pt x="1349386" y="110868"/>
                  <a:pt x="1346402" y="111677"/>
                  <a:pt x="1342215" y="111677"/>
                </a:cubicBezTo>
                <a:lnTo>
                  <a:pt x="1322442" y="111677"/>
                </a:lnTo>
                <a:cubicBezTo>
                  <a:pt x="1318256" y="111677"/>
                  <a:pt x="1315272" y="110868"/>
                  <a:pt x="1313490" y="109248"/>
                </a:cubicBezTo>
                <a:cubicBezTo>
                  <a:pt x="1311708" y="107627"/>
                  <a:pt x="1310816" y="105481"/>
                  <a:pt x="1310816" y="102809"/>
                </a:cubicBezTo>
                <a:cubicBezTo>
                  <a:pt x="1310816" y="100762"/>
                  <a:pt x="1311453" y="98957"/>
                  <a:pt x="1312726" y="97394"/>
                </a:cubicBezTo>
                <a:cubicBezTo>
                  <a:pt x="1313999" y="95831"/>
                  <a:pt x="1315738" y="94765"/>
                  <a:pt x="1317945" y="94196"/>
                </a:cubicBezTo>
                <a:lnTo>
                  <a:pt x="1304844" y="82955"/>
                </a:lnTo>
                <a:lnTo>
                  <a:pt x="1291723" y="94196"/>
                </a:lnTo>
                <a:cubicBezTo>
                  <a:pt x="1294382" y="94878"/>
                  <a:pt x="1296291" y="95930"/>
                  <a:pt x="1297451" y="97352"/>
                </a:cubicBezTo>
                <a:cubicBezTo>
                  <a:pt x="1298611" y="98773"/>
                  <a:pt x="1299190" y="100592"/>
                  <a:pt x="1299190" y="102809"/>
                </a:cubicBezTo>
                <a:cubicBezTo>
                  <a:pt x="1299190" y="105481"/>
                  <a:pt x="1298314" y="107627"/>
                  <a:pt x="1296560" y="109248"/>
                </a:cubicBezTo>
                <a:cubicBezTo>
                  <a:pt x="1294806" y="110868"/>
                  <a:pt x="1291836" y="111677"/>
                  <a:pt x="1287649" y="111677"/>
                </a:cubicBezTo>
                <a:lnTo>
                  <a:pt x="1268046" y="111677"/>
                </a:lnTo>
                <a:cubicBezTo>
                  <a:pt x="1263860" y="111677"/>
                  <a:pt x="1260876" y="110868"/>
                  <a:pt x="1259093" y="109248"/>
                </a:cubicBezTo>
                <a:cubicBezTo>
                  <a:pt x="1257311" y="107627"/>
                  <a:pt x="1256420" y="105509"/>
                  <a:pt x="1256420" y="102894"/>
                </a:cubicBezTo>
                <a:cubicBezTo>
                  <a:pt x="1256420" y="100506"/>
                  <a:pt x="1257212" y="98502"/>
                  <a:pt x="1258796" y="96882"/>
                </a:cubicBezTo>
                <a:cubicBezTo>
                  <a:pt x="1260381" y="95261"/>
                  <a:pt x="1262757" y="94366"/>
                  <a:pt x="1265925" y="94196"/>
                </a:cubicBezTo>
                <a:lnTo>
                  <a:pt x="1291786" y="71750"/>
                </a:lnTo>
                <a:lnTo>
                  <a:pt x="1268895" y="52105"/>
                </a:lnTo>
                <a:cubicBezTo>
                  <a:pt x="1265897" y="51877"/>
                  <a:pt x="1263619" y="50953"/>
                  <a:pt x="1262064" y="49334"/>
                </a:cubicBezTo>
                <a:cubicBezTo>
                  <a:pt x="1260508" y="47712"/>
                  <a:pt x="1259730" y="45708"/>
                  <a:pt x="1259730" y="43322"/>
                </a:cubicBezTo>
                <a:cubicBezTo>
                  <a:pt x="1259730" y="40763"/>
                  <a:pt x="1260621" y="38675"/>
                  <a:pt x="1262403" y="37055"/>
                </a:cubicBezTo>
                <a:cubicBezTo>
                  <a:pt x="1264185" y="35434"/>
                  <a:pt x="1267169" y="34623"/>
                  <a:pt x="1271356" y="34623"/>
                </a:cubicBezTo>
                <a:lnTo>
                  <a:pt x="1287649" y="34623"/>
                </a:lnTo>
                <a:cubicBezTo>
                  <a:pt x="1291836" y="34623"/>
                  <a:pt x="1294820" y="35434"/>
                  <a:pt x="1296602" y="37055"/>
                </a:cubicBezTo>
                <a:cubicBezTo>
                  <a:pt x="1298384" y="38675"/>
                  <a:pt x="1299275" y="40735"/>
                  <a:pt x="1299275" y="43237"/>
                </a:cubicBezTo>
                <a:cubicBezTo>
                  <a:pt x="1299275" y="46592"/>
                  <a:pt x="1297691" y="49322"/>
                  <a:pt x="1294523" y="51426"/>
                </a:cubicBezTo>
                <a:lnTo>
                  <a:pt x="1304919" y="60352"/>
                </a:lnTo>
                <a:lnTo>
                  <a:pt x="1315399" y="51256"/>
                </a:lnTo>
                <a:cubicBezTo>
                  <a:pt x="1312287" y="49039"/>
                  <a:pt x="1310732" y="46480"/>
                  <a:pt x="1310732" y="43579"/>
                </a:cubicBezTo>
                <a:cubicBezTo>
                  <a:pt x="1310732" y="40849"/>
                  <a:pt x="1311623" y="38675"/>
                  <a:pt x="1313405" y="37055"/>
                </a:cubicBezTo>
                <a:cubicBezTo>
                  <a:pt x="1315187" y="35434"/>
                  <a:pt x="1318171" y="34623"/>
                  <a:pt x="1322358" y="34623"/>
                </a:cubicBezTo>
                <a:lnTo>
                  <a:pt x="1338481" y="34623"/>
                </a:lnTo>
                <a:cubicBezTo>
                  <a:pt x="1342668" y="34623"/>
                  <a:pt x="1345652" y="35434"/>
                  <a:pt x="1347434" y="37055"/>
                </a:cubicBezTo>
                <a:cubicBezTo>
                  <a:pt x="1349216" y="38675"/>
                  <a:pt x="1350107" y="40792"/>
                  <a:pt x="1350107" y="43407"/>
                </a:cubicBezTo>
                <a:cubicBezTo>
                  <a:pt x="1350107" y="45737"/>
                  <a:pt x="1349329" y="47712"/>
                  <a:pt x="1347774" y="49334"/>
                </a:cubicBezTo>
                <a:cubicBezTo>
                  <a:pt x="1346218" y="50953"/>
                  <a:pt x="1343912" y="51877"/>
                  <a:pt x="1340857" y="52105"/>
                </a:cubicBezTo>
                <a:lnTo>
                  <a:pt x="1318059" y="71634"/>
                </a:lnTo>
                <a:close/>
                <a:moveTo>
                  <a:pt x="1416621" y="69374"/>
                </a:moveTo>
                <a:cubicBezTo>
                  <a:pt x="1416621" y="79280"/>
                  <a:pt x="1414980" y="89328"/>
                  <a:pt x="1411699" y="99518"/>
                </a:cubicBezTo>
                <a:cubicBezTo>
                  <a:pt x="1409266" y="106992"/>
                  <a:pt x="1405504" y="115285"/>
                  <a:pt x="1400412" y="124399"/>
                </a:cubicBezTo>
                <a:cubicBezTo>
                  <a:pt x="1396735" y="130965"/>
                  <a:pt x="1394020" y="135012"/>
                  <a:pt x="1392266" y="136539"/>
                </a:cubicBezTo>
                <a:cubicBezTo>
                  <a:pt x="1390512" y="138068"/>
                  <a:pt x="1388560" y="138833"/>
                  <a:pt x="1386410" y="138833"/>
                </a:cubicBezTo>
                <a:cubicBezTo>
                  <a:pt x="1383921" y="138833"/>
                  <a:pt x="1381828" y="137984"/>
                  <a:pt x="1380131" y="136285"/>
                </a:cubicBezTo>
                <a:cubicBezTo>
                  <a:pt x="1378433" y="134587"/>
                  <a:pt x="1377585" y="132550"/>
                  <a:pt x="1377585" y="130172"/>
                </a:cubicBezTo>
                <a:cubicBezTo>
                  <a:pt x="1377585" y="128473"/>
                  <a:pt x="1378264" y="126520"/>
                  <a:pt x="1379621" y="124314"/>
                </a:cubicBezTo>
                <a:cubicBezTo>
                  <a:pt x="1385731" y="114293"/>
                  <a:pt x="1390187" y="104896"/>
                  <a:pt x="1392987" y="96121"/>
                </a:cubicBezTo>
                <a:cubicBezTo>
                  <a:pt x="1395788" y="87347"/>
                  <a:pt x="1397188" y="78431"/>
                  <a:pt x="1397188" y="69374"/>
                </a:cubicBezTo>
                <a:cubicBezTo>
                  <a:pt x="1397188" y="60374"/>
                  <a:pt x="1395788" y="51486"/>
                  <a:pt x="1392987" y="42712"/>
                </a:cubicBezTo>
                <a:cubicBezTo>
                  <a:pt x="1390187" y="33937"/>
                  <a:pt x="1385731" y="24540"/>
                  <a:pt x="1379621" y="14519"/>
                </a:cubicBezTo>
                <a:cubicBezTo>
                  <a:pt x="1378264" y="12256"/>
                  <a:pt x="1377585" y="10304"/>
                  <a:pt x="1377585" y="8661"/>
                </a:cubicBezTo>
                <a:cubicBezTo>
                  <a:pt x="1377585" y="6283"/>
                  <a:pt x="1378433" y="4246"/>
                  <a:pt x="1380131" y="2548"/>
                </a:cubicBezTo>
                <a:cubicBezTo>
                  <a:pt x="1381828" y="849"/>
                  <a:pt x="1383921" y="0"/>
                  <a:pt x="1386410" y="0"/>
                </a:cubicBezTo>
                <a:cubicBezTo>
                  <a:pt x="1388504" y="0"/>
                  <a:pt x="1390342" y="679"/>
                  <a:pt x="1391926" y="2037"/>
                </a:cubicBezTo>
                <a:cubicBezTo>
                  <a:pt x="1394189" y="3962"/>
                  <a:pt x="1397188" y="8407"/>
                  <a:pt x="1400922" y="15370"/>
                </a:cubicBezTo>
                <a:cubicBezTo>
                  <a:pt x="1406296" y="25389"/>
                  <a:pt x="1409974" y="33625"/>
                  <a:pt x="1411954" y="40078"/>
                </a:cubicBezTo>
                <a:cubicBezTo>
                  <a:pt x="1415065" y="50099"/>
                  <a:pt x="1416621" y="59864"/>
                  <a:pt x="1416621" y="6937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3.">
            <a:extLst xmlns:a="http://schemas.openxmlformats.org/drawingml/2006/main">
              <a:ext uri="{FF2B5EF4-FFF2-40B4-BE49-F238E27FC236}">
                <a16:creationId xmlns:a16="http://schemas.microsoft.com/office/drawing/2014/main" id="{A78C0784-ACF8-49AF-A611-1B6A8495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67" y="955642"/>
            <a:ext cx="158249" cy="115411"/>
          </a:xfrm>
          <a:custGeom xmlns:a="http://schemas.openxmlformats.org/drawingml/2006/main">
            <a:pathLst>
              <a:path w="158249" h="115411">
                <a:moveTo>
                  <a:pt x="65513" y="54566"/>
                </a:moveTo>
                <a:cubicBezTo>
                  <a:pt x="70661" y="58073"/>
                  <a:pt x="74508" y="62133"/>
                  <a:pt x="77054" y="66743"/>
                </a:cubicBezTo>
                <a:cubicBezTo>
                  <a:pt x="79600" y="71354"/>
                  <a:pt x="80873" y="76517"/>
                  <a:pt x="80873" y="82231"/>
                </a:cubicBezTo>
                <a:cubicBezTo>
                  <a:pt x="80873" y="88397"/>
                  <a:pt x="79190" y="94097"/>
                  <a:pt x="75824" y="99330"/>
                </a:cubicBezTo>
                <a:cubicBezTo>
                  <a:pt x="72457" y="104563"/>
                  <a:pt x="67578" y="108523"/>
                  <a:pt x="61185" y="111211"/>
                </a:cubicBezTo>
                <a:cubicBezTo>
                  <a:pt x="54792" y="113898"/>
                  <a:pt x="46419" y="115242"/>
                  <a:pt x="36066" y="115242"/>
                </a:cubicBezTo>
                <a:cubicBezTo>
                  <a:pt x="22601" y="115242"/>
                  <a:pt x="12475" y="113141"/>
                  <a:pt x="5686" y="108941"/>
                </a:cubicBezTo>
                <a:cubicBezTo>
                  <a:pt x="1895" y="106556"/>
                  <a:pt x="0" y="103716"/>
                  <a:pt x="0" y="100423"/>
                </a:cubicBezTo>
                <a:cubicBezTo>
                  <a:pt x="0" y="97925"/>
                  <a:pt x="834" y="95810"/>
                  <a:pt x="2503" y="94079"/>
                </a:cubicBezTo>
                <a:cubicBezTo>
                  <a:pt x="4172" y="92347"/>
                  <a:pt x="6195" y="91481"/>
                  <a:pt x="8571" y="91481"/>
                </a:cubicBezTo>
                <a:cubicBezTo>
                  <a:pt x="10212" y="91481"/>
                  <a:pt x="11909" y="92046"/>
                  <a:pt x="13663" y="93178"/>
                </a:cubicBezTo>
                <a:cubicBezTo>
                  <a:pt x="16152" y="94875"/>
                  <a:pt x="18500" y="96006"/>
                  <a:pt x="20706" y="96572"/>
                </a:cubicBezTo>
                <a:cubicBezTo>
                  <a:pt x="24101" y="97364"/>
                  <a:pt x="28768" y="97760"/>
                  <a:pt x="34708" y="97760"/>
                </a:cubicBezTo>
                <a:cubicBezTo>
                  <a:pt x="44835" y="97760"/>
                  <a:pt x="52161" y="96448"/>
                  <a:pt x="56687" y="93825"/>
                </a:cubicBezTo>
                <a:cubicBezTo>
                  <a:pt x="61213" y="91199"/>
                  <a:pt x="63476" y="87488"/>
                  <a:pt x="63476" y="82692"/>
                </a:cubicBezTo>
                <a:cubicBezTo>
                  <a:pt x="63476" y="79137"/>
                  <a:pt x="62161" y="75709"/>
                  <a:pt x="59530" y="72408"/>
                </a:cubicBezTo>
                <a:cubicBezTo>
                  <a:pt x="56900" y="69105"/>
                  <a:pt x="53378" y="66551"/>
                  <a:pt x="48965" y="64744"/>
                </a:cubicBezTo>
                <a:cubicBezTo>
                  <a:pt x="46419" y="63727"/>
                  <a:pt x="42120" y="63022"/>
                  <a:pt x="36066" y="62628"/>
                </a:cubicBezTo>
                <a:cubicBezTo>
                  <a:pt x="33181" y="62458"/>
                  <a:pt x="30960" y="61567"/>
                  <a:pt x="29404" y="59955"/>
                </a:cubicBezTo>
                <a:cubicBezTo>
                  <a:pt x="27849" y="58342"/>
                  <a:pt x="27071" y="56348"/>
                  <a:pt x="27071" y="53972"/>
                </a:cubicBezTo>
                <a:cubicBezTo>
                  <a:pt x="27071" y="51483"/>
                  <a:pt x="27919" y="49389"/>
                  <a:pt x="29617" y="47692"/>
                </a:cubicBezTo>
                <a:cubicBezTo>
                  <a:pt x="31314" y="45995"/>
                  <a:pt x="33464" y="45146"/>
                  <a:pt x="36066" y="45146"/>
                </a:cubicBezTo>
                <a:cubicBezTo>
                  <a:pt x="41837" y="45146"/>
                  <a:pt x="44920" y="45118"/>
                  <a:pt x="45316" y="45061"/>
                </a:cubicBezTo>
                <a:cubicBezTo>
                  <a:pt x="47579" y="44835"/>
                  <a:pt x="49842" y="44102"/>
                  <a:pt x="52105" y="42863"/>
                </a:cubicBezTo>
                <a:cubicBezTo>
                  <a:pt x="54368" y="41622"/>
                  <a:pt x="56192" y="39916"/>
                  <a:pt x="57578" y="37745"/>
                </a:cubicBezTo>
                <a:cubicBezTo>
                  <a:pt x="58964" y="35572"/>
                  <a:pt x="59658" y="33329"/>
                  <a:pt x="59658" y="31017"/>
                </a:cubicBezTo>
                <a:cubicBezTo>
                  <a:pt x="59658" y="27352"/>
                  <a:pt x="58031" y="24180"/>
                  <a:pt x="54778" y="21502"/>
                </a:cubicBezTo>
                <a:cubicBezTo>
                  <a:pt x="51525" y="18822"/>
                  <a:pt x="46645" y="17481"/>
                  <a:pt x="40139" y="17481"/>
                </a:cubicBezTo>
                <a:cubicBezTo>
                  <a:pt x="31766" y="17481"/>
                  <a:pt x="25374" y="19896"/>
                  <a:pt x="20961" y="24724"/>
                </a:cubicBezTo>
                <a:cubicBezTo>
                  <a:pt x="19660" y="26126"/>
                  <a:pt x="18613" y="27024"/>
                  <a:pt x="17821" y="27418"/>
                </a:cubicBezTo>
                <a:cubicBezTo>
                  <a:pt x="16633" y="28035"/>
                  <a:pt x="15303" y="28344"/>
                  <a:pt x="13832" y="28344"/>
                </a:cubicBezTo>
                <a:cubicBezTo>
                  <a:pt x="11456" y="28344"/>
                  <a:pt x="9420" y="27492"/>
                  <a:pt x="7722" y="25790"/>
                </a:cubicBezTo>
                <a:cubicBezTo>
                  <a:pt x="6025" y="24087"/>
                  <a:pt x="5177" y="21988"/>
                  <a:pt x="5177" y="19492"/>
                </a:cubicBezTo>
                <a:cubicBezTo>
                  <a:pt x="5177" y="15576"/>
                  <a:pt x="7779" y="11774"/>
                  <a:pt x="12984" y="8086"/>
                </a:cubicBezTo>
                <a:cubicBezTo>
                  <a:pt x="20565" y="2695"/>
                  <a:pt x="30041" y="0"/>
                  <a:pt x="41412" y="0"/>
                </a:cubicBezTo>
                <a:cubicBezTo>
                  <a:pt x="52161" y="0"/>
                  <a:pt x="60789" y="3060"/>
                  <a:pt x="67295" y="9181"/>
                </a:cubicBezTo>
                <a:cubicBezTo>
                  <a:pt x="73801" y="15300"/>
                  <a:pt x="77054" y="22665"/>
                  <a:pt x="77054" y="31277"/>
                </a:cubicBezTo>
                <a:cubicBezTo>
                  <a:pt x="77054" y="35753"/>
                  <a:pt x="76092" y="39933"/>
                  <a:pt x="74169" y="43815"/>
                </a:cubicBezTo>
                <a:cubicBezTo>
                  <a:pt x="72245" y="47696"/>
                  <a:pt x="69360" y="51279"/>
                  <a:pt x="65513" y="54566"/>
                </a:cubicBezTo>
                <a:close/>
                <a:moveTo>
                  <a:pt x="158249" y="103870"/>
                </a:moveTo>
                <a:cubicBezTo>
                  <a:pt x="158249" y="107152"/>
                  <a:pt x="157090" y="109895"/>
                  <a:pt x="154770" y="112102"/>
                </a:cubicBezTo>
                <a:cubicBezTo>
                  <a:pt x="152451" y="114308"/>
                  <a:pt x="149254" y="115411"/>
                  <a:pt x="145181" y="115411"/>
                </a:cubicBezTo>
                <a:cubicBezTo>
                  <a:pt x="141107" y="115411"/>
                  <a:pt x="137911" y="114308"/>
                  <a:pt x="135591" y="112102"/>
                </a:cubicBezTo>
                <a:cubicBezTo>
                  <a:pt x="133272" y="109895"/>
                  <a:pt x="132112" y="107152"/>
                  <a:pt x="132112" y="103870"/>
                </a:cubicBezTo>
                <a:cubicBezTo>
                  <a:pt x="132112" y="100589"/>
                  <a:pt x="133272" y="97845"/>
                  <a:pt x="135591" y="95639"/>
                </a:cubicBezTo>
                <a:cubicBezTo>
                  <a:pt x="137911" y="93432"/>
                  <a:pt x="141107" y="92329"/>
                  <a:pt x="145181" y="92329"/>
                </a:cubicBezTo>
                <a:cubicBezTo>
                  <a:pt x="149254" y="92329"/>
                  <a:pt x="152451" y="93432"/>
                  <a:pt x="154770" y="95639"/>
                </a:cubicBezTo>
                <a:cubicBezTo>
                  <a:pt x="157090" y="97845"/>
                  <a:pt x="158249" y="100589"/>
                  <a:pt x="158249" y="1038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r14=rax">
            <a:extLst xmlns:a="http://schemas.openxmlformats.org/drawingml/2006/main">
              <a:ext uri="{FF2B5EF4-FFF2-40B4-BE49-F238E27FC236}">
                <a16:creationId xmlns:a16="http://schemas.microsoft.com/office/drawing/2014/main" id="{66A174BC-77F7-41B6-AB4C-3E61B2EA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464" y="955642"/>
            <a:ext cx="926124" cy="115411"/>
          </a:xfrm>
          <a:custGeom xmlns:a="http://schemas.openxmlformats.org/drawingml/2006/main">
            <a:pathLst>
              <a:path w="926124" h="115411">
                <a:moveTo>
                  <a:pt x="39376" y="35642"/>
                </a:moveTo>
                <a:lnTo>
                  <a:pt x="39376" y="46504"/>
                </a:lnTo>
                <a:cubicBezTo>
                  <a:pt x="46674" y="41209"/>
                  <a:pt x="52430" y="37679"/>
                  <a:pt x="56645" y="35915"/>
                </a:cubicBezTo>
                <a:cubicBezTo>
                  <a:pt x="60860" y="34149"/>
                  <a:pt x="64806" y="33266"/>
                  <a:pt x="68483" y="33266"/>
                </a:cubicBezTo>
                <a:cubicBezTo>
                  <a:pt x="74141" y="33266"/>
                  <a:pt x="79628" y="35366"/>
                  <a:pt x="84946" y="39567"/>
                </a:cubicBezTo>
                <a:cubicBezTo>
                  <a:pt x="88567" y="42406"/>
                  <a:pt x="90377" y="45302"/>
                  <a:pt x="90377" y="48254"/>
                </a:cubicBezTo>
                <a:cubicBezTo>
                  <a:pt x="90377" y="50752"/>
                  <a:pt x="89515" y="52868"/>
                  <a:pt x="87789" y="54600"/>
                </a:cubicBezTo>
                <a:cubicBezTo>
                  <a:pt x="86064" y="56331"/>
                  <a:pt x="83984" y="57197"/>
                  <a:pt x="81552" y="57197"/>
                </a:cubicBezTo>
                <a:cubicBezTo>
                  <a:pt x="79402" y="57197"/>
                  <a:pt x="77139" y="56122"/>
                  <a:pt x="74763" y="53972"/>
                </a:cubicBezTo>
                <a:cubicBezTo>
                  <a:pt x="72387" y="51822"/>
                  <a:pt x="70265" y="50747"/>
                  <a:pt x="68398" y="50747"/>
                </a:cubicBezTo>
                <a:cubicBezTo>
                  <a:pt x="65966" y="50747"/>
                  <a:pt x="62331" y="52275"/>
                  <a:pt x="57494" y="55330"/>
                </a:cubicBezTo>
                <a:cubicBezTo>
                  <a:pt x="52656" y="58385"/>
                  <a:pt x="46617" y="62967"/>
                  <a:pt x="39376" y="69077"/>
                </a:cubicBezTo>
                <a:lnTo>
                  <a:pt x="39376" y="95214"/>
                </a:lnTo>
                <a:lnTo>
                  <a:pt x="64155" y="95214"/>
                </a:lnTo>
                <a:cubicBezTo>
                  <a:pt x="68342" y="95214"/>
                  <a:pt x="71326" y="96021"/>
                  <a:pt x="73108" y="97633"/>
                </a:cubicBezTo>
                <a:cubicBezTo>
                  <a:pt x="74890" y="99245"/>
                  <a:pt x="75781" y="101353"/>
                  <a:pt x="75781" y="103955"/>
                </a:cubicBezTo>
                <a:cubicBezTo>
                  <a:pt x="75781" y="106558"/>
                  <a:pt x="74890" y="108665"/>
                  <a:pt x="73108" y="110277"/>
                </a:cubicBezTo>
                <a:cubicBezTo>
                  <a:pt x="71326" y="111890"/>
                  <a:pt x="68342" y="112696"/>
                  <a:pt x="64155" y="112696"/>
                </a:cubicBezTo>
                <a:lnTo>
                  <a:pt x="11626" y="112696"/>
                </a:lnTo>
                <a:cubicBezTo>
                  <a:pt x="7440" y="112696"/>
                  <a:pt x="4455" y="111876"/>
                  <a:pt x="2673" y="110235"/>
                </a:cubicBezTo>
                <a:cubicBezTo>
                  <a:pt x="891" y="108594"/>
                  <a:pt x="0" y="106473"/>
                  <a:pt x="0" y="103870"/>
                </a:cubicBezTo>
                <a:cubicBezTo>
                  <a:pt x="0" y="101268"/>
                  <a:pt x="891" y="99175"/>
                  <a:pt x="2673" y="97591"/>
                </a:cubicBezTo>
                <a:cubicBezTo>
                  <a:pt x="4455" y="96006"/>
                  <a:pt x="7440" y="95214"/>
                  <a:pt x="11626" y="95214"/>
                </a:cubicBezTo>
                <a:lnTo>
                  <a:pt x="21979" y="95214"/>
                </a:lnTo>
                <a:lnTo>
                  <a:pt x="21979" y="53123"/>
                </a:lnTo>
                <a:lnTo>
                  <a:pt x="15699" y="53123"/>
                </a:lnTo>
                <a:cubicBezTo>
                  <a:pt x="11513" y="53123"/>
                  <a:pt x="8529" y="52303"/>
                  <a:pt x="6746" y="50662"/>
                </a:cubicBezTo>
                <a:cubicBezTo>
                  <a:pt x="4964" y="49022"/>
                  <a:pt x="4073" y="46900"/>
                  <a:pt x="4073" y="44298"/>
                </a:cubicBezTo>
                <a:cubicBezTo>
                  <a:pt x="4073" y="41695"/>
                  <a:pt x="4964" y="39602"/>
                  <a:pt x="6746" y="38018"/>
                </a:cubicBezTo>
                <a:cubicBezTo>
                  <a:pt x="8529" y="36434"/>
                  <a:pt x="11513" y="35642"/>
                  <a:pt x="15699" y="35642"/>
                </a:cubicBezTo>
                <a:lnTo>
                  <a:pt x="39376" y="35642"/>
                </a:lnTo>
                <a:close/>
                <a:moveTo>
                  <a:pt x="156128" y="0"/>
                </a:moveTo>
                <a:lnTo>
                  <a:pt x="156128" y="95214"/>
                </a:lnTo>
                <a:lnTo>
                  <a:pt x="173694" y="95214"/>
                </a:lnTo>
                <a:cubicBezTo>
                  <a:pt x="177880" y="95214"/>
                  <a:pt x="180865" y="96021"/>
                  <a:pt x="182647" y="97633"/>
                </a:cubicBezTo>
                <a:cubicBezTo>
                  <a:pt x="184429" y="99245"/>
                  <a:pt x="185320" y="101353"/>
                  <a:pt x="185320" y="103955"/>
                </a:cubicBezTo>
                <a:cubicBezTo>
                  <a:pt x="185320" y="106558"/>
                  <a:pt x="184429" y="108665"/>
                  <a:pt x="182647" y="110277"/>
                </a:cubicBezTo>
                <a:cubicBezTo>
                  <a:pt x="180865" y="111890"/>
                  <a:pt x="177880" y="112696"/>
                  <a:pt x="173694" y="112696"/>
                </a:cubicBezTo>
                <a:lnTo>
                  <a:pt x="121165" y="112696"/>
                </a:lnTo>
                <a:cubicBezTo>
                  <a:pt x="116978" y="112696"/>
                  <a:pt x="113994" y="111876"/>
                  <a:pt x="112212" y="110235"/>
                </a:cubicBezTo>
                <a:cubicBezTo>
                  <a:pt x="110430" y="108594"/>
                  <a:pt x="109539" y="106473"/>
                  <a:pt x="109539" y="103870"/>
                </a:cubicBezTo>
                <a:cubicBezTo>
                  <a:pt x="109539" y="101268"/>
                  <a:pt x="110430" y="99175"/>
                  <a:pt x="112212" y="97591"/>
                </a:cubicBezTo>
                <a:cubicBezTo>
                  <a:pt x="113994" y="96006"/>
                  <a:pt x="116978" y="95214"/>
                  <a:pt x="121165" y="95214"/>
                </a:cubicBezTo>
                <a:lnTo>
                  <a:pt x="138731" y="95214"/>
                </a:lnTo>
                <a:lnTo>
                  <a:pt x="138731" y="22727"/>
                </a:lnTo>
                <a:lnTo>
                  <a:pt x="123201" y="26814"/>
                </a:lnTo>
                <a:cubicBezTo>
                  <a:pt x="120712" y="27494"/>
                  <a:pt x="118845" y="27835"/>
                  <a:pt x="117601" y="27835"/>
                </a:cubicBezTo>
                <a:cubicBezTo>
                  <a:pt x="115394" y="27835"/>
                  <a:pt x="113485" y="26955"/>
                  <a:pt x="111872" y="25196"/>
                </a:cubicBezTo>
                <a:cubicBezTo>
                  <a:pt x="110260" y="23437"/>
                  <a:pt x="109454" y="21281"/>
                  <a:pt x="109454" y="18728"/>
                </a:cubicBezTo>
                <a:cubicBezTo>
                  <a:pt x="109454" y="16401"/>
                  <a:pt x="110048" y="14571"/>
                  <a:pt x="111236" y="13238"/>
                </a:cubicBezTo>
                <a:cubicBezTo>
                  <a:pt x="112424" y="11904"/>
                  <a:pt x="114913" y="10725"/>
                  <a:pt x="118704" y="9703"/>
                </a:cubicBezTo>
                <a:lnTo>
                  <a:pt x="156128" y="0"/>
                </a:lnTo>
                <a:close/>
                <a:moveTo>
                  <a:pt x="277038" y="2885"/>
                </a:moveTo>
                <a:lnTo>
                  <a:pt x="277038" y="70774"/>
                </a:lnTo>
                <a:cubicBezTo>
                  <a:pt x="280715" y="70774"/>
                  <a:pt x="283431" y="71566"/>
                  <a:pt x="285185" y="73150"/>
                </a:cubicBezTo>
                <a:cubicBezTo>
                  <a:pt x="286938" y="74735"/>
                  <a:pt x="287815" y="76828"/>
                  <a:pt x="287815" y="79430"/>
                </a:cubicBezTo>
                <a:cubicBezTo>
                  <a:pt x="287815" y="82033"/>
                  <a:pt x="286924" y="84154"/>
                  <a:pt x="285142" y="85795"/>
                </a:cubicBezTo>
                <a:cubicBezTo>
                  <a:pt x="283360" y="87435"/>
                  <a:pt x="280659" y="88256"/>
                  <a:pt x="277038" y="88256"/>
                </a:cubicBezTo>
                <a:lnTo>
                  <a:pt x="277038" y="95214"/>
                </a:lnTo>
                <a:cubicBezTo>
                  <a:pt x="280715" y="95214"/>
                  <a:pt x="283431" y="96021"/>
                  <a:pt x="285185" y="97633"/>
                </a:cubicBezTo>
                <a:cubicBezTo>
                  <a:pt x="286938" y="99245"/>
                  <a:pt x="287815" y="101353"/>
                  <a:pt x="287815" y="103955"/>
                </a:cubicBezTo>
                <a:cubicBezTo>
                  <a:pt x="287815" y="106558"/>
                  <a:pt x="286924" y="108665"/>
                  <a:pt x="285142" y="110277"/>
                </a:cubicBezTo>
                <a:cubicBezTo>
                  <a:pt x="283360" y="111890"/>
                  <a:pt x="280376" y="112696"/>
                  <a:pt x="276189" y="112696"/>
                </a:cubicBezTo>
                <a:lnTo>
                  <a:pt x="252853" y="112696"/>
                </a:lnTo>
                <a:cubicBezTo>
                  <a:pt x="248666" y="112696"/>
                  <a:pt x="245682" y="111876"/>
                  <a:pt x="243900" y="110235"/>
                </a:cubicBezTo>
                <a:cubicBezTo>
                  <a:pt x="242118" y="108594"/>
                  <a:pt x="241227" y="106473"/>
                  <a:pt x="241227" y="103870"/>
                </a:cubicBezTo>
                <a:cubicBezTo>
                  <a:pt x="241227" y="101268"/>
                  <a:pt x="242118" y="99175"/>
                  <a:pt x="243900" y="97591"/>
                </a:cubicBezTo>
                <a:cubicBezTo>
                  <a:pt x="245682" y="96006"/>
                  <a:pt x="248666" y="95214"/>
                  <a:pt x="252853" y="95214"/>
                </a:cubicBezTo>
                <a:lnTo>
                  <a:pt x="259641" y="95214"/>
                </a:lnTo>
                <a:lnTo>
                  <a:pt x="259641" y="88256"/>
                </a:lnTo>
                <a:lnTo>
                  <a:pt x="212374" y="88256"/>
                </a:lnTo>
                <a:lnTo>
                  <a:pt x="212374" y="73673"/>
                </a:lnTo>
                <a:lnTo>
                  <a:pt x="254041" y="2885"/>
                </a:lnTo>
                <a:lnTo>
                  <a:pt x="277038" y="2885"/>
                </a:lnTo>
                <a:moveTo>
                  <a:pt x="259641" y="70774"/>
                </a:moveTo>
                <a:lnTo>
                  <a:pt x="259641" y="27861"/>
                </a:lnTo>
                <a:lnTo>
                  <a:pt x="234438" y="70774"/>
                </a:lnTo>
                <a:lnTo>
                  <a:pt x="259641" y="70774"/>
                </a:lnTo>
                <a:close/>
                <a:moveTo>
                  <a:pt x="497389" y="55330"/>
                </a:moveTo>
                <a:lnTo>
                  <a:pt x="423050" y="55330"/>
                </a:lnTo>
                <a:cubicBezTo>
                  <a:pt x="418864" y="55330"/>
                  <a:pt x="415879" y="54520"/>
                  <a:pt x="414097" y="52900"/>
                </a:cubicBezTo>
                <a:cubicBezTo>
                  <a:pt x="412315" y="51279"/>
                  <a:pt x="411424" y="49161"/>
                  <a:pt x="411424" y="46546"/>
                </a:cubicBezTo>
                <a:cubicBezTo>
                  <a:pt x="411424" y="43988"/>
                  <a:pt x="412315" y="41899"/>
                  <a:pt x="414097" y="40280"/>
                </a:cubicBezTo>
                <a:cubicBezTo>
                  <a:pt x="415879" y="38659"/>
                  <a:pt x="418864" y="37848"/>
                  <a:pt x="423050" y="37848"/>
                </a:cubicBezTo>
                <a:lnTo>
                  <a:pt x="497389" y="37848"/>
                </a:lnTo>
                <a:cubicBezTo>
                  <a:pt x="501575" y="37848"/>
                  <a:pt x="504559" y="38659"/>
                  <a:pt x="506342" y="40280"/>
                </a:cubicBezTo>
                <a:cubicBezTo>
                  <a:pt x="508124" y="41899"/>
                  <a:pt x="509015" y="44017"/>
                  <a:pt x="509015" y="46631"/>
                </a:cubicBezTo>
                <a:cubicBezTo>
                  <a:pt x="509015" y="49190"/>
                  <a:pt x="508124" y="51279"/>
                  <a:pt x="506342" y="52900"/>
                </a:cubicBezTo>
                <a:cubicBezTo>
                  <a:pt x="504559" y="54520"/>
                  <a:pt x="501575" y="55330"/>
                  <a:pt x="497389" y="55330"/>
                </a:cubicBezTo>
                <a:moveTo>
                  <a:pt x="497389" y="88256"/>
                </a:moveTo>
                <a:lnTo>
                  <a:pt x="423050" y="88256"/>
                </a:lnTo>
                <a:cubicBezTo>
                  <a:pt x="418864" y="88256"/>
                  <a:pt x="415879" y="87460"/>
                  <a:pt x="414097" y="85869"/>
                </a:cubicBezTo>
                <a:cubicBezTo>
                  <a:pt x="412315" y="84276"/>
                  <a:pt x="411424" y="82172"/>
                  <a:pt x="411424" y="79557"/>
                </a:cubicBezTo>
                <a:cubicBezTo>
                  <a:pt x="411424" y="76943"/>
                  <a:pt x="412315" y="74826"/>
                  <a:pt x="414097" y="73206"/>
                </a:cubicBezTo>
                <a:cubicBezTo>
                  <a:pt x="415879" y="71585"/>
                  <a:pt x="418864" y="70774"/>
                  <a:pt x="423050" y="70774"/>
                </a:cubicBezTo>
                <a:lnTo>
                  <a:pt x="497389" y="70774"/>
                </a:lnTo>
                <a:cubicBezTo>
                  <a:pt x="501575" y="70774"/>
                  <a:pt x="504559" y="71585"/>
                  <a:pt x="506342" y="73206"/>
                </a:cubicBezTo>
                <a:cubicBezTo>
                  <a:pt x="508124" y="74826"/>
                  <a:pt x="509015" y="76943"/>
                  <a:pt x="509015" y="79557"/>
                </a:cubicBezTo>
                <a:cubicBezTo>
                  <a:pt x="509015" y="82172"/>
                  <a:pt x="508124" y="84276"/>
                  <a:pt x="506342" y="85869"/>
                </a:cubicBezTo>
                <a:cubicBezTo>
                  <a:pt x="504559" y="87460"/>
                  <a:pt x="501575" y="88256"/>
                  <a:pt x="497389" y="88256"/>
                </a:cubicBezTo>
                <a:close/>
                <a:moveTo>
                  <a:pt x="665040" y="35642"/>
                </a:moveTo>
                <a:lnTo>
                  <a:pt x="665040" y="46504"/>
                </a:lnTo>
                <a:cubicBezTo>
                  <a:pt x="672338" y="41209"/>
                  <a:pt x="678095" y="37679"/>
                  <a:pt x="682309" y="35915"/>
                </a:cubicBezTo>
                <a:cubicBezTo>
                  <a:pt x="686524" y="34149"/>
                  <a:pt x="690470" y="33266"/>
                  <a:pt x="694148" y="33266"/>
                </a:cubicBezTo>
                <a:cubicBezTo>
                  <a:pt x="699805" y="33266"/>
                  <a:pt x="705293" y="35366"/>
                  <a:pt x="710611" y="39567"/>
                </a:cubicBezTo>
                <a:cubicBezTo>
                  <a:pt x="714231" y="42406"/>
                  <a:pt x="716042" y="45302"/>
                  <a:pt x="716042" y="48254"/>
                </a:cubicBezTo>
                <a:cubicBezTo>
                  <a:pt x="716042" y="50752"/>
                  <a:pt x="715179" y="52868"/>
                  <a:pt x="713454" y="54600"/>
                </a:cubicBezTo>
                <a:cubicBezTo>
                  <a:pt x="711728" y="56331"/>
                  <a:pt x="709649" y="57197"/>
                  <a:pt x="707216" y="57197"/>
                </a:cubicBezTo>
                <a:cubicBezTo>
                  <a:pt x="705066" y="57197"/>
                  <a:pt x="702803" y="56122"/>
                  <a:pt x="700427" y="53972"/>
                </a:cubicBezTo>
                <a:cubicBezTo>
                  <a:pt x="698051" y="51822"/>
                  <a:pt x="695930" y="50747"/>
                  <a:pt x="694063" y="50747"/>
                </a:cubicBezTo>
                <a:cubicBezTo>
                  <a:pt x="691630" y="50747"/>
                  <a:pt x="687995" y="52275"/>
                  <a:pt x="683158" y="55330"/>
                </a:cubicBezTo>
                <a:cubicBezTo>
                  <a:pt x="678321" y="58385"/>
                  <a:pt x="672282" y="62967"/>
                  <a:pt x="665040" y="69077"/>
                </a:cubicBezTo>
                <a:lnTo>
                  <a:pt x="665040" y="95214"/>
                </a:lnTo>
                <a:lnTo>
                  <a:pt x="689820" y="95214"/>
                </a:lnTo>
                <a:cubicBezTo>
                  <a:pt x="694006" y="95214"/>
                  <a:pt x="696990" y="96021"/>
                  <a:pt x="698773" y="97633"/>
                </a:cubicBezTo>
                <a:cubicBezTo>
                  <a:pt x="700555" y="99245"/>
                  <a:pt x="701446" y="101353"/>
                  <a:pt x="701446" y="103955"/>
                </a:cubicBezTo>
                <a:cubicBezTo>
                  <a:pt x="701446" y="106558"/>
                  <a:pt x="700555" y="108665"/>
                  <a:pt x="698773" y="110277"/>
                </a:cubicBezTo>
                <a:cubicBezTo>
                  <a:pt x="696990" y="111890"/>
                  <a:pt x="694006" y="112696"/>
                  <a:pt x="689820" y="112696"/>
                </a:cubicBezTo>
                <a:lnTo>
                  <a:pt x="637290" y="112696"/>
                </a:lnTo>
                <a:cubicBezTo>
                  <a:pt x="633104" y="112696"/>
                  <a:pt x="630120" y="111876"/>
                  <a:pt x="628338" y="110235"/>
                </a:cubicBezTo>
                <a:cubicBezTo>
                  <a:pt x="626556" y="108594"/>
                  <a:pt x="625664" y="106473"/>
                  <a:pt x="625664" y="103870"/>
                </a:cubicBezTo>
                <a:cubicBezTo>
                  <a:pt x="625664" y="101268"/>
                  <a:pt x="626556" y="99175"/>
                  <a:pt x="628338" y="97591"/>
                </a:cubicBezTo>
                <a:cubicBezTo>
                  <a:pt x="630120" y="96006"/>
                  <a:pt x="633104" y="95214"/>
                  <a:pt x="637290" y="95214"/>
                </a:cubicBezTo>
                <a:lnTo>
                  <a:pt x="647644" y="95214"/>
                </a:lnTo>
                <a:lnTo>
                  <a:pt x="647644" y="53123"/>
                </a:lnTo>
                <a:lnTo>
                  <a:pt x="641364" y="53123"/>
                </a:lnTo>
                <a:cubicBezTo>
                  <a:pt x="637177" y="53123"/>
                  <a:pt x="634193" y="52303"/>
                  <a:pt x="632411" y="50662"/>
                </a:cubicBezTo>
                <a:cubicBezTo>
                  <a:pt x="630629" y="49022"/>
                  <a:pt x="629738" y="46900"/>
                  <a:pt x="629738" y="44298"/>
                </a:cubicBezTo>
                <a:cubicBezTo>
                  <a:pt x="629738" y="41695"/>
                  <a:pt x="630629" y="39602"/>
                  <a:pt x="632411" y="38018"/>
                </a:cubicBezTo>
                <a:cubicBezTo>
                  <a:pt x="634193" y="36434"/>
                  <a:pt x="637177" y="35642"/>
                  <a:pt x="641364" y="35642"/>
                </a:cubicBezTo>
                <a:lnTo>
                  <a:pt x="665040" y="35642"/>
                </a:lnTo>
                <a:close/>
                <a:moveTo>
                  <a:pt x="788581" y="112696"/>
                </a:moveTo>
                <a:lnTo>
                  <a:pt x="788581" y="108622"/>
                </a:lnTo>
                <a:cubicBezTo>
                  <a:pt x="784225" y="110885"/>
                  <a:pt x="779416" y="112583"/>
                  <a:pt x="774155" y="113714"/>
                </a:cubicBezTo>
                <a:cubicBezTo>
                  <a:pt x="768893" y="114846"/>
                  <a:pt x="764113" y="115411"/>
                  <a:pt x="759813" y="115411"/>
                </a:cubicBezTo>
                <a:cubicBezTo>
                  <a:pt x="750478" y="115411"/>
                  <a:pt x="742897" y="112941"/>
                  <a:pt x="737070" y="107999"/>
                </a:cubicBezTo>
                <a:cubicBezTo>
                  <a:pt x="731243" y="103056"/>
                  <a:pt x="728329" y="97591"/>
                  <a:pt x="728329" y="91602"/>
                </a:cubicBezTo>
                <a:cubicBezTo>
                  <a:pt x="728329" y="84317"/>
                  <a:pt x="732049" y="77554"/>
                  <a:pt x="739489" y="71313"/>
                </a:cubicBezTo>
                <a:cubicBezTo>
                  <a:pt x="746928" y="65070"/>
                  <a:pt x="757211" y="61949"/>
                  <a:pt x="770336" y="61949"/>
                </a:cubicBezTo>
                <a:cubicBezTo>
                  <a:pt x="775597" y="61949"/>
                  <a:pt x="781679" y="62515"/>
                  <a:pt x="788581" y="63646"/>
                </a:cubicBezTo>
                <a:lnTo>
                  <a:pt x="788581" y="59514"/>
                </a:lnTo>
                <a:cubicBezTo>
                  <a:pt x="788581" y="56930"/>
                  <a:pt x="787464" y="54822"/>
                  <a:pt x="785229" y="53192"/>
                </a:cubicBezTo>
                <a:cubicBezTo>
                  <a:pt x="782994" y="51562"/>
                  <a:pt x="778737" y="50747"/>
                  <a:pt x="772457" y="50747"/>
                </a:cubicBezTo>
                <a:cubicBezTo>
                  <a:pt x="767309" y="50747"/>
                  <a:pt x="760633" y="51744"/>
                  <a:pt x="752430" y="53738"/>
                </a:cubicBezTo>
                <a:cubicBezTo>
                  <a:pt x="749375" y="54460"/>
                  <a:pt x="746999" y="54820"/>
                  <a:pt x="745302" y="54820"/>
                </a:cubicBezTo>
                <a:cubicBezTo>
                  <a:pt x="742982" y="54820"/>
                  <a:pt x="741016" y="53986"/>
                  <a:pt x="739404" y="52317"/>
                </a:cubicBezTo>
                <a:cubicBezTo>
                  <a:pt x="737791" y="50648"/>
                  <a:pt x="736985" y="48512"/>
                  <a:pt x="736985" y="45910"/>
                </a:cubicBezTo>
                <a:cubicBezTo>
                  <a:pt x="736985" y="44439"/>
                  <a:pt x="737268" y="43166"/>
                  <a:pt x="737834" y="42091"/>
                </a:cubicBezTo>
                <a:cubicBezTo>
                  <a:pt x="738400" y="41016"/>
                  <a:pt x="739192" y="40154"/>
                  <a:pt x="740210" y="39503"/>
                </a:cubicBezTo>
                <a:cubicBezTo>
                  <a:pt x="741228" y="38852"/>
                  <a:pt x="743350" y="38074"/>
                  <a:pt x="746575" y="37169"/>
                </a:cubicBezTo>
                <a:cubicBezTo>
                  <a:pt x="750874" y="35981"/>
                  <a:pt x="755259" y="35034"/>
                  <a:pt x="759728" y="34326"/>
                </a:cubicBezTo>
                <a:cubicBezTo>
                  <a:pt x="764197" y="33619"/>
                  <a:pt x="768243" y="33266"/>
                  <a:pt x="771863" y="33266"/>
                </a:cubicBezTo>
                <a:cubicBezTo>
                  <a:pt x="782669" y="33266"/>
                  <a:pt x="791056" y="35599"/>
                  <a:pt x="797025" y="40267"/>
                </a:cubicBezTo>
                <a:cubicBezTo>
                  <a:pt x="802993" y="44934"/>
                  <a:pt x="805978" y="51313"/>
                  <a:pt x="805978" y="59403"/>
                </a:cubicBezTo>
                <a:lnTo>
                  <a:pt x="805978" y="95214"/>
                </a:lnTo>
                <a:lnTo>
                  <a:pt x="808948" y="95214"/>
                </a:lnTo>
                <a:cubicBezTo>
                  <a:pt x="813134" y="95214"/>
                  <a:pt x="816118" y="96021"/>
                  <a:pt x="817901" y="97633"/>
                </a:cubicBezTo>
                <a:cubicBezTo>
                  <a:pt x="819683" y="99245"/>
                  <a:pt x="820574" y="101353"/>
                  <a:pt x="820574" y="103955"/>
                </a:cubicBezTo>
                <a:cubicBezTo>
                  <a:pt x="820574" y="106558"/>
                  <a:pt x="819683" y="108665"/>
                  <a:pt x="817901" y="110277"/>
                </a:cubicBezTo>
                <a:cubicBezTo>
                  <a:pt x="816118" y="111890"/>
                  <a:pt x="813134" y="112696"/>
                  <a:pt x="808948" y="112696"/>
                </a:cubicBezTo>
                <a:lnTo>
                  <a:pt x="788581" y="112696"/>
                </a:lnTo>
                <a:moveTo>
                  <a:pt x="788581" y="81448"/>
                </a:moveTo>
                <a:cubicBezTo>
                  <a:pt x="781622" y="80103"/>
                  <a:pt x="775201" y="79430"/>
                  <a:pt x="769317" y="79430"/>
                </a:cubicBezTo>
                <a:cubicBezTo>
                  <a:pt x="762246" y="79430"/>
                  <a:pt x="756164" y="81140"/>
                  <a:pt x="751072" y="84559"/>
                </a:cubicBezTo>
                <a:cubicBezTo>
                  <a:pt x="747904" y="86746"/>
                  <a:pt x="746320" y="88960"/>
                  <a:pt x="746320" y="91202"/>
                </a:cubicBezTo>
                <a:cubicBezTo>
                  <a:pt x="746320" y="92829"/>
                  <a:pt x="747084" y="94147"/>
                  <a:pt x="748611" y="95156"/>
                </a:cubicBezTo>
                <a:cubicBezTo>
                  <a:pt x="751440" y="97005"/>
                  <a:pt x="755315" y="97930"/>
                  <a:pt x="760237" y="97930"/>
                </a:cubicBezTo>
                <a:cubicBezTo>
                  <a:pt x="764424" y="97930"/>
                  <a:pt x="769162" y="97118"/>
                  <a:pt x="774452" y="95493"/>
                </a:cubicBezTo>
                <a:cubicBezTo>
                  <a:pt x="779741" y="93866"/>
                  <a:pt x="784451" y="91651"/>
                  <a:pt x="788581" y="88847"/>
                </a:cubicBezTo>
                <a:lnTo>
                  <a:pt x="788581" y="81448"/>
                </a:lnTo>
                <a:close/>
                <a:moveTo>
                  <a:pt x="890342" y="72652"/>
                </a:moveTo>
                <a:lnTo>
                  <a:pt x="916620" y="95214"/>
                </a:lnTo>
                <a:cubicBezTo>
                  <a:pt x="919788" y="95384"/>
                  <a:pt x="922164" y="96280"/>
                  <a:pt x="923748" y="97901"/>
                </a:cubicBezTo>
                <a:cubicBezTo>
                  <a:pt x="925332" y="99520"/>
                  <a:pt x="926124" y="101552"/>
                  <a:pt x="926124" y="103998"/>
                </a:cubicBezTo>
                <a:cubicBezTo>
                  <a:pt x="926124" y="106556"/>
                  <a:pt x="925233" y="108645"/>
                  <a:pt x="923451" y="110267"/>
                </a:cubicBezTo>
                <a:cubicBezTo>
                  <a:pt x="921669" y="111886"/>
                  <a:pt x="918685" y="112696"/>
                  <a:pt x="914498" y="112696"/>
                </a:cubicBezTo>
                <a:lnTo>
                  <a:pt x="894726" y="112696"/>
                </a:lnTo>
                <a:cubicBezTo>
                  <a:pt x="890539" y="112696"/>
                  <a:pt x="887555" y="111886"/>
                  <a:pt x="885773" y="110267"/>
                </a:cubicBezTo>
                <a:cubicBezTo>
                  <a:pt x="883991" y="108645"/>
                  <a:pt x="883100" y="106499"/>
                  <a:pt x="883100" y="103828"/>
                </a:cubicBezTo>
                <a:cubicBezTo>
                  <a:pt x="883100" y="101781"/>
                  <a:pt x="883736" y="99975"/>
                  <a:pt x="885009" y="98413"/>
                </a:cubicBezTo>
                <a:cubicBezTo>
                  <a:pt x="886282" y="96850"/>
                  <a:pt x="888021" y="95784"/>
                  <a:pt x="890228" y="95214"/>
                </a:cubicBezTo>
                <a:lnTo>
                  <a:pt x="877127" y="83973"/>
                </a:lnTo>
                <a:lnTo>
                  <a:pt x="864006" y="95214"/>
                </a:lnTo>
                <a:cubicBezTo>
                  <a:pt x="866665" y="95897"/>
                  <a:pt x="868574" y="96949"/>
                  <a:pt x="869734" y="98370"/>
                </a:cubicBezTo>
                <a:cubicBezTo>
                  <a:pt x="870894" y="99792"/>
                  <a:pt x="871474" y="101611"/>
                  <a:pt x="871474" y="103828"/>
                </a:cubicBezTo>
                <a:cubicBezTo>
                  <a:pt x="871474" y="106499"/>
                  <a:pt x="870597" y="108645"/>
                  <a:pt x="868843" y="110267"/>
                </a:cubicBezTo>
                <a:cubicBezTo>
                  <a:pt x="867089" y="111886"/>
                  <a:pt x="864119" y="112696"/>
                  <a:pt x="859932" y="112696"/>
                </a:cubicBezTo>
                <a:lnTo>
                  <a:pt x="840329" y="112696"/>
                </a:lnTo>
                <a:cubicBezTo>
                  <a:pt x="836143" y="112696"/>
                  <a:pt x="833159" y="111886"/>
                  <a:pt x="831377" y="110267"/>
                </a:cubicBezTo>
                <a:cubicBezTo>
                  <a:pt x="829594" y="108645"/>
                  <a:pt x="828703" y="106527"/>
                  <a:pt x="828703" y="103913"/>
                </a:cubicBezTo>
                <a:cubicBezTo>
                  <a:pt x="828703" y="101524"/>
                  <a:pt x="829495" y="99520"/>
                  <a:pt x="831080" y="97901"/>
                </a:cubicBezTo>
                <a:cubicBezTo>
                  <a:pt x="832664" y="96280"/>
                  <a:pt x="835040" y="95384"/>
                  <a:pt x="838208" y="95214"/>
                </a:cubicBezTo>
                <a:lnTo>
                  <a:pt x="864069" y="72769"/>
                </a:lnTo>
                <a:lnTo>
                  <a:pt x="841178" y="53123"/>
                </a:lnTo>
                <a:cubicBezTo>
                  <a:pt x="838180" y="52895"/>
                  <a:pt x="835902" y="51971"/>
                  <a:pt x="834347" y="50352"/>
                </a:cubicBezTo>
                <a:cubicBezTo>
                  <a:pt x="832791" y="48731"/>
                  <a:pt x="832013" y="46727"/>
                  <a:pt x="832013" y="44340"/>
                </a:cubicBezTo>
                <a:cubicBezTo>
                  <a:pt x="832013" y="41782"/>
                  <a:pt x="832904" y="39693"/>
                  <a:pt x="834686" y="38074"/>
                </a:cubicBezTo>
                <a:cubicBezTo>
                  <a:pt x="836468" y="36452"/>
                  <a:pt x="839453" y="35642"/>
                  <a:pt x="843639" y="35642"/>
                </a:cubicBezTo>
                <a:lnTo>
                  <a:pt x="859932" y="35642"/>
                </a:lnTo>
                <a:cubicBezTo>
                  <a:pt x="864119" y="35642"/>
                  <a:pt x="867103" y="36452"/>
                  <a:pt x="868885" y="38074"/>
                </a:cubicBezTo>
                <a:cubicBezTo>
                  <a:pt x="870667" y="39693"/>
                  <a:pt x="871558" y="41754"/>
                  <a:pt x="871558" y="44255"/>
                </a:cubicBezTo>
                <a:cubicBezTo>
                  <a:pt x="871558" y="47611"/>
                  <a:pt x="869974" y="50340"/>
                  <a:pt x="866806" y="52444"/>
                </a:cubicBezTo>
                <a:lnTo>
                  <a:pt x="877202" y="61371"/>
                </a:lnTo>
                <a:lnTo>
                  <a:pt x="887682" y="52275"/>
                </a:lnTo>
                <a:cubicBezTo>
                  <a:pt x="884570" y="50058"/>
                  <a:pt x="883015" y="47498"/>
                  <a:pt x="883015" y="44597"/>
                </a:cubicBezTo>
                <a:cubicBezTo>
                  <a:pt x="883015" y="41868"/>
                  <a:pt x="883906" y="39693"/>
                  <a:pt x="885688" y="38074"/>
                </a:cubicBezTo>
                <a:cubicBezTo>
                  <a:pt x="887470" y="36452"/>
                  <a:pt x="890454" y="35642"/>
                  <a:pt x="894641" y="35642"/>
                </a:cubicBezTo>
                <a:lnTo>
                  <a:pt x="910764" y="35642"/>
                </a:lnTo>
                <a:cubicBezTo>
                  <a:pt x="914951" y="35642"/>
                  <a:pt x="917935" y="36452"/>
                  <a:pt x="919717" y="38074"/>
                </a:cubicBezTo>
                <a:cubicBezTo>
                  <a:pt x="921499" y="39693"/>
                  <a:pt x="922390" y="41810"/>
                  <a:pt x="922390" y="44425"/>
                </a:cubicBezTo>
                <a:cubicBezTo>
                  <a:pt x="922390" y="46755"/>
                  <a:pt x="921612" y="48731"/>
                  <a:pt x="920057" y="50352"/>
                </a:cubicBezTo>
                <a:cubicBezTo>
                  <a:pt x="918501" y="51971"/>
                  <a:pt x="916195" y="52895"/>
                  <a:pt x="913140" y="53123"/>
                </a:cubicBezTo>
                <a:lnTo>
                  <a:pt x="890342" y="72652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4.">
            <a:extLst xmlns:a="http://schemas.openxmlformats.org/drawingml/2006/main">
              <a:ext uri="{FF2B5EF4-FFF2-40B4-BE49-F238E27FC236}">
                <a16:creationId xmlns:a16="http://schemas.microsoft.com/office/drawing/2014/main" id="{A63A88D5-77ED-49BA-8EF4-DB68F145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895" y="1172430"/>
            <a:ext cx="156722" cy="112526"/>
          </a:xfrm>
          <a:custGeom xmlns:a="http://schemas.openxmlformats.org/drawingml/2006/main">
            <a:pathLst>
              <a:path w="156722" h="112526">
                <a:moveTo>
                  <a:pt x="64664" y="0"/>
                </a:moveTo>
                <a:lnTo>
                  <a:pt x="64664" y="67889"/>
                </a:lnTo>
                <a:cubicBezTo>
                  <a:pt x="68342" y="67889"/>
                  <a:pt x="71057" y="68681"/>
                  <a:pt x="72811" y="70265"/>
                </a:cubicBezTo>
                <a:cubicBezTo>
                  <a:pt x="74565" y="71849"/>
                  <a:pt x="75442" y="73943"/>
                  <a:pt x="75442" y="76545"/>
                </a:cubicBezTo>
                <a:cubicBezTo>
                  <a:pt x="75442" y="79147"/>
                  <a:pt x="74551" y="81269"/>
                  <a:pt x="72769" y="82910"/>
                </a:cubicBezTo>
                <a:cubicBezTo>
                  <a:pt x="70986" y="84550"/>
                  <a:pt x="68285" y="85370"/>
                  <a:pt x="64664" y="85370"/>
                </a:cubicBezTo>
                <a:lnTo>
                  <a:pt x="64664" y="92329"/>
                </a:lnTo>
                <a:cubicBezTo>
                  <a:pt x="68342" y="92329"/>
                  <a:pt x="71057" y="93135"/>
                  <a:pt x="72811" y="94748"/>
                </a:cubicBezTo>
                <a:cubicBezTo>
                  <a:pt x="74565" y="96360"/>
                  <a:pt x="75442" y="98467"/>
                  <a:pt x="75442" y="101070"/>
                </a:cubicBezTo>
                <a:cubicBezTo>
                  <a:pt x="75442" y="103672"/>
                  <a:pt x="74551" y="105780"/>
                  <a:pt x="72769" y="107392"/>
                </a:cubicBezTo>
                <a:cubicBezTo>
                  <a:pt x="70986" y="109004"/>
                  <a:pt x="68002" y="109811"/>
                  <a:pt x="63816" y="109811"/>
                </a:cubicBezTo>
                <a:lnTo>
                  <a:pt x="40479" y="109811"/>
                </a:lnTo>
                <a:cubicBezTo>
                  <a:pt x="36292" y="109811"/>
                  <a:pt x="33308" y="108990"/>
                  <a:pt x="31526" y="107350"/>
                </a:cubicBezTo>
                <a:cubicBezTo>
                  <a:pt x="29744" y="105709"/>
                  <a:pt x="28853" y="103587"/>
                  <a:pt x="28853" y="100985"/>
                </a:cubicBezTo>
                <a:cubicBezTo>
                  <a:pt x="28853" y="98383"/>
                  <a:pt x="29744" y="96289"/>
                  <a:pt x="31526" y="94705"/>
                </a:cubicBezTo>
                <a:cubicBezTo>
                  <a:pt x="33308" y="93121"/>
                  <a:pt x="36292" y="92329"/>
                  <a:pt x="40479" y="92329"/>
                </a:cubicBezTo>
                <a:lnTo>
                  <a:pt x="47268" y="92329"/>
                </a:lnTo>
                <a:lnTo>
                  <a:pt x="47268" y="85370"/>
                </a:lnTo>
                <a:lnTo>
                  <a:pt x="0" y="85370"/>
                </a:lnTo>
                <a:lnTo>
                  <a:pt x="0" y="70788"/>
                </a:lnTo>
                <a:lnTo>
                  <a:pt x="41667" y="0"/>
                </a:lnTo>
                <a:lnTo>
                  <a:pt x="64664" y="0"/>
                </a:lnTo>
                <a:moveTo>
                  <a:pt x="47268" y="67889"/>
                </a:moveTo>
                <a:lnTo>
                  <a:pt x="47268" y="24976"/>
                </a:lnTo>
                <a:lnTo>
                  <a:pt x="22064" y="67889"/>
                </a:lnTo>
                <a:lnTo>
                  <a:pt x="47268" y="67889"/>
                </a:lnTo>
                <a:close/>
                <a:moveTo>
                  <a:pt x="156722" y="100985"/>
                </a:moveTo>
                <a:cubicBezTo>
                  <a:pt x="156722" y="104266"/>
                  <a:pt x="155562" y="107010"/>
                  <a:pt x="153243" y="109217"/>
                </a:cubicBezTo>
                <a:cubicBezTo>
                  <a:pt x="150923" y="111423"/>
                  <a:pt x="147727" y="112526"/>
                  <a:pt x="143653" y="112526"/>
                </a:cubicBezTo>
                <a:cubicBezTo>
                  <a:pt x="139580" y="112526"/>
                  <a:pt x="136383" y="111423"/>
                  <a:pt x="134064" y="109217"/>
                </a:cubicBezTo>
                <a:cubicBezTo>
                  <a:pt x="131744" y="107010"/>
                  <a:pt x="130585" y="104266"/>
                  <a:pt x="130585" y="100985"/>
                </a:cubicBezTo>
                <a:cubicBezTo>
                  <a:pt x="130585" y="97704"/>
                  <a:pt x="131744" y="94960"/>
                  <a:pt x="134064" y="92753"/>
                </a:cubicBezTo>
                <a:cubicBezTo>
                  <a:pt x="136383" y="90547"/>
                  <a:pt x="139580" y="89444"/>
                  <a:pt x="143653" y="89444"/>
                </a:cubicBezTo>
                <a:cubicBezTo>
                  <a:pt x="147727" y="89444"/>
                  <a:pt x="150923" y="90547"/>
                  <a:pt x="153243" y="92753"/>
                </a:cubicBezTo>
                <a:cubicBezTo>
                  <a:pt x="155562" y="94960"/>
                  <a:pt x="156722" y="97704"/>
                  <a:pt x="156722" y="100985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...//raxgetsclobbered">
            <a:extLst xmlns:a="http://schemas.openxmlformats.org/drawingml/2006/main">
              <a:ext uri="{FF2B5EF4-FFF2-40B4-BE49-F238E27FC236}">
                <a16:creationId xmlns:a16="http://schemas.microsoft.com/office/drawing/2014/main" id="{CA067779-2684-4F90-A84E-EDB3C5F7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589" y="1159531"/>
            <a:ext cx="2465760" cy="159030"/>
          </a:xfrm>
          <a:custGeom xmlns:a="http://schemas.openxmlformats.org/drawingml/2006/main">
            <a:pathLst>
              <a:path w="2465760" h="159030">
                <a:moveTo>
                  <a:pt x="26137" y="113884"/>
                </a:moveTo>
                <a:cubicBezTo>
                  <a:pt x="26137" y="117165"/>
                  <a:pt x="24978" y="119909"/>
                  <a:pt x="22658" y="122115"/>
                </a:cubicBezTo>
                <a:cubicBezTo>
                  <a:pt x="20338" y="124322"/>
                  <a:pt x="17142" y="125425"/>
                  <a:pt x="13069" y="125425"/>
                </a:cubicBezTo>
                <a:cubicBezTo>
                  <a:pt x="8995" y="125425"/>
                  <a:pt x="5799" y="124322"/>
                  <a:pt x="3479" y="122115"/>
                </a:cubicBezTo>
                <a:cubicBezTo>
                  <a:pt x="1160" y="119909"/>
                  <a:pt x="0" y="117165"/>
                  <a:pt x="0" y="113884"/>
                </a:cubicBezTo>
                <a:cubicBezTo>
                  <a:pt x="0" y="110603"/>
                  <a:pt x="1160" y="107859"/>
                  <a:pt x="3479" y="105652"/>
                </a:cubicBezTo>
                <a:cubicBezTo>
                  <a:pt x="5799" y="103446"/>
                  <a:pt x="8995" y="102343"/>
                  <a:pt x="13069" y="102343"/>
                </a:cubicBezTo>
                <a:cubicBezTo>
                  <a:pt x="17142" y="102343"/>
                  <a:pt x="20338" y="103446"/>
                  <a:pt x="22658" y="105652"/>
                </a:cubicBezTo>
                <a:cubicBezTo>
                  <a:pt x="24978" y="107859"/>
                  <a:pt x="26137" y="110603"/>
                  <a:pt x="26137" y="113884"/>
                </a:cubicBezTo>
                <a:close/>
                <a:moveTo>
                  <a:pt x="130415" y="113884"/>
                </a:moveTo>
                <a:cubicBezTo>
                  <a:pt x="130415" y="117165"/>
                  <a:pt x="129255" y="119909"/>
                  <a:pt x="126935" y="122115"/>
                </a:cubicBezTo>
                <a:cubicBezTo>
                  <a:pt x="124616" y="124322"/>
                  <a:pt x="121419" y="125425"/>
                  <a:pt x="117346" y="125425"/>
                </a:cubicBezTo>
                <a:cubicBezTo>
                  <a:pt x="113273" y="125425"/>
                  <a:pt x="110076" y="124322"/>
                  <a:pt x="107757" y="122115"/>
                </a:cubicBezTo>
                <a:cubicBezTo>
                  <a:pt x="105437" y="119909"/>
                  <a:pt x="104277" y="117165"/>
                  <a:pt x="104277" y="113884"/>
                </a:cubicBezTo>
                <a:cubicBezTo>
                  <a:pt x="104277" y="110603"/>
                  <a:pt x="105437" y="107859"/>
                  <a:pt x="107757" y="105652"/>
                </a:cubicBezTo>
                <a:cubicBezTo>
                  <a:pt x="110076" y="103446"/>
                  <a:pt x="113273" y="102343"/>
                  <a:pt x="117346" y="102343"/>
                </a:cubicBezTo>
                <a:cubicBezTo>
                  <a:pt x="121419" y="102343"/>
                  <a:pt x="124616" y="103446"/>
                  <a:pt x="126935" y="105652"/>
                </a:cubicBezTo>
                <a:cubicBezTo>
                  <a:pt x="129255" y="107859"/>
                  <a:pt x="130415" y="110603"/>
                  <a:pt x="130415" y="113884"/>
                </a:cubicBezTo>
                <a:close/>
                <a:moveTo>
                  <a:pt x="234692" y="113884"/>
                </a:moveTo>
                <a:cubicBezTo>
                  <a:pt x="234692" y="117165"/>
                  <a:pt x="233532" y="119909"/>
                  <a:pt x="231213" y="122115"/>
                </a:cubicBezTo>
                <a:cubicBezTo>
                  <a:pt x="228893" y="124322"/>
                  <a:pt x="225697" y="125425"/>
                  <a:pt x="221624" y="125425"/>
                </a:cubicBezTo>
                <a:cubicBezTo>
                  <a:pt x="217550" y="125425"/>
                  <a:pt x="214354" y="124322"/>
                  <a:pt x="212034" y="122115"/>
                </a:cubicBezTo>
                <a:cubicBezTo>
                  <a:pt x="209715" y="119909"/>
                  <a:pt x="208555" y="117165"/>
                  <a:pt x="208555" y="113884"/>
                </a:cubicBezTo>
                <a:cubicBezTo>
                  <a:pt x="208555" y="110603"/>
                  <a:pt x="209715" y="107859"/>
                  <a:pt x="212034" y="105652"/>
                </a:cubicBezTo>
                <a:cubicBezTo>
                  <a:pt x="214354" y="103446"/>
                  <a:pt x="217550" y="102343"/>
                  <a:pt x="221624" y="102343"/>
                </a:cubicBezTo>
                <a:cubicBezTo>
                  <a:pt x="225697" y="102343"/>
                  <a:pt x="228893" y="103446"/>
                  <a:pt x="231213" y="105652"/>
                </a:cubicBezTo>
                <a:cubicBezTo>
                  <a:pt x="233532" y="107859"/>
                  <a:pt x="234692" y="110603"/>
                  <a:pt x="234692" y="113884"/>
                </a:cubicBezTo>
                <a:close/>
                <a:moveTo>
                  <a:pt x="465820" y="14936"/>
                </a:moveTo>
                <a:lnTo>
                  <a:pt x="410066" y="135083"/>
                </a:lnTo>
                <a:cubicBezTo>
                  <a:pt x="408652" y="138089"/>
                  <a:pt x="407379" y="140045"/>
                  <a:pt x="406248" y="140952"/>
                </a:cubicBezTo>
                <a:cubicBezTo>
                  <a:pt x="404777" y="142142"/>
                  <a:pt x="402995" y="142737"/>
                  <a:pt x="400901" y="142737"/>
                </a:cubicBezTo>
                <a:cubicBezTo>
                  <a:pt x="398525" y="142737"/>
                  <a:pt x="396474" y="141888"/>
                  <a:pt x="394749" y="140191"/>
                </a:cubicBezTo>
                <a:cubicBezTo>
                  <a:pt x="393023" y="138494"/>
                  <a:pt x="392161" y="136570"/>
                  <a:pt x="392161" y="134420"/>
                </a:cubicBezTo>
                <a:cubicBezTo>
                  <a:pt x="392161" y="132893"/>
                  <a:pt x="392840" y="130658"/>
                  <a:pt x="394197" y="127716"/>
                </a:cubicBezTo>
                <a:lnTo>
                  <a:pt x="450121" y="7632"/>
                </a:lnTo>
                <a:cubicBezTo>
                  <a:pt x="451535" y="4636"/>
                  <a:pt x="452780" y="2686"/>
                  <a:pt x="453855" y="1782"/>
                </a:cubicBezTo>
                <a:cubicBezTo>
                  <a:pt x="455382" y="594"/>
                  <a:pt x="457164" y="0"/>
                  <a:pt x="459201" y="0"/>
                </a:cubicBezTo>
                <a:cubicBezTo>
                  <a:pt x="461577" y="0"/>
                  <a:pt x="463614" y="834"/>
                  <a:pt x="465311" y="2503"/>
                </a:cubicBezTo>
                <a:cubicBezTo>
                  <a:pt x="467008" y="4172"/>
                  <a:pt x="467857" y="6082"/>
                  <a:pt x="467857" y="8232"/>
                </a:cubicBezTo>
                <a:cubicBezTo>
                  <a:pt x="467857" y="9759"/>
                  <a:pt x="467178" y="11994"/>
                  <a:pt x="465820" y="14936"/>
                </a:cubicBezTo>
                <a:close/>
                <a:moveTo>
                  <a:pt x="570097" y="14936"/>
                </a:moveTo>
                <a:lnTo>
                  <a:pt x="514343" y="135083"/>
                </a:lnTo>
                <a:cubicBezTo>
                  <a:pt x="512929" y="138089"/>
                  <a:pt x="511656" y="140045"/>
                  <a:pt x="510525" y="140952"/>
                </a:cubicBezTo>
                <a:cubicBezTo>
                  <a:pt x="509054" y="142142"/>
                  <a:pt x="507272" y="142737"/>
                  <a:pt x="505178" y="142737"/>
                </a:cubicBezTo>
                <a:cubicBezTo>
                  <a:pt x="502802" y="142737"/>
                  <a:pt x="500751" y="141888"/>
                  <a:pt x="499026" y="140191"/>
                </a:cubicBezTo>
                <a:cubicBezTo>
                  <a:pt x="497300" y="138494"/>
                  <a:pt x="496438" y="136570"/>
                  <a:pt x="496438" y="134420"/>
                </a:cubicBezTo>
                <a:cubicBezTo>
                  <a:pt x="496438" y="132893"/>
                  <a:pt x="497117" y="130658"/>
                  <a:pt x="498474" y="127716"/>
                </a:cubicBezTo>
                <a:lnTo>
                  <a:pt x="554398" y="7632"/>
                </a:lnTo>
                <a:cubicBezTo>
                  <a:pt x="555812" y="4636"/>
                  <a:pt x="557057" y="2686"/>
                  <a:pt x="558132" y="1782"/>
                </a:cubicBezTo>
                <a:cubicBezTo>
                  <a:pt x="559659" y="594"/>
                  <a:pt x="561441" y="0"/>
                  <a:pt x="563478" y="0"/>
                </a:cubicBezTo>
                <a:cubicBezTo>
                  <a:pt x="565854" y="0"/>
                  <a:pt x="567891" y="834"/>
                  <a:pt x="569588" y="2503"/>
                </a:cubicBezTo>
                <a:cubicBezTo>
                  <a:pt x="571285" y="4172"/>
                  <a:pt x="572134" y="6082"/>
                  <a:pt x="572134" y="8232"/>
                </a:cubicBezTo>
                <a:cubicBezTo>
                  <a:pt x="572134" y="9759"/>
                  <a:pt x="571455" y="11994"/>
                  <a:pt x="570097" y="14936"/>
                </a:cubicBezTo>
                <a:close/>
                <a:moveTo>
                  <a:pt x="634914" y="45655"/>
                </a:moveTo>
                <a:lnTo>
                  <a:pt x="634914" y="56518"/>
                </a:lnTo>
                <a:cubicBezTo>
                  <a:pt x="642212" y="51223"/>
                  <a:pt x="647969" y="47693"/>
                  <a:pt x="652184" y="45929"/>
                </a:cubicBezTo>
                <a:cubicBezTo>
                  <a:pt x="656398" y="44162"/>
                  <a:pt x="660344" y="43279"/>
                  <a:pt x="664022" y="43279"/>
                </a:cubicBezTo>
                <a:cubicBezTo>
                  <a:pt x="669679" y="43279"/>
                  <a:pt x="675167" y="45380"/>
                  <a:pt x="680485" y="49580"/>
                </a:cubicBezTo>
                <a:cubicBezTo>
                  <a:pt x="684106" y="52420"/>
                  <a:pt x="685916" y="55315"/>
                  <a:pt x="685916" y="58268"/>
                </a:cubicBezTo>
                <a:cubicBezTo>
                  <a:pt x="685916" y="60766"/>
                  <a:pt x="685053" y="62881"/>
                  <a:pt x="683328" y="64614"/>
                </a:cubicBezTo>
                <a:cubicBezTo>
                  <a:pt x="681602" y="66345"/>
                  <a:pt x="679523" y="67210"/>
                  <a:pt x="677090" y="67210"/>
                </a:cubicBezTo>
                <a:cubicBezTo>
                  <a:pt x="674941" y="67210"/>
                  <a:pt x="672678" y="66135"/>
                  <a:pt x="670302" y="63985"/>
                </a:cubicBezTo>
                <a:cubicBezTo>
                  <a:pt x="667925" y="61836"/>
                  <a:pt x="665804" y="60761"/>
                  <a:pt x="663937" y="60761"/>
                </a:cubicBezTo>
                <a:cubicBezTo>
                  <a:pt x="661504" y="60761"/>
                  <a:pt x="657869" y="62288"/>
                  <a:pt x="653032" y="65343"/>
                </a:cubicBezTo>
                <a:cubicBezTo>
                  <a:pt x="648195" y="68398"/>
                  <a:pt x="642156" y="72981"/>
                  <a:pt x="634914" y="79091"/>
                </a:cubicBezTo>
                <a:lnTo>
                  <a:pt x="634914" y="105228"/>
                </a:lnTo>
                <a:lnTo>
                  <a:pt x="659694" y="105228"/>
                </a:lnTo>
                <a:cubicBezTo>
                  <a:pt x="663880" y="105228"/>
                  <a:pt x="666865" y="106034"/>
                  <a:pt x="668647" y="107647"/>
                </a:cubicBezTo>
                <a:cubicBezTo>
                  <a:pt x="670429" y="109259"/>
                  <a:pt x="671320" y="111366"/>
                  <a:pt x="671320" y="113969"/>
                </a:cubicBezTo>
                <a:cubicBezTo>
                  <a:pt x="671320" y="116571"/>
                  <a:pt x="670429" y="118679"/>
                  <a:pt x="668647" y="120291"/>
                </a:cubicBezTo>
                <a:cubicBezTo>
                  <a:pt x="666865" y="121903"/>
                  <a:pt x="663880" y="122709"/>
                  <a:pt x="659694" y="122709"/>
                </a:cubicBezTo>
                <a:lnTo>
                  <a:pt x="607165" y="122709"/>
                </a:lnTo>
                <a:cubicBezTo>
                  <a:pt x="602978" y="122709"/>
                  <a:pt x="599994" y="121889"/>
                  <a:pt x="598212" y="120248"/>
                </a:cubicBezTo>
                <a:cubicBezTo>
                  <a:pt x="596430" y="118608"/>
                  <a:pt x="595539" y="116486"/>
                  <a:pt x="595539" y="113884"/>
                </a:cubicBezTo>
                <a:cubicBezTo>
                  <a:pt x="595539" y="111281"/>
                  <a:pt x="596430" y="109188"/>
                  <a:pt x="598212" y="107604"/>
                </a:cubicBezTo>
                <a:cubicBezTo>
                  <a:pt x="599994" y="106020"/>
                  <a:pt x="602978" y="105228"/>
                  <a:pt x="607165" y="105228"/>
                </a:cubicBezTo>
                <a:lnTo>
                  <a:pt x="617518" y="105228"/>
                </a:lnTo>
                <a:lnTo>
                  <a:pt x="617518" y="63137"/>
                </a:lnTo>
                <a:lnTo>
                  <a:pt x="611238" y="63137"/>
                </a:lnTo>
                <a:cubicBezTo>
                  <a:pt x="607052" y="63137"/>
                  <a:pt x="604067" y="62316"/>
                  <a:pt x="602285" y="60676"/>
                </a:cubicBezTo>
                <a:cubicBezTo>
                  <a:pt x="600503" y="59035"/>
                  <a:pt x="599612" y="56914"/>
                  <a:pt x="599612" y="54311"/>
                </a:cubicBezTo>
                <a:cubicBezTo>
                  <a:pt x="599612" y="51709"/>
                  <a:pt x="600503" y="49616"/>
                  <a:pt x="602285" y="48032"/>
                </a:cubicBezTo>
                <a:cubicBezTo>
                  <a:pt x="604067" y="46447"/>
                  <a:pt x="607052" y="45655"/>
                  <a:pt x="611238" y="45655"/>
                </a:cubicBezTo>
                <a:lnTo>
                  <a:pt x="634914" y="45655"/>
                </a:lnTo>
                <a:close/>
                <a:moveTo>
                  <a:pt x="758455" y="122709"/>
                </a:moveTo>
                <a:lnTo>
                  <a:pt x="758455" y="118636"/>
                </a:lnTo>
                <a:cubicBezTo>
                  <a:pt x="754099" y="120899"/>
                  <a:pt x="749290" y="122596"/>
                  <a:pt x="744029" y="123728"/>
                </a:cubicBezTo>
                <a:cubicBezTo>
                  <a:pt x="738767" y="124859"/>
                  <a:pt x="733987" y="125425"/>
                  <a:pt x="729687" y="125425"/>
                </a:cubicBezTo>
                <a:cubicBezTo>
                  <a:pt x="720352" y="125425"/>
                  <a:pt x="712772" y="122954"/>
                  <a:pt x="706944" y="118013"/>
                </a:cubicBezTo>
                <a:cubicBezTo>
                  <a:pt x="701117" y="113070"/>
                  <a:pt x="698204" y="107604"/>
                  <a:pt x="698204" y="101616"/>
                </a:cubicBezTo>
                <a:cubicBezTo>
                  <a:pt x="698204" y="94330"/>
                  <a:pt x="701923" y="87567"/>
                  <a:pt x="709363" y="81326"/>
                </a:cubicBezTo>
                <a:cubicBezTo>
                  <a:pt x="716802" y="75084"/>
                  <a:pt x="727085" y="71962"/>
                  <a:pt x="740210" y="71962"/>
                </a:cubicBezTo>
                <a:cubicBezTo>
                  <a:pt x="745471" y="71962"/>
                  <a:pt x="751553" y="72528"/>
                  <a:pt x="758455" y="73660"/>
                </a:cubicBezTo>
                <a:lnTo>
                  <a:pt x="758455" y="69528"/>
                </a:lnTo>
                <a:cubicBezTo>
                  <a:pt x="758455" y="66943"/>
                  <a:pt x="757338" y="64836"/>
                  <a:pt x="755103" y="63206"/>
                </a:cubicBezTo>
                <a:cubicBezTo>
                  <a:pt x="752869" y="61576"/>
                  <a:pt x="748611" y="60761"/>
                  <a:pt x="742332" y="60761"/>
                </a:cubicBezTo>
                <a:cubicBezTo>
                  <a:pt x="737183" y="60761"/>
                  <a:pt x="730508" y="61758"/>
                  <a:pt x="722304" y="63752"/>
                </a:cubicBezTo>
                <a:cubicBezTo>
                  <a:pt x="719249" y="64473"/>
                  <a:pt x="716873" y="64834"/>
                  <a:pt x="715176" y="64834"/>
                </a:cubicBezTo>
                <a:cubicBezTo>
                  <a:pt x="712856" y="64834"/>
                  <a:pt x="710890" y="64000"/>
                  <a:pt x="709278" y="62331"/>
                </a:cubicBezTo>
                <a:cubicBezTo>
                  <a:pt x="707666" y="60662"/>
                  <a:pt x="706860" y="58526"/>
                  <a:pt x="706860" y="55924"/>
                </a:cubicBezTo>
                <a:cubicBezTo>
                  <a:pt x="706860" y="54453"/>
                  <a:pt x="707142" y="53180"/>
                  <a:pt x="707708" y="52105"/>
                </a:cubicBezTo>
                <a:cubicBezTo>
                  <a:pt x="708274" y="51030"/>
                  <a:pt x="709066" y="50167"/>
                  <a:pt x="710084" y="49517"/>
                </a:cubicBezTo>
                <a:cubicBezTo>
                  <a:pt x="711103" y="48866"/>
                  <a:pt x="713224" y="48088"/>
                  <a:pt x="716449" y="47183"/>
                </a:cubicBezTo>
                <a:cubicBezTo>
                  <a:pt x="720748" y="45995"/>
                  <a:pt x="725133" y="45047"/>
                  <a:pt x="729602" y="44340"/>
                </a:cubicBezTo>
                <a:cubicBezTo>
                  <a:pt x="734072" y="43633"/>
                  <a:pt x="738117" y="43279"/>
                  <a:pt x="741738" y="43279"/>
                </a:cubicBezTo>
                <a:cubicBezTo>
                  <a:pt x="752543" y="43279"/>
                  <a:pt x="760930" y="45613"/>
                  <a:pt x="766899" y="50280"/>
                </a:cubicBezTo>
                <a:cubicBezTo>
                  <a:pt x="772867" y="54948"/>
                  <a:pt x="775852" y="61326"/>
                  <a:pt x="775852" y="69417"/>
                </a:cubicBezTo>
                <a:lnTo>
                  <a:pt x="775852" y="105228"/>
                </a:lnTo>
                <a:lnTo>
                  <a:pt x="778822" y="105228"/>
                </a:lnTo>
                <a:cubicBezTo>
                  <a:pt x="783008" y="105228"/>
                  <a:pt x="785993" y="106034"/>
                  <a:pt x="787775" y="107647"/>
                </a:cubicBezTo>
                <a:cubicBezTo>
                  <a:pt x="789557" y="109259"/>
                  <a:pt x="790448" y="111366"/>
                  <a:pt x="790448" y="113969"/>
                </a:cubicBezTo>
                <a:cubicBezTo>
                  <a:pt x="790448" y="116571"/>
                  <a:pt x="789557" y="118679"/>
                  <a:pt x="787775" y="120291"/>
                </a:cubicBezTo>
                <a:cubicBezTo>
                  <a:pt x="785993" y="121903"/>
                  <a:pt x="783008" y="122709"/>
                  <a:pt x="778822" y="122709"/>
                </a:cubicBezTo>
                <a:lnTo>
                  <a:pt x="758455" y="122709"/>
                </a:lnTo>
                <a:moveTo>
                  <a:pt x="758455" y="91462"/>
                </a:moveTo>
                <a:cubicBezTo>
                  <a:pt x="751497" y="90117"/>
                  <a:pt x="745075" y="89444"/>
                  <a:pt x="739192" y="89444"/>
                </a:cubicBezTo>
                <a:cubicBezTo>
                  <a:pt x="732120" y="89444"/>
                  <a:pt x="726038" y="91153"/>
                  <a:pt x="720947" y="94573"/>
                </a:cubicBezTo>
                <a:cubicBezTo>
                  <a:pt x="717778" y="96760"/>
                  <a:pt x="716194" y="98974"/>
                  <a:pt x="716194" y="101216"/>
                </a:cubicBezTo>
                <a:cubicBezTo>
                  <a:pt x="716194" y="102842"/>
                  <a:pt x="716958" y="104160"/>
                  <a:pt x="718486" y="105170"/>
                </a:cubicBezTo>
                <a:cubicBezTo>
                  <a:pt x="721314" y="107019"/>
                  <a:pt x="725190" y="107944"/>
                  <a:pt x="730112" y="107944"/>
                </a:cubicBezTo>
                <a:cubicBezTo>
                  <a:pt x="734298" y="107944"/>
                  <a:pt x="739036" y="107131"/>
                  <a:pt x="744326" y="105506"/>
                </a:cubicBezTo>
                <a:cubicBezTo>
                  <a:pt x="749615" y="103880"/>
                  <a:pt x="754325" y="101665"/>
                  <a:pt x="758455" y="98861"/>
                </a:cubicBezTo>
                <a:lnTo>
                  <a:pt x="758455" y="91462"/>
                </a:lnTo>
                <a:close/>
                <a:moveTo>
                  <a:pt x="860216" y="82666"/>
                </a:moveTo>
                <a:lnTo>
                  <a:pt x="886494" y="105228"/>
                </a:lnTo>
                <a:cubicBezTo>
                  <a:pt x="889662" y="105398"/>
                  <a:pt x="892038" y="106293"/>
                  <a:pt x="893622" y="107914"/>
                </a:cubicBezTo>
                <a:cubicBezTo>
                  <a:pt x="895206" y="109534"/>
                  <a:pt x="895998" y="111566"/>
                  <a:pt x="895998" y="114011"/>
                </a:cubicBezTo>
                <a:cubicBezTo>
                  <a:pt x="895998" y="116569"/>
                  <a:pt x="895107" y="118659"/>
                  <a:pt x="893325" y="120280"/>
                </a:cubicBezTo>
                <a:cubicBezTo>
                  <a:pt x="891543" y="121900"/>
                  <a:pt x="888559" y="122709"/>
                  <a:pt x="884372" y="122709"/>
                </a:cubicBezTo>
                <a:lnTo>
                  <a:pt x="864600" y="122709"/>
                </a:lnTo>
                <a:cubicBezTo>
                  <a:pt x="860413" y="122709"/>
                  <a:pt x="857429" y="121900"/>
                  <a:pt x="855647" y="120280"/>
                </a:cubicBezTo>
                <a:cubicBezTo>
                  <a:pt x="853865" y="118659"/>
                  <a:pt x="852974" y="116513"/>
                  <a:pt x="852974" y="113841"/>
                </a:cubicBezTo>
                <a:cubicBezTo>
                  <a:pt x="852974" y="111794"/>
                  <a:pt x="853610" y="109989"/>
                  <a:pt x="854883" y="108426"/>
                </a:cubicBezTo>
                <a:cubicBezTo>
                  <a:pt x="856156" y="106863"/>
                  <a:pt x="857896" y="105797"/>
                  <a:pt x="860102" y="105228"/>
                </a:cubicBezTo>
                <a:lnTo>
                  <a:pt x="847002" y="93987"/>
                </a:lnTo>
                <a:lnTo>
                  <a:pt x="833880" y="105228"/>
                </a:lnTo>
                <a:cubicBezTo>
                  <a:pt x="836539" y="105910"/>
                  <a:pt x="838448" y="106962"/>
                  <a:pt x="839608" y="108384"/>
                </a:cubicBezTo>
                <a:cubicBezTo>
                  <a:pt x="840768" y="109805"/>
                  <a:pt x="841348" y="111624"/>
                  <a:pt x="841348" y="113841"/>
                </a:cubicBezTo>
                <a:cubicBezTo>
                  <a:pt x="841348" y="116513"/>
                  <a:pt x="840471" y="118659"/>
                  <a:pt x="838717" y="120280"/>
                </a:cubicBezTo>
                <a:cubicBezTo>
                  <a:pt x="836963" y="121900"/>
                  <a:pt x="833993" y="122709"/>
                  <a:pt x="829807" y="122709"/>
                </a:cubicBezTo>
                <a:lnTo>
                  <a:pt x="810204" y="122709"/>
                </a:lnTo>
                <a:cubicBezTo>
                  <a:pt x="806017" y="122709"/>
                  <a:pt x="803033" y="121900"/>
                  <a:pt x="801251" y="120280"/>
                </a:cubicBezTo>
                <a:cubicBezTo>
                  <a:pt x="799469" y="118659"/>
                  <a:pt x="798578" y="116541"/>
                  <a:pt x="798578" y="113926"/>
                </a:cubicBezTo>
                <a:cubicBezTo>
                  <a:pt x="798578" y="111538"/>
                  <a:pt x="799370" y="109534"/>
                  <a:pt x="800954" y="107914"/>
                </a:cubicBezTo>
                <a:cubicBezTo>
                  <a:pt x="802538" y="106293"/>
                  <a:pt x="804914" y="105398"/>
                  <a:pt x="808082" y="105228"/>
                </a:cubicBezTo>
                <a:lnTo>
                  <a:pt x="833944" y="82782"/>
                </a:lnTo>
                <a:lnTo>
                  <a:pt x="811052" y="63137"/>
                </a:lnTo>
                <a:cubicBezTo>
                  <a:pt x="808054" y="62909"/>
                  <a:pt x="805777" y="61985"/>
                  <a:pt x="804221" y="60366"/>
                </a:cubicBezTo>
                <a:cubicBezTo>
                  <a:pt x="802665" y="58744"/>
                  <a:pt x="801887" y="56740"/>
                  <a:pt x="801887" y="54354"/>
                </a:cubicBezTo>
                <a:cubicBezTo>
                  <a:pt x="801887" y="51795"/>
                  <a:pt x="802778" y="49707"/>
                  <a:pt x="804560" y="48087"/>
                </a:cubicBezTo>
                <a:cubicBezTo>
                  <a:pt x="806342" y="46466"/>
                  <a:pt x="809327" y="45655"/>
                  <a:pt x="813513" y="45655"/>
                </a:cubicBezTo>
                <a:lnTo>
                  <a:pt x="829807" y="45655"/>
                </a:lnTo>
                <a:cubicBezTo>
                  <a:pt x="833993" y="45655"/>
                  <a:pt x="836977" y="46466"/>
                  <a:pt x="838759" y="48087"/>
                </a:cubicBezTo>
                <a:cubicBezTo>
                  <a:pt x="840542" y="49707"/>
                  <a:pt x="841433" y="51767"/>
                  <a:pt x="841433" y="54269"/>
                </a:cubicBezTo>
                <a:cubicBezTo>
                  <a:pt x="841433" y="57624"/>
                  <a:pt x="839849" y="60354"/>
                  <a:pt x="836680" y="62458"/>
                </a:cubicBezTo>
                <a:lnTo>
                  <a:pt x="847076" y="71384"/>
                </a:lnTo>
                <a:lnTo>
                  <a:pt x="857556" y="62288"/>
                </a:lnTo>
                <a:cubicBezTo>
                  <a:pt x="854445" y="60071"/>
                  <a:pt x="852889" y="57512"/>
                  <a:pt x="852889" y="54611"/>
                </a:cubicBezTo>
                <a:cubicBezTo>
                  <a:pt x="852889" y="51881"/>
                  <a:pt x="853780" y="49707"/>
                  <a:pt x="855562" y="48087"/>
                </a:cubicBezTo>
                <a:cubicBezTo>
                  <a:pt x="857344" y="46466"/>
                  <a:pt x="860328" y="45655"/>
                  <a:pt x="864515" y="45655"/>
                </a:cubicBezTo>
                <a:lnTo>
                  <a:pt x="880639" y="45655"/>
                </a:lnTo>
                <a:cubicBezTo>
                  <a:pt x="884825" y="45655"/>
                  <a:pt x="887809" y="46466"/>
                  <a:pt x="889591" y="48087"/>
                </a:cubicBezTo>
                <a:cubicBezTo>
                  <a:pt x="891374" y="49707"/>
                  <a:pt x="892265" y="51824"/>
                  <a:pt x="892265" y="54439"/>
                </a:cubicBezTo>
                <a:cubicBezTo>
                  <a:pt x="892265" y="56769"/>
                  <a:pt x="891487" y="58744"/>
                  <a:pt x="889931" y="60366"/>
                </a:cubicBezTo>
                <a:cubicBezTo>
                  <a:pt x="888375" y="61985"/>
                  <a:pt x="886070" y="62909"/>
                  <a:pt x="883015" y="63137"/>
                </a:cubicBezTo>
                <a:lnTo>
                  <a:pt x="860216" y="82666"/>
                </a:lnTo>
                <a:close/>
                <a:moveTo>
                  <a:pt x="1074767" y="50917"/>
                </a:moveTo>
                <a:lnTo>
                  <a:pt x="1074767" y="45655"/>
                </a:lnTo>
                <a:lnTo>
                  <a:pt x="1095134" y="45655"/>
                </a:lnTo>
                <a:cubicBezTo>
                  <a:pt x="1099320" y="45655"/>
                  <a:pt x="1102305" y="46462"/>
                  <a:pt x="1104087" y="48074"/>
                </a:cubicBezTo>
                <a:cubicBezTo>
                  <a:pt x="1105869" y="49686"/>
                  <a:pt x="1106760" y="51794"/>
                  <a:pt x="1106760" y="54396"/>
                </a:cubicBezTo>
                <a:cubicBezTo>
                  <a:pt x="1106760" y="56999"/>
                  <a:pt x="1105869" y="59106"/>
                  <a:pt x="1104087" y="60718"/>
                </a:cubicBezTo>
                <a:cubicBezTo>
                  <a:pt x="1102305" y="62331"/>
                  <a:pt x="1099320" y="63137"/>
                  <a:pt x="1095134" y="63137"/>
                </a:cubicBezTo>
                <a:lnTo>
                  <a:pt x="1092164" y="63137"/>
                </a:lnTo>
                <a:lnTo>
                  <a:pt x="1092164" y="126388"/>
                </a:lnTo>
                <a:cubicBezTo>
                  <a:pt x="1092164" y="132492"/>
                  <a:pt x="1090877" y="137819"/>
                  <a:pt x="1088302" y="142368"/>
                </a:cubicBezTo>
                <a:cubicBezTo>
                  <a:pt x="1085728" y="146919"/>
                  <a:pt x="1081782" y="150833"/>
                  <a:pt x="1076464" y="154111"/>
                </a:cubicBezTo>
                <a:cubicBezTo>
                  <a:pt x="1071146" y="157390"/>
                  <a:pt x="1065149" y="159030"/>
                  <a:pt x="1058474" y="159030"/>
                </a:cubicBezTo>
                <a:lnTo>
                  <a:pt x="1038786" y="159030"/>
                </a:lnTo>
                <a:cubicBezTo>
                  <a:pt x="1034599" y="159030"/>
                  <a:pt x="1031615" y="158220"/>
                  <a:pt x="1029833" y="156598"/>
                </a:cubicBezTo>
                <a:cubicBezTo>
                  <a:pt x="1028051" y="154979"/>
                  <a:pt x="1027160" y="152890"/>
                  <a:pt x="1027160" y="150332"/>
                </a:cubicBezTo>
                <a:cubicBezTo>
                  <a:pt x="1027160" y="147717"/>
                  <a:pt x="1028051" y="145599"/>
                  <a:pt x="1029833" y="143978"/>
                </a:cubicBezTo>
                <a:cubicBezTo>
                  <a:pt x="1031615" y="142358"/>
                  <a:pt x="1034599" y="141549"/>
                  <a:pt x="1038786" y="141549"/>
                </a:cubicBezTo>
                <a:lnTo>
                  <a:pt x="1057965" y="141549"/>
                </a:lnTo>
                <a:cubicBezTo>
                  <a:pt x="1063282" y="141549"/>
                  <a:pt x="1067412" y="140116"/>
                  <a:pt x="1070354" y="137250"/>
                </a:cubicBezTo>
                <a:cubicBezTo>
                  <a:pt x="1073296" y="134386"/>
                  <a:pt x="1074767" y="130763"/>
                  <a:pt x="1074767" y="126382"/>
                </a:cubicBezTo>
                <a:lnTo>
                  <a:pt x="1074767" y="117957"/>
                </a:lnTo>
                <a:cubicBezTo>
                  <a:pt x="1070920" y="120446"/>
                  <a:pt x="1067002" y="122313"/>
                  <a:pt x="1063014" y="123558"/>
                </a:cubicBezTo>
                <a:cubicBezTo>
                  <a:pt x="1059025" y="124803"/>
                  <a:pt x="1054938" y="125425"/>
                  <a:pt x="1050751" y="125425"/>
                </a:cubicBezTo>
                <a:cubicBezTo>
                  <a:pt x="1038927" y="125425"/>
                  <a:pt x="1029027" y="121475"/>
                  <a:pt x="1021050" y="113576"/>
                </a:cubicBezTo>
                <a:cubicBezTo>
                  <a:pt x="1013073" y="105675"/>
                  <a:pt x="1009084" y="95920"/>
                  <a:pt x="1009084" y="84310"/>
                </a:cubicBezTo>
                <a:cubicBezTo>
                  <a:pt x="1009084" y="72643"/>
                  <a:pt x="1013073" y="62860"/>
                  <a:pt x="1021050" y="54961"/>
                </a:cubicBezTo>
                <a:cubicBezTo>
                  <a:pt x="1029027" y="47060"/>
                  <a:pt x="1038927" y="43110"/>
                  <a:pt x="1050751" y="43110"/>
                </a:cubicBezTo>
                <a:cubicBezTo>
                  <a:pt x="1055164" y="43110"/>
                  <a:pt x="1059365" y="43753"/>
                  <a:pt x="1063353" y="45040"/>
                </a:cubicBezTo>
                <a:cubicBezTo>
                  <a:pt x="1067342" y="46327"/>
                  <a:pt x="1071146" y="48286"/>
                  <a:pt x="1074767" y="50917"/>
                </a:cubicBezTo>
                <a:moveTo>
                  <a:pt x="1074682" y="84267"/>
                </a:moveTo>
                <a:cubicBezTo>
                  <a:pt x="1074682" y="77874"/>
                  <a:pt x="1072320" y="72330"/>
                  <a:pt x="1067596" y="67634"/>
                </a:cubicBezTo>
                <a:cubicBezTo>
                  <a:pt x="1062872" y="62939"/>
                  <a:pt x="1057201" y="60591"/>
                  <a:pt x="1050582" y="60591"/>
                </a:cubicBezTo>
                <a:cubicBezTo>
                  <a:pt x="1043962" y="60591"/>
                  <a:pt x="1038291" y="62939"/>
                  <a:pt x="1033567" y="67634"/>
                </a:cubicBezTo>
                <a:cubicBezTo>
                  <a:pt x="1028843" y="72330"/>
                  <a:pt x="1026481" y="77874"/>
                  <a:pt x="1026481" y="84267"/>
                </a:cubicBezTo>
                <a:cubicBezTo>
                  <a:pt x="1026481" y="90717"/>
                  <a:pt x="1028843" y="96275"/>
                  <a:pt x="1033567" y="100943"/>
                </a:cubicBezTo>
                <a:cubicBezTo>
                  <a:pt x="1038291" y="105610"/>
                  <a:pt x="1043962" y="107944"/>
                  <a:pt x="1050582" y="107944"/>
                </a:cubicBezTo>
                <a:cubicBezTo>
                  <a:pt x="1057201" y="107944"/>
                  <a:pt x="1062872" y="105610"/>
                  <a:pt x="1067596" y="100943"/>
                </a:cubicBezTo>
                <a:cubicBezTo>
                  <a:pt x="1072320" y="96275"/>
                  <a:pt x="1074682" y="90717"/>
                  <a:pt x="1074682" y="84267"/>
                </a:cubicBezTo>
                <a:close/>
                <a:moveTo>
                  <a:pt x="1203569" y="92838"/>
                </a:moveTo>
                <a:lnTo>
                  <a:pt x="1132201" y="92838"/>
                </a:lnTo>
                <a:cubicBezTo>
                  <a:pt x="1134011" y="97364"/>
                  <a:pt x="1137222" y="101013"/>
                  <a:pt x="1141832" y="103785"/>
                </a:cubicBezTo>
                <a:cubicBezTo>
                  <a:pt x="1146443" y="106558"/>
                  <a:pt x="1152680" y="107944"/>
                  <a:pt x="1160544" y="107944"/>
                </a:cubicBezTo>
                <a:cubicBezTo>
                  <a:pt x="1166994" y="107944"/>
                  <a:pt x="1175565" y="106578"/>
                  <a:pt x="1186257" y="103846"/>
                </a:cubicBezTo>
                <a:cubicBezTo>
                  <a:pt x="1190670" y="102731"/>
                  <a:pt x="1193725" y="102173"/>
                  <a:pt x="1195422" y="102173"/>
                </a:cubicBezTo>
                <a:cubicBezTo>
                  <a:pt x="1197742" y="102173"/>
                  <a:pt x="1199694" y="102993"/>
                  <a:pt x="1201278" y="104634"/>
                </a:cubicBezTo>
                <a:cubicBezTo>
                  <a:pt x="1202862" y="106275"/>
                  <a:pt x="1203654" y="108340"/>
                  <a:pt x="1203654" y="110829"/>
                </a:cubicBezTo>
                <a:cubicBezTo>
                  <a:pt x="1203654" y="113092"/>
                  <a:pt x="1202805" y="115015"/>
                  <a:pt x="1201108" y="116599"/>
                </a:cubicBezTo>
                <a:cubicBezTo>
                  <a:pt x="1198845" y="118693"/>
                  <a:pt x="1193329" y="120687"/>
                  <a:pt x="1184560" y="122582"/>
                </a:cubicBezTo>
                <a:cubicBezTo>
                  <a:pt x="1175791" y="124477"/>
                  <a:pt x="1167362" y="125425"/>
                  <a:pt x="1159271" y="125425"/>
                </a:cubicBezTo>
                <a:cubicBezTo>
                  <a:pt x="1145354" y="125425"/>
                  <a:pt x="1134223" y="121493"/>
                  <a:pt x="1125878" y="113629"/>
                </a:cubicBezTo>
                <a:cubicBezTo>
                  <a:pt x="1117534" y="105765"/>
                  <a:pt x="1113361" y="96091"/>
                  <a:pt x="1113361" y="84607"/>
                </a:cubicBezTo>
                <a:cubicBezTo>
                  <a:pt x="1113361" y="72387"/>
                  <a:pt x="1117873" y="62444"/>
                  <a:pt x="1126897" y="54778"/>
                </a:cubicBezTo>
                <a:cubicBezTo>
                  <a:pt x="1135920" y="47112"/>
                  <a:pt x="1146316" y="43279"/>
                  <a:pt x="1158083" y="43279"/>
                </a:cubicBezTo>
                <a:cubicBezTo>
                  <a:pt x="1165155" y="43279"/>
                  <a:pt x="1171647" y="44522"/>
                  <a:pt x="1177559" y="47008"/>
                </a:cubicBezTo>
                <a:cubicBezTo>
                  <a:pt x="1183471" y="49492"/>
                  <a:pt x="1187870" y="52174"/>
                  <a:pt x="1190755" y="55054"/>
                </a:cubicBezTo>
                <a:cubicBezTo>
                  <a:pt x="1194828" y="59233"/>
                  <a:pt x="1198194" y="64401"/>
                  <a:pt x="1200853" y="70557"/>
                </a:cubicBezTo>
                <a:cubicBezTo>
                  <a:pt x="1202664" y="74849"/>
                  <a:pt x="1203569" y="79820"/>
                  <a:pt x="1203569" y="85469"/>
                </a:cubicBezTo>
                <a:lnTo>
                  <a:pt x="1203569" y="92838"/>
                </a:lnTo>
                <a:moveTo>
                  <a:pt x="1184305" y="75357"/>
                </a:moveTo>
                <a:cubicBezTo>
                  <a:pt x="1181646" y="70463"/>
                  <a:pt x="1178167" y="66807"/>
                  <a:pt x="1173868" y="64389"/>
                </a:cubicBezTo>
                <a:cubicBezTo>
                  <a:pt x="1169568" y="61970"/>
                  <a:pt x="1164448" y="60761"/>
                  <a:pt x="1158508" y="60761"/>
                </a:cubicBezTo>
                <a:cubicBezTo>
                  <a:pt x="1152624" y="60761"/>
                  <a:pt x="1147532" y="61970"/>
                  <a:pt x="1143233" y="64389"/>
                </a:cubicBezTo>
                <a:cubicBezTo>
                  <a:pt x="1138933" y="66807"/>
                  <a:pt x="1135425" y="70463"/>
                  <a:pt x="1132710" y="75357"/>
                </a:cubicBezTo>
                <a:lnTo>
                  <a:pt x="1184305" y="75357"/>
                </a:lnTo>
                <a:close/>
                <a:moveTo>
                  <a:pt x="1259900" y="63137"/>
                </a:moveTo>
                <a:lnTo>
                  <a:pt x="1259900" y="97819"/>
                </a:lnTo>
                <a:cubicBezTo>
                  <a:pt x="1259900" y="101531"/>
                  <a:pt x="1260664" y="103978"/>
                  <a:pt x="1262192" y="105159"/>
                </a:cubicBezTo>
                <a:cubicBezTo>
                  <a:pt x="1264568" y="107015"/>
                  <a:pt x="1268811" y="107944"/>
                  <a:pt x="1274921" y="107944"/>
                </a:cubicBezTo>
                <a:cubicBezTo>
                  <a:pt x="1283803" y="107944"/>
                  <a:pt x="1292006" y="106028"/>
                  <a:pt x="1299530" y="102197"/>
                </a:cubicBezTo>
                <a:cubicBezTo>
                  <a:pt x="1302416" y="100710"/>
                  <a:pt x="1304679" y="99967"/>
                  <a:pt x="1306319" y="99967"/>
                </a:cubicBezTo>
                <a:cubicBezTo>
                  <a:pt x="1308582" y="99967"/>
                  <a:pt x="1310548" y="100821"/>
                  <a:pt x="1312217" y="102531"/>
                </a:cubicBezTo>
                <a:cubicBezTo>
                  <a:pt x="1313886" y="104239"/>
                  <a:pt x="1314721" y="106317"/>
                  <a:pt x="1314721" y="108766"/>
                </a:cubicBezTo>
                <a:cubicBezTo>
                  <a:pt x="1314721" y="111045"/>
                  <a:pt x="1313815" y="113010"/>
                  <a:pt x="1312005" y="114661"/>
                </a:cubicBezTo>
                <a:cubicBezTo>
                  <a:pt x="1309233" y="117338"/>
                  <a:pt x="1303759" y="119801"/>
                  <a:pt x="1295584" y="122052"/>
                </a:cubicBezTo>
                <a:cubicBezTo>
                  <a:pt x="1287409" y="124301"/>
                  <a:pt x="1280522" y="125425"/>
                  <a:pt x="1274921" y="125425"/>
                </a:cubicBezTo>
                <a:cubicBezTo>
                  <a:pt x="1264115" y="125425"/>
                  <a:pt x="1256011" y="123098"/>
                  <a:pt x="1250608" y="118443"/>
                </a:cubicBezTo>
                <a:cubicBezTo>
                  <a:pt x="1245205" y="113788"/>
                  <a:pt x="1242504" y="108075"/>
                  <a:pt x="1242504" y="101306"/>
                </a:cubicBezTo>
                <a:lnTo>
                  <a:pt x="1242504" y="63137"/>
                </a:lnTo>
                <a:lnTo>
                  <a:pt x="1236224" y="63137"/>
                </a:lnTo>
                <a:cubicBezTo>
                  <a:pt x="1232037" y="63137"/>
                  <a:pt x="1229053" y="62327"/>
                  <a:pt x="1227271" y="60708"/>
                </a:cubicBezTo>
                <a:cubicBezTo>
                  <a:pt x="1225489" y="59086"/>
                  <a:pt x="1224598" y="56968"/>
                  <a:pt x="1224598" y="54354"/>
                </a:cubicBezTo>
                <a:cubicBezTo>
                  <a:pt x="1224598" y="51795"/>
                  <a:pt x="1225489" y="49707"/>
                  <a:pt x="1227271" y="48087"/>
                </a:cubicBezTo>
                <a:cubicBezTo>
                  <a:pt x="1229053" y="46466"/>
                  <a:pt x="1232037" y="45655"/>
                  <a:pt x="1236224" y="45655"/>
                </a:cubicBezTo>
                <a:lnTo>
                  <a:pt x="1242504" y="45655"/>
                </a:lnTo>
                <a:lnTo>
                  <a:pt x="1242504" y="29956"/>
                </a:lnTo>
                <a:cubicBezTo>
                  <a:pt x="1242504" y="25770"/>
                  <a:pt x="1243310" y="22785"/>
                  <a:pt x="1244922" y="21003"/>
                </a:cubicBezTo>
                <a:cubicBezTo>
                  <a:pt x="1246535" y="19221"/>
                  <a:pt x="1248642" y="18330"/>
                  <a:pt x="1251244" y="18330"/>
                </a:cubicBezTo>
                <a:cubicBezTo>
                  <a:pt x="1253790" y="18330"/>
                  <a:pt x="1255869" y="19221"/>
                  <a:pt x="1257482" y="21003"/>
                </a:cubicBezTo>
                <a:cubicBezTo>
                  <a:pt x="1259094" y="22785"/>
                  <a:pt x="1259900" y="25770"/>
                  <a:pt x="1259900" y="29956"/>
                </a:cubicBezTo>
                <a:lnTo>
                  <a:pt x="1259900" y="45655"/>
                </a:lnTo>
                <a:lnTo>
                  <a:pt x="1292063" y="45655"/>
                </a:lnTo>
                <a:cubicBezTo>
                  <a:pt x="1296249" y="45655"/>
                  <a:pt x="1299233" y="46466"/>
                  <a:pt x="1301016" y="48087"/>
                </a:cubicBezTo>
                <a:cubicBezTo>
                  <a:pt x="1302798" y="49707"/>
                  <a:pt x="1303689" y="51824"/>
                  <a:pt x="1303689" y="54439"/>
                </a:cubicBezTo>
                <a:cubicBezTo>
                  <a:pt x="1303689" y="56997"/>
                  <a:pt x="1302798" y="59086"/>
                  <a:pt x="1301016" y="60708"/>
                </a:cubicBezTo>
                <a:cubicBezTo>
                  <a:pt x="1299233" y="62327"/>
                  <a:pt x="1296249" y="63137"/>
                  <a:pt x="1292063" y="63137"/>
                </a:cubicBezTo>
                <a:lnTo>
                  <a:pt x="1259900" y="63137"/>
                </a:lnTo>
                <a:close/>
                <a:moveTo>
                  <a:pt x="1387260" y="66022"/>
                </a:moveTo>
                <a:cubicBezTo>
                  <a:pt x="1384431" y="64268"/>
                  <a:pt x="1381461" y="62953"/>
                  <a:pt x="1378349" y="62076"/>
                </a:cubicBezTo>
                <a:cubicBezTo>
                  <a:pt x="1375238" y="61199"/>
                  <a:pt x="1371985" y="60761"/>
                  <a:pt x="1368590" y="60761"/>
                </a:cubicBezTo>
                <a:cubicBezTo>
                  <a:pt x="1361858" y="60761"/>
                  <a:pt x="1356511" y="61859"/>
                  <a:pt x="1352551" y="64057"/>
                </a:cubicBezTo>
                <a:cubicBezTo>
                  <a:pt x="1350797" y="65015"/>
                  <a:pt x="1349921" y="66058"/>
                  <a:pt x="1349921" y="67186"/>
                </a:cubicBezTo>
                <a:cubicBezTo>
                  <a:pt x="1349921" y="68482"/>
                  <a:pt x="1351109" y="69751"/>
                  <a:pt x="1353485" y="70992"/>
                </a:cubicBezTo>
                <a:cubicBezTo>
                  <a:pt x="1355295" y="71893"/>
                  <a:pt x="1359340" y="72767"/>
                  <a:pt x="1365620" y="73612"/>
                </a:cubicBezTo>
                <a:cubicBezTo>
                  <a:pt x="1377161" y="75191"/>
                  <a:pt x="1385195" y="76771"/>
                  <a:pt x="1389721" y="78354"/>
                </a:cubicBezTo>
                <a:cubicBezTo>
                  <a:pt x="1395661" y="80447"/>
                  <a:pt x="1400243" y="83557"/>
                  <a:pt x="1403468" y="87686"/>
                </a:cubicBezTo>
                <a:cubicBezTo>
                  <a:pt x="1406693" y="91812"/>
                  <a:pt x="1408305" y="96165"/>
                  <a:pt x="1408305" y="100744"/>
                </a:cubicBezTo>
                <a:cubicBezTo>
                  <a:pt x="1408305" y="106963"/>
                  <a:pt x="1405561" y="112165"/>
                  <a:pt x="1400074" y="116350"/>
                </a:cubicBezTo>
                <a:cubicBezTo>
                  <a:pt x="1392210" y="122400"/>
                  <a:pt x="1381998" y="125425"/>
                  <a:pt x="1369439" y="125425"/>
                </a:cubicBezTo>
                <a:cubicBezTo>
                  <a:pt x="1364404" y="125425"/>
                  <a:pt x="1359750" y="124994"/>
                  <a:pt x="1355479" y="124131"/>
                </a:cubicBezTo>
                <a:cubicBezTo>
                  <a:pt x="1351208" y="123268"/>
                  <a:pt x="1347290" y="122002"/>
                  <a:pt x="1343726" y="120333"/>
                </a:cubicBezTo>
                <a:cubicBezTo>
                  <a:pt x="1342877" y="121095"/>
                  <a:pt x="1341972" y="121682"/>
                  <a:pt x="1341010" y="122094"/>
                </a:cubicBezTo>
                <a:cubicBezTo>
                  <a:pt x="1340048" y="122504"/>
                  <a:pt x="1339058" y="122709"/>
                  <a:pt x="1338040" y="122709"/>
                </a:cubicBezTo>
                <a:cubicBezTo>
                  <a:pt x="1335324" y="122709"/>
                  <a:pt x="1333160" y="121816"/>
                  <a:pt x="1331548" y="120028"/>
                </a:cubicBezTo>
                <a:cubicBezTo>
                  <a:pt x="1329936" y="118241"/>
                  <a:pt x="1329130" y="115248"/>
                  <a:pt x="1329130" y="111049"/>
                </a:cubicBezTo>
                <a:lnTo>
                  <a:pt x="1329130" y="105178"/>
                </a:lnTo>
                <a:cubicBezTo>
                  <a:pt x="1329130" y="100979"/>
                  <a:pt x="1329936" y="97986"/>
                  <a:pt x="1331548" y="96198"/>
                </a:cubicBezTo>
                <a:cubicBezTo>
                  <a:pt x="1333160" y="94411"/>
                  <a:pt x="1335268" y="93517"/>
                  <a:pt x="1337870" y="93517"/>
                </a:cubicBezTo>
                <a:cubicBezTo>
                  <a:pt x="1339964" y="93517"/>
                  <a:pt x="1341717" y="94091"/>
                  <a:pt x="1343132" y="95238"/>
                </a:cubicBezTo>
                <a:cubicBezTo>
                  <a:pt x="1344546" y="96384"/>
                  <a:pt x="1345649" y="98354"/>
                  <a:pt x="1346441" y="101149"/>
                </a:cubicBezTo>
                <a:cubicBezTo>
                  <a:pt x="1349100" y="103386"/>
                  <a:pt x="1352297" y="105078"/>
                  <a:pt x="1356031" y="106225"/>
                </a:cubicBezTo>
                <a:cubicBezTo>
                  <a:pt x="1359764" y="107371"/>
                  <a:pt x="1364064" y="107944"/>
                  <a:pt x="1368930" y="107944"/>
                </a:cubicBezTo>
                <a:cubicBezTo>
                  <a:pt x="1376906" y="107944"/>
                  <a:pt x="1383101" y="106703"/>
                  <a:pt x="1387514" y="104223"/>
                </a:cubicBezTo>
                <a:cubicBezTo>
                  <a:pt x="1389607" y="102984"/>
                  <a:pt x="1390654" y="101687"/>
                  <a:pt x="1390654" y="100333"/>
                </a:cubicBezTo>
                <a:cubicBezTo>
                  <a:pt x="1390654" y="98078"/>
                  <a:pt x="1389155" y="96219"/>
                  <a:pt x="1386156" y="94753"/>
                </a:cubicBezTo>
                <a:cubicBezTo>
                  <a:pt x="1383158" y="93287"/>
                  <a:pt x="1376963" y="92047"/>
                  <a:pt x="1367572" y="91032"/>
                </a:cubicBezTo>
                <a:cubicBezTo>
                  <a:pt x="1353598" y="89567"/>
                  <a:pt x="1344263" y="86742"/>
                  <a:pt x="1339567" y="82557"/>
                </a:cubicBezTo>
                <a:cubicBezTo>
                  <a:pt x="1334872" y="78429"/>
                  <a:pt x="1332524" y="73339"/>
                  <a:pt x="1332524" y="67287"/>
                </a:cubicBezTo>
                <a:cubicBezTo>
                  <a:pt x="1332524" y="61066"/>
                  <a:pt x="1335155" y="55891"/>
                  <a:pt x="1340416" y="51763"/>
                </a:cubicBezTo>
                <a:cubicBezTo>
                  <a:pt x="1347544" y="46107"/>
                  <a:pt x="1356879" y="43279"/>
                  <a:pt x="1368420" y="43279"/>
                </a:cubicBezTo>
                <a:cubicBezTo>
                  <a:pt x="1372437" y="43279"/>
                  <a:pt x="1376298" y="43668"/>
                  <a:pt x="1380004" y="44446"/>
                </a:cubicBezTo>
                <a:cubicBezTo>
                  <a:pt x="1383710" y="45224"/>
                  <a:pt x="1387260" y="46419"/>
                  <a:pt x="1390654" y="48032"/>
                </a:cubicBezTo>
                <a:cubicBezTo>
                  <a:pt x="1391729" y="47239"/>
                  <a:pt x="1392733" y="46645"/>
                  <a:pt x="1393667" y="46249"/>
                </a:cubicBezTo>
                <a:cubicBezTo>
                  <a:pt x="1394600" y="45853"/>
                  <a:pt x="1395463" y="45655"/>
                  <a:pt x="1396255" y="45655"/>
                </a:cubicBezTo>
                <a:cubicBezTo>
                  <a:pt x="1398631" y="45655"/>
                  <a:pt x="1400611" y="46546"/>
                  <a:pt x="1402195" y="48329"/>
                </a:cubicBezTo>
                <a:cubicBezTo>
                  <a:pt x="1403779" y="50111"/>
                  <a:pt x="1404571" y="53095"/>
                  <a:pt x="1404571" y="57281"/>
                </a:cubicBezTo>
                <a:lnTo>
                  <a:pt x="1404571" y="61524"/>
                </a:lnTo>
                <a:cubicBezTo>
                  <a:pt x="1404571" y="65315"/>
                  <a:pt x="1404119" y="67889"/>
                  <a:pt x="1403213" y="69247"/>
                </a:cubicBezTo>
                <a:cubicBezTo>
                  <a:pt x="1401403" y="71849"/>
                  <a:pt x="1398942" y="73150"/>
                  <a:pt x="1395831" y="73150"/>
                </a:cubicBezTo>
                <a:cubicBezTo>
                  <a:pt x="1393737" y="73150"/>
                  <a:pt x="1391899" y="72500"/>
                  <a:pt x="1390315" y="71199"/>
                </a:cubicBezTo>
                <a:cubicBezTo>
                  <a:pt x="1388730" y="69897"/>
                  <a:pt x="1387712" y="68172"/>
                  <a:pt x="1387260" y="66022"/>
                </a:cubicBezTo>
                <a:close/>
                <a:moveTo>
                  <a:pt x="1604131" y="48710"/>
                </a:moveTo>
                <a:cubicBezTo>
                  <a:pt x="1606224" y="46787"/>
                  <a:pt x="1608374" y="45825"/>
                  <a:pt x="1610580" y="45825"/>
                </a:cubicBezTo>
                <a:cubicBezTo>
                  <a:pt x="1613070" y="45825"/>
                  <a:pt x="1615120" y="46716"/>
                  <a:pt x="1616733" y="48498"/>
                </a:cubicBezTo>
                <a:cubicBezTo>
                  <a:pt x="1618345" y="50280"/>
                  <a:pt x="1619151" y="53236"/>
                  <a:pt x="1619151" y="57366"/>
                </a:cubicBezTo>
                <a:lnTo>
                  <a:pt x="1619151" y="68568"/>
                </a:lnTo>
                <a:cubicBezTo>
                  <a:pt x="1619151" y="72754"/>
                  <a:pt x="1618345" y="75725"/>
                  <a:pt x="1616733" y="77478"/>
                </a:cubicBezTo>
                <a:cubicBezTo>
                  <a:pt x="1615120" y="79232"/>
                  <a:pt x="1613013" y="80109"/>
                  <a:pt x="1610411" y="80109"/>
                </a:cubicBezTo>
                <a:cubicBezTo>
                  <a:pt x="1608035" y="80109"/>
                  <a:pt x="1606026" y="79430"/>
                  <a:pt x="1604385" y="78072"/>
                </a:cubicBezTo>
                <a:cubicBezTo>
                  <a:pt x="1603197" y="77054"/>
                  <a:pt x="1602264" y="74975"/>
                  <a:pt x="1601585" y="71835"/>
                </a:cubicBezTo>
                <a:cubicBezTo>
                  <a:pt x="1600906" y="68695"/>
                  <a:pt x="1599266" y="66362"/>
                  <a:pt x="1596663" y="64834"/>
                </a:cubicBezTo>
                <a:cubicBezTo>
                  <a:pt x="1592081" y="62118"/>
                  <a:pt x="1586225" y="60761"/>
                  <a:pt x="1579097" y="60761"/>
                </a:cubicBezTo>
                <a:cubicBezTo>
                  <a:pt x="1570894" y="60761"/>
                  <a:pt x="1564317" y="63153"/>
                  <a:pt x="1559367" y="67937"/>
                </a:cubicBezTo>
                <a:cubicBezTo>
                  <a:pt x="1554416" y="72719"/>
                  <a:pt x="1551941" y="78767"/>
                  <a:pt x="1551941" y="86081"/>
                </a:cubicBezTo>
                <a:cubicBezTo>
                  <a:pt x="1551941" y="92835"/>
                  <a:pt x="1554317" y="98167"/>
                  <a:pt x="1559070" y="102078"/>
                </a:cubicBezTo>
                <a:cubicBezTo>
                  <a:pt x="1563822" y="105988"/>
                  <a:pt x="1571714" y="107944"/>
                  <a:pt x="1582746" y="107944"/>
                </a:cubicBezTo>
                <a:cubicBezTo>
                  <a:pt x="1589987" y="107944"/>
                  <a:pt x="1595899" y="107214"/>
                  <a:pt x="1600482" y="105756"/>
                </a:cubicBezTo>
                <a:cubicBezTo>
                  <a:pt x="1603197" y="104858"/>
                  <a:pt x="1605772" y="103329"/>
                  <a:pt x="1608204" y="101171"/>
                </a:cubicBezTo>
                <a:cubicBezTo>
                  <a:pt x="1610637" y="99010"/>
                  <a:pt x="1612843" y="97930"/>
                  <a:pt x="1614823" y="97930"/>
                </a:cubicBezTo>
                <a:cubicBezTo>
                  <a:pt x="1617200" y="97930"/>
                  <a:pt x="1619250" y="98807"/>
                  <a:pt x="1620976" y="100561"/>
                </a:cubicBezTo>
                <a:cubicBezTo>
                  <a:pt x="1622701" y="102314"/>
                  <a:pt x="1623564" y="104379"/>
                  <a:pt x="1623564" y="106756"/>
                </a:cubicBezTo>
                <a:cubicBezTo>
                  <a:pt x="1623564" y="110603"/>
                  <a:pt x="1620933" y="114252"/>
                  <a:pt x="1615672" y="117703"/>
                </a:cubicBezTo>
                <a:cubicBezTo>
                  <a:pt x="1607865" y="122851"/>
                  <a:pt x="1596437" y="125425"/>
                  <a:pt x="1581388" y="125425"/>
                </a:cubicBezTo>
                <a:cubicBezTo>
                  <a:pt x="1567867" y="125425"/>
                  <a:pt x="1557344" y="122627"/>
                  <a:pt x="1549820" y="117032"/>
                </a:cubicBezTo>
                <a:cubicBezTo>
                  <a:pt x="1539636" y="109516"/>
                  <a:pt x="1534545" y="99230"/>
                  <a:pt x="1534545" y="86174"/>
                </a:cubicBezTo>
                <a:cubicBezTo>
                  <a:pt x="1534545" y="73798"/>
                  <a:pt x="1538675" y="63556"/>
                  <a:pt x="1546934" y="55446"/>
                </a:cubicBezTo>
                <a:cubicBezTo>
                  <a:pt x="1555194" y="47335"/>
                  <a:pt x="1565972" y="43279"/>
                  <a:pt x="1579267" y="43279"/>
                </a:cubicBezTo>
                <a:cubicBezTo>
                  <a:pt x="1584075" y="43279"/>
                  <a:pt x="1588545" y="43732"/>
                  <a:pt x="1592675" y="44637"/>
                </a:cubicBezTo>
                <a:cubicBezTo>
                  <a:pt x="1596805" y="45542"/>
                  <a:pt x="1600623" y="46900"/>
                  <a:pt x="1604131" y="48710"/>
                </a:cubicBezTo>
                <a:close/>
                <a:moveTo>
                  <a:pt x="1689994" y="12559"/>
                </a:moveTo>
                <a:lnTo>
                  <a:pt x="1689994" y="105228"/>
                </a:lnTo>
                <a:lnTo>
                  <a:pt x="1710869" y="105228"/>
                </a:lnTo>
                <a:cubicBezTo>
                  <a:pt x="1715056" y="105228"/>
                  <a:pt x="1718040" y="106034"/>
                  <a:pt x="1719822" y="107647"/>
                </a:cubicBezTo>
                <a:cubicBezTo>
                  <a:pt x="1721604" y="109259"/>
                  <a:pt x="1722495" y="111366"/>
                  <a:pt x="1722495" y="113969"/>
                </a:cubicBezTo>
                <a:cubicBezTo>
                  <a:pt x="1722495" y="116571"/>
                  <a:pt x="1721604" y="118679"/>
                  <a:pt x="1719822" y="120291"/>
                </a:cubicBezTo>
                <a:cubicBezTo>
                  <a:pt x="1718040" y="121903"/>
                  <a:pt x="1715056" y="122709"/>
                  <a:pt x="1710869" y="122709"/>
                </a:cubicBezTo>
                <a:lnTo>
                  <a:pt x="1651721" y="122709"/>
                </a:lnTo>
                <a:cubicBezTo>
                  <a:pt x="1647535" y="122709"/>
                  <a:pt x="1644550" y="121889"/>
                  <a:pt x="1642768" y="120248"/>
                </a:cubicBezTo>
                <a:cubicBezTo>
                  <a:pt x="1640986" y="118608"/>
                  <a:pt x="1640095" y="116486"/>
                  <a:pt x="1640095" y="113884"/>
                </a:cubicBezTo>
                <a:cubicBezTo>
                  <a:pt x="1640095" y="111281"/>
                  <a:pt x="1640986" y="109188"/>
                  <a:pt x="1642768" y="107604"/>
                </a:cubicBezTo>
                <a:cubicBezTo>
                  <a:pt x="1644550" y="106020"/>
                  <a:pt x="1647535" y="105228"/>
                  <a:pt x="1651721" y="105228"/>
                </a:cubicBezTo>
                <a:lnTo>
                  <a:pt x="1672597" y="105228"/>
                </a:lnTo>
                <a:lnTo>
                  <a:pt x="1672597" y="30041"/>
                </a:lnTo>
                <a:lnTo>
                  <a:pt x="1658595" y="30041"/>
                </a:lnTo>
                <a:cubicBezTo>
                  <a:pt x="1654465" y="30041"/>
                  <a:pt x="1651495" y="29221"/>
                  <a:pt x="1649684" y="27580"/>
                </a:cubicBezTo>
                <a:cubicBezTo>
                  <a:pt x="1647874" y="25939"/>
                  <a:pt x="1646969" y="23818"/>
                  <a:pt x="1646969" y="21215"/>
                </a:cubicBezTo>
                <a:cubicBezTo>
                  <a:pt x="1646969" y="18613"/>
                  <a:pt x="1647860" y="16520"/>
                  <a:pt x="1649642" y="14936"/>
                </a:cubicBezTo>
                <a:cubicBezTo>
                  <a:pt x="1651424" y="13352"/>
                  <a:pt x="1654408" y="12559"/>
                  <a:pt x="1658595" y="12559"/>
                </a:cubicBezTo>
                <a:lnTo>
                  <a:pt x="1689994" y="12559"/>
                </a:lnTo>
                <a:close/>
                <a:moveTo>
                  <a:pt x="1830761" y="85540"/>
                </a:moveTo>
                <a:cubicBezTo>
                  <a:pt x="1830761" y="92216"/>
                  <a:pt x="1828908" y="98680"/>
                  <a:pt x="1825203" y="104931"/>
                </a:cubicBezTo>
                <a:cubicBezTo>
                  <a:pt x="1821497" y="111182"/>
                  <a:pt x="1815981" y="116161"/>
                  <a:pt x="1808655" y="119867"/>
                </a:cubicBezTo>
                <a:cubicBezTo>
                  <a:pt x="1801329" y="123572"/>
                  <a:pt x="1793677" y="125425"/>
                  <a:pt x="1785700" y="125425"/>
                </a:cubicBezTo>
                <a:cubicBezTo>
                  <a:pt x="1777780" y="125425"/>
                  <a:pt x="1770199" y="123601"/>
                  <a:pt x="1762957" y="119951"/>
                </a:cubicBezTo>
                <a:cubicBezTo>
                  <a:pt x="1755716" y="116302"/>
                  <a:pt x="1750200" y="111338"/>
                  <a:pt x="1746409" y="105058"/>
                </a:cubicBezTo>
                <a:cubicBezTo>
                  <a:pt x="1742619" y="98779"/>
                  <a:pt x="1740723" y="92216"/>
                  <a:pt x="1740723" y="85370"/>
                </a:cubicBezTo>
                <a:cubicBezTo>
                  <a:pt x="1740723" y="78412"/>
                  <a:pt x="1742647" y="71581"/>
                  <a:pt x="1746494" y="64876"/>
                </a:cubicBezTo>
                <a:cubicBezTo>
                  <a:pt x="1750341" y="58172"/>
                  <a:pt x="1755871" y="52897"/>
                  <a:pt x="1763084" y="49050"/>
                </a:cubicBezTo>
                <a:cubicBezTo>
                  <a:pt x="1770298" y="45203"/>
                  <a:pt x="1777836" y="43279"/>
                  <a:pt x="1785700" y="43279"/>
                </a:cubicBezTo>
                <a:cubicBezTo>
                  <a:pt x="1793620" y="43279"/>
                  <a:pt x="1801244" y="45245"/>
                  <a:pt x="1808570" y="49177"/>
                </a:cubicBezTo>
                <a:cubicBezTo>
                  <a:pt x="1815896" y="53109"/>
                  <a:pt x="1821427" y="58399"/>
                  <a:pt x="1825160" y="65046"/>
                </a:cubicBezTo>
                <a:cubicBezTo>
                  <a:pt x="1828894" y="71694"/>
                  <a:pt x="1830761" y="78525"/>
                  <a:pt x="1830761" y="85540"/>
                </a:cubicBezTo>
                <a:moveTo>
                  <a:pt x="1813365" y="85620"/>
                </a:moveTo>
                <a:cubicBezTo>
                  <a:pt x="1813365" y="80040"/>
                  <a:pt x="1811356" y="74910"/>
                  <a:pt x="1807340" y="70231"/>
                </a:cubicBezTo>
                <a:cubicBezTo>
                  <a:pt x="1801852" y="63917"/>
                  <a:pt x="1794639" y="60761"/>
                  <a:pt x="1785700" y="60761"/>
                </a:cubicBezTo>
                <a:cubicBezTo>
                  <a:pt x="1777836" y="60761"/>
                  <a:pt x="1771273" y="63269"/>
                  <a:pt x="1766012" y="68287"/>
                </a:cubicBezTo>
                <a:cubicBezTo>
                  <a:pt x="1760751" y="73304"/>
                  <a:pt x="1758120" y="79110"/>
                  <a:pt x="1758120" y="85705"/>
                </a:cubicBezTo>
                <a:cubicBezTo>
                  <a:pt x="1758120" y="91116"/>
                  <a:pt x="1760779" y="96176"/>
                  <a:pt x="1766097" y="100884"/>
                </a:cubicBezTo>
                <a:cubicBezTo>
                  <a:pt x="1771415" y="105590"/>
                  <a:pt x="1777949" y="107944"/>
                  <a:pt x="1785700" y="107944"/>
                </a:cubicBezTo>
                <a:cubicBezTo>
                  <a:pt x="1793507" y="107944"/>
                  <a:pt x="1800070" y="105590"/>
                  <a:pt x="1805388" y="100884"/>
                </a:cubicBezTo>
                <a:cubicBezTo>
                  <a:pt x="1810706" y="96176"/>
                  <a:pt x="1813365" y="91088"/>
                  <a:pt x="1813365" y="85620"/>
                </a:cubicBezTo>
                <a:close/>
                <a:moveTo>
                  <a:pt x="1867914" y="12559"/>
                </a:moveTo>
                <a:lnTo>
                  <a:pt x="1867914" y="51635"/>
                </a:lnTo>
                <a:cubicBezTo>
                  <a:pt x="1872157" y="48851"/>
                  <a:pt x="1876470" y="46762"/>
                  <a:pt x="1880855" y="45369"/>
                </a:cubicBezTo>
                <a:cubicBezTo>
                  <a:pt x="1885239" y="43976"/>
                  <a:pt x="1889666" y="43279"/>
                  <a:pt x="1894136" y="43279"/>
                </a:cubicBezTo>
                <a:cubicBezTo>
                  <a:pt x="1906186" y="43279"/>
                  <a:pt x="1916398" y="47437"/>
                  <a:pt x="1924771" y="55754"/>
                </a:cubicBezTo>
                <a:cubicBezTo>
                  <a:pt x="1933144" y="64070"/>
                  <a:pt x="1937330" y="74112"/>
                  <a:pt x="1937330" y="85880"/>
                </a:cubicBezTo>
                <a:cubicBezTo>
                  <a:pt x="1937330" y="97138"/>
                  <a:pt x="1933342" y="106543"/>
                  <a:pt x="1925365" y="114096"/>
                </a:cubicBezTo>
                <a:cubicBezTo>
                  <a:pt x="1917388" y="121649"/>
                  <a:pt x="1906865" y="125425"/>
                  <a:pt x="1893796" y="125425"/>
                </a:cubicBezTo>
                <a:cubicBezTo>
                  <a:pt x="1889157" y="125425"/>
                  <a:pt x="1884688" y="124827"/>
                  <a:pt x="1880388" y="123630"/>
                </a:cubicBezTo>
                <a:cubicBezTo>
                  <a:pt x="1876089" y="122433"/>
                  <a:pt x="1871930" y="120667"/>
                  <a:pt x="1867914" y="118331"/>
                </a:cubicBezTo>
                <a:lnTo>
                  <a:pt x="1867914" y="122709"/>
                </a:lnTo>
                <a:lnTo>
                  <a:pt x="1847547" y="122709"/>
                </a:lnTo>
                <a:cubicBezTo>
                  <a:pt x="1843360" y="122709"/>
                  <a:pt x="1840376" y="121889"/>
                  <a:pt x="1838594" y="120248"/>
                </a:cubicBezTo>
                <a:cubicBezTo>
                  <a:pt x="1836812" y="118608"/>
                  <a:pt x="1835921" y="116486"/>
                  <a:pt x="1835921" y="113884"/>
                </a:cubicBezTo>
                <a:cubicBezTo>
                  <a:pt x="1835921" y="111281"/>
                  <a:pt x="1836826" y="109188"/>
                  <a:pt x="1838636" y="107604"/>
                </a:cubicBezTo>
                <a:cubicBezTo>
                  <a:pt x="1840447" y="106020"/>
                  <a:pt x="1843417" y="105228"/>
                  <a:pt x="1847547" y="105228"/>
                </a:cubicBezTo>
                <a:lnTo>
                  <a:pt x="1850517" y="105228"/>
                </a:lnTo>
                <a:lnTo>
                  <a:pt x="1850517" y="30041"/>
                </a:lnTo>
                <a:lnTo>
                  <a:pt x="1847547" y="30041"/>
                </a:lnTo>
                <a:cubicBezTo>
                  <a:pt x="1843360" y="30041"/>
                  <a:pt x="1840376" y="29221"/>
                  <a:pt x="1838594" y="27580"/>
                </a:cubicBezTo>
                <a:cubicBezTo>
                  <a:pt x="1836812" y="25939"/>
                  <a:pt x="1835921" y="23818"/>
                  <a:pt x="1835921" y="21215"/>
                </a:cubicBezTo>
                <a:cubicBezTo>
                  <a:pt x="1835921" y="18613"/>
                  <a:pt x="1836812" y="16520"/>
                  <a:pt x="1838594" y="14936"/>
                </a:cubicBezTo>
                <a:cubicBezTo>
                  <a:pt x="1840376" y="13352"/>
                  <a:pt x="1843360" y="12559"/>
                  <a:pt x="1847547" y="12559"/>
                </a:cubicBezTo>
                <a:lnTo>
                  <a:pt x="1867914" y="12559"/>
                </a:lnTo>
                <a:moveTo>
                  <a:pt x="1919934" y="86381"/>
                </a:moveTo>
                <a:cubicBezTo>
                  <a:pt x="1919934" y="79222"/>
                  <a:pt x="1917416" y="73163"/>
                  <a:pt x="1912381" y="68202"/>
                </a:cubicBezTo>
                <a:cubicBezTo>
                  <a:pt x="1907346" y="63241"/>
                  <a:pt x="1901179" y="60761"/>
                  <a:pt x="1893881" y="60761"/>
                </a:cubicBezTo>
                <a:cubicBezTo>
                  <a:pt x="1886640" y="60761"/>
                  <a:pt x="1880501" y="63241"/>
                  <a:pt x="1875466" y="68202"/>
                </a:cubicBezTo>
                <a:cubicBezTo>
                  <a:pt x="1870431" y="73163"/>
                  <a:pt x="1867914" y="79138"/>
                  <a:pt x="1867914" y="86129"/>
                </a:cubicBezTo>
                <a:cubicBezTo>
                  <a:pt x="1867914" y="92499"/>
                  <a:pt x="1870177" y="97728"/>
                  <a:pt x="1874702" y="101815"/>
                </a:cubicBezTo>
                <a:cubicBezTo>
                  <a:pt x="1879228" y="105901"/>
                  <a:pt x="1885621" y="107944"/>
                  <a:pt x="1893881" y="107944"/>
                </a:cubicBezTo>
                <a:cubicBezTo>
                  <a:pt x="1902141" y="107944"/>
                  <a:pt x="1908548" y="105901"/>
                  <a:pt x="1913102" y="101815"/>
                </a:cubicBezTo>
                <a:cubicBezTo>
                  <a:pt x="1917656" y="97728"/>
                  <a:pt x="1919934" y="92583"/>
                  <a:pt x="1919934" y="86381"/>
                </a:cubicBezTo>
                <a:close/>
                <a:moveTo>
                  <a:pt x="1972191" y="12559"/>
                </a:moveTo>
                <a:lnTo>
                  <a:pt x="1972191" y="51635"/>
                </a:lnTo>
                <a:cubicBezTo>
                  <a:pt x="1976434" y="48851"/>
                  <a:pt x="1980748" y="46762"/>
                  <a:pt x="1985132" y="45369"/>
                </a:cubicBezTo>
                <a:cubicBezTo>
                  <a:pt x="1989517" y="43976"/>
                  <a:pt x="1993944" y="43279"/>
                  <a:pt x="1998413" y="43279"/>
                </a:cubicBezTo>
                <a:cubicBezTo>
                  <a:pt x="2010463" y="43279"/>
                  <a:pt x="2020675" y="47437"/>
                  <a:pt x="2029048" y="55754"/>
                </a:cubicBezTo>
                <a:cubicBezTo>
                  <a:pt x="2037421" y="64070"/>
                  <a:pt x="2041607" y="74112"/>
                  <a:pt x="2041607" y="85880"/>
                </a:cubicBezTo>
                <a:cubicBezTo>
                  <a:pt x="2041607" y="97138"/>
                  <a:pt x="2037619" y="106543"/>
                  <a:pt x="2029642" y="114096"/>
                </a:cubicBezTo>
                <a:cubicBezTo>
                  <a:pt x="2021665" y="121649"/>
                  <a:pt x="2011142" y="125425"/>
                  <a:pt x="1998074" y="125425"/>
                </a:cubicBezTo>
                <a:cubicBezTo>
                  <a:pt x="1993435" y="125425"/>
                  <a:pt x="1988965" y="124827"/>
                  <a:pt x="1984666" y="123630"/>
                </a:cubicBezTo>
                <a:cubicBezTo>
                  <a:pt x="1980366" y="122433"/>
                  <a:pt x="1976208" y="120667"/>
                  <a:pt x="1972191" y="118331"/>
                </a:cubicBezTo>
                <a:lnTo>
                  <a:pt x="1972191" y="122709"/>
                </a:lnTo>
                <a:lnTo>
                  <a:pt x="1951824" y="122709"/>
                </a:lnTo>
                <a:cubicBezTo>
                  <a:pt x="1947638" y="122709"/>
                  <a:pt x="1944653" y="121889"/>
                  <a:pt x="1942871" y="120248"/>
                </a:cubicBezTo>
                <a:cubicBezTo>
                  <a:pt x="1941089" y="118608"/>
                  <a:pt x="1940198" y="116486"/>
                  <a:pt x="1940198" y="113884"/>
                </a:cubicBezTo>
                <a:cubicBezTo>
                  <a:pt x="1940198" y="111281"/>
                  <a:pt x="1941103" y="109188"/>
                  <a:pt x="1942914" y="107604"/>
                </a:cubicBezTo>
                <a:cubicBezTo>
                  <a:pt x="1944724" y="106020"/>
                  <a:pt x="1947694" y="105228"/>
                  <a:pt x="1951824" y="105228"/>
                </a:cubicBezTo>
                <a:lnTo>
                  <a:pt x="1954794" y="105228"/>
                </a:lnTo>
                <a:lnTo>
                  <a:pt x="1954794" y="30041"/>
                </a:lnTo>
                <a:lnTo>
                  <a:pt x="1951824" y="30041"/>
                </a:lnTo>
                <a:cubicBezTo>
                  <a:pt x="1947638" y="30041"/>
                  <a:pt x="1944653" y="29221"/>
                  <a:pt x="1942871" y="27580"/>
                </a:cubicBezTo>
                <a:cubicBezTo>
                  <a:pt x="1941089" y="25939"/>
                  <a:pt x="1940198" y="23818"/>
                  <a:pt x="1940198" y="21215"/>
                </a:cubicBezTo>
                <a:cubicBezTo>
                  <a:pt x="1940198" y="18613"/>
                  <a:pt x="1941089" y="16520"/>
                  <a:pt x="1942871" y="14936"/>
                </a:cubicBezTo>
                <a:cubicBezTo>
                  <a:pt x="1944653" y="13352"/>
                  <a:pt x="1947638" y="12559"/>
                  <a:pt x="1951824" y="12559"/>
                </a:cubicBezTo>
                <a:lnTo>
                  <a:pt x="1972191" y="12559"/>
                </a:lnTo>
                <a:moveTo>
                  <a:pt x="2024211" y="86381"/>
                </a:moveTo>
                <a:cubicBezTo>
                  <a:pt x="2024211" y="79222"/>
                  <a:pt x="2021693" y="73163"/>
                  <a:pt x="2016658" y="68202"/>
                </a:cubicBezTo>
                <a:cubicBezTo>
                  <a:pt x="2011623" y="63241"/>
                  <a:pt x="2005457" y="60761"/>
                  <a:pt x="1998158" y="60761"/>
                </a:cubicBezTo>
                <a:cubicBezTo>
                  <a:pt x="1990917" y="60761"/>
                  <a:pt x="1984779" y="63241"/>
                  <a:pt x="1979744" y="68202"/>
                </a:cubicBezTo>
                <a:cubicBezTo>
                  <a:pt x="1974708" y="73163"/>
                  <a:pt x="1972191" y="79138"/>
                  <a:pt x="1972191" y="86129"/>
                </a:cubicBezTo>
                <a:cubicBezTo>
                  <a:pt x="1972191" y="92499"/>
                  <a:pt x="1974454" y="97728"/>
                  <a:pt x="1978980" y="101815"/>
                </a:cubicBezTo>
                <a:cubicBezTo>
                  <a:pt x="1983506" y="105901"/>
                  <a:pt x="1989899" y="107944"/>
                  <a:pt x="1998158" y="107944"/>
                </a:cubicBezTo>
                <a:cubicBezTo>
                  <a:pt x="2006418" y="107944"/>
                  <a:pt x="2012825" y="105901"/>
                  <a:pt x="2017380" y="101815"/>
                </a:cubicBezTo>
                <a:cubicBezTo>
                  <a:pt x="2021934" y="97728"/>
                  <a:pt x="2024211" y="92583"/>
                  <a:pt x="2024211" y="86381"/>
                </a:cubicBezTo>
                <a:close/>
                <a:moveTo>
                  <a:pt x="2142066" y="92838"/>
                </a:moveTo>
                <a:lnTo>
                  <a:pt x="2070697" y="92838"/>
                </a:lnTo>
                <a:cubicBezTo>
                  <a:pt x="2072508" y="97364"/>
                  <a:pt x="2075718" y="101013"/>
                  <a:pt x="2080329" y="103785"/>
                </a:cubicBezTo>
                <a:cubicBezTo>
                  <a:pt x="2084940" y="106558"/>
                  <a:pt x="2091177" y="107944"/>
                  <a:pt x="2099041" y="107944"/>
                </a:cubicBezTo>
                <a:cubicBezTo>
                  <a:pt x="2105490" y="107944"/>
                  <a:pt x="2114061" y="106578"/>
                  <a:pt x="2124754" y="103846"/>
                </a:cubicBezTo>
                <a:cubicBezTo>
                  <a:pt x="2129167" y="102731"/>
                  <a:pt x="2132222" y="102173"/>
                  <a:pt x="2133919" y="102173"/>
                </a:cubicBezTo>
                <a:cubicBezTo>
                  <a:pt x="2136239" y="102173"/>
                  <a:pt x="2138190" y="102993"/>
                  <a:pt x="2139774" y="104634"/>
                </a:cubicBezTo>
                <a:cubicBezTo>
                  <a:pt x="2141359" y="106275"/>
                  <a:pt x="2142151" y="108340"/>
                  <a:pt x="2142151" y="110829"/>
                </a:cubicBezTo>
                <a:cubicBezTo>
                  <a:pt x="2142151" y="113092"/>
                  <a:pt x="2141302" y="115015"/>
                  <a:pt x="2139605" y="116599"/>
                </a:cubicBezTo>
                <a:cubicBezTo>
                  <a:pt x="2137342" y="118693"/>
                  <a:pt x="2131826" y="120687"/>
                  <a:pt x="2123057" y="122582"/>
                </a:cubicBezTo>
                <a:cubicBezTo>
                  <a:pt x="2114288" y="124477"/>
                  <a:pt x="2105858" y="125425"/>
                  <a:pt x="2097768" y="125425"/>
                </a:cubicBezTo>
                <a:cubicBezTo>
                  <a:pt x="2083851" y="125425"/>
                  <a:pt x="2072720" y="121493"/>
                  <a:pt x="2064375" y="113629"/>
                </a:cubicBezTo>
                <a:cubicBezTo>
                  <a:pt x="2056030" y="105765"/>
                  <a:pt x="2051858" y="96091"/>
                  <a:pt x="2051858" y="84607"/>
                </a:cubicBezTo>
                <a:cubicBezTo>
                  <a:pt x="2051858" y="72387"/>
                  <a:pt x="2056370" y="62444"/>
                  <a:pt x="2065394" y="54778"/>
                </a:cubicBezTo>
                <a:cubicBezTo>
                  <a:pt x="2074417" y="47112"/>
                  <a:pt x="2084813" y="43279"/>
                  <a:pt x="2096580" y="43279"/>
                </a:cubicBezTo>
                <a:cubicBezTo>
                  <a:pt x="2103652" y="43279"/>
                  <a:pt x="2110144" y="44522"/>
                  <a:pt x="2116056" y="47008"/>
                </a:cubicBezTo>
                <a:cubicBezTo>
                  <a:pt x="2121968" y="49492"/>
                  <a:pt x="2126366" y="52174"/>
                  <a:pt x="2129252" y="55054"/>
                </a:cubicBezTo>
                <a:cubicBezTo>
                  <a:pt x="2133325" y="59233"/>
                  <a:pt x="2136691" y="64401"/>
                  <a:pt x="2139350" y="70557"/>
                </a:cubicBezTo>
                <a:cubicBezTo>
                  <a:pt x="2141161" y="74849"/>
                  <a:pt x="2142066" y="79820"/>
                  <a:pt x="2142066" y="85469"/>
                </a:cubicBezTo>
                <a:lnTo>
                  <a:pt x="2142066" y="92838"/>
                </a:lnTo>
                <a:moveTo>
                  <a:pt x="2122802" y="75357"/>
                </a:moveTo>
                <a:cubicBezTo>
                  <a:pt x="2120143" y="70463"/>
                  <a:pt x="2116664" y="66807"/>
                  <a:pt x="2112364" y="64389"/>
                </a:cubicBezTo>
                <a:cubicBezTo>
                  <a:pt x="2108065" y="61970"/>
                  <a:pt x="2102945" y="60761"/>
                  <a:pt x="2097004" y="60761"/>
                </a:cubicBezTo>
                <a:cubicBezTo>
                  <a:pt x="2091121" y="60761"/>
                  <a:pt x="2086029" y="61970"/>
                  <a:pt x="2081729" y="64389"/>
                </a:cubicBezTo>
                <a:cubicBezTo>
                  <a:pt x="2077430" y="66807"/>
                  <a:pt x="2073922" y="70463"/>
                  <a:pt x="2071207" y="75357"/>
                </a:cubicBezTo>
                <a:lnTo>
                  <a:pt x="2122802" y="75357"/>
                </a:lnTo>
                <a:close/>
                <a:moveTo>
                  <a:pt x="2199076" y="45655"/>
                </a:moveTo>
                <a:lnTo>
                  <a:pt x="2199076" y="56518"/>
                </a:lnTo>
                <a:cubicBezTo>
                  <a:pt x="2206374" y="51223"/>
                  <a:pt x="2212130" y="47693"/>
                  <a:pt x="2216345" y="45929"/>
                </a:cubicBezTo>
                <a:cubicBezTo>
                  <a:pt x="2220560" y="44162"/>
                  <a:pt x="2224506" y="43279"/>
                  <a:pt x="2228183" y="43279"/>
                </a:cubicBezTo>
                <a:cubicBezTo>
                  <a:pt x="2233840" y="43279"/>
                  <a:pt x="2239328" y="45380"/>
                  <a:pt x="2244646" y="49580"/>
                </a:cubicBezTo>
                <a:cubicBezTo>
                  <a:pt x="2248267" y="52420"/>
                  <a:pt x="2250077" y="55315"/>
                  <a:pt x="2250077" y="58268"/>
                </a:cubicBezTo>
                <a:cubicBezTo>
                  <a:pt x="2250077" y="60766"/>
                  <a:pt x="2249214" y="62881"/>
                  <a:pt x="2247489" y="64614"/>
                </a:cubicBezTo>
                <a:cubicBezTo>
                  <a:pt x="2245763" y="66345"/>
                  <a:pt x="2243684" y="67210"/>
                  <a:pt x="2241252" y="67210"/>
                </a:cubicBezTo>
                <a:cubicBezTo>
                  <a:pt x="2239102" y="67210"/>
                  <a:pt x="2236839" y="66135"/>
                  <a:pt x="2234463" y="63985"/>
                </a:cubicBezTo>
                <a:cubicBezTo>
                  <a:pt x="2232087" y="61836"/>
                  <a:pt x="2229965" y="60761"/>
                  <a:pt x="2228098" y="60761"/>
                </a:cubicBezTo>
                <a:cubicBezTo>
                  <a:pt x="2225665" y="60761"/>
                  <a:pt x="2222031" y="62288"/>
                  <a:pt x="2217193" y="65343"/>
                </a:cubicBezTo>
                <a:cubicBezTo>
                  <a:pt x="2212356" y="68398"/>
                  <a:pt x="2206317" y="72981"/>
                  <a:pt x="2199076" y="79091"/>
                </a:cubicBezTo>
                <a:lnTo>
                  <a:pt x="2199076" y="105228"/>
                </a:lnTo>
                <a:lnTo>
                  <a:pt x="2223855" y="105228"/>
                </a:lnTo>
                <a:cubicBezTo>
                  <a:pt x="2228042" y="105228"/>
                  <a:pt x="2231026" y="106034"/>
                  <a:pt x="2232808" y="107647"/>
                </a:cubicBezTo>
                <a:cubicBezTo>
                  <a:pt x="2234590" y="109259"/>
                  <a:pt x="2235481" y="111366"/>
                  <a:pt x="2235481" y="113969"/>
                </a:cubicBezTo>
                <a:cubicBezTo>
                  <a:pt x="2235481" y="116571"/>
                  <a:pt x="2234590" y="118679"/>
                  <a:pt x="2232808" y="120291"/>
                </a:cubicBezTo>
                <a:cubicBezTo>
                  <a:pt x="2231026" y="121903"/>
                  <a:pt x="2228042" y="122709"/>
                  <a:pt x="2223855" y="122709"/>
                </a:cubicBezTo>
                <a:lnTo>
                  <a:pt x="2171326" y="122709"/>
                </a:lnTo>
                <a:cubicBezTo>
                  <a:pt x="2167139" y="122709"/>
                  <a:pt x="2164155" y="121889"/>
                  <a:pt x="2162373" y="120248"/>
                </a:cubicBezTo>
                <a:cubicBezTo>
                  <a:pt x="2160591" y="118608"/>
                  <a:pt x="2159700" y="116486"/>
                  <a:pt x="2159700" y="113884"/>
                </a:cubicBezTo>
                <a:cubicBezTo>
                  <a:pt x="2159700" y="111281"/>
                  <a:pt x="2160591" y="109188"/>
                  <a:pt x="2162373" y="107604"/>
                </a:cubicBezTo>
                <a:cubicBezTo>
                  <a:pt x="2164155" y="106020"/>
                  <a:pt x="2167139" y="105228"/>
                  <a:pt x="2171326" y="105228"/>
                </a:cubicBezTo>
                <a:lnTo>
                  <a:pt x="2181679" y="105228"/>
                </a:lnTo>
                <a:lnTo>
                  <a:pt x="2181679" y="63137"/>
                </a:lnTo>
                <a:lnTo>
                  <a:pt x="2175399" y="63137"/>
                </a:lnTo>
                <a:cubicBezTo>
                  <a:pt x="2171213" y="63137"/>
                  <a:pt x="2168228" y="62316"/>
                  <a:pt x="2166446" y="60676"/>
                </a:cubicBezTo>
                <a:cubicBezTo>
                  <a:pt x="2164664" y="59035"/>
                  <a:pt x="2163773" y="56914"/>
                  <a:pt x="2163773" y="54311"/>
                </a:cubicBezTo>
                <a:cubicBezTo>
                  <a:pt x="2163773" y="51709"/>
                  <a:pt x="2164664" y="49616"/>
                  <a:pt x="2166446" y="48032"/>
                </a:cubicBezTo>
                <a:cubicBezTo>
                  <a:pt x="2168228" y="46447"/>
                  <a:pt x="2171213" y="45655"/>
                  <a:pt x="2175399" y="45655"/>
                </a:cubicBezTo>
                <a:lnTo>
                  <a:pt x="2199076" y="45655"/>
                </a:lnTo>
                <a:close/>
                <a:moveTo>
                  <a:pt x="2350621" y="92838"/>
                </a:moveTo>
                <a:lnTo>
                  <a:pt x="2279252" y="92838"/>
                </a:lnTo>
                <a:cubicBezTo>
                  <a:pt x="2281063" y="97364"/>
                  <a:pt x="2284273" y="101013"/>
                  <a:pt x="2288884" y="103785"/>
                </a:cubicBezTo>
                <a:cubicBezTo>
                  <a:pt x="2293495" y="106558"/>
                  <a:pt x="2299732" y="107944"/>
                  <a:pt x="2307596" y="107944"/>
                </a:cubicBezTo>
                <a:cubicBezTo>
                  <a:pt x="2314045" y="107944"/>
                  <a:pt x="2322616" y="106578"/>
                  <a:pt x="2333309" y="103846"/>
                </a:cubicBezTo>
                <a:cubicBezTo>
                  <a:pt x="2337722" y="102731"/>
                  <a:pt x="2340777" y="102173"/>
                  <a:pt x="2342474" y="102173"/>
                </a:cubicBezTo>
                <a:cubicBezTo>
                  <a:pt x="2344794" y="102173"/>
                  <a:pt x="2346745" y="102993"/>
                  <a:pt x="2348329" y="104634"/>
                </a:cubicBezTo>
                <a:cubicBezTo>
                  <a:pt x="2349913" y="106275"/>
                  <a:pt x="2350706" y="108340"/>
                  <a:pt x="2350706" y="110829"/>
                </a:cubicBezTo>
                <a:cubicBezTo>
                  <a:pt x="2350706" y="113092"/>
                  <a:pt x="2349857" y="115015"/>
                  <a:pt x="2348160" y="116599"/>
                </a:cubicBezTo>
                <a:cubicBezTo>
                  <a:pt x="2345897" y="118693"/>
                  <a:pt x="2340381" y="120687"/>
                  <a:pt x="2331612" y="122582"/>
                </a:cubicBezTo>
                <a:cubicBezTo>
                  <a:pt x="2322843" y="124477"/>
                  <a:pt x="2314413" y="125425"/>
                  <a:pt x="2306323" y="125425"/>
                </a:cubicBezTo>
                <a:cubicBezTo>
                  <a:pt x="2292406" y="125425"/>
                  <a:pt x="2281275" y="121493"/>
                  <a:pt x="2272930" y="113629"/>
                </a:cubicBezTo>
                <a:cubicBezTo>
                  <a:pt x="2264585" y="105765"/>
                  <a:pt x="2260413" y="96091"/>
                  <a:pt x="2260413" y="84607"/>
                </a:cubicBezTo>
                <a:cubicBezTo>
                  <a:pt x="2260413" y="72387"/>
                  <a:pt x="2264925" y="62444"/>
                  <a:pt x="2273948" y="54778"/>
                </a:cubicBezTo>
                <a:cubicBezTo>
                  <a:pt x="2282972" y="47112"/>
                  <a:pt x="2293368" y="43279"/>
                  <a:pt x="2305135" y="43279"/>
                </a:cubicBezTo>
                <a:cubicBezTo>
                  <a:pt x="2312207" y="43279"/>
                  <a:pt x="2318699" y="44522"/>
                  <a:pt x="2324611" y="47008"/>
                </a:cubicBezTo>
                <a:cubicBezTo>
                  <a:pt x="2330523" y="49492"/>
                  <a:pt x="2334921" y="52174"/>
                  <a:pt x="2337807" y="55054"/>
                </a:cubicBezTo>
                <a:cubicBezTo>
                  <a:pt x="2341880" y="59233"/>
                  <a:pt x="2345246" y="64401"/>
                  <a:pt x="2347905" y="70557"/>
                </a:cubicBezTo>
                <a:cubicBezTo>
                  <a:pt x="2349715" y="74849"/>
                  <a:pt x="2350621" y="79820"/>
                  <a:pt x="2350621" y="85469"/>
                </a:cubicBezTo>
                <a:lnTo>
                  <a:pt x="2350621" y="92838"/>
                </a:lnTo>
                <a:moveTo>
                  <a:pt x="2331357" y="75357"/>
                </a:moveTo>
                <a:cubicBezTo>
                  <a:pt x="2328698" y="70463"/>
                  <a:pt x="2325219" y="66807"/>
                  <a:pt x="2320919" y="64389"/>
                </a:cubicBezTo>
                <a:cubicBezTo>
                  <a:pt x="2316620" y="61970"/>
                  <a:pt x="2311500" y="60761"/>
                  <a:pt x="2305559" y="60761"/>
                </a:cubicBezTo>
                <a:cubicBezTo>
                  <a:pt x="2299676" y="60761"/>
                  <a:pt x="2294584" y="61970"/>
                  <a:pt x="2290284" y="64389"/>
                </a:cubicBezTo>
                <a:cubicBezTo>
                  <a:pt x="2285985" y="66807"/>
                  <a:pt x="2282477" y="70463"/>
                  <a:pt x="2279761" y="75357"/>
                </a:cubicBezTo>
                <a:lnTo>
                  <a:pt x="2331357" y="75357"/>
                </a:lnTo>
                <a:close/>
                <a:moveTo>
                  <a:pt x="2451164" y="12559"/>
                </a:moveTo>
                <a:lnTo>
                  <a:pt x="2451164" y="105228"/>
                </a:lnTo>
                <a:lnTo>
                  <a:pt x="2454134" y="105228"/>
                </a:lnTo>
                <a:cubicBezTo>
                  <a:pt x="2458264" y="105228"/>
                  <a:pt x="2461234" y="106034"/>
                  <a:pt x="2463044" y="107647"/>
                </a:cubicBezTo>
                <a:cubicBezTo>
                  <a:pt x="2464855" y="109259"/>
                  <a:pt x="2465760" y="111366"/>
                  <a:pt x="2465760" y="113969"/>
                </a:cubicBezTo>
                <a:cubicBezTo>
                  <a:pt x="2465760" y="116571"/>
                  <a:pt x="2464869" y="118679"/>
                  <a:pt x="2463087" y="120291"/>
                </a:cubicBezTo>
                <a:cubicBezTo>
                  <a:pt x="2461305" y="121903"/>
                  <a:pt x="2458320" y="122709"/>
                  <a:pt x="2454134" y="122709"/>
                </a:cubicBezTo>
                <a:lnTo>
                  <a:pt x="2433767" y="122709"/>
                </a:lnTo>
                <a:lnTo>
                  <a:pt x="2433767" y="118466"/>
                </a:lnTo>
                <a:cubicBezTo>
                  <a:pt x="2429807" y="120758"/>
                  <a:pt x="2425663" y="122490"/>
                  <a:pt x="2421335" y="123664"/>
                </a:cubicBezTo>
                <a:cubicBezTo>
                  <a:pt x="2417007" y="124838"/>
                  <a:pt x="2412524" y="125425"/>
                  <a:pt x="2407885" y="125425"/>
                </a:cubicBezTo>
                <a:cubicBezTo>
                  <a:pt x="2394816" y="125425"/>
                  <a:pt x="2384293" y="121649"/>
                  <a:pt x="2376316" y="114096"/>
                </a:cubicBezTo>
                <a:cubicBezTo>
                  <a:pt x="2368339" y="106543"/>
                  <a:pt x="2364351" y="97138"/>
                  <a:pt x="2364351" y="85880"/>
                </a:cubicBezTo>
                <a:cubicBezTo>
                  <a:pt x="2364351" y="74112"/>
                  <a:pt x="2368537" y="64070"/>
                  <a:pt x="2376910" y="55754"/>
                </a:cubicBezTo>
                <a:cubicBezTo>
                  <a:pt x="2385283" y="47437"/>
                  <a:pt x="2395495" y="43279"/>
                  <a:pt x="2407545" y="43279"/>
                </a:cubicBezTo>
                <a:cubicBezTo>
                  <a:pt x="2412071" y="43279"/>
                  <a:pt x="2416512" y="43976"/>
                  <a:pt x="2420868" y="45369"/>
                </a:cubicBezTo>
                <a:cubicBezTo>
                  <a:pt x="2425225" y="46762"/>
                  <a:pt x="2429524" y="48851"/>
                  <a:pt x="2433767" y="51635"/>
                </a:cubicBezTo>
                <a:lnTo>
                  <a:pt x="2433767" y="30041"/>
                </a:lnTo>
                <a:lnTo>
                  <a:pt x="2430797" y="30041"/>
                </a:lnTo>
                <a:cubicBezTo>
                  <a:pt x="2426611" y="30041"/>
                  <a:pt x="2423626" y="29235"/>
                  <a:pt x="2421844" y="27622"/>
                </a:cubicBezTo>
                <a:cubicBezTo>
                  <a:pt x="2420062" y="26010"/>
                  <a:pt x="2419171" y="23903"/>
                  <a:pt x="2419171" y="21300"/>
                </a:cubicBezTo>
                <a:cubicBezTo>
                  <a:pt x="2419171" y="18698"/>
                  <a:pt x="2420062" y="16590"/>
                  <a:pt x="2421844" y="14978"/>
                </a:cubicBezTo>
                <a:cubicBezTo>
                  <a:pt x="2423626" y="13366"/>
                  <a:pt x="2426611" y="12559"/>
                  <a:pt x="2430797" y="12559"/>
                </a:cubicBezTo>
                <a:lnTo>
                  <a:pt x="2451164" y="12559"/>
                </a:lnTo>
                <a:moveTo>
                  <a:pt x="2433767" y="86381"/>
                </a:moveTo>
                <a:cubicBezTo>
                  <a:pt x="2433767" y="79222"/>
                  <a:pt x="2431250" y="73163"/>
                  <a:pt x="2426215" y="68202"/>
                </a:cubicBezTo>
                <a:cubicBezTo>
                  <a:pt x="2421179" y="63241"/>
                  <a:pt x="2415013" y="60761"/>
                  <a:pt x="2407715" y="60761"/>
                </a:cubicBezTo>
                <a:cubicBezTo>
                  <a:pt x="2400473" y="60761"/>
                  <a:pt x="2394335" y="63241"/>
                  <a:pt x="2389300" y="68202"/>
                </a:cubicBezTo>
                <a:cubicBezTo>
                  <a:pt x="2384265" y="73163"/>
                  <a:pt x="2381747" y="79138"/>
                  <a:pt x="2381747" y="86129"/>
                </a:cubicBezTo>
                <a:cubicBezTo>
                  <a:pt x="2381747" y="92499"/>
                  <a:pt x="2384010" y="97728"/>
                  <a:pt x="2388536" y="101815"/>
                </a:cubicBezTo>
                <a:cubicBezTo>
                  <a:pt x="2393062" y="105901"/>
                  <a:pt x="2399455" y="107944"/>
                  <a:pt x="2407715" y="107944"/>
                </a:cubicBezTo>
                <a:cubicBezTo>
                  <a:pt x="2415918" y="107944"/>
                  <a:pt x="2422311" y="105901"/>
                  <a:pt x="2426893" y="101815"/>
                </a:cubicBezTo>
                <a:cubicBezTo>
                  <a:pt x="2431476" y="97728"/>
                  <a:pt x="2433767" y="92583"/>
                  <a:pt x="2433767" y="86381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5.">
            <a:extLst xmlns:a="http://schemas.openxmlformats.org/drawingml/2006/main">
              <a:ext uri="{FF2B5EF4-FFF2-40B4-BE49-F238E27FC236}">
                <a16:creationId xmlns:a16="http://schemas.microsoft.com/office/drawing/2014/main" id="{5C0FFBC0-F19F-4454-9FD9-F7CDC7A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13" y="1372964"/>
            <a:ext cx="158504" cy="112526"/>
          </a:xfrm>
          <a:custGeom xmlns:a="http://schemas.openxmlformats.org/drawingml/2006/main">
            <a:pathLst>
              <a:path w="158504" h="112526">
                <a:moveTo>
                  <a:pt x="26307" y="17481"/>
                </a:moveTo>
                <a:lnTo>
                  <a:pt x="26307" y="38188"/>
                </a:lnTo>
                <a:cubicBezTo>
                  <a:pt x="32756" y="36151"/>
                  <a:pt x="38612" y="35133"/>
                  <a:pt x="43873" y="35133"/>
                </a:cubicBezTo>
                <a:cubicBezTo>
                  <a:pt x="54566" y="35133"/>
                  <a:pt x="63448" y="38778"/>
                  <a:pt x="70520" y="46069"/>
                </a:cubicBezTo>
                <a:cubicBezTo>
                  <a:pt x="77592" y="53358"/>
                  <a:pt x="81127" y="62767"/>
                  <a:pt x="81127" y="74296"/>
                </a:cubicBezTo>
                <a:cubicBezTo>
                  <a:pt x="81127" y="86163"/>
                  <a:pt x="77549" y="95473"/>
                  <a:pt x="70392" y="102226"/>
                </a:cubicBezTo>
                <a:cubicBezTo>
                  <a:pt x="63236" y="108980"/>
                  <a:pt x="52275" y="112356"/>
                  <a:pt x="37509" y="112356"/>
                </a:cubicBezTo>
                <a:cubicBezTo>
                  <a:pt x="24497" y="112356"/>
                  <a:pt x="14200" y="109879"/>
                  <a:pt x="6619" y="104926"/>
                </a:cubicBezTo>
                <a:cubicBezTo>
                  <a:pt x="2206" y="102078"/>
                  <a:pt x="0" y="98802"/>
                  <a:pt x="0" y="95100"/>
                </a:cubicBezTo>
                <a:cubicBezTo>
                  <a:pt x="0" y="92767"/>
                  <a:pt x="863" y="90732"/>
                  <a:pt x="2588" y="88996"/>
                </a:cubicBezTo>
                <a:cubicBezTo>
                  <a:pt x="4314" y="87258"/>
                  <a:pt x="6365" y="86389"/>
                  <a:pt x="8741" y="86389"/>
                </a:cubicBezTo>
                <a:cubicBezTo>
                  <a:pt x="10721" y="86389"/>
                  <a:pt x="12871" y="87346"/>
                  <a:pt x="15190" y="89261"/>
                </a:cubicBezTo>
                <a:cubicBezTo>
                  <a:pt x="17510" y="91176"/>
                  <a:pt x="19942" y="92504"/>
                  <a:pt x="22488" y="93247"/>
                </a:cubicBezTo>
                <a:cubicBezTo>
                  <a:pt x="26109" y="94332"/>
                  <a:pt x="30748" y="94875"/>
                  <a:pt x="36406" y="94875"/>
                </a:cubicBezTo>
                <a:cubicBezTo>
                  <a:pt x="46928" y="94875"/>
                  <a:pt x="54113" y="93202"/>
                  <a:pt x="57960" y="89858"/>
                </a:cubicBezTo>
                <a:cubicBezTo>
                  <a:pt x="61807" y="86511"/>
                  <a:pt x="63731" y="81378"/>
                  <a:pt x="63731" y="74461"/>
                </a:cubicBezTo>
                <a:cubicBezTo>
                  <a:pt x="63731" y="67657"/>
                  <a:pt x="61878" y="62316"/>
                  <a:pt x="58172" y="58435"/>
                </a:cubicBezTo>
                <a:cubicBezTo>
                  <a:pt x="54467" y="54554"/>
                  <a:pt x="49700" y="52614"/>
                  <a:pt x="43873" y="52614"/>
                </a:cubicBezTo>
                <a:cubicBezTo>
                  <a:pt x="37594" y="52614"/>
                  <a:pt x="30437" y="54628"/>
                  <a:pt x="22403" y="58655"/>
                </a:cubicBezTo>
                <a:cubicBezTo>
                  <a:pt x="20593" y="59606"/>
                  <a:pt x="19009" y="60082"/>
                  <a:pt x="17651" y="60082"/>
                </a:cubicBezTo>
                <a:cubicBezTo>
                  <a:pt x="15162" y="60082"/>
                  <a:pt x="13083" y="59176"/>
                  <a:pt x="11414" y="57364"/>
                </a:cubicBezTo>
                <a:cubicBezTo>
                  <a:pt x="9745" y="55550"/>
                  <a:pt x="8910" y="53198"/>
                  <a:pt x="8910" y="50310"/>
                </a:cubicBezTo>
                <a:lnTo>
                  <a:pt x="8910" y="0"/>
                </a:lnTo>
                <a:lnTo>
                  <a:pt x="62118" y="0"/>
                </a:lnTo>
                <a:cubicBezTo>
                  <a:pt x="66305" y="0"/>
                  <a:pt x="69289" y="811"/>
                  <a:pt x="71071" y="2432"/>
                </a:cubicBezTo>
                <a:cubicBezTo>
                  <a:pt x="72853" y="4051"/>
                  <a:pt x="73744" y="6168"/>
                  <a:pt x="73744" y="8783"/>
                </a:cubicBezTo>
                <a:cubicBezTo>
                  <a:pt x="73744" y="11341"/>
                  <a:pt x="72853" y="13431"/>
                  <a:pt x="71071" y="15052"/>
                </a:cubicBezTo>
                <a:cubicBezTo>
                  <a:pt x="69289" y="16672"/>
                  <a:pt x="66305" y="17481"/>
                  <a:pt x="62118" y="17481"/>
                </a:cubicBezTo>
                <a:lnTo>
                  <a:pt x="26307" y="17481"/>
                </a:lnTo>
                <a:close/>
                <a:moveTo>
                  <a:pt x="158504" y="100985"/>
                </a:moveTo>
                <a:cubicBezTo>
                  <a:pt x="158504" y="104266"/>
                  <a:pt x="157344" y="107010"/>
                  <a:pt x="155025" y="109217"/>
                </a:cubicBezTo>
                <a:cubicBezTo>
                  <a:pt x="152705" y="111423"/>
                  <a:pt x="149509" y="112526"/>
                  <a:pt x="145435" y="112526"/>
                </a:cubicBezTo>
                <a:cubicBezTo>
                  <a:pt x="141362" y="112526"/>
                  <a:pt x="138166" y="111423"/>
                  <a:pt x="135846" y="109217"/>
                </a:cubicBezTo>
                <a:cubicBezTo>
                  <a:pt x="133526" y="107010"/>
                  <a:pt x="132367" y="104266"/>
                  <a:pt x="132367" y="100985"/>
                </a:cubicBezTo>
                <a:cubicBezTo>
                  <a:pt x="132367" y="97704"/>
                  <a:pt x="133526" y="94960"/>
                  <a:pt x="135846" y="92753"/>
                </a:cubicBezTo>
                <a:cubicBezTo>
                  <a:pt x="138166" y="90547"/>
                  <a:pt x="141362" y="89444"/>
                  <a:pt x="145435" y="89444"/>
                </a:cubicBezTo>
                <a:cubicBezTo>
                  <a:pt x="149509" y="89444"/>
                  <a:pt x="152705" y="90547"/>
                  <a:pt x="155025" y="92753"/>
                </a:cubicBezTo>
                <a:cubicBezTo>
                  <a:pt x="157344" y="94960"/>
                  <a:pt x="158504" y="97704"/>
                  <a:pt x="158504" y="100985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rax=r14">
            <a:extLst xmlns:a="http://schemas.openxmlformats.org/drawingml/2006/main">
              <a:ext uri="{FF2B5EF4-FFF2-40B4-BE49-F238E27FC236}">
                <a16:creationId xmlns:a16="http://schemas.microsoft.com/office/drawing/2014/main" id="{CE3CD862-3F2A-4116-8475-686C18AF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464" y="1370079"/>
            <a:ext cx="913480" cy="115411"/>
          </a:xfrm>
          <a:custGeom xmlns:a="http://schemas.openxmlformats.org/drawingml/2006/main">
            <a:pathLst>
              <a:path w="913480" h="115411">
                <a:moveTo>
                  <a:pt x="39376" y="35642"/>
                </a:moveTo>
                <a:lnTo>
                  <a:pt x="39376" y="46504"/>
                </a:lnTo>
                <a:cubicBezTo>
                  <a:pt x="46674" y="41209"/>
                  <a:pt x="52430" y="37679"/>
                  <a:pt x="56645" y="35915"/>
                </a:cubicBezTo>
                <a:cubicBezTo>
                  <a:pt x="60860" y="34149"/>
                  <a:pt x="64806" y="33266"/>
                  <a:pt x="68483" y="33266"/>
                </a:cubicBezTo>
                <a:cubicBezTo>
                  <a:pt x="74141" y="33266"/>
                  <a:pt x="79628" y="35366"/>
                  <a:pt x="84946" y="39567"/>
                </a:cubicBezTo>
                <a:cubicBezTo>
                  <a:pt x="88567" y="42406"/>
                  <a:pt x="90377" y="45302"/>
                  <a:pt x="90377" y="48254"/>
                </a:cubicBezTo>
                <a:cubicBezTo>
                  <a:pt x="90377" y="50752"/>
                  <a:pt x="89515" y="52868"/>
                  <a:pt x="87789" y="54600"/>
                </a:cubicBezTo>
                <a:cubicBezTo>
                  <a:pt x="86064" y="56331"/>
                  <a:pt x="83984" y="57197"/>
                  <a:pt x="81552" y="57197"/>
                </a:cubicBezTo>
                <a:cubicBezTo>
                  <a:pt x="79402" y="57197"/>
                  <a:pt x="77139" y="56122"/>
                  <a:pt x="74763" y="53972"/>
                </a:cubicBezTo>
                <a:cubicBezTo>
                  <a:pt x="72387" y="51822"/>
                  <a:pt x="70265" y="50747"/>
                  <a:pt x="68398" y="50747"/>
                </a:cubicBezTo>
                <a:cubicBezTo>
                  <a:pt x="65966" y="50747"/>
                  <a:pt x="62331" y="52275"/>
                  <a:pt x="57494" y="55330"/>
                </a:cubicBezTo>
                <a:cubicBezTo>
                  <a:pt x="52656" y="58385"/>
                  <a:pt x="46617" y="62967"/>
                  <a:pt x="39376" y="69077"/>
                </a:cubicBezTo>
                <a:lnTo>
                  <a:pt x="39376" y="95214"/>
                </a:lnTo>
                <a:lnTo>
                  <a:pt x="64155" y="95214"/>
                </a:lnTo>
                <a:cubicBezTo>
                  <a:pt x="68342" y="95214"/>
                  <a:pt x="71326" y="96021"/>
                  <a:pt x="73108" y="97633"/>
                </a:cubicBezTo>
                <a:cubicBezTo>
                  <a:pt x="74890" y="99245"/>
                  <a:pt x="75781" y="101353"/>
                  <a:pt x="75781" y="103955"/>
                </a:cubicBezTo>
                <a:cubicBezTo>
                  <a:pt x="75781" y="106558"/>
                  <a:pt x="74890" y="108665"/>
                  <a:pt x="73108" y="110277"/>
                </a:cubicBezTo>
                <a:cubicBezTo>
                  <a:pt x="71326" y="111890"/>
                  <a:pt x="68342" y="112696"/>
                  <a:pt x="64155" y="112696"/>
                </a:cubicBezTo>
                <a:lnTo>
                  <a:pt x="11626" y="112696"/>
                </a:lnTo>
                <a:cubicBezTo>
                  <a:pt x="7440" y="112696"/>
                  <a:pt x="4455" y="111876"/>
                  <a:pt x="2673" y="110235"/>
                </a:cubicBezTo>
                <a:cubicBezTo>
                  <a:pt x="891" y="108594"/>
                  <a:pt x="0" y="106473"/>
                  <a:pt x="0" y="103870"/>
                </a:cubicBezTo>
                <a:cubicBezTo>
                  <a:pt x="0" y="101268"/>
                  <a:pt x="891" y="99175"/>
                  <a:pt x="2673" y="97591"/>
                </a:cubicBezTo>
                <a:cubicBezTo>
                  <a:pt x="4455" y="96006"/>
                  <a:pt x="7440" y="95214"/>
                  <a:pt x="11626" y="95214"/>
                </a:cubicBezTo>
                <a:lnTo>
                  <a:pt x="21979" y="95214"/>
                </a:lnTo>
                <a:lnTo>
                  <a:pt x="21979" y="53123"/>
                </a:lnTo>
                <a:lnTo>
                  <a:pt x="15699" y="53123"/>
                </a:lnTo>
                <a:cubicBezTo>
                  <a:pt x="11513" y="53123"/>
                  <a:pt x="8529" y="52303"/>
                  <a:pt x="6746" y="50662"/>
                </a:cubicBezTo>
                <a:cubicBezTo>
                  <a:pt x="4964" y="49022"/>
                  <a:pt x="4073" y="46900"/>
                  <a:pt x="4073" y="44298"/>
                </a:cubicBezTo>
                <a:cubicBezTo>
                  <a:pt x="4073" y="41695"/>
                  <a:pt x="4964" y="39602"/>
                  <a:pt x="6746" y="38018"/>
                </a:cubicBezTo>
                <a:cubicBezTo>
                  <a:pt x="8529" y="36434"/>
                  <a:pt x="11513" y="35642"/>
                  <a:pt x="15699" y="35642"/>
                </a:cubicBezTo>
                <a:lnTo>
                  <a:pt x="39376" y="35642"/>
                </a:lnTo>
                <a:close/>
                <a:moveTo>
                  <a:pt x="162916" y="112696"/>
                </a:moveTo>
                <a:lnTo>
                  <a:pt x="162916" y="108622"/>
                </a:lnTo>
                <a:cubicBezTo>
                  <a:pt x="158560" y="110885"/>
                  <a:pt x="153751" y="112583"/>
                  <a:pt x="148490" y="113714"/>
                </a:cubicBezTo>
                <a:cubicBezTo>
                  <a:pt x="143229" y="114846"/>
                  <a:pt x="138448" y="115411"/>
                  <a:pt x="134149" y="115411"/>
                </a:cubicBezTo>
                <a:cubicBezTo>
                  <a:pt x="124814" y="115411"/>
                  <a:pt x="117233" y="112941"/>
                  <a:pt x="111406" y="107999"/>
                </a:cubicBezTo>
                <a:cubicBezTo>
                  <a:pt x="105579" y="103056"/>
                  <a:pt x="102665" y="97591"/>
                  <a:pt x="102665" y="91602"/>
                </a:cubicBezTo>
                <a:cubicBezTo>
                  <a:pt x="102665" y="84317"/>
                  <a:pt x="106385" y="77554"/>
                  <a:pt x="113824" y="71313"/>
                </a:cubicBezTo>
                <a:cubicBezTo>
                  <a:pt x="121264" y="65070"/>
                  <a:pt x="131546" y="61949"/>
                  <a:pt x="144671" y="61949"/>
                </a:cubicBezTo>
                <a:cubicBezTo>
                  <a:pt x="149933" y="61949"/>
                  <a:pt x="156014" y="62515"/>
                  <a:pt x="162916" y="63646"/>
                </a:cubicBezTo>
                <a:lnTo>
                  <a:pt x="162916" y="59514"/>
                </a:lnTo>
                <a:cubicBezTo>
                  <a:pt x="162916" y="56930"/>
                  <a:pt x="161799" y="54822"/>
                  <a:pt x="159564" y="53192"/>
                </a:cubicBezTo>
                <a:cubicBezTo>
                  <a:pt x="157330" y="51562"/>
                  <a:pt x="153073" y="50747"/>
                  <a:pt x="146793" y="50747"/>
                </a:cubicBezTo>
                <a:cubicBezTo>
                  <a:pt x="141645" y="50747"/>
                  <a:pt x="134969" y="51744"/>
                  <a:pt x="126766" y="53738"/>
                </a:cubicBezTo>
                <a:cubicBezTo>
                  <a:pt x="123711" y="54460"/>
                  <a:pt x="121334" y="54820"/>
                  <a:pt x="119637" y="54820"/>
                </a:cubicBezTo>
                <a:cubicBezTo>
                  <a:pt x="117318" y="54820"/>
                  <a:pt x="115352" y="53986"/>
                  <a:pt x="113739" y="52317"/>
                </a:cubicBezTo>
                <a:cubicBezTo>
                  <a:pt x="112127" y="50648"/>
                  <a:pt x="111321" y="48512"/>
                  <a:pt x="111321" y="45910"/>
                </a:cubicBezTo>
                <a:cubicBezTo>
                  <a:pt x="111321" y="44439"/>
                  <a:pt x="111604" y="43166"/>
                  <a:pt x="112169" y="42091"/>
                </a:cubicBezTo>
                <a:cubicBezTo>
                  <a:pt x="112735" y="41016"/>
                  <a:pt x="113527" y="40154"/>
                  <a:pt x="114546" y="39503"/>
                </a:cubicBezTo>
                <a:cubicBezTo>
                  <a:pt x="115564" y="38852"/>
                  <a:pt x="117685" y="38074"/>
                  <a:pt x="120910" y="37169"/>
                </a:cubicBezTo>
                <a:cubicBezTo>
                  <a:pt x="125210" y="35981"/>
                  <a:pt x="129594" y="35034"/>
                  <a:pt x="134064" y="34326"/>
                </a:cubicBezTo>
                <a:cubicBezTo>
                  <a:pt x="138533" y="33619"/>
                  <a:pt x="142578" y="33266"/>
                  <a:pt x="146199" y="33266"/>
                </a:cubicBezTo>
                <a:cubicBezTo>
                  <a:pt x="157004" y="33266"/>
                  <a:pt x="165392" y="35599"/>
                  <a:pt x="171360" y="40267"/>
                </a:cubicBezTo>
                <a:cubicBezTo>
                  <a:pt x="177329" y="44934"/>
                  <a:pt x="180313" y="51313"/>
                  <a:pt x="180313" y="59403"/>
                </a:cubicBezTo>
                <a:lnTo>
                  <a:pt x="180313" y="95214"/>
                </a:lnTo>
                <a:lnTo>
                  <a:pt x="183283" y="95214"/>
                </a:lnTo>
                <a:cubicBezTo>
                  <a:pt x="187470" y="95214"/>
                  <a:pt x="190454" y="96021"/>
                  <a:pt x="192236" y="97633"/>
                </a:cubicBezTo>
                <a:cubicBezTo>
                  <a:pt x="194018" y="99245"/>
                  <a:pt x="194909" y="101353"/>
                  <a:pt x="194909" y="103955"/>
                </a:cubicBezTo>
                <a:cubicBezTo>
                  <a:pt x="194909" y="106558"/>
                  <a:pt x="194018" y="108665"/>
                  <a:pt x="192236" y="110277"/>
                </a:cubicBezTo>
                <a:cubicBezTo>
                  <a:pt x="190454" y="111890"/>
                  <a:pt x="187470" y="112696"/>
                  <a:pt x="183283" y="112696"/>
                </a:cubicBezTo>
                <a:lnTo>
                  <a:pt x="162916" y="112696"/>
                </a:lnTo>
                <a:moveTo>
                  <a:pt x="162916" y="81448"/>
                </a:moveTo>
                <a:cubicBezTo>
                  <a:pt x="155958" y="80103"/>
                  <a:pt x="149537" y="79430"/>
                  <a:pt x="143653" y="79430"/>
                </a:cubicBezTo>
                <a:cubicBezTo>
                  <a:pt x="136581" y="79430"/>
                  <a:pt x="130499" y="81140"/>
                  <a:pt x="125408" y="84559"/>
                </a:cubicBezTo>
                <a:cubicBezTo>
                  <a:pt x="122240" y="86746"/>
                  <a:pt x="120656" y="88960"/>
                  <a:pt x="120656" y="91202"/>
                </a:cubicBezTo>
                <a:cubicBezTo>
                  <a:pt x="120656" y="92829"/>
                  <a:pt x="121419" y="94147"/>
                  <a:pt x="122947" y="95156"/>
                </a:cubicBezTo>
                <a:cubicBezTo>
                  <a:pt x="125776" y="97005"/>
                  <a:pt x="129651" y="97930"/>
                  <a:pt x="134573" y="97930"/>
                </a:cubicBezTo>
                <a:cubicBezTo>
                  <a:pt x="138759" y="97930"/>
                  <a:pt x="143497" y="97118"/>
                  <a:pt x="148787" y="95493"/>
                </a:cubicBezTo>
                <a:cubicBezTo>
                  <a:pt x="154077" y="93866"/>
                  <a:pt x="158787" y="91651"/>
                  <a:pt x="162916" y="88847"/>
                </a:cubicBezTo>
                <a:lnTo>
                  <a:pt x="162916" y="81448"/>
                </a:lnTo>
                <a:close/>
                <a:moveTo>
                  <a:pt x="264677" y="72652"/>
                </a:moveTo>
                <a:lnTo>
                  <a:pt x="290955" y="95214"/>
                </a:lnTo>
                <a:cubicBezTo>
                  <a:pt x="294123" y="95384"/>
                  <a:pt x="296500" y="96280"/>
                  <a:pt x="298084" y="97901"/>
                </a:cubicBezTo>
                <a:cubicBezTo>
                  <a:pt x="299668" y="99520"/>
                  <a:pt x="300460" y="101552"/>
                  <a:pt x="300460" y="103998"/>
                </a:cubicBezTo>
                <a:cubicBezTo>
                  <a:pt x="300460" y="106556"/>
                  <a:pt x="299569" y="108645"/>
                  <a:pt x="297787" y="110267"/>
                </a:cubicBezTo>
                <a:cubicBezTo>
                  <a:pt x="296005" y="111886"/>
                  <a:pt x="293020" y="112696"/>
                  <a:pt x="288834" y="112696"/>
                </a:cubicBezTo>
                <a:lnTo>
                  <a:pt x="269061" y="112696"/>
                </a:lnTo>
                <a:cubicBezTo>
                  <a:pt x="264875" y="112696"/>
                  <a:pt x="261890" y="111886"/>
                  <a:pt x="260108" y="110267"/>
                </a:cubicBezTo>
                <a:cubicBezTo>
                  <a:pt x="258326" y="108645"/>
                  <a:pt x="257435" y="106499"/>
                  <a:pt x="257435" y="103828"/>
                </a:cubicBezTo>
                <a:cubicBezTo>
                  <a:pt x="257435" y="101781"/>
                  <a:pt x="258072" y="99975"/>
                  <a:pt x="259344" y="98413"/>
                </a:cubicBezTo>
                <a:cubicBezTo>
                  <a:pt x="260617" y="96850"/>
                  <a:pt x="262357" y="95784"/>
                  <a:pt x="264563" y="95214"/>
                </a:cubicBezTo>
                <a:lnTo>
                  <a:pt x="251463" y="83973"/>
                </a:lnTo>
                <a:lnTo>
                  <a:pt x="238341" y="95214"/>
                </a:lnTo>
                <a:cubicBezTo>
                  <a:pt x="241000" y="95897"/>
                  <a:pt x="242910" y="96949"/>
                  <a:pt x="244069" y="98370"/>
                </a:cubicBezTo>
                <a:cubicBezTo>
                  <a:pt x="245229" y="99792"/>
                  <a:pt x="245809" y="101611"/>
                  <a:pt x="245809" y="103828"/>
                </a:cubicBezTo>
                <a:cubicBezTo>
                  <a:pt x="245809" y="106499"/>
                  <a:pt x="244932" y="108645"/>
                  <a:pt x="243178" y="110267"/>
                </a:cubicBezTo>
                <a:cubicBezTo>
                  <a:pt x="241425" y="111886"/>
                  <a:pt x="238454" y="112696"/>
                  <a:pt x="234268" y="112696"/>
                </a:cubicBezTo>
                <a:lnTo>
                  <a:pt x="214665" y="112696"/>
                </a:lnTo>
                <a:cubicBezTo>
                  <a:pt x="210478" y="112696"/>
                  <a:pt x="207494" y="111886"/>
                  <a:pt x="205712" y="110267"/>
                </a:cubicBezTo>
                <a:cubicBezTo>
                  <a:pt x="203930" y="108645"/>
                  <a:pt x="203039" y="106527"/>
                  <a:pt x="203039" y="103913"/>
                </a:cubicBezTo>
                <a:cubicBezTo>
                  <a:pt x="203039" y="101524"/>
                  <a:pt x="203831" y="99520"/>
                  <a:pt x="205415" y="97901"/>
                </a:cubicBezTo>
                <a:cubicBezTo>
                  <a:pt x="206999" y="96280"/>
                  <a:pt x="209375" y="95384"/>
                  <a:pt x="212543" y="95214"/>
                </a:cubicBezTo>
                <a:lnTo>
                  <a:pt x="238405" y="72769"/>
                </a:lnTo>
                <a:lnTo>
                  <a:pt x="215514" y="53123"/>
                </a:lnTo>
                <a:cubicBezTo>
                  <a:pt x="212515" y="52895"/>
                  <a:pt x="210238" y="51971"/>
                  <a:pt x="208682" y="50352"/>
                </a:cubicBezTo>
                <a:cubicBezTo>
                  <a:pt x="207126" y="48731"/>
                  <a:pt x="206349" y="46727"/>
                  <a:pt x="206349" y="44340"/>
                </a:cubicBezTo>
                <a:cubicBezTo>
                  <a:pt x="206349" y="41782"/>
                  <a:pt x="207240" y="39693"/>
                  <a:pt x="209022" y="38074"/>
                </a:cubicBezTo>
                <a:cubicBezTo>
                  <a:pt x="210804" y="36452"/>
                  <a:pt x="213788" y="35642"/>
                  <a:pt x="217975" y="35642"/>
                </a:cubicBezTo>
                <a:lnTo>
                  <a:pt x="234268" y="35642"/>
                </a:lnTo>
                <a:cubicBezTo>
                  <a:pt x="238454" y="35642"/>
                  <a:pt x="241439" y="36452"/>
                  <a:pt x="243221" y="38074"/>
                </a:cubicBezTo>
                <a:cubicBezTo>
                  <a:pt x="245003" y="39693"/>
                  <a:pt x="245894" y="41754"/>
                  <a:pt x="245894" y="44255"/>
                </a:cubicBezTo>
                <a:cubicBezTo>
                  <a:pt x="245894" y="47611"/>
                  <a:pt x="244310" y="50340"/>
                  <a:pt x="241142" y="52444"/>
                </a:cubicBezTo>
                <a:lnTo>
                  <a:pt x="251537" y="61371"/>
                </a:lnTo>
                <a:lnTo>
                  <a:pt x="262018" y="52275"/>
                </a:lnTo>
                <a:cubicBezTo>
                  <a:pt x="258906" y="50058"/>
                  <a:pt x="257350" y="47498"/>
                  <a:pt x="257350" y="44597"/>
                </a:cubicBezTo>
                <a:cubicBezTo>
                  <a:pt x="257350" y="41868"/>
                  <a:pt x="258241" y="39693"/>
                  <a:pt x="260023" y="38074"/>
                </a:cubicBezTo>
                <a:cubicBezTo>
                  <a:pt x="261805" y="36452"/>
                  <a:pt x="264790" y="35642"/>
                  <a:pt x="268976" y="35642"/>
                </a:cubicBezTo>
                <a:lnTo>
                  <a:pt x="285100" y="35642"/>
                </a:lnTo>
                <a:cubicBezTo>
                  <a:pt x="289286" y="35642"/>
                  <a:pt x="292271" y="36452"/>
                  <a:pt x="294053" y="38074"/>
                </a:cubicBezTo>
                <a:cubicBezTo>
                  <a:pt x="295835" y="39693"/>
                  <a:pt x="296726" y="41810"/>
                  <a:pt x="296726" y="44425"/>
                </a:cubicBezTo>
                <a:cubicBezTo>
                  <a:pt x="296726" y="46755"/>
                  <a:pt x="295948" y="48731"/>
                  <a:pt x="294392" y="50352"/>
                </a:cubicBezTo>
                <a:cubicBezTo>
                  <a:pt x="292836" y="51971"/>
                  <a:pt x="290531" y="52895"/>
                  <a:pt x="287476" y="53123"/>
                </a:cubicBezTo>
                <a:lnTo>
                  <a:pt x="264677" y="72652"/>
                </a:lnTo>
                <a:close/>
                <a:moveTo>
                  <a:pt x="497389" y="55330"/>
                </a:moveTo>
                <a:lnTo>
                  <a:pt x="423050" y="55330"/>
                </a:lnTo>
                <a:cubicBezTo>
                  <a:pt x="418864" y="55330"/>
                  <a:pt x="415879" y="54520"/>
                  <a:pt x="414097" y="52900"/>
                </a:cubicBezTo>
                <a:cubicBezTo>
                  <a:pt x="412315" y="51279"/>
                  <a:pt x="411424" y="49161"/>
                  <a:pt x="411424" y="46546"/>
                </a:cubicBezTo>
                <a:cubicBezTo>
                  <a:pt x="411424" y="43988"/>
                  <a:pt x="412315" y="41899"/>
                  <a:pt x="414097" y="40280"/>
                </a:cubicBezTo>
                <a:cubicBezTo>
                  <a:pt x="415879" y="38659"/>
                  <a:pt x="418864" y="37848"/>
                  <a:pt x="423050" y="37848"/>
                </a:cubicBezTo>
                <a:lnTo>
                  <a:pt x="497389" y="37848"/>
                </a:lnTo>
                <a:cubicBezTo>
                  <a:pt x="501575" y="37848"/>
                  <a:pt x="504559" y="38659"/>
                  <a:pt x="506342" y="40280"/>
                </a:cubicBezTo>
                <a:cubicBezTo>
                  <a:pt x="508124" y="41899"/>
                  <a:pt x="509015" y="44017"/>
                  <a:pt x="509015" y="46631"/>
                </a:cubicBezTo>
                <a:cubicBezTo>
                  <a:pt x="509015" y="49190"/>
                  <a:pt x="508124" y="51279"/>
                  <a:pt x="506342" y="52900"/>
                </a:cubicBezTo>
                <a:cubicBezTo>
                  <a:pt x="504559" y="54520"/>
                  <a:pt x="501575" y="55330"/>
                  <a:pt x="497389" y="55330"/>
                </a:cubicBezTo>
                <a:moveTo>
                  <a:pt x="497389" y="88256"/>
                </a:moveTo>
                <a:lnTo>
                  <a:pt x="423050" y="88256"/>
                </a:lnTo>
                <a:cubicBezTo>
                  <a:pt x="418864" y="88256"/>
                  <a:pt x="415879" y="87460"/>
                  <a:pt x="414097" y="85869"/>
                </a:cubicBezTo>
                <a:cubicBezTo>
                  <a:pt x="412315" y="84276"/>
                  <a:pt x="411424" y="82172"/>
                  <a:pt x="411424" y="79557"/>
                </a:cubicBezTo>
                <a:cubicBezTo>
                  <a:pt x="411424" y="76943"/>
                  <a:pt x="412315" y="74826"/>
                  <a:pt x="414097" y="73206"/>
                </a:cubicBezTo>
                <a:cubicBezTo>
                  <a:pt x="415879" y="71585"/>
                  <a:pt x="418864" y="70774"/>
                  <a:pt x="423050" y="70774"/>
                </a:cubicBezTo>
                <a:lnTo>
                  <a:pt x="497389" y="70774"/>
                </a:lnTo>
                <a:cubicBezTo>
                  <a:pt x="501575" y="70774"/>
                  <a:pt x="504559" y="71585"/>
                  <a:pt x="506342" y="73206"/>
                </a:cubicBezTo>
                <a:cubicBezTo>
                  <a:pt x="508124" y="74826"/>
                  <a:pt x="509015" y="76943"/>
                  <a:pt x="509015" y="79557"/>
                </a:cubicBezTo>
                <a:cubicBezTo>
                  <a:pt x="509015" y="82172"/>
                  <a:pt x="508124" y="84276"/>
                  <a:pt x="506342" y="85869"/>
                </a:cubicBezTo>
                <a:cubicBezTo>
                  <a:pt x="504559" y="87460"/>
                  <a:pt x="501575" y="88256"/>
                  <a:pt x="497389" y="88256"/>
                </a:cubicBezTo>
                <a:close/>
                <a:moveTo>
                  <a:pt x="665040" y="35642"/>
                </a:moveTo>
                <a:lnTo>
                  <a:pt x="665040" y="46504"/>
                </a:lnTo>
                <a:cubicBezTo>
                  <a:pt x="672338" y="41209"/>
                  <a:pt x="678095" y="37679"/>
                  <a:pt x="682309" y="35915"/>
                </a:cubicBezTo>
                <a:cubicBezTo>
                  <a:pt x="686524" y="34149"/>
                  <a:pt x="690470" y="33266"/>
                  <a:pt x="694148" y="33266"/>
                </a:cubicBezTo>
                <a:cubicBezTo>
                  <a:pt x="699805" y="33266"/>
                  <a:pt x="705293" y="35366"/>
                  <a:pt x="710611" y="39567"/>
                </a:cubicBezTo>
                <a:cubicBezTo>
                  <a:pt x="714231" y="42406"/>
                  <a:pt x="716042" y="45302"/>
                  <a:pt x="716042" y="48254"/>
                </a:cubicBezTo>
                <a:cubicBezTo>
                  <a:pt x="716042" y="50752"/>
                  <a:pt x="715179" y="52868"/>
                  <a:pt x="713454" y="54600"/>
                </a:cubicBezTo>
                <a:cubicBezTo>
                  <a:pt x="711728" y="56331"/>
                  <a:pt x="709649" y="57197"/>
                  <a:pt x="707216" y="57197"/>
                </a:cubicBezTo>
                <a:cubicBezTo>
                  <a:pt x="705066" y="57197"/>
                  <a:pt x="702803" y="56122"/>
                  <a:pt x="700427" y="53972"/>
                </a:cubicBezTo>
                <a:cubicBezTo>
                  <a:pt x="698051" y="51822"/>
                  <a:pt x="695930" y="50747"/>
                  <a:pt x="694063" y="50747"/>
                </a:cubicBezTo>
                <a:cubicBezTo>
                  <a:pt x="691630" y="50747"/>
                  <a:pt x="687995" y="52275"/>
                  <a:pt x="683158" y="55330"/>
                </a:cubicBezTo>
                <a:cubicBezTo>
                  <a:pt x="678321" y="58385"/>
                  <a:pt x="672282" y="62967"/>
                  <a:pt x="665040" y="69077"/>
                </a:cubicBezTo>
                <a:lnTo>
                  <a:pt x="665040" y="95214"/>
                </a:lnTo>
                <a:lnTo>
                  <a:pt x="689820" y="95214"/>
                </a:lnTo>
                <a:cubicBezTo>
                  <a:pt x="694006" y="95214"/>
                  <a:pt x="696990" y="96021"/>
                  <a:pt x="698773" y="97633"/>
                </a:cubicBezTo>
                <a:cubicBezTo>
                  <a:pt x="700555" y="99245"/>
                  <a:pt x="701446" y="101353"/>
                  <a:pt x="701446" y="103955"/>
                </a:cubicBezTo>
                <a:cubicBezTo>
                  <a:pt x="701446" y="106558"/>
                  <a:pt x="700555" y="108665"/>
                  <a:pt x="698773" y="110277"/>
                </a:cubicBezTo>
                <a:cubicBezTo>
                  <a:pt x="696990" y="111890"/>
                  <a:pt x="694006" y="112696"/>
                  <a:pt x="689820" y="112696"/>
                </a:cubicBezTo>
                <a:lnTo>
                  <a:pt x="637290" y="112696"/>
                </a:lnTo>
                <a:cubicBezTo>
                  <a:pt x="633104" y="112696"/>
                  <a:pt x="630120" y="111876"/>
                  <a:pt x="628338" y="110235"/>
                </a:cubicBezTo>
                <a:cubicBezTo>
                  <a:pt x="626556" y="108594"/>
                  <a:pt x="625664" y="106473"/>
                  <a:pt x="625664" y="103870"/>
                </a:cubicBezTo>
                <a:cubicBezTo>
                  <a:pt x="625664" y="101268"/>
                  <a:pt x="626556" y="99175"/>
                  <a:pt x="628338" y="97591"/>
                </a:cubicBezTo>
                <a:cubicBezTo>
                  <a:pt x="630120" y="96006"/>
                  <a:pt x="633104" y="95214"/>
                  <a:pt x="637290" y="95214"/>
                </a:cubicBezTo>
                <a:lnTo>
                  <a:pt x="647644" y="95214"/>
                </a:lnTo>
                <a:lnTo>
                  <a:pt x="647644" y="53123"/>
                </a:lnTo>
                <a:lnTo>
                  <a:pt x="641364" y="53123"/>
                </a:lnTo>
                <a:cubicBezTo>
                  <a:pt x="637177" y="53123"/>
                  <a:pt x="634193" y="52303"/>
                  <a:pt x="632411" y="50662"/>
                </a:cubicBezTo>
                <a:cubicBezTo>
                  <a:pt x="630629" y="49022"/>
                  <a:pt x="629738" y="46900"/>
                  <a:pt x="629738" y="44298"/>
                </a:cubicBezTo>
                <a:cubicBezTo>
                  <a:pt x="629738" y="41695"/>
                  <a:pt x="630629" y="39602"/>
                  <a:pt x="632411" y="38018"/>
                </a:cubicBezTo>
                <a:cubicBezTo>
                  <a:pt x="634193" y="36434"/>
                  <a:pt x="637177" y="35642"/>
                  <a:pt x="641364" y="35642"/>
                </a:cubicBezTo>
                <a:lnTo>
                  <a:pt x="665040" y="35642"/>
                </a:lnTo>
                <a:close/>
                <a:moveTo>
                  <a:pt x="781792" y="0"/>
                </a:moveTo>
                <a:lnTo>
                  <a:pt x="781792" y="95214"/>
                </a:lnTo>
                <a:lnTo>
                  <a:pt x="799358" y="95214"/>
                </a:lnTo>
                <a:cubicBezTo>
                  <a:pt x="803545" y="95214"/>
                  <a:pt x="806529" y="96021"/>
                  <a:pt x="808311" y="97633"/>
                </a:cubicBezTo>
                <a:cubicBezTo>
                  <a:pt x="810093" y="99245"/>
                  <a:pt x="810984" y="101353"/>
                  <a:pt x="810984" y="103955"/>
                </a:cubicBezTo>
                <a:cubicBezTo>
                  <a:pt x="810984" y="106558"/>
                  <a:pt x="810093" y="108665"/>
                  <a:pt x="808311" y="110277"/>
                </a:cubicBezTo>
                <a:cubicBezTo>
                  <a:pt x="806529" y="111890"/>
                  <a:pt x="803545" y="112696"/>
                  <a:pt x="799358" y="112696"/>
                </a:cubicBezTo>
                <a:lnTo>
                  <a:pt x="746829" y="112696"/>
                </a:lnTo>
                <a:cubicBezTo>
                  <a:pt x="742643" y="112696"/>
                  <a:pt x="739658" y="111876"/>
                  <a:pt x="737876" y="110235"/>
                </a:cubicBezTo>
                <a:cubicBezTo>
                  <a:pt x="736094" y="108594"/>
                  <a:pt x="735203" y="106473"/>
                  <a:pt x="735203" y="103870"/>
                </a:cubicBezTo>
                <a:cubicBezTo>
                  <a:pt x="735203" y="101268"/>
                  <a:pt x="736094" y="99175"/>
                  <a:pt x="737876" y="97591"/>
                </a:cubicBezTo>
                <a:cubicBezTo>
                  <a:pt x="739658" y="96006"/>
                  <a:pt x="742643" y="95214"/>
                  <a:pt x="746829" y="95214"/>
                </a:cubicBezTo>
                <a:lnTo>
                  <a:pt x="764395" y="95214"/>
                </a:lnTo>
                <a:lnTo>
                  <a:pt x="764395" y="22727"/>
                </a:lnTo>
                <a:lnTo>
                  <a:pt x="748866" y="26814"/>
                </a:lnTo>
                <a:cubicBezTo>
                  <a:pt x="746377" y="27494"/>
                  <a:pt x="744510" y="27835"/>
                  <a:pt x="743265" y="27835"/>
                </a:cubicBezTo>
                <a:cubicBezTo>
                  <a:pt x="741059" y="27835"/>
                  <a:pt x="739149" y="26955"/>
                  <a:pt x="737537" y="25196"/>
                </a:cubicBezTo>
                <a:cubicBezTo>
                  <a:pt x="735925" y="23437"/>
                  <a:pt x="735118" y="21281"/>
                  <a:pt x="735118" y="18728"/>
                </a:cubicBezTo>
                <a:cubicBezTo>
                  <a:pt x="735118" y="16401"/>
                  <a:pt x="735712" y="14571"/>
                  <a:pt x="736900" y="13238"/>
                </a:cubicBezTo>
                <a:cubicBezTo>
                  <a:pt x="738088" y="11904"/>
                  <a:pt x="740578" y="10725"/>
                  <a:pt x="744368" y="9703"/>
                </a:cubicBezTo>
                <a:lnTo>
                  <a:pt x="781792" y="0"/>
                </a:lnTo>
                <a:close/>
                <a:moveTo>
                  <a:pt x="902702" y="2885"/>
                </a:moveTo>
                <a:lnTo>
                  <a:pt x="902702" y="70774"/>
                </a:lnTo>
                <a:cubicBezTo>
                  <a:pt x="906380" y="70774"/>
                  <a:pt x="909095" y="71566"/>
                  <a:pt x="910849" y="73150"/>
                </a:cubicBezTo>
                <a:cubicBezTo>
                  <a:pt x="912603" y="74735"/>
                  <a:pt x="913480" y="76828"/>
                  <a:pt x="913480" y="79430"/>
                </a:cubicBezTo>
                <a:cubicBezTo>
                  <a:pt x="913480" y="82033"/>
                  <a:pt x="912589" y="84154"/>
                  <a:pt x="910807" y="85795"/>
                </a:cubicBezTo>
                <a:cubicBezTo>
                  <a:pt x="909025" y="87435"/>
                  <a:pt x="906323" y="88256"/>
                  <a:pt x="902702" y="88256"/>
                </a:cubicBezTo>
                <a:lnTo>
                  <a:pt x="902702" y="95214"/>
                </a:lnTo>
                <a:cubicBezTo>
                  <a:pt x="906380" y="95214"/>
                  <a:pt x="909095" y="96021"/>
                  <a:pt x="910849" y="97633"/>
                </a:cubicBezTo>
                <a:cubicBezTo>
                  <a:pt x="912603" y="99245"/>
                  <a:pt x="913480" y="101353"/>
                  <a:pt x="913480" y="103955"/>
                </a:cubicBezTo>
                <a:cubicBezTo>
                  <a:pt x="913480" y="106558"/>
                  <a:pt x="912589" y="108665"/>
                  <a:pt x="910807" y="110277"/>
                </a:cubicBezTo>
                <a:cubicBezTo>
                  <a:pt x="909025" y="111890"/>
                  <a:pt x="906040" y="112696"/>
                  <a:pt x="901854" y="112696"/>
                </a:cubicBezTo>
                <a:lnTo>
                  <a:pt x="878517" y="112696"/>
                </a:lnTo>
                <a:cubicBezTo>
                  <a:pt x="874331" y="112696"/>
                  <a:pt x="871346" y="111876"/>
                  <a:pt x="869564" y="110235"/>
                </a:cubicBezTo>
                <a:cubicBezTo>
                  <a:pt x="867782" y="108594"/>
                  <a:pt x="866891" y="106473"/>
                  <a:pt x="866891" y="103870"/>
                </a:cubicBezTo>
                <a:cubicBezTo>
                  <a:pt x="866891" y="101268"/>
                  <a:pt x="867782" y="99175"/>
                  <a:pt x="869564" y="97591"/>
                </a:cubicBezTo>
                <a:cubicBezTo>
                  <a:pt x="871346" y="96006"/>
                  <a:pt x="874331" y="95214"/>
                  <a:pt x="878517" y="95214"/>
                </a:cubicBezTo>
                <a:lnTo>
                  <a:pt x="885306" y="95214"/>
                </a:lnTo>
                <a:lnTo>
                  <a:pt x="885306" y="88256"/>
                </a:lnTo>
                <a:lnTo>
                  <a:pt x="838038" y="88256"/>
                </a:lnTo>
                <a:lnTo>
                  <a:pt x="838038" y="73673"/>
                </a:lnTo>
                <a:lnTo>
                  <a:pt x="879705" y="2885"/>
                </a:lnTo>
                <a:lnTo>
                  <a:pt x="902702" y="2885"/>
                </a:lnTo>
                <a:moveTo>
                  <a:pt x="885306" y="70774"/>
                </a:moveTo>
                <a:lnTo>
                  <a:pt x="885306" y="27861"/>
                </a:lnTo>
                <a:lnTo>
                  <a:pt x="860102" y="70774"/>
                </a:lnTo>
                <a:lnTo>
                  <a:pt x="885306" y="70774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6.">
            <a:extLst xmlns:a="http://schemas.openxmlformats.org/drawingml/2006/main">
              <a:ext uri="{FF2B5EF4-FFF2-40B4-BE49-F238E27FC236}">
                <a16:creationId xmlns:a16="http://schemas.microsoft.com/office/drawing/2014/main" id="{28C8F3F8-78BA-468F-8E57-12F64283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241" y="1583981"/>
            <a:ext cx="151376" cy="115411"/>
          </a:xfrm>
          <a:custGeom xmlns:a="http://schemas.openxmlformats.org/drawingml/2006/main">
            <a:pathLst>
              <a:path w="151376" h="115411">
                <a:moveTo>
                  <a:pt x="17481" y="53293"/>
                </a:moveTo>
                <a:cubicBezTo>
                  <a:pt x="21668" y="49755"/>
                  <a:pt x="25656" y="47174"/>
                  <a:pt x="29447" y="45549"/>
                </a:cubicBezTo>
                <a:cubicBezTo>
                  <a:pt x="33237" y="43923"/>
                  <a:pt x="37282" y="43110"/>
                  <a:pt x="41582" y="43110"/>
                </a:cubicBezTo>
                <a:cubicBezTo>
                  <a:pt x="50690" y="43110"/>
                  <a:pt x="58667" y="46735"/>
                  <a:pt x="65513" y="53985"/>
                </a:cubicBezTo>
                <a:cubicBezTo>
                  <a:pt x="72358" y="61235"/>
                  <a:pt x="75781" y="70326"/>
                  <a:pt x="75781" y="81257"/>
                </a:cubicBezTo>
                <a:cubicBezTo>
                  <a:pt x="75781" y="91397"/>
                  <a:pt x="72599" y="99595"/>
                  <a:pt x="66234" y="105854"/>
                </a:cubicBezTo>
                <a:cubicBezTo>
                  <a:pt x="59870" y="112112"/>
                  <a:pt x="51228" y="115242"/>
                  <a:pt x="40309" y="115242"/>
                </a:cubicBezTo>
                <a:cubicBezTo>
                  <a:pt x="31201" y="115242"/>
                  <a:pt x="23705" y="113118"/>
                  <a:pt x="17821" y="108872"/>
                </a:cubicBezTo>
                <a:cubicBezTo>
                  <a:pt x="11937" y="104625"/>
                  <a:pt x="7496" y="98086"/>
                  <a:pt x="4498" y="89256"/>
                </a:cubicBezTo>
                <a:cubicBezTo>
                  <a:pt x="1499" y="80423"/>
                  <a:pt x="0" y="70572"/>
                  <a:pt x="0" y="59703"/>
                </a:cubicBezTo>
                <a:cubicBezTo>
                  <a:pt x="0" y="46680"/>
                  <a:pt x="2970" y="35852"/>
                  <a:pt x="8910" y="27219"/>
                </a:cubicBezTo>
                <a:cubicBezTo>
                  <a:pt x="14851" y="18585"/>
                  <a:pt x="21838" y="11889"/>
                  <a:pt x="29871" y="7134"/>
                </a:cubicBezTo>
                <a:cubicBezTo>
                  <a:pt x="37905" y="2378"/>
                  <a:pt x="46391" y="0"/>
                  <a:pt x="55330" y="0"/>
                </a:cubicBezTo>
                <a:cubicBezTo>
                  <a:pt x="62401" y="0"/>
                  <a:pt x="67889" y="1392"/>
                  <a:pt x="71793" y="4177"/>
                </a:cubicBezTo>
                <a:cubicBezTo>
                  <a:pt x="74339" y="6051"/>
                  <a:pt x="75611" y="8437"/>
                  <a:pt x="75611" y="11334"/>
                </a:cubicBezTo>
                <a:cubicBezTo>
                  <a:pt x="75611" y="13891"/>
                  <a:pt x="74763" y="16035"/>
                  <a:pt x="73066" y="17768"/>
                </a:cubicBezTo>
                <a:cubicBezTo>
                  <a:pt x="71368" y="19500"/>
                  <a:pt x="69332" y="20367"/>
                  <a:pt x="66956" y="20367"/>
                </a:cubicBezTo>
                <a:cubicBezTo>
                  <a:pt x="65598" y="20367"/>
                  <a:pt x="63646" y="19688"/>
                  <a:pt x="61100" y="18330"/>
                </a:cubicBezTo>
                <a:cubicBezTo>
                  <a:pt x="59573" y="17538"/>
                  <a:pt x="58102" y="17142"/>
                  <a:pt x="56687" y="17142"/>
                </a:cubicBezTo>
                <a:cubicBezTo>
                  <a:pt x="51143" y="17142"/>
                  <a:pt x="45401" y="18712"/>
                  <a:pt x="39461" y="21852"/>
                </a:cubicBezTo>
                <a:cubicBezTo>
                  <a:pt x="33520" y="24992"/>
                  <a:pt x="28372" y="29815"/>
                  <a:pt x="24016" y="36321"/>
                </a:cubicBezTo>
                <a:cubicBezTo>
                  <a:pt x="21017" y="40847"/>
                  <a:pt x="18839" y="46504"/>
                  <a:pt x="17481" y="53293"/>
                </a:cubicBezTo>
                <a:moveTo>
                  <a:pt x="20027" y="80149"/>
                </a:moveTo>
                <a:cubicBezTo>
                  <a:pt x="21838" y="86922"/>
                  <a:pt x="24284" y="91550"/>
                  <a:pt x="27368" y="94034"/>
                </a:cubicBezTo>
                <a:cubicBezTo>
                  <a:pt x="30451" y="96518"/>
                  <a:pt x="34850" y="97760"/>
                  <a:pt x="40564" y="97760"/>
                </a:cubicBezTo>
                <a:cubicBezTo>
                  <a:pt x="46278" y="97760"/>
                  <a:pt x="50676" y="96265"/>
                  <a:pt x="53760" y="93273"/>
                </a:cubicBezTo>
                <a:cubicBezTo>
                  <a:pt x="56843" y="90282"/>
                  <a:pt x="58385" y="86217"/>
                  <a:pt x="58385" y="81080"/>
                </a:cubicBezTo>
                <a:cubicBezTo>
                  <a:pt x="58385" y="75210"/>
                  <a:pt x="56617" y="70328"/>
                  <a:pt x="53081" y="66433"/>
                </a:cubicBezTo>
                <a:cubicBezTo>
                  <a:pt x="49545" y="62538"/>
                  <a:pt x="45571" y="60591"/>
                  <a:pt x="41158" y="60591"/>
                </a:cubicBezTo>
                <a:cubicBezTo>
                  <a:pt x="37650" y="60591"/>
                  <a:pt x="33902" y="62313"/>
                  <a:pt x="29914" y="65757"/>
                </a:cubicBezTo>
                <a:cubicBezTo>
                  <a:pt x="25925" y="69199"/>
                  <a:pt x="22630" y="73996"/>
                  <a:pt x="20027" y="80149"/>
                </a:cubicBezTo>
                <a:close/>
                <a:moveTo>
                  <a:pt x="151376" y="103870"/>
                </a:moveTo>
                <a:cubicBezTo>
                  <a:pt x="151376" y="107152"/>
                  <a:pt x="150216" y="109895"/>
                  <a:pt x="147896" y="112102"/>
                </a:cubicBezTo>
                <a:cubicBezTo>
                  <a:pt x="145577" y="114308"/>
                  <a:pt x="142380" y="115411"/>
                  <a:pt x="138307" y="115411"/>
                </a:cubicBezTo>
                <a:cubicBezTo>
                  <a:pt x="134234" y="115411"/>
                  <a:pt x="131037" y="114308"/>
                  <a:pt x="128718" y="112102"/>
                </a:cubicBezTo>
                <a:cubicBezTo>
                  <a:pt x="126398" y="109895"/>
                  <a:pt x="125238" y="107152"/>
                  <a:pt x="125238" y="103870"/>
                </a:cubicBezTo>
                <a:cubicBezTo>
                  <a:pt x="125238" y="100589"/>
                  <a:pt x="126398" y="97845"/>
                  <a:pt x="128718" y="95639"/>
                </a:cubicBezTo>
                <a:cubicBezTo>
                  <a:pt x="131037" y="93432"/>
                  <a:pt x="134234" y="92329"/>
                  <a:pt x="138307" y="92329"/>
                </a:cubicBezTo>
                <a:cubicBezTo>
                  <a:pt x="142380" y="92329"/>
                  <a:pt x="145577" y="93432"/>
                  <a:pt x="147896" y="95639"/>
                </a:cubicBezTo>
                <a:cubicBezTo>
                  <a:pt x="150216" y="97845"/>
                  <a:pt x="151376" y="100589"/>
                  <a:pt x="151376" y="1038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memcpy(rax,ghcb-&gt;buf)">
            <a:extLst xmlns:a="http://schemas.openxmlformats.org/drawingml/2006/main">
              <a:ext uri="{FF2B5EF4-FFF2-40B4-BE49-F238E27FC236}">
                <a16:creationId xmlns:a16="http://schemas.microsoft.com/office/drawing/2014/main" id="{96B4D3BF-2792-40A6-BC37-E560E799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413" y="1585000"/>
            <a:ext cx="2252284" cy="147998"/>
          </a:xfrm>
          <a:custGeom xmlns:a="http://schemas.openxmlformats.org/drawingml/2006/main">
            <a:pathLst>
              <a:path w="2252284" h="147998">
                <a:moveTo>
                  <a:pt x="28174" y="34623"/>
                </a:moveTo>
                <a:lnTo>
                  <a:pt x="28174" y="39545"/>
                </a:lnTo>
                <a:cubicBezTo>
                  <a:pt x="31003" y="36710"/>
                  <a:pt x="33563" y="34756"/>
                  <a:pt x="35854" y="33685"/>
                </a:cubicBezTo>
                <a:cubicBezTo>
                  <a:pt x="38145" y="32613"/>
                  <a:pt x="40790" y="32078"/>
                  <a:pt x="43788" y="32078"/>
                </a:cubicBezTo>
                <a:cubicBezTo>
                  <a:pt x="46334" y="32078"/>
                  <a:pt x="48852" y="32714"/>
                  <a:pt x="51341" y="33987"/>
                </a:cubicBezTo>
                <a:cubicBezTo>
                  <a:pt x="53830" y="35260"/>
                  <a:pt x="56263" y="37169"/>
                  <a:pt x="58639" y="39715"/>
                </a:cubicBezTo>
                <a:cubicBezTo>
                  <a:pt x="61638" y="37198"/>
                  <a:pt x="64678" y="35324"/>
                  <a:pt x="67762" y="34093"/>
                </a:cubicBezTo>
                <a:cubicBezTo>
                  <a:pt x="70845" y="32863"/>
                  <a:pt x="73999" y="32247"/>
                  <a:pt x="77224" y="32247"/>
                </a:cubicBezTo>
                <a:cubicBezTo>
                  <a:pt x="83673" y="32247"/>
                  <a:pt x="88906" y="33973"/>
                  <a:pt x="92923" y="37424"/>
                </a:cubicBezTo>
                <a:cubicBezTo>
                  <a:pt x="98241" y="41950"/>
                  <a:pt x="100900" y="47890"/>
                  <a:pt x="100900" y="55245"/>
                </a:cubicBezTo>
                <a:lnTo>
                  <a:pt x="100900" y="94196"/>
                </a:lnTo>
                <a:cubicBezTo>
                  <a:pt x="104521" y="94196"/>
                  <a:pt x="107208" y="95002"/>
                  <a:pt x="108962" y="96615"/>
                </a:cubicBezTo>
                <a:cubicBezTo>
                  <a:pt x="110716" y="98227"/>
                  <a:pt x="111593" y="100334"/>
                  <a:pt x="111593" y="102937"/>
                </a:cubicBezTo>
                <a:cubicBezTo>
                  <a:pt x="111593" y="105539"/>
                  <a:pt x="110716" y="107647"/>
                  <a:pt x="108962" y="109259"/>
                </a:cubicBezTo>
                <a:cubicBezTo>
                  <a:pt x="107208" y="110871"/>
                  <a:pt x="104238" y="111677"/>
                  <a:pt x="100051" y="111677"/>
                </a:cubicBezTo>
                <a:lnTo>
                  <a:pt x="83504" y="111677"/>
                </a:lnTo>
                <a:lnTo>
                  <a:pt x="83504" y="56772"/>
                </a:lnTo>
                <a:cubicBezTo>
                  <a:pt x="83504" y="54113"/>
                  <a:pt x="83023" y="52275"/>
                  <a:pt x="82061" y="51256"/>
                </a:cubicBezTo>
                <a:cubicBezTo>
                  <a:pt x="81099" y="50238"/>
                  <a:pt x="79628" y="49729"/>
                  <a:pt x="77648" y="49729"/>
                </a:cubicBezTo>
                <a:cubicBezTo>
                  <a:pt x="75725" y="49729"/>
                  <a:pt x="73942" y="50230"/>
                  <a:pt x="72302" y="51232"/>
                </a:cubicBezTo>
                <a:cubicBezTo>
                  <a:pt x="70209" y="52626"/>
                  <a:pt x="67663" y="55245"/>
                  <a:pt x="64664" y="59090"/>
                </a:cubicBezTo>
                <a:lnTo>
                  <a:pt x="64664" y="94196"/>
                </a:lnTo>
                <a:cubicBezTo>
                  <a:pt x="68285" y="94196"/>
                  <a:pt x="70972" y="95002"/>
                  <a:pt x="72726" y="96615"/>
                </a:cubicBezTo>
                <a:cubicBezTo>
                  <a:pt x="74480" y="98227"/>
                  <a:pt x="75357" y="100334"/>
                  <a:pt x="75357" y="102937"/>
                </a:cubicBezTo>
                <a:cubicBezTo>
                  <a:pt x="75357" y="105539"/>
                  <a:pt x="74480" y="107647"/>
                  <a:pt x="72726" y="109259"/>
                </a:cubicBezTo>
                <a:cubicBezTo>
                  <a:pt x="70972" y="110871"/>
                  <a:pt x="68002" y="111677"/>
                  <a:pt x="63816" y="111677"/>
                </a:cubicBezTo>
                <a:lnTo>
                  <a:pt x="47268" y="111677"/>
                </a:lnTo>
                <a:lnTo>
                  <a:pt x="47268" y="56621"/>
                </a:lnTo>
                <a:cubicBezTo>
                  <a:pt x="47268" y="54012"/>
                  <a:pt x="46773" y="52183"/>
                  <a:pt x="45783" y="51134"/>
                </a:cubicBezTo>
                <a:cubicBezTo>
                  <a:pt x="44793" y="50084"/>
                  <a:pt x="43308" y="49559"/>
                  <a:pt x="41327" y="49559"/>
                </a:cubicBezTo>
                <a:cubicBezTo>
                  <a:pt x="39291" y="49559"/>
                  <a:pt x="37282" y="50197"/>
                  <a:pt x="35302" y="51474"/>
                </a:cubicBezTo>
                <a:cubicBezTo>
                  <a:pt x="33322" y="52750"/>
                  <a:pt x="30946" y="55289"/>
                  <a:pt x="28174" y="59090"/>
                </a:cubicBezTo>
                <a:lnTo>
                  <a:pt x="28174" y="94196"/>
                </a:lnTo>
                <a:cubicBezTo>
                  <a:pt x="31795" y="94196"/>
                  <a:pt x="34496" y="95002"/>
                  <a:pt x="36278" y="96615"/>
                </a:cubicBezTo>
                <a:cubicBezTo>
                  <a:pt x="38060" y="98227"/>
                  <a:pt x="38951" y="100334"/>
                  <a:pt x="38951" y="102937"/>
                </a:cubicBezTo>
                <a:cubicBezTo>
                  <a:pt x="38951" y="105539"/>
                  <a:pt x="38060" y="107647"/>
                  <a:pt x="36278" y="109259"/>
                </a:cubicBezTo>
                <a:cubicBezTo>
                  <a:pt x="34496" y="110871"/>
                  <a:pt x="31512" y="111677"/>
                  <a:pt x="27325" y="111677"/>
                </a:cubicBezTo>
                <a:lnTo>
                  <a:pt x="11626" y="111677"/>
                </a:lnTo>
                <a:cubicBezTo>
                  <a:pt x="7440" y="111677"/>
                  <a:pt x="4455" y="110857"/>
                  <a:pt x="2673" y="109217"/>
                </a:cubicBezTo>
                <a:cubicBezTo>
                  <a:pt x="891" y="107576"/>
                  <a:pt x="0" y="105454"/>
                  <a:pt x="0" y="102852"/>
                </a:cubicBezTo>
                <a:cubicBezTo>
                  <a:pt x="0" y="100249"/>
                  <a:pt x="877" y="98156"/>
                  <a:pt x="2631" y="96572"/>
                </a:cubicBezTo>
                <a:cubicBezTo>
                  <a:pt x="4385" y="94988"/>
                  <a:pt x="7100" y="94196"/>
                  <a:pt x="10777" y="94196"/>
                </a:cubicBezTo>
                <a:lnTo>
                  <a:pt x="10777" y="52105"/>
                </a:lnTo>
                <a:cubicBezTo>
                  <a:pt x="7100" y="52105"/>
                  <a:pt x="4385" y="51285"/>
                  <a:pt x="2631" y="49644"/>
                </a:cubicBezTo>
                <a:cubicBezTo>
                  <a:pt x="877" y="48003"/>
                  <a:pt x="0" y="45882"/>
                  <a:pt x="0" y="43279"/>
                </a:cubicBezTo>
                <a:cubicBezTo>
                  <a:pt x="0" y="40677"/>
                  <a:pt x="891" y="38584"/>
                  <a:pt x="2673" y="37000"/>
                </a:cubicBezTo>
                <a:cubicBezTo>
                  <a:pt x="4455" y="35415"/>
                  <a:pt x="7440" y="34623"/>
                  <a:pt x="11626" y="34623"/>
                </a:cubicBezTo>
                <a:lnTo>
                  <a:pt x="28174" y="34623"/>
                </a:lnTo>
                <a:close/>
                <a:moveTo>
                  <a:pt x="202971" y="81806"/>
                </a:moveTo>
                <a:lnTo>
                  <a:pt x="131603" y="81806"/>
                </a:lnTo>
                <a:cubicBezTo>
                  <a:pt x="133413" y="86332"/>
                  <a:pt x="136624" y="89981"/>
                  <a:pt x="141234" y="92753"/>
                </a:cubicBezTo>
                <a:cubicBezTo>
                  <a:pt x="145845" y="95526"/>
                  <a:pt x="152083" y="96912"/>
                  <a:pt x="159946" y="96912"/>
                </a:cubicBezTo>
                <a:cubicBezTo>
                  <a:pt x="166396" y="96912"/>
                  <a:pt x="174967" y="95546"/>
                  <a:pt x="185659" y="92814"/>
                </a:cubicBezTo>
                <a:cubicBezTo>
                  <a:pt x="190072" y="91699"/>
                  <a:pt x="193127" y="91141"/>
                  <a:pt x="194824" y="91141"/>
                </a:cubicBezTo>
                <a:cubicBezTo>
                  <a:pt x="197144" y="91141"/>
                  <a:pt x="199096" y="91961"/>
                  <a:pt x="200680" y="93602"/>
                </a:cubicBezTo>
                <a:cubicBezTo>
                  <a:pt x="202264" y="95243"/>
                  <a:pt x="203056" y="97308"/>
                  <a:pt x="203056" y="99797"/>
                </a:cubicBezTo>
                <a:cubicBezTo>
                  <a:pt x="203056" y="102060"/>
                  <a:pt x="202207" y="103983"/>
                  <a:pt x="200510" y="105567"/>
                </a:cubicBezTo>
                <a:cubicBezTo>
                  <a:pt x="198247" y="107661"/>
                  <a:pt x="192731" y="109655"/>
                  <a:pt x="183962" y="111550"/>
                </a:cubicBezTo>
                <a:cubicBezTo>
                  <a:pt x="175193" y="113445"/>
                  <a:pt x="166764" y="114393"/>
                  <a:pt x="158673" y="114393"/>
                </a:cubicBezTo>
                <a:cubicBezTo>
                  <a:pt x="144756" y="114393"/>
                  <a:pt x="133625" y="110461"/>
                  <a:pt x="125280" y="102597"/>
                </a:cubicBezTo>
                <a:cubicBezTo>
                  <a:pt x="116936" y="94734"/>
                  <a:pt x="112763" y="85059"/>
                  <a:pt x="112763" y="73575"/>
                </a:cubicBezTo>
                <a:cubicBezTo>
                  <a:pt x="112763" y="61355"/>
                  <a:pt x="117275" y="51412"/>
                  <a:pt x="126299" y="43746"/>
                </a:cubicBezTo>
                <a:cubicBezTo>
                  <a:pt x="135322" y="36080"/>
                  <a:pt x="145718" y="32247"/>
                  <a:pt x="157485" y="32247"/>
                </a:cubicBezTo>
                <a:cubicBezTo>
                  <a:pt x="164557" y="32247"/>
                  <a:pt x="171049" y="33490"/>
                  <a:pt x="176961" y="35976"/>
                </a:cubicBezTo>
                <a:cubicBezTo>
                  <a:pt x="182873" y="38460"/>
                  <a:pt x="187272" y="41142"/>
                  <a:pt x="190157" y="44022"/>
                </a:cubicBezTo>
                <a:cubicBezTo>
                  <a:pt x="194230" y="48201"/>
                  <a:pt x="197596" y="53369"/>
                  <a:pt x="200255" y="59525"/>
                </a:cubicBezTo>
                <a:cubicBezTo>
                  <a:pt x="202066" y="63817"/>
                  <a:pt x="202971" y="68788"/>
                  <a:pt x="202971" y="74437"/>
                </a:cubicBezTo>
                <a:lnTo>
                  <a:pt x="202971" y="81806"/>
                </a:lnTo>
                <a:moveTo>
                  <a:pt x="183708" y="64325"/>
                </a:moveTo>
                <a:cubicBezTo>
                  <a:pt x="181049" y="59431"/>
                  <a:pt x="177569" y="55775"/>
                  <a:pt x="173270" y="53357"/>
                </a:cubicBezTo>
                <a:cubicBezTo>
                  <a:pt x="168970" y="50938"/>
                  <a:pt x="163850" y="49729"/>
                  <a:pt x="157910" y="49729"/>
                </a:cubicBezTo>
                <a:cubicBezTo>
                  <a:pt x="152026" y="49729"/>
                  <a:pt x="146934" y="50938"/>
                  <a:pt x="142635" y="53357"/>
                </a:cubicBezTo>
                <a:cubicBezTo>
                  <a:pt x="138335" y="55775"/>
                  <a:pt x="134827" y="59431"/>
                  <a:pt x="132112" y="64325"/>
                </a:cubicBezTo>
                <a:lnTo>
                  <a:pt x="183708" y="64325"/>
                </a:lnTo>
                <a:close/>
                <a:moveTo>
                  <a:pt x="236729" y="34623"/>
                </a:moveTo>
                <a:lnTo>
                  <a:pt x="236729" y="39545"/>
                </a:lnTo>
                <a:cubicBezTo>
                  <a:pt x="239558" y="36710"/>
                  <a:pt x="242118" y="34756"/>
                  <a:pt x="244409" y="33685"/>
                </a:cubicBezTo>
                <a:cubicBezTo>
                  <a:pt x="246700" y="32613"/>
                  <a:pt x="249345" y="32078"/>
                  <a:pt x="252343" y="32078"/>
                </a:cubicBezTo>
                <a:cubicBezTo>
                  <a:pt x="254889" y="32078"/>
                  <a:pt x="257407" y="32714"/>
                  <a:pt x="259896" y="33987"/>
                </a:cubicBezTo>
                <a:cubicBezTo>
                  <a:pt x="262385" y="35260"/>
                  <a:pt x="264818" y="37169"/>
                  <a:pt x="267194" y="39715"/>
                </a:cubicBezTo>
                <a:cubicBezTo>
                  <a:pt x="270193" y="37198"/>
                  <a:pt x="273233" y="35324"/>
                  <a:pt x="276317" y="34093"/>
                </a:cubicBezTo>
                <a:cubicBezTo>
                  <a:pt x="279400" y="32863"/>
                  <a:pt x="282554" y="32247"/>
                  <a:pt x="285779" y="32247"/>
                </a:cubicBezTo>
                <a:cubicBezTo>
                  <a:pt x="292228" y="32247"/>
                  <a:pt x="297461" y="33973"/>
                  <a:pt x="301478" y="37424"/>
                </a:cubicBezTo>
                <a:cubicBezTo>
                  <a:pt x="306796" y="41950"/>
                  <a:pt x="309455" y="47890"/>
                  <a:pt x="309455" y="55245"/>
                </a:cubicBezTo>
                <a:lnTo>
                  <a:pt x="309455" y="94196"/>
                </a:lnTo>
                <a:cubicBezTo>
                  <a:pt x="313076" y="94196"/>
                  <a:pt x="315763" y="95002"/>
                  <a:pt x="317517" y="96615"/>
                </a:cubicBezTo>
                <a:cubicBezTo>
                  <a:pt x="319271" y="98227"/>
                  <a:pt x="320148" y="100334"/>
                  <a:pt x="320148" y="102937"/>
                </a:cubicBezTo>
                <a:cubicBezTo>
                  <a:pt x="320148" y="105539"/>
                  <a:pt x="319271" y="107647"/>
                  <a:pt x="317517" y="109259"/>
                </a:cubicBezTo>
                <a:cubicBezTo>
                  <a:pt x="315763" y="110871"/>
                  <a:pt x="312793" y="111677"/>
                  <a:pt x="308606" y="111677"/>
                </a:cubicBezTo>
                <a:lnTo>
                  <a:pt x="292058" y="111677"/>
                </a:lnTo>
                <a:lnTo>
                  <a:pt x="292058" y="56772"/>
                </a:lnTo>
                <a:cubicBezTo>
                  <a:pt x="292058" y="54113"/>
                  <a:pt x="291578" y="52275"/>
                  <a:pt x="290616" y="51256"/>
                </a:cubicBezTo>
                <a:cubicBezTo>
                  <a:pt x="289654" y="50238"/>
                  <a:pt x="288183" y="49729"/>
                  <a:pt x="286203" y="49729"/>
                </a:cubicBezTo>
                <a:cubicBezTo>
                  <a:pt x="284280" y="49729"/>
                  <a:pt x="282497" y="50230"/>
                  <a:pt x="280857" y="51232"/>
                </a:cubicBezTo>
                <a:cubicBezTo>
                  <a:pt x="278764" y="52626"/>
                  <a:pt x="276218" y="55245"/>
                  <a:pt x="273219" y="59090"/>
                </a:cubicBezTo>
                <a:lnTo>
                  <a:pt x="273219" y="94196"/>
                </a:lnTo>
                <a:cubicBezTo>
                  <a:pt x="276840" y="94196"/>
                  <a:pt x="279527" y="95002"/>
                  <a:pt x="281281" y="96615"/>
                </a:cubicBezTo>
                <a:cubicBezTo>
                  <a:pt x="283035" y="98227"/>
                  <a:pt x="283912" y="100334"/>
                  <a:pt x="283912" y="102937"/>
                </a:cubicBezTo>
                <a:cubicBezTo>
                  <a:pt x="283912" y="105539"/>
                  <a:pt x="283035" y="107647"/>
                  <a:pt x="281281" y="109259"/>
                </a:cubicBezTo>
                <a:cubicBezTo>
                  <a:pt x="279527" y="110871"/>
                  <a:pt x="276557" y="111677"/>
                  <a:pt x="272371" y="111677"/>
                </a:cubicBezTo>
                <a:lnTo>
                  <a:pt x="255823" y="111677"/>
                </a:lnTo>
                <a:lnTo>
                  <a:pt x="255823" y="56621"/>
                </a:lnTo>
                <a:cubicBezTo>
                  <a:pt x="255823" y="54012"/>
                  <a:pt x="255328" y="52183"/>
                  <a:pt x="254338" y="51134"/>
                </a:cubicBezTo>
                <a:cubicBezTo>
                  <a:pt x="253348" y="50084"/>
                  <a:pt x="251862" y="49559"/>
                  <a:pt x="249882" y="49559"/>
                </a:cubicBezTo>
                <a:cubicBezTo>
                  <a:pt x="247846" y="49559"/>
                  <a:pt x="245837" y="50197"/>
                  <a:pt x="243857" y="51474"/>
                </a:cubicBezTo>
                <a:cubicBezTo>
                  <a:pt x="241877" y="52750"/>
                  <a:pt x="239501" y="55289"/>
                  <a:pt x="236729" y="59090"/>
                </a:cubicBezTo>
                <a:lnTo>
                  <a:pt x="236729" y="94196"/>
                </a:lnTo>
                <a:cubicBezTo>
                  <a:pt x="240350" y="94196"/>
                  <a:pt x="243051" y="95002"/>
                  <a:pt x="244833" y="96615"/>
                </a:cubicBezTo>
                <a:cubicBezTo>
                  <a:pt x="246615" y="98227"/>
                  <a:pt x="247506" y="100334"/>
                  <a:pt x="247506" y="102937"/>
                </a:cubicBezTo>
                <a:cubicBezTo>
                  <a:pt x="247506" y="105539"/>
                  <a:pt x="246615" y="107647"/>
                  <a:pt x="244833" y="109259"/>
                </a:cubicBezTo>
                <a:cubicBezTo>
                  <a:pt x="243051" y="110871"/>
                  <a:pt x="240067" y="111677"/>
                  <a:pt x="235880" y="111677"/>
                </a:cubicBezTo>
                <a:lnTo>
                  <a:pt x="220181" y="111677"/>
                </a:lnTo>
                <a:cubicBezTo>
                  <a:pt x="215994" y="111677"/>
                  <a:pt x="213010" y="110857"/>
                  <a:pt x="211228" y="109217"/>
                </a:cubicBezTo>
                <a:cubicBezTo>
                  <a:pt x="209446" y="107576"/>
                  <a:pt x="208555" y="105454"/>
                  <a:pt x="208555" y="102852"/>
                </a:cubicBezTo>
                <a:cubicBezTo>
                  <a:pt x="208555" y="100249"/>
                  <a:pt x="209432" y="98156"/>
                  <a:pt x="211186" y="96572"/>
                </a:cubicBezTo>
                <a:cubicBezTo>
                  <a:pt x="212939" y="94988"/>
                  <a:pt x="215655" y="94196"/>
                  <a:pt x="219332" y="94196"/>
                </a:cubicBezTo>
                <a:lnTo>
                  <a:pt x="219332" y="52105"/>
                </a:lnTo>
                <a:cubicBezTo>
                  <a:pt x="215655" y="52105"/>
                  <a:pt x="212939" y="51285"/>
                  <a:pt x="211186" y="49644"/>
                </a:cubicBezTo>
                <a:cubicBezTo>
                  <a:pt x="209432" y="48003"/>
                  <a:pt x="208555" y="45882"/>
                  <a:pt x="208555" y="43279"/>
                </a:cubicBezTo>
                <a:cubicBezTo>
                  <a:pt x="208555" y="40677"/>
                  <a:pt x="209446" y="38584"/>
                  <a:pt x="211228" y="37000"/>
                </a:cubicBezTo>
                <a:cubicBezTo>
                  <a:pt x="213010" y="35415"/>
                  <a:pt x="215994" y="34623"/>
                  <a:pt x="220181" y="34623"/>
                </a:cubicBezTo>
                <a:lnTo>
                  <a:pt x="236729" y="34623"/>
                </a:lnTo>
                <a:close/>
                <a:moveTo>
                  <a:pt x="394978" y="37678"/>
                </a:moveTo>
                <a:cubicBezTo>
                  <a:pt x="397071" y="35755"/>
                  <a:pt x="399221" y="34793"/>
                  <a:pt x="401427" y="34793"/>
                </a:cubicBezTo>
                <a:cubicBezTo>
                  <a:pt x="403916" y="34793"/>
                  <a:pt x="405967" y="35684"/>
                  <a:pt x="407580" y="37466"/>
                </a:cubicBezTo>
                <a:cubicBezTo>
                  <a:pt x="409192" y="39248"/>
                  <a:pt x="409998" y="42204"/>
                  <a:pt x="409998" y="46334"/>
                </a:cubicBezTo>
                <a:lnTo>
                  <a:pt x="409998" y="57536"/>
                </a:lnTo>
                <a:cubicBezTo>
                  <a:pt x="409998" y="61722"/>
                  <a:pt x="409192" y="64693"/>
                  <a:pt x="407580" y="66446"/>
                </a:cubicBezTo>
                <a:cubicBezTo>
                  <a:pt x="405967" y="68200"/>
                  <a:pt x="403860" y="69077"/>
                  <a:pt x="401257" y="69077"/>
                </a:cubicBezTo>
                <a:cubicBezTo>
                  <a:pt x="398881" y="69077"/>
                  <a:pt x="396873" y="68398"/>
                  <a:pt x="395232" y="67040"/>
                </a:cubicBezTo>
                <a:cubicBezTo>
                  <a:pt x="394044" y="66022"/>
                  <a:pt x="393111" y="63943"/>
                  <a:pt x="392432" y="60803"/>
                </a:cubicBezTo>
                <a:cubicBezTo>
                  <a:pt x="391753" y="57663"/>
                  <a:pt x="390112" y="55330"/>
                  <a:pt x="387510" y="53802"/>
                </a:cubicBezTo>
                <a:cubicBezTo>
                  <a:pt x="382927" y="51087"/>
                  <a:pt x="377072" y="49729"/>
                  <a:pt x="369944" y="49729"/>
                </a:cubicBezTo>
                <a:cubicBezTo>
                  <a:pt x="361740" y="49729"/>
                  <a:pt x="355164" y="52121"/>
                  <a:pt x="350213" y="56905"/>
                </a:cubicBezTo>
                <a:cubicBezTo>
                  <a:pt x="345263" y="61687"/>
                  <a:pt x="342788" y="67735"/>
                  <a:pt x="342788" y="75049"/>
                </a:cubicBezTo>
                <a:cubicBezTo>
                  <a:pt x="342788" y="81803"/>
                  <a:pt x="345164" y="87135"/>
                  <a:pt x="349916" y="91046"/>
                </a:cubicBezTo>
                <a:cubicBezTo>
                  <a:pt x="354669" y="94956"/>
                  <a:pt x="362561" y="96912"/>
                  <a:pt x="373593" y="96912"/>
                </a:cubicBezTo>
                <a:cubicBezTo>
                  <a:pt x="380834" y="96912"/>
                  <a:pt x="386746" y="96182"/>
                  <a:pt x="391329" y="94724"/>
                </a:cubicBezTo>
                <a:cubicBezTo>
                  <a:pt x="394044" y="93826"/>
                  <a:pt x="396618" y="92297"/>
                  <a:pt x="399051" y="90139"/>
                </a:cubicBezTo>
                <a:cubicBezTo>
                  <a:pt x="401484" y="87978"/>
                  <a:pt x="403690" y="86898"/>
                  <a:pt x="405670" y="86898"/>
                </a:cubicBezTo>
                <a:cubicBezTo>
                  <a:pt x="408046" y="86898"/>
                  <a:pt x="410097" y="87775"/>
                  <a:pt x="411823" y="89529"/>
                </a:cubicBezTo>
                <a:cubicBezTo>
                  <a:pt x="413548" y="91282"/>
                  <a:pt x="414411" y="93347"/>
                  <a:pt x="414411" y="95724"/>
                </a:cubicBezTo>
                <a:cubicBezTo>
                  <a:pt x="414411" y="99571"/>
                  <a:pt x="411780" y="103220"/>
                  <a:pt x="406519" y="106671"/>
                </a:cubicBezTo>
                <a:cubicBezTo>
                  <a:pt x="398712" y="111819"/>
                  <a:pt x="387284" y="114393"/>
                  <a:pt x="372235" y="114393"/>
                </a:cubicBezTo>
                <a:cubicBezTo>
                  <a:pt x="358714" y="114393"/>
                  <a:pt x="348191" y="111595"/>
                  <a:pt x="340666" y="106000"/>
                </a:cubicBezTo>
                <a:cubicBezTo>
                  <a:pt x="330483" y="98484"/>
                  <a:pt x="325391" y="88198"/>
                  <a:pt x="325391" y="75142"/>
                </a:cubicBezTo>
                <a:cubicBezTo>
                  <a:pt x="325391" y="62766"/>
                  <a:pt x="329521" y="52524"/>
                  <a:pt x="337781" y="44414"/>
                </a:cubicBezTo>
                <a:cubicBezTo>
                  <a:pt x="346041" y="36303"/>
                  <a:pt x="356818" y="32247"/>
                  <a:pt x="370113" y="32247"/>
                </a:cubicBezTo>
                <a:cubicBezTo>
                  <a:pt x="374922" y="32247"/>
                  <a:pt x="379392" y="32700"/>
                  <a:pt x="383521" y="33605"/>
                </a:cubicBezTo>
                <a:cubicBezTo>
                  <a:pt x="387651" y="34510"/>
                  <a:pt x="391470" y="35868"/>
                  <a:pt x="394978" y="37678"/>
                </a:cubicBezTo>
                <a:close/>
                <a:moveTo>
                  <a:pt x="450545" y="102003"/>
                </a:moveTo>
                <a:lnTo>
                  <a:pt x="450545" y="130517"/>
                </a:lnTo>
                <a:lnTo>
                  <a:pt x="460983" y="130517"/>
                </a:lnTo>
                <a:cubicBezTo>
                  <a:pt x="465170" y="130517"/>
                  <a:pt x="468154" y="131337"/>
                  <a:pt x="469936" y="132978"/>
                </a:cubicBezTo>
                <a:cubicBezTo>
                  <a:pt x="471718" y="134618"/>
                  <a:pt x="472609" y="136740"/>
                  <a:pt x="472609" y="139342"/>
                </a:cubicBezTo>
                <a:cubicBezTo>
                  <a:pt x="472609" y="141945"/>
                  <a:pt x="471718" y="144038"/>
                  <a:pt x="469936" y="145622"/>
                </a:cubicBezTo>
                <a:cubicBezTo>
                  <a:pt x="468154" y="147206"/>
                  <a:pt x="465170" y="147998"/>
                  <a:pt x="460983" y="147998"/>
                </a:cubicBezTo>
                <a:lnTo>
                  <a:pt x="430178" y="147998"/>
                </a:lnTo>
                <a:cubicBezTo>
                  <a:pt x="425992" y="147998"/>
                  <a:pt x="423008" y="147206"/>
                  <a:pt x="421226" y="145622"/>
                </a:cubicBezTo>
                <a:cubicBezTo>
                  <a:pt x="419444" y="144038"/>
                  <a:pt x="418552" y="141945"/>
                  <a:pt x="418552" y="139342"/>
                </a:cubicBezTo>
                <a:cubicBezTo>
                  <a:pt x="418552" y="136740"/>
                  <a:pt x="419458" y="134618"/>
                  <a:pt x="421268" y="132978"/>
                </a:cubicBezTo>
                <a:cubicBezTo>
                  <a:pt x="423078" y="131337"/>
                  <a:pt x="426049" y="130517"/>
                  <a:pt x="430178" y="130517"/>
                </a:cubicBezTo>
                <a:lnTo>
                  <a:pt x="433149" y="130517"/>
                </a:lnTo>
                <a:lnTo>
                  <a:pt x="433149" y="52105"/>
                </a:lnTo>
                <a:lnTo>
                  <a:pt x="430178" y="52105"/>
                </a:lnTo>
                <a:cubicBezTo>
                  <a:pt x="425992" y="52105"/>
                  <a:pt x="423008" y="51285"/>
                  <a:pt x="421226" y="49644"/>
                </a:cubicBezTo>
                <a:cubicBezTo>
                  <a:pt x="419444" y="48003"/>
                  <a:pt x="418552" y="45882"/>
                  <a:pt x="418552" y="43279"/>
                </a:cubicBezTo>
                <a:cubicBezTo>
                  <a:pt x="418552" y="40677"/>
                  <a:pt x="419444" y="38584"/>
                  <a:pt x="421226" y="37000"/>
                </a:cubicBezTo>
                <a:cubicBezTo>
                  <a:pt x="423008" y="35415"/>
                  <a:pt x="425992" y="34623"/>
                  <a:pt x="430178" y="34623"/>
                </a:cubicBezTo>
                <a:lnTo>
                  <a:pt x="450545" y="34623"/>
                </a:lnTo>
                <a:lnTo>
                  <a:pt x="450545" y="40564"/>
                </a:lnTo>
                <a:cubicBezTo>
                  <a:pt x="454619" y="37763"/>
                  <a:pt x="458833" y="35677"/>
                  <a:pt x="463190" y="34305"/>
                </a:cubicBezTo>
                <a:cubicBezTo>
                  <a:pt x="467546" y="32933"/>
                  <a:pt x="472015" y="32247"/>
                  <a:pt x="476598" y="32247"/>
                </a:cubicBezTo>
                <a:cubicBezTo>
                  <a:pt x="488478" y="32247"/>
                  <a:pt x="498605" y="36278"/>
                  <a:pt x="506978" y="44340"/>
                </a:cubicBezTo>
                <a:cubicBezTo>
                  <a:pt x="515351" y="52402"/>
                  <a:pt x="519537" y="61638"/>
                  <a:pt x="519537" y="72047"/>
                </a:cubicBezTo>
                <a:cubicBezTo>
                  <a:pt x="519537" y="83532"/>
                  <a:pt x="514587" y="93008"/>
                  <a:pt x="504687" y="100476"/>
                </a:cubicBezTo>
                <a:cubicBezTo>
                  <a:pt x="496427" y="106699"/>
                  <a:pt x="487120" y="109811"/>
                  <a:pt x="476767" y="109811"/>
                </a:cubicBezTo>
                <a:cubicBezTo>
                  <a:pt x="472298" y="109811"/>
                  <a:pt x="467885" y="109160"/>
                  <a:pt x="463529" y="107859"/>
                </a:cubicBezTo>
                <a:cubicBezTo>
                  <a:pt x="459173" y="106558"/>
                  <a:pt x="454845" y="104606"/>
                  <a:pt x="450545" y="102003"/>
                </a:cubicBezTo>
                <a:moveTo>
                  <a:pt x="502141" y="72127"/>
                </a:moveTo>
                <a:cubicBezTo>
                  <a:pt x="502141" y="69705"/>
                  <a:pt x="501179" y="66621"/>
                  <a:pt x="499256" y="62874"/>
                </a:cubicBezTo>
                <a:cubicBezTo>
                  <a:pt x="497332" y="59126"/>
                  <a:pt x="494376" y="55999"/>
                  <a:pt x="490388" y="53492"/>
                </a:cubicBezTo>
                <a:cubicBezTo>
                  <a:pt x="486399" y="50983"/>
                  <a:pt x="481718" y="49729"/>
                  <a:pt x="476343" y="49729"/>
                </a:cubicBezTo>
                <a:cubicBezTo>
                  <a:pt x="467687" y="49729"/>
                  <a:pt x="460813" y="52968"/>
                  <a:pt x="455722" y="59448"/>
                </a:cubicBezTo>
                <a:cubicBezTo>
                  <a:pt x="452271" y="63900"/>
                  <a:pt x="450545" y="68183"/>
                  <a:pt x="450545" y="72297"/>
                </a:cubicBezTo>
                <a:cubicBezTo>
                  <a:pt x="450545" y="76918"/>
                  <a:pt x="453020" y="81412"/>
                  <a:pt x="457971" y="85779"/>
                </a:cubicBezTo>
                <a:cubicBezTo>
                  <a:pt x="462921" y="90146"/>
                  <a:pt x="469045" y="92329"/>
                  <a:pt x="476343" y="92329"/>
                </a:cubicBezTo>
                <a:cubicBezTo>
                  <a:pt x="483698" y="92329"/>
                  <a:pt x="489836" y="90160"/>
                  <a:pt x="494758" y="85821"/>
                </a:cubicBezTo>
                <a:cubicBezTo>
                  <a:pt x="499680" y="81483"/>
                  <a:pt x="502141" y="76918"/>
                  <a:pt x="502141" y="72127"/>
                </a:cubicBezTo>
                <a:close/>
                <a:moveTo>
                  <a:pt x="566703" y="111144"/>
                </a:moveTo>
                <a:lnTo>
                  <a:pt x="536577" y="52105"/>
                </a:lnTo>
                <a:cubicBezTo>
                  <a:pt x="533748" y="52105"/>
                  <a:pt x="531599" y="51299"/>
                  <a:pt x="530128" y="49686"/>
                </a:cubicBezTo>
                <a:cubicBezTo>
                  <a:pt x="528657" y="48074"/>
                  <a:pt x="527921" y="45967"/>
                  <a:pt x="527921" y="43364"/>
                </a:cubicBezTo>
                <a:cubicBezTo>
                  <a:pt x="527921" y="40762"/>
                  <a:pt x="528812" y="38654"/>
                  <a:pt x="530594" y="37042"/>
                </a:cubicBezTo>
                <a:cubicBezTo>
                  <a:pt x="532376" y="35430"/>
                  <a:pt x="535361" y="34623"/>
                  <a:pt x="539547" y="34623"/>
                </a:cubicBezTo>
                <a:lnTo>
                  <a:pt x="555416" y="34623"/>
                </a:lnTo>
                <a:cubicBezTo>
                  <a:pt x="559603" y="34623"/>
                  <a:pt x="562587" y="35430"/>
                  <a:pt x="564369" y="37042"/>
                </a:cubicBezTo>
                <a:cubicBezTo>
                  <a:pt x="566151" y="38654"/>
                  <a:pt x="567042" y="40762"/>
                  <a:pt x="567042" y="43364"/>
                </a:cubicBezTo>
                <a:cubicBezTo>
                  <a:pt x="567042" y="45967"/>
                  <a:pt x="566151" y="48074"/>
                  <a:pt x="564369" y="49686"/>
                </a:cubicBezTo>
                <a:cubicBezTo>
                  <a:pt x="562587" y="51299"/>
                  <a:pt x="559772" y="52105"/>
                  <a:pt x="555925" y="52105"/>
                </a:cubicBezTo>
                <a:lnTo>
                  <a:pt x="576462" y="92021"/>
                </a:lnTo>
                <a:lnTo>
                  <a:pt x="596829" y="52105"/>
                </a:lnTo>
                <a:cubicBezTo>
                  <a:pt x="593095" y="52105"/>
                  <a:pt x="590337" y="51285"/>
                  <a:pt x="588555" y="49644"/>
                </a:cubicBezTo>
                <a:cubicBezTo>
                  <a:pt x="586773" y="48003"/>
                  <a:pt x="585881" y="45882"/>
                  <a:pt x="585881" y="43279"/>
                </a:cubicBezTo>
                <a:cubicBezTo>
                  <a:pt x="585881" y="40677"/>
                  <a:pt x="586773" y="38584"/>
                  <a:pt x="588555" y="37000"/>
                </a:cubicBezTo>
                <a:cubicBezTo>
                  <a:pt x="590337" y="35415"/>
                  <a:pt x="593321" y="34623"/>
                  <a:pt x="597507" y="34623"/>
                </a:cubicBezTo>
                <a:lnTo>
                  <a:pt x="613886" y="34623"/>
                </a:lnTo>
                <a:cubicBezTo>
                  <a:pt x="618016" y="34623"/>
                  <a:pt x="620972" y="35430"/>
                  <a:pt x="622754" y="37042"/>
                </a:cubicBezTo>
                <a:cubicBezTo>
                  <a:pt x="624536" y="38654"/>
                  <a:pt x="625427" y="40762"/>
                  <a:pt x="625427" y="43364"/>
                </a:cubicBezTo>
                <a:cubicBezTo>
                  <a:pt x="625427" y="45967"/>
                  <a:pt x="624663" y="48074"/>
                  <a:pt x="623136" y="49686"/>
                </a:cubicBezTo>
                <a:cubicBezTo>
                  <a:pt x="621608" y="51299"/>
                  <a:pt x="619345" y="52105"/>
                  <a:pt x="616347" y="52105"/>
                </a:cubicBezTo>
                <a:lnTo>
                  <a:pt x="576462" y="130517"/>
                </a:lnTo>
                <a:cubicBezTo>
                  <a:pt x="580818" y="130517"/>
                  <a:pt x="583675" y="130517"/>
                  <a:pt x="585033" y="130517"/>
                </a:cubicBezTo>
                <a:cubicBezTo>
                  <a:pt x="587748" y="133798"/>
                  <a:pt x="589106" y="136740"/>
                  <a:pt x="589106" y="139342"/>
                </a:cubicBezTo>
                <a:cubicBezTo>
                  <a:pt x="589106" y="141945"/>
                  <a:pt x="588215" y="144038"/>
                  <a:pt x="586433" y="145622"/>
                </a:cubicBezTo>
                <a:cubicBezTo>
                  <a:pt x="584651" y="147206"/>
                  <a:pt x="581667" y="147998"/>
                  <a:pt x="577480" y="147998"/>
                </a:cubicBezTo>
                <a:lnTo>
                  <a:pt x="539547" y="147998"/>
                </a:lnTo>
                <a:cubicBezTo>
                  <a:pt x="535361" y="147998"/>
                  <a:pt x="532376" y="147206"/>
                  <a:pt x="530594" y="145622"/>
                </a:cubicBezTo>
                <a:cubicBezTo>
                  <a:pt x="528812" y="144038"/>
                  <a:pt x="527921" y="141945"/>
                  <a:pt x="527921" y="139342"/>
                </a:cubicBezTo>
                <a:cubicBezTo>
                  <a:pt x="527921" y="136740"/>
                  <a:pt x="528812" y="134618"/>
                  <a:pt x="530594" y="132978"/>
                </a:cubicBezTo>
                <a:cubicBezTo>
                  <a:pt x="532376" y="131337"/>
                  <a:pt x="535361" y="130517"/>
                  <a:pt x="539547" y="130517"/>
                </a:cubicBezTo>
                <a:lnTo>
                  <a:pt x="556859" y="130517"/>
                </a:lnTo>
                <a:lnTo>
                  <a:pt x="566703" y="111144"/>
                </a:lnTo>
                <a:close/>
                <a:moveTo>
                  <a:pt x="674460" y="69374"/>
                </a:moveTo>
                <a:cubicBezTo>
                  <a:pt x="674460" y="59468"/>
                  <a:pt x="676100" y="49449"/>
                  <a:pt x="679382" y="39315"/>
                </a:cubicBezTo>
                <a:cubicBezTo>
                  <a:pt x="681814" y="31842"/>
                  <a:pt x="685577" y="23520"/>
                  <a:pt x="690668" y="14350"/>
                </a:cubicBezTo>
                <a:cubicBezTo>
                  <a:pt x="694346" y="7783"/>
                  <a:pt x="697061" y="3751"/>
                  <a:pt x="698815" y="2251"/>
                </a:cubicBezTo>
                <a:cubicBezTo>
                  <a:pt x="700569" y="750"/>
                  <a:pt x="702521" y="0"/>
                  <a:pt x="704670" y="0"/>
                </a:cubicBezTo>
                <a:cubicBezTo>
                  <a:pt x="707160" y="0"/>
                  <a:pt x="709253" y="849"/>
                  <a:pt x="710950" y="2548"/>
                </a:cubicBezTo>
                <a:cubicBezTo>
                  <a:pt x="712647" y="4246"/>
                  <a:pt x="713496" y="6283"/>
                  <a:pt x="713496" y="8661"/>
                </a:cubicBezTo>
                <a:cubicBezTo>
                  <a:pt x="713496" y="10304"/>
                  <a:pt x="712817" y="12256"/>
                  <a:pt x="711459" y="14519"/>
                </a:cubicBezTo>
                <a:cubicBezTo>
                  <a:pt x="705349" y="24540"/>
                  <a:pt x="700894" y="33937"/>
                  <a:pt x="698094" y="42712"/>
                </a:cubicBezTo>
                <a:cubicBezTo>
                  <a:pt x="695293" y="51486"/>
                  <a:pt x="693893" y="60374"/>
                  <a:pt x="693893" y="69374"/>
                </a:cubicBezTo>
                <a:cubicBezTo>
                  <a:pt x="693893" y="78431"/>
                  <a:pt x="695293" y="87347"/>
                  <a:pt x="698094" y="96121"/>
                </a:cubicBezTo>
                <a:cubicBezTo>
                  <a:pt x="700894" y="104896"/>
                  <a:pt x="705349" y="114293"/>
                  <a:pt x="711459" y="124314"/>
                </a:cubicBezTo>
                <a:cubicBezTo>
                  <a:pt x="712817" y="126520"/>
                  <a:pt x="713496" y="128473"/>
                  <a:pt x="713496" y="130172"/>
                </a:cubicBezTo>
                <a:cubicBezTo>
                  <a:pt x="713496" y="132550"/>
                  <a:pt x="712647" y="134587"/>
                  <a:pt x="710950" y="136285"/>
                </a:cubicBezTo>
                <a:cubicBezTo>
                  <a:pt x="709253" y="137984"/>
                  <a:pt x="707160" y="138833"/>
                  <a:pt x="704670" y="138833"/>
                </a:cubicBezTo>
                <a:cubicBezTo>
                  <a:pt x="702577" y="138833"/>
                  <a:pt x="700738" y="138154"/>
                  <a:pt x="699154" y="136796"/>
                </a:cubicBezTo>
                <a:cubicBezTo>
                  <a:pt x="696891" y="134815"/>
                  <a:pt x="693893" y="130370"/>
                  <a:pt x="690159" y="123463"/>
                </a:cubicBezTo>
                <a:cubicBezTo>
                  <a:pt x="684785" y="113444"/>
                  <a:pt x="681107" y="105179"/>
                  <a:pt x="679127" y="98670"/>
                </a:cubicBezTo>
                <a:cubicBezTo>
                  <a:pt x="676016" y="88706"/>
                  <a:pt x="674460" y="78940"/>
                  <a:pt x="674460" y="69374"/>
                </a:cubicBezTo>
                <a:close/>
                <a:moveTo>
                  <a:pt x="781368" y="34623"/>
                </a:moveTo>
                <a:lnTo>
                  <a:pt x="781368" y="45486"/>
                </a:lnTo>
                <a:cubicBezTo>
                  <a:pt x="788666" y="40191"/>
                  <a:pt x="794422" y="36661"/>
                  <a:pt x="798637" y="34897"/>
                </a:cubicBezTo>
                <a:cubicBezTo>
                  <a:pt x="802852" y="33130"/>
                  <a:pt x="806798" y="32247"/>
                  <a:pt x="810475" y="32247"/>
                </a:cubicBezTo>
                <a:cubicBezTo>
                  <a:pt x="816133" y="32247"/>
                  <a:pt x="821620" y="34348"/>
                  <a:pt x="826938" y="38548"/>
                </a:cubicBezTo>
                <a:cubicBezTo>
                  <a:pt x="830559" y="41388"/>
                  <a:pt x="832369" y="44283"/>
                  <a:pt x="832369" y="47236"/>
                </a:cubicBezTo>
                <a:cubicBezTo>
                  <a:pt x="832369" y="49734"/>
                  <a:pt x="831507" y="51849"/>
                  <a:pt x="829781" y="53582"/>
                </a:cubicBezTo>
                <a:cubicBezTo>
                  <a:pt x="828056" y="55313"/>
                  <a:pt x="825977" y="56178"/>
                  <a:pt x="823544" y="56178"/>
                </a:cubicBezTo>
                <a:cubicBezTo>
                  <a:pt x="821394" y="56178"/>
                  <a:pt x="819131" y="55103"/>
                  <a:pt x="816755" y="52953"/>
                </a:cubicBezTo>
                <a:cubicBezTo>
                  <a:pt x="814379" y="50804"/>
                  <a:pt x="812257" y="49729"/>
                  <a:pt x="810390" y="49729"/>
                </a:cubicBezTo>
                <a:cubicBezTo>
                  <a:pt x="807958" y="49729"/>
                  <a:pt x="804323" y="51256"/>
                  <a:pt x="799486" y="54311"/>
                </a:cubicBezTo>
                <a:cubicBezTo>
                  <a:pt x="794649" y="57366"/>
                  <a:pt x="788609" y="61949"/>
                  <a:pt x="781368" y="68059"/>
                </a:cubicBezTo>
                <a:lnTo>
                  <a:pt x="781368" y="94196"/>
                </a:lnTo>
                <a:lnTo>
                  <a:pt x="806147" y="94196"/>
                </a:lnTo>
                <a:cubicBezTo>
                  <a:pt x="810334" y="94196"/>
                  <a:pt x="813318" y="95002"/>
                  <a:pt x="815100" y="96615"/>
                </a:cubicBezTo>
                <a:cubicBezTo>
                  <a:pt x="816882" y="98227"/>
                  <a:pt x="817773" y="100334"/>
                  <a:pt x="817773" y="102937"/>
                </a:cubicBezTo>
                <a:cubicBezTo>
                  <a:pt x="817773" y="105539"/>
                  <a:pt x="816882" y="107647"/>
                  <a:pt x="815100" y="109259"/>
                </a:cubicBezTo>
                <a:cubicBezTo>
                  <a:pt x="813318" y="110871"/>
                  <a:pt x="810334" y="111677"/>
                  <a:pt x="806147" y="111677"/>
                </a:cubicBezTo>
                <a:lnTo>
                  <a:pt x="753618" y="111677"/>
                </a:lnTo>
                <a:cubicBezTo>
                  <a:pt x="749432" y="111677"/>
                  <a:pt x="746447" y="110857"/>
                  <a:pt x="744665" y="109217"/>
                </a:cubicBezTo>
                <a:cubicBezTo>
                  <a:pt x="742883" y="107576"/>
                  <a:pt x="741992" y="105454"/>
                  <a:pt x="741992" y="102852"/>
                </a:cubicBezTo>
                <a:cubicBezTo>
                  <a:pt x="741992" y="100249"/>
                  <a:pt x="742883" y="98156"/>
                  <a:pt x="744665" y="96572"/>
                </a:cubicBezTo>
                <a:cubicBezTo>
                  <a:pt x="746447" y="94988"/>
                  <a:pt x="749432" y="94196"/>
                  <a:pt x="753618" y="94196"/>
                </a:cubicBezTo>
                <a:lnTo>
                  <a:pt x="763971" y="94196"/>
                </a:lnTo>
                <a:lnTo>
                  <a:pt x="763971" y="52105"/>
                </a:lnTo>
                <a:lnTo>
                  <a:pt x="757691" y="52105"/>
                </a:lnTo>
                <a:cubicBezTo>
                  <a:pt x="753505" y="52105"/>
                  <a:pt x="750521" y="51285"/>
                  <a:pt x="748739" y="49644"/>
                </a:cubicBezTo>
                <a:cubicBezTo>
                  <a:pt x="746956" y="48003"/>
                  <a:pt x="746065" y="45882"/>
                  <a:pt x="746065" y="43279"/>
                </a:cubicBezTo>
                <a:cubicBezTo>
                  <a:pt x="746065" y="40677"/>
                  <a:pt x="746956" y="38584"/>
                  <a:pt x="748739" y="37000"/>
                </a:cubicBezTo>
                <a:cubicBezTo>
                  <a:pt x="750521" y="35415"/>
                  <a:pt x="753505" y="34623"/>
                  <a:pt x="757691" y="34623"/>
                </a:cubicBezTo>
                <a:lnTo>
                  <a:pt x="781368" y="34623"/>
                </a:lnTo>
                <a:close/>
                <a:moveTo>
                  <a:pt x="904909" y="111677"/>
                </a:moveTo>
                <a:lnTo>
                  <a:pt x="904909" y="107604"/>
                </a:lnTo>
                <a:cubicBezTo>
                  <a:pt x="900553" y="109867"/>
                  <a:pt x="895744" y="111564"/>
                  <a:pt x="890482" y="112696"/>
                </a:cubicBezTo>
                <a:cubicBezTo>
                  <a:pt x="885221" y="113827"/>
                  <a:pt x="880441" y="114393"/>
                  <a:pt x="876141" y="114393"/>
                </a:cubicBezTo>
                <a:cubicBezTo>
                  <a:pt x="866806" y="114393"/>
                  <a:pt x="859225" y="111922"/>
                  <a:pt x="853398" y="106981"/>
                </a:cubicBezTo>
                <a:cubicBezTo>
                  <a:pt x="847571" y="102038"/>
                  <a:pt x="844657" y="96572"/>
                  <a:pt x="844657" y="90584"/>
                </a:cubicBezTo>
                <a:cubicBezTo>
                  <a:pt x="844657" y="83298"/>
                  <a:pt x="848377" y="76535"/>
                  <a:pt x="855817" y="70294"/>
                </a:cubicBezTo>
                <a:cubicBezTo>
                  <a:pt x="863256" y="64052"/>
                  <a:pt x="873538" y="60930"/>
                  <a:pt x="886664" y="60930"/>
                </a:cubicBezTo>
                <a:cubicBezTo>
                  <a:pt x="891925" y="60930"/>
                  <a:pt x="898007" y="61496"/>
                  <a:pt x="904909" y="62628"/>
                </a:cubicBezTo>
                <a:lnTo>
                  <a:pt x="904909" y="58496"/>
                </a:lnTo>
                <a:cubicBezTo>
                  <a:pt x="904909" y="55911"/>
                  <a:pt x="903792" y="53804"/>
                  <a:pt x="901557" y="52174"/>
                </a:cubicBezTo>
                <a:cubicBezTo>
                  <a:pt x="899322" y="50544"/>
                  <a:pt x="895065" y="49729"/>
                  <a:pt x="888785" y="49729"/>
                </a:cubicBezTo>
                <a:cubicBezTo>
                  <a:pt x="883637" y="49729"/>
                  <a:pt x="876961" y="50726"/>
                  <a:pt x="868758" y="52720"/>
                </a:cubicBezTo>
                <a:cubicBezTo>
                  <a:pt x="865703" y="53441"/>
                  <a:pt x="863327" y="53802"/>
                  <a:pt x="861630" y="53802"/>
                </a:cubicBezTo>
                <a:cubicBezTo>
                  <a:pt x="859310" y="53802"/>
                  <a:pt x="857344" y="52968"/>
                  <a:pt x="855732" y="51299"/>
                </a:cubicBezTo>
                <a:cubicBezTo>
                  <a:pt x="854119" y="49630"/>
                  <a:pt x="853313" y="47494"/>
                  <a:pt x="853313" y="44892"/>
                </a:cubicBezTo>
                <a:cubicBezTo>
                  <a:pt x="853313" y="43421"/>
                  <a:pt x="853596" y="42148"/>
                  <a:pt x="854162" y="41073"/>
                </a:cubicBezTo>
                <a:cubicBezTo>
                  <a:pt x="854728" y="39998"/>
                  <a:pt x="855520" y="39135"/>
                  <a:pt x="856538" y="38485"/>
                </a:cubicBezTo>
                <a:cubicBezTo>
                  <a:pt x="857556" y="37834"/>
                  <a:pt x="859678" y="37056"/>
                  <a:pt x="862903" y="36151"/>
                </a:cubicBezTo>
                <a:cubicBezTo>
                  <a:pt x="867202" y="34963"/>
                  <a:pt x="871587" y="34015"/>
                  <a:pt x="876056" y="33308"/>
                </a:cubicBezTo>
                <a:cubicBezTo>
                  <a:pt x="880525" y="32601"/>
                  <a:pt x="884570" y="32247"/>
                  <a:pt x="888191" y="32247"/>
                </a:cubicBezTo>
                <a:cubicBezTo>
                  <a:pt x="898997" y="32247"/>
                  <a:pt x="907384" y="34581"/>
                  <a:pt x="913353" y="39248"/>
                </a:cubicBezTo>
                <a:cubicBezTo>
                  <a:pt x="919321" y="43916"/>
                  <a:pt x="922305" y="50294"/>
                  <a:pt x="922305" y="58385"/>
                </a:cubicBezTo>
                <a:lnTo>
                  <a:pt x="922305" y="94196"/>
                </a:lnTo>
                <a:lnTo>
                  <a:pt x="925276" y="94196"/>
                </a:lnTo>
                <a:cubicBezTo>
                  <a:pt x="929462" y="94196"/>
                  <a:pt x="932446" y="95002"/>
                  <a:pt x="934228" y="96615"/>
                </a:cubicBezTo>
                <a:cubicBezTo>
                  <a:pt x="936011" y="98227"/>
                  <a:pt x="936902" y="100334"/>
                  <a:pt x="936902" y="102937"/>
                </a:cubicBezTo>
                <a:cubicBezTo>
                  <a:pt x="936902" y="105539"/>
                  <a:pt x="936011" y="107647"/>
                  <a:pt x="934228" y="109259"/>
                </a:cubicBezTo>
                <a:cubicBezTo>
                  <a:pt x="932446" y="110871"/>
                  <a:pt x="929462" y="111677"/>
                  <a:pt x="925276" y="111677"/>
                </a:cubicBezTo>
                <a:lnTo>
                  <a:pt x="904909" y="111677"/>
                </a:lnTo>
                <a:moveTo>
                  <a:pt x="904909" y="80430"/>
                </a:moveTo>
                <a:cubicBezTo>
                  <a:pt x="897950" y="79085"/>
                  <a:pt x="891529" y="78412"/>
                  <a:pt x="885645" y="78412"/>
                </a:cubicBezTo>
                <a:cubicBezTo>
                  <a:pt x="878574" y="78412"/>
                  <a:pt x="872492" y="80121"/>
                  <a:pt x="867400" y="83541"/>
                </a:cubicBezTo>
                <a:cubicBezTo>
                  <a:pt x="864232" y="85728"/>
                  <a:pt x="862648" y="87942"/>
                  <a:pt x="862648" y="90184"/>
                </a:cubicBezTo>
                <a:cubicBezTo>
                  <a:pt x="862648" y="91810"/>
                  <a:pt x="863412" y="93128"/>
                  <a:pt x="864939" y="94138"/>
                </a:cubicBezTo>
                <a:cubicBezTo>
                  <a:pt x="867768" y="95987"/>
                  <a:pt x="871643" y="96912"/>
                  <a:pt x="876565" y="96912"/>
                </a:cubicBezTo>
                <a:cubicBezTo>
                  <a:pt x="880752" y="96912"/>
                  <a:pt x="885490" y="96099"/>
                  <a:pt x="890779" y="94475"/>
                </a:cubicBezTo>
                <a:cubicBezTo>
                  <a:pt x="896069" y="92848"/>
                  <a:pt x="900779" y="90633"/>
                  <a:pt x="904909" y="87829"/>
                </a:cubicBezTo>
                <a:lnTo>
                  <a:pt x="904909" y="80430"/>
                </a:lnTo>
                <a:close/>
                <a:moveTo>
                  <a:pt x="1006670" y="71634"/>
                </a:moveTo>
                <a:lnTo>
                  <a:pt x="1032947" y="94196"/>
                </a:lnTo>
                <a:cubicBezTo>
                  <a:pt x="1036116" y="94366"/>
                  <a:pt x="1038492" y="95261"/>
                  <a:pt x="1040076" y="96882"/>
                </a:cubicBezTo>
                <a:cubicBezTo>
                  <a:pt x="1041660" y="98502"/>
                  <a:pt x="1042452" y="100534"/>
                  <a:pt x="1042452" y="102979"/>
                </a:cubicBezTo>
                <a:cubicBezTo>
                  <a:pt x="1042452" y="105537"/>
                  <a:pt x="1041561" y="107627"/>
                  <a:pt x="1039779" y="109248"/>
                </a:cubicBezTo>
                <a:cubicBezTo>
                  <a:pt x="1037997" y="110868"/>
                  <a:pt x="1035012" y="111677"/>
                  <a:pt x="1030826" y="111677"/>
                </a:cubicBezTo>
                <a:lnTo>
                  <a:pt x="1011053" y="111677"/>
                </a:lnTo>
                <a:cubicBezTo>
                  <a:pt x="1006867" y="111677"/>
                  <a:pt x="1003882" y="110868"/>
                  <a:pt x="1002100" y="109248"/>
                </a:cubicBezTo>
                <a:cubicBezTo>
                  <a:pt x="1000318" y="107627"/>
                  <a:pt x="999427" y="105481"/>
                  <a:pt x="999427" y="102809"/>
                </a:cubicBezTo>
                <a:cubicBezTo>
                  <a:pt x="999427" y="100762"/>
                  <a:pt x="1000064" y="98957"/>
                  <a:pt x="1001337" y="97394"/>
                </a:cubicBezTo>
                <a:cubicBezTo>
                  <a:pt x="1002609" y="95831"/>
                  <a:pt x="1004349" y="94765"/>
                  <a:pt x="1006556" y="94196"/>
                </a:cubicBezTo>
                <a:lnTo>
                  <a:pt x="993455" y="82955"/>
                </a:lnTo>
                <a:lnTo>
                  <a:pt x="980333" y="94196"/>
                </a:lnTo>
                <a:cubicBezTo>
                  <a:pt x="982992" y="94878"/>
                  <a:pt x="984902" y="95930"/>
                  <a:pt x="986061" y="97352"/>
                </a:cubicBezTo>
                <a:cubicBezTo>
                  <a:pt x="987221" y="98773"/>
                  <a:pt x="987801" y="100592"/>
                  <a:pt x="987801" y="102809"/>
                </a:cubicBezTo>
                <a:cubicBezTo>
                  <a:pt x="987801" y="105481"/>
                  <a:pt x="986924" y="107627"/>
                  <a:pt x="985170" y="109248"/>
                </a:cubicBezTo>
                <a:cubicBezTo>
                  <a:pt x="983417" y="110868"/>
                  <a:pt x="980447" y="111677"/>
                  <a:pt x="976260" y="111677"/>
                </a:cubicBezTo>
                <a:lnTo>
                  <a:pt x="956657" y="111677"/>
                </a:lnTo>
                <a:cubicBezTo>
                  <a:pt x="952471" y="111677"/>
                  <a:pt x="949486" y="110868"/>
                  <a:pt x="947704" y="109248"/>
                </a:cubicBezTo>
                <a:cubicBezTo>
                  <a:pt x="945922" y="107627"/>
                  <a:pt x="945031" y="105509"/>
                  <a:pt x="945031" y="102894"/>
                </a:cubicBezTo>
                <a:cubicBezTo>
                  <a:pt x="945031" y="100506"/>
                  <a:pt x="945823" y="98502"/>
                  <a:pt x="947407" y="96882"/>
                </a:cubicBezTo>
                <a:cubicBezTo>
                  <a:pt x="948991" y="95261"/>
                  <a:pt x="951367" y="94366"/>
                  <a:pt x="954536" y="94196"/>
                </a:cubicBezTo>
                <a:lnTo>
                  <a:pt x="980397" y="71750"/>
                </a:lnTo>
                <a:lnTo>
                  <a:pt x="957506" y="52105"/>
                </a:lnTo>
                <a:cubicBezTo>
                  <a:pt x="954507" y="51877"/>
                  <a:pt x="952230" y="50953"/>
                  <a:pt x="950674" y="49334"/>
                </a:cubicBezTo>
                <a:cubicBezTo>
                  <a:pt x="949119" y="47712"/>
                  <a:pt x="948341" y="45708"/>
                  <a:pt x="948341" y="43322"/>
                </a:cubicBezTo>
                <a:cubicBezTo>
                  <a:pt x="948341" y="40763"/>
                  <a:pt x="949232" y="38675"/>
                  <a:pt x="951014" y="37055"/>
                </a:cubicBezTo>
                <a:cubicBezTo>
                  <a:pt x="952796" y="35434"/>
                  <a:pt x="955780" y="34623"/>
                  <a:pt x="959967" y="34623"/>
                </a:cubicBezTo>
                <a:lnTo>
                  <a:pt x="976260" y="34623"/>
                </a:lnTo>
                <a:cubicBezTo>
                  <a:pt x="980447" y="34623"/>
                  <a:pt x="983431" y="35434"/>
                  <a:pt x="985213" y="37055"/>
                </a:cubicBezTo>
                <a:cubicBezTo>
                  <a:pt x="986995" y="38675"/>
                  <a:pt x="987886" y="40735"/>
                  <a:pt x="987886" y="43237"/>
                </a:cubicBezTo>
                <a:cubicBezTo>
                  <a:pt x="987886" y="46592"/>
                  <a:pt x="986302" y="49322"/>
                  <a:pt x="983134" y="51426"/>
                </a:cubicBezTo>
                <a:lnTo>
                  <a:pt x="993529" y="60352"/>
                </a:lnTo>
                <a:lnTo>
                  <a:pt x="1004010" y="51256"/>
                </a:lnTo>
                <a:cubicBezTo>
                  <a:pt x="1000898" y="49039"/>
                  <a:pt x="999342" y="46480"/>
                  <a:pt x="999342" y="43579"/>
                </a:cubicBezTo>
                <a:cubicBezTo>
                  <a:pt x="999342" y="40849"/>
                  <a:pt x="1000233" y="38675"/>
                  <a:pt x="1002015" y="37055"/>
                </a:cubicBezTo>
                <a:cubicBezTo>
                  <a:pt x="1003798" y="35434"/>
                  <a:pt x="1006782" y="34623"/>
                  <a:pt x="1010968" y="34623"/>
                </a:cubicBezTo>
                <a:lnTo>
                  <a:pt x="1027092" y="34623"/>
                </a:lnTo>
                <a:cubicBezTo>
                  <a:pt x="1031278" y="34623"/>
                  <a:pt x="1034263" y="35434"/>
                  <a:pt x="1036045" y="37055"/>
                </a:cubicBezTo>
                <a:cubicBezTo>
                  <a:pt x="1037827" y="38675"/>
                  <a:pt x="1038718" y="40792"/>
                  <a:pt x="1038718" y="43407"/>
                </a:cubicBezTo>
                <a:cubicBezTo>
                  <a:pt x="1038718" y="45737"/>
                  <a:pt x="1037940" y="47712"/>
                  <a:pt x="1036384" y="49334"/>
                </a:cubicBezTo>
                <a:cubicBezTo>
                  <a:pt x="1034828" y="50953"/>
                  <a:pt x="1032523" y="51877"/>
                  <a:pt x="1029468" y="52105"/>
                </a:cubicBezTo>
                <a:lnTo>
                  <a:pt x="1006670" y="71634"/>
                </a:lnTo>
                <a:close/>
                <a:moveTo>
                  <a:pt x="1093691" y="88256"/>
                </a:moveTo>
                <a:lnTo>
                  <a:pt x="1116943" y="88256"/>
                </a:lnTo>
                <a:lnTo>
                  <a:pt x="1091909" y="135516"/>
                </a:lnTo>
                <a:cubicBezTo>
                  <a:pt x="1090438" y="138293"/>
                  <a:pt x="1088599" y="139682"/>
                  <a:pt x="1086393" y="139682"/>
                </a:cubicBezTo>
                <a:cubicBezTo>
                  <a:pt x="1084922" y="139682"/>
                  <a:pt x="1083663" y="139200"/>
                  <a:pt x="1082617" y="138236"/>
                </a:cubicBezTo>
                <a:cubicBezTo>
                  <a:pt x="1081570" y="137273"/>
                  <a:pt x="1081047" y="136196"/>
                  <a:pt x="1081047" y="135006"/>
                </a:cubicBezTo>
                <a:cubicBezTo>
                  <a:pt x="1081047" y="134156"/>
                  <a:pt x="1081245" y="132994"/>
                  <a:pt x="1081641" y="131522"/>
                </a:cubicBezTo>
                <a:lnTo>
                  <a:pt x="1093691" y="88256"/>
                </a:lnTo>
                <a:close/>
                <a:moveTo>
                  <a:pt x="1325498" y="39885"/>
                </a:moveTo>
                <a:lnTo>
                  <a:pt x="1325498" y="34623"/>
                </a:lnTo>
                <a:lnTo>
                  <a:pt x="1345865" y="34623"/>
                </a:lnTo>
                <a:cubicBezTo>
                  <a:pt x="1350051" y="34623"/>
                  <a:pt x="1353036" y="35430"/>
                  <a:pt x="1354818" y="37042"/>
                </a:cubicBezTo>
                <a:cubicBezTo>
                  <a:pt x="1356600" y="38654"/>
                  <a:pt x="1357491" y="40762"/>
                  <a:pt x="1357491" y="43364"/>
                </a:cubicBezTo>
                <a:cubicBezTo>
                  <a:pt x="1357491" y="45967"/>
                  <a:pt x="1356600" y="48074"/>
                  <a:pt x="1354818" y="49686"/>
                </a:cubicBezTo>
                <a:cubicBezTo>
                  <a:pt x="1353036" y="51299"/>
                  <a:pt x="1350051" y="52105"/>
                  <a:pt x="1345865" y="52105"/>
                </a:cubicBezTo>
                <a:lnTo>
                  <a:pt x="1342895" y="52105"/>
                </a:lnTo>
                <a:lnTo>
                  <a:pt x="1342895" y="115356"/>
                </a:lnTo>
                <a:cubicBezTo>
                  <a:pt x="1342895" y="121460"/>
                  <a:pt x="1341608" y="126787"/>
                  <a:pt x="1339033" y="131336"/>
                </a:cubicBezTo>
                <a:cubicBezTo>
                  <a:pt x="1336459" y="135887"/>
                  <a:pt x="1332513" y="139801"/>
                  <a:pt x="1327195" y="143079"/>
                </a:cubicBezTo>
                <a:cubicBezTo>
                  <a:pt x="1321877" y="146358"/>
                  <a:pt x="1315880" y="147998"/>
                  <a:pt x="1309205" y="147998"/>
                </a:cubicBezTo>
                <a:lnTo>
                  <a:pt x="1289517" y="147998"/>
                </a:lnTo>
                <a:cubicBezTo>
                  <a:pt x="1285330" y="147998"/>
                  <a:pt x="1282346" y="147188"/>
                  <a:pt x="1280564" y="145566"/>
                </a:cubicBezTo>
                <a:cubicBezTo>
                  <a:pt x="1278782" y="143947"/>
                  <a:pt x="1277891" y="141858"/>
                  <a:pt x="1277891" y="139300"/>
                </a:cubicBezTo>
                <a:cubicBezTo>
                  <a:pt x="1277891" y="136685"/>
                  <a:pt x="1278782" y="134567"/>
                  <a:pt x="1280564" y="132946"/>
                </a:cubicBezTo>
                <a:cubicBezTo>
                  <a:pt x="1282346" y="131326"/>
                  <a:pt x="1285330" y="130517"/>
                  <a:pt x="1289517" y="130517"/>
                </a:cubicBezTo>
                <a:lnTo>
                  <a:pt x="1308696" y="130517"/>
                </a:lnTo>
                <a:cubicBezTo>
                  <a:pt x="1314013" y="130517"/>
                  <a:pt x="1318143" y="129084"/>
                  <a:pt x="1321085" y="126218"/>
                </a:cubicBezTo>
                <a:cubicBezTo>
                  <a:pt x="1324027" y="123354"/>
                  <a:pt x="1325498" y="119731"/>
                  <a:pt x="1325498" y="115350"/>
                </a:cubicBezTo>
                <a:lnTo>
                  <a:pt x="1325498" y="106925"/>
                </a:lnTo>
                <a:cubicBezTo>
                  <a:pt x="1321651" y="109415"/>
                  <a:pt x="1317733" y="111281"/>
                  <a:pt x="1313745" y="112526"/>
                </a:cubicBezTo>
                <a:cubicBezTo>
                  <a:pt x="1309756" y="113771"/>
                  <a:pt x="1305669" y="114393"/>
                  <a:pt x="1301482" y="114393"/>
                </a:cubicBezTo>
                <a:cubicBezTo>
                  <a:pt x="1289658" y="114393"/>
                  <a:pt x="1279758" y="110443"/>
                  <a:pt x="1271781" y="102544"/>
                </a:cubicBezTo>
                <a:cubicBezTo>
                  <a:pt x="1263804" y="94643"/>
                  <a:pt x="1259815" y="84888"/>
                  <a:pt x="1259815" y="73278"/>
                </a:cubicBezTo>
                <a:cubicBezTo>
                  <a:pt x="1259815" y="61611"/>
                  <a:pt x="1263804" y="51828"/>
                  <a:pt x="1271781" y="43929"/>
                </a:cubicBezTo>
                <a:cubicBezTo>
                  <a:pt x="1279758" y="36028"/>
                  <a:pt x="1289658" y="32078"/>
                  <a:pt x="1301482" y="32078"/>
                </a:cubicBezTo>
                <a:cubicBezTo>
                  <a:pt x="1305895" y="32078"/>
                  <a:pt x="1310096" y="32721"/>
                  <a:pt x="1314084" y="34008"/>
                </a:cubicBezTo>
                <a:cubicBezTo>
                  <a:pt x="1318073" y="35295"/>
                  <a:pt x="1321877" y="37254"/>
                  <a:pt x="1325498" y="39885"/>
                </a:cubicBezTo>
                <a:moveTo>
                  <a:pt x="1325413" y="73235"/>
                </a:moveTo>
                <a:cubicBezTo>
                  <a:pt x="1325413" y="66842"/>
                  <a:pt x="1323051" y="61298"/>
                  <a:pt x="1318327" y="56602"/>
                </a:cubicBezTo>
                <a:cubicBezTo>
                  <a:pt x="1313603" y="51907"/>
                  <a:pt x="1307932" y="49559"/>
                  <a:pt x="1301313" y="49559"/>
                </a:cubicBezTo>
                <a:cubicBezTo>
                  <a:pt x="1294693" y="49559"/>
                  <a:pt x="1289022" y="51907"/>
                  <a:pt x="1284298" y="56602"/>
                </a:cubicBezTo>
                <a:cubicBezTo>
                  <a:pt x="1279574" y="61298"/>
                  <a:pt x="1277212" y="66842"/>
                  <a:pt x="1277212" y="73235"/>
                </a:cubicBezTo>
                <a:cubicBezTo>
                  <a:pt x="1277212" y="79685"/>
                  <a:pt x="1279574" y="85243"/>
                  <a:pt x="1284298" y="89911"/>
                </a:cubicBezTo>
                <a:cubicBezTo>
                  <a:pt x="1289022" y="94578"/>
                  <a:pt x="1294693" y="96912"/>
                  <a:pt x="1301313" y="96912"/>
                </a:cubicBezTo>
                <a:cubicBezTo>
                  <a:pt x="1307932" y="96912"/>
                  <a:pt x="1313603" y="94578"/>
                  <a:pt x="1318327" y="89911"/>
                </a:cubicBezTo>
                <a:cubicBezTo>
                  <a:pt x="1323051" y="85243"/>
                  <a:pt x="1325413" y="79685"/>
                  <a:pt x="1325413" y="73235"/>
                </a:cubicBezTo>
                <a:close/>
                <a:moveTo>
                  <a:pt x="1392691" y="1527"/>
                </a:moveTo>
                <a:lnTo>
                  <a:pt x="1392691" y="38697"/>
                </a:lnTo>
                <a:cubicBezTo>
                  <a:pt x="1396311" y="36519"/>
                  <a:pt x="1399975" y="34899"/>
                  <a:pt x="1403680" y="33838"/>
                </a:cubicBezTo>
                <a:cubicBezTo>
                  <a:pt x="1407386" y="32778"/>
                  <a:pt x="1411134" y="32247"/>
                  <a:pt x="1414924" y="32247"/>
                </a:cubicBezTo>
                <a:cubicBezTo>
                  <a:pt x="1420921" y="32247"/>
                  <a:pt x="1426267" y="33266"/>
                  <a:pt x="1430963" y="35302"/>
                </a:cubicBezTo>
                <a:cubicBezTo>
                  <a:pt x="1435659" y="37339"/>
                  <a:pt x="1439548" y="40550"/>
                  <a:pt x="1442632" y="44934"/>
                </a:cubicBezTo>
                <a:cubicBezTo>
                  <a:pt x="1445715" y="49319"/>
                  <a:pt x="1447257" y="54849"/>
                  <a:pt x="1447257" y="61524"/>
                </a:cubicBezTo>
                <a:lnTo>
                  <a:pt x="1447257" y="94196"/>
                </a:lnTo>
                <a:cubicBezTo>
                  <a:pt x="1451669" y="94196"/>
                  <a:pt x="1454555" y="94722"/>
                  <a:pt x="1455912" y="95774"/>
                </a:cubicBezTo>
                <a:cubicBezTo>
                  <a:pt x="1458628" y="97947"/>
                  <a:pt x="1459986" y="100334"/>
                  <a:pt x="1459986" y="102937"/>
                </a:cubicBezTo>
                <a:cubicBezTo>
                  <a:pt x="1459986" y="105539"/>
                  <a:pt x="1459109" y="107647"/>
                  <a:pt x="1457355" y="109259"/>
                </a:cubicBezTo>
                <a:cubicBezTo>
                  <a:pt x="1455601" y="110871"/>
                  <a:pt x="1452631" y="111677"/>
                  <a:pt x="1448445" y="111677"/>
                </a:cubicBezTo>
                <a:lnTo>
                  <a:pt x="1428587" y="111677"/>
                </a:lnTo>
                <a:cubicBezTo>
                  <a:pt x="1424457" y="111677"/>
                  <a:pt x="1421501" y="110857"/>
                  <a:pt x="1419719" y="109217"/>
                </a:cubicBezTo>
                <a:cubicBezTo>
                  <a:pt x="1417937" y="107576"/>
                  <a:pt x="1417046" y="105454"/>
                  <a:pt x="1417046" y="102852"/>
                </a:cubicBezTo>
                <a:cubicBezTo>
                  <a:pt x="1417046" y="100249"/>
                  <a:pt x="1418404" y="97903"/>
                  <a:pt x="1421119" y="95814"/>
                </a:cubicBezTo>
                <a:cubicBezTo>
                  <a:pt x="1422534" y="94735"/>
                  <a:pt x="1425419" y="94196"/>
                  <a:pt x="1429775" y="94196"/>
                </a:cubicBezTo>
                <a:lnTo>
                  <a:pt x="1429775" y="62774"/>
                </a:lnTo>
                <a:cubicBezTo>
                  <a:pt x="1429775" y="58311"/>
                  <a:pt x="1428757" y="55177"/>
                  <a:pt x="1426720" y="53370"/>
                </a:cubicBezTo>
                <a:cubicBezTo>
                  <a:pt x="1424061" y="50942"/>
                  <a:pt x="1420129" y="49729"/>
                  <a:pt x="1414924" y="49729"/>
                </a:cubicBezTo>
                <a:cubicBezTo>
                  <a:pt x="1411077" y="49729"/>
                  <a:pt x="1407669" y="50484"/>
                  <a:pt x="1404699" y="51993"/>
                </a:cubicBezTo>
                <a:cubicBezTo>
                  <a:pt x="1401728" y="53503"/>
                  <a:pt x="1397726" y="56765"/>
                  <a:pt x="1392691" y="61779"/>
                </a:cubicBezTo>
                <a:lnTo>
                  <a:pt x="1392691" y="94196"/>
                </a:lnTo>
                <a:cubicBezTo>
                  <a:pt x="1397160" y="94196"/>
                  <a:pt x="1400045" y="94722"/>
                  <a:pt x="1401347" y="95774"/>
                </a:cubicBezTo>
                <a:cubicBezTo>
                  <a:pt x="1404119" y="97947"/>
                  <a:pt x="1405505" y="100334"/>
                  <a:pt x="1405505" y="102937"/>
                </a:cubicBezTo>
                <a:cubicBezTo>
                  <a:pt x="1405505" y="105539"/>
                  <a:pt x="1404614" y="107647"/>
                  <a:pt x="1402832" y="109259"/>
                </a:cubicBezTo>
                <a:cubicBezTo>
                  <a:pt x="1401050" y="110871"/>
                  <a:pt x="1398065" y="111677"/>
                  <a:pt x="1393879" y="111677"/>
                </a:cubicBezTo>
                <a:lnTo>
                  <a:pt x="1374106" y="111677"/>
                </a:lnTo>
                <a:cubicBezTo>
                  <a:pt x="1369920" y="111677"/>
                  <a:pt x="1366935" y="110857"/>
                  <a:pt x="1365153" y="109217"/>
                </a:cubicBezTo>
                <a:cubicBezTo>
                  <a:pt x="1363371" y="107576"/>
                  <a:pt x="1362480" y="105454"/>
                  <a:pt x="1362480" y="102852"/>
                </a:cubicBezTo>
                <a:cubicBezTo>
                  <a:pt x="1362480" y="100249"/>
                  <a:pt x="1363866" y="97903"/>
                  <a:pt x="1366638" y="95814"/>
                </a:cubicBezTo>
                <a:cubicBezTo>
                  <a:pt x="1367996" y="94735"/>
                  <a:pt x="1370881" y="94196"/>
                  <a:pt x="1375294" y="94196"/>
                </a:cubicBezTo>
                <a:lnTo>
                  <a:pt x="1375294" y="19009"/>
                </a:lnTo>
                <a:lnTo>
                  <a:pt x="1372324" y="19009"/>
                </a:lnTo>
                <a:cubicBezTo>
                  <a:pt x="1368137" y="19009"/>
                  <a:pt x="1365153" y="18189"/>
                  <a:pt x="1363371" y="16548"/>
                </a:cubicBezTo>
                <a:cubicBezTo>
                  <a:pt x="1361589" y="14907"/>
                  <a:pt x="1360698" y="12786"/>
                  <a:pt x="1360698" y="10183"/>
                </a:cubicBezTo>
                <a:cubicBezTo>
                  <a:pt x="1360698" y="7581"/>
                  <a:pt x="1361589" y="5488"/>
                  <a:pt x="1363371" y="3904"/>
                </a:cubicBezTo>
                <a:cubicBezTo>
                  <a:pt x="1365153" y="2320"/>
                  <a:pt x="1368137" y="1527"/>
                  <a:pt x="1372324" y="1527"/>
                </a:cubicBezTo>
                <a:lnTo>
                  <a:pt x="1392691" y="1527"/>
                </a:lnTo>
                <a:close/>
                <a:moveTo>
                  <a:pt x="1542030" y="37678"/>
                </a:moveTo>
                <a:cubicBezTo>
                  <a:pt x="1544123" y="35755"/>
                  <a:pt x="1546273" y="34793"/>
                  <a:pt x="1548479" y="34793"/>
                </a:cubicBezTo>
                <a:cubicBezTo>
                  <a:pt x="1550968" y="34793"/>
                  <a:pt x="1553019" y="35684"/>
                  <a:pt x="1554632" y="37466"/>
                </a:cubicBezTo>
                <a:cubicBezTo>
                  <a:pt x="1556244" y="39248"/>
                  <a:pt x="1557050" y="42204"/>
                  <a:pt x="1557050" y="46334"/>
                </a:cubicBezTo>
                <a:lnTo>
                  <a:pt x="1557050" y="57536"/>
                </a:lnTo>
                <a:cubicBezTo>
                  <a:pt x="1557050" y="61722"/>
                  <a:pt x="1556244" y="64693"/>
                  <a:pt x="1554632" y="66446"/>
                </a:cubicBezTo>
                <a:cubicBezTo>
                  <a:pt x="1553019" y="68200"/>
                  <a:pt x="1550912" y="69077"/>
                  <a:pt x="1548309" y="69077"/>
                </a:cubicBezTo>
                <a:cubicBezTo>
                  <a:pt x="1545933" y="69077"/>
                  <a:pt x="1543925" y="68398"/>
                  <a:pt x="1542284" y="67040"/>
                </a:cubicBezTo>
                <a:cubicBezTo>
                  <a:pt x="1541096" y="66022"/>
                  <a:pt x="1540163" y="63943"/>
                  <a:pt x="1539484" y="60803"/>
                </a:cubicBezTo>
                <a:cubicBezTo>
                  <a:pt x="1538805" y="57663"/>
                  <a:pt x="1537164" y="55330"/>
                  <a:pt x="1534562" y="53802"/>
                </a:cubicBezTo>
                <a:cubicBezTo>
                  <a:pt x="1529979" y="51087"/>
                  <a:pt x="1524124" y="49729"/>
                  <a:pt x="1516996" y="49729"/>
                </a:cubicBezTo>
                <a:cubicBezTo>
                  <a:pt x="1508792" y="49729"/>
                  <a:pt x="1502216" y="52121"/>
                  <a:pt x="1497265" y="56905"/>
                </a:cubicBezTo>
                <a:cubicBezTo>
                  <a:pt x="1492315" y="61687"/>
                  <a:pt x="1489840" y="67735"/>
                  <a:pt x="1489840" y="75049"/>
                </a:cubicBezTo>
                <a:cubicBezTo>
                  <a:pt x="1489840" y="81803"/>
                  <a:pt x="1492216" y="87135"/>
                  <a:pt x="1496968" y="91046"/>
                </a:cubicBezTo>
                <a:cubicBezTo>
                  <a:pt x="1501721" y="94956"/>
                  <a:pt x="1509613" y="96912"/>
                  <a:pt x="1520645" y="96912"/>
                </a:cubicBezTo>
                <a:cubicBezTo>
                  <a:pt x="1527886" y="96912"/>
                  <a:pt x="1533798" y="96182"/>
                  <a:pt x="1538381" y="94724"/>
                </a:cubicBezTo>
                <a:cubicBezTo>
                  <a:pt x="1541096" y="93826"/>
                  <a:pt x="1543670" y="92297"/>
                  <a:pt x="1546103" y="90139"/>
                </a:cubicBezTo>
                <a:cubicBezTo>
                  <a:pt x="1548536" y="87978"/>
                  <a:pt x="1550742" y="86898"/>
                  <a:pt x="1552722" y="86898"/>
                </a:cubicBezTo>
                <a:cubicBezTo>
                  <a:pt x="1555098" y="86898"/>
                  <a:pt x="1557149" y="87775"/>
                  <a:pt x="1558875" y="89529"/>
                </a:cubicBezTo>
                <a:cubicBezTo>
                  <a:pt x="1560600" y="91282"/>
                  <a:pt x="1561463" y="93347"/>
                  <a:pt x="1561463" y="95724"/>
                </a:cubicBezTo>
                <a:cubicBezTo>
                  <a:pt x="1561463" y="99571"/>
                  <a:pt x="1558832" y="103220"/>
                  <a:pt x="1553571" y="106671"/>
                </a:cubicBezTo>
                <a:cubicBezTo>
                  <a:pt x="1545764" y="111819"/>
                  <a:pt x="1534336" y="114393"/>
                  <a:pt x="1519287" y="114393"/>
                </a:cubicBezTo>
                <a:cubicBezTo>
                  <a:pt x="1505766" y="114393"/>
                  <a:pt x="1495243" y="111595"/>
                  <a:pt x="1487718" y="106000"/>
                </a:cubicBezTo>
                <a:cubicBezTo>
                  <a:pt x="1477535" y="98484"/>
                  <a:pt x="1472443" y="88198"/>
                  <a:pt x="1472443" y="75142"/>
                </a:cubicBezTo>
                <a:cubicBezTo>
                  <a:pt x="1472443" y="62766"/>
                  <a:pt x="1476573" y="52524"/>
                  <a:pt x="1484833" y="44414"/>
                </a:cubicBezTo>
                <a:cubicBezTo>
                  <a:pt x="1493093" y="36303"/>
                  <a:pt x="1503870" y="32247"/>
                  <a:pt x="1517165" y="32247"/>
                </a:cubicBezTo>
                <a:cubicBezTo>
                  <a:pt x="1521974" y="32247"/>
                  <a:pt x="1526443" y="32700"/>
                  <a:pt x="1530573" y="33605"/>
                </a:cubicBezTo>
                <a:cubicBezTo>
                  <a:pt x="1534703" y="34510"/>
                  <a:pt x="1538522" y="35868"/>
                  <a:pt x="1542030" y="37678"/>
                </a:cubicBezTo>
                <a:close/>
                <a:moveTo>
                  <a:pt x="1597257" y="1527"/>
                </a:moveTo>
                <a:lnTo>
                  <a:pt x="1597257" y="40603"/>
                </a:lnTo>
                <a:cubicBezTo>
                  <a:pt x="1601500" y="37819"/>
                  <a:pt x="1605814" y="35730"/>
                  <a:pt x="1610198" y="34337"/>
                </a:cubicBezTo>
                <a:cubicBezTo>
                  <a:pt x="1614583" y="32944"/>
                  <a:pt x="1619010" y="32247"/>
                  <a:pt x="1623479" y="32247"/>
                </a:cubicBezTo>
                <a:cubicBezTo>
                  <a:pt x="1635530" y="32247"/>
                  <a:pt x="1645741" y="36405"/>
                  <a:pt x="1654114" y="44722"/>
                </a:cubicBezTo>
                <a:cubicBezTo>
                  <a:pt x="1662487" y="53038"/>
                  <a:pt x="1666674" y="63080"/>
                  <a:pt x="1666674" y="74848"/>
                </a:cubicBezTo>
                <a:cubicBezTo>
                  <a:pt x="1666674" y="86106"/>
                  <a:pt x="1662685" y="95511"/>
                  <a:pt x="1654708" y="103064"/>
                </a:cubicBezTo>
                <a:cubicBezTo>
                  <a:pt x="1646731" y="110617"/>
                  <a:pt x="1636208" y="114393"/>
                  <a:pt x="1623140" y="114393"/>
                </a:cubicBezTo>
                <a:cubicBezTo>
                  <a:pt x="1618501" y="114393"/>
                  <a:pt x="1614031" y="113795"/>
                  <a:pt x="1609732" y="112598"/>
                </a:cubicBezTo>
                <a:cubicBezTo>
                  <a:pt x="1605432" y="111401"/>
                  <a:pt x="1601274" y="109635"/>
                  <a:pt x="1597257" y="107299"/>
                </a:cubicBezTo>
                <a:lnTo>
                  <a:pt x="1597257" y="111677"/>
                </a:lnTo>
                <a:lnTo>
                  <a:pt x="1576890" y="111677"/>
                </a:lnTo>
                <a:cubicBezTo>
                  <a:pt x="1572704" y="111677"/>
                  <a:pt x="1569720" y="110857"/>
                  <a:pt x="1567938" y="109217"/>
                </a:cubicBezTo>
                <a:cubicBezTo>
                  <a:pt x="1566155" y="107576"/>
                  <a:pt x="1565264" y="105454"/>
                  <a:pt x="1565264" y="102852"/>
                </a:cubicBezTo>
                <a:cubicBezTo>
                  <a:pt x="1565264" y="100249"/>
                  <a:pt x="1566170" y="98156"/>
                  <a:pt x="1567980" y="96572"/>
                </a:cubicBezTo>
                <a:cubicBezTo>
                  <a:pt x="1569790" y="94988"/>
                  <a:pt x="1572760" y="94196"/>
                  <a:pt x="1576890" y="94196"/>
                </a:cubicBezTo>
                <a:lnTo>
                  <a:pt x="1579861" y="94196"/>
                </a:lnTo>
                <a:lnTo>
                  <a:pt x="1579861" y="19009"/>
                </a:lnTo>
                <a:lnTo>
                  <a:pt x="1576890" y="19009"/>
                </a:lnTo>
                <a:cubicBezTo>
                  <a:pt x="1572704" y="19009"/>
                  <a:pt x="1569720" y="18189"/>
                  <a:pt x="1567938" y="16548"/>
                </a:cubicBezTo>
                <a:cubicBezTo>
                  <a:pt x="1566155" y="14907"/>
                  <a:pt x="1565264" y="12786"/>
                  <a:pt x="1565264" y="10183"/>
                </a:cubicBezTo>
                <a:cubicBezTo>
                  <a:pt x="1565264" y="7581"/>
                  <a:pt x="1566155" y="5488"/>
                  <a:pt x="1567938" y="3904"/>
                </a:cubicBezTo>
                <a:cubicBezTo>
                  <a:pt x="1569720" y="2320"/>
                  <a:pt x="1572704" y="1527"/>
                  <a:pt x="1576890" y="1527"/>
                </a:cubicBezTo>
                <a:lnTo>
                  <a:pt x="1597257" y="1527"/>
                </a:lnTo>
                <a:moveTo>
                  <a:pt x="1649277" y="75349"/>
                </a:moveTo>
                <a:cubicBezTo>
                  <a:pt x="1649277" y="68190"/>
                  <a:pt x="1646760" y="62131"/>
                  <a:pt x="1641724" y="57170"/>
                </a:cubicBezTo>
                <a:cubicBezTo>
                  <a:pt x="1636689" y="52209"/>
                  <a:pt x="1630523" y="49729"/>
                  <a:pt x="1623225" y="49729"/>
                </a:cubicBezTo>
                <a:cubicBezTo>
                  <a:pt x="1615983" y="49729"/>
                  <a:pt x="1609845" y="52209"/>
                  <a:pt x="1604810" y="57170"/>
                </a:cubicBezTo>
                <a:cubicBezTo>
                  <a:pt x="1599775" y="62131"/>
                  <a:pt x="1597257" y="68107"/>
                  <a:pt x="1597257" y="75097"/>
                </a:cubicBezTo>
                <a:cubicBezTo>
                  <a:pt x="1597257" y="81467"/>
                  <a:pt x="1599520" y="86696"/>
                  <a:pt x="1604046" y="90783"/>
                </a:cubicBezTo>
                <a:cubicBezTo>
                  <a:pt x="1608572" y="94869"/>
                  <a:pt x="1614965" y="96912"/>
                  <a:pt x="1623225" y="96912"/>
                </a:cubicBezTo>
                <a:cubicBezTo>
                  <a:pt x="1631485" y="96912"/>
                  <a:pt x="1637892" y="94869"/>
                  <a:pt x="1642446" y="90783"/>
                </a:cubicBezTo>
                <a:cubicBezTo>
                  <a:pt x="1647000" y="86696"/>
                  <a:pt x="1649277" y="81551"/>
                  <a:pt x="1649277" y="75349"/>
                </a:cubicBezTo>
                <a:close/>
                <a:moveTo>
                  <a:pt x="1759919" y="70265"/>
                </a:moveTo>
                <a:lnTo>
                  <a:pt x="1687278" y="70265"/>
                </a:lnTo>
                <a:lnTo>
                  <a:pt x="1687278" y="54311"/>
                </a:lnTo>
                <a:lnTo>
                  <a:pt x="1759919" y="54311"/>
                </a:lnTo>
                <a:lnTo>
                  <a:pt x="1759919" y="70265"/>
                </a:lnTo>
                <a:close/>
                <a:moveTo>
                  <a:pt x="1846121" y="62010"/>
                </a:moveTo>
                <a:lnTo>
                  <a:pt x="1789773" y="30704"/>
                </a:lnTo>
                <a:cubicBezTo>
                  <a:pt x="1786945" y="29129"/>
                  <a:pt x="1785063" y="27722"/>
                  <a:pt x="1784130" y="26485"/>
                </a:cubicBezTo>
                <a:cubicBezTo>
                  <a:pt x="1783197" y="25247"/>
                  <a:pt x="1782730" y="23672"/>
                  <a:pt x="1782730" y="21759"/>
                </a:cubicBezTo>
                <a:cubicBezTo>
                  <a:pt x="1782730" y="19340"/>
                  <a:pt x="1783607" y="17260"/>
                  <a:pt x="1785360" y="15516"/>
                </a:cubicBezTo>
                <a:cubicBezTo>
                  <a:pt x="1787114" y="13771"/>
                  <a:pt x="1789179" y="12899"/>
                  <a:pt x="1791555" y="12899"/>
                </a:cubicBezTo>
                <a:cubicBezTo>
                  <a:pt x="1793026" y="12899"/>
                  <a:pt x="1795289" y="13719"/>
                  <a:pt x="1798344" y="15360"/>
                </a:cubicBezTo>
                <a:lnTo>
                  <a:pt x="1882272" y="62034"/>
                </a:lnTo>
                <a:lnTo>
                  <a:pt x="1798344" y="108787"/>
                </a:lnTo>
                <a:cubicBezTo>
                  <a:pt x="1795289" y="110488"/>
                  <a:pt x="1793026" y="111338"/>
                  <a:pt x="1791555" y="111338"/>
                </a:cubicBezTo>
                <a:cubicBezTo>
                  <a:pt x="1789179" y="111338"/>
                  <a:pt x="1787114" y="110466"/>
                  <a:pt x="1785360" y="108723"/>
                </a:cubicBezTo>
                <a:cubicBezTo>
                  <a:pt x="1783607" y="106980"/>
                  <a:pt x="1782730" y="104871"/>
                  <a:pt x="1782730" y="102396"/>
                </a:cubicBezTo>
                <a:cubicBezTo>
                  <a:pt x="1782730" y="100485"/>
                  <a:pt x="1783197" y="98911"/>
                  <a:pt x="1784130" y="97675"/>
                </a:cubicBezTo>
                <a:cubicBezTo>
                  <a:pt x="1785063" y="96438"/>
                  <a:pt x="1786945" y="95031"/>
                  <a:pt x="1789773" y="93456"/>
                </a:cubicBezTo>
                <a:lnTo>
                  <a:pt x="1846121" y="62010"/>
                </a:lnTo>
                <a:close/>
                <a:moveTo>
                  <a:pt x="1910090" y="1527"/>
                </a:moveTo>
                <a:lnTo>
                  <a:pt x="1910090" y="40603"/>
                </a:lnTo>
                <a:cubicBezTo>
                  <a:pt x="1914333" y="37819"/>
                  <a:pt x="1918647" y="35730"/>
                  <a:pt x="1923031" y="34337"/>
                </a:cubicBezTo>
                <a:cubicBezTo>
                  <a:pt x="1927416" y="32944"/>
                  <a:pt x="1931842" y="32247"/>
                  <a:pt x="1936312" y="32247"/>
                </a:cubicBezTo>
                <a:cubicBezTo>
                  <a:pt x="1948362" y="32247"/>
                  <a:pt x="1958574" y="36405"/>
                  <a:pt x="1966947" y="44722"/>
                </a:cubicBezTo>
                <a:cubicBezTo>
                  <a:pt x="1975320" y="53038"/>
                  <a:pt x="1979506" y="63080"/>
                  <a:pt x="1979506" y="74848"/>
                </a:cubicBezTo>
                <a:cubicBezTo>
                  <a:pt x="1979506" y="86106"/>
                  <a:pt x="1975518" y="95511"/>
                  <a:pt x="1967541" y="103064"/>
                </a:cubicBezTo>
                <a:cubicBezTo>
                  <a:pt x="1959564" y="110617"/>
                  <a:pt x="1949041" y="114393"/>
                  <a:pt x="1935972" y="114393"/>
                </a:cubicBezTo>
                <a:cubicBezTo>
                  <a:pt x="1931333" y="114393"/>
                  <a:pt x="1926864" y="113795"/>
                  <a:pt x="1922564" y="112598"/>
                </a:cubicBezTo>
                <a:cubicBezTo>
                  <a:pt x="1918265" y="111401"/>
                  <a:pt x="1914106" y="109635"/>
                  <a:pt x="1910090" y="107299"/>
                </a:cubicBezTo>
                <a:lnTo>
                  <a:pt x="1910090" y="111677"/>
                </a:lnTo>
                <a:lnTo>
                  <a:pt x="1889723" y="111677"/>
                </a:lnTo>
                <a:cubicBezTo>
                  <a:pt x="1885536" y="111677"/>
                  <a:pt x="1882552" y="110857"/>
                  <a:pt x="1880770" y="109217"/>
                </a:cubicBezTo>
                <a:cubicBezTo>
                  <a:pt x="1878988" y="107576"/>
                  <a:pt x="1878097" y="105454"/>
                  <a:pt x="1878097" y="102852"/>
                </a:cubicBezTo>
                <a:cubicBezTo>
                  <a:pt x="1878097" y="100249"/>
                  <a:pt x="1879002" y="98156"/>
                  <a:pt x="1880812" y="96572"/>
                </a:cubicBezTo>
                <a:cubicBezTo>
                  <a:pt x="1882623" y="94988"/>
                  <a:pt x="1885593" y="94196"/>
                  <a:pt x="1889723" y="94196"/>
                </a:cubicBezTo>
                <a:lnTo>
                  <a:pt x="1892693" y="94196"/>
                </a:lnTo>
                <a:lnTo>
                  <a:pt x="1892693" y="19009"/>
                </a:lnTo>
                <a:lnTo>
                  <a:pt x="1889723" y="19009"/>
                </a:lnTo>
                <a:cubicBezTo>
                  <a:pt x="1885536" y="19009"/>
                  <a:pt x="1882552" y="18189"/>
                  <a:pt x="1880770" y="16548"/>
                </a:cubicBezTo>
                <a:cubicBezTo>
                  <a:pt x="1878988" y="14907"/>
                  <a:pt x="1878097" y="12786"/>
                  <a:pt x="1878097" y="10183"/>
                </a:cubicBezTo>
                <a:cubicBezTo>
                  <a:pt x="1878097" y="7581"/>
                  <a:pt x="1878988" y="5488"/>
                  <a:pt x="1880770" y="3904"/>
                </a:cubicBezTo>
                <a:cubicBezTo>
                  <a:pt x="1882552" y="2320"/>
                  <a:pt x="1885536" y="1527"/>
                  <a:pt x="1889723" y="1527"/>
                </a:cubicBezTo>
                <a:lnTo>
                  <a:pt x="1910090" y="1527"/>
                </a:lnTo>
                <a:moveTo>
                  <a:pt x="1962110" y="75349"/>
                </a:moveTo>
                <a:cubicBezTo>
                  <a:pt x="1962110" y="68190"/>
                  <a:pt x="1959592" y="62131"/>
                  <a:pt x="1954557" y="57170"/>
                </a:cubicBezTo>
                <a:cubicBezTo>
                  <a:pt x="1949522" y="52209"/>
                  <a:pt x="1943355" y="49729"/>
                  <a:pt x="1936057" y="49729"/>
                </a:cubicBezTo>
                <a:cubicBezTo>
                  <a:pt x="1928816" y="49729"/>
                  <a:pt x="1922677" y="52209"/>
                  <a:pt x="1917642" y="57170"/>
                </a:cubicBezTo>
                <a:cubicBezTo>
                  <a:pt x="1912607" y="62131"/>
                  <a:pt x="1910090" y="68107"/>
                  <a:pt x="1910090" y="75097"/>
                </a:cubicBezTo>
                <a:cubicBezTo>
                  <a:pt x="1910090" y="81467"/>
                  <a:pt x="1912353" y="86696"/>
                  <a:pt x="1916879" y="90783"/>
                </a:cubicBezTo>
                <a:cubicBezTo>
                  <a:pt x="1921404" y="94869"/>
                  <a:pt x="1927797" y="96912"/>
                  <a:pt x="1936057" y="96912"/>
                </a:cubicBezTo>
                <a:cubicBezTo>
                  <a:pt x="1944317" y="96912"/>
                  <a:pt x="1950724" y="94869"/>
                  <a:pt x="1955278" y="90783"/>
                </a:cubicBezTo>
                <a:cubicBezTo>
                  <a:pt x="1959833" y="86696"/>
                  <a:pt x="1962110" y="81551"/>
                  <a:pt x="1962110" y="75349"/>
                </a:cubicBezTo>
                <a:close/>
                <a:moveTo>
                  <a:pt x="2073261" y="34623"/>
                </a:moveTo>
                <a:lnTo>
                  <a:pt x="2073261" y="94196"/>
                </a:lnTo>
                <a:cubicBezTo>
                  <a:pt x="2076938" y="94196"/>
                  <a:pt x="2079654" y="95002"/>
                  <a:pt x="2081407" y="96615"/>
                </a:cubicBezTo>
                <a:cubicBezTo>
                  <a:pt x="2083161" y="98227"/>
                  <a:pt x="2084038" y="100334"/>
                  <a:pt x="2084038" y="102937"/>
                </a:cubicBezTo>
                <a:cubicBezTo>
                  <a:pt x="2084038" y="105539"/>
                  <a:pt x="2083147" y="107647"/>
                  <a:pt x="2081365" y="109259"/>
                </a:cubicBezTo>
                <a:cubicBezTo>
                  <a:pt x="2079583" y="110871"/>
                  <a:pt x="2076599" y="111677"/>
                  <a:pt x="2072412" y="111677"/>
                </a:cubicBezTo>
                <a:lnTo>
                  <a:pt x="2055864" y="111677"/>
                </a:lnTo>
                <a:lnTo>
                  <a:pt x="2055864" y="107604"/>
                </a:lnTo>
                <a:cubicBezTo>
                  <a:pt x="2050886" y="109867"/>
                  <a:pt x="2046133" y="111564"/>
                  <a:pt x="2041607" y="112696"/>
                </a:cubicBezTo>
                <a:cubicBezTo>
                  <a:pt x="2037082" y="113827"/>
                  <a:pt x="2032782" y="114393"/>
                  <a:pt x="2028709" y="114393"/>
                </a:cubicBezTo>
                <a:cubicBezTo>
                  <a:pt x="2022995" y="114393"/>
                  <a:pt x="2018044" y="113194"/>
                  <a:pt x="2013858" y="110797"/>
                </a:cubicBezTo>
                <a:cubicBezTo>
                  <a:pt x="2009671" y="108398"/>
                  <a:pt x="2006362" y="105083"/>
                  <a:pt x="2003929" y="100852"/>
                </a:cubicBezTo>
                <a:cubicBezTo>
                  <a:pt x="2002175" y="97806"/>
                  <a:pt x="2001298" y="93998"/>
                  <a:pt x="2001298" y="89428"/>
                </a:cubicBezTo>
                <a:lnTo>
                  <a:pt x="2001298" y="52105"/>
                </a:lnTo>
                <a:lnTo>
                  <a:pt x="1998328" y="52105"/>
                </a:lnTo>
                <a:cubicBezTo>
                  <a:pt x="1994142" y="52105"/>
                  <a:pt x="1991157" y="51285"/>
                  <a:pt x="1989375" y="49644"/>
                </a:cubicBezTo>
                <a:cubicBezTo>
                  <a:pt x="1987593" y="48003"/>
                  <a:pt x="1986702" y="45882"/>
                  <a:pt x="1986702" y="43279"/>
                </a:cubicBezTo>
                <a:cubicBezTo>
                  <a:pt x="1986702" y="40677"/>
                  <a:pt x="1987593" y="38584"/>
                  <a:pt x="1989375" y="37000"/>
                </a:cubicBezTo>
                <a:cubicBezTo>
                  <a:pt x="1991157" y="35415"/>
                  <a:pt x="1994142" y="34623"/>
                  <a:pt x="1998328" y="34623"/>
                </a:cubicBezTo>
                <a:lnTo>
                  <a:pt x="2018695" y="34623"/>
                </a:lnTo>
                <a:lnTo>
                  <a:pt x="2018695" y="86248"/>
                </a:lnTo>
                <a:cubicBezTo>
                  <a:pt x="2018695" y="89915"/>
                  <a:pt x="2019586" y="92609"/>
                  <a:pt x="2021368" y="94331"/>
                </a:cubicBezTo>
                <a:cubicBezTo>
                  <a:pt x="2023150" y="96052"/>
                  <a:pt x="2025880" y="96912"/>
                  <a:pt x="2029557" y="96912"/>
                </a:cubicBezTo>
                <a:cubicBezTo>
                  <a:pt x="2033065" y="96912"/>
                  <a:pt x="2036841" y="96220"/>
                  <a:pt x="2040886" y="94838"/>
                </a:cubicBezTo>
                <a:cubicBezTo>
                  <a:pt x="2044931" y="93455"/>
                  <a:pt x="2049924" y="90959"/>
                  <a:pt x="2055864" y="87349"/>
                </a:cubicBezTo>
                <a:lnTo>
                  <a:pt x="2055864" y="52105"/>
                </a:lnTo>
                <a:lnTo>
                  <a:pt x="2049584" y="52105"/>
                </a:lnTo>
                <a:cubicBezTo>
                  <a:pt x="2045398" y="52105"/>
                  <a:pt x="2042414" y="51285"/>
                  <a:pt x="2040632" y="49644"/>
                </a:cubicBezTo>
                <a:cubicBezTo>
                  <a:pt x="2038849" y="48003"/>
                  <a:pt x="2037958" y="45882"/>
                  <a:pt x="2037958" y="43279"/>
                </a:cubicBezTo>
                <a:cubicBezTo>
                  <a:pt x="2037958" y="40677"/>
                  <a:pt x="2038849" y="38584"/>
                  <a:pt x="2040632" y="37000"/>
                </a:cubicBezTo>
                <a:cubicBezTo>
                  <a:pt x="2042414" y="35415"/>
                  <a:pt x="2045398" y="34623"/>
                  <a:pt x="2049584" y="34623"/>
                </a:cubicBezTo>
                <a:lnTo>
                  <a:pt x="2073261" y="34623"/>
                </a:lnTo>
                <a:close/>
                <a:moveTo>
                  <a:pt x="2140453" y="52105"/>
                </a:moveTo>
                <a:lnTo>
                  <a:pt x="2140453" y="94196"/>
                </a:lnTo>
                <a:lnTo>
                  <a:pt x="2165233" y="94196"/>
                </a:lnTo>
                <a:cubicBezTo>
                  <a:pt x="2169419" y="94196"/>
                  <a:pt x="2172404" y="95002"/>
                  <a:pt x="2174186" y="96615"/>
                </a:cubicBezTo>
                <a:cubicBezTo>
                  <a:pt x="2175968" y="98227"/>
                  <a:pt x="2176859" y="100334"/>
                  <a:pt x="2176859" y="102937"/>
                </a:cubicBezTo>
                <a:cubicBezTo>
                  <a:pt x="2176859" y="105539"/>
                  <a:pt x="2175968" y="107647"/>
                  <a:pt x="2174186" y="109259"/>
                </a:cubicBezTo>
                <a:cubicBezTo>
                  <a:pt x="2172404" y="110871"/>
                  <a:pt x="2169419" y="111677"/>
                  <a:pt x="2165233" y="111677"/>
                </a:cubicBezTo>
                <a:lnTo>
                  <a:pt x="2112704" y="111677"/>
                </a:lnTo>
                <a:cubicBezTo>
                  <a:pt x="2108517" y="111677"/>
                  <a:pt x="2105533" y="110857"/>
                  <a:pt x="2103751" y="109217"/>
                </a:cubicBezTo>
                <a:cubicBezTo>
                  <a:pt x="2101969" y="107576"/>
                  <a:pt x="2101078" y="105454"/>
                  <a:pt x="2101078" y="102852"/>
                </a:cubicBezTo>
                <a:cubicBezTo>
                  <a:pt x="2101078" y="100249"/>
                  <a:pt x="2101969" y="98156"/>
                  <a:pt x="2103751" y="96572"/>
                </a:cubicBezTo>
                <a:cubicBezTo>
                  <a:pt x="2105533" y="94988"/>
                  <a:pt x="2108517" y="94196"/>
                  <a:pt x="2112704" y="94196"/>
                </a:cubicBezTo>
                <a:lnTo>
                  <a:pt x="2123057" y="94196"/>
                </a:lnTo>
                <a:lnTo>
                  <a:pt x="2123057" y="52105"/>
                </a:lnTo>
                <a:lnTo>
                  <a:pt x="2114740" y="52105"/>
                </a:lnTo>
                <a:cubicBezTo>
                  <a:pt x="2110554" y="52105"/>
                  <a:pt x="2107570" y="51285"/>
                  <a:pt x="2105788" y="49644"/>
                </a:cubicBezTo>
                <a:cubicBezTo>
                  <a:pt x="2104005" y="48003"/>
                  <a:pt x="2103114" y="45882"/>
                  <a:pt x="2103114" y="43279"/>
                </a:cubicBezTo>
                <a:cubicBezTo>
                  <a:pt x="2103114" y="40677"/>
                  <a:pt x="2104005" y="38584"/>
                  <a:pt x="2105788" y="37000"/>
                </a:cubicBezTo>
                <a:cubicBezTo>
                  <a:pt x="2107570" y="35415"/>
                  <a:pt x="2110554" y="34623"/>
                  <a:pt x="2114740" y="34623"/>
                </a:cubicBezTo>
                <a:lnTo>
                  <a:pt x="2123057" y="34623"/>
                </a:lnTo>
                <a:lnTo>
                  <a:pt x="2123057" y="27988"/>
                </a:lnTo>
                <a:cubicBezTo>
                  <a:pt x="2123057" y="20388"/>
                  <a:pt x="2125900" y="14078"/>
                  <a:pt x="2131585" y="9059"/>
                </a:cubicBezTo>
                <a:cubicBezTo>
                  <a:pt x="2137271" y="4038"/>
                  <a:pt x="2145517" y="1527"/>
                  <a:pt x="2156322" y="1527"/>
                </a:cubicBezTo>
                <a:cubicBezTo>
                  <a:pt x="2161131" y="1527"/>
                  <a:pt x="2166690" y="1968"/>
                  <a:pt x="2172998" y="2848"/>
                </a:cubicBezTo>
                <a:cubicBezTo>
                  <a:pt x="2179306" y="3729"/>
                  <a:pt x="2183351" y="4964"/>
                  <a:pt x="2185133" y="6556"/>
                </a:cubicBezTo>
                <a:cubicBezTo>
                  <a:pt x="2186915" y="8147"/>
                  <a:pt x="2187806" y="10192"/>
                  <a:pt x="2187806" y="12692"/>
                </a:cubicBezTo>
                <a:cubicBezTo>
                  <a:pt x="2187806" y="15362"/>
                  <a:pt x="2187014" y="17534"/>
                  <a:pt x="2185430" y="19210"/>
                </a:cubicBezTo>
                <a:cubicBezTo>
                  <a:pt x="2183846" y="20886"/>
                  <a:pt x="2181894" y="21724"/>
                  <a:pt x="2179574" y="21724"/>
                </a:cubicBezTo>
                <a:cubicBezTo>
                  <a:pt x="2178500" y="21724"/>
                  <a:pt x="2176887" y="21526"/>
                  <a:pt x="2174737" y="21130"/>
                </a:cubicBezTo>
                <a:cubicBezTo>
                  <a:pt x="2167552" y="19716"/>
                  <a:pt x="2161188" y="19009"/>
                  <a:pt x="2155644" y="19009"/>
                </a:cubicBezTo>
                <a:cubicBezTo>
                  <a:pt x="2149873" y="19009"/>
                  <a:pt x="2145899" y="19872"/>
                  <a:pt x="2143721" y="21597"/>
                </a:cubicBezTo>
                <a:cubicBezTo>
                  <a:pt x="2141542" y="23323"/>
                  <a:pt x="2140453" y="25458"/>
                  <a:pt x="2140453" y="28004"/>
                </a:cubicBezTo>
                <a:lnTo>
                  <a:pt x="2140453" y="34623"/>
                </a:lnTo>
                <a:lnTo>
                  <a:pt x="2167270" y="34623"/>
                </a:lnTo>
                <a:cubicBezTo>
                  <a:pt x="2171456" y="34623"/>
                  <a:pt x="2174440" y="35430"/>
                  <a:pt x="2176222" y="37042"/>
                </a:cubicBezTo>
                <a:cubicBezTo>
                  <a:pt x="2178004" y="38654"/>
                  <a:pt x="2178896" y="40762"/>
                  <a:pt x="2178896" y="43364"/>
                </a:cubicBezTo>
                <a:cubicBezTo>
                  <a:pt x="2178896" y="45967"/>
                  <a:pt x="2178004" y="48074"/>
                  <a:pt x="2176222" y="49686"/>
                </a:cubicBezTo>
                <a:cubicBezTo>
                  <a:pt x="2174440" y="51299"/>
                  <a:pt x="2171456" y="52105"/>
                  <a:pt x="2167270" y="52105"/>
                </a:cubicBezTo>
                <a:lnTo>
                  <a:pt x="2140453" y="52105"/>
                </a:lnTo>
                <a:close/>
                <a:moveTo>
                  <a:pt x="2252284" y="69374"/>
                </a:moveTo>
                <a:cubicBezTo>
                  <a:pt x="2252284" y="79280"/>
                  <a:pt x="2250643" y="89328"/>
                  <a:pt x="2247362" y="99518"/>
                </a:cubicBezTo>
                <a:cubicBezTo>
                  <a:pt x="2244929" y="106992"/>
                  <a:pt x="2241167" y="115285"/>
                  <a:pt x="2236075" y="124399"/>
                </a:cubicBezTo>
                <a:cubicBezTo>
                  <a:pt x="2232398" y="130965"/>
                  <a:pt x="2229682" y="135012"/>
                  <a:pt x="2227928" y="136539"/>
                </a:cubicBezTo>
                <a:cubicBezTo>
                  <a:pt x="2226175" y="138068"/>
                  <a:pt x="2224223" y="138833"/>
                  <a:pt x="2222073" y="138833"/>
                </a:cubicBezTo>
                <a:cubicBezTo>
                  <a:pt x="2219584" y="138833"/>
                  <a:pt x="2217490" y="137984"/>
                  <a:pt x="2215793" y="136285"/>
                </a:cubicBezTo>
                <a:cubicBezTo>
                  <a:pt x="2214096" y="134587"/>
                  <a:pt x="2213247" y="132550"/>
                  <a:pt x="2213247" y="130172"/>
                </a:cubicBezTo>
                <a:cubicBezTo>
                  <a:pt x="2213247" y="128473"/>
                  <a:pt x="2213926" y="126520"/>
                  <a:pt x="2215284" y="124314"/>
                </a:cubicBezTo>
                <a:cubicBezTo>
                  <a:pt x="2221394" y="114293"/>
                  <a:pt x="2225849" y="104896"/>
                  <a:pt x="2228650" y="96121"/>
                </a:cubicBezTo>
                <a:cubicBezTo>
                  <a:pt x="2231450" y="87347"/>
                  <a:pt x="2232850" y="78431"/>
                  <a:pt x="2232850" y="69374"/>
                </a:cubicBezTo>
                <a:cubicBezTo>
                  <a:pt x="2232850" y="60374"/>
                  <a:pt x="2231450" y="51486"/>
                  <a:pt x="2228650" y="42712"/>
                </a:cubicBezTo>
                <a:cubicBezTo>
                  <a:pt x="2225849" y="33937"/>
                  <a:pt x="2221394" y="24540"/>
                  <a:pt x="2215284" y="14519"/>
                </a:cubicBezTo>
                <a:cubicBezTo>
                  <a:pt x="2213926" y="12256"/>
                  <a:pt x="2213247" y="10304"/>
                  <a:pt x="2213247" y="8661"/>
                </a:cubicBezTo>
                <a:cubicBezTo>
                  <a:pt x="2213247" y="6283"/>
                  <a:pt x="2214096" y="4246"/>
                  <a:pt x="2215793" y="2548"/>
                </a:cubicBezTo>
                <a:cubicBezTo>
                  <a:pt x="2217490" y="849"/>
                  <a:pt x="2219584" y="0"/>
                  <a:pt x="2222073" y="0"/>
                </a:cubicBezTo>
                <a:cubicBezTo>
                  <a:pt x="2224166" y="0"/>
                  <a:pt x="2226005" y="679"/>
                  <a:pt x="2227589" y="2037"/>
                </a:cubicBezTo>
                <a:cubicBezTo>
                  <a:pt x="2229852" y="3962"/>
                  <a:pt x="2232850" y="8407"/>
                  <a:pt x="2236584" y="15370"/>
                </a:cubicBezTo>
                <a:cubicBezTo>
                  <a:pt x="2241959" y="25389"/>
                  <a:pt x="2245636" y="33625"/>
                  <a:pt x="2247616" y="40078"/>
                </a:cubicBezTo>
                <a:cubicBezTo>
                  <a:pt x="2250728" y="50099"/>
                  <a:pt x="2252284" y="59864"/>
                  <a:pt x="2252284" y="6937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7.">
            <a:extLst xmlns:a="http://schemas.openxmlformats.org/drawingml/2006/main">
              <a:ext uri="{FF2B5EF4-FFF2-40B4-BE49-F238E27FC236}">
                <a16:creationId xmlns:a16="http://schemas.microsoft.com/office/drawing/2014/main" id="{9E63BD31-4642-4AC5-9498-BB0E2388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810" y="1800769"/>
            <a:ext cx="156807" cy="112526"/>
          </a:xfrm>
          <a:custGeom xmlns:a="http://schemas.openxmlformats.org/drawingml/2006/main">
            <a:pathLst>
              <a:path w="156807" h="112526">
                <a:moveTo>
                  <a:pt x="57197" y="17481"/>
                </a:moveTo>
                <a:lnTo>
                  <a:pt x="17397" y="17481"/>
                </a:lnTo>
                <a:cubicBezTo>
                  <a:pt x="17170" y="21838"/>
                  <a:pt x="16293" y="24907"/>
                  <a:pt x="14766" y="26689"/>
                </a:cubicBezTo>
                <a:cubicBezTo>
                  <a:pt x="13238" y="28471"/>
                  <a:pt x="11230" y="29362"/>
                  <a:pt x="8741" y="29362"/>
                </a:cubicBezTo>
                <a:cubicBezTo>
                  <a:pt x="6138" y="29362"/>
                  <a:pt x="4031" y="28471"/>
                  <a:pt x="2419" y="26689"/>
                </a:cubicBezTo>
                <a:cubicBezTo>
                  <a:pt x="806" y="24907"/>
                  <a:pt x="0" y="21838"/>
                  <a:pt x="0" y="17481"/>
                </a:cubicBezTo>
                <a:lnTo>
                  <a:pt x="0" y="0"/>
                </a:lnTo>
                <a:lnTo>
                  <a:pt x="75527" y="0"/>
                </a:lnTo>
                <a:lnTo>
                  <a:pt x="75527" y="17481"/>
                </a:lnTo>
                <a:lnTo>
                  <a:pt x="47353" y="101110"/>
                </a:lnTo>
                <a:cubicBezTo>
                  <a:pt x="46165" y="104601"/>
                  <a:pt x="44849" y="106924"/>
                  <a:pt x="43407" y="108079"/>
                </a:cubicBezTo>
                <a:cubicBezTo>
                  <a:pt x="41964" y="109233"/>
                  <a:pt x="40224" y="109811"/>
                  <a:pt x="38188" y="109811"/>
                </a:cubicBezTo>
                <a:cubicBezTo>
                  <a:pt x="35755" y="109811"/>
                  <a:pt x="33676" y="108980"/>
                  <a:pt x="31950" y="107318"/>
                </a:cubicBezTo>
                <a:cubicBezTo>
                  <a:pt x="30225" y="105654"/>
                  <a:pt x="29362" y="103741"/>
                  <a:pt x="29362" y="101579"/>
                </a:cubicBezTo>
                <a:cubicBezTo>
                  <a:pt x="29362" y="100308"/>
                  <a:pt x="29815" y="98284"/>
                  <a:pt x="30720" y="95509"/>
                </a:cubicBezTo>
                <a:lnTo>
                  <a:pt x="57197" y="17481"/>
                </a:lnTo>
                <a:close/>
                <a:moveTo>
                  <a:pt x="156807" y="100985"/>
                </a:moveTo>
                <a:cubicBezTo>
                  <a:pt x="156807" y="104266"/>
                  <a:pt x="155647" y="107010"/>
                  <a:pt x="153327" y="109217"/>
                </a:cubicBezTo>
                <a:cubicBezTo>
                  <a:pt x="151008" y="111423"/>
                  <a:pt x="147811" y="112526"/>
                  <a:pt x="143738" y="112526"/>
                </a:cubicBezTo>
                <a:cubicBezTo>
                  <a:pt x="139665" y="112526"/>
                  <a:pt x="136468" y="111423"/>
                  <a:pt x="134149" y="109217"/>
                </a:cubicBezTo>
                <a:cubicBezTo>
                  <a:pt x="131829" y="107010"/>
                  <a:pt x="130669" y="104266"/>
                  <a:pt x="130669" y="100985"/>
                </a:cubicBezTo>
                <a:cubicBezTo>
                  <a:pt x="130669" y="97704"/>
                  <a:pt x="131829" y="94960"/>
                  <a:pt x="134149" y="92753"/>
                </a:cubicBezTo>
                <a:cubicBezTo>
                  <a:pt x="136468" y="90547"/>
                  <a:pt x="139665" y="89444"/>
                  <a:pt x="143738" y="89444"/>
                </a:cubicBezTo>
                <a:cubicBezTo>
                  <a:pt x="147811" y="89444"/>
                  <a:pt x="151008" y="90547"/>
                  <a:pt x="153327" y="92753"/>
                </a:cubicBezTo>
                <a:cubicBezTo>
                  <a:pt x="155647" y="94960"/>
                  <a:pt x="156807" y="97704"/>
                  <a:pt x="156807" y="100985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rax=get_">
            <a:extLst xmlns:a="http://schemas.openxmlformats.org/drawingml/2006/main">
              <a:ext uri="{FF2B5EF4-FFF2-40B4-BE49-F238E27FC236}">
                <a16:creationId xmlns:a16="http://schemas.microsoft.com/office/drawing/2014/main" id="{E0A63470-82B6-482C-A2B8-F6EA7AD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464" y="1806201"/>
            <a:ext cx="1041179" cy="156654"/>
          </a:xfrm>
          <a:custGeom xmlns:a="http://schemas.openxmlformats.org/drawingml/2006/main">
            <a:pathLst>
              <a:path w="1041179" h="156654">
                <a:moveTo>
                  <a:pt x="39376" y="27325"/>
                </a:moveTo>
                <a:lnTo>
                  <a:pt x="39376" y="38188"/>
                </a:lnTo>
                <a:cubicBezTo>
                  <a:pt x="46674" y="32893"/>
                  <a:pt x="52430" y="29363"/>
                  <a:pt x="56645" y="27598"/>
                </a:cubicBezTo>
                <a:cubicBezTo>
                  <a:pt x="60860" y="25832"/>
                  <a:pt x="64806" y="24949"/>
                  <a:pt x="68483" y="24949"/>
                </a:cubicBezTo>
                <a:cubicBezTo>
                  <a:pt x="74141" y="24949"/>
                  <a:pt x="79628" y="27050"/>
                  <a:pt x="84946" y="31250"/>
                </a:cubicBezTo>
                <a:cubicBezTo>
                  <a:pt x="88567" y="34090"/>
                  <a:pt x="90377" y="36985"/>
                  <a:pt x="90377" y="39938"/>
                </a:cubicBezTo>
                <a:cubicBezTo>
                  <a:pt x="90377" y="42436"/>
                  <a:pt x="89515" y="44551"/>
                  <a:pt x="87789" y="46284"/>
                </a:cubicBezTo>
                <a:cubicBezTo>
                  <a:pt x="86064" y="48015"/>
                  <a:pt x="83984" y="48880"/>
                  <a:pt x="81552" y="48880"/>
                </a:cubicBezTo>
                <a:cubicBezTo>
                  <a:pt x="79402" y="48880"/>
                  <a:pt x="77139" y="47805"/>
                  <a:pt x="74763" y="45655"/>
                </a:cubicBezTo>
                <a:cubicBezTo>
                  <a:pt x="72387" y="43506"/>
                  <a:pt x="70265" y="42431"/>
                  <a:pt x="68398" y="42431"/>
                </a:cubicBezTo>
                <a:cubicBezTo>
                  <a:pt x="65966" y="42431"/>
                  <a:pt x="62331" y="43958"/>
                  <a:pt x="57494" y="47013"/>
                </a:cubicBezTo>
                <a:cubicBezTo>
                  <a:pt x="52656" y="50068"/>
                  <a:pt x="46617" y="54651"/>
                  <a:pt x="39376" y="60761"/>
                </a:cubicBezTo>
                <a:lnTo>
                  <a:pt x="39376" y="86898"/>
                </a:lnTo>
                <a:lnTo>
                  <a:pt x="64155" y="86898"/>
                </a:lnTo>
                <a:cubicBezTo>
                  <a:pt x="68342" y="86898"/>
                  <a:pt x="71326" y="87704"/>
                  <a:pt x="73108" y="89317"/>
                </a:cubicBezTo>
                <a:cubicBezTo>
                  <a:pt x="74890" y="90929"/>
                  <a:pt x="75781" y="93036"/>
                  <a:pt x="75781" y="95639"/>
                </a:cubicBezTo>
                <a:cubicBezTo>
                  <a:pt x="75781" y="98241"/>
                  <a:pt x="74890" y="100349"/>
                  <a:pt x="73108" y="101961"/>
                </a:cubicBezTo>
                <a:cubicBezTo>
                  <a:pt x="71326" y="103573"/>
                  <a:pt x="68342" y="104379"/>
                  <a:pt x="64155" y="104379"/>
                </a:cubicBezTo>
                <a:lnTo>
                  <a:pt x="11626" y="104379"/>
                </a:lnTo>
                <a:cubicBezTo>
                  <a:pt x="7440" y="104379"/>
                  <a:pt x="4455" y="103559"/>
                  <a:pt x="2673" y="101918"/>
                </a:cubicBezTo>
                <a:cubicBezTo>
                  <a:pt x="891" y="100278"/>
                  <a:pt x="0" y="98156"/>
                  <a:pt x="0" y="95554"/>
                </a:cubicBezTo>
                <a:cubicBezTo>
                  <a:pt x="0" y="92951"/>
                  <a:pt x="891" y="90858"/>
                  <a:pt x="2673" y="89274"/>
                </a:cubicBezTo>
                <a:cubicBezTo>
                  <a:pt x="4455" y="87690"/>
                  <a:pt x="7440" y="86898"/>
                  <a:pt x="11626" y="86898"/>
                </a:cubicBezTo>
                <a:lnTo>
                  <a:pt x="21979" y="86898"/>
                </a:lnTo>
                <a:lnTo>
                  <a:pt x="21979" y="44807"/>
                </a:lnTo>
                <a:lnTo>
                  <a:pt x="15699" y="44807"/>
                </a:lnTo>
                <a:cubicBezTo>
                  <a:pt x="11513" y="44807"/>
                  <a:pt x="8529" y="43986"/>
                  <a:pt x="6746" y="42346"/>
                </a:cubicBezTo>
                <a:cubicBezTo>
                  <a:pt x="4964" y="40705"/>
                  <a:pt x="4073" y="38584"/>
                  <a:pt x="4073" y="35981"/>
                </a:cubicBezTo>
                <a:cubicBezTo>
                  <a:pt x="4073" y="33379"/>
                  <a:pt x="4964" y="31286"/>
                  <a:pt x="6746" y="29701"/>
                </a:cubicBezTo>
                <a:cubicBezTo>
                  <a:pt x="8529" y="28117"/>
                  <a:pt x="11513" y="27325"/>
                  <a:pt x="15699" y="27325"/>
                </a:cubicBezTo>
                <a:lnTo>
                  <a:pt x="39376" y="27325"/>
                </a:lnTo>
                <a:close/>
                <a:moveTo>
                  <a:pt x="162916" y="104379"/>
                </a:moveTo>
                <a:lnTo>
                  <a:pt x="162916" y="100306"/>
                </a:lnTo>
                <a:cubicBezTo>
                  <a:pt x="158560" y="102569"/>
                  <a:pt x="153751" y="104266"/>
                  <a:pt x="148490" y="105398"/>
                </a:cubicBezTo>
                <a:cubicBezTo>
                  <a:pt x="143229" y="106529"/>
                  <a:pt x="138448" y="107095"/>
                  <a:pt x="134149" y="107095"/>
                </a:cubicBezTo>
                <a:cubicBezTo>
                  <a:pt x="124814" y="107095"/>
                  <a:pt x="117233" y="104624"/>
                  <a:pt x="111406" y="99683"/>
                </a:cubicBezTo>
                <a:cubicBezTo>
                  <a:pt x="105579" y="94740"/>
                  <a:pt x="102665" y="89274"/>
                  <a:pt x="102665" y="83286"/>
                </a:cubicBezTo>
                <a:cubicBezTo>
                  <a:pt x="102665" y="76000"/>
                  <a:pt x="106385" y="69237"/>
                  <a:pt x="113824" y="62996"/>
                </a:cubicBezTo>
                <a:cubicBezTo>
                  <a:pt x="121264" y="56754"/>
                  <a:pt x="131546" y="53632"/>
                  <a:pt x="144671" y="53632"/>
                </a:cubicBezTo>
                <a:cubicBezTo>
                  <a:pt x="149933" y="53632"/>
                  <a:pt x="156014" y="54198"/>
                  <a:pt x="162916" y="55330"/>
                </a:cubicBezTo>
                <a:lnTo>
                  <a:pt x="162916" y="51198"/>
                </a:lnTo>
                <a:cubicBezTo>
                  <a:pt x="162916" y="48613"/>
                  <a:pt x="161799" y="46506"/>
                  <a:pt x="159564" y="44876"/>
                </a:cubicBezTo>
                <a:cubicBezTo>
                  <a:pt x="157330" y="43246"/>
                  <a:pt x="153073" y="42431"/>
                  <a:pt x="146793" y="42431"/>
                </a:cubicBezTo>
                <a:cubicBezTo>
                  <a:pt x="141645" y="42431"/>
                  <a:pt x="134969" y="43428"/>
                  <a:pt x="126766" y="45422"/>
                </a:cubicBezTo>
                <a:cubicBezTo>
                  <a:pt x="123711" y="46143"/>
                  <a:pt x="121334" y="46504"/>
                  <a:pt x="119637" y="46504"/>
                </a:cubicBezTo>
                <a:cubicBezTo>
                  <a:pt x="117318" y="46504"/>
                  <a:pt x="115352" y="45670"/>
                  <a:pt x="113739" y="44001"/>
                </a:cubicBezTo>
                <a:cubicBezTo>
                  <a:pt x="112127" y="42332"/>
                  <a:pt x="111321" y="40196"/>
                  <a:pt x="111321" y="37594"/>
                </a:cubicBezTo>
                <a:cubicBezTo>
                  <a:pt x="111321" y="36123"/>
                  <a:pt x="111604" y="34850"/>
                  <a:pt x="112169" y="33775"/>
                </a:cubicBezTo>
                <a:cubicBezTo>
                  <a:pt x="112735" y="32700"/>
                  <a:pt x="113527" y="31837"/>
                  <a:pt x="114546" y="31187"/>
                </a:cubicBezTo>
                <a:cubicBezTo>
                  <a:pt x="115564" y="30536"/>
                  <a:pt x="117685" y="29758"/>
                  <a:pt x="120910" y="28853"/>
                </a:cubicBezTo>
                <a:cubicBezTo>
                  <a:pt x="125210" y="27665"/>
                  <a:pt x="129594" y="26717"/>
                  <a:pt x="134064" y="26010"/>
                </a:cubicBezTo>
                <a:cubicBezTo>
                  <a:pt x="138533" y="25303"/>
                  <a:pt x="142578" y="24949"/>
                  <a:pt x="146199" y="24949"/>
                </a:cubicBezTo>
                <a:cubicBezTo>
                  <a:pt x="157004" y="24949"/>
                  <a:pt x="165392" y="27283"/>
                  <a:pt x="171360" y="31950"/>
                </a:cubicBezTo>
                <a:cubicBezTo>
                  <a:pt x="177329" y="36618"/>
                  <a:pt x="180313" y="42996"/>
                  <a:pt x="180313" y="51087"/>
                </a:cubicBezTo>
                <a:lnTo>
                  <a:pt x="180313" y="86898"/>
                </a:lnTo>
                <a:lnTo>
                  <a:pt x="183283" y="86898"/>
                </a:lnTo>
                <a:cubicBezTo>
                  <a:pt x="187470" y="86898"/>
                  <a:pt x="190454" y="87704"/>
                  <a:pt x="192236" y="89317"/>
                </a:cubicBezTo>
                <a:cubicBezTo>
                  <a:pt x="194018" y="90929"/>
                  <a:pt x="194909" y="93036"/>
                  <a:pt x="194909" y="95639"/>
                </a:cubicBezTo>
                <a:cubicBezTo>
                  <a:pt x="194909" y="98241"/>
                  <a:pt x="194018" y="100349"/>
                  <a:pt x="192236" y="101961"/>
                </a:cubicBezTo>
                <a:cubicBezTo>
                  <a:pt x="190454" y="103573"/>
                  <a:pt x="187470" y="104379"/>
                  <a:pt x="183283" y="104379"/>
                </a:cubicBezTo>
                <a:lnTo>
                  <a:pt x="162916" y="104379"/>
                </a:lnTo>
                <a:moveTo>
                  <a:pt x="162916" y="73132"/>
                </a:moveTo>
                <a:cubicBezTo>
                  <a:pt x="155958" y="71786"/>
                  <a:pt x="149537" y="71114"/>
                  <a:pt x="143653" y="71114"/>
                </a:cubicBezTo>
                <a:cubicBezTo>
                  <a:pt x="136581" y="71114"/>
                  <a:pt x="130499" y="72823"/>
                  <a:pt x="125408" y="76243"/>
                </a:cubicBezTo>
                <a:cubicBezTo>
                  <a:pt x="122240" y="78430"/>
                  <a:pt x="120656" y="80644"/>
                  <a:pt x="120656" y="82886"/>
                </a:cubicBezTo>
                <a:cubicBezTo>
                  <a:pt x="120656" y="84512"/>
                  <a:pt x="121419" y="85830"/>
                  <a:pt x="122947" y="86840"/>
                </a:cubicBezTo>
                <a:cubicBezTo>
                  <a:pt x="125776" y="88689"/>
                  <a:pt x="129651" y="89614"/>
                  <a:pt x="134573" y="89614"/>
                </a:cubicBezTo>
                <a:cubicBezTo>
                  <a:pt x="138759" y="89614"/>
                  <a:pt x="143497" y="88801"/>
                  <a:pt x="148787" y="87176"/>
                </a:cubicBezTo>
                <a:cubicBezTo>
                  <a:pt x="154077" y="85550"/>
                  <a:pt x="158787" y="83335"/>
                  <a:pt x="162916" y="80531"/>
                </a:cubicBezTo>
                <a:lnTo>
                  <a:pt x="162916" y="73132"/>
                </a:lnTo>
                <a:close/>
                <a:moveTo>
                  <a:pt x="264677" y="64335"/>
                </a:moveTo>
                <a:lnTo>
                  <a:pt x="290955" y="86898"/>
                </a:lnTo>
                <a:cubicBezTo>
                  <a:pt x="294123" y="87068"/>
                  <a:pt x="296500" y="87963"/>
                  <a:pt x="298084" y="89584"/>
                </a:cubicBezTo>
                <a:cubicBezTo>
                  <a:pt x="299668" y="91204"/>
                  <a:pt x="300460" y="93236"/>
                  <a:pt x="300460" y="95681"/>
                </a:cubicBezTo>
                <a:cubicBezTo>
                  <a:pt x="300460" y="98239"/>
                  <a:pt x="299569" y="100329"/>
                  <a:pt x="297787" y="101950"/>
                </a:cubicBezTo>
                <a:cubicBezTo>
                  <a:pt x="296005" y="103570"/>
                  <a:pt x="293020" y="104379"/>
                  <a:pt x="288834" y="104379"/>
                </a:cubicBezTo>
                <a:lnTo>
                  <a:pt x="269061" y="104379"/>
                </a:lnTo>
                <a:cubicBezTo>
                  <a:pt x="264875" y="104379"/>
                  <a:pt x="261890" y="103570"/>
                  <a:pt x="260108" y="101950"/>
                </a:cubicBezTo>
                <a:cubicBezTo>
                  <a:pt x="258326" y="100329"/>
                  <a:pt x="257435" y="98183"/>
                  <a:pt x="257435" y="95511"/>
                </a:cubicBezTo>
                <a:cubicBezTo>
                  <a:pt x="257435" y="93464"/>
                  <a:pt x="258072" y="91659"/>
                  <a:pt x="259344" y="90096"/>
                </a:cubicBezTo>
                <a:cubicBezTo>
                  <a:pt x="260617" y="88533"/>
                  <a:pt x="262357" y="87467"/>
                  <a:pt x="264563" y="86898"/>
                </a:cubicBezTo>
                <a:lnTo>
                  <a:pt x="251463" y="75657"/>
                </a:lnTo>
                <a:lnTo>
                  <a:pt x="238341" y="86898"/>
                </a:lnTo>
                <a:cubicBezTo>
                  <a:pt x="241000" y="87580"/>
                  <a:pt x="242910" y="88632"/>
                  <a:pt x="244069" y="90054"/>
                </a:cubicBezTo>
                <a:cubicBezTo>
                  <a:pt x="245229" y="91475"/>
                  <a:pt x="245809" y="93294"/>
                  <a:pt x="245809" y="95511"/>
                </a:cubicBezTo>
                <a:cubicBezTo>
                  <a:pt x="245809" y="98183"/>
                  <a:pt x="244932" y="100329"/>
                  <a:pt x="243178" y="101950"/>
                </a:cubicBezTo>
                <a:cubicBezTo>
                  <a:pt x="241425" y="103570"/>
                  <a:pt x="238454" y="104379"/>
                  <a:pt x="234268" y="104379"/>
                </a:cubicBezTo>
                <a:lnTo>
                  <a:pt x="214665" y="104379"/>
                </a:lnTo>
                <a:cubicBezTo>
                  <a:pt x="210478" y="104379"/>
                  <a:pt x="207494" y="103570"/>
                  <a:pt x="205712" y="101950"/>
                </a:cubicBezTo>
                <a:cubicBezTo>
                  <a:pt x="203930" y="100329"/>
                  <a:pt x="203039" y="98211"/>
                  <a:pt x="203039" y="95596"/>
                </a:cubicBezTo>
                <a:cubicBezTo>
                  <a:pt x="203039" y="93208"/>
                  <a:pt x="203831" y="91204"/>
                  <a:pt x="205415" y="89584"/>
                </a:cubicBezTo>
                <a:cubicBezTo>
                  <a:pt x="206999" y="87963"/>
                  <a:pt x="209375" y="87068"/>
                  <a:pt x="212543" y="86898"/>
                </a:cubicBezTo>
                <a:lnTo>
                  <a:pt x="238405" y="64452"/>
                </a:lnTo>
                <a:lnTo>
                  <a:pt x="215514" y="44807"/>
                </a:lnTo>
                <a:cubicBezTo>
                  <a:pt x="212515" y="44579"/>
                  <a:pt x="210238" y="43655"/>
                  <a:pt x="208682" y="42036"/>
                </a:cubicBezTo>
                <a:cubicBezTo>
                  <a:pt x="207126" y="40414"/>
                  <a:pt x="206349" y="38410"/>
                  <a:pt x="206349" y="36024"/>
                </a:cubicBezTo>
                <a:cubicBezTo>
                  <a:pt x="206349" y="33465"/>
                  <a:pt x="207240" y="31377"/>
                  <a:pt x="209022" y="29757"/>
                </a:cubicBezTo>
                <a:cubicBezTo>
                  <a:pt x="210804" y="28136"/>
                  <a:pt x="213788" y="27325"/>
                  <a:pt x="217975" y="27325"/>
                </a:cubicBezTo>
                <a:lnTo>
                  <a:pt x="234268" y="27325"/>
                </a:lnTo>
                <a:cubicBezTo>
                  <a:pt x="238454" y="27325"/>
                  <a:pt x="241439" y="28136"/>
                  <a:pt x="243221" y="29757"/>
                </a:cubicBezTo>
                <a:cubicBezTo>
                  <a:pt x="245003" y="31377"/>
                  <a:pt x="245894" y="33437"/>
                  <a:pt x="245894" y="35939"/>
                </a:cubicBezTo>
                <a:cubicBezTo>
                  <a:pt x="245894" y="39294"/>
                  <a:pt x="244310" y="42024"/>
                  <a:pt x="241142" y="44128"/>
                </a:cubicBezTo>
                <a:lnTo>
                  <a:pt x="251537" y="53054"/>
                </a:lnTo>
                <a:lnTo>
                  <a:pt x="262018" y="43958"/>
                </a:lnTo>
                <a:cubicBezTo>
                  <a:pt x="258906" y="41741"/>
                  <a:pt x="257350" y="39182"/>
                  <a:pt x="257350" y="36281"/>
                </a:cubicBezTo>
                <a:cubicBezTo>
                  <a:pt x="257350" y="33551"/>
                  <a:pt x="258241" y="31377"/>
                  <a:pt x="260023" y="29757"/>
                </a:cubicBezTo>
                <a:cubicBezTo>
                  <a:pt x="261805" y="28136"/>
                  <a:pt x="264790" y="27325"/>
                  <a:pt x="268976" y="27325"/>
                </a:cubicBezTo>
                <a:lnTo>
                  <a:pt x="285100" y="27325"/>
                </a:lnTo>
                <a:cubicBezTo>
                  <a:pt x="289286" y="27325"/>
                  <a:pt x="292271" y="28136"/>
                  <a:pt x="294053" y="29757"/>
                </a:cubicBezTo>
                <a:cubicBezTo>
                  <a:pt x="295835" y="31377"/>
                  <a:pt x="296726" y="33494"/>
                  <a:pt x="296726" y="36108"/>
                </a:cubicBezTo>
                <a:cubicBezTo>
                  <a:pt x="296726" y="38439"/>
                  <a:pt x="295948" y="40414"/>
                  <a:pt x="294392" y="42036"/>
                </a:cubicBezTo>
                <a:cubicBezTo>
                  <a:pt x="292836" y="43655"/>
                  <a:pt x="290531" y="44579"/>
                  <a:pt x="287476" y="44807"/>
                </a:cubicBezTo>
                <a:lnTo>
                  <a:pt x="264677" y="64335"/>
                </a:lnTo>
                <a:close/>
                <a:moveTo>
                  <a:pt x="497389" y="47013"/>
                </a:moveTo>
                <a:lnTo>
                  <a:pt x="423050" y="47013"/>
                </a:lnTo>
                <a:cubicBezTo>
                  <a:pt x="418864" y="47013"/>
                  <a:pt x="415879" y="46203"/>
                  <a:pt x="414097" y="44584"/>
                </a:cubicBezTo>
                <a:cubicBezTo>
                  <a:pt x="412315" y="42963"/>
                  <a:pt x="411424" y="40845"/>
                  <a:pt x="411424" y="38230"/>
                </a:cubicBezTo>
                <a:cubicBezTo>
                  <a:pt x="411424" y="35672"/>
                  <a:pt x="412315" y="33583"/>
                  <a:pt x="414097" y="31964"/>
                </a:cubicBezTo>
                <a:cubicBezTo>
                  <a:pt x="415879" y="30342"/>
                  <a:pt x="418864" y="29532"/>
                  <a:pt x="423050" y="29532"/>
                </a:cubicBezTo>
                <a:lnTo>
                  <a:pt x="497389" y="29532"/>
                </a:lnTo>
                <a:cubicBezTo>
                  <a:pt x="501575" y="29532"/>
                  <a:pt x="504559" y="30342"/>
                  <a:pt x="506342" y="31964"/>
                </a:cubicBezTo>
                <a:cubicBezTo>
                  <a:pt x="508124" y="33583"/>
                  <a:pt x="509015" y="35700"/>
                  <a:pt x="509015" y="38315"/>
                </a:cubicBezTo>
                <a:cubicBezTo>
                  <a:pt x="509015" y="40873"/>
                  <a:pt x="508124" y="42963"/>
                  <a:pt x="506342" y="44584"/>
                </a:cubicBezTo>
                <a:cubicBezTo>
                  <a:pt x="504559" y="46203"/>
                  <a:pt x="501575" y="47013"/>
                  <a:pt x="497389" y="47013"/>
                </a:cubicBezTo>
                <a:moveTo>
                  <a:pt x="497389" y="79939"/>
                </a:moveTo>
                <a:lnTo>
                  <a:pt x="423050" y="79939"/>
                </a:lnTo>
                <a:cubicBezTo>
                  <a:pt x="418864" y="79939"/>
                  <a:pt x="415879" y="79144"/>
                  <a:pt x="414097" y="77553"/>
                </a:cubicBezTo>
                <a:cubicBezTo>
                  <a:pt x="412315" y="75960"/>
                  <a:pt x="411424" y="73856"/>
                  <a:pt x="411424" y="71241"/>
                </a:cubicBezTo>
                <a:cubicBezTo>
                  <a:pt x="411424" y="68626"/>
                  <a:pt x="412315" y="66509"/>
                  <a:pt x="414097" y="64890"/>
                </a:cubicBezTo>
                <a:cubicBezTo>
                  <a:pt x="415879" y="63269"/>
                  <a:pt x="418864" y="62458"/>
                  <a:pt x="423050" y="62458"/>
                </a:cubicBezTo>
                <a:lnTo>
                  <a:pt x="497389" y="62458"/>
                </a:lnTo>
                <a:cubicBezTo>
                  <a:pt x="501575" y="62458"/>
                  <a:pt x="504559" y="63269"/>
                  <a:pt x="506342" y="64890"/>
                </a:cubicBezTo>
                <a:cubicBezTo>
                  <a:pt x="508124" y="66509"/>
                  <a:pt x="509015" y="68626"/>
                  <a:pt x="509015" y="71241"/>
                </a:cubicBezTo>
                <a:cubicBezTo>
                  <a:pt x="509015" y="73856"/>
                  <a:pt x="508124" y="75960"/>
                  <a:pt x="506342" y="77553"/>
                </a:cubicBezTo>
                <a:cubicBezTo>
                  <a:pt x="504559" y="79144"/>
                  <a:pt x="501575" y="79939"/>
                  <a:pt x="497389" y="79939"/>
                </a:cubicBezTo>
                <a:close/>
                <a:moveTo>
                  <a:pt x="687783" y="32587"/>
                </a:moveTo>
                <a:lnTo>
                  <a:pt x="687783" y="27325"/>
                </a:lnTo>
                <a:lnTo>
                  <a:pt x="708150" y="27325"/>
                </a:lnTo>
                <a:cubicBezTo>
                  <a:pt x="712336" y="27325"/>
                  <a:pt x="715320" y="28132"/>
                  <a:pt x="717103" y="29744"/>
                </a:cubicBezTo>
                <a:cubicBezTo>
                  <a:pt x="718885" y="31356"/>
                  <a:pt x="719776" y="33464"/>
                  <a:pt x="719776" y="36066"/>
                </a:cubicBezTo>
                <a:cubicBezTo>
                  <a:pt x="719776" y="38668"/>
                  <a:pt x="718885" y="40776"/>
                  <a:pt x="717103" y="42388"/>
                </a:cubicBezTo>
                <a:cubicBezTo>
                  <a:pt x="715320" y="44001"/>
                  <a:pt x="712336" y="44807"/>
                  <a:pt x="708150" y="44807"/>
                </a:cubicBezTo>
                <a:lnTo>
                  <a:pt x="705180" y="44807"/>
                </a:lnTo>
                <a:lnTo>
                  <a:pt x="705180" y="108058"/>
                </a:lnTo>
                <a:cubicBezTo>
                  <a:pt x="705180" y="114162"/>
                  <a:pt x="703892" y="119489"/>
                  <a:pt x="701318" y="124038"/>
                </a:cubicBezTo>
                <a:cubicBezTo>
                  <a:pt x="698744" y="128589"/>
                  <a:pt x="694798" y="132503"/>
                  <a:pt x="689480" y="135781"/>
                </a:cubicBezTo>
                <a:cubicBezTo>
                  <a:pt x="684162" y="139060"/>
                  <a:pt x="678165" y="140700"/>
                  <a:pt x="671490" y="140700"/>
                </a:cubicBezTo>
                <a:lnTo>
                  <a:pt x="651802" y="140700"/>
                </a:lnTo>
                <a:cubicBezTo>
                  <a:pt x="647615" y="140700"/>
                  <a:pt x="644631" y="139889"/>
                  <a:pt x="642849" y="138268"/>
                </a:cubicBezTo>
                <a:cubicBezTo>
                  <a:pt x="641067" y="136649"/>
                  <a:pt x="640176" y="134560"/>
                  <a:pt x="640176" y="132002"/>
                </a:cubicBezTo>
                <a:cubicBezTo>
                  <a:pt x="640176" y="129387"/>
                  <a:pt x="641067" y="127269"/>
                  <a:pt x="642849" y="125648"/>
                </a:cubicBezTo>
                <a:cubicBezTo>
                  <a:pt x="644631" y="124028"/>
                  <a:pt x="647615" y="123219"/>
                  <a:pt x="651802" y="123219"/>
                </a:cubicBezTo>
                <a:lnTo>
                  <a:pt x="670980" y="123219"/>
                </a:lnTo>
                <a:cubicBezTo>
                  <a:pt x="676298" y="123219"/>
                  <a:pt x="680428" y="121786"/>
                  <a:pt x="683370" y="118920"/>
                </a:cubicBezTo>
                <a:cubicBezTo>
                  <a:pt x="686312" y="116056"/>
                  <a:pt x="687783" y="112433"/>
                  <a:pt x="687783" y="108052"/>
                </a:cubicBezTo>
                <a:lnTo>
                  <a:pt x="687783" y="99627"/>
                </a:lnTo>
                <a:cubicBezTo>
                  <a:pt x="683936" y="102116"/>
                  <a:pt x="680018" y="103983"/>
                  <a:pt x="676030" y="105228"/>
                </a:cubicBezTo>
                <a:cubicBezTo>
                  <a:pt x="672041" y="106473"/>
                  <a:pt x="667954" y="107095"/>
                  <a:pt x="663767" y="107095"/>
                </a:cubicBezTo>
                <a:cubicBezTo>
                  <a:pt x="651943" y="107095"/>
                  <a:pt x="642043" y="103145"/>
                  <a:pt x="634066" y="95246"/>
                </a:cubicBezTo>
                <a:cubicBezTo>
                  <a:pt x="626089" y="87345"/>
                  <a:pt x="622100" y="77590"/>
                  <a:pt x="622100" y="65980"/>
                </a:cubicBezTo>
                <a:cubicBezTo>
                  <a:pt x="622100" y="54313"/>
                  <a:pt x="626089" y="44530"/>
                  <a:pt x="634066" y="36631"/>
                </a:cubicBezTo>
                <a:cubicBezTo>
                  <a:pt x="642043" y="28730"/>
                  <a:pt x="651943" y="24780"/>
                  <a:pt x="663767" y="24780"/>
                </a:cubicBezTo>
                <a:cubicBezTo>
                  <a:pt x="668180" y="24780"/>
                  <a:pt x="672381" y="25423"/>
                  <a:pt x="676369" y="26710"/>
                </a:cubicBezTo>
                <a:cubicBezTo>
                  <a:pt x="680358" y="27997"/>
                  <a:pt x="684162" y="29956"/>
                  <a:pt x="687783" y="32587"/>
                </a:cubicBezTo>
                <a:moveTo>
                  <a:pt x="687698" y="65937"/>
                </a:moveTo>
                <a:cubicBezTo>
                  <a:pt x="687698" y="59544"/>
                  <a:pt x="685336" y="54000"/>
                  <a:pt x="680612" y="49304"/>
                </a:cubicBezTo>
                <a:cubicBezTo>
                  <a:pt x="675888" y="44609"/>
                  <a:pt x="670217" y="42261"/>
                  <a:pt x="663597" y="42261"/>
                </a:cubicBezTo>
                <a:cubicBezTo>
                  <a:pt x="656978" y="42261"/>
                  <a:pt x="651307" y="44609"/>
                  <a:pt x="646583" y="49304"/>
                </a:cubicBezTo>
                <a:cubicBezTo>
                  <a:pt x="641859" y="54000"/>
                  <a:pt x="639497" y="59544"/>
                  <a:pt x="639497" y="65937"/>
                </a:cubicBezTo>
                <a:cubicBezTo>
                  <a:pt x="639497" y="72387"/>
                  <a:pt x="641859" y="77945"/>
                  <a:pt x="646583" y="82612"/>
                </a:cubicBezTo>
                <a:cubicBezTo>
                  <a:pt x="651307" y="87280"/>
                  <a:pt x="656978" y="89614"/>
                  <a:pt x="663597" y="89614"/>
                </a:cubicBezTo>
                <a:cubicBezTo>
                  <a:pt x="670217" y="89614"/>
                  <a:pt x="675888" y="87280"/>
                  <a:pt x="680612" y="82612"/>
                </a:cubicBezTo>
                <a:cubicBezTo>
                  <a:pt x="685336" y="77945"/>
                  <a:pt x="687698" y="72387"/>
                  <a:pt x="687698" y="65937"/>
                </a:cubicBezTo>
                <a:close/>
                <a:moveTo>
                  <a:pt x="816585" y="74508"/>
                </a:moveTo>
                <a:lnTo>
                  <a:pt x="745217" y="74508"/>
                </a:lnTo>
                <a:cubicBezTo>
                  <a:pt x="747027" y="79034"/>
                  <a:pt x="750238" y="82683"/>
                  <a:pt x="754849" y="85455"/>
                </a:cubicBezTo>
                <a:cubicBezTo>
                  <a:pt x="759459" y="88227"/>
                  <a:pt x="765697" y="89614"/>
                  <a:pt x="773561" y="89614"/>
                </a:cubicBezTo>
                <a:cubicBezTo>
                  <a:pt x="780010" y="89614"/>
                  <a:pt x="788581" y="88248"/>
                  <a:pt x="799274" y="85516"/>
                </a:cubicBezTo>
                <a:cubicBezTo>
                  <a:pt x="803686" y="84401"/>
                  <a:pt x="806741" y="83843"/>
                  <a:pt x="808439" y="83843"/>
                </a:cubicBezTo>
                <a:cubicBezTo>
                  <a:pt x="810758" y="83843"/>
                  <a:pt x="812710" y="84663"/>
                  <a:pt x="814294" y="86304"/>
                </a:cubicBezTo>
                <a:cubicBezTo>
                  <a:pt x="815878" y="87945"/>
                  <a:pt x="816670" y="90010"/>
                  <a:pt x="816670" y="92499"/>
                </a:cubicBezTo>
                <a:cubicBezTo>
                  <a:pt x="816670" y="94762"/>
                  <a:pt x="815821" y="96685"/>
                  <a:pt x="814124" y="98269"/>
                </a:cubicBezTo>
                <a:cubicBezTo>
                  <a:pt x="811861" y="100363"/>
                  <a:pt x="806345" y="102357"/>
                  <a:pt x="797576" y="104252"/>
                </a:cubicBezTo>
                <a:cubicBezTo>
                  <a:pt x="788807" y="106147"/>
                  <a:pt x="780378" y="107095"/>
                  <a:pt x="772288" y="107095"/>
                </a:cubicBezTo>
                <a:cubicBezTo>
                  <a:pt x="758370" y="107095"/>
                  <a:pt x="747239" y="103163"/>
                  <a:pt x="738895" y="95299"/>
                </a:cubicBezTo>
                <a:cubicBezTo>
                  <a:pt x="730550" y="87435"/>
                  <a:pt x="726378" y="77761"/>
                  <a:pt x="726378" y="66277"/>
                </a:cubicBezTo>
                <a:cubicBezTo>
                  <a:pt x="726378" y="54057"/>
                  <a:pt x="730889" y="44114"/>
                  <a:pt x="739913" y="36448"/>
                </a:cubicBezTo>
                <a:cubicBezTo>
                  <a:pt x="748937" y="28782"/>
                  <a:pt x="759332" y="24949"/>
                  <a:pt x="771100" y="24949"/>
                </a:cubicBezTo>
                <a:cubicBezTo>
                  <a:pt x="778171" y="24949"/>
                  <a:pt x="784663" y="26192"/>
                  <a:pt x="790575" y="28678"/>
                </a:cubicBezTo>
                <a:cubicBezTo>
                  <a:pt x="796487" y="31162"/>
                  <a:pt x="800886" y="33844"/>
                  <a:pt x="803771" y="36724"/>
                </a:cubicBezTo>
                <a:cubicBezTo>
                  <a:pt x="807844" y="40903"/>
                  <a:pt x="811211" y="46071"/>
                  <a:pt x="813870" y="52227"/>
                </a:cubicBezTo>
                <a:cubicBezTo>
                  <a:pt x="815680" y="56519"/>
                  <a:pt x="816585" y="61490"/>
                  <a:pt x="816585" y="67139"/>
                </a:cubicBezTo>
                <a:lnTo>
                  <a:pt x="816585" y="74508"/>
                </a:lnTo>
                <a:moveTo>
                  <a:pt x="797322" y="57027"/>
                </a:moveTo>
                <a:cubicBezTo>
                  <a:pt x="794663" y="52133"/>
                  <a:pt x="791183" y="48477"/>
                  <a:pt x="786884" y="46058"/>
                </a:cubicBezTo>
                <a:cubicBezTo>
                  <a:pt x="782584" y="43640"/>
                  <a:pt x="777464" y="42431"/>
                  <a:pt x="771524" y="42431"/>
                </a:cubicBezTo>
                <a:cubicBezTo>
                  <a:pt x="765640" y="42431"/>
                  <a:pt x="760548" y="43640"/>
                  <a:pt x="756249" y="46058"/>
                </a:cubicBezTo>
                <a:cubicBezTo>
                  <a:pt x="751949" y="48477"/>
                  <a:pt x="748442" y="52133"/>
                  <a:pt x="745726" y="57027"/>
                </a:cubicBezTo>
                <a:lnTo>
                  <a:pt x="797322" y="57027"/>
                </a:lnTo>
                <a:close/>
                <a:moveTo>
                  <a:pt x="872916" y="44807"/>
                </a:moveTo>
                <a:lnTo>
                  <a:pt x="872916" y="79489"/>
                </a:lnTo>
                <a:cubicBezTo>
                  <a:pt x="872916" y="83201"/>
                  <a:pt x="873680" y="85648"/>
                  <a:pt x="875207" y="86829"/>
                </a:cubicBezTo>
                <a:cubicBezTo>
                  <a:pt x="877584" y="88685"/>
                  <a:pt x="881827" y="89614"/>
                  <a:pt x="887937" y="89614"/>
                </a:cubicBezTo>
                <a:cubicBezTo>
                  <a:pt x="896819" y="89614"/>
                  <a:pt x="905022" y="87698"/>
                  <a:pt x="912546" y="83867"/>
                </a:cubicBezTo>
                <a:cubicBezTo>
                  <a:pt x="915432" y="82380"/>
                  <a:pt x="917695" y="81637"/>
                  <a:pt x="919335" y="81637"/>
                </a:cubicBezTo>
                <a:cubicBezTo>
                  <a:pt x="921598" y="81637"/>
                  <a:pt x="923564" y="82491"/>
                  <a:pt x="925233" y="84201"/>
                </a:cubicBezTo>
                <a:cubicBezTo>
                  <a:pt x="926902" y="85909"/>
                  <a:pt x="927737" y="87987"/>
                  <a:pt x="927737" y="90436"/>
                </a:cubicBezTo>
                <a:cubicBezTo>
                  <a:pt x="927737" y="92715"/>
                  <a:pt x="926831" y="94680"/>
                  <a:pt x="925021" y="96331"/>
                </a:cubicBezTo>
                <a:cubicBezTo>
                  <a:pt x="922249" y="99008"/>
                  <a:pt x="916775" y="101471"/>
                  <a:pt x="908600" y="103722"/>
                </a:cubicBezTo>
                <a:cubicBezTo>
                  <a:pt x="900425" y="105971"/>
                  <a:pt x="893537" y="107095"/>
                  <a:pt x="887937" y="107095"/>
                </a:cubicBezTo>
                <a:cubicBezTo>
                  <a:pt x="877131" y="107095"/>
                  <a:pt x="869027" y="104767"/>
                  <a:pt x="863624" y="100112"/>
                </a:cubicBezTo>
                <a:cubicBezTo>
                  <a:pt x="858221" y="95457"/>
                  <a:pt x="855520" y="89745"/>
                  <a:pt x="855520" y="82976"/>
                </a:cubicBezTo>
                <a:lnTo>
                  <a:pt x="855520" y="44807"/>
                </a:lnTo>
                <a:lnTo>
                  <a:pt x="849240" y="44807"/>
                </a:lnTo>
                <a:cubicBezTo>
                  <a:pt x="845053" y="44807"/>
                  <a:pt x="842069" y="43997"/>
                  <a:pt x="840287" y="42378"/>
                </a:cubicBezTo>
                <a:cubicBezTo>
                  <a:pt x="838505" y="40756"/>
                  <a:pt x="837614" y="38638"/>
                  <a:pt x="837614" y="36024"/>
                </a:cubicBezTo>
                <a:cubicBezTo>
                  <a:pt x="837614" y="33465"/>
                  <a:pt x="838505" y="31377"/>
                  <a:pt x="840287" y="29757"/>
                </a:cubicBezTo>
                <a:cubicBezTo>
                  <a:pt x="842069" y="28136"/>
                  <a:pt x="845053" y="27325"/>
                  <a:pt x="849240" y="27325"/>
                </a:cubicBezTo>
                <a:lnTo>
                  <a:pt x="855520" y="27325"/>
                </a:lnTo>
                <a:lnTo>
                  <a:pt x="855520" y="11626"/>
                </a:lnTo>
                <a:cubicBezTo>
                  <a:pt x="855520" y="7440"/>
                  <a:pt x="856326" y="4455"/>
                  <a:pt x="857938" y="2673"/>
                </a:cubicBezTo>
                <a:cubicBezTo>
                  <a:pt x="859551" y="891"/>
                  <a:pt x="861658" y="0"/>
                  <a:pt x="864260" y="0"/>
                </a:cubicBezTo>
                <a:cubicBezTo>
                  <a:pt x="866806" y="0"/>
                  <a:pt x="868885" y="891"/>
                  <a:pt x="870498" y="2673"/>
                </a:cubicBezTo>
                <a:cubicBezTo>
                  <a:pt x="872110" y="4455"/>
                  <a:pt x="872916" y="7440"/>
                  <a:pt x="872916" y="11626"/>
                </a:cubicBezTo>
                <a:lnTo>
                  <a:pt x="872916" y="27325"/>
                </a:lnTo>
                <a:lnTo>
                  <a:pt x="905079" y="27325"/>
                </a:lnTo>
                <a:cubicBezTo>
                  <a:pt x="909265" y="27325"/>
                  <a:pt x="912249" y="28136"/>
                  <a:pt x="914031" y="29757"/>
                </a:cubicBezTo>
                <a:cubicBezTo>
                  <a:pt x="915814" y="31377"/>
                  <a:pt x="916705" y="33494"/>
                  <a:pt x="916705" y="36108"/>
                </a:cubicBezTo>
                <a:cubicBezTo>
                  <a:pt x="916705" y="38667"/>
                  <a:pt x="915814" y="40756"/>
                  <a:pt x="914031" y="42378"/>
                </a:cubicBezTo>
                <a:cubicBezTo>
                  <a:pt x="912249" y="43997"/>
                  <a:pt x="909265" y="44807"/>
                  <a:pt x="905079" y="44807"/>
                </a:cubicBezTo>
                <a:lnTo>
                  <a:pt x="872916" y="44807"/>
                </a:lnTo>
                <a:close/>
                <a:moveTo>
                  <a:pt x="1029638" y="156654"/>
                </a:moveTo>
                <a:lnTo>
                  <a:pt x="934084" y="156654"/>
                </a:lnTo>
                <a:cubicBezTo>
                  <a:pt x="929897" y="156654"/>
                  <a:pt x="926913" y="155858"/>
                  <a:pt x="925131" y="154265"/>
                </a:cubicBezTo>
                <a:cubicBezTo>
                  <a:pt x="923349" y="152673"/>
                  <a:pt x="922458" y="150571"/>
                  <a:pt x="922458" y="147956"/>
                </a:cubicBezTo>
                <a:cubicBezTo>
                  <a:pt x="922458" y="145341"/>
                  <a:pt x="923349" y="143223"/>
                  <a:pt x="925131" y="141602"/>
                </a:cubicBezTo>
                <a:cubicBezTo>
                  <a:pt x="926913" y="139982"/>
                  <a:pt x="929897" y="139173"/>
                  <a:pt x="934084" y="139173"/>
                </a:cubicBezTo>
                <a:lnTo>
                  <a:pt x="1029638" y="139173"/>
                </a:lnTo>
                <a:cubicBezTo>
                  <a:pt x="1033768" y="139173"/>
                  <a:pt x="1036724" y="139982"/>
                  <a:pt x="1038506" y="141602"/>
                </a:cubicBezTo>
                <a:cubicBezTo>
                  <a:pt x="1040288" y="143223"/>
                  <a:pt x="1041179" y="145341"/>
                  <a:pt x="1041179" y="147956"/>
                </a:cubicBezTo>
                <a:cubicBezTo>
                  <a:pt x="1041179" y="150514"/>
                  <a:pt x="1040302" y="152603"/>
                  <a:pt x="1038548" y="154222"/>
                </a:cubicBezTo>
                <a:cubicBezTo>
                  <a:pt x="1036794" y="155843"/>
                  <a:pt x="1033824" y="156654"/>
                  <a:pt x="1029638" y="15665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pte(ctxt-&gt;rdi)">
            <a:extLst xmlns:a="http://schemas.openxmlformats.org/drawingml/2006/main">
              <a:ext uri="{FF2B5EF4-FFF2-40B4-BE49-F238E27FC236}">
                <a16:creationId xmlns:a16="http://schemas.microsoft.com/office/drawing/2014/main" id="{FD919A70-3038-4274-997B-25B7AFFE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630" y="1798902"/>
            <a:ext cx="1416621" cy="147998"/>
          </a:xfrm>
          <a:custGeom xmlns:a="http://schemas.openxmlformats.org/drawingml/2006/main">
            <a:pathLst>
              <a:path w="1416621" h="147998">
                <a:moveTo>
                  <a:pt x="31993" y="102003"/>
                </a:moveTo>
                <a:lnTo>
                  <a:pt x="31993" y="130517"/>
                </a:lnTo>
                <a:lnTo>
                  <a:pt x="42431" y="130517"/>
                </a:lnTo>
                <a:cubicBezTo>
                  <a:pt x="46617" y="130517"/>
                  <a:pt x="49601" y="131337"/>
                  <a:pt x="51384" y="132978"/>
                </a:cubicBezTo>
                <a:cubicBezTo>
                  <a:pt x="53166" y="134618"/>
                  <a:pt x="54057" y="136740"/>
                  <a:pt x="54057" y="139342"/>
                </a:cubicBezTo>
                <a:cubicBezTo>
                  <a:pt x="54057" y="141945"/>
                  <a:pt x="53166" y="144038"/>
                  <a:pt x="51384" y="145622"/>
                </a:cubicBezTo>
                <a:cubicBezTo>
                  <a:pt x="49601" y="147206"/>
                  <a:pt x="46617" y="147998"/>
                  <a:pt x="42431" y="147998"/>
                </a:cubicBezTo>
                <a:lnTo>
                  <a:pt x="11626" y="147998"/>
                </a:lnTo>
                <a:cubicBezTo>
                  <a:pt x="7440" y="147998"/>
                  <a:pt x="4455" y="147206"/>
                  <a:pt x="2673" y="145622"/>
                </a:cubicBezTo>
                <a:cubicBezTo>
                  <a:pt x="891" y="144038"/>
                  <a:pt x="0" y="141945"/>
                  <a:pt x="0" y="139342"/>
                </a:cubicBezTo>
                <a:cubicBezTo>
                  <a:pt x="0" y="136740"/>
                  <a:pt x="905" y="134618"/>
                  <a:pt x="2716" y="132978"/>
                </a:cubicBezTo>
                <a:cubicBezTo>
                  <a:pt x="4526" y="131337"/>
                  <a:pt x="7496" y="130517"/>
                  <a:pt x="11626" y="130517"/>
                </a:cubicBezTo>
                <a:lnTo>
                  <a:pt x="14596" y="130517"/>
                </a:lnTo>
                <a:lnTo>
                  <a:pt x="14596" y="52105"/>
                </a:lnTo>
                <a:lnTo>
                  <a:pt x="11626" y="52105"/>
                </a:lnTo>
                <a:cubicBezTo>
                  <a:pt x="7440" y="52105"/>
                  <a:pt x="4455" y="51285"/>
                  <a:pt x="2673" y="49644"/>
                </a:cubicBezTo>
                <a:cubicBezTo>
                  <a:pt x="891" y="48003"/>
                  <a:pt x="0" y="45882"/>
                  <a:pt x="0" y="43279"/>
                </a:cubicBezTo>
                <a:cubicBezTo>
                  <a:pt x="0" y="40677"/>
                  <a:pt x="891" y="38584"/>
                  <a:pt x="2673" y="37000"/>
                </a:cubicBezTo>
                <a:cubicBezTo>
                  <a:pt x="4455" y="35415"/>
                  <a:pt x="7440" y="34623"/>
                  <a:pt x="11626" y="34623"/>
                </a:cubicBezTo>
                <a:lnTo>
                  <a:pt x="31993" y="34623"/>
                </a:lnTo>
                <a:lnTo>
                  <a:pt x="31993" y="40564"/>
                </a:lnTo>
                <a:cubicBezTo>
                  <a:pt x="36066" y="37763"/>
                  <a:pt x="40281" y="35677"/>
                  <a:pt x="44637" y="34305"/>
                </a:cubicBezTo>
                <a:cubicBezTo>
                  <a:pt x="48993" y="32933"/>
                  <a:pt x="53463" y="32247"/>
                  <a:pt x="58045" y="32247"/>
                </a:cubicBezTo>
                <a:cubicBezTo>
                  <a:pt x="69926" y="32247"/>
                  <a:pt x="80053" y="36278"/>
                  <a:pt x="88425" y="44340"/>
                </a:cubicBezTo>
                <a:cubicBezTo>
                  <a:pt x="96798" y="52402"/>
                  <a:pt x="100985" y="61638"/>
                  <a:pt x="100985" y="72047"/>
                </a:cubicBezTo>
                <a:cubicBezTo>
                  <a:pt x="100985" y="83532"/>
                  <a:pt x="96035" y="93008"/>
                  <a:pt x="86134" y="100476"/>
                </a:cubicBezTo>
                <a:cubicBezTo>
                  <a:pt x="77874" y="106699"/>
                  <a:pt x="68568" y="109811"/>
                  <a:pt x="58215" y="109811"/>
                </a:cubicBezTo>
                <a:cubicBezTo>
                  <a:pt x="53745" y="109811"/>
                  <a:pt x="49333" y="109160"/>
                  <a:pt x="44976" y="107859"/>
                </a:cubicBezTo>
                <a:cubicBezTo>
                  <a:pt x="40620" y="106558"/>
                  <a:pt x="36292" y="104606"/>
                  <a:pt x="31993" y="102003"/>
                </a:cubicBezTo>
                <a:moveTo>
                  <a:pt x="83588" y="72127"/>
                </a:moveTo>
                <a:cubicBezTo>
                  <a:pt x="83588" y="69705"/>
                  <a:pt x="82627" y="66621"/>
                  <a:pt x="80703" y="62874"/>
                </a:cubicBezTo>
                <a:cubicBezTo>
                  <a:pt x="78780" y="59126"/>
                  <a:pt x="75824" y="55999"/>
                  <a:pt x="71835" y="53492"/>
                </a:cubicBezTo>
                <a:cubicBezTo>
                  <a:pt x="67847" y="50983"/>
                  <a:pt x="63165" y="49729"/>
                  <a:pt x="57791" y="49729"/>
                </a:cubicBezTo>
                <a:cubicBezTo>
                  <a:pt x="49135" y="49729"/>
                  <a:pt x="42261" y="52968"/>
                  <a:pt x="37169" y="59448"/>
                </a:cubicBezTo>
                <a:cubicBezTo>
                  <a:pt x="33718" y="63900"/>
                  <a:pt x="31993" y="68183"/>
                  <a:pt x="31993" y="72297"/>
                </a:cubicBezTo>
                <a:cubicBezTo>
                  <a:pt x="31993" y="76918"/>
                  <a:pt x="34468" y="81412"/>
                  <a:pt x="39418" y="85779"/>
                </a:cubicBezTo>
                <a:cubicBezTo>
                  <a:pt x="44368" y="90146"/>
                  <a:pt x="50492" y="92329"/>
                  <a:pt x="57791" y="92329"/>
                </a:cubicBezTo>
                <a:cubicBezTo>
                  <a:pt x="65145" y="92329"/>
                  <a:pt x="71284" y="90160"/>
                  <a:pt x="76205" y="85821"/>
                </a:cubicBezTo>
                <a:cubicBezTo>
                  <a:pt x="81127" y="81483"/>
                  <a:pt x="83588" y="76918"/>
                  <a:pt x="83588" y="72127"/>
                </a:cubicBezTo>
                <a:close/>
                <a:moveTo>
                  <a:pt x="153581" y="52105"/>
                </a:moveTo>
                <a:lnTo>
                  <a:pt x="153581" y="86787"/>
                </a:lnTo>
                <a:cubicBezTo>
                  <a:pt x="153581" y="90499"/>
                  <a:pt x="154345" y="92946"/>
                  <a:pt x="155873" y="94127"/>
                </a:cubicBezTo>
                <a:cubicBezTo>
                  <a:pt x="158249" y="95983"/>
                  <a:pt x="162492" y="96912"/>
                  <a:pt x="168602" y="96912"/>
                </a:cubicBezTo>
                <a:cubicBezTo>
                  <a:pt x="177484" y="96912"/>
                  <a:pt x="185687" y="94996"/>
                  <a:pt x="193212" y="91165"/>
                </a:cubicBezTo>
                <a:cubicBezTo>
                  <a:pt x="196097" y="89678"/>
                  <a:pt x="198360" y="88935"/>
                  <a:pt x="200001" y="88935"/>
                </a:cubicBezTo>
                <a:cubicBezTo>
                  <a:pt x="202264" y="88935"/>
                  <a:pt x="204230" y="89789"/>
                  <a:pt x="205898" y="91499"/>
                </a:cubicBezTo>
                <a:cubicBezTo>
                  <a:pt x="207567" y="93207"/>
                  <a:pt x="208402" y="95285"/>
                  <a:pt x="208402" y="97734"/>
                </a:cubicBezTo>
                <a:cubicBezTo>
                  <a:pt x="208402" y="100013"/>
                  <a:pt x="207497" y="101978"/>
                  <a:pt x="205686" y="103629"/>
                </a:cubicBezTo>
                <a:cubicBezTo>
                  <a:pt x="202914" y="106306"/>
                  <a:pt x="197441" y="108769"/>
                  <a:pt x="189266" y="111020"/>
                </a:cubicBezTo>
                <a:cubicBezTo>
                  <a:pt x="181091" y="113269"/>
                  <a:pt x="174203" y="114393"/>
                  <a:pt x="168602" y="114393"/>
                </a:cubicBezTo>
                <a:cubicBezTo>
                  <a:pt x="157796" y="114393"/>
                  <a:pt x="149692" y="112066"/>
                  <a:pt x="144289" y="107411"/>
                </a:cubicBezTo>
                <a:cubicBezTo>
                  <a:pt x="138886" y="102756"/>
                  <a:pt x="136185" y="97043"/>
                  <a:pt x="136185" y="90274"/>
                </a:cubicBezTo>
                <a:lnTo>
                  <a:pt x="136185" y="52105"/>
                </a:lnTo>
                <a:lnTo>
                  <a:pt x="129905" y="52105"/>
                </a:lnTo>
                <a:cubicBezTo>
                  <a:pt x="125719" y="52105"/>
                  <a:pt x="122734" y="51295"/>
                  <a:pt x="120952" y="49676"/>
                </a:cubicBezTo>
                <a:cubicBezTo>
                  <a:pt x="119170" y="48054"/>
                  <a:pt x="118279" y="45936"/>
                  <a:pt x="118279" y="43322"/>
                </a:cubicBezTo>
                <a:cubicBezTo>
                  <a:pt x="118279" y="40763"/>
                  <a:pt x="119170" y="38675"/>
                  <a:pt x="120952" y="37055"/>
                </a:cubicBezTo>
                <a:cubicBezTo>
                  <a:pt x="122734" y="35434"/>
                  <a:pt x="125719" y="34623"/>
                  <a:pt x="129905" y="34623"/>
                </a:cubicBezTo>
                <a:lnTo>
                  <a:pt x="136185" y="34623"/>
                </a:lnTo>
                <a:lnTo>
                  <a:pt x="136185" y="18924"/>
                </a:lnTo>
                <a:cubicBezTo>
                  <a:pt x="136185" y="14738"/>
                  <a:pt x="136991" y="11753"/>
                  <a:pt x="138603" y="9971"/>
                </a:cubicBezTo>
                <a:cubicBezTo>
                  <a:pt x="140216" y="8189"/>
                  <a:pt x="142323" y="7298"/>
                  <a:pt x="144926" y="7298"/>
                </a:cubicBezTo>
                <a:cubicBezTo>
                  <a:pt x="147471" y="7298"/>
                  <a:pt x="149551" y="8189"/>
                  <a:pt x="151163" y="9971"/>
                </a:cubicBezTo>
                <a:cubicBezTo>
                  <a:pt x="152775" y="11753"/>
                  <a:pt x="153581" y="14738"/>
                  <a:pt x="153581" y="18924"/>
                </a:cubicBezTo>
                <a:lnTo>
                  <a:pt x="153581" y="34623"/>
                </a:lnTo>
                <a:lnTo>
                  <a:pt x="185744" y="34623"/>
                </a:lnTo>
                <a:cubicBezTo>
                  <a:pt x="189930" y="34623"/>
                  <a:pt x="192915" y="35434"/>
                  <a:pt x="194697" y="37055"/>
                </a:cubicBezTo>
                <a:cubicBezTo>
                  <a:pt x="196479" y="38675"/>
                  <a:pt x="197370" y="40792"/>
                  <a:pt x="197370" y="43407"/>
                </a:cubicBezTo>
                <a:cubicBezTo>
                  <a:pt x="197370" y="45965"/>
                  <a:pt x="196479" y="48054"/>
                  <a:pt x="194697" y="49676"/>
                </a:cubicBezTo>
                <a:cubicBezTo>
                  <a:pt x="192915" y="51295"/>
                  <a:pt x="189930" y="52105"/>
                  <a:pt x="185744" y="52105"/>
                </a:cubicBezTo>
                <a:lnTo>
                  <a:pt x="153581" y="52105"/>
                </a:lnTo>
                <a:close/>
                <a:moveTo>
                  <a:pt x="305806" y="81806"/>
                </a:moveTo>
                <a:lnTo>
                  <a:pt x="234438" y="81806"/>
                </a:lnTo>
                <a:cubicBezTo>
                  <a:pt x="236248" y="86332"/>
                  <a:pt x="239459" y="89981"/>
                  <a:pt x="244069" y="92753"/>
                </a:cubicBezTo>
                <a:cubicBezTo>
                  <a:pt x="248680" y="95526"/>
                  <a:pt x="254917" y="96912"/>
                  <a:pt x="262781" y="96912"/>
                </a:cubicBezTo>
                <a:cubicBezTo>
                  <a:pt x="269231" y="96912"/>
                  <a:pt x="277802" y="95546"/>
                  <a:pt x="288494" y="92814"/>
                </a:cubicBezTo>
                <a:cubicBezTo>
                  <a:pt x="292907" y="91699"/>
                  <a:pt x="295962" y="91141"/>
                  <a:pt x="297659" y="91141"/>
                </a:cubicBezTo>
                <a:cubicBezTo>
                  <a:pt x="299979" y="91141"/>
                  <a:pt x="301931" y="91961"/>
                  <a:pt x="303515" y="93602"/>
                </a:cubicBezTo>
                <a:cubicBezTo>
                  <a:pt x="305099" y="95243"/>
                  <a:pt x="305891" y="97308"/>
                  <a:pt x="305891" y="99797"/>
                </a:cubicBezTo>
                <a:cubicBezTo>
                  <a:pt x="305891" y="102060"/>
                  <a:pt x="305042" y="103983"/>
                  <a:pt x="303345" y="105567"/>
                </a:cubicBezTo>
                <a:cubicBezTo>
                  <a:pt x="301082" y="107661"/>
                  <a:pt x="295566" y="109655"/>
                  <a:pt x="286797" y="111550"/>
                </a:cubicBezTo>
                <a:cubicBezTo>
                  <a:pt x="278028" y="113445"/>
                  <a:pt x="269598" y="114393"/>
                  <a:pt x="261508" y="114393"/>
                </a:cubicBezTo>
                <a:cubicBezTo>
                  <a:pt x="247591" y="114393"/>
                  <a:pt x="236460" y="110461"/>
                  <a:pt x="228115" y="102597"/>
                </a:cubicBezTo>
                <a:cubicBezTo>
                  <a:pt x="219771" y="94734"/>
                  <a:pt x="215598" y="85059"/>
                  <a:pt x="215598" y="73575"/>
                </a:cubicBezTo>
                <a:cubicBezTo>
                  <a:pt x="215598" y="61355"/>
                  <a:pt x="220110" y="51412"/>
                  <a:pt x="229134" y="43746"/>
                </a:cubicBezTo>
                <a:cubicBezTo>
                  <a:pt x="238157" y="36080"/>
                  <a:pt x="248553" y="32247"/>
                  <a:pt x="260320" y="32247"/>
                </a:cubicBezTo>
                <a:cubicBezTo>
                  <a:pt x="267392" y="32247"/>
                  <a:pt x="273884" y="33490"/>
                  <a:pt x="279796" y="35976"/>
                </a:cubicBezTo>
                <a:cubicBezTo>
                  <a:pt x="285708" y="38460"/>
                  <a:pt x="290107" y="41142"/>
                  <a:pt x="292992" y="44022"/>
                </a:cubicBezTo>
                <a:cubicBezTo>
                  <a:pt x="297065" y="48201"/>
                  <a:pt x="300431" y="53369"/>
                  <a:pt x="303090" y="59525"/>
                </a:cubicBezTo>
                <a:cubicBezTo>
                  <a:pt x="304901" y="63817"/>
                  <a:pt x="305806" y="68788"/>
                  <a:pt x="305806" y="74437"/>
                </a:cubicBezTo>
                <a:lnTo>
                  <a:pt x="305806" y="81806"/>
                </a:lnTo>
                <a:moveTo>
                  <a:pt x="286542" y="64325"/>
                </a:moveTo>
                <a:cubicBezTo>
                  <a:pt x="283883" y="59431"/>
                  <a:pt x="280404" y="55775"/>
                  <a:pt x="276105" y="53357"/>
                </a:cubicBezTo>
                <a:cubicBezTo>
                  <a:pt x="271805" y="50938"/>
                  <a:pt x="266685" y="49729"/>
                  <a:pt x="260745" y="49729"/>
                </a:cubicBezTo>
                <a:cubicBezTo>
                  <a:pt x="254861" y="49729"/>
                  <a:pt x="249769" y="50938"/>
                  <a:pt x="245470" y="53357"/>
                </a:cubicBezTo>
                <a:cubicBezTo>
                  <a:pt x="241170" y="55775"/>
                  <a:pt x="237662" y="59431"/>
                  <a:pt x="234947" y="64325"/>
                </a:cubicBezTo>
                <a:lnTo>
                  <a:pt x="286542" y="64325"/>
                </a:lnTo>
                <a:close/>
                <a:moveTo>
                  <a:pt x="360185" y="69374"/>
                </a:moveTo>
                <a:cubicBezTo>
                  <a:pt x="360185" y="59468"/>
                  <a:pt x="361825" y="49449"/>
                  <a:pt x="365107" y="39315"/>
                </a:cubicBezTo>
                <a:cubicBezTo>
                  <a:pt x="367539" y="31842"/>
                  <a:pt x="371301" y="23520"/>
                  <a:pt x="376393" y="14350"/>
                </a:cubicBezTo>
                <a:cubicBezTo>
                  <a:pt x="380070" y="7783"/>
                  <a:pt x="382786" y="3751"/>
                  <a:pt x="384540" y="2251"/>
                </a:cubicBezTo>
                <a:cubicBezTo>
                  <a:pt x="386294" y="750"/>
                  <a:pt x="388245" y="0"/>
                  <a:pt x="390395" y="0"/>
                </a:cubicBezTo>
                <a:cubicBezTo>
                  <a:pt x="392884" y="0"/>
                  <a:pt x="394978" y="849"/>
                  <a:pt x="396675" y="2548"/>
                </a:cubicBezTo>
                <a:cubicBezTo>
                  <a:pt x="398372" y="4246"/>
                  <a:pt x="399221" y="6283"/>
                  <a:pt x="399221" y="8661"/>
                </a:cubicBezTo>
                <a:cubicBezTo>
                  <a:pt x="399221" y="10304"/>
                  <a:pt x="398542" y="12256"/>
                  <a:pt x="397184" y="14519"/>
                </a:cubicBezTo>
                <a:cubicBezTo>
                  <a:pt x="391074" y="24540"/>
                  <a:pt x="386619" y="33937"/>
                  <a:pt x="383818" y="42712"/>
                </a:cubicBezTo>
                <a:cubicBezTo>
                  <a:pt x="381018" y="51486"/>
                  <a:pt x="379618" y="60374"/>
                  <a:pt x="379618" y="69374"/>
                </a:cubicBezTo>
                <a:cubicBezTo>
                  <a:pt x="379618" y="78431"/>
                  <a:pt x="381018" y="87347"/>
                  <a:pt x="383818" y="96121"/>
                </a:cubicBezTo>
                <a:cubicBezTo>
                  <a:pt x="386619" y="104896"/>
                  <a:pt x="391074" y="114293"/>
                  <a:pt x="397184" y="124314"/>
                </a:cubicBezTo>
                <a:cubicBezTo>
                  <a:pt x="398542" y="126520"/>
                  <a:pt x="399221" y="128473"/>
                  <a:pt x="399221" y="130172"/>
                </a:cubicBezTo>
                <a:cubicBezTo>
                  <a:pt x="399221" y="132550"/>
                  <a:pt x="398372" y="134587"/>
                  <a:pt x="396675" y="136285"/>
                </a:cubicBezTo>
                <a:cubicBezTo>
                  <a:pt x="394978" y="137984"/>
                  <a:pt x="392884" y="138833"/>
                  <a:pt x="390395" y="138833"/>
                </a:cubicBezTo>
                <a:cubicBezTo>
                  <a:pt x="388302" y="138833"/>
                  <a:pt x="386463" y="138154"/>
                  <a:pt x="384879" y="136796"/>
                </a:cubicBezTo>
                <a:cubicBezTo>
                  <a:pt x="382616" y="134815"/>
                  <a:pt x="379618" y="130370"/>
                  <a:pt x="375884" y="123463"/>
                </a:cubicBezTo>
                <a:cubicBezTo>
                  <a:pt x="370509" y="113444"/>
                  <a:pt x="366832" y="105179"/>
                  <a:pt x="364852" y="98670"/>
                </a:cubicBezTo>
                <a:cubicBezTo>
                  <a:pt x="361740" y="88706"/>
                  <a:pt x="360185" y="78940"/>
                  <a:pt x="360185" y="69374"/>
                </a:cubicBezTo>
                <a:close/>
                <a:moveTo>
                  <a:pt x="497813" y="37678"/>
                </a:moveTo>
                <a:cubicBezTo>
                  <a:pt x="499906" y="35755"/>
                  <a:pt x="502056" y="34793"/>
                  <a:pt x="504262" y="34793"/>
                </a:cubicBezTo>
                <a:cubicBezTo>
                  <a:pt x="506751" y="34793"/>
                  <a:pt x="508802" y="35684"/>
                  <a:pt x="510415" y="37466"/>
                </a:cubicBezTo>
                <a:cubicBezTo>
                  <a:pt x="512027" y="39248"/>
                  <a:pt x="512833" y="42204"/>
                  <a:pt x="512833" y="46334"/>
                </a:cubicBezTo>
                <a:lnTo>
                  <a:pt x="512833" y="57536"/>
                </a:lnTo>
                <a:cubicBezTo>
                  <a:pt x="512833" y="61722"/>
                  <a:pt x="512027" y="64693"/>
                  <a:pt x="510415" y="66446"/>
                </a:cubicBezTo>
                <a:cubicBezTo>
                  <a:pt x="508802" y="68200"/>
                  <a:pt x="506695" y="69077"/>
                  <a:pt x="504092" y="69077"/>
                </a:cubicBezTo>
                <a:cubicBezTo>
                  <a:pt x="501716" y="69077"/>
                  <a:pt x="499708" y="68398"/>
                  <a:pt x="498067" y="67040"/>
                </a:cubicBezTo>
                <a:cubicBezTo>
                  <a:pt x="496879" y="66022"/>
                  <a:pt x="495946" y="63943"/>
                  <a:pt x="495267" y="60803"/>
                </a:cubicBezTo>
                <a:cubicBezTo>
                  <a:pt x="494588" y="57663"/>
                  <a:pt x="492947" y="55330"/>
                  <a:pt x="490345" y="53802"/>
                </a:cubicBezTo>
                <a:cubicBezTo>
                  <a:pt x="485762" y="51087"/>
                  <a:pt x="479907" y="49729"/>
                  <a:pt x="472779" y="49729"/>
                </a:cubicBezTo>
                <a:cubicBezTo>
                  <a:pt x="464575" y="49729"/>
                  <a:pt x="457999" y="52121"/>
                  <a:pt x="453048" y="56905"/>
                </a:cubicBezTo>
                <a:cubicBezTo>
                  <a:pt x="448098" y="61687"/>
                  <a:pt x="445623" y="67735"/>
                  <a:pt x="445623" y="75049"/>
                </a:cubicBezTo>
                <a:cubicBezTo>
                  <a:pt x="445623" y="81803"/>
                  <a:pt x="447999" y="87135"/>
                  <a:pt x="452751" y="91046"/>
                </a:cubicBezTo>
                <a:cubicBezTo>
                  <a:pt x="457504" y="94956"/>
                  <a:pt x="465396" y="96912"/>
                  <a:pt x="476428" y="96912"/>
                </a:cubicBezTo>
                <a:cubicBezTo>
                  <a:pt x="483669" y="96912"/>
                  <a:pt x="489581" y="96182"/>
                  <a:pt x="494164" y="94724"/>
                </a:cubicBezTo>
                <a:cubicBezTo>
                  <a:pt x="496879" y="93826"/>
                  <a:pt x="499453" y="92297"/>
                  <a:pt x="501886" y="90139"/>
                </a:cubicBezTo>
                <a:cubicBezTo>
                  <a:pt x="504319" y="87978"/>
                  <a:pt x="506525" y="86898"/>
                  <a:pt x="508505" y="86898"/>
                </a:cubicBezTo>
                <a:cubicBezTo>
                  <a:pt x="510881" y="86898"/>
                  <a:pt x="512932" y="87775"/>
                  <a:pt x="514658" y="89529"/>
                </a:cubicBezTo>
                <a:cubicBezTo>
                  <a:pt x="516383" y="91282"/>
                  <a:pt x="517246" y="93347"/>
                  <a:pt x="517246" y="95724"/>
                </a:cubicBezTo>
                <a:cubicBezTo>
                  <a:pt x="517246" y="99571"/>
                  <a:pt x="514615" y="103220"/>
                  <a:pt x="509354" y="106671"/>
                </a:cubicBezTo>
                <a:cubicBezTo>
                  <a:pt x="501547" y="111819"/>
                  <a:pt x="490119" y="114393"/>
                  <a:pt x="475070" y="114393"/>
                </a:cubicBezTo>
                <a:cubicBezTo>
                  <a:pt x="461549" y="114393"/>
                  <a:pt x="451026" y="111595"/>
                  <a:pt x="443501" y="106000"/>
                </a:cubicBezTo>
                <a:cubicBezTo>
                  <a:pt x="433318" y="98484"/>
                  <a:pt x="428226" y="88198"/>
                  <a:pt x="428226" y="75142"/>
                </a:cubicBezTo>
                <a:cubicBezTo>
                  <a:pt x="428226" y="62766"/>
                  <a:pt x="432356" y="52524"/>
                  <a:pt x="440616" y="44414"/>
                </a:cubicBezTo>
                <a:cubicBezTo>
                  <a:pt x="448876" y="36303"/>
                  <a:pt x="459653" y="32247"/>
                  <a:pt x="472948" y="32247"/>
                </a:cubicBezTo>
                <a:cubicBezTo>
                  <a:pt x="477757" y="32247"/>
                  <a:pt x="482226" y="32700"/>
                  <a:pt x="486356" y="33605"/>
                </a:cubicBezTo>
                <a:cubicBezTo>
                  <a:pt x="490486" y="34510"/>
                  <a:pt x="494305" y="35868"/>
                  <a:pt x="497813" y="37678"/>
                </a:cubicBezTo>
                <a:close/>
                <a:moveTo>
                  <a:pt x="570691" y="52105"/>
                </a:moveTo>
                <a:lnTo>
                  <a:pt x="570691" y="86787"/>
                </a:lnTo>
                <a:cubicBezTo>
                  <a:pt x="570691" y="90499"/>
                  <a:pt x="571455" y="92946"/>
                  <a:pt x="572983" y="94127"/>
                </a:cubicBezTo>
                <a:cubicBezTo>
                  <a:pt x="575359" y="95983"/>
                  <a:pt x="579602" y="96912"/>
                  <a:pt x="585712" y="96912"/>
                </a:cubicBezTo>
                <a:cubicBezTo>
                  <a:pt x="594594" y="96912"/>
                  <a:pt x="602797" y="94996"/>
                  <a:pt x="610322" y="91165"/>
                </a:cubicBezTo>
                <a:cubicBezTo>
                  <a:pt x="613207" y="89678"/>
                  <a:pt x="615470" y="88935"/>
                  <a:pt x="617110" y="88935"/>
                </a:cubicBezTo>
                <a:cubicBezTo>
                  <a:pt x="619373" y="88935"/>
                  <a:pt x="621339" y="89789"/>
                  <a:pt x="623008" y="91499"/>
                </a:cubicBezTo>
                <a:cubicBezTo>
                  <a:pt x="624677" y="93207"/>
                  <a:pt x="625512" y="95285"/>
                  <a:pt x="625512" y="97734"/>
                </a:cubicBezTo>
                <a:cubicBezTo>
                  <a:pt x="625512" y="100013"/>
                  <a:pt x="624607" y="101978"/>
                  <a:pt x="622796" y="103629"/>
                </a:cubicBezTo>
                <a:cubicBezTo>
                  <a:pt x="620024" y="106306"/>
                  <a:pt x="614550" y="108769"/>
                  <a:pt x="606375" y="111020"/>
                </a:cubicBezTo>
                <a:cubicBezTo>
                  <a:pt x="598201" y="113269"/>
                  <a:pt x="591313" y="114393"/>
                  <a:pt x="585712" y="114393"/>
                </a:cubicBezTo>
                <a:cubicBezTo>
                  <a:pt x="574906" y="114393"/>
                  <a:pt x="566802" y="112066"/>
                  <a:pt x="561399" y="107411"/>
                </a:cubicBezTo>
                <a:cubicBezTo>
                  <a:pt x="555996" y="102756"/>
                  <a:pt x="553295" y="97043"/>
                  <a:pt x="553295" y="90274"/>
                </a:cubicBezTo>
                <a:lnTo>
                  <a:pt x="553295" y="52105"/>
                </a:lnTo>
                <a:lnTo>
                  <a:pt x="547015" y="52105"/>
                </a:lnTo>
                <a:cubicBezTo>
                  <a:pt x="542829" y="52105"/>
                  <a:pt x="539844" y="51295"/>
                  <a:pt x="538062" y="49676"/>
                </a:cubicBezTo>
                <a:cubicBezTo>
                  <a:pt x="536280" y="48054"/>
                  <a:pt x="535389" y="45936"/>
                  <a:pt x="535389" y="43322"/>
                </a:cubicBezTo>
                <a:cubicBezTo>
                  <a:pt x="535389" y="40763"/>
                  <a:pt x="536280" y="38675"/>
                  <a:pt x="538062" y="37055"/>
                </a:cubicBezTo>
                <a:cubicBezTo>
                  <a:pt x="539844" y="35434"/>
                  <a:pt x="542829" y="34623"/>
                  <a:pt x="547015" y="34623"/>
                </a:cubicBezTo>
                <a:lnTo>
                  <a:pt x="553295" y="34623"/>
                </a:lnTo>
                <a:lnTo>
                  <a:pt x="553295" y="18924"/>
                </a:lnTo>
                <a:cubicBezTo>
                  <a:pt x="553295" y="14738"/>
                  <a:pt x="554101" y="11753"/>
                  <a:pt x="555713" y="9971"/>
                </a:cubicBezTo>
                <a:cubicBezTo>
                  <a:pt x="557326" y="8189"/>
                  <a:pt x="559433" y="7298"/>
                  <a:pt x="562035" y="7298"/>
                </a:cubicBezTo>
                <a:cubicBezTo>
                  <a:pt x="564581" y="7298"/>
                  <a:pt x="566660" y="8189"/>
                  <a:pt x="568273" y="9971"/>
                </a:cubicBezTo>
                <a:cubicBezTo>
                  <a:pt x="569885" y="11753"/>
                  <a:pt x="570691" y="14738"/>
                  <a:pt x="570691" y="18924"/>
                </a:cubicBezTo>
                <a:lnTo>
                  <a:pt x="570691" y="34623"/>
                </a:lnTo>
                <a:lnTo>
                  <a:pt x="602854" y="34623"/>
                </a:lnTo>
                <a:cubicBezTo>
                  <a:pt x="607040" y="34623"/>
                  <a:pt x="610025" y="35434"/>
                  <a:pt x="611807" y="37055"/>
                </a:cubicBezTo>
                <a:cubicBezTo>
                  <a:pt x="613589" y="38675"/>
                  <a:pt x="614480" y="40792"/>
                  <a:pt x="614480" y="43407"/>
                </a:cubicBezTo>
                <a:cubicBezTo>
                  <a:pt x="614480" y="45965"/>
                  <a:pt x="613589" y="48054"/>
                  <a:pt x="611807" y="49676"/>
                </a:cubicBezTo>
                <a:cubicBezTo>
                  <a:pt x="610025" y="51295"/>
                  <a:pt x="607040" y="52105"/>
                  <a:pt x="602854" y="52105"/>
                </a:cubicBezTo>
                <a:lnTo>
                  <a:pt x="570691" y="52105"/>
                </a:lnTo>
                <a:close/>
                <a:moveTo>
                  <a:pt x="692395" y="71634"/>
                </a:moveTo>
                <a:lnTo>
                  <a:pt x="718672" y="94196"/>
                </a:lnTo>
                <a:cubicBezTo>
                  <a:pt x="721841" y="94366"/>
                  <a:pt x="724217" y="95261"/>
                  <a:pt x="725801" y="96882"/>
                </a:cubicBezTo>
                <a:cubicBezTo>
                  <a:pt x="727385" y="98502"/>
                  <a:pt x="728177" y="100534"/>
                  <a:pt x="728177" y="102979"/>
                </a:cubicBezTo>
                <a:cubicBezTo>
                  <a:pt x="728177" y="105537"/>
                  <a:pt x="727286" y="107627"/>
                  <a:pt x="725504" y="109248"/>
                </a:cubicBezTo>
                <a:cubicBezTo>
                  <a:pt x="723722" y="110868"/>
                  <a:pt x="720737" y="111677"/>
                  <a:pt x="716551" y="111677"/>
                </a:cubicBezTo>
                <a:lnTo>
                  <a:pt x="696778" y="111677"/>
                </a:lnTo>
                <a:cubicBezTo>
                  <a:pt x="692592" y="111677"/>
                  <a:pt x="689607" y="110868"/>
                  <a:pt x="687825" y="109248"/>
                </a:cubicBezTo>
                <a:cubicBezTo>
                  <a:pt x="686043" y="107627"/>
                  <a:pt x="685152" y="105481"/>
                  <a:pt x="685152" y="102809"/>
                </a:cubicBezTo>
                <a:cubicBezTo>
                  <a:pt x="685152" y="100762"/>
                  <a:pt x="685789" y="98957"/>
                  <a:pt x="687062" y="97394"/>
                </a:cubicBezTo>
                <a:cubicBezTo>
                  <a:pt x="688335" y="95831"/>
                  <a:pt x="690074" y="94765"/>
                  <a:pt x="692281" y="94196"/>
                </a:cubicBezTo>
                <a:lnTo>
                  <a:pt x="679180" y="82955"/>
                </a:lnTo>
                <a:lnTo>
                  <a:pt x="666058" y="94196"/>
                </a:lnTo>
                <a:cubicBezTo>
                  <a:pt x="668717" y="94878"/>
                  <a:pt x="670627" y="95930"/>
                  <a:pt x="671787" y="97352"/>
                </a:cubicBezTo>
                <a:cubicBezTo>
                  <a:pt x="672946" y="98773"/>
                  <a:pt x="673526" y="100592"/>
                  <a:pt x="673526" y="102809"/>
                </a:cubicBezTo>
                <a:cubicBezTo>
                  <a:pt x="673526" y="105481"/>
                  <a:pt x="672649" y="107627"/>
                  <a:pt x="670896" y="109248"/>
                </a:cubicBezTo>
                <a:cubicBezTo>
                  <a:pt x="669142" y="110868"/>
                  <a:pt x="666172" y="111677"/>
                  <a:pt x="661985" y="111677"/>
                </a:cubicBezTo>
                <a:lnTo>
                  <a:pt x="642382" y="111677"/>
                </a:lnTo>
                <a:cubicBezTo>
                  <a:pt x="638196" y="111677"/>
                  <a:pt x="635211" y="110868"/>
                  <a:pt x="633429" y="109248"/>
                </a:cubicBezTo>
                <a:cubicBezTo>
                  <a:pt x="631647" y="107627"/>
                  <a:pt x="630756" y="105509"/>
                  <a:pt x="630756" y="102894"/>
                </a:cubicBezTo>
                <a:cubicBezTo>
                  <a:pt x="630756" y="100506"/>
                  <a:pt x="631548" y="98502"/>
                  <a:pt x="633132" y="96882"/>
                </a:cubicBezTo>
                <a:cubicBezTo>
                  <a:pt x="634716" y="95261"/>
                  <a:pt x="637092" y="94366"/>
                  <a:pt x="640261" y="94196"/>
                </a:cubicBezTo>
                <a:lnTo>
                  <a:pt x="666122" y="71750"/>
                </a:lnTo>
                <a:lnTo>
                  <a:pt x="643231" y="52105"/>
                </a:lnTo>
                <a:cubicBezTo>
                  <a:pt x="640232" y="51877"/>
                  <a:pt x="637955" y="50953"/>
                  <a:pt x="636399" y="49334"/>
                </a:cubicBezTo>
                <a:cubicBezTo>
                  <a:pt x="634844" y="47712"/>
                  <a:pt x="634066" y="45708"/>
                  <a:pt x="634066" y="43322"/>
                </a:cubicBezTo>
                <a:cubicBezTo>
                  <a:pt x="634066" y="40763"/>
                  <a:pt x="634957" y="38675"/>
                  <a:pt x="636739" y="37055"/>
                </a:cubicBezTo>
                <a:cubicBezTo>
                  <a:pt x="638521" y="35434"/>
                  <a:pt x="641505" y="34623"/>
                  <a:pt x="645692" y="34623"/>
                </a:cubicBezTo>
                <a:lnTo>
                  <a:pt x="661985" y="34623"/>
                </a:lnTo>
                <a:cubicBezTo>
                  <a:pt x="666172" y="34623"/>
                  <a:pt x="669156" y="35434"/>
                  <a:pt x="670938" y="37055"/>
                </a:cubicBezTo>
                <a:cubicBezTo>
                  <a:pt x="672720" y="38675"/>
                  <a:pt x="673611" y="40735"/>
                  <a:pt x="673611" y="43237"/>
                </a:cubicBezTo>
                <a:cubicBezTo>
                  <a:pt x="673611" y="46592"/>
                  <a:pt x="672027" y="49322"/>
                  <a:pt x="668859" y="51426"/>
                </a:cubicBezTo>
                <a:lnTo>
                  <a:pt x="679254" y="60352"/>
                </a:lnTo>
                <a:lnTo>
                  <a:pt x="689735" y="51256"/>
                </a:lnTo>
                <a:cubicBezTo>
                  <a:pt x="686623" y="49039"/>
                  <a:pt x="685067" y="46480"/>
                  <a:pt x="685067" y="43579"/>
                </a:cubicBezTo>
                <a:cubicBezTo>
                  <a:pt x="685067" y="40849"/>
                  <a:pt x="685958" y="38675"/>
                  <a:pt x="687741" y="37055"/>
                </a:cubicBezTo>
                <a:cubicBezTo>
                  <a:pt x="689523" y="35434"/>
                  <a:pt x="692507" y="34623"/>
                  <a:pt x="696693" y="34623"/>
                </a:cubicBezTo>
                <a:lnTo>
                  <a:pt x="712817" y="34623"/>
                </a:lnTo>
                <a:cubicBezTo>
                  <a:pt x="717004" y="34623"/>
                  <a:pt x="719988" y="35434"/>
                  <a:pt x="721770" y="37055"/>
                </a:cubicBezTo>
                <a:cubicBezTo>
                  <a:pt x="723552" y="38675"/>
                  <a:pt x="724443" y="40792"/>
                  <a:pt x="724443" y="43407"/>
                </a:cubicBezTo>
                <a:cubicBezTo>
                  <a:pt x="724443" y="45737"/>
                  <a:pt x="723665" y="47712"/>
                  <a:pt x="722109" y="49334"/>
                </a:cubicBezTo>
                <a:cubicBezTo>
                  <a:pt x="720554" y="50953"/>
                  <a:pt x="718248" y="51877"/>
                  <a:pt x="715193" y="52105"/>
                </a:cubicBezTo>
                <a:lnTo>
                  <a:pt x="692395" y="71634"/>
                </a:lnTo>
                <a:close/>
                <a:moveTo>
                  <a:pt x="779246" y="52105"/>
                </a:moveTo>
                <a:lnTo>
                  <a:pt x="779246" y="86787"/>
                </a:lnTo>
                <a:cubicBezTo>
                  <a:pt x="779246" y="90499"/>
                  <a:pt x="780010" y="92946"/>
                  <a:pt x="781537" y="94127"/>
                </a:cubicBezTo>
                <a:cubicBezTo>
                  <a:pt x="783914" y="95983"/>
                  <a:pt x="788157" y="96912"/>
                  <a:pt x="794267" y="96912"/>
                </a:cubicBezTo>
                <a:cubicBezTo>
                  <a:pt x="803149" y="96912"/>
                  <a:pt x="811352" y="94996"/>
                  <a:pt x="818876" y="91165"/>
                </a:cubicBezTo>
                <a:cubicBezTo>
                  <a:pt x="821762" y="89678"/>
                  <a:pt x="824025" y="88935"/>
                  <a:pt x="825665" y="88935"/>
                </a:cubicBezTo>
                <a:cubicBezTo>
                  <a:pt x="827928" y="88935"/>
                  <a:pt x="829894" y="89789"/>
                  <a:pt x="831563" y="91499"/>
                </a:cubicBezTo>
                <a:cubicBezTo>
                  <a:pt x="833232" y="93207"/>
                  <a:pt x="834067" y="95285"/>
                  <a:pt x="834067" y="97734"/>
                </a:cubicBezTo>
                <a:cubicBezTo>
                  <a:pt x="834067" y="100013"/>
                  <a:pt x="833161" y="101978"/>
                  <a:pt x="831351" y="103629"/>
                </a:cubicBezTo>
                <a:cubicBezTo>
                  <a:pt x="828579" y="106306"/>
                  <a:pt x="823105" y="108769"/>
                  <a:pt x="814930" y="111020"/>
                </a:cubicBezTo>
                <a:cubicBezTo>
                  <a:pt x="806755" y="113269"/>
                  <a:pt x="799868" y="114393"/>
                  <a:pt x="794267" y="114393"/>
                </a:cubicBezTo>
                <a:cubicBezTo>
                  <a:pt x="783461" y="114393"/>
                  <a:pt x="775357" y="112066"/>
                  <a:pt x="769954" y="107411"/>
                </a:cubicBezTo>
                <a:cubicBezTo>
                  <a:pt x="764551" y="102756"/>
                  <a:pt x="761850" y="97043"/>
                  <a:pt x="761850" y="90274"/>
                </a:cubicBezTo>
                <a:lnTo>
                  <a:pt x="761850" y="52105"/>
                </a:lnTo>
                <a:lnTo>
                  <a:pt x="755570" y="52105"/>
                </a:lnTo>
                <a:cubicBezTo>
                  <a:pt x="751383" y="52105"/>
                  <a:pt x="748399" y="51295"/>
                  <a:pt x="746617" y="49676"/>
                </a:cubicBezTo>
                <a:cubicBezTo>
                  <a:pt x="744835" y="48054"/>
                  <a:pt x="743944" y="45936"/>
                  <a:pt x="743944" y="43322"/>
                </a:cubicBezTo>
                <a:cubicBezTo>
                  <a:pt x="743944" y="40763"/>
                  <a:pt x="744835" y="38675"/>
                  <a:pt x="746617" y="37055"/>
                </a:cubicBezTo>
                <a:cubicBezTo>
                  <a:pt x="748399" y="35434"/>
                  <a:pt x="751383" y="34623"/>
                  <a:pt x="755570" y="34623"/>
                </a:cubicBezTo>
                <a:lnTo>
                  <a:pt x="761850" y="34623"/>
                </a:lnTo>
                <a:lnTo>
                  <a:pt x="761850" y="18924"/>
                </a:lnTo>
                <a:cubicBezTo>
                  <a:pt x="761850" y="14738"/>
                  <a:pt x="762656" y="11753"/>
                  <a:pt x="764268" y="9971"/>
                </a:cubicBezTo>
                <a:cubicBezTo>
                  <a:pt x="765881" y="8189"/>
                  <a:pt x="767988" y="7298"/>
                  <a:pt x="770590" y="7298"/>
                </a:cubicBezTo>
                <a:cubicBezTo>
                  <a:pt x="773136" y="7298"/>
                  <a:pt x="775215" y="8189"/>
                  <a:pt x="776828" y="9971"/>
                </a:cubicBezTo>
                <a:cubicBezTo>
                  <a:pt x="778440" y="11753"/>
                  <a:pt x="779246" y="14738"/>
                  <a:pt x="779246" y="18924"/>
                </a:cubicBezTo>
                <a:lnTo>
                  <a:pt x="779246" y="34623"/>
                </a:lnTo>
                <a:lnTo>
                  <a:pt x="811409" y="34623"/>
                </a:lnTo>
                <a:cubicBezTo>
                  <a:pt x="815595" y="34623"/>
                  <a:pt x="818579" y="35434"/>
                  <a:pt x="820362" y="37055"/>
                </a:cubicBezTo>
                <a:cubicBezTo>
                  <a:pt x="822144" y="38675"/>
                  <a:pt x="823035" y="40792"/>
                  <a:pt x="823035" y="43407"/>
                </a:cubicBezTo>
                <a:cubicBezTo>
                  <a:pt x="823035" y="45965"/>
                  <a:pt x="822144" y="48054"/>
                  <a:pt x="820362" y="49676"/>
                </a:cubicBezTo>
                <a:cubicBezTo>
                  <a:pt x="818579" y="51295"/>
                  <a:pt x="815595" y="52105"/>
                  <a:pt x="811409" y="52105"/>
                </a:cubicBezTo>
                <a:lnTo>
                  <a:pt x="779246" y="52105"/>
                </a:lnTo>
                <a:close/>
                <a:moveTo>
                  <a:pt x="924257" y="70265"/>
                </a:moveTo>
                <a:lnTo>
                  <a:pt x="851616" y="70265"/>
                </a:lnTo>
                <a:lnTo>
                  <a:pt x="851616" y="54311"/>
                </a:lnTo>
                <a:lnTo>
                  <a:pt x="924257" y="54311"/>
                </a:lnTo>
                <a:lnTo>
                  <a:pt x="924257" y="70265"/>
                </a:lnTo>
                <a:close/>
                <a:moveTo>
                  <a:pt x="1010459" y="62010"/>
                </a:moveTo>
                <a:lnTo>
                  <a:pt x="954111" y="30704"/>
                </a:lnTo>
                <a:cubicBezTo>
                  <a:pt x="951282" y="29129"/>
                  <a:pt x="949401" y="27722"/>
                  <a:pt x="948468" y="26485"/>
                </a:cubicBezTo>
                <a:cubicBezTo>
                  <a:pt x="947534" y="25247"/>
                  <a:pt x="947068" y="23672"/>
                  <a:pt x="947068" y="21759"/>
                </a:cubicBezTo>
                <a:cubicBezTo>
                  <a:pt x="947068" y="19340"/>
                  <a:pt x="947945" y="17260"/>
                  <a:pt x="949698" y="15516"/>
                </a:cubicBezTo>
                <a:cubicBezTo>
                  <a:pt x="951452" y="13771"/>
                  <a:pt x="953517" y="12899"/>
                  <a:pt x="955893" y="12899"/>
                </a:cubicBezTo>
                <a:cubicBezTo>
                  <a:pt x="957364" y="12899"/>
                  <a:pt x="959627" y="13719"/>
                  <a:pt x="962682" y="15360"/>
                </a:cubicBezTo>
                <a:lnTo>
                  <a:pt x="1046610" y="62034"/>
                </a:lnTo>
                <a:lnTo>
                  <a:pt x="962682" y="108787"/>
                </a:lnTo>
                <a:cubicBezTo>
                  <a:pt x="959627" y="110488"/>
                  <a:pt x="957364" y="111338"/>
                  <a:pt x="955893" y="111338"/>
                </a:cubicBezTo>
                <a:cubicBezTo>
                  <a:pt x="953517" y="111338"/>
                  <a:pt x="951452" y="110466"/>
                  <a:pt x="949698" y="108723"/>
                </a:cubicBezTo>
                <a:cubicBezTo>
                  <a:pt x="947945" y="106980"/>
                  <a:pt x="947068" y="104871"/>
                  <a:pt x="947068" y="102396"/>
                </a:cubicBezTo>
                <a:cubicBezTo>
                  <a:pt x="947068" y="100485"/>
                  <a:pt x="947534" y="98911"/>
                  <a:pt x="948468" y="97675"/>
                </a:cubicBezTo>
                <a:cubicBezTo>
                  <a:pt x="949401" y="96438"/>
                  <a:pt x="951282" y="95031"/>
                  <a:pt x="954111" y="93456"/>
                </a:cubicBezTo>
                <a:lnTo>
                  <a:pt x="1010459" y="62010"/>
                </a:lnTo>
                <a:close/>
                <a:moveTo>
                  <a:pt x="1092757" y="34623"/>
                </a:moveTo>
                <a:lnTo>
                  <a:pt x="1092757" y="45486"/>
                </a:lnTo>
                <a:cubicBezTo>
                  <a:pt x="1100055" y="40191"/>
                  <a:pt x="1105812" y="36661"/>
                  <a:pt x="1110026" y="34897"/>
                </a:cubicBezTo>
                <a:cubicBezTo>
                  <a:pt x="1114241" y="33130"/>
                  <a:pt x="1118187" y="32247"/>
                  <a:pt x="1121865" y="32247"/>
                </a:cubicBezTo>
                <a:cubicBezTo>
                  <a:pt x="1127522" y="32247"/>
                  <a:pt x="1133010" y="34348"/>
                  <a:pt x="1138328" y="38548"/>
                </a:cubicBezTo>
                <a:cubicBezTo>
                  <a:pt x="1141948" y="41388"/>
                  <a:pt x="1143759" y="44283"/>
                  <a:pt x="1143759" y="47236"/>
                </a:cubicBezTo>
                <a:cubicBezTo>
                  <a:pt x="1143759" y="49734"/>
                  <a:pt x="1142896" y="51849"/>
                  <a:pt x="1141170" y="53582"/>
                </a:cubicBezTo>
                <a:cubicBezTo>
                  <a:pt x="1139445" y="55313"/>
                  <a:pt x="1137366" y="56178"/>
                  <a:pt x="1134933" y="56178"/>
                </a:cubicBezTo>
                <a:cubicBezTo>
                  <a:pt x="1132783" y="56178"/>
                  <a:pt x="1130520" y="55103"/>
                  <a:pt x="1128144" y="52953"/>
                </a:cubicBezTo>
                <a:cubicBezTo>
                  <a:pt x="1125768" y="50804"/>
                  <a:pt x="1123647" y="49729"/>
                  <a:pt x="1121780" y="49729"/>
                </a:cubicBezTo>
                <a:cubicBezTo>
                  <a:pt x="1119347" y="49729"/>
                  <a:pt x="1115712" y="51256"/>
                  <a:pt x="1110875" y="54311"/>
                </a:cubicBezTo>
                <a:cubicBezTo>
                  <a:pt x="1106038" y="57366"/>
                  <a:pt x="1099999" y="61949"/>
                  <a:pt x="1092757" y="68059"/>
                </a:cubicBezTo>
                <a:lnTo>
                  <a:pt x="1092757" y="94196"/>
                </a:lnTo>
                <a:lnTo>
                  <a:pt x="1117537" y="94196"/>
                </a:lnTo>
                <a:cubicBezTo>
                  <a:pt x="1121723" y="94196"/>
                  <a:pt x="1124707" y="95002"/>
                  <a:pt x="1126489" y="96615"/>
                </a:cubicBezTo>
                <a:cubicBezTo>
                  <a:pt x="1128272" y="98227"/>
                  <a:pt x="1129163" y="100334"/>
                  <a:pt x="1129163" y="102937"/>
                </a:cubicBezTo>
                <a:cubicBezTo>
                  <a:pt x="1129163" y="105539"/>
                  <a:pt x="1128272" y="107647"/>
                  <a:pt x="1126489" y="109259"/>
                </a:cubicBezTo>
                <a:cubicBezTo>
                  <a:pt x="1124707" y="110871"/>
                  <a:pt x="1121723" y="111677"/>
                  <a:pt x="1117537" y="111677"/>
                </a:cubicBezTo>
                <a:lnTo>
                  <a:pt x="1065007" y="111677"/>
                </a:lnTo>
                <a:cubicBezTo>
                  <a:pt x="1060821" y="111677"/>
                  <a:pt x="1057837" y="110857"/>
                  <a:pt x="1056055" y="109217"/>
                </a:cubicBezTo>
                <a:cubicBezTo>
                  <a:pt x="1054272" y="107576"/>
                  <a:pt x="1053381" y="105454"/>
                  <a:pt x="1053381" y="102852"/>
                </a:cubicBezTo>
                <a:cubicBezTo>
                  <a:pt x="1053381" y="100249"/>
                  <a:pt x="1054272" y="98156"/>
                  <a:pt x="1056055" y="96572"/>
                </a:cubicBezTo>
                <a:cubicBezTo>
                  <a:pt x="1057837" y="94988"/>
                  <a:pt x="1060821" y="94196"/>
                  <a:pt x="1065007" y="94196"/>
                </a:cubicBezTo>
                <a:lnTo>
                  <a:pt x="1075361" y="94196"/>
                </a:lnTo>
                <a:lnTo>
                  <a:pt x="1075361" y="52105"/>
                </a:lnTo>
                <a:lnTo>
                  <a:pt x="1069081" y="52105"/>
                </a:lnTo>
                <a:cubicBezTo>
                  <a:pt x="1064894" y="52105"/>
                  <a:pt x="1061910" y="51285"/>
                  <a:pt x="1060128" y="49644"/>
                </a:cubicBezTo>
                <a:cubicBezTo>
                  <a:pt x="1058346" y="48003"/>
                  <a:pt x="1057455" y="45882"/>
                  <a:pt x="1057455" y="43279"/>
                </a:cubicBezTo>
                <a:cubicBezTo>
                  <a:pt x="1057455" y="40677"/>
                  <a:pt x="1058346" y="38584"/>
                  <a:pt x="1060128" y="37000"/>
                </a:cubicBezTo>
                <a:cubicBezTo>
                  <a:pt x="1061910" y="35415"/>
                  <a:pt x="1064894" y="34623"/>
                  <a:pt x="1069081" y="34623"/>
                </a:cubicBezTo>
                <a:lnTo>
                  <a:pt x="1092757" y="34623"/>
                </a:lnTo>
                <a:close/>
                <a:moveTo>
                  <a:pt x="1240569" y="1527"/>
                </a:moveTo>
                <a:lnTo>
                  <a:pt x="1240569" y="94196"/>
                </a:lnTo>
                <a:lnTo>
                  <a:pt x="1243539" y="94196"/>
                </a:lnTo>
                <a:cubicBezTo>
                  <a:pt x="1247669" y="94196"/>
                  <a:pt x="1250639" y="95002"/>
                  <a:pt x="1252449" y="96615"/>
                </a:cubicBezTo>
                <a:cubicBezTo>
                  <a:pt x="1254259" y="98227"/>
                  <a:pt x="1255165" y="100334"/>
                  <a:pt x="1255165" y="102937"/>
                </a:cubicBezTo>
                <a:cubicBezTo>
                  <a:pt x="1255165" y="105539"/>
                  <a:pt x="1254274" y="107647"/>
                  <a:pt x="1252492" y="109259"/>
                </a:cubicBezTo>
                <a:cubicBezTo>
                  <a:pt x="1250709" y="110871"/>
                  <a:pt x="1247725" y="111677"/>
                  <a:pt x="1243539" y="111677"/>
                </a:cubicBezTo>
                <a:lnTo>
                  <a:pt x="1223172" y="111677"/>
                </a:lnTo>
                <a:lnTo>
                  <a:pt x="1223172" y="107434"/>
                </a:lnTo>
                <a:cubicBezTo>
                  <a:pt x="1219212" y="109726"/>
                  <a:pt x="1215068" y="111458"/>
                  <a:pt x="1210740" y="112632"/>
                </a:cubicBezTo>
                <a:cubicBezTo>
                  <a:pt x="1206412" y="113806"/>
                  <a:pt x="1201928" y="114393"/>
                  <a:pt x="1197289" y="114393"/>
                </a:cubicBezTo>
                <a:cubicBezTo>
                  <a:pt x="1184221" y="114393"/>
                  <a:pt x="1173698" y="110617"/>
                  <a:pt x="1165721" y="103064"/>
                </a:cubicBezTo>
                <a:cubicBezTo>
                  <a:pt x="1157744" y="95511"/>
                  <a:pt x="1153755" y="86106"/>
                  <a:pt x="1153755" y="74848"/>
                </a:cubicBezTo>
                <a:cubicBezTo>
                  <a:pt x="1153755" y="63080"/>
                  <a:pt x="1157942" y="53038"/>
                  <a:pt x="1166315" y="44722"/>
                </a:cubicBezTo>
                <a:cubicBezTo>
                  <a:pt x="1174688" y="36405"/>
                  <a:pt x="1184900" y="32247"/>
                  <a:pt x="1196950" y="32247"/>
                </a:cubicBezTo>
                <a:cubicBezTo>
                  <a:pt x="1201476" y="32247"/>
                  <a:pt x="1205917" y="32944"/>
                  <a:pt x="1210273" y="34337"/>
                </a:cubicBezTo>
                <a:cubicBezTo>
                  <a:pt x="1214629" y="35730"/>
                  <a:pt x="1218929" y="37819"/>
                  <a:pt x="1223172" y="40603"/>
                </a:cubicBezTo>
                <a:lnTo>
                  <a:pt x="1223172" y="19009"/>
                </a:lnTo>
                <a:lnTo>
                  <a:pt x="1220202" y="19009"/>
                </a:lnTo>
                <a:cubicBezTo>
                  <a:pt x="1216015" y="19009"/>
                  <a:pt x="1213031" y="18203"/>
                  <a:pt x="1211249" y="16590"/>
                </a:cubicBezTo>
                <a:cubicBezTo>
                  <a:pt x="1209467" y="14978"/>
                  <a:pt x="1208576" y="12871"/>
                  <a:pt x="1208576" y="10268"/>
                </a:cubicBezTo>
                <a:cubicBezTo>
                  <a:pt x="1208576" y="7666"/>
                  <a:pt x="1209467" y="5558"/>
                  <a:pt x="1211249" y="3946"/>
                </a:cubicBezTo>
                <a:cubicBezTo>
                  <a:pt x="1213031" y="2334"/>
                  <a:pt x="1216015" y="1527"/>
                  <a:pt x="1220202" y="1527"/>
                </a:cubicBezTo>
                <a:lnTo>
                  <a:pt x="1240569" y="1527"/>
                </a:lnTo>
                <a:moveTo>
                  <a:pt x="1223172" y="75349"/>
                </a:moveTo>
                <a:cubicBezTo>
                  <a:pt x="1223172" y="68190"/>
                  <a:pt x="1220654" y="62131"/>
                  <a:pt x="1215619" y="57170"/>
                </a:cubicBezTo>
                <a:cubicBezTo>
                  <a:pt x="1210584" y="52209"/>
                  <a:pt x="1204418" y="49729"/>
                  <a:pt x="1197120" y="49729"/>
                </a:cubicBezTo>
                <a:cubicBezTo>
                  <a:pt x="1189878" y="49729"/>
                  <a:pt x="1183740" y="52209"/>
                  <a:pt x="1178705" y="57170"/>
                </a:cubicBezTo>
                <a:cubicBezTo>
                  <a:pt x="1173670" y="62131"/>
                  <a:pt x="1171152" y="68107"/>
                  <a:pt x="1171152" y="75097"/>
                </a:cubicBezTo>
                <a:cubicBezTo>
                  <a:pt x="1171152" y="81467"/>
                  <a:pt x="1173415" y="86696"/>
                  <a:pt x="1177941" y="90783"/>
                </a:cubicBezTo>
                <a:cubicBezTo>
                  <a:pt x="1182467" y="94869"/>
                  <a:pt x="1188860" y="96912"/>
                  <a:pt x="1197120" y="96912"/>
                </a:cubicBezTo>
                <a:cubicBezTo>
                  <a:pt x="1205323" y="96912"/>
                  <a:pt x="1211716" y="94869"/>
                  <a:pt x="1216298" y="90783"/>
                </a:cubicBezTo>
                <a:cubicBezTo>
                  <a:pt x="1220881" y="86696"/>
                  <a:pt x="1223172" y="81551"/>
                  <a:pt x="1223172" y="75349"/>
                </a:cubicBezTo>
                <a:close/>
                <a:moveTo>
                  <a:pt x="1311156" y="1527"/>
                </a:moveTo>
                <a:lnTo>
                  <a:pt x="1311156" y="20027"/>
                </a:lnTo>
                <a:lnTo>
                  <a:pt x="1290450" y="20027"/>
                </a:lnTo>
                <a:lnTo>
                  <a:pt x="1290450" y="1527"/>
                </a:lnTo>
                <a:lnTo>
                  <a:pt x="1311156" y="1527"/>
                </a:lnTo>
                <a:moveTo>
                  <a:pt x="1313532" y="34623"/>
                </a:moveTo>
                <a:lnTo>
                  <a:pt x="1313532" y="94196"/>
                </a:lnTo>
                <a:lnTo>
                  <a:pt x="1334408" y="94196"/>
                </a:lnTo>
                <a:cubicBezTo>
                  <a:pt x="1338594" y="94196"/>
                  <a:pt x="1341579" y="95002"/>
                  <a:pt x="1343361" y="96615"/>
                </a:cubicBezTo>
                <a:cubicBezTo>
                  <a:pt x="1345143" y="98227"/>
                  <a:pt x="1346034" y="100334"/>
                  <a:pt x="1346034" y="102937"/>
                </a:cubicBezTo>
                <a:cubicBezTo>
                  <a:pt x="1346034" y="105539"/>
                  <a:pt x="1345143" y="107647"/>
                  <a:pt x="1343361" y="109259"/>
                </a:cubicBezTo>
                <a:cubicBezTo>
                  <a:pt x="1341579" y="110871"/>
                  <a:pt x="1338594" y="111677"/>
                  <a:pt x="1334408" y="111677"/>
                </a:cubicBezTo>
                <a:lnTo>
                  <a:pt x="1275260" y="111677"/>
                </a:lnTo>
                <a:cubicBezTo>
                  <a:pt x="1271073" y="111677"/>
                  <a:pt x="1268089" y="110857"/>
                  <a:pt x="1266307" y="109217"/>
                </a:cubicBezTo>
                <a:cubicBezTo>
                  <a:pt x="1264525" y="107576"/>
                  <a:pt x="1263634" y="105454"/>
                  <a:pt x="1263634" y="102852"/>
                </a:cubicBezTo>
                <a:cubicBezTo>
                  <a:pt x="1263634" y="100249"/>
                  <a:pt x="1264525" y="98156"/>
                  <a:pt x="1266307" y="96572"/>
                </a:cubicBezTo>
                <a:cubicBezTo>
                  <a:pt x="1268089" y="94988"/>
                  <a:pt x="1271073" y="94196"/>
                  <a:pt x="1275260" y="94196"/>
                </a:cubicBezTo>
                <a:lnTo>
                  <a:pt x="1296135" y="94196"/>
                </a:lnTo>
                <a:lnTo>
                  <a:pt x="1296135" y="52105"/>
                </a:lnTo>
                <a:lnTo>
                  <a:pt x="1282133" y="52105"/>
                </a:lnTo>
                <a:cubicBezTo>
                  <a:pt x="1278003" y="52105"/>
                  <a:pt x="1275033" y="51285"/>
                  <a:pt x="1273223" y="49644"/>
                </a:cubicBezTo>
                <a:cubicBezTo>
                  <a:pt x="1271413" y="48003"/>
                  <a:pt x="1270507" y="45882"/>
                  <a:pt x="1270507" y="43279"/>
                </a:cubicBezTo>
                <a:cubicBezTo>
                  <a:pt x="1270507" y="40677"/>
                  <a:pt x="1271398" y="38584"/>
                  <a:pt x="1273180" y="37000"/>
                </a:cubicBezTo>
                <a:cubicBezTo>
                  <a:pt x="1274963" y="35415"/>
                  <a:pt x="1277947" y="34623"/>
                  <a:pt x="1282133" y="34623"/>
                </a:cubicBezTo>
                <a:lnTo>
                  <a:pt x="1313532" y="34623"/>
                </a:lnTo>
                <a:close/>
                <a:moveTo>
                  <a:pt x="1416621" y="69374"/>
                </a:moveTo>
                <a:cubicBezTo>
                  <a:pt x="1416621" y="79280"/>
                  <a:pt x="1414980" y="89328"/>
                  <a:pt x="1411699" y="99518"/>
                </a:cubicBezTo>
                <a:cubicBezTo>
                  <a:pt x="1409266" y="106992"/>
                  <a:pt x="1405504" y="115285"/>
                  <a:pt x="1400412" y="124399"/>
                </a:cubicBezTo>
                <a:cubicBezTo>
                  <a:pt x="1396735" y="130965"/>
                  <a:pt x="1394020" y="135012"/>
                  <a:pt x="1392266" y="136539"/>
                </a:cubicBezTo>
                <a:cubicBezTo>
                  <a:pt x="1390512" y="138068"/>
                  <a:pt x="1388560" y="138833"/>
                  <a:pt x="1386410" y="138833"/>
                </a:cubicBezTo>
                <a:cubicBezTo>
                  <a:pt x="1383921" y="138833"/>
                  <a:pt x="1381828" y="137984"/>
                  <a:pt x="1380131" y="136285"/>
                </a:cubicBezTo>
                <a:cubicBezTo>
                  <a:pt x="1378433" y="134587"/>
                  <a:pt x="1377585" y="132550"/>
                  <a:pt x="1377585" y="130172"/>
                </a:cubicBezTo>
                <a:cubicBezTo>
                  <a:pt x="1377585" y="128473"/>
                  <a:pt x="1378264" y="126520"/>
                  <a:pt x="1379621" y="124314"/>
                </a:cubicBezTo>
                <a:cubicBezTo>
                  <a:pt x="1385731" y="114293"/>
                  <a:pt x="1390187" y="104896"/>
                  <a:pt x="1392987" y="96121"/>
                </a:cubicBezTo>
                <a:cubicBezTo>
                  <a:pt x="1395788" y="87347"/>
                  <a:pt x="1397188" y="78431"/>
                  <a:pt x="1397188" y="69374"/>
                </a:cubicBezTo>
                <a:cubicBezTo>
                  <a:pt x="1397188" y="60374"/>
                  <a:pt x="1395788" y="51486"/>
                  <a:pt x="1392987" y="42712"/>
                </a:cubicBezTo>
                <a:cubicBezTo>
                  <a:pt x="1390187" y="33937"/>
                  <a:pt x="1385731" y="24540"/>
                  <a:pt x="1379621" y="14519"/>
                </a:cubicBezTo>
                <a:cubicBezTo>
                  <a:pt x="1378264" y="12256"/>
                  <a:pt x="1377585" y="10304"/>
                  <a:pt x="1377585" y="8661"/>
                </a:cubicBezTo>
                <a:cubicBezTo>
                  <a:pt x="1377585" y="6283"/>
                  <a:pt x="1378433" y="4246"/>
                  <a:pt x="1380131" y="2548"/>
                </a:cubicBezTo>
                <a:cubicBezTo>
                  <a:pt x="1381828" y="849"/>
                  <a:pt x="1383921" y="0"/>
                  <a:pt x="1386410" y="0"/>
                </a:cubicBezTo>
                <a:cubicBezTo>
                  <a:pt x="1388504" y="0"/>
                  <a:pt x="1390342" y="679"/>
                  <a:pt x="1391926" y="2037"/>
                </a:cubicBezTo>
                <a:cubicBezTo>
                  <a:pt x="1394189" y="3962"/>
                  <a:pt x="1397188" y="8407"/>
                  <a:pt x="1400922" y="15370"/>
                </a:cubicBezTo>
                <a:cubicBezTo>
                  <a:pt x="1406296" y="25389"/>
                  <a:pt x="1409974" y="33625"/>
                  <a:pt x="1411954" y="40078"/>
                </a:cubicBezTo>
                <a:cubicBezTo>
                  <a:pt x="1415065" y="50099"/>
                  <a:pt x="1416621" y="59864"/>
                  <a:pt x="1416621" y="6937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8.">
            <a:extLst xmlns:a="http://schemas.openxmlformats.org/drawingml/2006/main">
              <a:ext uri="{FF2B5EF4-FFF2-40B4-BE49-F238E27FC236}">
                <a16:creationId xmlns:a16="http://schemas.microsoft.com/office/drawing/2014/main" id="{55EC9B0F-5A4C-440A-ABA8-298634F7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253" y="1998418"/>
            <a:ext cx="155364" cy="115411"/>
          </a:xfrm>
          <a:custGeom xmlns:a="http://schemas.openxmlformats.org/drawingml/2006/main">
            <a:pathLst>
              <a:path w="155364" h="115411">
                <a:moveTo>
                  <a:pt x="62458" y="56987"/>
                </a:moveTo>
                <a:cubicBezTo>
                  <a:pt x="66927" y="60445"/>
                  <a:pt x="70279" y="64372"/>
                  <a:pt x="72514" y="68767"/>
                </a:cubicBezTo>
                <a:cubicBezTo>
                  <a:pt x="74749" y="73160"/>
                  <a:pt x="75866" y="77993"/>
                  <a:pt x="75866" y="83265"/>
                </a:cubicBezTo>
                <a:cubicBezTo>
                  <a:pt x="75866" y="89104"/>
                  <a:pt x="74438" y="94476"/>
                  <a:pt x="71581" y="99381"/>
                </a:cubicBezTo>
                <a:cubicBezTo>
                  <a:pt x="68724" y="104285"/>
                  <a:pt x="64240" y="108155"/>
                  <a:pt x="58130" y="110991"/>
                </a:cubicBezTo>
                <a:cubicBezTo>
                  <a:pt x="52020" y="113825"/>
                  <a:pt x="45231" y="115242"/>
                  <a:pt x="37763" y="115242"/>
                </a:cubicBezTo>
                <a:cubicBezTo>
                  <a:pt x="30295" y="115242"/>
                  <a:pt x="23563" y="113825"/>
                  <a:pt x="17566" y="110991"/>
                </a:cubicBezTo>
                <a:cubicBezTo>
                  <a:pt x="11569" y="108155"/>
                  <a:pt x="7142" y="104271"/>
                  <a:pt x="4285" y="99338"/>
                </a:cubicBezTo>
                <a:cubicBezTo>
                  <a:pt x="1428" y="94406"/>
                  <a:pt x="0" y="89048"/>
                  <a:pt x="0" y="83265"/>
                </a:cubicBezTo>
                <a:cubicBezTo>
                  <a:pt x="0" y="77993"/>
                  <a:pt x="1117" y="73160"/>
                  <a:pt x="3352" y="68767"/>
                </a:cubicBezTo>
                <a:cubicBezTo>
                  <a:pt x="5587" y="64372"/>
                  <a:pt x="8939" y="60445"/>
                  <a:pt x="13408" y="56987"/>
                </a:cubicBezTo>
                <a:cubicBezTo>
                  <a:pt x="9504" y="53368"/>
                  <a:pt x="6563" y="49524"/>
                  <a:pt x="4583" y="45454"/>
                </a:cubicBezTo>
                <a:cubicBezTo>
                  <a:pt x="2602" y="41384"/>
                  <a:pt x="1612" y="37087"/>
                  <a:pt x="1612" y="32563"/>
                </a:cubicBezTo>
                <a:cubicBezTo>
                  <a:pt x="1612" y="23688"/>
                  <a:pt x="5007" y="16042"/>
                  <a:pt x="11796" y="9626"/>
                </a:cubicBezTo>
                <a:cubicBezTo>
                  <a:pt x="18585" y="3209"/>
                  <a:pt x="27297" y="0"/>
                  <a:pt x="37933" y="0"/>
                </a:cubicBezTo>
                <a:cubicBezTo>
                  <a:pt x="48569" y="0"/>
                  <a:pt x="57281" y="3209"/>
                  <a:pt x="64070" y="9626"/>
                </a:cubicBezTo>
                <a:cubicBezTo>
                  <a:pt x="70859" y="16042"/>
                  <a:pt x="74254" y="23688"/>
                  <a:pt x="74254" y="32563"/>
                </a:cubicBezTo>
                <a:cubicBezTo>
                  <a:pt x="74254" y="37144"/>
                  <a:pt x="73278" y="41469"/>
                  <a:pt x="71326" y="45539"/>
                </a:cubicBezTo>
                <a:cubicBezTo>
                  <a:pt x="69374" y="49609"/>
                  <a:pt x="66418" y="53425"/>
                  <a:pt x="62458" y="56987"/>
                </a:cubicBezTo>
                <a:moveTo>
                  <a:pt x="56433" y="32969"/>
                </a:moveTo>
                <a:cubicBezTo>
                  <a:pt x="56433" y="28681"/>
                  <a:pt x="54750" y="25029"/>
                  <a:pt x="51384" y="22011"/>
                </a:cubicBezTo>
                <a:cubicBezTo>
                  <a:pt x="48017" y="18991"/>
                  <a:pt x="43477" y="17481"/>
                  <a:pt x="37763" y="17481"/>
                </a:cubicBezTo>
                <a:cubicBezTo>
                  <a:pt x="31993" y="17481"/>
                  <a:pt x="27424" y="18991"/>
                  <a:pt x="24058" y="22011"/>
                </a:cubicBezTo>
                <a:cubicBezTo>
                  <a:pt x="20692" y="25029"/>
                  <a:pt x="19009" y="28681"/>
                  <a:pt x="19009" y="32969"/>
                </a:cubicBezTo>
                <a:cubicBezTo>
                  <a:pt x="19009" y="37312"/>
                  <a:pt x="20692" y="40994"/>
                  <a:pt x="24058" y="44014"/>
                </a:cubicBezTo>
                <a:cubicBezTo>
                  <a:pt x="27424" y="47032"/>
                  <a:pt x="31993" y="48541"/>
                  <a:pt x="37763" y="48541"/>
                </a:cubicBezTo>
                <a:cubicBezTo>
                  <a:pt x="43477" y="48541"/>
                  <a:pt x="48017" y="47032"/>
                  <a:pt x="51384" y="44014"/>
                </a:cubicBezTo>
                <a:cubicBezTo>
                  <a:pt x="54750" y="40994"/>
                  <a:pt x="56433" y="37312"/>
                  <a:pt x="56433" y="32969"/>
                </a:cubicBezTo>
                <a:moveTo>
                  <a:pt x="58469" y="84060"/>
                </a:moveTo>
                <a:cubicBezTo>
                  <a:pt x="58469" y="79466"/>
                  <a:pt x="56503" y="75311"/>
                  <a:pt x="52572" y="71596"/>
                </a:cubicBezTo>
                <a:cubicBezTo>
                  <a:pt x="48640" y="67880"/>
                  <a:pt x="43760" y="66022"/>
                  <a:pt x="37933" y="66022"/>
                </a:cubicBezTo>
                <a:cubicBezTo>
                  <a:pt x="32106" y="66022"/>
                  <a:pt x="27226" y="67880"/>
                  <a:pt x="23294" y="71596"/>
                </a:cubicBezTo>
                <a:cubicBezTo>
                  <a:pt x="19363" y="75311"/>
                  <a:pt x="17397" y="79522"/>
                  <a:pt x="17397" y="84230"/>
                </a:cubicBezTo>
                <a:cubicBezTo>
                  <a:pt x="17397" y="87862"/>
                  <a:pt x="19094" y="91024"/>
                  <a:pt x="22488" y="93719"/>
                </a:cubicBezTo>
                <a:cubicBezTo>
                  <a:pt x="25883" y="96413"/>
                  <a:pt x="31031" y="97760"/>
                  <a:pt x="37933" y="97760"/>
                </a:cubicBezTo>
                <a:cubicBezTo>
                  <a:pt x="44892" y="97760"/>
                  <a:pt x="50054" y="96413"/>
                  <a:pt x="53420" y="93719"/>
                </a:cubicBezTo>
                <a:cubicBezTo>
                  <a:pt x="56786" y="91024"/>
                  <a:pt x="58469" y="87805"/>
                  <a:pt x="58469" y="84060"/>
                </a:cubicBezTo>
                <a:close/>
                <a:moveTo>
                  <a:pt x="155364" y="103870"/>
                </a:moveTo>
                <a:cubicBezTo>
                  <a:pt x="155364" y="107152"/>
                  <a:pt x="154204" y="109895"/>
                  <a:pt x="151885" y="112102"/>
                </a:cubicBezTo>
                <a:cubicBezTo>
                  <a:pt x="149565" y="114308"/>
                  <a:pt x="146369" y="115411"/>
                  <a:pt x="142295" y="115411"/>
                </a:cubicBezTo>
                <a:cubicBezTo>
                  <a:pt x="138222" y="115411"/>
                  <a:pt x="135026" y="114308"/>
                  <a:pt x="132706" y="112102"/>
                </a:cubicBezTo>
                <a:cubicBezTo>
                  <a:pt x="130387" y="109895"/>
                  <a:pt x="129227" y="107152"/>
                  <a:pt x="129227" y="103870"/>
                </a:cubicBezTo>
                <a:cubicBezTo>
                  <a:pt x="129227" y="100589"/>
                  <a:pt x="130387" y="97845"/>
                  <a:pt x="132706" y="95639"/>
                </a:cubicBezTo>
                <a:cubicBezTo>
                  <a:pt x="135026" y="93432"/>
                  <a:pt x="138222" y="92329"/>
                  <a:pt x="142295" y="92329"/>
                </a:cubicBezTo>
                <a:cubicBezTo>
                  <a:pt x="146369" y="92329"/>
                  <a:pt x="149565" y="93432"/>
                  <a:pt x="151885" y="95639"/>
                </a:cubicBezTo>
                <a:cubicBezTo>
                  <a:pt x="154204" y="97845"/>
                  <a:pt x="155364" y="100589"/>
                  <a:pt x="155364" y="1038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if(!rax)">
            <a:extLst xmlns:a="http://schemas.openxmlformats.org/drawingml/2006/main">
              <a:ext uri="{FF2B5EF4-FFF2-40B4-BE49-F238E27FC236}">
                <a16:creationId xmlns:a16="http://schemas.microsoft.com/office/drawing/2014/main" id="{3B96F639-C41D-4011-81B5-A586D9DB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161" y="1998418"/>
            <a:ext cx="882930" cy="139851"/>
          </a:xfrm>
          <a:custGeom xmlns:a="http://schemas.openxmlformats.org/drawingml/2006/main">
            <a:pathLst>
              <a:path w="882930" h="139851">
                <a:moveTo>
                  <a:pt x="47522" y="2546"/>
                </a:moveTo>
                <a:lnTo>
                  <a:pt x="47522" y="21046"/>
                </a:lnTo>
                <a:lnTo>
                  <a:pt x="26816" y="21046"/>
                </a:lnTo>
                <a:lnTo>
                  <a:pt x="26816" y="2546"/>
                </a:lnTo>
                <a:lnTo>
                  <a:pt x="47522" y="2546"/>
                </a:lnTo>
                <a:moveTo>
                  <a:pt x="49898" y="35642"/>
                </a:moveTo>
                <a:lnTo>
                  <a:pt x="49898" y="95214"/>
                </a:lnTo>
                <a:lnTo>
                  <a:pt x="70774" y="95214"/>
                </a:lnTo>
                <a:cubicBezTo>
                  <a:pt x="74961" y="95214"/>
                  <a:pt x="77945" y="96021"/>
                  <a:pt x="79727" y="97633"/>
                </a:cubicBezTo>
                <a:cubicBezTo>
                  <a:pt x="81509" y="99245"/>
                  <a:pt x="82400" y="101353"/>
                  <a:pt x="82400" y="103955"/>
                </a:cubicBezTo>
                <a:cubicBezTo>
                  <a:pt x="82400" y="106558"/>
                  <a:pt x="81509" y="108665"/>
                  <a:pt x="79727" y="110277"/>
                </a:cubicBezTo>
                <a:cubicBezTo>
                  <a:pt x="77945" y="111890"/>
                  <a:pt x="74961" y="112696"/>
                  <a:pt x="70774" y="112696"/>
                </a:cubicBezTo>
                <a:lnTo>
                  <a:pt x="11626" y="112696"/>
                </a:lnTo>
                <a:cubicBezTo>
                  <a:pt x="7440" y="112696"/>
                  <a:pt x="4455" y="111876"/>
                  <a:pt x="2673" y="110235"/>
                </a:cubicBezTo>
                <a:cubicBezTo>
                  <a:pt x="891" y="108594"/>
                  <a:pt x="0" y="106473"/>
                  <a:pt x="0" y="103870"/>
                </a:cubicBezTo>
                <a:cubicBezTo>
                  <a:pt x="0" y="101268"/>
                  <a:pt x="891" y="99175"/>
                  <a:pt x="2673" y="97591"/>
                </a:cubicBezTo>
                <a:cubicBezTo>
                  <a:pt x="4455" y="96006"/>
                  <a:pt x="7440" y="95214"/>
                  <a:pt x="11626" y="95214"/>
                </a:cubicBezTo>
                <a:lnTo>
                  <a:pt x="32502" y="95214"/>
                </a:lnTo>
                <a:lnTo>
                  <a:pt x="32502" y="53123"/>
                </a:lnTo>
                <a:lnTo>
                  <a:pt x="18500" y="53123"/>
                </a:lnTo>
                <a:cubicBezTo>
                  <a:pt x="14370" y="53123"/>
                  <a:pt x="11400" y="52303"/>
                  <a:pt x="9589" y="50662"/>
                </a:cubicBezTo>
                <a:cubicBezTo>
                  <a:pt x="7779" y="49022"/>
                  <a:pt x="6874" y="46900"/>
                  <a:pt x="6874" y="44298"/>
                </a:cubicBezTo>
                <a:cubicBezTo>
                  <a:pt x="6874" y="41695"/>
                  <a:pt x="7765" y="39602"/>
                  <a:pt x="9547" y="38018"/>
                </a:cubicBezTo>
                <a:cubicBezTo>
                  <a:pt x="11329" y="36434"/>
                  <a:pt x="14313" y="35642"/>
                  <a:pt x="18500" y="35642"/>
                </a:cubicBezTo>
                <a:lnTo>
                  <a:pt x="49898" y="35642"/>
                </a:lnTo>
                <a:close/>
                <a:moveTo>
                  <a:pt x="145435" y="53123"/>
                </a:moveTo>
                <a:lnTo>
                  <a:pt x="145435" y="95214"/>
                </a:lnTo>
                <a:lnTo>
                  <a:pt x="170215" y="95214"/>
                </a:lnTo>
                <a:cubicBezTo>
                  <a:pt x="174401" y="95214"/>
                  <a:pt x="177385" y="96021"/>
                  <a:pt x="179167" y="97633"/>
                </a:cubicBezTo>
                <a:cubicBezTo>
                  <a:pt x="180950" y="99245"/>
                  <a:pt x="181841" y="101353"/>
                  <a:pt x="181841" y="103955"/>
                </a:cubicBezTo>
                <a:cubicBezTo>
                  <a:pt x="181841" y="106558"/>
                  <a:pt x="180950" y="108665"/>
                  <a:pt x="179167" y="110277"/>
                </a:cubicBezTo>
                <a:cubicBezTo>
                  <a:pt x="177385" y="111890"/>
                  <a:pt x="174401" y="112696"/>
                  <a:pt x="170215" y="112696"/>
                </a:cubicBezTo>
                <a:lnTo>
                  <a:pt x="117685" y="112696"/>
                </a:lnTo>
                <a:cubicBezTo>
                  <a:pt x="113499" y="112696"/>
                  <a:pt x="110515" y="111876"/>
                  <a:pt x="108733" y="110235"/>
                </a:cubicBezTo>
                <a:cubicBezTo>
                  <a:pt x="106950" y="108594"/>
                  <a:pt x="106059" y="106473"/>
                  <a:pt x="106059" y="103870"/>
                </a:cubicBezTo>
                <a:cubicBezTo>
                  <a:pt x="106059" y="101268"/>
                  <a:pt x="106950" y="99175"/>
                  <a:pt x="108733" y="97591"/>
                </a:cubicBezTo>
                <a:cubicBezTo>
                  <a:pt x="110515" y="96006"/>
                  <a:pt x="113499" y="95214"/>
                  <a:pt x="117685" y="95214"/>
                </a:cubicBezTo>
                <a:lnTo>
                  <a:pt x="128038" y="95214"/>
                </a:lnTo>
                <a:lnTo>
                  <a:pt x="128038" y="53123"/>
                </a:lnTo>
                <a:lnTo>
                  <a:pt x="119722" y="53123"/>
                </a:lnTo>
                <a:cubicBezTo>
                  <a:pt x="115536" y="53123"/>
                  <a:pt x="112551" y="52303"/>
                  <a:pt x="110769" y="50662"/>
                </a:cubicBezTo>
                <a:cubicBezTo>
                  <a:pt x="108987" y="49022"/>
                  <a:pt x="108096" y="46900"/>
                  <a:pt x="108096" y="44298"/>
                </a:cubicBezTo>
                <a:cubicBezTo>
                  <a:pt x="108096" y="41695"/>
                  <a:pt x="108987" y="39602"/>
                  <a:pt x="110769" y="38018"/>
                </a:cubicBezTo>
                <a:cubicBezTo>
                  <a:pt x="112551" y="36434"/>
                  <a:pt x="115536" y="35642"/>
                  <a:pt x="119722" y="35642"/>
                </a:cubicBezTo>
                <a:lnTo>
                  <a:pt x="128038" y="35642"/>
                </a:lnTo>
                <a:lnTo>
                  <a:pt x="128038" y="29007"/>
                </a:lnTo>
                <a:cubicBezTo>
                  <a:pt x="128038" y="21406"/>
                  <a:pt x="130881" y="15096"/>
                  <a:pt x="136567" y="10077"/>
                </a:cubicBezTo>
                <a:cubicBezTo>
                  <a:pt x="142253" y="5056"/>
                  <a:pt x="150498" y="2546"/>
                  <a:pt x="161304" y="2546"/>
                </a:cubicBezTo>
                <a:cubicBezTo>
                  <a:pt x="166113" y="2546"/>
                  <a:pt x="171671" y="2986"/>
                  <a:pt x="177979" y="3866"/>
                </a:cubicBezTo>
                <a:cubicBezTo>
                  <a:pt x="184287" y="4747"/>
                  <a:pt x="188332" y="5983"/>
                  <a:pt x="190115" y="7574"/>
                </a:cubicBezTo>
                <a:cubicBezTo>
                  <a:pt x="191897" y="9165"/>
                  <a:pt x="192788" y="11211"/>
                  <a:pt x="192788" y="13710"/>
                </a:cubicBezTo>
                <a:cubicBezTo>
                  <a:pt x="192788" y="16380"/>
                  <a:pt x="191996" y="18553"/>
                  <a:pt x="190412" y="20229"/>
                </a:cubicBezTo>
                <a:cubicBezTo>
                  <a:pt x="188827" y="21905"/>
                  <a:pt x="186876" y="22743"/>
                  <a:pt x="184556" y="22743"/>
                </a:cubicBezTo>
                <a:cubicBezTo>
                  <a:pt x="183481" y="22743"/>
                  <a:pt x="181869" y="22545"/>
                  <a:pt x="179719" y="22149"/>
                </a:cubicBezTo>
                <a:cubicBezTo>
                  <a:pt x="172534" y="20734"/>
                  <a:pt x="166170" y="20027"/>
                  <a:pt x="160625" y="20027"/>
                </a:cubicBezTo>
                <a:cubicBezTo>
                  <a:pt x="154855" y="20027"/>
                  <a:pt x="150880" y="20890"/>
                  <a:pt x="148702" y="22616"/>
                </a:cubicBezTo>
                <a:cubicBezTo>
                  <a:pt x="146524" y="24341"/>
                  <a:pt x="145435" y="26477"/>
                  <a:pt x="145435" y="29023"/>
                </a:cubicBezTo>
                <a:lnTo>
                  <a:pt x="145435" y="35642"/>
                </a:lnTo>
                <a:lnTo>
                  <a:pt x="172251" y="35642"/>
                </a:lnTo>
                <a:cubicBezTo>
                  <a:pt x="176438" y="35642"/>
                  <a:pt x="179422" y="36448"/>
                  <a:pt x="181204" y="38060"/>
                </a:cubicBezTo>
                <a:cubicBezTo>
                  <a:pt x="182986" y="39673"/>
                  <a:pt x="183877" y="41780"/>
                  <a:pt x="183877" y="44382"/>
                </a:cubicBezTo>
                <a:cubicBezTo>
                  <a:pt x="183877" y="46985"/>
                  <a:pt x="182986" y="49092"/>
                  <a:pt x="181204" y="50705"/>
                </a:cubicBezTo>
                <a:cubicBezTo>
                  <a:pt x="179422" y="52317"/>
                  <a:pt x="176438" y="53123"/>
                  <a:pt x="172251" y="53123"/>
                </a:cubicBezTo>
                <a:lnTo>
                  <a:pt x="145435" y="53123"/>
                </a:lnTo>
                <a:close/>
                <a:moveTo>
                  <a:pt x="347880" y="70392"/>
                </a:moveTo>
                <a:cubicBezTo>
                  <a:pt x="347880" y="60487"/>
                  <a:pt x="349520" y="50467"/>
                  <a:pt x="352802" y="40333"/>
                </a:cubicBezTo>
                <a:cubicBezTo>
                  <a:pt x="355234" y="32860"/>
                  <a:pt x="358997" y="24538"/>
                  <a:pt x="364088" y="15368"/>
                </a:cubicBezTo>
                <a:cubicBezTo>
                  <a:pt x="367766" y="8802"/>
                  <a:pt x="370481" y="4769"/>
                  <a:pt x="372235" y="3270"/>
                </a:cubicBezTo>
                <a:cubicBezTo>
                  <a:pt x="373989" y="1769"/>
                  <a:pt x="375940" y="1018"/>
                  <a:pt x="378090" y="1018"/>
                </a:cubicBezTo>
                <a:cubicBezTo>
                  <a:pt x="380580" y="1018"/>
                  <a:pt x="382673" y="1868"/>
                  <a:pt x="384370" y="3567"/>
                </a:cubicBezTo>
                <a:cubicBezTo>
                  <a:pt x="386067" y="5264"/>
                  <a:pt x="386916" y="7302"/>
                  <a:pt x="386916" y="9679"/>
                </a:cubicBezTo>
                <a:cubicBezTo>
                  <a:pt x="386916" y="11322"/>
                  <a:pt x="386237" y="13275"/>
                  <a:pt x="384879" y="15538"/>
                </a:cubicBezTo>
                <a:cubicBezTo>
                  <a:pt x="378769" y="25558"/>
                  <a:pt x="374314" y="34956"/>
                  <a:pt x="371514" y="43730"/>
                </a:cubicBezTo>
                <a:cubicBezTo>
                  <a:pt x="368713" y="52504"/>
                  <a:pt x="367313" y="61392"/>
                  <a:pt x="367313" y="70392"/>
                </a:cubicBezTo>
                <a:cubicBezTo>
                  <a:pt x="367313" y="79450"/>
                  <a:pt x="368713" y="88365"/>
                  <a:pt x="371514" y="97140"/>
                </a:cubicBezTo>
                <a:cubicBezTo>
                  <a:pt x="374314" y="105914"/>
                  <a:pt x="378769" y="115312"/>
                  <a:pt x="384879" y="125332"/>
                </a:cubicBezTo>
                <a:cubicBezTo>
                  <a:pt x="386237" y="127539"/>
                  <a:pt x="386916" y="129491"/>
                  <a:pt x="386916" y="131190"/>
                </a:cubicBezTo>
                <a:cubicBezTo>
                  <a:pt x="386916" y="133568"/>
                  <a:pt x="386067" y="135606"/>
                  <a:pt x="384370" y="137303"/>
                </a:cubicBezTo>
                <a:cubicBezTo>
                  <a:pt x="382673" y="139002"/>
                  <a:pt x="380580" y="139851"/>
                  <a:pt x="378090" y="139851"/>
                </a:cubicBezTo>
                <a:cubicBezTo>
                  <a:pt x="375997" y="139851"/>
                  <a:pt x="374158" y="139173"/>
                  <a:pt x="372574" y="137815"/>
                </a:cubicBezTo>
                <a:cubicBezTo>
                  <a:pt x="370311" y="135833"/>
                  <a:pt x="367313" y="131388"/>
                  <a:pt x="363579" y="124481"/>
                </a:cubicBezTo>
                <a:cubicBezTo>
                  <a:pt x="358204" y="114462"/>
                  <a:pt x="354527" y="106198"/>
                  <a:pt x="352547" y="99688"/>
                </a:cubicBezTo>
                <a:cubicBezTo>
                  <a:pt x="349435" y="89724"/>
                  <a:pt x="347880" y="79959"/>
                  <a:pt x="347880" y="70392"/>
                </a:cubicBezTo>
                <a:close/>
                <a:moveTo>
                  <a:pt x="471336" y="19942"/>
                </a:moveTo>
                <a:lnTo>
                  <a:pt x="466499" y="72387"/>
                </a:lnTo>
                <a:cubicBezTo>
                  <a:pt x="466273" y="75102"/>
                  <a:pt x="465368" y="77210"/>
                  <a:pt x="463784" y="78709"/>
                </a:cubicBezTo>
                <a:cubicBezTo>
                  <a:pt x="462199" y="80208"/>
                  <a:pt x="460219" y="80958"/>
                  <a:pt x="457843" y="80958"/>
                </a:cubicBezTo>
                <a:cubicBezTo>
                  <a:pt x="455467" y="80958"/>
                  <a:pt x="453487" y="80208"/>
                  <a:pt x="451903" y="78709"/>
                </a:cubicBezTo>
                <a:cubicBezTo>
                  <a:pt x="450319" y="77210"/>
                  <a:pt x="449414" y="75102"/>
                  <a:pt x="449187" y="72387"/>
                </a:cubicBezTo>
                <a:lnTo>
                  <a:pt x="444265" y="19942"/>
                </a:lnTo>
                <a:cubicBezTo>
                  <a:pt x="444039" y="17283"/>
                  <a:pt x="443926" y="15530"/>
                  <a:pt x="443926" y="14681"/>
                </a:cubicBezTo>
                <a:cubicBezTo>
                  <a:pt x="443926" y="10268"/>
                  <a:pt x="445256" y="6718"/>
                  <a:pt x="447915" y="4031"/>
                </a:cubicBezTo>
                <a:cubicBezTo>
                  <a:pt x="450573" y="1344"/>
                  <a:pt x="453883" y="0"/>
                  <a:pt x="457843" y="0"/>
                </a:cubicBezTo>
                <a:cubicBezTo>
                  <a:pt x="461747" y="0"/>
                  <a:pt x="465042" y="1358"/>
                  <a:pt x="467730" y="4073"/>
                </a:cubicBezTo>
                <a:cubicBezTo>
                  <a:pt x="470417" y="6789"/>
                  <a:pt x="471761" y="10212"/>
                  <a:pt x="471761" y="14342"/>
                </a:cubicBezTo>
                <a:cubicBezTo>
                  <a:pt x="471761" y="15190"/>
                  <a:pt x="471619" y="17057"/>
                  <a:pt x="471336" y="19942"/>
                </a:cubicBezTo>
                <a:moveTo>
                  <a:pt x="468536" y="106459"/>
                </a:moveTo>
                <a:cubicBezTo>
                  <a:pt x="468536" y="108960"/>
                  <a:pt x="467602" y="111077"/>
                  <a:pt x="465735" y="112810"/>
                </a:cubicBezTo>
                <a:cubicBezTo>
                  <a:pt x="463868" y="114544"/>
                  <a:pt x="461294" y="115411"/>
                  <a:pt x="458013" y="115411"/>
                </a:cubicBezTo>
                <a:cubicBezTo>
                  <a:pt x="454732" y="115411"/>
                  <a:pt x="452158" y="114544"/>
                  <a:pt x="450291" y="112810"/>
                </a:cubicBezTo>
                <a:cubicBezTo>
                  <a:pt x="448424" y="111077"/>
                  <a:pt x="447490" y="108960"/>
                  <a:pt x="447490" y="106459"/>
                </a:cubicBezTo>
                <a:cubicBezTo>
                  <a:pt x="447490" y="104013"/>
                  <a:pt x="448410" y="101925"/>
                  <a:pt x="450248" y="100192"/>
                </a:cubicBezTo>
                <a:cubicBezTo>
                  <a:pt x="452087" y="98458"/>
                  <a:pt x="454675" y="97591"/>
                  <a:pt x="458013" y="97591"/>
                </a:cubicBezTo>
                <a:cubicBezTo>
                  <a:pt x="461351" y="97591"/>
                  <a:pt x="463939" y="98444"/>
                  <a:pt x="465778" y="100150"/>
                </a:cubicBezTo>
                <a:cubicBezTo>
                  <a:pt x="467616" y="101854"/>
                  <a:pt x="468536" y="103957"/>
                  <a:pt x="468536" y="106459"/>
                </a:cubicBezTo>
                <a:close/>
                <a:moveTo>
                  <a:pt x="559065" y="35642"/>
                </a:moveTo>
                <a:lnTo>
                  <a:pt x="559065" y="46504"/>
                </a:lnTo>
                <a:cubicBezTo>
                  <a:pt x="566363" y="41209"/>
                  <a:pt x="572120" y="37679"/>
                  <a:pt x="576335" y="35915"/>
                </a:cubicBezTo>
                <a:cubicBezTo>
                  <a:pt x="580549" y="34149"/>
                  <a:pt x="584495" y="33266"/>
                  <a:pt x="588173" y="33266"/>
                </a:cubicBezTo>
                <a:cubicBezTo>
                  <a:pt x="593830" y="33266"/>
                  <a:pt x="599318" y="35366"/>
                  <a:pt x="604636" y="39567"/>
                </a:cubicBezTo>
                <a:cubicBezTo>
                  <a:pt x="608257" y="42406"/>
                  <a:pt x="610067" y="45302"/>
                  <a:pt x="610067" y="48254"/>
                </a:cubicBezTo>
                <a:cubicBezTo>
                  <a:pt x="610067" y="50752"/>
                  <a:pt x="609204" y="52868"/>
                  <a:pt x="607479" y="54600"/>
                </a:cubicBezTo>
                <a:cubicBezTo>
                  <a:pt x="605753" y="56331"/>
                  <a:pt x="603674" y="57197"/>
                  <a:pt x="601241" y="57197"/>
                </a:cubicBezTo>
                <a:cubicBezTo>
                  <a:pt x="599092" y="57197"/>
                  <a:pt x="596829" y="56122"/>
                  <a:pt x="594452" y="53972"/>
                </a:cubicBezTo>
                <a:cubicBezTo>
                  <a:pt x="592076" y="51822"/>
                  <a:pt x="589955" y="50747"/>
                  <a:pt x="588088" y="50747"/>
                </a:cubicBezTo>
                <a:cubicBezTo>
                  <a:pt x="585655" y="50747"/>
                  <a:pt x="582020" y="52275"/>
                  <a:pt x="577183" y="55330"/>
                </a:cubicBezTo>
                <a:cubicBezTo>
                  <a:pt x="572346" y="58385"/>
                  <a:pt x="566307" y="62967"/>
                  <a:pt x="559065" y="69077"/>
                </a:cubicBezTo>
                <a:lnTo>
                  <a:pt x="559065" y="95214"/>
                </a:lnTo>
                <a:lnTo>
                  <a:pt x="583845" y="95214"/>
                </a:lnTo>
                <a:cubicBezTo>
                  <a:pt x="588031" y="95214"/>
                  <a:pt x="591016" y="96021"/>
                  <a:pt x="592798" y="97633"/>
                </a:cubicBezTo>
                <a:cubicBezTo>
                  <a:pt x="594580" y="99245"/>
                  <a:pt x="595471" y="101353"/>
                  <a:pt x="595471" y="103955"/>
                </a:cubicBezTo>
                <a:cubicBezTo>
                  <a:pt x="595471" y="106558"/>
                  <a:pt x="594580" y="108665"/>
                  <a:pt x="592798" y="110277"/>
                </a:cubicBezTo>
                <a:cubicBezTo>
                  <a:pt x="591016" y="111890"/>
                  <a:pt x="588031" y="112696"/>
                  <a:pt x="583845" y="112696"/>
                </a:cubicBezTo>
                <a:lnTo>
                  <a:pt x="531316" y="112696"/>
                </a:lnTo>
                <a:cubicBezTo>
                  <a:pt x="527129" y="112696"/>
                  <a:pt x="524145" y="111876"/>
                  <a:pt x="522363" y="110235"/>
                </a:cubicBezTo>
                <a:cubicBezTo>
                  <a:pt x="520581" y="108594"/>
                  <a:pt x="519690" y="106473"/>
                  <a:pt x="519690" y="103870"/>
                </a:cubicBezTo>
                <a:cubicBezTo>
                  <a:pt x="519690" y="101268"/>
                  <a:pt x="520581" y="99175"/>
                  <a:pt x="522363" y="97591"/>
                </a:cubicBezTo>
                <a:cubicBezTo>
                  <a:pt x="524145" y="96006"/>
                  <a:pt x="527129" y="95214"/>
                  <a:pt x="531316" y="95214"/>
                </a:cubicBezTo>
                <a:lnTo>
                  <a:pt x="541669" y="95214"/>
                </a:lnTo>
                <a:lnTo>
                  <a:pt x="541669" y="53123"/>
                </a:lnTo>
                <a:lnTo>
                  <a:pt x="535389" y="53123"/>
                </a:lnTo>
                <a:cubicBezTo>
                  <a:pt x="531203" y="53123"/>
                  <a:pt x="528218" y="52303"/>
                  <a:pt x="526436" y="50662"/>
                </a:cubicBezTo>
                <a:cubicBezTo>
                  <a:pt x="524654" y="49022"/>
                  <a:pt x="523763" y="46900"/>
                  <a:pt x="523763" y="44298"/>
                </a:cubicBezTo>
                <a:cubicBezTo>
                  <a:pt x="523763" y="41695"/>
                  <a:pt x="524654" y="39602"/>
                  <a:pt x="526436" y="38018"/>
                </a:cubicBezTo>
                <a:cubicBezTo>
                  <a:pt x="528218" y="36434"/>
                  <a:pt x="531203" y="35642"/>
                  <a:pt x="535389" y="35642"/>
                </a:cubicBezTo>
                <a:lnTo>
                  <a:pt x="559065" y="35642"/>
                </a:lnTo>
                <a:close/>
                <a:moveTo>
                  <a:pt x="682606" y="112696"/>
                </a:moveTo>
                <a:lnTo>
                  <a:pt x="682606" y="108622"/>
                </a:lnTo>
                <a:cubicBezTo>
                  <a:pt x="678250" y="110885"/>
                  <a:pt x="673441" y="112583"/>
                  <a:pt x="668180" y="113714"/>
                </a:cubicBezTo>
                <a:cubicBezTo>
                  <a:pt x="662919" y="114846"/>
                  <a:pt x="658138" y="115411"/>
                  <a:pt x="653838" y="115411"/>
                </a:cubicBezTo>
                <a:cubicBezTo>
                  <a:pt x="644504" y="115411"/>
                  <a:pt x="636923" y="112941"/>
                  <a:pt x="631096" y="107999"/>
                </a:cubicBezTo>
                <a:cubicBezTo>
                  <a:pt x="625268" y="103056"/>
                  <a:pt x="622355" y="97591"/>
                  <a:pt x="622355" y="91602"/>
                </a:cubicBezTo>
                <a:cubicBezTo>
                  <a:pt x="622355" y="84317"/>
                  <a:pt x="626075" y="77554"/>
                  <a:pt x="633514" y="71313"/>
                </a:cubicBezTo>
                <a:cubicBezTo>
                  <a:pt x="640954" y="65070"/>
                  <a:pt x="651236" y="61949"/>
                  <a:pt x="664361" y="61949"/>
                </a:cubicBezTo>
                <a:cubicBezTo>
                  <a:pt x="669623" y="61949"/>
                  <a:pt x="675704" y="62515"/>
                  <a:pt x="682606" y="63646"/>
                </a:cubicBezTo>
                <a:lnTo>
                  <a:pt x="682606" y="59514"/>
                </a:lnTo>
                <a:cubicBezTo>
                  <a:pt x="682606" y="56930"/>
                  <a:pt x="681489" y="54822"/>
                  <a:pt x="679254" y="53192"/>
                </a:cubicBezTo>
                <a:cubicBezTo>
                  <a:pt x="677020" y="51562"/>
                  <a:pt x="672763" y="50747"/>
                  <a:pt x="666483" y="50747"/>
                </a:cubicBezTo>
                <a:cubicBezTo>
                  <a:pt x="661335" y="50747"/>
                  <a:pt x="654659" y="51744"/>
                  <a:pt x="646456" y="53738"/>
                </a:cubicBezTo>
                <a:cubicBezTo>
                  <a:pt x="643400" y="54460"/>
                  <a:pt x="641024" y="54820"/>
                  <a:pt x="639327" y="54820"/>
                </a:cubicBezTo>
                <a:cubicBezTo>
                  <a:pt x="637008" y="54820"/>
                  <a:pt x="635042" y="53986"/>
                  <a:pt x="633429" y="52317"/>
                </a:cubicBezTo>
                <a:cubicBezTo>
                  <a:pt x="631817" y="50648"/>
                  <a:pt x="631011" y="48512"/>
                  <a:pt x="631011" y="45910"/>
                </a:cubicBezTo>
                <a:cubicBezTo>
                  <a:pt x="631011" y="44439"/>
                  <a:pt x="631294" y="43166"/>
                  <a:pt x="631859" y="42091"/>
                </a:cubicBezTo>
                <a:cubicBezTo>
                  <a:pt x="632425" y="41016"/>
                  <a:pt x="633217" y="40154"/>
                  <a:pt x="634235" y="39503"/>
                </a:cubicBezTo>
                <a:cubicBezTo>
                  <a:pt x="635254" y="38852"/>
                  <a:pt x="637375" y="38074"/>
                  <a:pt x="640600" y="37169"/>
                </a:cubicBezTo>
                <a:cubicBezTo>
                  <a:pt x="644900" y="35981"/>
                  <a:pt x="649284" y="35034"/>
                  <a:pt x="653754" y="34326"/>
                </a:cubicBezTo>
                <a:cubicBezTo>
                  <a:pt x="658223" y="33619"/>
                  <a:pt x="662268" y="33266"/>
                  <a:pt x="665889" y="33266"/>
                </a:cubicBezTo>
                <a:cubicBezTo>
                  <a:pt x="676694" y="33266"/>
                  <a:pt x="685082" y="35599"/>
                  <a:pt x="691050" y="40267"/>
                </a:cubicBezTo>
                <a:cubicBezTo>
                  <a:pt x="697019" y="44934"/>
                  <a:pt x="700003" y="51313"/>
                  <a:pt x="700003" y="59403"/>
                </a:cubicBezTo>
                <a:lnTo>
                  <a:pt x="700003" y="95214"/>
                </a:lnTo>
                <a:lnTo>
                  <a:pt x="702973" y="95214"/>
                </a:lnTo>
                <a:cubicBezTo>
                  <a:pt x="707160" y="95214"/>
                  <a:pt x="710144" y="96021"/>
                  <a:pt x="711926" y="97633"/>
                </a:cubicBezTo>
                <a:cubicBezTo>
                  <a:pt x="713708" y="99245"/>
                  <a:pt x="714599" y="101353"/>
                  <a:pt x="714599" y="103955"/>
                </a:cubicBezTo>
                <a:cubicBezTo>
                  <a:pt x="714599" y="106558"/>
                  <a:pt x="713708" y="108665"/>
                  <a:pt x="711926" y="110277"/>
                </a:cubicBezTo>
                <a:cubicBezTo>
                  <a:pt x="710144" y="111890"/>
                  <a:pt x="707160" y="112696"/>
                  <a:pt x="702973" y="112696"/>
                </a:cubicBezTo>
                <a:lnTo>
                  <a:pt x="682606" y="112696"/>
                </a:lnTo>
                <a:moveTo>
                  <a:pt x="682606" y="81448"/>
                </a:moveTo>
                <a:cubicBezTo>
                  <a:pt x="675648" y="80103"/>
                  <a:pt x="669227" y="79430"/>
                  <a:pt x="663343" y="79430"/>
                </a:cubicBezTo>
                <a:cubicBezTo>
                  <a:pt x="656271" y="79430"/>
                  <a:pt x="650189" y="81140"/>
                  <a:pt x="645098" y="84559"/>
                </a:cubicBezTo>
                <a:cubicBezTo>
                  <a:pt x="641930" y="86746"/>
                  <a:pt x="640345" y="88960"/>
                  <a:pt x="640345" y="91202"/>
                </a:cubicBezTo>
                <a:cubicBezTo>
                  <a:pt x="640345" y="92829"/>
                  <a:pt x="641109" y="94147"/>
                  <a:pt x="642637" y="95156"/>
                </a:cubicBezTo>
                <a:cubicBezTo>
                  <a:pt x="645465" y="97005"/>
                  <a:pt x="649341" y="97930"/>
                  <a:pt x="654263" y="97930"/>
                </a:cubicBezTo>
                <a:cubicBezTo>
                  <a:pt x="658449" y="97930"/>
                  <a:pt x="663187" y="97118"/>
                  <a:pt x="668477" y="95493"/>
                </a:cubicBezTo>
                <a:cubicBezTo>
                  <a:pt x="673767" y="93866"/>
                  <a:pt x="678477" y="91651"/>
                  <a:pt x="682606" y="88847"/>
                </a:cubicBezTo>
                <a:lnTo>
                  <a:pt x="682606" y="81448"/>
                </a:lnTo>
                <a:close/>
                <a:moveTo>
                  <a:pt x="784367" y="72652"/>
                </a:moveTo>
                <a:lnTo>
                  <a:pt x="810645" y="95214"/>
                </a:lnTo>
                <a:cubicBezTo>
                  <a:pt x="813813" y="95384"/>
                  <a:pt x="816189" y="96280"/>
                  <a:pt x="817773" y="97901"/>
                </a:cubicBezTo>
                <a:cubicBezTo>
                  <a:pt x="819357" y="99520"/>
                  <a:pt x="820149" y="101552"/>
                  <a:pt x="820149" y="103998"/>
                </a:cubicBezTo>
                <a:cubicBezTo>
                  <a:pt x="820149" y="106556"/>
                  <a:pt x="819258" y="108645"/>
                  <a:pt x="817476" y="110267"/>
                </a:cubicBezTo>
                <a:cubicBezTo>
                  <a:pt x="815694" y="111886"/>
                  <a:pt x="812710" y="112696"/>
                  <a:pt x="808523" y="112696"/>
                </a:cubicBezTo>
                <a:lnTo>
                  <a:pt x="788751" y="112696"/>
                </a:lnTo>
                <a:cubicBezTo>
                  <a:pt x="784564" y="112696"/>
                  <a:pt x="781580" y="111886"/>
                  <a:pt x="779798" y="110267"/>
                </a:cubicBezTo>
                <a:cubicBezTo>
                  <a:pt x="778016" y="108645"/>
                  <a:pt x="777125" y="106499"/>
                  <a:pt x="777125" y="103828"/>
                </a:cubicBezTo>
                <a:cubicBezTo>
                  <a:pt x="777125" y="101781"/>
                  <a:pt x="777761" y="99975"/>
                  <a:pt x="779034" y="98413"/>
                </a:cubicBezTo>
                <a:cubicBezTo>
                  <a:pt x="780307" y="96850"/>
                  <a:pt x="782047" y="95784"/>
                  <a:pt x="784253" y="95214"/>
                </a:cubicBezTo>
                <a:lnTo>
                  <a:pt x="771153" y="83973"/>
                </a:lnTo>
                <a:lnTo>
                  <a:pt x="758031" y="95214"/>
                </a:lnTo>
                <a:cubicBezTo>
                  <a:pt x="760690" y="95897"/>
                  <a:pt x="762599" y="96949"/>
                  <a:pt x="763759" y="98370"/>
                </a:cubicBezTo>
                <a:cubicBezTo>
                  <a:pt x="764919" y="99792"/>
                  <a:pt x="765499" y="101611"/>
                  <a:pt x="765499" y="103828"/>
                </a:cubicBezTo>
                <a:cubicBezTo>
                  <a:pt x="765499" y="106499"/>
                  <a:pt x="764622" y="108645"/>
                  <a:pt x="762868" y="110267"/>
                </a:cubicBezTo>
                <a:cubicBezTo>
                  <a:pt x="761114" y="111886"/>
                  <a:pt x="758144" y="112696"/>
                  <a:pt x="753958" y="112696"/>
                </a:cubicBezTo>
                <a:lnTo>
                  <a:pt x="734355" y="112696"/>
                </a:lnTo>
                <a:cubicBezTo>
                  <a:pt x="730168" y="112696"/>
                  <a:pt x="727184" y="111886"/>
                  <a:pt x="725402" y="110267"/>
                </a:cubicBezTo>
                <a:cubicBezTo>
                  <a:pt x="723620" y="108645"/>
                  <a:pt x="722729" y="106527"/>
                  <a:pt x="722729" y="103913"/>
                </a:cubicBezTo>
                <a:cubicBezTo>
                  <a:pt x="722729" y="101524"/>
                  <a:pt x="723521" y="99520"/>
                  <a:pt x="725105" y="97901"/>
                </a:cubicBezTo>
                <a:cubicBezTo>
                  <a:pt x="726689" y="96280"/>
                  <a:pt x="729065" y="95384"/>
                  <a:pt x="732233" y="95214"/>
                </a:cubicBezTo>
                <a:lnTo>
                  <a:pt x="758095" y="72769"/>
                </a:lnTo>
                <a:lnTo>
                  <a:pt x="735203" y="53123"/>
                </a:lnTo>
                <a:cubicBezTo>
                  <a:pt x="732205" y="52895"/>
                  <a:pt x="729928" y="51971"/>
                  <a:pt x="728372" y="50352"/>
                </a:cubicBezTo>
                <a:cubicBezTo>
                  <a:pt x="726816" y="48731"/>
                  <a:pt x="726038" y="46727"/>
                  <a:pt x="726038" y="44340"/>
                </a:cubicBezTo>
                <a:cubicBezTo>
                  <a:pt x="726038" y="41782"/>
                  <a:pt x="726929" y="39693"/>
                  <a:pt x="728711" y="38074"/>
                </a:cubicBezTo>
                <a:cubicBezTo>
                  <a:pt x="730493" y="36452"/>
                  <a:pt x="733478" y="35642"/>
                  <a:pt x="737664" y="35642"/>
                </a:cubicBezTo>
                <a:lnTo>
                  <a:pt x="753958" y="35642"/>
                </a:lnTo>
                <a:cubicBezTo>
                  <a:pt x="758144" y="35642"/>
                  <a:pt x="761128" y="36452"/>
                  <a:pt x="762910" y="38074"/>
                </a:cubicBezTo>
                <a:cubicBezTo>
                  <a:pt x="764693" y="39693"/>
                  <a:pt x="765584" y="41754"/>
                  <a:pt x="765584" y="44255"/>
                </a:cubicBezTo>
                <a:cubicBezTo>
                  <a:pt x="765584" y="47611"/>
                  <a:pt x="763999" y="50340"/>
                  <a:pt x="760831" y="52444"/>
                </a:cubicBezTo>
                <a:lnTo>
                  <a:pt x="771227" y="61371"/>
                </a:lnTo>
                <a:lnTo>
                  <a:pt x="781707" y="52275"/>
                </a:lnTo>
                <a:cubicBezTo>
                  <a:pt x="778596" y="50058"/>
                  <a:pt x="777040" y="47498"/>
                  <a:pt x="777040" y="44597"/>
                </a:cubicBezTo>
                <a:cubicBezTo>
                  <a:pt x="777040" y="41868"/>
                  <a:pt x="777931" y="39693"/>
                  <a:pt x="779713" y="38074"/>
                </a:cubicBezTo>
                <a:cubicBezTo>
                  <a:pt x="781495" y="36452"/>
                  <a:pt x="784479" y="35642"/>
                  <a:pt x="788666" y="35642"/>
                </a:cubicBezTo>
                <a:lnTo>
                  <a:pt x="804789" y="35642"/>
                </a:lnTo>
                <a:cubicBezTo>
                  <a:pt x="808976" y="35642"/>
                  <a:pt x="811960" y="36452"/>
                  <a:pt x="813742" y="38074"/>
                </a:cubicBezTo>
                <a:cubicBezTo>
                  <a:pt x="815524" y="39693"/>
                  <a:pt x="816415" y="41810"/>
                  <a:pt x="816415" y="44425"/>
                </a:cubicBezTo>
                <a:cubicBezTo>
                  <a:pt x="816415" y="46755"/>
                  <a:pt x="815638" y="48731"/>
                  <a:pt x="814082" y="50352"/>
                </a:cubicBezTo>
                <a:cubicBezTo>
                  <a:pt x="812526" y="51971"/>
                  <a:pt x="810221" y="52895"/>
                  <a:pt x="807166" y="53123"/>
                </a:cubicBezTo>
                <a:lnTo>
                  <a:pt x="784367" y="72652"/>
                </a:lnTo>
                <a:close/>
                <a:moveTo>
                  <a:pt x="882930" y="70392"/>
                </a:moveTo>
                <a:cubicBezTo>
                  <a:pt x="882930" y="80298"/>
                  <a:pt x="881289" y="90346"/>
                  <a:pt x="878008" y="100537"/>
                </a:cubicBezTo>
                <a:cubicBezTo>
                  <a:pt x="875575" y="108010"/>
                  <a:pt x="871813" y="116303"/>
                  <a:pt x="866721" y="125417"/>
                </a:cubicBezTo>
                <a:cubicBezTo>
                  <a:pt x="863044" y="131983"/>
                  <a:pt x="860328" y="136030"/>
                  <a:pt x="858575" y="137558"/>
                </a:cubicBezTo>
                <a:cubicBezTo>
                  <a:pt x="856821" y="139087"/>
                  <a:pt x="854869" y="139851"/>
                  <a:pt x="852719" y="139851"/>
                </a:cubicBezTo>
                <a:cubicBezTo>
                  <a:pt x="850230" y="139851"/>
                  <a:pt x="848137" y="139002"/>
                  <a:pt x="846439" y="137303"/>
                </a:cubicBezTo>
                <a:cubicBezTo>
                  <a:pt x="844742" y="135606"/>
                  <a:pt x="843894" y="133568"/>
                  <a:pt x="843894" y="131190"/>
                </a:cubicBezTo>
                <a:cubicBezTo>
                  <a:pt x="843894" y="129491"/>
                  <a:pt x="844572" y="127539"/>
                  <a:pt x="845930" y="125332"/>
                </a:cubicBezTo>
                <a:cubicBezTo>
                  <a:pt x="852040" y="115312"/>
                  <a:pt x="856496" y="105914"/>
                  <a:pt x="859296" y="97140"/>
                </a:cubicBezTo>
                <a:cubicBezTo>
                  <a:pt x="862096" y="88365"/>
                  <a:pt x="863497" y="79450"/>
                  <a:pt x="863497" y="70392"/>
                </a:cubicBezTo>
                <a:cubicBezTo>
                  <a:pt x="863497" y="61392"/>
                  <a:pt x="862096" y="52504"/>
                  <a:pt x="859296" y="43730"/>
                </a:cubicBezTo>
                <a:cubicBezTo>
                  <a:pt x="856496" y="34956"/>
                  <a:pt x="852040" y="25558"/>
                  <a:pt x="845930" y="15538"/>
                </a:cubicBezTo>
                <a:cubicBezTo>
                  <a:pt x="844572" y="13275"/>
                  <a:pt x="843894" y="11322"/>
                  <a:pt x="843894" y="9679"/>
                </a:cubicBezTo>
                <a:cubicBezTo>
                  <a:pt x="843894" y="7302"/>
                  <a:pt x="844742" y="5264"/>
                  <a:pt x="846439" y="3567"/>
                </a:cubicBezTo>
                <a:cubicBezTo>
                  <a:pt x="848137" y="1868"/>
                  <a:pt x="850230" y="1018"/>
                  <a:pt x="852719" y="1018"/>
                </a:cubicBezTo>
                <a:cubicBezTo>
                  <a:pt x="854812" y="1018"/>
                  <a:pt x="856651" y="1697"/>
                  <a:pt x="858235" y="3055"/>
                </a:cubicBezTo>
                <a:cubicBezTo>
                  <a:pt x="860498" y="4980"/>
                  <a:pt x="863497" y="9425"/>
                  <a:pt x="867230" y="16389"/>
                </a:cubicBezTo>
                <a:cubicBezTo>
                  <a:pt x="872605" y="26408"/>
                  <a:pt x="876282" y="34644"/>
                  <a:pt x="878262" y="41097"/>
                </a:cubicBezTo>
                <a:cubicBezTo>
                  <a:pt x="881374" y="51117"/>
                  <a:pt x="882930" y="60883"/>
                  <a:pt x="882930" y="70392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9.">
            <a:extLst xmlns:a="http://schemas.openxmlformats.org/drawingml/2006/main">
              <a:ext uri="{FF2B5EF4-FFF2-40B4-BE49-F238E27FC236}">
                <a16:creationId xmlns:a16="http://schemas.microsoft.com/office/drawing/2014/main" id="{B85205EC-3496-476F-A99B-18BA457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156" y="2212320"/>
            <a:ext cx="151460" cy="115411"/>
          </a:xfrm>
          <a:custGeom xmlns:a="http://schemas.openxmlformats.org/drawingml/2006/main">
            <a:pathLst>
              <a:path w="151460" h="115411">
                <a:moveTo>
                  <a:pt x="58385" y="66871"/>
                </a:moveTo>
                <a:cubicBezTo>
                  <a:pt x="54028" y="70635"/>
                  <a:pt x="50040" y="73302"/>
                  <a:pt x="46419" y="74872"/>
                </a:cubicBezTo>
                <a:cubicBezTo>
                  <a:pt x="42798" y="76440"/>
                  <a:pt x="38980" y="77224"/>
                  <a:pt x="34963" y="77224"/>
                </a:cubicBezTo>
                <a:cubicBezTo>
                  <a:pt x="25628" y="77224"/>
                  <a:pt x="17467" y="73490"/>
                  <a:pt x="10480" y="66022"/>
                </a:cubicBezTo>
                <a:cubicBezTo>
                  <a:pt x="3493" y="58554"/>
                  <a:pt x="0" y="49276"/>
                  <a:pt x="0" y="38188"/>
                </a:cubicBezTo>
                <a:cubicBezTo>
                  <a:pt x="0" y="29532"/>
                  <a:pt x="2404" y="21668"/>
                  <a:pt x="7213" y="14596"/>
                </a:cubicBezTo>
                <a:cubicBezTo>
                  <a:pt x="13776" y="4865"/>
                  <a:pt x="23026" y="0"/>
                  <a:pt x="34963" y="0"/>
                </a:cubicBezTo>
                <a:cubicBezTo>
                  <a:pt x="43506" y="0"/>
                  <a:pt x="50973" y="2562"/>
                  <a:pt x="57366" y="7685"/>
                </a:cubicBezTo>
                <a:cubicBezTo>
                  <a:pt x="63759" y="12809"/>
                  <a:pt x="68455" y="20197"/>
                  <a:pt x="71453" y="29850"/>
                </a:cubicBezTo>
                <a:cubicBezTo>
                  <a:pt x="74452" y="39503"/>
                  <a:pt x="75951" y="49567"/>
                  <a:pt x="75951" y="60042"/>
                </a:cubicBezTo>
                <a:cubicBezTo>
                  <a:pt x="75951" y="77819"/>
                  <a:pt x="69077" y="92086"/>
                  <a:pt x="55330" y="102844"/>
                </a:cubicBezTo>
                <a:cubicBezTo>
                  <a:pt x="44694" y="111109"/>
                  <a:pt x="33039" y="115242"/>
                  <a:pt x="20367" y="115242"/>
                </a:cubicBezTo>
                <a:cubicBezTo>
                  <a:pt x="13352" y="115242"/>
                  <a:pt x="7920" y="113816"/>
                  <a:pt x="4073" y="110964"/>
                </a:cubicBezTo>
                <a:cubicBezTo>
                  <a:pt x="1471" y="109081"/>
                  <a:pt x="170" y="106599"/>
                  <a:pt x="170" y="103518"/>
                </a:cubicBezTo>
                <a:cubicBezTo>
                  <a:pt x="170" y="101009"/>
                  <a:pt x="1004" y="98913"/>
                  <a:pt x="2673" y="97230"/>
                </a:cubicBezTo>
                <a:cubicBezTo>
                  <a:pt x="4342" y="95547"/>
                  <a:pt x="6393" y="94705"/>
                  <a:pt x="8826" y="94705"/>
                </a:cubicBezTo>
                <a:cubicBezTo>
                  <a:pt x="10183" y="94705"/>
                  <a:pt x="11711" y="95142"/>
                  <a:pt x="13408" y="96015"/>
                </a:cubicBezTo>
                <a:cubicBezTo>
                  <a:pt x="15614" y="97179"/>
                  <a:pt x="17934" y="97760"/>
                  <a:pt x="20367" y="97760"/>
                </a:cubicBezTo>
                <a:cubicBezTo>
                  <a:pt x="29136" y="97760"/>
                  <a:pt x="37226" y="94768"/>
                  <a:pt x="44637" y="88784"/>
                </a:cubicBezTo>
                <a:cubicBezTo>
                  <a:pt x="52048" y="82797"/>
                  <a:pt x="56631" y="75493"/>
                  <a:pt x="58385" y="66871"/>
                </a:cubicBezTo>
                <a:moveTo>
                  <a:pt x="55924" y="39543"/>
                </a:moveTo>
                <a:cubicBezTo>
                  <a:pt x="54057" y="31541"/>
                  <a:pt x="51299" y="25864"/>
                  <a:pt x="47650" y="22512"/>
                </a:cubicBezTo>
                <a:cubicBezTo>
                  <a:pt x="44001" y="19158"/>
                  <a:pt x="39828" y="17481"/>
                  <a:pt x="35133" y="17481"/>
                </a:cubicBezTo>
                <a:cubicBezTo>
                  <a:pt x="30211" y="17481"/>
                  <a:pt x="26024" y="19355"/>
                  <a:pt x="22573" y="23103"/>
                </a:cubicBezTo>
                <a:cubicBezTo>
                  <a:pt x="19122" y="26850"/>
                  <a:pt x="17397" y="31822"/>
                  <a:pt x="17397" y="38021"/>
                </a:cubicBezTo>
                <a:cubicBezTo>
                  <a:pt x="17397" y="44500"/>
                  <a:pt x="19136" y="49740"/>
                  <a:pt x="22616" y="53741"/>
                </a:cubicBezTo>
                <a:cubicBezTo>
                  <a:pt x="26095" y="57742"/>
                  <a:pt x="30069" y="59742"/>
                  <a:pt x="34539" y="59742"/>
                </a:cubicBezTo>
                <a:cubicBezTo>
                  <a:pt x="42402" y="59742"/>
                  <a:pt x="49531" y="53009"/>
                  <a:pt x="55924" y="39543"/>
                </a:cubicBezTo>
                <a:close/>
                <a:moveTo>
                  <a:pt x="151460" y="103870"/>
                </a:moveTo>
                <a:cubicBezTo>
                  <a:pt x="151460" y="107152"/>
                  <a:pt x="150301" y="109895"/>
                  <a:pt x="147981" y="112102"/>
                </a:cubicBezTo>
                <a:cubicBezTo>
                  <a:pt x="145662" y="114308"/>
                  <a:pt x="142465" y="115411"/>
                  <a:pt x="138392" y="115411"/>
                </a:cubicBezTo>
                <a:cubicBezTo>
                  <a:pt x="134319" y="115411"/>
                  <a:pt x="131122" y="114308"/>
                  <a:pt x="128803" y="112102"/>
                </a:cubicBezTo>
                <a:cubicBezTo>
                  <a:pt x="126483" y="109895"/>
                  <a:pt x="125323" y="107152"/>
                  <a:pt x="125323" y="103870"/>
                </a:cubicBezTo>
                <a:cubicBezTo>
                  <a:pt x="125323" y="100589"/>
                  <a:pt x="126483" y="97845"/>
                  <a:pt x="128803" y="95639"/>
                </a:cubicBezTo>
                <a:cubicBezTo>
                  <a:pt x="131122" y="93432"/>
                  <a:pt x="134319" y="92329"/>
                  <a:pt x="138392" y="92329"/>
                </a:cubicBezTo>
                <a:cubicBezTo>
                  <a:pt x="142465" y="92329"/>
                  <a:pt x="145662" y="93432"/>
                  <a:pt x="147981" y="95639"/>
                </a:cubicBezTo>
                <a:cubicBezTo>
                  <a:pt x="150301" y="97845"/>
                  <a:pt x="151460" y="100589"/>
                  <a:pt x="151460" y="1038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terminate_">
            <a:extLst xmlns:a="http://schemas.openxmlformats.org/drawingml/2006/main">
              <a:ext uri="{FF2B5EF4-FFF2-40B4-BE49-F238E27FC236}">
                <a16:creationId xmlns:a16="http://schemas.microsoft.com/office/drawing/2014/main" id="{C6B593DA-C1D2-4E50-97B7-F2674F14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413" y="2214866"/>
            <a:ext cx="1037784" cy="162425"/>
          </a:xfrm>
          <a:custGeom xmlns:a="http://schemas.openxmlformats.org/drawingml/2006/main">
            <a:pathLst>
              <a:path w="1037784" h="162425">
                <a:moveTo>
                  <a:pt x="35302" y="50577"/>
                </a:moveTo>
                <a:lnTo>
                  <a:pt x="35302" y="85259"/>
                </a:lnTo>
                <a:cubicBezTo>
                  <a:pt x="35302" y="88972"/>
                  <a:pt x="36066" y="91419"/>
                  <a:pt x="37594" y="92600"/>
                </a:cubicBezTo>
                <a:cubicBezTo>
                  <a:pt x="39970" y="94456"/>
                  <a:pt x="44213" y="95384"/>
                  <a:pt x="50323" y="95384"/>
                </a:cubicBezTo>
                <a:cubicBezTo>
                  <a:pt x="59205" y="95384"/>
                  <a:pt x="67408" y="93469"/>
                  <a:pt x="74933" y="89637"/>
                </a:cubicBezTo>
                <a:cubicBezTo>
                  <a:pt x="77818" y="88151"/>
                  <a:pt x="80081" y="87407"/>
                  <a:pt x="81721" y="87407"/>
                </a:cubicBezTo>
                <a:cubicBezTo>
                  <a:pt x="83984" y="87407"/>
                  <a:pt x="85950" y="88262"/>
                  <a:pt x="87619" y="89972"/>
                </a:cubicBezTo>
                <a:cubicBezTo>
                  <a:pt x="89288" y="91679"/>
                  <a:pt x="90123" y="93758"/>
                  <a:pt x="90123" y="96206"/>
                </a:cubicBezTo>
                <a:cubicBezTo>
                  <a:pt x="90123" y="98485"/>
                  <a:pt x="89218" y="100450"/>
                  <a:pt x="87407" y="102101"/>
                </a:cubicBezTo>
                <a:cubicBezTo>
                  <a:pt x="84635" y="104778"/>
                  <a:pt x="79161" y="107242"/>
                  <a:pt x="70986" y="109492"/>
                </a:cubicBezTo>
                <a:cubicBezTo>
                  <a:pt x="62812" y="111741"/>
                  <a:pt x="55924" y="112866"/>
                  <a:pt x="50323" y="112866"/>
                </a:cubicBezTo>
                <a:cubicBezTo>
                  <a:pt x="39517" y="112866"/>
                  <a:pt x="31413" y="110538"/>
                  <a:pt x="26010" y="105883"/>
                </a:cubicBezTo>
                <a:cubicBezTo>
                  <a:pt x="20607" y="101228"/>
                  <a:pt x="17906" y="95516"/>
                  <a:pt x="17906" y="88746"/>
                </a:cubicBezTo>
                <a:lnTo>
                  <a:pt x="17906" y="50577"/>
                </a:lnTo>
                <a:lnTo>
                  <a:pt x="11626" y="50577"/>
                </a:lnTo>
                <a:cubicBezTo>
                  <a:pt x="7440" y="50577"/>
                  <a:pt x="4455" y="49768"/>
                  <a:pt x="2673" y="48148"/>
                </a:cubicBezTo>
                <a:cubicBezTo>
                  <a:pt x="891" y="46527"/>
                  <a:pt x="0" y="44409"/>
                  <a:pt x="0" y="41794"/>
                </a:cubicBezTo>
                <a:cubicBezTo>
                  <a:pt x="0" y="39236"/>
                  <a:pt x="891" y="37147"/>
                  <a:pt x="2673" y="35528"/>
                </a:cubicBezTo>
                <a:cubicBezTo>
                  <a:pt x="4455" y="33907"/>
                  <a:pt x="7440" y="33096"/>
                  <a:pt x="11626" y="33096"/>
                </a:cubicBezTo>
                <a:lnTo>
                  <a:pt x="17906" y="33096"/>
                </a:lnTo>
                <a:lnTo>
                  <a:pt x="17906" y="17397"/>
                </a:lnTo>
                <a:cubicBezTo>
                  <a:pt x="17906" y="13210"/>
                  <a:pt x="18712" y="10226"/>
                  <a:pt x="20324" y="8444"/>
                </a:cubicBezTo>
                <a:cubicBezTo>
                  <a:pt x="21937" y="6662"/>
                  <a:pt x="24044" y="5771"/>
                  <a:pt x="26646" y="5771"/>
                </a:cubicBezTo>
                <a:cubicBezTo>
                  <a:pt x="29192" y="5771"/>
                  <a:pt x="31271" y="6662"/>
                  <a:pt x="32884" y="8444"/>
                </a:cubicBezTo>
                <a:cubicBezTo>
                  <a:pt x="34496" y="10226"/>
                  <a:pt x="35302" y="13210"/>
                  <a:pt x="35302" y="17397"/>
                </a:cubicBezTo>
                <a:lnTo>
                  <a:pt x="35302" y="33096"/>
                </a:lnTo>
                <a:lnTo>
                  <a:pt x="67465" y="33096"/>
                </a:lnTo>
                <a:cubicBezTo>
                  <a:pt x="71651" y="33096"/>
                  <a:pt x="74636" y="33907"/>
                  <a:pt x="76418" y="35528"/>
                </a:cubicBezTo>
                <a:cubicBezTo>
                  <a:pt x="78200" y="37147"/>
                  <a:pt x="79091" y="39264"/>
                  <a:pt x="79091" y="41879"/>
                </a:cubicBezTo>
                <a:cubicBezTo>
                  <a:pt x="79091" y="44437"/>
                  <a:pt x="78200" y="46527"/>
                  <a:pt x="76418" y="48148"/>
                </a:cubicBezTo>
                <a:cubicBezTo>
                  <a:pt x="74636" y="49768"/>
                  <a:pt x="71651" y="50577"/>
                  <a:pt x="67465" y="50577"/>
                </a:cubicBezTo>
                <a:lnTo>
                  <a:pt x="35302" y="50577"/>
                </a:lnTo>
                <a:close/>
                <a:moveTo>
                  <a:pt x="187526" y="80279"/>
                </a:moveTo>
                <a:lnTo>
                  <a:pt x="116158" y="80279"/>
                </a:lnTo>
                <a:cubicBezTo>
                  <a:pt x="117968" y="84805"/>
                  <a:pt x="121179" y="88454"/>
                  <a:pt x="125789" y="91226"/>
                </a:cubicBezTo>
                <a:cubicBezTo>
                  <a:pt x="130400" y="93998"/>
                  <a:pt x="136637" y="95384"/>
                  <a:pt x="144501" y="95384"/>
                </a:cubicBezTo>
                <a:cubicBezTo>
                  <a:pt x="150951" y="95384"/>
                  <a:pt x="159522" y="94018"/>
                  <a:pt x="170214" y="91287"/>
                </a:cubicBezTo>
                <a:cubicBezTo>
                  <a:pt x="174627" y="90171"/>
                  <a:pt x="177682" y="89614"/>
                  <a:pt x="179379" y="89614"/>
                </a:cubicBezTo>
                <a:cubicBezTo>
                  <a:pt x="181699" y="89614"/>
                  <a:pt x="183651" y="90434"/>
                  <a:pt x="185235" y="92075"/>
                </a:cubicBezTo>
                <a:cubicBezTo>
                  <a:pt x="186819" y="93715"/>
                  <a:pt x="187611" y="95780"/>
                  <a:pt x="187611" y="98269"/>
                </a:cubicBezTo>
                <a:cubicBezTo>
                  <a:pt x="187611" y="100532"/>
                  <a:pt x="186762" y="102456"/>
                  <a:pt x="185065" y="104040"/>
                </a:cubicBezTo>
                <a:cubicBezTo>
                  <a:pt x="182802" y="106133"/>
                  <a:pt x="177286" y="108127"/>
                  <a:pt x="168517" y="110023"/>
                </a:cubicBezTo>
                <a:cubicBezTo>
                  <a:pt x="159748" y="111918"/>
                  <a:pt x="151318" y="112866"/>
                  <a:pt x="143228" y="112866"/>
                </a:cubicBezTo>
                <a:cubicBezTo>
                  <a:pt x="129311" y="112866"/>
                  <a:pt x="118180" y="108934"/>
                  <a:pt x="109835" y="101070"/>
                </a:cubicBezTo>
                <a:cubicBezTo>
                  <a:pt x="101491" y="93206"/>
                  <a:pt x="97318" y="83532"/>
                  <a:pt x="97318" y="72047"/>
                </a:cubicBezTo>
                <a:cubicBezTo>
                  <a:pt x="97318" y="59827"/>
                  <a:pt x="101830" y="49884"/>
                  <a:pt x="110854" y="42219"/>
                </a:cubicBezTo>
                <a:cubicBezTo>
                  <a:pt x="119877" y="34553"/>
                  <a:pt x="130273" y="30720"/>
                  <a:pt x="142040" y="30720"/>
                </a:cubicBezTo>
                <a:cubicBezTo>
                  <a:pt x="149112" y="30720"/>
                  <a:pt x="155604" y="31963"/>
                  <a:pt x="161516" y="34448"/>
                </a:cubicBezTo>
                <a:cubicBezTo>
                  <a:pt x="167428" y="36932"/>
                  <a:pt x="171827" y="39614"/>
                  <a:pt x="174712" y="42494"/>
                </a:cubicBezTo>
                <a:cubicBezTo>
                  <a:pt x="178785" y="46674"/>
                  <a:pt x="182151" y="51841"/>
                  <a:pt x="184810" y="57997"/>
                </a:cubicBezTo>
                <a:cubicBezTo>
                  <a:pt x="186621" y="62290"/>
                  <a:pt x="187526" y="67261"/>
                  <a:pt x="187526" y="72909"/>
                </a:cubicBezTo>
                <a:lnTo>
                  <a:pt x="187526" y="80279"/>
                </a:lnTo>
                <a:moveTo>
                  <a:pt x="168262" y="62797"/>
                </a:moveTo>
                <a:cubicBezTo>
                  <a:pt x="165603" y="57904"/>
                  <a:pt x="162124" y="54248"/>
                  <a:pt x="157825" y="51829"/>
                </a:cubicBezTo>
                <a:cubicBezTo>
                  <a:pt x="153525" y="49411"/>
                  <a:pt x="148405" y="48201"/>
                  <a:pt x="142465" y="48201"/>
                </a:cubicBezTo>
                <a:cubicBezTo>
                  <a:pt x="136581" y="48201"/>
                  <a:pt x="131489" y="49411"/>
                  <a:pt x="127190" y="51829"/>
                </a:cubicBezTo>
                <a:cubicBezTo>
                  <a:pt x="122890" y="54248"/>
                  <a:pt x="119382" y="57904"/>
                  <a:pt x="116667" y="62797"/>
                </a:cubicBezTo>
                <a:lnTo>
                  <a:pt x="168262" y="62797"/>
                </a:lnTo>
                <a:close/>
                <a:moveTo>
                  <a:pt x="244536" y="33096"/>
                </a:moveTo>
                <a:lnTo>
                  <a:pt x="244536" y="43958"/>
                </a:lnTo>
                <a:cubicBezTo>
                  <a:pt x="251834" y="38663"/>
                  <a:pt x="257591" y="35133"/>
                  <a:pt x="261805" y="33369"/>
                </a:cubicBezTo>
                <a:cubicBezTo>
                  <a:pt x="266020" y="31603"/>
                  <a:pt x="269966" y="30720"/>
                  <a:pt x="273644" y="30720"/>
                </a:cubicBezTo>
                <a:cubicBezTo>
                  <a:pt x="279301" y="30720"/>
                  <a:pt x="284789" y="32820"/>
                  <a:pt x="290107" y="37021"/>
                </a:cubicBezTo>
                <a:cubicBezTo>
                  <a:pt x="293727" y="39860"/>
                  <a:pt x="295538" y="42756"/>
                  <a:pt x="295538" y="45708"/>
                </a:cubicBezTo>
                <a:cubicBezTo>
                  <a:pt x="295538" y="48207"/>
                  <a:pt x="294675" y="50322"/>
                  <a:pt x="292949" y="52054"/>
                </a:cubicBezTo>
                <a:cubicBezTo>
                  <a:pt x="291224" y="53785"/>
                  <a:pt x="289145" y="54651"/>
                  <a:pt x="286712" y="54651"/>
                </a:cubicBezTo>
                <a:cubicBezTo>
                  <a:pt x="284562" y="54651"/>
                  <a:pt x="282299" y="53576"/>
                  <a:pt x="279923" y="51426"/>
                </a:cubicBezTo>
                <a:cubicBezTo>
                  <a:pt x="277547" y="49276"/>
                  <a:pt x="275426" y="48201"/>
                  <a:pt x="273559" y="48201"/>
                </a:cubicBezTo>
                <a:cubicBezTo>
                  <a:pt x="271126" y="48201"/>
                  <a:pt x="267491" y="49729"/>
                  <a:pt x="262654" y="52784"/>
                </a:cubicBezTo>
                <a:cubicBezTo>
                  <a:pt x="257817" y="55839"/>
                  <a:pt x="251778" y="60421"/>
                  <a:pt x="244536" y="66531"/>
                </a:cubicBezTo>
                <a:lnTo>
                  <a:pt x="244536" y="92669"/>
                </a:lnTo>
                <a:lnTo>
                  <a:pt x="269316" y="92669"/>
                </a:lnTo>
                <a:cubicBezTo>
                  <a:pt x="273502" y="92669"/>
                  <a:pt x="276486" y="93475"/>
                  <a:pt x="278268" y="95087"/>
                </a:cubicBezTo>
                <a:cubicBezTo>
                  <a:pt x="280051" y="96699"/>
                  <a:pt x="280942" y="98807"/>
                  <a:pt x="280942" y="101409"/>
                </a:cubicBezTo>
                <a:cubicBezTo>
                  <a:pt x="280942" y="104012"/>
                  <a:pt x="280051" y="106119"/>
                  <a:pt x="278268" y="107731"/>
                </a:cubicBezTo>
                <a:cubicBezTo>
                  <a:pt x="276486" y="109344"/>
                  <a:pt x="273502" y="110150"/>
                  <a:pt x="269316" y="110150"/>
                </a:cubicBezTo>
                <a:lnTo>
                  <a:pt x="216786" y="110150"/>
                </a:lnTo>
                <a:cubicBezTo>
                  <a:pt x="212600" y="110150"/>
                  <a:pt x="209616" y="109330"/>
                  <a:pt x="207834" y="107689"/>
                </a:cubicBezTo>
                <a:cubicBezTo>
                  <a:pt x="206052" y="106048"/>
                  <a:pt x="205160" y="103927"/>
                  <a:pt x="205160" y="101324"/>
                </a:cubicBezTo>
                <a:cubicBezTo>
                  <a:pt x="205160" y="98722"/>
                  <a:pt x="206052" y="96629"/>
                  <a:pt x="207834" y="95045"/>
                </a:cubicBezTo>
                <a:cubicBezTo>
                  <a:pt x="209616" y="93461"/>
                  <a:pt x="212600" y="92669"/>
                  <a:pt x="216786" y="92669"/>
                </a:cubicBezTo>
                <a:lnTo>
                  <a:pt x="227140" y="92669"/>
                </a:lnTo>
                <a:lnTo>
                  <a:pt x="227140" y="50577"/>
                </a:lnTo>
                <a:lnTo>
                  <a:pt x="220860" y="50577"/>
                </a:lnTo>
                <a:cubicBezTo>
                  <a:pt x="216673" y="50577"/>
                  <a:pt x="213689" y="49757"/>
                  <a:pt x="211907" y="48116"/>
                </a:cubicBezTo>
                <a:cubicBezTo>
                  <a:pt x="210125" y="46476"/>
                  <a:pt x="209234" y="44354"/>
                  <a:pt x="209234" y="41752"/>
                </a:cubicBezTo>
                <a:cubicBezTo>
                  <a:pt x="209234" y="39149"/>
                  <a:pt x="210125" y="37056"/>
                  <a:pt x="211907" y="35472"/>
                </a:cubicBezTo>
                <a:cubicBezTo>
                  <a:pt x="213689" y="33888"/>
                  <a:pt x="216673" y="33096"/>
                  <a:pt x="220860" y="33096"/>
                </a:cubicBezTo>
                <a:lnTo>
                  <a:pt x="244536" y="33096"/>
                </a:lnTo>
                <a:close/>
                <a:moveTo>
                  <a:pt x="325561" y="33096"/>
                </a:moveTo>
                <a:lnTo>
                  <a:pt x="325561" y="38018"/>
                </a:lnTo>
                <a:cubicBezTo>
                  <a:pt x="328390" y="35182"/>
                  <a:pt x="330950" y="33229"/>
                  <a:pt x="333241" y="32157"/>
                </a:cubicBezTo>
                <a:cubicBezTo>
                  <a:pt x="335532" y="31086"/>
                  <a:pt x="338177" y="30550"/>
                  <a:pt x="341176" y="30550"/>
                </a:cubicBezTo>
                <a:cubicBezTo>
                  <a:pt x="343721" y="30550"/>
                  <a:pt x="346239" y="31187"/>
                  <a:pt x="348728" y="32459"/>
                </a:cubicBezTo>
                <a:cubicBezTo>
                  <a:pt x="351218" y="33732"/>
                  <a:pt x="353650" y="35642"/>
                  <a:pt x="356026" y="38188"/>
                </a:cubicBezTo>
                <a:cubicBezTo>
                  <a:pt x="359025" y="35670"/>
                  <a:pt x="362066" y="33796"/>
                  <a:pt x="365149" y="32566"/>
                </a:cubicBezTo>
                <a:cubicBezTo>
                  <a:pt x="368232" y="31335"/>
                  <a:pt x="371386" y="30720"/>
                  <a:pt x="374611" y="30720"/>
                </a:cubicBezTo>
                <a:cubicBezTo>
                  <a:pt x="381060" y="30720"/>
                  <a:pt x="386294" y="32445"/>
                  <a:pt x="390310" y="35896"/>
                </a:cubicBezTo>
                <a:cubicBezTo>
                  <a:pt x="395628" y="40422"/>
                  <a:pt x="398287" y="46363"/>
                  <a:pt x="398287" y="53717"/>
                </a:cubicBezTo>
                <a:lnTo>
                  <a:pt x="398287" y="92669"/>
                </a:lnTo>
                <a:cubicBezTo>
                  <a:pt x="401908" y="92669"/>
                  <a:pt x="404595" y="93475"/>
                  <a:pt x="406349" y="95087"/>
                </a:cubicBezTo>
                <a:cubicBezTo>
                  <a:pt x="408103" y="96699"/>
                  <a:pt x="408980" y="98807"/>
                  <a:pt x="408980" y="101409"/>
                </a:cubicBezTo>
                <a:cubicBezTo>
                  <a:pt x="408980" y="104012"/>
                  <a:pt x="408103" y="106119"/>
                  <a:pt x="406349" y="107731"/>
                </a:cubicBezTo>
                <a:cubicBezTo>
                  <a:pt x="404595" y="109344"/>
                  <a:pt x="401625" y="110150"/>
                  <a:pt x="397439" y="110150"/>
                </a:cubicBezTo>
                <a:lnTo>
                  <a:pt x="380891" y="110150"/>
                </a:lnTo>
                <a:lnTo>
                  <a:pt x="380891" y="55245"/>
                </a:lnTo>
                <a:cubicBezTo>
                  <a:pt x="380891" y="52586"/>
                  <a:pt x="380410" y="50747"/>
                  <a:pt x="379448" y="49729"/>
                </a:cubicBezTo>
                <a:cubicBezTo>
                  <a:pt x="378486" y="48710"/>
                  <a:pt x="377015" y="48201"/>
                  <a:pt x="375035" y="48201"/>
                </a:cubicBezTo>
                <a:cubicBezTo>
                  <a:pt x="373112" y="48201"/>
                  <a:pt x="371330" y="48702"/>
                  <a:pt x="369689" y="49705"/>
                </a:cubicBezTo>
                <a:cubicBezTo>
                  <a:pt x="367596" y="51098"/>
                  <a:pt x="365050" y="53717"/>
                  <a:pt x="362052" y="57562"/>
                </a:cubicBezTo>
                <a:lnTo>
                  <a:pt x="362052" y="92669"/>
                </a:lnTo>
                <a:cubicBezTo>
                  <a:pt x="365672" y="92669"/>
                  <a:pt x="368360" y="93475"/>
                  <a:pt x="370113" y="95087"/>
                </a:cubicBezTo>
                <a:cubicBezTo>
                  <a:pt x="371867" y="96699"/>
                  <a:pt x="372744" y="98807"/>
                  <a:pt x="372744" y="101409"/>
                </a:cubicBezTo>
                <a:cubicBezTo>
                  <a:pt x="372744" y="104012"/>
                  <a:pt x="371867" y="106119"/>
                  <a:pt x="370113" y="107731"/>
                </a:cubicBezTo>
                <a:cubicBezTo>
                  <a:pt x="368360" y="109344"/>
                  <a:pt x="365389" y="110150"/>
                  <a:pt x="361203" y="110150"/>
                </a:cubicBezTo>
                <a:lnTo>
                  <a:pt x="344655" y="110150"/>
                </a:lnTo>
                <a:lnTo>
                  <a:pt x="344655" y="55094"/>
                </a:lnTo>
                <a:cubicBezTo>
                  <a:pt x="344655" y="52484"/>
                  <a:pt x="344160" y="50655"/>
                  <a:pt x="343170" y="49607"/>
                </a:cubicBezTo>
                <a:cubicBezTo>
                  <a:pt x="342180" y="48557"/>
                  <a:pt x="340695" y="48032"/>
                  <a:pt x="338715" y="48032"/>
                </a:cubicBezTo>
                <a:cubicBezTo>
                  <a:pt x="336678" y="48032"/>
                  <a:pt x="334670" y="48670"/>
                  <a:pt x="332690" y="49946"/>
                </a:cubicBezTo>
                <a:cubicBezTo>
                  <a:pt x="330709" y="51223"/>
                  <a:pt x="328333" y="53761"/>
                  <a:pt x="325561" y="57562"/>
                </a:cubicBezTo>
                <a:lnTo>
                  <a:pt x="325561" y="92669"/>
                </a:lnTo>
                <a:cubicBezTo>
                  <a:pt x="329182" y="92669"/>
                  <a:pt x="331883" y="93475"/>
                  <a:pt x="333665" y="95087"/>
                </a:cubicBezTo>
                <a:cubicBezTo>
                  <a:pt x="335447" y="96699"/>
                  <a:pt x="336339" y="98807"/>
                  <a:pt x="336339" y="101409"/>
                </a:cubicBezTo>
                <a:cubicBezTo>
                  <a:pt x="336339" y="104012"/>
                  <a:pt x="335447" y="106119"/>
                  <a:pt x="333665" y="107731"/>
                </a:cubicBezTo>
                <a:cubicBezTo>
                  <a:pt x="331883" y="109344"/>
                  <a:pt x="328899" y="110150"/>
                  <a:pt x="324713" y="110150"/>
                </a:cubicBezTo>
                <a:lnTo>
                  <a:pt x="309013" y="110150"/>
                </a:lnTo>
                <a:cubicBezTo>
                  <a:pt x="304827" y="110150"/>
                  <a:pt x="301842" y="109330"/>
                  <a:pt x="300060" y="107689"/>
                </a:cubicBezTo>
                <a:cubicBezTo>
                  <a:pt x="298278" y="106048"/>
                  <a:pt x="297387" y="103927"/>
                  <a:pt x="297387" y="101324"/>
                </a:cubicBezTo>
                <a:cubicBezTo>
                  <a:pt x="297387" y="98722"/>
                  <a:pt x="298264" y="96629"/>
                  <a:pt x="300018" y="95045"/>
                </a:cubicBezTo>
                <a:cubicBezTo>
                  <a:pt x="301772" y="93461"/>
                  <a:pt x="304487" y="92669"/>
                  <a:pt x="308165" y="92669"/>
                </a:cubicBezTo>
                <a:lnTo>
                  <a:pt x="308165" y="50577"/>
                </a:lnTo>
                <a:cubicBezTo>
                  <a:pt x="304487" y="50577"/>
                  <a:pt x="301772" y="49757"/>
                  <a:pt x="300018" y="48116"/>
                </a:cubicBezTo>
                <a:cubicBezTo>
                  <a:pt x="298264" y="46476"/>
                  <a:pt x="297387" y="44354"/>
                  <a:pt x="297387" y="41752"/>
                </a:cubicBezTo>
                <a:cubicBezTo>
                  <a:pt x="297387" y="39149"/>
                  <a:pt x="298278" y="37056"/>
                  <a:pt x="300060" y="35472"/>
                </a:cubicBezTo>
                <a:cubicBezTo>
                  <a:pt x="301842" y="33888"/>
                  <a:pt x="304827" y="33096"/>
                  <a:pt x="309013" y="33096"/>
                </a:cubicBezTo>
                <a:lnTo>
                  <a:pt x="325561" y="33096"/>
                </a:lnTo>
                <a:close/>
                <a:moveTo>
                  <a:pt x="462935" y="0"/>
                </a:moveTo>
                <a:lnTo>
                  <a:pt x="462935" y="18500"/>
                </a:lnTo>
                <a:lnTo>
                  <a:pt x="442229" y="18500"/>
                </a:lnTo>
                <a:lnTo>
                  <a:pt x="442229" y="0"/>
                </a:lnTo>
                <a:lnTo>
                  <a:pt x="462935" y="0"/>
                </a:lnTo>
                <a:moveTo>
                  <a:pt x="465311" y="33096"/>
                </a:moveTo>
                <a:lnTo>
                  <a:pt x="465311" y="92669"/>
                </a:lnTo>
                <a:lnTo>
                  <a:pt x="486187" y="92669"/>
                </a:lnTo>
                <a:cubicBezTo>
                  <a:pt x="490373" y="92669"/>
                  <a:pt x="493357" y="93475"/>
                  <a:pt x="495140" y="95087"/>
                </a:cubicBezTo>
                <a:cubicBezTo>
                  <a:pt x="496922" y="96699"/>
                  <a:pt x="497813" y="98807"/>
                  <a:pt x="497813" y="101409"/>
                </a:cubicBezTo>
                <a:cubicBezTo>
                  <a:pt x="497813" y="104012"/>
                  <a:pt x="496922" y="106119"/>
                  <a:pt x="495140" y="107731"/>
                </a:cubicBezTo>
                <a:cubicBezTo>
                  <a:pt x="493357" y="109344"/>
                  <a:pt x="490373" y="110150"/>
                  <a:pt x="486187" y="110150"/>
                </a:cubicBezTo>
                <a:lnTo>
                  <a:pt x="427038" y="110150"/>
                </a:lnTo>
                <a:cubicBezTo>
                  <a:pt x="422852" y="110150"/>
                  <a:pt x="419868" y="109330"/>
                  <a:pt x="418085" y="107689"/>
                </a:cubicBezTo>
                <a:cubicBezTo>
                  <a:pt x="416303" y="106048"/>
                  <a:pt x="415412" y="103927"/>
                  <a:pt x="415412" y="101324"/>
                </a:cubicBezTo>
                <a:cubicBezTo>
                  <a:pt x="415412" y="98722"/>
                  <a:pt x="416303" y="96629"/>
                  <a:pt x="418085" y="95045"/>
                </a:cubicBezTo>
                <a:cubicBezTo>
                  <a:pt x="419868" y="93461"/>
                  <a:pt x="422852" y="92669"/>
                  <a:pt x="427038" y="92669"/>
                </a:cubicBezTo>
                <a:lnTo>
                  <a:pt x="447914" y="92669"/>
                </a:lnTo>
                <a:lnTo>
                  <a:pt x="447914" y="50577"/>
                </a:lnTo>
                <a:lnTo>
                  <a:pt x="433912" y="50577"/>
                </a:lnTo>
                <a:cubicBezTo>
                  <a:pt x="429782" y="50577"/>
                  <a:pt x="426812" y="49757"/>
                  <a:pt x="425002" y="48116"/>
                </a:cubicBezTo>
                <a:cubicBezTo>
                  <a:pt x="423191" y="46476"/>
                  <a:pt x="422286" y="44354"/>
                  <a:pt x="422286" y="41752"/>
                </a:cubicBezTo>
                <a:cubicBezTo>
                  <a:pt x="422286" y="39149"/>
                  <a:pt x="423177" y="37056"/>
                  <a:pt x="424959" y="35472"/>
                </a:cubicBezTo>
                <a:cubicBezTo>
                  <a:pt x="426741" y="33888"/>
                  <a:pt x="429726" y="33096"/>
                  <a:pt x="433912" y="33096"/>
                </a:cubicBezTo>
                <a:lnTo>
                  <a:pt x="465311" y="33096"/>
                </a:lnTo>
                <a:close/>
                <a:moveTo>
                  <a:pt x="543366" y="33096"/>
                </a:moveTo>
                <a:lnTo>
                  <a:pt x="543366" y="38866"/>
                </a:lnTo>
                <a:cubicBezTo>
                  <a:pt x="546534" y="36151"/>
                  <a:pt x="550028" y="34114"/>
                  <a:pt x="553846" y="32756"/>
                </a:cubicBezTo>
                <a:cubicBezTo>
                  <a:pt x="557665" y="31399"/>
                  <a:pt x="561809" y="30720"/>
                  <a:pt x="566279" y="30720"/>
                </a:cubicBezTo>
                <a:cubicBezTo>
                  <a:pt x="576575" y="30720"/>
                  <a:pt x="584722" y="33916"/>
                  <a:pt x="590719" y="40309"/>
                </a:cubicBezTo>
                <a:cubicBezTo>
                  <a:pt x="595471" y="45401"/>
                  <a:pt x="597847" y="52077"/>
                  <a:pt x="597847" y="60336"/>
                </a:cubicBezTo>
                <a:lnTo>
                  <a:pt x="597847" y="92669"/>
                </a:lnTo>
                <a:cubicBezTo>
                  <a:pt x="601524" y="92669"/>
                  <a:pt x="604240" y="93475"/>
                  <a:pt x="605994" y="95087"/>
                </a:cubicBezTo>
                <a:cubicBezTo>
                  <a:pt x="607747" y="96699"/>
                  <a:pt x="608624" y="98807"/>
                  <a:pt x="608624" y="101409"/>
                </a:cubicBezTo>
                <a:cubicBezTo>
                  <a:pt x="608624" y="104012"/>
                  <a:pt x="607733" y="106119"/>
                  <a:pt x="605951" y="107731"/>
                </a:cubicBezTo>
                <a:cubicBezTo>
                  <a:pt x="604169" y="109344"/>
                  <a:pt x="601185" y="110150"/>
                  <a:pt x="596998" y="110150"/>
                </a:cubicBezTo>
                <a:lnTo>
                  <a:pt x="581299" y="110150"/>
                </a:lnTo>
                <a:cubicBezTo>
                  <a:pt x="577112" y="110150"/>
                  <a:pt x="574128" y="109330"/>
                  <a:pt x="572346" y="107689"/>
                </a:cubicBezTo>
                <a:cubicBezTo>
                  <a:pt x="570564" y="106048"/>
                  <a:pt x="569673" y="103927"/>
                  <a:pt x="569673" y="101324"/>
                </a:cubicBezTo>
                <a:cubicBezTo>
                  <a:pt x="569673" y="98722"/>
                  <a:pt x="570550" y="96629"/>
                  <a:pt x="572304" y="95045"/>
                </a:cubicBezTo>
                <a:cubicBezTo>
                  <a:pt x="574057" y="93461"/>
                  <a:pt x="576773" y="92669"/>
                  <a:pt x="580450" y="92669"/>
                </a:cubicBezTo>
                <a:lnTo>
                  <a:pt x="580450" y="59891"/>
                </a:lnTo>
                <a:cubicBezTo>
                  <a:pt x="580450" y="56107"/>
                  <a:pt x="579432" y="53341"/>
                  <a:pt x="577395" y="51590"/>
                </a:cubicBezTo>
                <a:cubicBezTo>
                  <a:pt x="574736" y="49331"/>
                  <a:pt x="570748" y="48201"/>
                  <a:pt x="565430" y="48201"/>
                </a:cubicBezTo>
                <a:cubicBezTo>
                  <a:pt x="561413" y="48201"/>
                  <a:pt x="557891" y="48979"/>
                  <a:pt x="554865" y="50535"/>
                </a:cubicBezTo>
                <a:cubicBezTo>
                  <a:pt x="551838" y="52091"/>
                  <a:pt x="548005" y="55386"/>
                  <a:pt x="543366" y="60421"/>
                </a:cubicBezTo>
                <a:lnTo>
                  <a:pt x="543366" y="92669"/>
                </a:lnTo>
                <a:cubicBezTo>
                  <a:pt x="547835" y="92669"/>
                  <a:pt x="550721" y="93206"/>
                  <a:pt x="552022" y="94281"/>
                </a:cubicBezTo>
                <a:cubicBezTo>
                  <a:pt x="554794" y="96431"/>
                  <a:pt x="556180" y="98807"/>
                  <a:pt x="556180" y="101409"/>
                </a:cubicBezTo>
                <a:cubicBezTo>
                  <a:pt x="556180" y="104012"/>
                  <a:pt x="555289" y="106119"/>
                  <a:pt x="553507" y="107731"/>
                </a:cubicBezTo>
                <a:cubicBezTo>
                  <a:pt x="551725" y="109344"/>
                  <a:pt x="548741" y="110150"/>
                  <a:pt x="544554" y="110150"/>
                </a:cubicBezTo>
                <a:lnTo>
                  <a:pt x="524781" y="110150"/>
                </a:lnTo>
                <a:cubicBezTo>
                  <a:pt x="520595" y="110150"/>
                  <a:pt x="517611" y="109330"/>
                  <a:pt x="515828" y="107689"/>
                </a:cubicBezTo>
                <a:cubicBezTo>
                  <a:pt x="514046" y="106048"/>
                  <a:pt x="513155" y="103927"/>
                  <a:pt x="513155" y="101324"/>
                </a:cubicBezTo>
                <a:cubicBezTo>
                  <a:pt x="513155" y="98722"/>
                  <a:pt x="514513" y="96353"/>
                  <a:pt x="517229" y="94217"/>
                </a:cubicBezTo>
                <a:cubicBezTo>
                  <a:pt x="518586" y="93185"/>
                  <a:pt x="521500" y="92669"/>
                  <a:pt x="525969" y="92669"/>
                </a:cubicBezTo>
                <a:lnTo>
                  <a:pt x="525969" y="50577"/>
                </a:lnTo>
                <a:cubicBezTo>
                  <a:pt x="522292" y="50577"/>
                  <a:pt x="519577" y="49757"/>
                  <a:pt x="517823" y="48116"/>
                </a:cubicBezTo>
                <a:cubicBezTo>
                  <a:pt x="516069" y="46476"/>
                  <a:pt x="515192" y="44354"/>
                  <a:pt x="515192" y="41752"/>
                </a:cubicBezTo>
                <a:cubicBezTo>
                  <a:pt x="515192" y="39149"/>
                  <a:pt x="516083" y="37056"/>
                  <a:pt x="517865" y="35472"/>
                </a:cubicBezTo>
                <a:cubicBezTo>
                  <a:pt x="519647" y="33888"/>
                  <a:pt x="522632" y="33096"/>
                  <a:pt x="526818" y="33096"/>
                </a:cubicBezTo>
                <a:lnTo>
                  <a:pt x="543366" y="33096"/>
                </a:lnTo>
                <a:close/>
                <a:moveTo>
                  <a:pt x="680909" y="110150"/>
                </a:moveTo>
                <a:lnTo>
                  <a:pt x="680909" y="106077"/>
                </a:lnTo>
                <a:cubicBezTo>
                  <a:pt x="676553" y="108340"/>
                  <a:pt x="671744" y="110037"/>
                  <a:pt x="666483" y="111168"/>
                </a:cubicBezTo>
                <a:cubicBezTo>
                  <a:pt x="661221" y="112300"/>
                  <a:pt x="656441" y="112866"/>
                  <a:pt x="652141" y="112866"/>
                </a:cubicBezTo>
                <a:cubicBezTo>
                  <a:pt x="642806" y="112866"/>
                  <a:pt x="635226" y="110395"/>
                  <a:pt x="629398" y="105453"/>
                </a:cubicBezTo>
                <a:cubicBezTo>
                  <a:pt x="623571" y="100510"/>
                  <a:pt x="620658" y="95045"/>
                  <a:pt x="620658" y="89057"/>
                </a:cubicBezTo>
                <a:cubicBezTo>
                  <a:pt x="620658" y="81771"/>
                  <a:pt x="624377" y="75008"/>
                  <a:pt x="631817" y="68767"/>
                </a:cubicBezTo>
                <a:cubicBezTo>
                  <a:pt x="639256" y="62524"/>
                  <a:pt x="649539" y="59403"/>
                  <a:pt x="662664" y="59403"/>
                </a:cubicBezTo>
                <a:cubicBezTo>
                  <a:pt x="667925" y="59403"/>
                  <a:pt x="674007" y="59969"/>
                  <a:pt x="680909" y="61100"/>
                </a:cubicBezTo>
                <a:lnTo>
                  <a:pt x="680909" y="56968"/>
                </a:lnTo>
                <a:cubicBezTo>
                  <a:pt x="680909" y="54384"/>
                  <a:pt x="679792" y="52276"/>
                  <a:pt x="677557" y="50646"/>
                </a:cubicBezTo>
                <a:cubicBezTo>
                  <a:pt x="675323" y="49016"/>
                  <a:pt x="671065" y="48201"/>
                  <a:pt x="664786" y="48201"/>
                </a:cubicBezTo>
                <a:cubicBezTo>
                  <a:pt x="659637" y="48201"/>
                  <a:pt x="652962" y="49198"/>
                  <a:pt x="644758" y="51193"/>
                </a:cubicBezTo>
                <a:cubicBezTo>
                  <a:pt x="641703" y="51914"/>
                  <a:pt x="639327" y="52275"/>
                  <a:pt x="637630" y="52275"/>
                </a:cubicBezTo>
                <a:cubicBezTo>
                  <a:pt x="635310" y="52275"/>
                  <a:pt x="633344" y="51440"/>
                  <a:pt x="631732" y="49771"/>
                </a:cubicBezTo>
                <a:cubicBezTo>
                  <a:pt x="630120" y="48102"/>
                  <a:pt x="629314" y="45967"/>
                  <a:pt x="629314" y="43364"/>
                </a:cubicBezTo>
                <a:cubicBezTo>
                  <a:pt x="629314" y="41893"/>
                  <a:pt x="629596" y="40620"/>
                  <a:pt x="630162" y="39545"/>
                </a:cubicBezTo>
                <a:cubicBezTo>
                  <a:pt x="630728" y="38470"/>
                  <a:pt x="631520" y="37608"/>
                  <a:pt x="632538" y="36957"/>
                </a:cubicBezTo>
                <a:cubicBezTo>
                  <a:pt x="633557" y="36307"/>
                  <a:pt x="635678" y="35529"/>
                  <a:pt x="638903" y="34623"/>
                </a:cubicBezTo>
                <a:cubicBezTo>
                  <a:pt x="643202" y="33435"/>
                  <a:pt x="647587" y="32488"/>
                  <a:pt x="652056" y="31781"/>
                </a:cubicBezTo>
                <a:cubicBezTo>
                  <a:pt x="656526" y="31073"/>
                  <a:pt x="660571" y="30720"/>
                  <a:pt x="664192" y="30720"/>
                </a:cubicBezTo>
                <a:cubicBezTo>
                  <a:pt x="674997" y="30720"/>
                  <a:pt x="683384" y="33053"/>
                  <a:pt x="689353" y="37721"/>
                </a:cubicBezTo>
                <a:cubicBezTo>
                  <a:pt x="695321" y="42388"/>
                  <a:pt x="698306" y="48767"/>
                  <a:pt x="698306" y="56857"/>
                </a:cubicBezTo>
                <a:lnTo>
                  <a:pt x="698306" y="92669"/>
                </a:lnTo>
                <a:lnTo>
                  <a:pt x="701276" y="92669"/>
                </a:lnTo>
                <a:cubicBezTo>
                  <a:pt x="705462" y="92669"/>
                  <a:pt x="708447" y="93475"/>
                  <a:pt x="710229" y="95087"/>
                </a:cubicBezTo>
                <a:cubicBezTo>
                  <a:pt x="712011" y="96699"/>
                  <a:pt x="712902" y="98807"/>
                  <a:pt x="712902" y="101409"/>
                </a:cubicBezTo>
                <a:cubicBezTo>
                  <a:pt x="712902" y="104012"/>
                  <a:pt x="712011" y="106119"/>
                  <a:pt x="710229" y="107731"/>
                </a:cubicBezTo>
                <a:cubicBezTo>
                  <a:pt x="708447" y="109344"/>
                  <a:pt x="705462" y="110150"/>
                  <a:pt x="701276" y="110150"/>
                </a:cubicBezTo>
                <a:lnTo>
                  <a:pt x="680909" y="110150"/>
                </a:lnTo>
                <a:moveTo>
                  <a:pt x="680909" y="78902"/>
                </a:moveTo>
                <a:cubicBezTo>
                  <a:pt x="673951" y="77557"/>
                  <a:pt x="667529" y="76884"/>
                  <a:pt x="661646" y="76884"/>
                </a:cubicBezTo>
                <a:cubicBezTo>
                  <a:pt x="654574" y="76884"/>
                  <a:pt x="648492" y="78594"/>
                  <a:pt x="643400" y="82013"/>
                </a:cubicBezTo>
                <a:cubicBezTo>
                  <a:pt x="640232" y="84200"/>
                  <a:pt x="638648" y="86414"/>
                  <a:pt x="638648" y="88656"/>
                </a:cubicBezTo>
                <a:cubicBezTo>
                  <a:pt x="638648" y="90283"/>
                  <a:pt x="639412" y="91601"/>
                  <a:pt x="640940" y="92610"/>
                </a:cubicBezTo>
                <a:cubicBezTo>
                  <a:pt x="643768" y="94459"/>
                  <a:pt x="647644" y="95384"/>
                  <a:pt x="652566" y="95384"/>
                </a:cubicBezTo>
                <a:cubicBezTo>
                  <a:pt x="656752" y="95384"/>
                  <a:pt x="661490" y="94572"/>
                  <a:pt x="666780" y="92947"/>
                </a:cubicBezTo>
                <a:cubicBezTo>
                  <a:pt x="672069" y="91321"/>
                  <a:pt x="676779" y="89105"/>
                  <a:pt x="680909" y="86301"/>
                </a:cubicBezTo>
                <a:lnTo>
                  <a:pt x="680909" y="78902"/>
                </a:lnTo>
                <a:close/>
                <a:moveTo>
                  <a:pt x="765244" y="50577"/>
                </a:moveTo>
                <a:lnTo>
                  <a:pt x="765244" y="85259"/>
                </a:lnTo>
                <a:cubicBezTo>
                  <a:pt x="765244" y="88972"/>
                  <a:pt x="766008" y="91419"/>
                  <a:pt x="767535" y="92600"/>
                </a:cubicBezTo>
                <a:cubicBezTo>
                  <a:pt x="769911" y="94456"/>
                  <a:pt x="774155" y="95384"/>
                  <a:pt x="780265" y="95384"/>
                </a:cubicBezTo>
                <a:cubicBezTo>
                  <a:pt x="789147" y="95384"/>
                  <a:pt x="797350" y="93469"/>
                  <a:pt x="804874" y="89637"/>
                </a:cubicBezTo>
                <a:cubicBezTo>
                  <a:pt x="807760" y="88151"/>
                  <a:pt x="810023" y="87407"/>
                  <a:pt x="811663" y="87407"/>
                </a:cubicBezTo>
                <a:cubicBezTo>
                  <a:pt x="813926" y="87407"/>
                  <a:pt x="815892" y="88262"/>
                  <a:pt x="817561" y="89972"/>
                </a:cubicBezTo>
                <a:cubicBezTo>
                  <a:pt x="819230" y="91679"/>
                  <a:pt x="820065" y="93758"/>
                  <a:pt x="820065" y="96206"/>
                </a:cubicBezTo>
                <a:cubicBezTo>
                  <a:pt x="820065" y="98485"/>
                  <a:pt x="819159" y="100450"/>
                  <a:pt x="817349" y="102101"/>
                </a:cubicBezTo>
                <a:cubicBezTo>
                  <a:pt x="814577" y="104778"/>
                  <a:pt x="809103" y="107242"/>
                  <a:pt x="800928" y="109492"/>
                </a:cubicBezTo>
                <a:cubicBezTo>
                  <a:pt x="792753" y="111741"/>
                  <a:pt x="785865" y="112866"/>
                  <a:pt x="780265" y="112866"/>
                </a:cubicBezTo>
                <a:cubicBezTo>
                  <a:pt x="769459" y="112866"/>
                  <a:pt x="761355" y="110538"/>
                  <a:pt x="755952" y="105883"/>
                </a:cubicBezTo>
                <a:cubicBezTo>
                  <a:pt x="750549" y="101228"/>
                  <a:pt x="747848" y="95516"/>
                  <a:pt x="747848" y="88746"/>
                </a:cubicBezTo>
                <a:lnTo>
                  <a:pt x="747848" y="50577"/>
                </a:lnTo>
                <a:lnTo>
                  <a:pt x="741568" y="50577"/>
                </a:lnTo>
                <a:cubicBezTo>
                  <a:pt x="737381" y="50577"/>
                  <a:pt x="734397" y="49768"/>
                  <a:pt x="732615" y="48148"/>
                </a:cubicBezTo>
                <a:cubicBezTo>
                  <a:pt x="730833" y="46527"/>
                  <a:pt x="729942" y="44409"/>
                  <a:pt x="729942" y="41794"/>
                </a:cubicBezTo>
                <a:cubicBezTo>
                  <a:pt x="729942" y="39236"/>
                  <a:pt x="730833" y="37147"/>
                  <a:pt x="732615" y="35528"/>
                </a:cubicBezTo>
                <a:cubicBezTo>
                  <a:pt x="734397" y="33907"/>
                  <a:pt x="737381" y="33096"/>
                  <a:pt x="741568" y="33096"/>
                </a:cubicBezTo>
                <a:lnTo>
                  <a:pt x="747848" y="33096"/>
                </a:lnTo>
                <a:lnTo>
                  <a:pt x="747848" y="17397"/>
                </a:lnTo>
                <a:cubicBezTo>
                  <a:pt x="747848" y="13210"/>
                  <a:pt x="748654" y="10226"/>
                  <a:pt x="750266" y="8444"/>
                </a:cubicBezTo>
                <a:cubicBezTo>
                  <a:pt x="751878" y="6662"/>
                  <a:pt x="753986" y="5771"/>
                  <a:pt x="756588" y="5771"/>
                </a:cubicBezTo>
                <a:cubicBezTo>
                  <a:pt x="759134" y="5771"/>
                  <a:pt x="761213" y="6662"/>
                  <a:pt x="762826" y="8444"/>
                </a:cubicBezTo>
                <a:cubicBezTo>
                  <a:pt x="764438" y="10226"/>
                  <a:pt x="765244" y="13210"/>
                  <a:pt x="765244" y="17397"/>
                </a:cubicBezTo>
                <a:lnTo>
                  <a:pt x="765244" y="33096"/>
                </a:lnTo>
                <a:lnTo>
                  <a:pt x="797407" y="33096"/>
                </a:lnTo>
                <a:cubicBezTo>
                  <a:pt x="801593" y="33096"/>
                  <a:pt x="804577" y="33907"/>
                  <a:pt x="806359" y="35528"/>
                </a:cubicBezTo>
                <a:cubicBezTo>
                  <a:pt x="808142" y="37147"/>
                  <a:pt x="809033" y="39264"/>
                  <a:pt x="809033" y="41879"/>
                </a:cubicBezTo>
                <a:cubicBezTo>
                  <a:pt x="809033" y="44437"/>
                  <a:pt x="808142" y="46527"/>
                  <a:pt x="806359" y="48148"/>
                </a:cubicBezTo>
                <a:cubicBezTo>
                  <a:pt x="804577" y="49768"/>
                  <a:pt x="801593" y="50577"/>
                  <a:pt x="797407" y="50577"/>
                </a:cubicBezTo>
                <a:lnTo>
                  <a:pt x="765244" y="50577"/>
                </a:lnTo>
                <a:close/>
                <a:moveTo>
                  <a:pt x="917468" y="80279"/>
                </a:moveTo>
                <a:lnTo>
                  <a:pt x="846100" y="80279"/>
                </a:lnTo>
                <a:cubicBezTo>
                  <a:pt x="847910" y="84805"/>
                  <a:pt x="851121" y="88454"/>
                  <a:pt x="855732" y="91226"/>
                </a:cubicBezTo>
                <a:cubicBezTo>
                  <a:pt x="860343" y="93998"/>
                  <a:pt x="866580" y="95384"/>
                  <a:pt x="874444" y="95384"/>
                </a:cubicBezTo>
                <a:cubicBezTo>
                  <a:pt x="880893" y="95384"/>
                  <a:pt x="889464" y="94018"/>
                  <a:pt x="900157" y="91287"/>
                </a:cubicBezTo>
                <a:cubicBezTo>
                  <a:pt x="904569" y="90171"/>
                  <a:pt x="907624" y="89614"/>
                  <a:pt x="909322" y="89614"/>
                </a:cubicBezTo>
                <a:cubicBezTo>
                  <a:pt x="911641" y="89614"/>
                  <a:pt x="913593" y="90434"/>
                  <a:pt x="915177" y="92075"/>
                </a:cubicBezTo>
                <a:cubicBezTo>
                  <a:pt x="916761" y="93715"/>
                  <a:pt x="917553" y="95780"/>
                  <a:pt x="917553" y="98269"/>
                </a:cubicBezTo>
                <a:cubicBezTo>
                  <a:pt x="917553" y="100532"/>
                  <a:pt x="916705" y="102456"/>
                  <a:pt x="915007" y="104040"/>
                </a:cubicBezTo>
                <a:cubicBezTo>
                  <a:pt x="912744" y="106133"/>
                  <a:pt x="907228" y="108127"/>
                  <a:pt x="898459" y="110023"/>
                </a:cubicBezTo>
                <a:cubicBezTo>
                  <a:pt x="889690" y="111918"/>
                  <a:pt x="881261" y="112866"/>
                  <a:pt x="873171" y="112866"/>
                </a:cubicBezTo>
                <a:cubicBezTo>
                  <a:pt x="859253" y="112866"/>
                  <a:pt x="848123" y="108934"/>
                  <a:pt x="839778" y="101070"/>
                </a:cubicBezTo>
                <a:cubicBezTo>
                  <a:pt x="831433" y="93206"/>
                  <a:pt x="827261" y="83532"/>
                  <a:pt x="827261" y="72047"/>
                </a:cubicBezTo>
                <a:cubicBezTo>
                  <a:pt x="827261" y="59827"/>
                  <a:pt x="831773" y="49884"/>
                  <a:pt x="840796" y="42219"/>
                </a:cubicBezTo>
                <a:cubicBezTo>
                  <a:pt x="849820" y="34553"/>
                  <a:pt x="860215" y="30720"/>
                  <a:pt x="871983" y="30720"/>
                </a:cubicBezTo>
                <a:cubicBezTo>
                  <a:pt x="879054" y="30720"/>
                  <a:pt x="885546" y="31963"/>
                  <a:pt x="891458" y="34448"/>
                </a:cubicBezTo>
                <a:cubicBezTo>
                  <a:pt x="897370" y="36932"/>
                  <a:pt x="901769" y="39614"/>
                  <a:pt x="904654" y="42494"/>
                </a:cubicBezTo>
                <a:cubicBezTo>
                  <a:pt x="908728" y="46674"/>
                  <a:pt x="912094" y="51841"/>
                  <a:pt x="914753" y="57997"/>
                </a:cubicBezTo>
                <a:cubicBezTo>
                  <a:pt x="916563" y="62290"/>
                  <a:pt x="917468" y="67261"/>
                  <a:pt x="917468" y="72909"/>
                </a:cubicBezTo>
                <a:lnTo>
                  <a:pt x="917468" y="80279"/>
                </a:lnTo>
                <a:moveTo>
                  <a:pt x="898205" y="62797"/>
                </a:moveTo>
                <a:cubicBezTo>
                  <a:pt x="895546" y="57904"/>
                  <a:pt x="892067" y="54248"/>
                  <a:pt x="887767" y="51829"/>
                </a:cubicBezTo>
                <a:cubicBezTo>
                  <a:pt x="883467" y="49411"/>
                  <a:pt x="878347" y="48201"/>
                  <a:pt x="872407" y="48201"/>
                </a:cubicBezTo>
                <a:cubicBezTo>
                  <a:pt x="866523" y="48201"/>
                  <a:pt x="861432" y="49411"/>
                  <a:pt x="857132" y="51829"/>
                </a:cubicBezTo>
                <a:cubicBezTo>
                  <a:pt x="852832" y="54248"/>
                  <a:pt x="849325" y="57904"/>
                  <a:pt x="846609" y="62797"/>
                </a:cubicBezTo>
                <a:lnTo>
                  <a:pt x="898205" y="62797"/>
                </a:lnTo>
                <a:close/>
                <a:moveTo>
                  <a:pt x="1026243" y="162425"/>
                </a:moveTo>
                <a:lnTo>
                  <a:pt x="930689" y="162425"/>
                </a:lnTo>
                <a:cubicBezTo>
                  <a:pt x="926503" y="162425"/>
                  <a:pt x="923518" y="161628"/>
                  <a:pt x="921736" y="160035"/>
                </a:cubicBezTo>
                <a:cubicBezTo>
                  <a:pt x="919954" y="158444"/>
                  <a:pt x="919063" y="156341"/>
                  <a:pt x="919063" y="153726"/>
                </a:cubicBezTo>
                <a:cubicBezTo>
                  <a:pt x="919063" y="151111"/>
                  <a:pt x="919954" y="148993"/>
                  <a:pt x="921736" y="147372"/>
                </a:cubicBezTo>
                <a:cubicBezTo>
                  <a:pt x="923518" y="145753"/>
                  <a:pt x="926503" y="144943"/>
                  <a:pt x="930689" y="144943"/>
                </a:cubicBezTo>
                <a:lnTo>
                  <a:pt x="1026243" y="144943"/>
                </a:lnTo>
                <a:cubicBezTo>
                  <a:pt x="1030373" y="144943"/>
                  <a:pt x="1033329" y="145753"/>
                  <a:pt x="1035111" y="147372"/>
                </a:cubicBezTo>
                <a:cubicBezTo>
                  <a:pt x="1036893" y="148993"/>
                  <a:pt x="1037784" y="151111"/>
                  <a:pt x="1037784" y="153726"/>
                </a:cubicBezTo>
                <a:cubicBezTo>
                  <a:pt x="1037784" y="156284"/>
                  <a:pt x="1036907" y="158373"/>
                  <a:pt x="1035153" y="159993"/>
                </a:cubicBezTo>
                <a:cubicBezTo>
                  <a:pt x="1033400" y="161614"/>
                  <a:pt x="1030430" y="162425"/>
                  <a:pt x="1026243" y="162425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V">
            <a:extLst xmlns:a="http://schemas.openxmlformats.org/drawingml/2006/main">
              <a:ext uri="{FF2B5EF4-FFF2-40B4-BE49-F238E27FC236}">
                <a16:creationId xmlns:a16="http://schemas.microsoft.com/office/drawing/2014/main" id="{2697409D-8EFC-4549-AE95-E517116A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639" y="2221995"/>
            <a:ext cx="112272" cy="103022"/>
          </a:xfrm>
          <a:custGeom xmlns:a="http://schemas.openxmlformats.org/drawingml/2006/main">
            <a:pathLst>
              <a:path w="112272" h="103022">
                <a:moveTo>
                  <a:pt x="56093" y="77648"/>
                </a:moveTo>
                <a:lnTo>
                  <a:pt x="81297" y="17481"/>
                </a:lnTo>
                <a:lnTo>
                  <a:pt x="77309" y="17481"/>
                </a:lnTo>
                <a:cubicBezTo>
                  <a:pt x="73122" y="17481"/>
                  <a:pt x="70138" y="16675"/>
                  <a:pt x="68356" y="15063"/>
                </a:cubicBezTo>
                <a:cubicBezTo>
                  <a:pt x="66574" y="13451"/>
                  <a:pt x="65683" y="11343"/>
                  <a:pt x="65683" y="8741"/>
                </a:cubicBezTo>
                <a:cubicBezTo>
                  <a:pt x="65683" y="6138"/>
                  <a:pt x="66574" y="4031"/>
                  <a:pt x="68356" y="2419"/>
                </a:cubicBezTo>
                <a:cubicBezTo>
                  <a:pt x="70138" y="806"/>
                  <a:pt x="73122" y="0"/>
                  <a:pt x="77309" y="0"/>
                </a:cubicBezTo>
                <a:lnTo>
                  <a:pt x="100646" y="170"/>
                </a:lnTo>
                <a:cubicBezTo>
                  <a:pt x="104832" y="170"/>
                  <a:pt x="107816" y="962"/>
                  <a:pt x="109598" y="2546"/>
                </a:cubicBezTo>
                <a:cubicBezTo>
                  <a:pt x="111380" y="4130"/>
                  <a:pt x="112272" y="6223"/>
                  <a:pt x="112272" y="8826"/>
                </a:cubicBezTo>
                <a:cubicBezTo>
                  <a:pt x="112272" y="11428"/>
                  <a:pt x="110914" y="13823"/>
                  <a:pt x="108198" y="16010"/>
                </a:cubicBezTo>
                <a:cubicBezTo>
                  <a:pt x="106897" y="17104"/>
                  <a:pt x="104238" y="17651"/>
                  <a:pt x="100221" y="17651"/>
                </a:cubicBezTo>
                <a:lnTo>
                  <a:pt x="64495" y="103022"/>
                </a:lnTo>
                <a:lnTo>
                  <a:pt x="47777" y="103022"/>
                </a:lnTo>
                <a:lnTo>
                  <a:pt x="12135" y="17481"/>
                </a:lnTo>
                <a:cubicBezTo>
                  <a:pt x="8062" y="17481"/>
                  <a:pt x="5375" y="16932"/>
                  <a:pt x="4073" y="15835"/>
                </a:cubicBezTo>
                <a:cubicBezTo>
                  <a:pt x="1358" y="13708"/>
                  <a:pt x="0" y="11343"/>
                  <a:pt x="0" y="8741"/>
                </a:cubicBezTo>
                <a:cubicBezTo>
                  <a:pt x="0" y="6138"/>
                  <a:pt x="891" y="4031"/>
                  <a:pt x="2673" y="2419"/>
                </a:cubicBezTo>
                <a:cubicBezTo>
                  <a:pt x="4455" y="806"/>
                  <a:pt x="7440" y="0"/>
                  <a:pt x="11626" y="0"/>
                </a:cubicBezTo>
                <a:lnTo>
                  <a:pt x="35133" y="170"/>
                </a:lnTo>
                <a:cubicBezTo>
                  <a:pt x="39263" y="170"/>
                  <a:pt x="42219" y="962"/>
                  <a:pt x="44001" y="2546"/>
                </a:cubicBezTo>
                <a:cubicBezTo>
                  <a:pt x="45783" y="4130"/>
                  <a:pt x="46674" y="6223"/>
                  <a:pt x="46674" y="8826"/>
                </a:cubicBezTo>
                <a:cubicBezTo>
                  <a:pt x="46674" y="11428"/>
                  <a:pt x="45797" y="13550"/>
                  <a:pt x="44043" y="15190"/>
                </a:cubicBezTo>
                <a:cubicBezTo>
                  <a:pt x="42289" y="16831"/>
                  <a:pt x="39319" y="17651"/>
                  <a:pt x="35133" y="17651"/>
                </a:cubicBezTo>
                <a:lnTo>
                  <a:pt x="31059" y="17651"/>
                </a:lnTo>
                <a:lnTo>
                  <a:pt x="56093" y="7764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M()">
            <a:extLst xmlns:a="http://schemas.openxmlformats.org/drawingml/2006/main">
              <a:ext uri="{FF2B5EF4-FFF2-40B4-BE49-F238E27FC236}">
                <a16:creationId xmlns:a16="http://schemas.microsoft.com/office/drawing/2014/main" id="{16B45980-8E24-484A-9110-FE9280F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80" y="2213339"/>
            <a:ext cx="271352" cy="138833"/>
          </a:xfrm>
          <a:custGeom xmlns:a="http://schemas.openxmlformats.org/drawingml/2006/main">
            <a:pathLst>
              <a:path w="271352" h="138833">
                <a:moveTo>
                  <a:pt x="28174" y="42375"/>
                </a:moveTo>
                <a:lnTo>
                  <a:pt x="28174" y="94196"/>
                </a:lnTo>
                <a:lnTo>
                  <a:pt x="34454" y="94196"/>
                </a:lnTo>
                <a:cubicBezTo>
                  <a:pt x="38640" y="94196"/>
                  <a:pt x="41624" y="95002"/>
                  <a:pt x="43407" y="96615"/>
                </a:cubicBezTo>
                <a:cubicBezTo>
                  <a:pt x="45189" y="98227"/>
                  <a:pt x="46080" y="100334"/>
                  <a:pt x="46080" y="102937"/>
                </a:cubicBezTo>
                <a:cubicBezTo>
                  <a:pt x="46080" y="105539"/>
                  <a:pt x="45189" y="107647"/>
                  <a:pt x="43407" y="109259"/>
                </a:cubicBezTo>
                <a:cubicBezTo>
                  <a:pt x="41624" y="110871"/>
                  <a:pt x="38640" y="111677"/>
                  <a:pt x="34454" y="111677"/>
                </a:cubicBezTo>
                <a:lnTo>
                  <a:pt x="11626" y="111677"/>
                </a:lnTo>
                <a:cubicBezTo>
                  <a:pt x="7440" y="111677"/>
                  <a:pt x="4455" y="110857"/>
                  <a:pt x="2673" y="109217"/>
                </a:cubicBezTo>
                <a:cubicBezTo>
                  <a:pt x="891" y="107576"/>
                  <a:pt x="0" y="105454"/>
                  <a:pt x="0" y="102852"/>
                </a:cubicBezTo>
                <a:cubicBezTo>
                  <a:pt x="0" y="100249"/>
                  <a:pt x="877" y="98156"/>
                  <a:pt x="2631" y="96572"/>
                </a:cubicBezTo>
                <a:cubicBezTo>
                  <a:pt x="4385" y="94988"/>
                  <a:pt x="7100" y="94196"/>
                  <a:pt x="10777" y="94196"/>
                </a:cubicBezTo>
                <a:lnTo>
                  <a:pt x="10777" y="26137"/>
                </a:lnTo>
                <a:cubicBezTo>
                  <a:pt x="7722" y="26137"/>
                  <a:pt x="5417" y="25331"/>
                  <a:pt x="3861" y="23719"/>
                </a:cubicBezTo>
                <a:cubicBezTo>
                  <a:pt x="2305" y="22106"/>
                  <a:pt x="1528" y="19999"/>
                  <a:pt x="1528" y="17397"/>
                </a:cubicBezTo>
                <a:cubicBezTo>
                  <a:pt x="1528" y="14794"/>
                  <a:pt x="2419" y="12687"/>
                  <a:pt x="4201" y="11074"/>
                </a:cubicBezTo>
                <a:cubicBezTo>
                  <a:pt x="5983" y="9462"/>
                  <a:pt x="8967" y="8656"/>
                  <a:pt x="13154" y="8656"/>
                </a:cubicBezTo>
                <a:lnTo>
                  <a:pt x="32247" y="8826"/>
                </a:lnTo>
                <a:lnTo>
                  <a:pt x="55924" y="61100"/>
                </a:lnTo>
                <a:lnTo>
                  <a:pt x="79176" y="8656"/>
                </a:lnTo>
                <a:lnTo>
                  <a:pt x="98439" y="8826"/>
                </a:lnTo>
                <a:cubicBezTo>
                  <a:pt x="102626" y="8826"/>
                  <a:pt x="105610" y="9618"/>
                  <a:pt x="107392" y="11202"/>
                </a:cubicBezTo>
                <a:cubicBezTo>
                  <a:pt x="109174" y="12786"/>
                  <a:pt x="110065" y="14879"/>
                  <a:pt x="110065" y="17481"/>
                </a:cubicBezTo>
                <a:cubicBezTo>
                  <a:pt x="110065" y="20084"/>
                  <a:pt x="109273" y="22205"/>
                  <a:pt x="107689" y="23846"/>
                </a:cubicBezTo>
                <a:cubicBezTo>
                  <a:pt x="106105" y="25487"/>
                  <a:pt x="103814" y="26307"/>
                  <a:pt x="100815" y="26307"/>
                </a:cubicBezTo>
                <a:lnTo>
                  <a:pt x="100815" y="94196"/>
                </a:lnTo>
                <a:cubicBezTo>
                  <a:pt x="104493" y="94196"/>
                  <a:pt x="107208" y="95002"/>
                  <a:pt x="108962" y="96615"/>
                </a:cubicBezTo>
                <a:cubicBezTo>
                  <a:pt x="110716" y="98227"/>
                  <a:pt x="111593" y="100334"/>
                  <a:pt x="111593" y="102937"/>
                </a:cubicBezTo>
                <a:cubicBezTo>
                  <a:pt x="111593" y="105539"/>
                  <a:pt x="110702" y="107647"/>
                  <a:pt x="108920" y="109259"/>
                </a:cubicBezTo>
                <a:cubicBezTo>
                  <a:pt x="107137" y="110871"/>
                  <a:pt x="104153" y="111677"/>
                  <a:pt x="99967" y="111677"/>
                </a:cubicBezTo>
                <a:lnTo>
                  <a:pt x="77054" y="111677"/>
                </a:lnTo>
                <a:cubicBezTo>
                  <a:pt x="72924" y="111677"/>
                  <a:pt x="69968" y="110857"/>
                  <a:pt x="68186" y="109217"/>
                </a:cubicBezTo>
                <a:cubicBezTo>
                  <a:pt x="66404" y="107576"/>
                  <a:pt x="65513" y="105454"/>
                  <a:pt x="65513" y="102852"/>
                </a:cubicBezTo>
                <a:cubicBezTo>
                  <a:pt x="65513" y="100249"/>
                  <a:pt x="66404" y="98156"/>
                  <a:pt x="68186" y="96572"/>
                </a:cubicBezTo>
                <a:cubicBezTo>
                  <a:pt x="69968" y="94988"/>
                  <a:pt x="72924" y="94196"/>
                  <a:pt x="77054" y="94196"/>
                </a:cubicBezTo>
                <a:lnTo>
                  <a:pt x="83419" y="94196"/>
                </a:lnTo>
                <a:lnTo>
                  <a:pt x="83419" y="42375"/>
                </a:lnTo>
                <a:lnTo>
                  <a:pt x="63476" y="87198"/>
                </a:lnTo>
                <a:lnTo>
                  <a:pt x="48371" y="87198"/>
                </a:lnTo>
                <a:lnTo>
                  <a:pt x="28174" y="42375"/>
                </a:lnTo>
                <a:close/>
                <a:moveTo>
                  <a:pt x="153412" y="69374"/>
                </a:moveTo>
                <a:cubicBezTo>
                  <a:pt x="153412" y="59468"/>
                  <a:pt x="155053" y="49449"/>
                  <a:pt x="158334" y="39315"/>
                </a:cubicBezTo>
                <a:cubicBezTo>
                  <a:pt x="160767" y="31842"/>
                  <a:pt x="164529" y="23520"/>
                  <a:pt x="169621" y="14350"/>
                </a:cubicBezTo>
                <a:cubicBezTo>
                  <a:pt x="173298" y="7783"/>
                  <a:pt x="176014" y="3751"/>
                  <a:pt x="177768" y="2251"/>
                </a:cubicBezTo>
                <a:cubicBezTo>
                  <a:pt x="179521" y="750"/>
                  <a:pt x="181473" y="0"/>
                  <a:pt x="183623" y="0"/>
                </a:cubicBezTo>
                <a:cubicBezTo>
                  <a:pt x="186112" y="0"/>
                  <a:pt x="188205" y="849"/>
                  <a:pt x="189903" y="2548"/>
                </a:cubicBezTo>
                <a:cubicBezTo>
                  <a:pt x="191600" y="4246"/>
                  <a:pt x="192449" y="6283"/>
                  <a:pt x="192449" y="8661"/>
                </a:cubicBezTo>
                <a:cubicBezTo>
                  <a:pt x="192449" y="10304"/>
                  <a:pt x="191770" y="12256"/>
                  <a:pt x="190412" y="14519"/>
                </a:cubicBezTo>
                <a:cubicBezTo>
                  <a:pt x="184302" y="24540"/>
                  <a:pt x="179847" y="33937"/>
                  <a:pt x="177046" y="42712"/>
                </a:cubicBezTo>
                <a:cubicBezTo>
                  <a:pt x="174246" y="51486"/>
                  <a:pt x="172846" y="60374"/>
                  <a:pt x="172846" y="69374"/>
                </a:cubicBezTo>
                <a:cubicBezTo>
                  <a:pt x="172846" y="78431"/>
                  <a:pt x="174246" y="87347"/>
                  <a:pt x="177046" y="96121"/>
                </a:cubicBezTo>
                <a:cubicBezTo>
                  <a:pt x="179847" y="104896"/>
                  <a:pt x="184302" y="114293"/>
                  <a:pt x="190412" y="124314"/>
                </a:cubicBezTo>
                <a:cubicBezTo>
                  <a:pt x="191770" y="126520"/>
                  <a:pt x="192449" y="128473"/>
                  <a:pt x="192449" y="130172"/>
                </a:cubicBezTo>
                <a:cubicBezTo>
                  <a:pt x="192449" y="132550"/>
                  <a:pt x="191600" y="134587"/>
                  <a:pt x="189903" y="136285"/>
                </a:cubicBezTo>
                <a:cubicBezTo>
                  <a:pt x="188205" y="137984"/>
                  <a:pt x="186112" y="138833"/>
                  <a:pt x="183623" y="138833"/>
                </a:cubicBezTo>
                <a:cubicBezTo>
                  <a:pt x="181530" y="138833"/>
                  <a:pt x="179691" y="138154"/>
                  <a:pt x="178107" y="136796"/>
                </a:cubicBezTo>
                <a:cubicBezTo>
                  <a:pt x="175844" y="134815"/>
                  <a:pt x="172846" y="130370"/>
                  <a:pt x="169112" y="123463"/>
                </a:cubicBezTo>
                <a:cubicBezTo>
                  <a:pt x="163737" y="113444"/>
                  <a:pt x="160060" y="105179"/>
                  <a:pt x="158080" y="98670"/>
                </a:cubicBezTo>
                <a:cubicBezTo>
                  <a:pt x="154968" y="88706"/>
                  <a:pt x="153412" y="78940"/>
                  <a:pt x="153412" y="69374"/>
                </a:cubicBezTo>
                <a:close/>
                <a:moveTo>
                  <a:pt x="271352" y="69374"/>
                </a:moveTo>
                <a:cubicBezTo>
                  <a:pt x="271352" y="79280"/>
                  <a:pt x="269712" y="89328"/>
                  <a:pt x="266430" y="99518"/>
                </a:cubicBezTo>
                <a:cubicBezTo>
                  <a:pt x="263998" y="106992"/>
                  <a:pt x="260235" y="115285"/>
                  <a:pt x="255144" y="124399"/>
                </a:cubicBezTo>
                <a:cubicBezTo>
                  <a:pt x="251466" y="130965"/>
                  <a:pt x="248751" y="135012"/>
                  <a:pt x="246997" y="136539"/>
                </a:cubicBezTo>
                <a:cubicBezTo>
                  <a:pt x="245243" y="138068"/>
                  <a:pt x="243291" y="138833"/>
                  <a:pt x="241142" y="138833"/>
                </a:cubicBezTo>
                <a:cubicBezTo>
                  <a:pt x="238652" y="138833"/>
                  <a:pt x="236559" y="137984"/>
                  <a:pt x="234862" y="136285"/>
                </a:cubicBezTo>
                <a:cubicBezTo>
                  <a:pt x="233165" y="134587"/>
                  <a:pt x="232316" y="132550"/>
                  <a:pt x="232316" y="130172"/>
                </a:cubicBezTo>
                <a:cubicBezTo>
                  <a:pt x="232316" y="128473"/>
                  <a:pt x="232995" y="126520"/>
                  <a:pt x="234353" y="124314"/>
                </a:cubicBezTo>
                <a:cubicBezTo>
                  <a:pt x="240463" y="114293"/>
                  <a:pt x="244918" y="104896"/>
                  <a:pt x="247718" y="96121"/>
                </a:cubicBezTo>
                <a:cubicBezTo>
                  <a:pt x="250519" y="87347"/>
                  <a:pt x="251919" y="78431"/>
                  <a:pt x="251919" y="69374"/>
                </a:cubicBezTo>
                <a:cubicBezTo>
                  <a:pt x="251919" y="60374"/>
                  <a:pt x="250519" y="51486"/>
                  <a:pt x="247718" y="42712"/>
                </a:cubicBezTo>
                <a:cubicBezTo>
                  <a:pt x="244918" y="33937"/>
                  <a:pt x="240463" y="24540"/>
                  <a:pt x="234353" y="14519"/>
                </a:cubicBezTo>
                <a:cubicBezTo>
                  <a:pt x="232995" y="12256"/>
                  <a:pt x="232316" y="10304"/>
                  <a:pt x="232316" y="8661"/>
                </a:cubicBezTo>
                <a:cubicBezTo>
                  <a:pt x="232316" y="6283"/>
                  <a:pt x="233165" y="4246"/>
                  <a:pt x="234862" y="2548"/>
                </a:cubicBezTo>
                <a:cubicBezTo>
                  <a:pt x="236559" y="849"/>
                  <a:pt x="238652" y="0"/>
                  <a:pt x="241142" y="0"/>
                </a:cubicBezTo>
                <a:cubicBezTo>
                  <a:pt x="243235" y="0"/>
                  <a:pt x="245074" y="679"/>
                  <a:pt x="246658" y="2037"/>
                </a:cubicBezTo>
                <a:cubicBezTo>
                  <a:pt x="248921" y="3962"/>
                  <a:pt x="251919" y="8407"/>
                  <a:pt x="255653" y="15370"/>
                </a:cubicBezTo>
                <a:cubicBezTo>
                  <a:pt x="261028" y="25389"/>
                  <a:pt x="264705" y="33625"/>
                  <a:pt x="266685" y="40078"/>
                </a:cubicBezTo>
                <a:cubicBezTo>
                  <a:pt x="269797" y="50099"/>
                  <a:pt x="271352" y="59864"/>
                  <a:pt x="271352" y="6937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10.">
            <a:extLst xmlns:a="http://schemas.openxmlformats.org/drawingml/2006/main">
              <a:ext uri="{FF2B5EF4-FFF2-40B4-BE49-F238E27FC236}">
                <a16:creationId xmlns:a16="http://schemas.microsoft.com/office/drawing/2014/main" id="{1F602AA1-A220-4E76-BCC6-E82B0CB4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976" y="2412854"/>
            <a:ext cx="259641" cy="115411"/>
          </a:xfrm>
          <a:custGeom xmlns:a="http://schemas.openxmlformats.org/drawingml/2006/main">
            <a:pathLst>
              <a:path w="259641" h="115411">
                <a:moveTo>
                  <a:pt x="46674" y="0"/>
                </a:moveTo>
                <a:lnTo>
                  <a:pt x="46674" y="95214"/>
                </a:lnTo>
                <a:lnTo>
                  <a:pt x="64240" y="95214"/>
                </a:lnTo>
                <a:cubicBezTo>
                  <a:pt x="68427" y="95214"/>
                  <a:pt x="71411" y="96021"/>
                  <a:pt x="73193" y="97633"/>
                </a:cubicBezTo>
                <a:cubicBezTo>
                  <a:pt x="74975" y="99245"/>
                  <a:pt x="75866" y="101353"/>
                  <a:pt x="75866" y="103955"/>
                </a:cubicBezTo>
                <a:cubicBezTo>
                  <a:pt x="75866" y="106558"/>
                  <a:pt x="74975" y="108665"/>
                  <a:pt x="73193" y="110277"/>
                </a:cubicBezTo>
                <a:cubicBezTo>
                  <a:pt x="71411" y="111890"/>
                  <a:pt x="68427" y="112696"/>
                  <a:pt x="64240" y="112696"/>
                </a:cubicBezTo>
                <a:lnTo>
                  <a:pt x="11711" y="112696"/>
                </a:lnTo>
                <a:cubicBezTo>
                  <a:pt x="7524" y="112696"/>
                  <a:pt x="4540" y="111876"/>
                  <a:pt x="2758" y="110235"/>
                </a:cubicBezTo>
                <a:cubicBezTo>
                  <a:pt x="976" y="108594"/>
                  <a:pt x="85" y="106473"/>
                  <a:pt x="85" y="103870"/>
                </a:cubicBezTo>
                <a:cubicBezTo>
                  <a:pt x="85" y="101268"/>
                  <a:pt x="976" y="99175"/>
                  <a:pt x="2758" y="97591"/>
                </a:cubicBezTo>
                <a:cubicBezTo>
                  <a:pt x="4540" y="96006"/>
                  <a:pt x="7524" y="95214"/>
                  <a:pt x="11711" y="95214"/>
                </a:cubicBezTo>
                <a:lnTo>
                  <a:pt x="29277" y="95214"/>
                </a:lnTo>
                <a:lnTo>
                  <a:pt x="29277" y="22727"/>
                </a:lnTo>
                <a:lnTo>
                  <a:pt x="13748" y="26814"/>
                </a:lnTo>
                <a:cubicBezTo>
                  <a:pt x="11258" y="27494"/>
                  <a:pt x="9391" y="27835"/>
                  <a:pt x="8147" y="27835"/>
                </a:cubicBezTo>
                <a:cubicBezTo>
                  <a:pt x="5940" y="27835"/>
                  <a:pt x="4031" y="26955"/>
                  <a:pt x="2419" y="25196"/>
                </a:cubicBezTo>
                <a:cubicBezTo>
                  <a:pt x="806" y="23437"/>
                  <a:pt x="0" y="21281"/>
                  <a:pt x="0" y="18728"/>
                </a:cubicBezTo>
                <a:cubicBezTo>
                  <a:pt x="0" y="16401"/>
                  <a:pt x="594" y="14571"/>
                  <a:pt x="1782" y="13238"/>
                </a:cubicBezTo>
                <a:cubicBezTo>
                  <a:pt x="2970" y="11904"/>
                  <a:pt x="5459" y="10725"/>
                  <a:pt x="9250" y="9703"/>
                </a:cubicBezTo>
                <a:lnTo>
                  <a:pt x="46674" y="0"/>
                </a:lnTo>
                <a:close/>
                <a:moveTo>
                  <a:pt x="180058" y="48066"/>
                </a:moveTo>
                <a:lnTo>
                  <a:pt x="180058" y="67176"/>
                </a:lnTo>
                <a:cubicBezTo>
                  <a:pt x="180058" y="78498"/>
                  <a:pt x="176791" y="89340"/>
                  <a:pt x="170257" y="99701"/>
                </a:cubicBezTo>
                <a:cubicBezTo>
                  <a:pt x="163722" y="110062"/>
                  <a:pt x="154373" y="115242"/>
                  <a:pt x="142210" y="115242"/>
                </a:cubicBezTo>
                <a:cubicBezTo>
                  <a:pt x="135195" y="115242"/>
                  <a:pt x="129269" y="113699"/>
                  <a:pt x="124432" y="110614"/>
                </a:cubicBezTo>
                <a:cubicBezTo>
                  <a:pt x="119595" y="107527"/>
                  <a:pt x="115012" y="101837"/>
                  <a:pt x="110684" y="93544"/>
                </a:cubicBezTo>
                <a:cubicBezTo>
                  <a:pt x="106356" y="85250"/>
                  <a:pt x="104192" y="76461"/>
                  <a:pt x="104192" y="67176"/>
                </a:cubicBezTo>
                <a:lnTo>
                  <a:pt x="104192" y="48066"/>
                </a:lnTo>
                <a:cubicBezTo>
                  <a:pt x="104192" y="36801"/>
                  <a:pt x="107445" y="25974"/>
                  <a:pt x="113951" y="15585"/>
                </a:cubicBezTo>
                <a:cubicBezTo>
                  <a:pt x="120457" y="5195"/>
                  <a:pt x="129792" y="0"/>
                  <a:pt x="141955" y="0"/>
                </a:cubicBezTo>
                <a:cubicBezTo>
                  <a:pt x="148914" y="0"/>
                  <a:pt x="154812" y="1529"/>
                  <a:pt x="159649" y="4588"/>
                </a:cubicBezTo>
                <a:cubicBezTo>
                  <a:pt x="164486" y="7645"/>
                  <a:pt x="169097" y="13320"/>
                  <a:pt x="173481" y="21613"/>
                </a:cubicBezTo>
                <a:cubicBezTo>
                  <a:pt x="177866" y="29907"/>
                  <a:pt x="180058" y="38724"/>
                  <a:pt x="180058" y="48066"/>
                </a:cubicBezTo>
                <a:moveTo>
                  <a:pt x="162577" y="48085"/>
                </a:moveTo>
                <a:cubicBezTo>
                  <a:pt x="162577" y="38645"/>
                  <a:pt x="159946" y="30394"/>
                  <a:pt x="154685" y="23332"/>
                </a:cubicBezTo>
                <a:cubicBezTo>
                  <a:pt x="151686" y="19431"/>
                  <a:pt x="147471" y="17481"/>
                  <a:pt x="142040" y="17481"/>
                </a:cubicBezTo>
                <a:cubicBezTo>
                  <a:pt x="136779" y="17481"/>
                  <a:pt x="132479" y="19629"/>
                  <a:pt x="129141" y="23923"/>
                </a:cubicBezTo>
                <a:cubicBezTo>
                  <a:pt x="124106" y="30424"/>
                  <a:pt x="121589" y="38478"/>
                  <a:pt x="121589" y="48085"/>
                </a:cubicBezTo>
                <a:lnTo>
                  <a:pt x="121589" y="67157"/>
                </a:lnTo>
                <a:cubicBezTo>
                  <a:pt x="121589" y="76653"/>
                  <a:pt x="124248" y="84904"/>
                  <a:pt x="129566" y="91910"/>
                </a:cubicBezTo>
                <a:cubicBezTo>
                  <a:pt x="132508" y="95810"/>
                  <a:pt x="136722" y="97760"/>
                  <a:pt x="142210" y="97760"/>
                </a:cubicBezTo>
                <a:cubicBezTo>
                  <a:pt x="147415" y="97760"/>
                  <a:pt x="151686" y="95613"/>
                  <a:pt x="155024" y="91319"/>
                </a:cubicBezTo>
                <a:cubicBezTo>
                  <a:pt x="160059" y="84818"/>
                  <a:pt x="162577" y="76764"/>
                  <a:pt x="162577" y="67157"/>
                </a:cubicBezTo>
                <a:lnTo>
                  <a:pt x="162577" y="48085"/>
                </a:lnTo>
                <a:close/>
                <a:moveTo>
                  <a:pt x="259641" y="103870"/>
                </a:moveTo>
                <a:cubicBezTo>
                  <a:pt x="259641" y="107152"/>
                  <a:pt x="258481" y="109895"/>
                  <a:pt x="256162" y="112102"/>
                </a:cubicBezTo>
                <a:cubicBezTo>
                  <a:pt x="253842" y="114308"/>
                  <a:pt x="250646" y="115411"/>
                  <a:pt x="246573" y="115411"/>
                </a:cubicBezTo>
                <a:cubicBezTo>
                  <a:pt x="242499" y="115411"/>
                  <a:pt x="239303" y="114308"/>
                  <a:pt x="236983" y="112102"/>
                </a:cubicBezTo>
                <a:cubicBezTo>
                  <a:pt x="234664" y="109895"/>
                  <a:pt x="233504" y="107152"/>
                  <a:pt x="233504" y="103870"/>
                </a:cubicBezTo>
                <a:cubicBezTo>
                  <a:pt x="233504" y="100589"/>
                  <a:pt x="234664" y="97845"/>
                  <a:pt x="236983" y="95639"/>
                </a:cubicBezTo>
                <a:cubicBezTo>
                  <a:pt x="239303" y="93432"/>
                  <a:pt x="242499" y="92329"/>
                  <a:pt x="246573" y="92329"/>
                </a:cubicBezTo>
                <a:cubicBezTo>
                  <a:pt x="250646" y="92329"/>
                  <a:pt x="253842" y="93432"/>
                  <a:pt x="256162" y="95639"/>
                </a:cubicBezTo>
                <a:cubicBezTo>
                  <a:pt x="258481" y="97845"/>
                  <a:pt x="259641" y="100589"/>
                  <a:pt x="259641" y="1038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if(rax-&gt;PAGE_ENC!=1)">
            <a:extLst xmlns:a="http://schemas.openxmlformats.org/drawingml/2006/main">
              <a:ext uri="{FF2B5EF4-FFF2-40B4-BE49-F238E27FC236}">
                <a16:creationId xmlns:a16="http://schemas.microsoft.com/office/drawing/2014/main" id="{43369949-5B47-4456-A4B0-26D1A59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161" y="2412854"/>
            <a:ext cx="2342813" cy="164970"/>
          </a:xfrm>
          <a:custGeom xmlns:a="http://schemas.openxmlformats.org/drawingml/2006/main">
            <a:pathLst>
              <a:path w="2342813" h="164970">
                <a:moveTo>
                  <a:pt x="47522" y="2546"/>
                </a:moveTo>
                <a:lnTo>
                  <a:pt x="47522" y="21046"/>
                </a:lnTo>
                <a:lnTo>
                  <a:pt x="26816" y="21046"/>
                </a:lnTo>
                <a:lnTo>
                  <a:pt x="26816" y="2546"/>
                </a:lnTo>
                <a:lnTo>
                  <a:pt x="47522" y="2546"/>
                </a:lnTo>
                <a:moveTo>
                  <a:pt x="49898" y="35642"/>
                </a:moveTo>
                <a:lnTo>
                  <a:pt x="49898" y="95214"/>
                </a:lnTo>
                <a:lnTo>
                  <a:pt x="70774" y="95214"/>
                </a:lnTo>
                <a:cubicBezTo>
                  <a:pt x="74961" y="95214"/>
                  <a:pt x="77945" y="96021"/>
                  <a:pt x="79727" y="97633"/>
                </a:cubicBezTo>
                <a:cubicBezTo>
                  <a:pt x="81509" y="99245"/>
                  <a:pt x="82400" y="101353"/>
                  <a:pt x="82400" y="103955"/>
                </a:cubicBezTo>
                <a:cubicBezTo>
                  <a:pt x="82400" y="106558"/>
                  <a:pt x="81509" y="108665"/>
                  <a:pt x="79727" y="110277"/>
                </a:cubicBezTo>
                <a:cubicBezTo>
                  <a:pt x="77945" y="111890"/>
                  <a:pt x="74961" y="112696"/>
                  <a:pt x="70774" y="112696"/>
                </a:cubicBezTo>
                <a:lnTo>
                  <a:pt x="11626" y="112696"/>
                </a:lnTo>
                <a:cubicBezTo>
                  <a:pt x="7440" y="112696"/>
                  <a:pt x="4455" y="111876"/>
                  <a:pt x="2673" y="110235"/>
                </a:cubicBezTo>
                <a:cubicBezTo>
                  <a:pt x="891" y="108594"/>
                  <a:pt x="0" y="106473"/>
                  <a:pt x="0" y="103870"/>
                </a:cubicBezTo>
                <a:cubicBezTo>
                  <a:pt x="0" y="101268"/>
                  <a:pt x="891" y="99175"/>
                  <a:pt x="2673" y="97591"/>
                </a:cubicBezTo>
                <a:cubicBezTo>
                  <a:pt x="4455" y="96006"/>
                  <a:pt x="7440" y="95214"/>
                  <a:pt x="11626" y="95214"/>
                </a:cubicBezTo>
                <a:lnTo>
                  <a:pt x="32502" y="95214"/>
                </a:lnTo>
                <a:lnTo>
                  <a:pt x="32502" y="53123"/>
                </a:lnTo>
                <a:lnTo>
                  <a:pt x="18500" y="53123"/>
                </a:lnTo>
                <a:cubicBezTo>
                  <a:pt x="14370" y="53123"/>
                  <a:pt x="11400" y="52303"/>
                  <a:pt x="9589" y="50662"/>
                </a:cubicBezTo>
                <a:cubicBezTo>
                  <a:pt x="7779" y="49022"/>
                  <a:pt x="6874" y="46900"/>
                  <a:pt x="6874" y="44298"/>
                </a:cubicBezTo>
                <a:cubicBezTo>
                  <a:pt x="6874" y="41695"/>
                  <a:pt x="7765" y="39602"/>
                  <a:pt x="9547" y="38018"/>
                </a:cubicBezTo>
                <a:cubicBezTo>
                  <a:pt x="11329" y="36434"/>
                  <a:pt x="14313" y="35642"/>
                  <a:pt x="18500" y="35642"/>
                </a:cubicBezTo>
                <a:lnTo>
                  <a:pt x="49898" y="35642"/>
                </a:lnTo>
                <a:close/>
                <a:moveTo>
                  <a:pt x="145435" y="53123"/>
                </a:moveTo>
                <a:lnTo>
                  <a:pt x="145435" y="95214"/>
                </a:lnTo>
                <a:lnTo>
                  <a:pt x="170215" y="95214"/>
                </a:lnTo>
                <a:cubicBezTo>
                  <a:pt x="174401" y="95214"/>
                  <a:pt x="177385" y="96021"/>
                  <a:pt x="179167" y="97633"/>
                </a:cubicBezTo>
                <a:cubicBezTo>
                  <a:pt x="180950" y="99245"/>
                  <a:pt x="181841" y="101353"/>
                  <a:pt x="181841" y="103955"/>
                </a:cubicBezTo>
                <a:cubicBezTo>
                  <a:pt x="181841" y="106558"/>
                  <a:pt x="180950" y="108665"/>
                  <a:pt x="179167" y="110277"/>
                </a:cubicBezTo>
                <a:cubicBezTo>
                  <a:pt x="177385" y="111890"/>
                  <a:pt x="174401" y="112696"/>
                  <a:pt x="170215" y="112696"/>
                </a:cubicBezTo>
                <a:lnTo>
                  <a:pt x="117685" y="112696"/>
                </a:lnTo>
                <a:cubicBezTo>
                  <a:pt x="113499" y="112696"/>
                  <a:pt x="110515" y="111876"/>
                  <a:pt x="108733" y="110235"/>
                </a:cubicBezTo>
                <a:cubicBezTo>
                  <a:pt x="106950" y="108594"/>
                  <a:pt x="106059" y="106473"/>
                  <a:pt x="106059" y="103870"/>
                </a:cubicBezTo>
                <a:cubicBezTo>
                  <a:pt x="106059" y="101268"/>
                  <a:pt x="106950" y="99175"/>
                  <a:pt x="108733" y="97591"/>
                </a:cubicBezTo>
                <a:cubicBezTo>
                  <a:pt x="110515" y="96006"/>
                  <a:pt x="113499" y="95214"/>
                  <a:pt x="117685" y="95214"/>
                </a:cubicBezTo>
                <a:lnTo>
                  <a:pt x="128038" y="95214"/>
                </a:lnTo>
                <a:lnTo>
                  <a:pt x="128038" y="53123"/>
                </a:lnTo>
                <a:lnTo>
                  <a:pt x="119722" y="53123"/>
                </a:lnTo>
                <a:cubicBezTo>
                  <a:pt x="115536" y="53123"/>
                  <a:pt x="112551" y="52303"/>
                  <a:pt x="110769" y="50662"/>
                </a:cubicBezTo>
                <a:cubicBezTo>
                  <a:pt x="108987" y="49022"/>
                  <a:pt x="108096" y="46900"/>
                  <a:pt x="108096" y="44298"/>
                </a:cubicBezTo>
                <a:cubicBezTo>
                  <a:pt x="108096" y="41695"/>
                  <a:pt x="108987" y="39602"/>
                  <a:pt x="110769" y="38018"/>
                </a:cubicBezTo>
                <a:cubicBezTo>
                  <a:pt x="112551" y="36434"/>
                  <a:pt x="115536" y="35642"/>
                  <a:pt x="119722" y="35642"/>
                </a:cubicBezTo>
                <a:lnTo>
                  <a:pt x="128038" y="35642"/>
                </a:lnTo>
                <a:lnTo>
                  <a:pt x="128038" y="29007"/>
                </a:lnTo>
                <a:cubicBezTo>
                  <a:pt x="128038" y="21406"/>
                  <a:pt x="130881" y="15096"/>
                  <a:pt x="136567" y="10077"/>
                </a:cubicBezTo>
                <a:cubicBezTo>
                  <a:pt x="142253" y="5056"/>
                  <a:pt x="150498" y="2546"/>
                  <a:pt x="161304" y="2546"/>
                </a:cubicBezTo>
                <a:cubicBezTo>
                  <a:pt x="166113" y="2546"/>
                  <a:pt x="171671" y="2986"/>
                  <a:pt x="177979" y="3866"/>
                </a:cubicBezTo>
                <a:cubicBezTo>
                  <a:pt x="184287" y="4747"/>
                  <a:pt x="188332" y="5983"/>
                  <a:pt x="190115" y="7574"/>
                </a:cubicBezTo>
                <a:cubicBezTo>
                  <a:pt x="191897" y="9165"/>
                  <a:pt x="192788" y="11211"/>
                  <a:pt x="192788" y="13710"/>
                </a:cubicBezTo>
                <a:cubicBezTo>
                  <a:pt x="192788" y="16380"/>
                  <a:pt x="191996" y="18553"/>
                  <a:pt x="190412" y="20229"/>
                </a:cubicBezTo>
                <a:cubicBezTo>
                  <a:pt x="188827" y="21905"/>
                  <a:pt x="186876" y="22743"/>
                  <a:pt x="184556" y="22743"/>
                </a:cubicBezTo>
                <a:cubicBezTo>
                  <a:pt x="183481" y="22743"/>
                  <a:pt x="181869" y="22545"/>
                  <a:pt x="179719" y="22149"/>
                </a:cubicBezTo>
                <a:cubicBezTo>
                  <a:pt x="172534" y="20734"/>
                  <a:pt x="166170" y="20027"/>
                  <a:pt x="160625" y="20027"/>
                </a:cubicBezTo>
                <a:cubicBezTo>
                  <a:pt x="154855" y="20027"/>
                  <a:pt x="150880" y="20890"/>
                  <a:pt x="148702" y="22616"/>
                </a:cubicBezTo>
                <a:cubicBezTo>
                  <a:pt x="146524" y="24341"/>
                  <a:pt x="145435" y="26477"/>
                  <a:pt x="145435" y="29023"/>
                </a:cubicBezTo>
                <a:lnTo>
                  <a:pt x="145435" y="35642"/>
                </a:lnTo>
                <a:lnTo>
                  <a:pt x="172251" y="35642"/>
                </a:lnTo>
                <a:cubicBezTo>
                  <a:pt x="176438" y="35642"/>
                  <a:pt x="179422" y="36448"/>
                  <a:pt x="181204" y="38060"/>
                </a:cubicBezTo>
                <a:cubicBezTo>
                  <a:pt x="182986" y="39673"/>
                  <a:pt x="183877" y="41780"/>
                  <a:pt x="183877" y="44382"/>
                </a:cubicBezTo>
                <a:cubicBezTo>
                  <a:pt x="183877" y="46985"/>
                  <a:pt x="182986" y="49092"/>
                  <a:pt x="181204" y="50705"/>
                </a:cubicBezTo>
                <a:cubicBezTo>
                  <a:pt x="179422" y="52317"/>
                  <a:pt x="176438" y="53123"/>
                  <a:pt x="172251" y="53123"/>
                </a:cubicBezTo>
                <a:lnTo>
                  <a:pt x="145435" y="53123"/>
                </a:lnTo>
                <a:close/>
                <a:moveTo>
                  <a:pt x="347880" y="70392"/>
                </a:moveTo>
                <a:cubicBezTo>
                  <a:pt x="347880" y="60487"/>
                  <a:pt x="349520" y="50467"/>
                  <a:pt x="352802" y="40333"/>
                </a:cubicBezTo>
                <a:cubicBezTo>
                  <a:pt x="355234" y="32860"/>
                  <a:pt x="358997" y="24538"/>
                  <a:pt x="364088" y="15368"/>
                </a:cubicBezTo>
                <a:cubicBezTo>
                  <a:pt x="367766" y="8802"/>
                  <a:pt x="370481" y="4769"/>
                  <a:pt x="372235" y="3270"/>
                </a:cubicBezTo>
                <a:cubicBezTo>
                  <a:pt x="373989" y="1769"/>
                  <a:pt x="375940" y="1018"/>
                  <a:pt x="378090" y="1018"/>
                </a:cubicBezTo>
                <a:cubicBezTo>
                  <a:pt x="380580" y="1018"/>
                  <a:pt x="382673" y="1868"/>
                  <a:pt x="384370" y="3567"/>
                </a:cubicBezTo>
                <a:cubicBezTo>
                  <a:pt x="386067" y="5264"/>
                  <a:pt x="386916" y="7302"/>
                  <a:pt x="386916" y="9679"/>
                </a:cubicBezTo>
                <a:cubicBezTo>
                  <a:pt x="386916" y="11322"/>
                  <a:pt x="386237" y="13275"/>
                  <a:pt x="384879" y="15538"/>
                </a:cubicBezTo>
                <a:cubicBezTo>
                  <a:pt x="378769" y="25558"/>
                  <a:pt x="374314" y="34956"/>
                  <a:pt x="371514" y="43730"/>
                </a:cubicBezTo>
                <a:cubicBezTo>
                  <a:pt x="368713" y="52504"/>
                  <a:pt x="367313" y="61392"/>
                  <a:pt x="367313" y="70392"/>
                </a:cubicBezTo>
                <a:cubicBezTo>
                  <a:pt x="367313" y="79450"/>
                  <a:pt x="368713" y="88365"/>
                  <a:pt x="371514" y="97140"/>
                </a:cubicBezTo>
                <a:cubicBezTo>
                  <a:pt x="374314" y="105914"/>
                  <a:pt x="378769" y="115312"/>
                  <a:pt x="384879" y="125332"/>
                </a:cubicBezTo>
                <a:cubicBezTo>
                  <a:pt x="386237" y="127539"/>
                  <a:pt x="386916" y="129491"/>
                  <a:pt x="386916" y="131190"/>
                </a:cubicBezTo>
                <a:cubicBezTo>
                  <a:pt x="386916" y="133568"/>
                  <a:pt x="386067" y="135606"/>
                  <a:pt x="384370" y="137303"/>
                </a:cubicBezTo>
                <a:cubicBezTo>
                  <a:pt x="382673" y="139002"/>
                  <a:pt x="380580" y="139851"/>
                  <a:pt x="378090" y="139851"/>
                </a:cubicBezTo>
                <a:cubicBezTo>
                  <a:pt x="375997" y="139851"/>
                  <a:pt x="374158" y="139173"/>
                  <a:pt x="372574" y="137815"/>
                </a:cubicBezTo>
                <a:cubicBezTo>
                  <a:pt x="370311" y="135833"/>
                  <a:pt x="367313" y="131388"/>
                  <a:pt x="363579" y="124481"/>
                </a:cubicBezTo>
                <a:cubicBezTo>
                  <a:pt x="358204" y="114462"/>
                  <a:pt x="354527" y="106198"/>
                  <a:pt x="352547" y="99688"/>
                </a:cubicBezTo>
                <a:cubicBezTo>
                  <a:pt x="349435" y="89724"/>
                  <a:pt x="347880" y="79959"/>
                  <a:pt x="347880" y="70392"/>
                </a:cubicBezTo>
                <a:close/>
                <a:moveTo>
                  <a:pt x="454788" y="35642"/>
                </a:moveTo>
                <a:lnTo>
                  <a:pt x="454788" y="46504"/>
                </a:lnTo>
                <a:cubicBezTo>
                  <a:pt x="462086" y="41209"/>
                  <a:pt x="467843" y="37679"/>
                  <a:pt x="472058" y="35915"/>
                </a:cubicBezTo>
                <a:cubicBezTo>
                  <a:pt x="476272" y="34149"/>
                  <a:pt x="480218" y="33266"/>
                  <a:pt x="483896" y="33266"/>
                </a:cubicBezTo>
                <a:cubicBezTo>
                  <a:pt x="489553" y="33266"/>
                  <a:pt x="495041" y="35366"/>
                  <a:pt x="500359" y="39567"/>
                </a:cubicBezTo>
                <a:cubicBezTo>
                  <a:pt x="503980" y="42406"/>
                  <a:pt x="505790" y="45302"/>
                  <a:pt x="505790" y="48254"/>
                </a:cubicBezTo>
                <a:cubicBezTo>
                  <a:pt x="505790" y="50752"/>
                  <a:pt x="504927" y="52868"/>
                  <a:pt x="503202" y="54600"/>
                </a:cubicBezTo>
                <a:cubicBezTo>
                  <a:pt x="501476" y="56331"/>
                  <a:pt x="499397" y="57197"/>
                  <a:pt x="496964" y="57197"/>
                </a:cubicBezTo>
                <a:cubicBezTo>
                  <a:pt x="494815" y="57197"/>
                  <a:pt x="492552" y="56122"/>
                  <a:pt x="490175" y="53972"/>
                </a:cubicBezTo>
                <a:cubicBezTo>
                  <a:pt x="487799" y="51822"/>
                  <a:pt x="485678" y="50747"/>
                  <a:pt x="483811" y="50747"/>
                </a:cubicBezTo>
                <a:cubicBezTo>
                  <a:pt x="481378" y="50747"/>
                  <a:pt x="477743" y="52275"/>
                  <a:pt x="472906" y="55330"/>
                </a:cubicBezTo>
                <a:cubicBezTo>
                  <a:pt x="468069" y="58385"/>
                  <a:pt x="462030" y="62967"/>
                  <a:pt x="454788" y="69077"/>
                </a:cubicBezTo>
                <a:lnTo>
                  <a:pt x="454788" y="95214"/>
                </a:lnTo>
                <a:lnTo>
                  <a:pt x="479568" y="95214"/>
                </a:lnTo>
                <a:cubicBezTo>
                  <a:pt x="483754" y="95214"/>
                  <a:pt x="486739" y="96021"/>
                  <a:pt x="488521" y="97633"/>
                </a:cubicBezTo>
                <a:cubicBezTo>
                  <a:pt x="490303" y="99245"/>
                  <a:pt x="491194" y="101353"/>
                  <a:pt x="491194" y="103955"/>
                </a:cubicBezTo>
                <a:cubicBezTo>
                  <a:pt x="491194" y="106558"/>
                  <a:pt x="490303" y="108665"/>
                  <a:pt x="488521" y="110277"/>
                </a:cubicBezTo>
                <a:cubicBezTo>
                  <a:pt x="486739" y="111890"/>
                  <a:pt x="483754" y="112696"/>
                  <a:pt x="479568" y="112696"/>
                </a:cubicBezTo>
                <a:lnTo>
                  <a:pt x="427039" y="112696"/>
                </a:lnTo>
                <a:cubicBezTo>
                  <a:pt x="422852" y="112696"/>
                  <a:pt x="419868" y="111876"/>
                  <a:pt x="418086" y="110235"/>
                </a:cubicBezTo>
                <a:cubicBezTo>
                  <a:pt x="416304" y="108594"/>
                  <a:pt x="415413" y="106473"/>
                  <a:pt x="415413" y="103870"/>
                </a:cubicBezTo>
                <a:cubicBezTo>
                  <a:pt x="415413" y="101268"/>
                  <a:pt x="416304" y="99175"/>
                  <a:pt x="418086" y="97591"/>
                </a:cubicBezTo>
                <a:cubicBezTo>
                  <a:pt x="419868" y="96006"/>
                  <a:pt x="422852" y="95214"/>
                  <a:pt x="427039" y="95214"/>
                </a:cubicBezTo>
                <a:lnTo>
                  <a:pt x="437392" y="95214"/>
                </a:lnTo>
                <a:lnTo>
                  <a:pt x="437392" y="53123"/>
                </a:lnTo>
                <a:lnTo>
                  <a:pt x="431112" y="53123"/>
                </a:lnTo>
                <a:cubicBezTo>
                  <a:pt x="426925" y="53123"/>
                  <a:pt x="423941" y="52303"/>
                  <a:pt x="422159" y="50662"/>
                </a:cubicBezTo>
                <a:cubicBezTo>
                  <a:pt x="420377" y="49022"/>
                  <a:pt x="419486" y="46900"/>
                  <a:pt x="419486" y="44298"/>
                </a:cubicBezTo>
                <a:cubicBezTo>
                  <a:pt x="419486" y="41695"/>
                  <a:pt x="420377" y="39602"/>
                  <a:pt x="422159" y="38018"/>
                </a:cubicBezTo>
                <a:cubicBezTo>
                  <a:pt x="423941" y="36434"/>
                  <a:pt x="426925" y="35642"/>
                  <a:pt x="431112" y="35642"/>
                </a:cubicBezTo>
                <a:lnTo>
                  <a:pt x="454788" y="35642"/>
                </a:lnTo>
                <a:close/>
                <a:moveTo>
                  <a:pt x="578329" y="112696"/>
                </a:moveTo>
                <a:lnTo>
                  <a:pt x="578329" y="108622"/>
                </a:lnTo>
                <a:cubicBezTo>
                  <a:pt x="573973" y="110885"/>
                  <a:pt x="569164" y="112583"/>
                  <a:pt x="563902" y="113714"/>
                </a:cubicBezTo>
                <a:cubicBezTo>
                  <a:pt x="558641" y="114846"/>
                  <a:pt x="553860" y="115411"/>
                  <a:pt x="549561" y="115411"/>
                </a:cubicBezTo>
                <a:cubicBezTo>
                  <a:pt x="540226" y="115411"/>
                  <a:pt x="532645" y="112941"/>
                  <a:pt x="526818" y="107999"/>
                </a:cubicBezTo>
                <a:cubicBezTo>
                  <a:pt x="520991" y="103056"/>
                  <a:pt x="518077" y="97591"/>
                  <a:pt x="518077" y="91602"/>
                </a:cubicBezTo>
                <a:cubicBezTo>
                  <a:pt x="518077" y="84317"/>
                  <a:pt x="521797" y="77554"/>
                  <a:pt x="529237" y="71313"/>
                </a:cubicBezTo>
                <a:cubicBezTo>
                  <a:pt x="536676" y="65070"/>
                  <a:pt x="546958" y="61949"/>
                  <a:pt x="560084" y="61949"/>
                </a:cubicBezTo>
                <a:cubicBezTo>
                  <a:pt x="565345" y="61949"/>
                  <a:pt x="571427" y="62515"/>
                  <a:pt x="578329" y="63646"/>
                </a:cubicBezTo>
                <a:lnTo>
                  <a:pt x="578329" y="59514"/>
                </a:lnTo>
                <a:cubicBezTo>
                  <a:pt x="578329" y="56930"/>
                  <a:pt x="577211" y="54822"/>
                  <a:pt x="574977" y="53192"/>
                </a:cubicBezTo>
                <a:cubicBezTo>
                  <a:pt x="572742" y="51562"/>
                  <a:pt x="568485" y="50747"/>
                  <a:pt x="562205" y="50747"/>
                </a:cubicBezTo>
                <a:cubicBezTo>
                  <a:pt x="557057" y="50747"/>
                  <a:pt x="550381" y="51744"/>
                  <a:pt x="542178" y="53738"/>
                </a:cubicBezTo>
                <a:cubicBezTo>
                  <a:pt x="539123" y="54460"/>
                  <a:pt x="536747" y="54820"/>
                  <a:pt x="535050" y="54820"/>
                </a:cubicBezTo>
                <a:cubicBezTo>
                  <a:pt x="532730" y="54820"/>
                  <a:pt x="530764" y="53986"/>
                  <a:pt x="529152" y="52317"/>
                </a:cubicBezTo>
                <a:cubicBezTo>
                  <a:pt x="527539" y="50648"/>
                  <a:pt x="526733" y="48512"/>
                  <a:pt x="526733" y="45910"/>
                </a:cubicBezTo>
                <a:cubicBezTo>
                  <a:pt x="526733" y="44439"/>
                  <a:pt x="527016" y="43166"/>
                  <a:pt x="527582" y="42091"/>
                </a:cubicBezTo>
                <a:cubicBezTo>
                  <a:pt x="528147" y="41016"/>
                  <a:pt x="528940" y="40154"/>
                  <a:pt x="529958" y="39503"/>
                </a:cubicBezTo>
                <a:cubicBezTo>
                  <a:pt x="530976" y="38852"/>
                  <a:pt x="533098" y="38074"/>
                  <a:pt x="536322" y="37169"/>
                </a:cubicBezTo>
                <a:cubicBezTo>
                  <a:pt x="540622" y="35981"/>
                  <a:pt x="545007" y="35034"/>
                  <a:pt x="549476" y="34326"/>
                </a:cubicBezTo>
                <a:cubicBezTo>
                  <a:pt x="553945" y="33619"/>
                  <a:pt x="557990" y="33266"/>
                  <a:pt x="561611" y="33266"/>
                </a:cubicBezTo>
                <a:cubicBezTo>
                  <a:pt x="572417" y="33266"/>
                  <a:pt x="580804" y="35599"/>
                  <a:pt x="586773" y="40267"/>
                </a:cubicBezTo>
                <a:cubicBezTo>
                  <a:pt x="592741" y="44934"/>
                  <a:pt x="595725" y="51313"/>
                  <a:pt x="595725" y="59403"/>
                </a:cubicBezTo>
                <a:lnTo>
                  <a:pt x="595725" y="95214"/>
                </a:lnTo>
                <a:lnTo>
                  <a:pt x="598696" y="95214"/>
                </a:lnTo>
                <a:cubicBezTo>
                  <a:pt x="602882" y="95214"/>
                  <a:pt x="605866" y="96021"/>
                  <a:pt x="607648" y="97633"/>
                </a:cubicBezTo>
                <a:cubicBezTo>
                  <a:pt x="609430" y="99245"/>
                  <a:pt x="610322" y="101353"/>
                  <a:pt x="610322" y="103955"/>
                </a:cubicBezTo>
                <a:cubicBezTo>
                  <a:pt x="610322" y="106558"/>
                  <a:pt x="609430" y="108665"/>
                  <a:pt x="607648" y="110277"/>
                </a:cubicBezTo>
                <a:cubicBezTo>
                  <a:pt x="605866" y="111890"/>
                  <a:pt x="602882" y="112696"/>
                  <a:pt x="598696" y="112696"/>
                </a:cubicBezTo>
                <a:lnTo>
                  <a:pt x="578329" y="112696"/>
                </a:lnTo>
                <a:moveTo>
                  <a:pt x="578329" y="81448"/>
                </a:moveTo>
                <a:cubicBezTo>
                  <a:pt x="571370" y="80103"/>
                  <a:pt x="564949" y="79430"/>
                  <a:pt x="559065" y="79430"/>
                </a:cubicBezTo>
                <a:cubicBezTo>
                  <a:pt x="551994" y="79430"/>
                  <a:pt x="545912" y="81140"/>
                  <a:pt x="540820" y="84559"/>
                </a:cubicBezTo>
                <a:cubicBezTo>
                  <a:pt x="537652" y="86746"/>
                  <a:pt x="536068" y="88960"/>
                  <a:pt x="536068" y="91202"/>
                </a:cubicBezTo>
                <a:cubicBezTo>
                  <a:pt x="536068" y="92829"/>
                  <a:pt x="536832" y="94147"/>
                  <a:pt x="538359" y="95156"/>
                </a:cubicBezTo>
                <a:cubicBezTo>
                  <a:pt x="541188" y="97005"/>
                  <a:pt x="545063" y="97930"/>
                  <a:pt x="549985" y="97930"/>
                </a:cubicBezTo>
                <a:cubicBezTo>
                  <a:pt x="554172" y="97930"/>
                  <a:pt x="558910" y="97118"/>
                  <a:pt x="564199" y="95493"/>
                </a:cubicBezTo>
                <a:cubicBezTo>
                  <a:pt x="569489" y="93866"/>
                  <a:pt x="574199" y="91651"/>
                  <a:pt x="578329" y="88847"/>
                </a:cubicBezTo>
                <a:lnTo>
                  <a:pt x="578329" y="81448"/>
                </a:lnTo>
                <a:close/>
                <a:moveTo>
                  <a:pt x="680090" y="72652"/>
                </a:moveTo>
                <a:lnTo>
                  <a:pt x="706368" y="95214"/>
                </a:lnTo>
                <a:cubicBezTo>
                  <a:pt x="709536" y="95384"/>
                  <a:pt x="711912" y="96280"/>
                  <a:pt x="713496" y="97901"/>
                </a:cubicBezTo>
                <a:cubicBezTo>
                  <a:pt x="715080" y="99520"/>
                  <a:pt x="715872" y="101552"/>
                  <a:pt x="715872" y="103998"/>
                </a:cubicBezTo>
                <a:cubicBezTo>
                  <a:pt x="715872" y="106556"/>
                  <a:pt x="714981" y="108645"/>
                  <a:pt x="713199" y="110267"/>
                </a:cubicBezTo>
                <a:cubicBezTo>
                  <a:pt x="711417" y="111886"/>
                  <a:pt x="708433" y="112696"/>
                  <a:pt x="704246" y="112696"/>
                </a:cubicBezTo>
                <a:lnTo>
                  <a:pt x="684473" y="112696"/>
                </a:lnTo>
                <a:cubicBezTo>
                  <a:pt x="680287" y="112696"/>
                  <a:pt x="677303" y="111886"/>
                  <a:pt x="675521" y="110267"/>
                </a:cubicBezTo>
                <a:cubicBezTo>
                  <a:pt x="673738" y="108645"/>
                  <a:pt x="672847" y="106499"/>
                  <a:pt x="672847" y="103828"/>
                </a:cubicBezTo>
                <a:cubicBezTo>
                  <a:pt x="672847" y="101781"/>
                  <a:pt x="673484" y="99975"/>
                  <a:pt x="674757" y="98413"/>
                </a:cubicBezTo>
                <a:cubicBezTo>
                  <a:pt x="676030" y="96850"/>
                  <a:pt x="677769" y="95784"/>
                  <a:pt x="679976" y="95214"/>
                </a:cubicBezTo>
                <a:lnTo>
                  <a:pt x="666875" y="83973"/>
                </a:lnTo>
                <a:lnTo>
                  <a:pt x="653754" y="95214"/>
                </a:lnTo>
                <a:cubicBezTo>
                  <a:pt x="656413" y="95897"/>
                  <a:pt x="658322" y="96949"/>
                  <a:pt x="659482" y="98370"/>
                </a:cubicBezTo>
                <a:cubicBezTo>
                  <a:pt x="660641" y="99792"/>
                  <a:pt x="661221" y="101611"/>
                  <a:pt x="661221" y="103828"/>
                </a:cubicBezTo>
                <a:cubicBezTo>
                  <a:pt x="661221" y="106499"/>
                  <a:pt x="660344" y="108645"/>
                  <a:pt x="658591" y="110267"/>
                </a:cubicBezTo>
                <a:cubicBezTo>
                  <a:pt x="656837" y="111886"/>
                  <a:pt x="653867" y="112696"/>
                  <a:pt x="649680" y="112696"/>
                </a:cubicBezTo>
                <a:lnTo>
                  <a:pt x="630077" y="112696"/>
                </a:lnTo>
                <a:cubicBezTo>
                  <a:pt x="625891" y="112696"/>
                  <a:pt x="622906" y="111886"/>
                  <a:pt x="621124" y="110267"/>
                </a:cubicBezTo>
                <a:cubicBezTo>
                  <a:pt x="619342" y="108645"/>
                  <a:pt x="618451" y="106527"/>
                  <a:pt x="618451" y="103913"/>
                </a:cubicBezTo>
                <a:cubicBezTo>
                  <a:pt x="618451" y="101524"/>
                  <a:pt x="619243" y="99520"/>
                  <a:pt x="620827" y="97901"/>
                </a:cubicBezTo>
                <a:cubicBezTo>
                  <a:pt x="622411" y="96280"/>
                  <a:pt x="624788" y="95384"/>
                  <a:pt x="627956" y="95214"/>
                </a:cubicBezTo>
                <a:lnTo>
                  <a:pt x="653817" y="72769"/>
                </a:lnTo>
                <a:lnTo>
                  <a:pt x="630926" y="53123"/>
                </a:lnTo>
                <a:cubicBezTo>
                  <a:pt x="627927" y="52895"/>
                  <a:pt x="625650" y="51971"/>
                  <a:pt x="624095" y="50352"/>
                </a:cubicBezTo>
                <a:cubicBezTo>
                  <a:pt x="622539" y="48731"/>
                  <a:pt x="621761" y="46727"/>
                  <a:pt x="621761" y="44340"/>
                </a:cubicBezTo>
                <a:cubicBezTo>
                  <a:pt x="621761" y="41782"/>
                  <a:pt x="622652" y="39693"/>
                  <a:pt x="624434" y="38074"/>
                </a:cubicBezTo>
                <a:cubicBezTo>
                  <a:pt x="626216" y="36452"/>
                  <a:pt x="629200" y="35642"/>
                  <a:pt x="633387" y="35642"/>
                </a:cubicBezTo>
                <a:lnTo>
                  <a:pt x="649680" y="35642"/>
                </a:lnTo>
                <a:cubicBezTo>
                  <a:pt x="653867" y="35642"/>
                  <a:pt x="656851" y="36452"/>
                  <a:pt x="658633" y="38074"/>
                </a:cubicBezTo>
                <a:cubicBezTo>
                  <a:pt x="660415" y="39693"/>
                  <a:pt x="661306" y="41754"/>
                  <a:pt x="661306" y="44255"/>
                </a:cubicBezTo>
                <a:cubicBezTo>
                  <a:pt x="661306" y="47611"/>
                  <a:pt x="659722" y="50340"/>
                  <a:pt x="656554" y="52444"/>
                </a:cubicBezTo>
                <a:lnTo>
                  <a:pt x="666950" y="61371"/>
                </a:lnTo>
                <a:lnTo>
                  <a:pt x="677430" y="52275"/>
                </a:lnTo>
                <a:cubicBezTo>
                  <a:pt x="674318" y="50058"/>
                  <a:pt x="672763" y="47498"/>
                  <a:pt x="672763" y="44597"/>
                </a:cubicBezTo>
                <a:cubicBezTo>
                  <a:pt x="672763" y="41868"/>
                  <a:pt x="673654" y="39693"/>
                  <a:pt x="675436" y="38074"/>
                </a:cubicBezTo>
                <a:cubicBezTo>
                  <a:pt x="677218" y="36452"/>
                  <a:pt x="680202" y="35642"/>
                  <a:pt x="684389" y="35642"/>
                </a:cubicBezTo>
                <a:lnTo>
                  <a:pt x="700512" y="35642"/>
                </a:lnTo>
                <a:cubicBezTo>
                  <a:pt x="704699" y="35642"/>
                  <a:pt x="707683" y="36452"/>
                  <a:pt x="709465" y="38074"/>
                </a:cubicBezTo>
                <a:cubicBezTo>
                  <a:pt x="711247" y="39693"/>
                  <a:pt x="712138" y="41810"/>
                  <a:pt x="712138" y="44425"/>
                </a:cubicBezTo>
                <a:cubicBezTo>
                  <a:pt x="712138" y="46755"/>
                  <a:pt x="711360" y="48731"/>
                  <a:pt x="709804" y="50352"/>
                </a:cubicBezTo>
                <a:cubicBezTo>
                  <a:pt x="708249" y="51971"/>
                  <a:pt x="705943" y="52895"/>
                  <a:pt x="702888" y="53123"/>
                </a:cubicBezTo>
                <a:lnTo>
                  <a:pt x="680090" y="72652"/>
                </a:lnTo>
                <a:close/>
                <a:moveTo>
                  <a:pt x="807675" y="71284"/>
                </a:moveTo>
                <a:lnTo>
                  <a:pt x="735033" y="71284"/>
                </a:lnTo>
                <a:lnTo>
                  <a:pt x="735033" y="55330"/>
                </a:lnTo>
                <a:lnTo>
                  <a:pt x="807675" y="55330"/>
                </a:lnTo>
                <a:lnTo>
                  <a:pt x="807675" y="71284"/>
                </a:lnTo>
                <a:close/>
                <a:moveTo>
                  <a:pt x="893877" y="63028"/>
                </a:moveTo>
                <a:lnTo>
                  <a:pt x="837529" y="31722"/>
                </a:lnTo>
                <a:cubicBezTo>
                  <a:pt x="834700" y="30147"/>
                  <a:pt x="832819" y="28741"/>
                  <a:pt x="831886" y="27503"/>
                </a:cubicBezTo>
                <a:cubicBezTo>
                  <a:pt x="830952" y="26265"/>
                  <a:pt x="830486" y="24690"/>
                  <a:pt x="830486" y="22777"/>
                </a:cubicBezTo>
                <a:cubicBezTo>
                  <a:pt x="830486" y="20359"/>
                  <a:pt x="831362" y="18278"/>
                  <a:pt x="833116" y="16535"/>
                </a:cubicBezTo>
                <a:cubicBezTo>
                  <a:pt x="834870" y="14790"/>
                  <a:pt x="836935" y="13917"/>
                  <a:pt x="839311" y="13917"/>
                </a:cubicBezTo>
                <a:cubicBezTo>
                  <a:pt x="840782" y="13917"/>
                  <a:pt x="843045" y="14738"/>
                  <a:pt x="846100" y="16378"/>
                </a:cubicBezTo>
                <a:lnTo>
                  <a:pt x="930028" y="63052"/>
                </a:lnTo>
                <a:lnTo>
                  <a:pt x="846100" y="109805"/>
                </a:lnTo>
                <a:cubicBezTo>
                  <a:pt x="843045" y="111506"/>
                  <a:pt x="840782" y="112356"/>
                  <a:pt x="839311" y="112356"/>
                </a:cubicBezTo>
                <a:cubicBezTo>
                  <a:pt x="836935" y="112356"/>
                  <a:pt x="834870" y="111485"/>
                  <a:pt x="833116" y="109742"/>
                </a:cubicBezTo>
                <a:cubicBezTo>
                  <a:pt x="831362" y="107998"/>
                  <a:pt x="830486" y="105889"/>
                  <a:pt x="830486" y="103414"/>
                </a:cubicBezTo>
                <a:cubicBezTo>
                  <a:pt x="830486" y="101503"/>
                  <a:pt x="830952" y="99930"/>
                  <a:pt x="831886" y="98694"/>
                </a:cubicBezTo>
                <a:cubicBezTo>
                  <a:pt x="832819" y="97456"/>
                  <a:pt x="834700" y="96050"/>
                  <a:pt x="837529" y="94475"/>
                </a:cubicBezTo>
                <a:lnTo>
                  <a:pt x="893877" y="63028"/>
                </a:lnTo>
                <a:close/>
                <a:moveTo>
                  <a:pt x="969726" y="77224"/>
                </a:moveTo>
                <a:lnTo>
                  <a:pt x="969726" y="95214"/>
                </a:lnTo>
                <a:lnTo>
                  <a:pt x="987292" y="95214"/>
                </a:lnTo>
                <a:cubicBezTo>
                  <a:pt x="991478" y="95214"/>
                  <a:pt x="994463" y="96021"/>
                  <a:pt x="996245" y="97633"/>
                </a:cubicBezTo>
                <a:cubicBezTo>
                  <a:pt x="998027" y="99245"/>
                  <a:pt x="998918" y="101353"/>
                  <a:pt x="998918" y="103955"/>
                </a:cubicBezTo>
                <a:cubicBezTo>
                  <a:pt x="998918" y="106558"/>
                  <a:pt x="998027" y="108665"/>
                  <a:pt x="996245" y="110277"/>
                </a:cubicBezTo>
                <a:cubicBezTo>
                  <a:pt x="994463" y="111890"/>
                  <a:pt x="991478" y="112696"/>
                  <a:pt x="987292" y="112696"/>
                </a:cubicBezTo>
                <a:lnTo>
                  <a:pt x="949614" y="112696"/>
                </a:lnTo>
                <a:cubicBezTo>
                  <a:pt x="945427" y="112696"/>
                  <a:pt x="942443" y="111876"/>
                  <a:pt x="940661" y="110235"/>
                </a:cubicBezTo>
                <a:cubicBezTo>
                  <a:pt x="938879" y="108594"/>
                  <a:pt x="937988" y="106473"/>
                  <a:pt x="937988" y="103870"/>
                </a:cubicBezTo>
                <a:cubicBezTo>
                  <a:pt x="937988" y="101268"/>
                  <a:pt x="938893" y="99175"/>
                  <a:pt x="940703" y="97591"/>
                </a:cubicBezTo>
                <a:cubicBezTo>
                  <a:pt x="942513" y="96006"/>
                  <a:pt x="945484" y="95214"/>
                  <a:pt x="949614" y="95214"/>
                </a:cubicBezTo>
                <a:lnTo>
                  <a:pt x="952329" y="95214"/>
                </a:lnTo>
                <a:lnTo>
                  <a:pt x="952329" y="27156"/>
                </a:lnTo>
                <a:lnTo>
                  <a:pt x="949614" y="27156"/>
                </a:lnTo>
                <a:cubicBezTo>
                  <a:pt x="945427" y="27156"/>
                  <a:pt x="942443" y="26349"/>
                  <a:pt x="940661" y="24737"/>
                </a:cubicBezTo>
                <a:cubicBezTo>
                  <a:pt x="938879" y="23125"/>
                  <a:pt x="937988" y="21017"/>
                  <a:pt x="937988" y="18415"/>
                </a:cubicBezTo>
                <a:cubicBezTo>
                  <a:pt x="937988" y="15812"/>
                  <a:pt x="938879" y="13705"/>
                  <a:pt x="940661" y="12093"/>
                </a:cubicBezTo>
                <a:cubicBezTo>
                  <a:pt x="942443" y="10480"/>
                  <a:pt x="945427" y="9674"/>
                  <a:pt x="949614" y="9674"/>
                </a:cubicBezTo>
                <a:lnTo>
                  <a:pt x="989668" y="9844"/>
                </a:lnTo>
                <a:cubicBezTo>
                  <a:pt x="1001436" y="9844"/>
                  <a:pt x="1010756" y="13047"/>
                  <a:pt x="1017630" y="19452"/>
                </a:cubicBezTo>
                <a:cubicBezTo>
                  <a:pt x="1024504" y="25855"/>
                  <a:pt x="1027941" y="33656"/>
                  <a:pt x="1027941" y="42855"/>
                </a:cubicBezTo>
                <a:cubicBezTo>
                  <a:pt x="1027941" y="47932"/>
                  <a:pt x="1026781" y="52729"/>
                  <a:pt x="1024461" y="57244"/>
                </a:cubicBezTo>
                <a:cubicBezTo>
                  <a:pt x="1022707" y="60630"/>
                  <a:pt x="1019780" y="63973"/>
                  <a:pt x="1015678" y="67274"/>
                </a:cubicBezTo>
                <a:cubicBezTo>
                  <a:pt x="1011576" y="70575"/>
                  <a:pt x="1007390" y="73059"/>
                  <a:pt x="1003119" y="74726"/>
                </a:cubicBezTo>
                <a:cubicBezTo>
                  <a:pt x="998847" y="76391"/>
                  <a:pt x="993204" y="77224"/>
                  <a:pt x="986189" y="77224"/>
                </a:cubicBezTo>
                <a:lnTo>
                  <a:pt x="969726" y="77224"/>
                </a:lnTo>
                <a:moveTo>
                  <a:pt x="969726" y="59742"/>
                </a:moveTo>
                <a:lnTo>
                  <a:pt x="985849" y="59742"/>
                </a:lnTo>
                <a:cubicBezTo>
                  <a:pt x="993430" y="59742"/>
                  <a:pt x="999441" y="58040"/>
                  <a:pt x="1003882" y="54635"/>
                </a:cubicBezTo>
                <a:cubicBezTo>
                  <a:pt x="1008323" y="51230"/>
                  <a:pt x="1010544" y="47135"/>
                  <a:pt x="1010544" y="42351"/>
                </a:cubicBezTo>
                <a:cubicBezTo>
                  <a:pt x="1010544" y="38299"/>
                  <a:pt x="1008748" y="34753"/>
                  <a:pt x="1005155" y="31714"/>
                </a:cubicBezTo>
                <a:cubicBezTo>
                  <a:pt x="1001563" y="28675"/>
                  <a:pt x="996429" y="27156"/>
                  <a:pt x="989753" y="27156"/>
                </a:cubicBezTo>
                <a:lnTo>
                  <a:pt x="969726" y="27156"/>
                </a:lnTo>
                <a:lnTo>
                  <a:pt x="969726" y="59742"/>
                </a:lnTo>
                <a:close/>
                <a:moveTo>
                  <a:pt x="1105317" y="84692"/>
                </a:moveTo>
                <a:lnTo>
                  <a:pt x="1063056" y="84692"/>
                </a:lnTo>
                <a:lnTo>
                  <a:pt x="1058813" y="95214"/>
                </a:lnTo>
                <a:lnTo>
                  <a:pt x="1063056" y="95214"/>
                </a:lnTo>
                <a:cubicBezTo>
                  <a:pt x="1067243" y="95214"/>
                  <a:pt x="1070227" y="96021"/>
                  <a:pt x="1072009" y="97633"/>
                </a:cubicBezTo>
                <a:cubicBezTo>
                  <a:pt x="1073791" y="99245"/>
                  <a:pt x="1074682" y="101353"/>
                  <a:pt x="1074682" y="103955"/>
                </a:cubicBezTo>
                <a:cubicBezTo>
                  <a:pt x="1074682" y="106558"/>
                  <a:pt x="1073791" y="108665"/>
                  <a:pt x="1072009" y="110277"/>
                </a:cubicBezTo>
                <a:cubicBezTo>
                  <a:pt x="1070227" y="111890"/>
                  <a:pt x="1067243" y="112696"/>
                  <a:pt x="1063056" y="112696"/>
                </a:cubicBezTo>
                <a:lnTo>
                  <a:pt x="1039634" y="112696"/>
                </a:lnTo>
                <a:cubicBezTo>
                  <a:pt x="1035448" y="112696"/>
                  <a:pt x="1032464" y="111876"/>
                  <a:pt x="1030682" y="110235"/>
                </a:cubicBezTo>
                <a:cubicBezTo>
                  <a:pt x="1028900" y="108594"/>
                  <a:pt x="1028008" y="106473"/>
                  <a:pt x="1028008" y="103870"/>
                </a:cubicBezTo>
                <a:cubicBezTo>
                  <a:pt x="1028008" y="101268"/>
                  <a:pt x="1028942" y="99175"/>
                  <a:pt x="1030809" y="97591"/>
                </a:cubicBezTo>
                <a:cubicBezTo>
                  <a:pt x="1032676" y="96006"/>
                  <a:pt x="1035759" y="95214"/>
                  <a:pt x="1040059" y="95214"/>
                </a:cubicBezTo>
                <a:lnTo>
                  <a:pt x="1067384" y="27156"/>
                </a:lnTo>
                <a:lnTo>
                  <a:pt x="1056013" y="27156"/>
                </a:lnTo>
                <a:cubicBezTo>
                  <a:pt x="1051826" y="27156"/>
                  <a:pt x="1048842" y="26349"/>
                  <a:pt x="1047060" y="24737"/>
                </a:cubicBezTo>
                <a:cubicBezTo>
                  <a:pt x="1045278" y="23125"/>
                  <a:pt x="1044387" y="21017"/>
                  <a:pt x="1044387" y="18415"/>
                </a:cubicBezTo>
                <a:cubicBezTo>
                  <a:pt x="1044387" y="15812"/>
                  <a:pt x="1045278" y="13705"/>
                  <a:pt x="1047060" y="12093"/>
                </a:cubicBezTo>
                <a:cubicBezTo>
                  <a:pt x="1048842" y="10480"/>
                  <a:pt x="1051826" y="9674"/>
                  <a:pt x="1056013" y="9674"/>
                </a:cubicBezTo>
                <a:lnTo>
                  <a:pt x="1093606" y="9844"/>
                </a:lnTo>
                <a:lnTo>
                  <a:pt x="1128230" y="95214"/>
                </a:lnTo>
                <a:cubicBezTo>
                  <a:pt x="1132303" y="95214"/>
                  <a:pt x="1134990" y="95741"/>
                  <a:pt x="1136292" y="96795"/>
                </a:cubicBezTo>
                <a:cubicBezTo>
                  <a:pt x="1138894" y="98966"/>
                  <a:pt x="1140195" y="101353"/>
                  <a:pt x="1140195" y="103955"/>
                </a:cubicBezTo>
                <a:cubicBezTo>
                  <a:pt x="1140195" y="106558"/>
                  <a:pt x="1139318" y="108665"/>
                  <a:pt x="1137564" y="110277"/>
                </a:cubicBezTo>
                <a:cubicBezTo>
                  <a:pt x="1135811" y="111890"/>
                  <a:pt x="1132840" y="112696"/>
                  <a:pt x="1128654" y="112696"/>
                </a:cubicBezTo>
                <a:lnTo>
                  <a:pt x="1105232" y="112696"/>
                </a:lnTo>
                <a:cubicBezTo>
                  <a:pt x="1101046" y="112696"/>
                  <a:pt x="1098061" y="111876"/>
                  <a:pt x="1096279" y="110235"/>
                </a:cubicBezTo>
                <a:cubicBezTo>
                  <a:pt x="1094497" y="108594"/>
                  <a:pt x="1093606" y="106473"/>
                  <a:pt x="1093606" y="103870"/>
                </a:cubicBezTo>
                <a:cubicBezTo>
                  <a:pt x="1093606" y="101268"/>
                  <a:pt x="1094497" y="99175"/>
                  <a:pt x="1096279" y="97591"/>
                </a:cubicBezTo>
                <a:cubicBezTo>
                  <a:pt x="1098061" y="96006"/>
                  <a:pt x="1101046" y="95214"/>
                  <a:pt x="1105232" y="95214"/>
                </a:cubicBezTo>
                <a:lnTo>
                  <a:pt x="1109475" y="95214"/>
                </a:lnTo>
                <a:lnTo>
                  <a:pt x="1105317" y="84692"/>
                </a:lnTo>
                <a:moveTo>
                  <a:pt x="1098104" y="67210"/>
                </a:moveTo>
                <a:lnTo>
                  <a:pt x="1084102" y="32756"/>
                </a:lnTo>
                <a:lnTo>
                  <a:pt x="1070015" y="67210"/>
                </a:lnTo>
                <a:lnTo>
                  <a:pt x="1098104" y="67210"/>
                </a:lnTo>
                <a:close/>
                <a:moveTo>
                  <a:pt x="1232167" y="81127"/>
                </a:moveTo>
                <a:lnTo>
                  <a:pt x="1232167" y="104353"/>
                </a:lnTo>
                <a:cubicBezTo>
                  <a:pt x="1224303" y="108607"/>
                  <a:pt x="1217614" y="111513"/>
                  <a:pt x="1212098" y="113072"/>
                </a:cubicBezTo>
                <a:cubicBezTo>
                  <a:pt x="1206582" y="114632"/>
                  <a:pt x="1200627" y="115411"/>
                  <a:pt x="1194234" y="115411"/>
                </a:cubicBezTo>
                <a:cubicBezTo>
                  <a:pt x="1185352" y="115411"/>
                  <a:pt x="1177121" y="114078"/>
                  <a:pt x="1169540" y="111412"/>
                </a:cubicBezTo>
                <a:cubicBezTo>
                  <a:pt x="1163599" y="109372"/>
                  <a:pt x="1158918" y="106793"/>
                  <a:pt x="1155495" y="103674"/>
                </a:cubicBezTo>
                <a:cubicBezTo>
                  <a:pt x="1152072" y="100554"/>
                  <a:pt x="1148918" y="95945"/>
                  <a:pt x="1146033" y="89850"/>
                </a:cubicBezTo>
                <a:cubicBezTo>
                  <a:pt x="1143148" y="83754"/>
                  <a:pt x="1141705" y="76935"/>
                  <a:pt x="1141705" y="69393"/>
                </a:cubicBezTo>
                <a:lnTo>
                  <a:pt x="1141705" y="56804"/>
                </a:lnTo>
                <a:cubicBezTo>
                  <a:pt x="1141705" y="45180"/>
                  <a:pt x="1145241" y="34802"/>
                  <a:pt x="1152313" y="25671"/>
                </a:cubicBezTo>
                <a:cubicBezTo>
                  <a:pt x="1161817" y="13309"/>
                  <a:pt x="1174744" y="7128"/>
                  <a:pt x="1191094" y="7128"/>
                </a:cubicBezTo>
                <a:cubicBezTo>
                  <a:pt x="1195847" y="7128"/>
                  <a:pt x="1200358" y="7609"/>
                  <a:pt x="1204630" y="8571"/>
                </a:cubicBezTo>
                <a:cubicBezTo>
                  <a:pt x="1208901" y="9533"/>
                  <a:pt x="1212960" y="10975"/>
                  <a:pt x="1216807" y="12899"/>
                </a:cubicBezTo>
                <a:cubicBezTo>
                  <a:pt x="1219127" y="10862"/>
                  <a:pt x="1221390" y="9844"/>
                  <a:pt x="1223596" y="9844"/>
                </a:cubicBezTo>
                <a:cubicBezTo>
                  <a:pt x="1226142" y="9844"/>
                  <a:pt x="1228207" y="10721"/>
                  <a:pt x="1229791" y="12475"/>
                </a:cubicBezTo>
                <a:cubicBezTo>
                  <a:pt x="1231375" y="14228"/>
                  <a:pt x="1232167" y="17199"/>
                  <a:pt x="1232167" y="21385"/>
                </a:cubicBezTo>
                <a:lnTo>
                  <a:pt x="1232167" y="32672"/>
                </a:lnTo>
                <a:cubicBezTo>
                  <a:pt x="1232167" y="36858"/>
                  <a:pt x="1231361" y="39842"/>
                  <a:pt x="1229749" y="41624"/>
                </a:cubicBezTo>
                <a:cubicBezTo>
                  <a:pt x="1228136" y="43407"/>
                  <a:pt x="1226057" y="44298"/>
                  <a:pt x="1223511" y="44298"/>
                </a:cubicBezTo>
                <a:cubicBezTo>
                  <a:pt x="1221475" y="44298"/>
                  <a:pt x="1219721" y="43675"/>
                  <a:pt x="1218250" y="42431"/>
                </a:cubicBezTo>
                <a:cubicBezTo>
                  <a:pt x="1217119" y="41582"/>
                  <a:pt x="1216171" y="39701"/>
                  <a:pt x="1215407" y="36787"/>
                </a:cubicBezTo>
                <a:cubicBezTo>
                  <a:pt x="1214643" y="33874"/>
                  <a:pt x="1213781" y="31908"/>
                  <a:pt x="1212819" y="30890"/>
                </a:cubicBezTo>
                <a:cubicBezTo>
                  <a:pt x="1211291" y="29249"/>
                  <a:pt x="1208590" y="27792"/>
                  <a:pt x="1204715" y="26519"/>
                </a:cubicBezTo>
                <a:cubicBezTo>
                  <a:pt x="1200839" y="25246"/>
                  <a:pt x="1196497" y="24610"/>
                  <a:pt x="1191688" y="24610"/>
                </a:cubicBezTo>
                <a:cubicBezTo>
                  <a:pt x="1184786" y="24610"/>
                  <a:pt x="1178789" y="26026"/>
                  <a:pt x="1173698" y="28858"/>
                </a:cubicBezTo>
                <a:cubicBezTo>
                  <a:pt x="1170077" y="30953"/>
                  <a:pt x="1166739" y="34607"/>
                  <a:pt x="1163684" y="39819"/>
                </a:cubicBezTo>
                <a:cubicBezTo>
                  <a:pt x="1160629" y="45029"/>
                  <a:pt x="1159102" y="50692"/>
                  <a:pt x="1159102" y="56809"/>
                </a:cubicBezTo>
                <a:lnTo>
                  <a:pt x="1159102" y="69385"/>
                </a:lnTo>
                <a:cubicBezTo>
                  <a:pt x="1159102" y="78730"/>
                  <a:pt x="1161803" y="85824"/>
                  <a:pt x="1167206" y="90666"/>
                </a:cubicBezTo>
                <a:cubicBezTo>
                  <a:pt x="1172609" y="95509"/>
                  <a:pt x="1181194" y="97930"/>
                  <a:pt x="1192961" y="97930"/>
                </a:cubicBezTo>
                <a:cubicBezTo>
                  <a:pt x="1200938" y="97930"/>
                  <a:pt x="1208208" y="96441"/>
                  <a:pt x="1214771" y="93464"/>
                </a:cubicBezTo>
                <a:lnTo>
                  <a:pt x="1214771" y="80958"/>
                </a:lnTo>
                <a:lnTo>
                  <a:pt x="1197035" y="80958"/>
                </a:lnTo>
                <a:cubicBezTo>
                  <a:pt x="1192848" y="80958"/>
                  <a:pt x="1189864" y="80152"/>
                  <a:pt x="1188082" y="78539"/>
                </a:cubicBezTo>
                <a:cubicBezTo>
                  <a:pt x="1186300" y="76927"/>
                  <a:pt x="1185409" y="74819"/>
                  <a:pt x="1185409" y="72217"/>
                </a:cubicBezTo>
                <a:cubicBezTo>
                  <a:pt x="1185409" y="69615"/>
                  <a:pt x="1186300" y="67507"/>
                  <a:pt x="1188082" y="65895"/>
                </a:cubicBezTo>
                <a:cubicBezTo>
                  <a:pt x="1189864" y="64282"/>
                  <a:pt x="1192848" y="63476"/>
                  <a:pt x="1197035" y="63476"/>
                </a:cubicBezTo>
                <a:lnTo>
                  <a:pt x="1227924" y="63646"/>
                </a:lnTo>
                <a:cubicBezTo>
                  <a:pt x="1232111" y="63646"/>
                  <a:pt x="1235095" y="64438"/>
                  <a:pt x="1236877" y="66022"/>
                </a:cubicBezTo>
                <a:cubicBezTo>
                  <a:pt x="1238659" y="67606"/>
                  <a:pt x="1239550" y="69699"/>
                  <a:pt x="1239550" y="72302"/>
                </a:cubicBezTo>
                <a:cubicBezTo>
                  <a:pt x="1239550" y="74904"/>
                  <a:pt x="1238942" y="77026"/>
                  <a:pt x="1237726" y="78666"/>
                </a:cubicBezTo>
                <a:cubicBezTo>
                  <a:pt x="1236509" y="80307"/>
                  <a:pt x="1234657" y="81127"/>
                  <a:pt x="1232167" y="81127"/>
                </a:cubicBezTo>
                <a:close/>
                <a:moveTo>
                  <a:pt x="1274751" y="69756"/>
                </a:moveTo>
                <a:lnTo>
                  <a:pt x="1274751" y="95214"/>
                </a:lnTo>
                <a:lnTo>
                  <a:pt x="1319133" y="95214"/>
                </a:lnTo>
                <a:lnTo>
                  <a:pt x="1319133" y="85710"/>
                </a:lnTo>
                <a:cubicBezTo>
                  <a:pt x="1319133" y="81354"/>
                  <a:pt x="1319940" y="78285"/>
                  <a:pt x="1321552" y="76502"/>
                </a:cubicBezTo>
                <a:cubicBezTo>
                  <a:pt x="1323164" y="74720"/>
                  <a:pt x="1325272" y="73829"/>
                  <a:pt x="1327874" y="73829"/>
                </a:cubicBezTo>
                <a:cubicBezTo>
                  <a:pt x="1330420" y="73829"/>
                  <a:pt x="1332499" y="74720"/>
                  <a:pt x="1334111" y="76502"/>
                </a:cubicBezTo>
                <a:cubicBezTo>
                  <a:pt x="1335724" y="78285"/>
                  <a:pt x="1336530" y="81354"/>
                  <a:pt x="1336530" y="85710"/>
                </a:cubicBezTo>
                <a:lnTo>
                  <a:pt x="1336530" y="112696"/>
                </a:lnTo>
                <a:lnTo>
                  <a:pt x="1254639" y="112696"/>
                </a:lnTo>
                <a:cubicBezTo>
                  <a:pt x="1250452" y="112696"/>
                  <a:pt x="1247468" y="111876"/>
                  <a:pt x="1245686" y="110235"/>
                </a:cubicBezTo>
                <a:cubicBezTo>
                  <a:pt x="1243904" y="108594"/>
                  <a:pt x="1243013" y="106473"/>
                  <a:pt x="1243013" y="103870"/>
                </a:cubicBezTo>
                <a:cubicBezTo>
                  <a:pt x="1243013" y="101268"/>
                  <a:pt x="1243918" y="99175"/>
                  <a:pt x="1245728" y="97591"/>
                </a:cubicBezTo>
                <a:cubicBezTo>
                  <a:pt x="1247539" y="96006"/>
                  <a:pt x="1250509" y="95214"/>
                  <a:pt x="1254639" y="95214"/>
                </a:cubicBezTo>
                <a:lnTo>
                  <a:pt x="1257354" y="95214"/>
                </a:lnTo>
                <a:lnTo>
                  <a:pt x="1257354" y="27156"/>
                </a:lnTo>
                <a:lnTo>
                  <a:pt x="1254639" y="27156"/>
                </a:lnTo>
                <a:cubicBezTo>
                  <a:pt x="1250452" y="27156"/>
                  <a:pt x="1247468" y="26349"/>
                  <a:pt x="1245686" y="24737"/>
                </a:cubicBezTo>
                <a:cubicBezTo>
                  <a:pt x="1243904" y="23125"/>
                  <a:pt x="1243013" y="21017"/>
                  <a:pt x="1243013" y="18415"/>
                </a:cubicBezTo>
                <a:cubicBezTo>
                  <a:pt x="1243013" y="15812"/>
                  <a:pt x="1243904" y="13705"/>
                  <a:pt x="1245686" y="12093"/>
                </a:cubicBezTo>
                <a:cubicBezTo>
                  <a:pt x="1247468" y="10480"/>
                  <a:pt x="1250452" y="9674"/>
                  <a:pt x="1254639" y="9674"/>
                </a:cubicBezTo>
                <a:lnTo>
                  <a:pt x="1332711" y="9759"/>
                </a:lnTo>
                <a:lnTo>
                  <a:pt x="1332711" y="36321"/>
                </a:lnTo>
                <a:cubicBezTo>
                  <a:pt x="1332711" y="40677"/>
                  <a:pt x="1331919" y="43746"/>
                  <a:pt x="1330335" y="45528"/>
                </a:cubicBezTo>
                <a:cubicBezTo>
                  <a:pt x="1328751" y="47310"/>
                  <a:pt x="1326658" y="48201"/>
                  <a:pt x="1324055" y="48201"/>
                </a:cubicBezTo>
                <a:cubicBezTo>
                  <a:pt x="1321453" y="48201"/>
                  <a:pt x="1319346" y="47310"/>
                  <a:pt x="1317733" y="45528"/>
                </a:cubicBezTo>
                <a:cubicBezTo>
                  <a:pt x="1316121" y="43746"/>
                  <a:pt x="1315315" y="40677"/>
                  <a:pt x="1315315" y="36321"/>
                </a:cubicBezTo>
                <a:lnTo>
                  <a:pt x="1315315" y="27156"/>
                </a:lnTo>
                <a:lnTo>
                  <a:pt x="1274751" y="27156"/>
                </a:lnTo>
                <a:lnTo>
                  <a:pt x="1274751" y="52275"/>
                </a:lnTo>
                <a:lnTo>
                  <a:pt x="1290026" y="52275"/>
                </a:lnTo>
                <a:cubicBezTo>
                  <a:pt x="1290026" y="47918"/>
                  <a:pt x="1290450" y="45171"/>
                  <a:pt x="1291299" y="44032"/>
                </a:cubicBezTo>
                <a:cubicBezTo>
                  <a:pt x="1293053" y="41607"/>
                  <a:pt x="1295542" y="40394"/>
                  <a:pt x="1298767" y="40394"/>
                </a:cubicBezTo>
                <a:cubicBezTo>
                  <a:pt x="1301313" y="40394"/>
                  <a:pt x="1303392" y="41285"/>
                  <a:pt x="1305004" y="43067"/>
                </a:cubicBezTo>
                <a:cubicBezTo>
                  <a:pt x="1306616" y="44849"/>
                  <a:pt x="1307423" y="47918"/>
                  <a:pt x="1307423" y="52275"/>
                </a:cubicBezTo>
                <a:lnTo>
                  <a:pt x="1307423" y="69756"/>
                </a:lnTo>
                <a:cubicBezTo>
                  <a:pt x="1307423" y="74112"/>
                  <a:pt x="1306970" y="76876"/>
                  <a:pt x="1306065" y="78046"/>
                </a:cubicBezTo>
                <a:cubicBezTo>
                  <a:pt x="1304254" y="80440"/>
                  <a:pt x="1301822" y="81637"/>
                  <a:pt x="1298767" y="81637"/>
                </a:cubicBezTo>
                <a:cubicBezTo>
                  <a:pt x="1295542" y="81637"/>
                  <a:pt x="1293053" y="80424"/>
                  <a:pt x="1291299" y="77998"/>
                </a:cubicBezTo>
                <a:cubicBezTo>
                  <a:pt x="1290450" y="76860"/>
                  <a:pt x="1290026" y="74112"/>
                  <a:pt x="1290026" y="69756"/>
                </a:cubicBezTo>
                <a:lnTo>
                  <a:pt x="1274751" y="69756"/>
                </a:lnTo>
                <a:close/>
                <a:moveTo>
                  <a:pt x="1445050" y="164970"/>
                </a:moveTo>
                <a:lnTo>
                  <a:pt x="1349496" y="164970"/>
                </a:lnTo>
                <a:cubicBezTo>
                  <a:pt x="1345310" y="164970"/>
                  <a:pt x="1342325" y="164174"/>
                  <a:pt x="1340543" y="162581"/>
                </a:cubicBezTo>
                <a:cubicBezTo>
                  <a:pt x="1338761" y="160990"/>
                  <a:pt x="1337870" y="158887"/>
                  <a:pt x="1337870" y="156272"/>
                </a:cubicBezTo>
                <a:cubicBezTo>
                  <a:pt x="1337870" y="153657"/>
                  <a:pt x="1338761" y="151539"/>
                  <a:pt x="1340543" y="149918"/>
                </a:cubicBezTo>
                <a:cubicBezTo>
                  <a:pt x="1342325" y="148299"/>
                  <a:pt x="1345310" y="147489"/>
                  <a:pt x="1349496" y="147489"/>
                </a:cubicBezTo>
                <a:lnTo>
                  <a:pt x="1445050" y="147489"/>
                </a:lnTo>
                <a:cubicBezTo>
                  <a:pt x="1449180" y="147489"/>
                  <a:pt x="1452136" y="148299"/>
                  <a:pt x="1453918" y="149918"/>
                </a:cubicBezTo>
                <a:cubicBezTo>
                  <a:pt x="1455700" y="151539"/>
                  <a:pt x="1456591" y="153657"/>
                  <a:pt x="1456591" y="156272"/>
                </a:cubicBezTo>
                <a:cubicBezTo>
                  <a:pt x="1456591" y="158830"/>
                  <a:pt x="1455714" y="160919"/>
                  <a:pt x="1453961" y="162539"/>
                </a:cubicBezTo>
                <a:cubicBezTo>
                  <a:pt x="1452207" y="164160"/>
                  <a:pt x="1449237" y="164970"/>
                  <a:pt x="1445050" y="164970"/>
                </a:cubicBezTo>
                <a:close/>
                <a:moveTo>
                  <a:pt x="1483306" y="69756"/>
                </a:moveTo>
                <a:lnTo>
                  <a:pt x="1483306" y="95214"/>
                </a:lnTo>
                <a:lnTo>
                  <a:pt x="1527688" y="95214"/>
                </a:lnTo>
                <a:lnTo>
                  <a:pt x="1527688" y="85710"/>
                </a:lnTo>
                <a:cubicBezTo>
                  <a:pt x="1527688" y="81354"/>
                  <a:pt x="1528494" y="78285"/>
                  <a:pt x="1530107" y="76502"/>
                </a:cubicBezTo>
                <a:cubicBezTo>
                  <a:pt x="1531719" y="74720"/>
                  <a:pt x="1533826" y="73829"/>
                  <a:pt x="1536429" y="73829"/>
                </a:cubicBezTo>
                <a:cubicBezTo>
                  <a:pt x="1538975" y="73829"/>
                  <a:pt x="1541054" y="74720"/>
                  <a:pt x="1542666" y="76502"/>
                </a:cubicBezTo>
                <a:cubicBezTo>
                  <a:pt x="1544278" y="78285"/>
                  <a:pt x="1545085" y="81354"/>
                  <a:pt x="1545085" y="85710"/>
                </a:cubicBezTo>
                <a:lnTo>
                  <a:pt x="1545085" y="112696"/>
                </a:lnTo>
                <a:lnTo>
                  <a:pt x="1463193" y="112696"/>
                </a:lnTo>
                <a:cubicBezTo>
                  <a:pt x="1459007" y="112696"/>
                  <a:pt x="1456023" y="111876"/>
                  <a:pt x="1454241" y="110235"/>
                </a:cubicBezTo>
                <a:cubicBezTo>
                  <a:pt x="1452459" y="108594"/>
                  <a:pt x="1451567" y="106473"/>
                  <a:pt x="1451567" y="103870"/>
                </a:cubicBezTo>
                <a:cubicBezTo>
                  <a:pt x="1451567" y="101268"/>
                  <a:pt x="1452473" y="99175"/>
                  <a:pt x="1454283" y="97591"/>
                </a:cubicBezTo>
                <a:cubicBezTo>
                  <a:pt x="1456093" y="96006"/>
                  <a:pt x="1459064" y="95214"/>
                  <a:pt x="1463193" y="95214"/>
                </a:cubicBezTo>
                <a:lnTo>
                  <a:pt x="1465909" y="95214"/>
                </a:lnTo>
                <a:lnTo>
                  <a:pt x="1465909" y="27156"/>
                </a:lnTo>
                <a:lnTo>
                  <a:pt x="1463193" y="27156"/>
                </a:lnTo>
                <a:cubicBezTo>
                  <a:pt x="1459007" y="27156"/>
                  <a:pt x="1456023" y="26349"/>
                  <a:pt x="1454241" y="24737"/>
                </a:cubicBezTo>
                <a:cubicBezTo>
                  <a:pt x="1452459" y="23125"/>
                  <a:pt x="1451567" y="21017"/>
                  <a:pt x="1451567" y="18415"/>
                </a:cubicBezTo>
                <a:cubicBezTo>
                  <a:pt x="1451567" y="15812"/>
                  <a:pt x="1452459" y="13705"/>
                  <a:pt x="1454241" y="12093"/>
                </a:cubicBezTo>
                <a:cubicBezTo>
                  <a:pt x="1456023" y="10480"/>
                  <a:pt x="1459007" y="9674"/>
                  <a:pt x="1463193" y="9674"/>
                </a:cubicBezTo>
                <a:lnTo>
                  <a:pt x="1541266" y="9759"/>
                </a:lnTo>
                <a:lnTo>
                  <a:pt x="1541266" y="36321"/>
                </a:lnTo>
                <a:cubicBezTo>
                  <a:pt x="1541266" y="40677"/>
                  <a:pt x="1540474" y="43746"/>
                  <a:pt x="1538890" y="45528"/>
                </a:cubicBezTo>
                <a:cubicBezTo>
                  <a:pt x="1537306" y="47310"/>
                  <a:pt x="1535212" y="48201"/>
                  <a:pt x="1532610" y="48201"/>
                </a:cubicBezTo>
                <a:cubicBezTo>
                  <a:pt x="1530008" y="48201"/>
                  <a:pt x="1527900" y="47310"/>
                  <a:pt x="1526288" y="45528"/>
                </a:cubicBezTo>
                <a:cubicBezTo>
                  <a:pt x="1524676" y="43746"/>
                  <a:pt x="1523869" y="40677"/>
                  <a:pt x="1523869" y="36321"/>
                </a:cubicBezTo>
                <a:lnTo>
                  <a:pt x="1523869" y="27156"/>
                </a:lnTo>
                <a:lnTo>
                  <a:pt x="1483306" y="27156"/>
                </a:lnTo>
                <a:lnTo>
                  <a:pt x="1483306" y="52275"/>
                </a:lnTo>
                <a:lnTo>
                  <a:pt x="1498581" y="52275"/>
                </a:lnTo>
                <a:cubicBezTo>
                  <a:pt x="1498581" y="47918"/>
                  <a:pt x="1499005" y="45171"/>
                  <a:pt x="1499854" y="44032"/>
                </a:cubicBezTo>
                <a:cubicBezTo>
                  <a:pt x="1501607" y="41607"/>
                  <a:pt x="1504097" y="40394"/>
                  <a:pt x="1507321" y="40394"/>
                </a:cubicBezTo>
                <a:cubicBezTo>
                  <a:pt x="1509867" y="40394"/>
                  <a:pt x="1511946" y="41285"/>
                  <a:pt x="1513559" y="43067"/>
                </a:cubicBezTo>
                <a:cubicBezTo>
                  <a:pt x="1515171" y="44849"/>
                  <a:pt x="1515977" y="47918"/>
                  <a:pt x="1515977" y="52275"/>
                </a:cubicBezTo>
                <a:lnTo>
                  <a:pt x="1515977" y="69756"/>
                </a:lnTo>
                <a:cubicBezTo>
                  <a:pt x="1515977" y="74112"/>
                  <a:pt x="1515525" y="76876"/>
                  <a:pt x="1514619" y="78046"/>
                </a:cubicBezTo>
                <a:cubicBezTo>
                  <a:pt x="1512809" y="80440"/>
                  <a:pt x="1510376" y="81637"/>
                  <a:pt x="1507321" y="81637"/>
                </a:cubicBezTo>
                <a:cubicBezTo>
                  <a:pt x="1504097" y="81637"/>
                  <a:pt x="1501607" y="80424"/>
                  <a:pt x="1499854" y="77998"/>
                </a:cubicBezTo>
                <a:cubicBezTo>
                  <a:pt x="1499005" y="76860"/>
                  <a:pt x="1498581" y="74112"/>
                  <a:pt x="1498581" y="69756"/>
                </a:cubicBezTo>
                <a:lnTo>
                  <a:pt x="1483306" y="69756"/>
                </a:lnTo>
                <a:close/>
                <a:moveTo>
                  <a:pt x="1583679" y="42685"/>
                </a:moveTo>
                <a:lnTo>
                  <a:pt x="1583679" y="95214"/>
                </a:lnTo>
                <a:lnTo>
                  <a:pt x="1589959" y="95214"/>
                </a:lnTo>
                <a:cubicBezTo>
                  <a:pt x="1594146" y="95214"/>
                  <a:pt x="1597130" y="96021"/>
                  <a:pt x="1598912" y="97633"/>
                </a:cubicBezTo>
                <a:cubicBezTo>
                  <a:pt x="1600694" y="99245"/>
                  <a:pt x="1601585" y="101353"/>
                  <a:pt x="1601585" y="103955"/>
                </a:cubicBezTo>
                <a:cubicBezTo>
                  <a:pt x="1601585" y="106558"/>
                  <a:pt x="1600694" y="108665"/>
                  <a:pt x="1598912" y="110277"/>
                </a:cubicBezTo>
                <a:cubicBezTo>
                  <a:pt x="1597130" y="111890"/>
                  <a:pt x="1594146" y="112696"/>
                  <a:pt x="1589959" y="112696"/>
                </a:cubicBezTo>
                <a:lnTo>
                  <a:pt x="1567131" y="112696"/>
                </a:lnTo>
                <a:cubicBezTo>
                  <a:pt x="1562945" y="112696"/>
                  <a:pt x="1559961" y="111876"/>
                  <a:pt x="1558178" y="110235"/>
                </a:cubicBezTo>
                <a:cubicBezTo>
                  <a:pt x="1556396" y="108594"/>
                  <a:pt x="1555505" y="106473"/>
                  <a:pt x="1555505" y="103870"/>
                </a:cubicBezTo>
                <a:cubicBezTo>
                  <a:pt x="1555505" y="101268"/>
                  <a:pt x="1556382" y="99175"/>
                  <a:pt x="1558136" y="97591"/>
                </a:cubicBezTo>
                <a:cubicBezTo>
                  <a:pt x="1559890" y="96006"/>
                  <a:pt x="1562605" y="95214"/>
                  <a:pt x="1566283" y="95214"/>
                </a:cubicBezTo>
                <a:lnTo>
                  <a:pt x="1566283" y="27156"/>
                </a:lnTo>
                <a:lnTo>
                  <a:pt x="1563567" y="27156"/>
                </a:lnTo>
                <a:cubicBezTo>
                  <a:pt x="1559381" y="27156"/>
                  <a:pt x="1556396" y="26349"/>
                  <a:pt x="1554614" y="24737"/>
                </a:cubicBezTo>
                <a:cubicBezTo>
                  <a:pt x="1552832" y="23125"/>
                  <a:pt x="1551941" y="21017"/>
                  <a:pt x="1551941" y="18415"/>
                </a:cubicBezTo>
                <a:cubicBezTo>
                  <a:pt x="1551941" y="15812"/>
                  <a:pt x="1552832" y="13705"/>
                  <a:pt x="1554614" y="12093"/>
                </a:cubicBezTo>
                <a:cubicBezTo>
                  <a:pt x="1556396" y="10480"/>
                  <a:pt x="1559381" y="9674"/>
                  <a:pt x="1563567" y="9674"/>
                </a:cubicBezTo>
                <a:lnTo>
                  <a:pt x="1583679" y="9844"/>
                </a:lnTo>
                <a:lnTo>
                  <a:pt x="1628147" y="79600"/>
                </a:lnTo>
                <a:lnTo>
                  <a:pt x="1628147" y="27156"/>
                </a:lnTo>
                <a:lnTo>
                  <a:pt x="1621867" y="27156"/>
                </a:lnTo>
                <a:cubicBezTo>
                  <a:pt x="1617680" y="27156"/>
                  <a:pt x="1614696" y="26349"/>
                  <a:pt x="1612914" y="24737"/>
                </a:cubicBezTo>
                <a:cubicBezTo>
                  <a:pt x="1611132" y="23125"/>
                  <a:pt x="1610241" y="21017"/>
                  <a:pt x="1610241" y="18415"/>
                </a:cubicBezTo>
                <a:cubicBezTo>
                  <a:pt x="1610241" y="15812"/>
                  <a:pt x="1611132" y="13705"/>
                  <a:pt x="1612914" y="12093"/>
                </a:cubicBezTo>
                <a:cubicBezTo>
                  <a:pt x="1614696" y="10480"/>
                  <a:pt x="1617680" y="9674"/>
                  <a:pt x="1621867" y="9674"/>
                </a:cubicBezTo>
                <a:lnTo>
                  <a:pt x="1644695" y="9844"/>
                </a:lnTo>
                <a:cubicBezTo>
                  <a:pt x="1648881" y="9844"/>
                  <a:pt x="1651865" y="10636"/>
                  <a:pt x="1653647" y="12220"/>
                </a:cubicBezTo>
                <a:cubicBezTo>
                  <a:pt x="1655430" y="13804"/>
                  <a:pt x="1656321" y="15897"/>
                  <a:pt x="1656321" y="18500"/>
                </a:cubicBezTo>
                <a:cubicBezTo>
                  <a:pt x="1656321" y="21102"/>
                  <a:pt x="1655444" y="23224"/>
                  <a:pt x="1653690" y="24864"/>
                </a:cubicBezTo>
                <a:cubicBezTo>
                  <a:pt x="1651936" y="26505"/>
                  <a:pt x="1649249" y="27325"/>
                  <a:pt x="1645628" y="27325"/>
                </a:cubicBezTo>
                <a:lnTo>
                  <a:pt x="1645628" y="112696"/>
                </a:lnTo>
                <a:lnTo>
                  <a:pt x="1628401" y="112696"/>
                </a:lnTo>
                <a:lnTo>
                  <a:pt x="1583679" y="42685"/>
                </a:lnTo>
                <a:close/>
                <a:moveTo>
                  <a:pt x="1737007" y="14257"/>
                </a:moveTo>
                <a:cubicBezTo>
                  <a:pt x="1738082" y="12786"/>
                  <a:pt x="1739256" y="11683"/>
                  <a:pt x="1740529" y="10947"/>
                </a:cubicBezTo>
                <a:cubicBezTo>
                  <a:pt x="1741801" y="10212"/>
                  <a:pt x="1743173" y="9844"/>
                  <a:pt x="1744644" y="9844"/>
                </a:cubicBezTo>
                <a:cubicBezTo>
                  <a:pt x="1747190" y="9844"/>
                  <a:pt x="1749269" y="10723"/>
                  <a:pt x="1750882" y="12480"/>
                </a:cubicBezTo>
                <a:cubicBezTo>
                  <a:pt x="1752494" y="14237"/>
                  <a:pt x="1753300" y="17214"/>
                  <a:pt x="1753300" y="21412"/>
                </a:cubicBezTo>
                <a:lnTo>
                  <a:pt x="1753300" y="36209"/>
                </a:lnTo>
                <a:cubicBezTo>
                  <a:pt x="1753300" y="40405"/>
                  <a:pt x="1752494" y="43396"/>
                  <a:pt x="1750882" y="45183"/>
                </a:cubicBezTo>
                <a:cubicBezTo>
                  <a:pt x="1749269" y="46969"/>
                  <a:pt x="1747190" y="47862"/>
                  <a:pt x="1744644" y="47862"/>
                </a:cubicBezTo>
                <a:cubicBezTo>
                  <a:pt x="1742325" y="47862"/>
                  <a:pt x="1740458" y="47209"/>
                  <a:pt x="1739043" y="45902"/>
                </a:cubicBezTo>
                <a:cubicBezTo>
                  <a:pt x="1737629" y="44597"/>
                  <a:pt x="1736582" y="42156"/>
                  <a:pt x="1735904" y="38577"/>
                </a:cubicBezTo>
                <a:cubicBezTo>
                  <a:pt x="1735508" y="36192"/>
                  <a:pt x="1734716" y="34348"/>
                  <a:pt x="1733527" y="33043"/>
                </a:cubicBezTo>
                <a:cubicBezTo>
                  <a:pt x="1731208" y="30486"/>
                  <a:pt x="1727969" y="28442"/>
                  <a:pt x="1723811" y="26909"/>
                </a:cubicBezTo>
                <a:cubicBezTo>
                  <a:pt x="1719653" y="25376"/>
                  <a:pt x="1715480" y="24610"/>
                  <a:pt x="1711294" y="24610"/>
                </a:cubicBezTo>
                <a:cubicBezTo>
                  <a:pt x="1706089" y="24610"/>
                  <a:pt x="1701308" y="25743"/>
                  <a:pt x="1696952" y="28010"/>
                </a:cubicBezTo>
                <a:cubicBezTo>
                  <a:pt x="1692596" y="30274"/>
                  <a:pt x="1688749" y="33956"/>
                  <a:pt x="1685411" y="39055"/>
                </a:cubicBezTo>
                <a:cubicBezTo>
                  <a:pt x="1682073" y="44152"/>
                  <a:pt x="1680404" y="50211"/>
                  <a:pt x="1680404" y="57234"/>
                </a:cubicBezTo>
                <a:lnTo>
                  <a:pt x="1680404" y="68533"/>
                </a:lnTo>
                <a:cubicBezTo>
                  <a:pt x="1680404" y="76917"/>
                  <a:pt x="1683445" y="83913"/>
                  <a:pt x="1689527" y="89521"/>
                </a:cubicBezTo>
                <a:cubicBezTo>
                  <a:pt x="1695609" y="95127"/>
                  <a:pt x="1704052" y="97930"/>
                  <a:pt x="1714858" y="97930"/>
                </a:cubicBezTo>
                <a:cubicBezTo>
                  <a:pt x="1721307" y="97930"/>
                  <a:pt x="1726767" y="97058"/>
                  <a:pt x="1731236" y="95315"/>
                </a:cubicBezTo>
                <a:cubicBezTo>
                  <a:pt x="1733839" y="94304"/>
                  <a:pt x="1736611" y="92309"/>
                  <a:pt x="1739553" y="89330"/>
                </a:cubicBezTo>
                <a:cubicBezTo>
                  <a:pt x="1741363" y="87532"/>
                  <a:pt x="1742777" y="86366"/>
                  <a:pt x="1743796" y="85832"/>
                </a:cubicBezTo>
                <a:cubicBezTo>
                  <a:pt x="1744814" y="85298"/>
                  <a:pt x="1745974" y="85031"/>
                  <a:pt x="1747275" y="85031"/>
                </a:cubicBezTo>
                <a:cubicBezTo>
                  <a:pt x="1749595" y="85031"/>
                  <a:pt x="1751631" y="85908"/>
                  <a:pt x="1753385" y="87662"/>
                </a:cubicBezTo>
                <a:cubicBezTo>
                  <a:pt x="1755139" y="89416"/>
                  <a:pt x="1756016" y="91481"/>
                  <a:pt x="1756016" y="93857"/>
                </a:cubicBezTo>
                <a:cubicBezTo>
                  <a:pt x="1756016" y="96233"/>
                  <a:pt x="1754828" y="98779"/>
                  <a:pt x="1752452" y="101494"/>
                </a:cubicBezTo>
                <a:cubicBezTo>
                  <a:pt x="1749000" y="105454"/>
                  <a:pt x="1744559" y="108566"/>
                  <a:pt x="1739128" y="110829"/>
                </a:cubicBezTo>
                <a:cubicBezTo>
                  <a:pt x="1731830" y="113884"/>
                  <a:pt x="1723768" y="115411"/>
                  <a:pt x="1714943" y="115411"/>
                </a:cubicBezTo>
                <a:cubicBezTo>
                  <a:pt x="1704646" y="115411"/>
                  <a:pt x="1695368" y="113285"/>
                  <a:pt x="1687108" y="109031"/>
                </a:cubicBezTo>
                <a:cubicBezTo>
                  <a:pt x="1680433" y="105629"/>
                  <a:pt x="1674747" y="100257"/>
                  <a:pt x="1670051" y="92913"/>
                </a:cubicBezTo>
                <a:cubicBezTo>
                  <a:pt x="1665356" y="85568"/>
                  <a:pt x="1663008" y="77559"/>
                  <a:pt x="1663008" y="68884"/>
                </a:cubicBezTo>
                <a:lnTo>
                  <a:pt x="1663008" y="57059"/>
                </a:lnTo>
                <a:cubicBezTo>
                  <a:pt x="1663008" y="47986"/>
                  <a:pt x="1665115" y="39522"/>
                  <a:pt x="1669330" y="31669"/>
                </a:cubicBezTo>
                <a:cubicBezTo>
                  <a:pt x="1673545" y="23814"/>
                  <a:pt x="1679386" y="17761"/>
                  <a:pt x="1686854" y="13509"/>
                </a:cubicBezTo>
                <a:cubicBezTo>
                  <a:pt x="1694322" y="9255"/>
                  <a:pt x="1702242" y="7128"/>
                  <a:pt x="1710615" y="7128"/>
                </a:cubicBezTo>
                <a:cubicBezTo>
                  <a:pt x="1715650" y="7128"/>
                  <a:pt x="1720360" y="7715"/>
                  <a:pt x="1724744" y="8889"/>
                </a:cubicBezTo>
                <a:cubicBezTo>
                  <a:pt x="1729129" y="10063"/>
                  <a:pt x="1733216" y="11852"/>
                  <a:pt x="1737007" y="14257"/>
                </a:cubicBezTo>
                <a:close/>
                <a:moveTo>
                  <a:pt x="1931220" y="19942"/>
                </a:moveTo>
                <a:lnTo>
                  <a:pt x="1926383" y="72387"/>
                </a:lnTo>
                <a:cubicBezTo>
                  <a:pt x="1926157" y="75102"/>
                  <a:pt x="1925252" y="77210"/>
                  <a:pt x="1923667" y="78709"/>
                </a:cubicBezTo>
                <a:cubicBezTo>
                  <a:pt x="1922083" y="80208"/>
                  <a:pt x="1920103" y="80958"/>
                  <a:pt x="1917727" y="80958"/>
                </a:cubicBezTo>
                <a:cubicBezTo>
                  <a:pt x="1915351" y="80958"/>
                  <a:pt x="1913371" y="80208"/>
                  <a:pt x="1911787" y="78709"/>
                </a:cubicBezTo>
                <a:cubicBezTo>
                  <a:pt x="1910203" y="77210"/>
                  <a:pt x="1909298" y="75102"/>
                  <a:pt x="1909071" y="72387"/>
                </a:cubicBezTo>
                <a:lnTo>
                  <a:pt x="1904149" y="19942"/>
                </a:lnTo>
                <a:cubicBezTo>
                  <a:pt x="1903923" y="17283"/>
                  <a:pt x="1903810" y="15530"/>
                  <a:pt x="1903810" y="14681"/>
                </a:cubicBezTo>
                <a:cubicBezTo>
                  <a:pt x="1903810" y="10268"/>
                  <a:pt x="1905139" y="6718"/>
                  <a:pt x="1907798" y="4031"/>
                </a:cubicBezTo>
                <a:cubicBezTo>
                  <a:pt x="1910457" y="1344"/>
                  <a:pt x="1913767" y="0"/>
                  <a:pt x="1917727" y="0"/>
                </a:cubicBezTo>
                <a:cubicBezTo>
                  <a:pt x="1921631" y="0"/>
                  <a:pt x="1924926" y="1358"/>
                  <a:pt x="1927614" y="4073"/>
                </a:cubicBezTo>
                <a:cubicBezTo>
                  <a:pt x="1930301" y="6789"/>
                  <a:pt x="1931644" y="10212"/>
                  <a:pt x="1931644" y="14342"/>
                </a:cubicBezTo>
                <a:cubicBezTo>
                  <a:pt x="1931644" y="15190"/>
                  <a:pt x="1931503" y="17057"/>
                  <a:pt x="1931220" y="19942"/>
                </a:cubicBezTo>
                <a:moveTo>
                  <a:pt x="1928420" y="106459"/>
                </a:moveTo>
                <a:cubicBezTo>
                  <a:pt x="1928420" y="108960"/>
                  <a:pt x="1927486" y="111077"/>
                  <a:pt x="1925619" y="112810"/>
                </a:cubicBezTo>
                <a:cubicBezTo>
                  <a:pt x="1923752" y="114544"/>
                  <a:pt x="1921178" y="115411"/>
                  <a:pt x="1917897" y="115411"/>
                </a:cubicBezTo>
                <a:cubicBezTo>
                  <a:pt x="1914616" y="115411"/>
                  <a:pt x="1912041" y="114544"/>
                  <a:pt x="1910175" y="112810"/>
                </a:cubicBezTo>
                <a:cubicBezTo>
                  <a:pt x="1908308" y="111077"/>
                  <a:pt x="1907374" y="108960"/>
                  <a:pt x="1907374" y="106459"/>
                </a:cubicBezTo>
                <a:cubicBezTo>
                  <a:pt x="1907374" y="104013"/>
                  <a:pt x="1908293" y="101925"/>
                  <a:pt x="1910132" y="100192"/>
                </a:cubicBezTo>
                <a:cubicBezTo>
                  <a:pt x="1911971" y="98458"/>
                  <a:pt x="1914559" y="97591"/>
                  <a:pt x="1917897" y="97591"/>
                </a:cubicBezTo>
                <a:cubicBezTo>
                  <a:pt x="1921235" y="97591"/>
                  <a:pt x="1923823" y="98444"/>
                  <a:pt x="1925662" y="100150"/>
                </a:cubicBezTo>
                <a:cubicBezTo>
                  <a:pt x="1927500" y="101854"/>
                  <a:pt x="1928420" y="103957"/>
                  <a:pt x="1928420" y="106459"/>
                </a:cubicBezTo>
                <a:close/>
                <a:moveTo>
                  <a:pt x="2059853" y="55330"/>
                </a:moveTo>
                <a:lnTo>
                  <a:pt x="1985514" y="55330"/>
                </a:lnTo>
                <a:cubicBezTo>
                  <a:pt x="1981328" y="55330"/>
                  <a:pt x="1978343" y="54520"/>
                  <a:pt x="1976561" y="52900"/>
                </a:cubicBezTo>
                <a:cubicBezTo>
                  <a:pt x="1974779" y="51279"/>
                  <a:pt x="1973888" y="49161"/>
                  <a:pt x="1973888" y="46546"/>
                </a:cubicBezTo>
                <a:cubicBezTo>
                  <a:pt x="1973888" y="43988"/>
                  <a:pt x="1974779" y="41899"/>
                  <a:pt x="1976561" y="40280"/>
                </a:cubicBezTo>
                <a:cubicBezTo>
                  <a:pt x="1978343" y="38659"/>
                  <a:pt x="1981328" y="37848"/>
                  <a:pt x="1985514" y="37848"/>
                </a:cubicBezTo>
                <a:lnTo>
                  <a:pt x="2059853" y="37848"/>
                </a:lnTo>
                <a:cubicBezTo>
                  <a:pt x="2064039" y="37848"/>
                  <a:pt x="2067023" y="38659"/>
                  <a:pt x="2068806" y="40280"/>
                </a:cubicBezTo>
                <a:cubicBezTo>
                  <a:pt x="2070588" y="41899"/>
                  <a:pt x="2071479" y="44017"/>
                  <a:pt x="2071479" y="46631"/>
                </a:cubicBezTo>
                <a:cubicBezTo>
                  <a:pt x="2071479" y="49190"/>
                  <a:pt x="2070588" y="51279"/>
                  <a:pt x="2068806" y="52900"/>
                </a:cubicBezTo>
                <a:cubicBezTo>
                  <a:pt x="2067023" y="54520"/>
                  <a:pt x="2064039" y="55330"/>
                  <a:pt x="2059853" y="55330"/>
                </a:cubicBezTo>
                <a:moveTo>
                  <a:pt x="2059853" y="88256"/>
                </a:moveTo>
                <a:lnTo>
                  <a:pt x="1985514" y="88256"/>
                </a:lnTo>
                <a:cubicBezTo>
                  <a:pt x="1981328" y="88256"/>
                  <a:pt x="1978343" y="87460"/>
                  <a:pt x="1976561" y="85869"/>
                </a:cubicBezTo>
                <a:cubicBezTo>
                  <a:pt x="1974779" y="84276"/>
                  <a:pt x="1973888" y="82172"/>
                  <a:pt x="1973888" y="79557"/>
                </a:cubicBezTo>
                <a:cubicBezTo>
                  <a:pt x="1973888" y="76943"/>
                  <a:pt x="1974779" y="74826"/>
                  <a:pt x="1976561" y="73206"/>
                </a:cubicBezTo>
                <a:cubicBezTo>
                  <a:pt x="1978343" y="71585"/>
                  <a:pt x="1981328" y="70774"/>
                  <a:pt x="1985514" y="70774"/>
                </a:cubicBezTo>
                <a:lnTo>
                  <a:pt x="2059853" y="70774"/>
                </a:lnTo>
                <a:cubicBezTo>
                  <a:pt x="2064039" y="70774"/>
                  <a:pt x="2067023" y="71585"/>
                  <a:pt x="2068806" y="73206"/>
                </a:cubicBezTo>
                <a:cubicBezTo>
                  <a:pt x="2070588" y="74826"/>
                  <a:pt x="2071479" y="76943"/>
                  <a:pt x="2071479" y="79557"/>
                </a:cubicBezTo>
                <a:cubicBezTo>
                  <a:pt x="2071479" y="82172"/>
                  <a:pt x="2070588" y="84276"/>
                  <a:pt x="2068806" y="85869"/>
                </a:cubicBezTo>
                <a:cubicBezTo>
                  <a:pt x="2067023" y="87460"/>
                  <a:pt x="2064039" y="88256"/>
                  <a:pt x="2059853" y="88256"/>
                </a:cubicBezTo>
                <a:close/>
                <a:moveTo>
                  <a:pt x="2239979" y="0"/>
                </a:moveTo>
                <a:lnTo>
                  <a:pt x="2239979" y="95214"/>
                </a:lnTo>
                <a:lnTo>
                  <a:pt x="2257545" y="95214"/>
                </a:lnTo>
                <a:cubicBezTo>
                  <a:pt x="2261732" y="95214"/>
                  <a:pt x="2264716" y="96021"/>
                  <a:pt x="2266498" y="97633"/>
                </a:cubicBezTo>
                <a:cubicBezTo>
                  <a:pt x="2268280" y="99245"/>
                  <a:pt x="2269171" y="101353"/>
                  <a:pt x="2269171" y="103955"/>
                </a:cubicBezTo>
                <a:cubicBezTo>
                  <a:pt x="2269171" y="106558"/>
                  <a:pt x="2268280" y="108665"/>
                  <a:pt x="2266498" y="110277"/>
                </a:cubicBezTo>
                <a:cubicBezTo>
                  <a:pt x="2264716" y="111890"/>
                  <a:pt x="2261732" y="112696"/>
                  <a:pt x="2257545" y="112696"/>
                </a:cubicBezTo>
                <a:lnTo>
                  <a:pt x="2205016" y="112696"/>
                </a:lnTo>
                <a:cubicBezTo>
                  <a:pt x="2200829" y="112696"/>
                  <a:pt x="2197845" y="111876"/>
                  <a:pt x="2196063" y="110235"/>
                </a:cubicBezTo>
                <a:cubicBezTo>
                  <a:pt x="2194281" y="108594"/>
                  <a:pt x="2193390" y="106473"/>
                  <a:pt x="2193390" y="103870"/>
                </a:cubicBezTo>
                <a:cubicBezTo>
                  <a:pt x="2193390" y="101268"/>
                  <a:pt x="2194281" y="99175"/>
                  <a:pt x="2196063" y="97591"/>
                </a:cubicBezTo>
                <a:cubicBezTo>
                  <a:pt x="2197845" y="96006"/>
                  <a:pt x="2200829" y="95214"/>
                  <a:pt x="2205016" y="95214"/>
                </a:cubicBezTo>
                <a:lnTo>
                  <a:pt x="2222582" y="95214"/>
                </a:lnTo>
                <a:lnTo>
                  <a:pt x="2222582" y="22727"/>
                </a:lnTo>
                <a:lnTo>
                  <a:pt x="2207053" y="26814"/>
                </a:lnTo>
                <a:cubicBezTo>
                  <a:pt x="2204563" y="27494"/>
                  <a:pt x="2202696" y="27835"/>
                  <a:pt x="2201452" y="27835"/>
                </a:cubicBezTo>
                <a:cubicBezTo>
                  <a:pt x="2199245" y="27835"/>
                  <a:pt x="2197336" y="26955"/>
                  <a:pt x="2195724" y="25196"/>
                </a:cubicBezTo>
                <a:cubicBezTo>
                  <a:pt x="2194111" y="23437"/>
                  <a:pt x="2193305" y="21281"/>
                  <a:pt x="2193305" y="18728"/>
                </a:cubicBezTo>
                <a:cubicBezTo>
                  <a:pt x="2193305" y="16401"/>
                  <a:pt x="2193899" y="14571"/>
                  <a:pt x="2195087" y="13238"/>
                </a:cubicBezTo>
                <a:cubicBezTo>
                  <a:pt x="2196275" y="11904"/>
                  <a:pt x="2198764" y="10725"/>
                  <a:pt x="2202555" y="9703"/>
                </a:cubicBezTo>
                <a:lnTo>
                  <a:pt x="2239979" y="0"/>
                </a:lnTo>
                <a:close/>
                <a:moveTo>
                  <a:pt x="2342813" y="70392"/>
                </a:moveTo>
                <a:cubicBezTo>
                  <a:pt x="2342813" y="80298"/>
                  <a:pt x="2341173" y="90346"/>
                  <a:pt x="2337891" y="100537"/>
                </a:cubicBezTo>
                <a:cubicBezTo>
                  <a:pt x="2335459" y="108010"/>
                  <a:pt x="2331697" y="116303"/>
                  <a:pt x="2326605" y="125417"/>
                </a:cubicBezTo>
                <a:cubicBezTo>
                  <a:pt x="2322928" y="131983"/>
                  <a:pt x="2320212" y="136030"/>
                  <a:pt x="2318458" y="137558"/>
                </a:cubicBezTo>
                <a:cubicBezTo>
                  <a:pt x="2316704" y="139087"/>
                  <a:pt x="2314753" y="139851"/>
                  <a:pt x="2312603" y="139851"/>
                </a:cubicBezTo>
                <a:cubicBezTo>
                  <a:pt x="2310114" y="139851"/>
                  <a:pt x="2308020" y="139002"/>
                  <a:pt x="2306323" y="137303"/>
                </a:cubicBezTo>
                <a:cubicBezTo>
                  <a:pt x="2304626" y="135606"/>
                  <a:pt x="2303777" y="133568"/>
                  <a:pt x="2303777" y="131190"/>
                </a:cubicBezTo>
                <a:cubicBezTo>
                  <a:pt x="2303777" y="129491"/>
                  <a:pt x="2304456" y="127539"/>
                  <a:pt x="2305814" y="125332"/>
                </a:cubicBezTo>
                <a:cubicBezTo>
                  <a:pt x="2311924" y="115312"/>
                  <a:pt x="2316379" y="105914"/>
                  <a:pt x="2319180" y="97140"/>
                </a:cubicBezTo>
                <a:cubicBezTo>
                  <a:pt x="2321980" y="88365"/>
                  <a:pt x="2323380" y="79450"/>
                  <a:pt x="2323380" y="70392"/>
                </a:cubicBezTo>
                <a:cubicBezTo>
                  <a:pt x="2323380" y="61392"/>
                  <a:pt x="2321980" y="52504"/>
                  <a:pt x="2319180" y="43730"/>
                </a:cubicBezTo>
                <a:cubicBezTo>
                  <a:pt x="2316379" y="34956"/>
                  <a:pt x="2311924" y="25558"/>
                  <a:pt x="2305814" y="15538"/>
                </a:cubicBezTo>
                <a:cubicBezTo>
                  <a:pt x="2304456" y="13275"/>
                  <a:pt x="2303777" y="11322"/>
                  <a:pt x="2303777" y="9679"/>
                </a:cubicBezTo>
                <a:cubicBezTo>
                  <a:pt x="2303777" y="7302"/>
                  <a:pt x="2304626" y="5264"/>
                  <a:pt x="2306323" y="3567"/>
                </a:cubicBezTo>
                <a:cubicBezTo>
                  <a:pt x="2308020" y="1868"/>
                  <a:pt x="2310114" y="1018"/>
                  <a:pt x="2312603" y="1018"/>
                </a:cubicBezTo>
                <a:cubicBezTo>
                  <a:pt x="2314696" y="1018"/>
                  <a:pt x="2316535" y="1697"/>
                  <a:pt x="2318119" y="3055"/>
                </a:cubicBezTo>
                <a:cubicBezTo>
                  <a:pt x="2320382" y="4980"/>
                  <a:pt x="2323380" y="9425"/>
                  <a:pt x="2327114" y="16389"/>
                </a:cubicBezTo>
                <a:cubicBezTo>
                  <a:pt x="2332489" y="26408"/>
                  <a:pt x="2336166" y="34644"/>
                  <a:pt x="2338146" y="41097"/>
                </a:cubicBezTo>
                <a:cubicBezTo>
                  <a:pt x="2341258" y="51117"/>
                  <a:pt x="2342813" y="60883"/>
                  <a:pt x="2342813" y="70392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11.">
            <a:extLst xmlns:a="http://schemas.openxmlformats.org/drawingml/2006/main">
              <a:ext uri="{FF2B5EF4-FFF2-40B4-BE49-F238E27FC236}">
                <a16:creationId xmlns:a16="http://schemas.microsoft.com/office/drawing/2014/main" id="{50CFCC50-75A8-40C2-8600-A0782DDE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976" y="2626757"/>
            <a:ext cx="259641" cy="115411"/>
          </a:xfrm>
          <a:custGeom xmlns:a="http://schemas.openxmlformats.org/drawingml/2006/main">
            <a:pathLst>
              <a:path w="259641" h="115411">
                <a:moveTo>
                  <a:pt x="46674" y="0"/>
                </a:moveTo>
                <a:lnTo>
                  <a:pt x="46674" y="95214"/>
                </a:lnTo>
                <a:lnTo>
                  <a:pt x="64240" y="95214"/>
                </a:lnTo>
                <a:cubicBezTo>
                  <a:pt x="68427" y="95214"/>
                  <a:pt x="71411" y="96021"/>
                  <a:pt x="73193" y="97633"/>
                </a:cubicBezTo>
                <a:cubicBezTo>
                  <a:pt x="74975" y="99245"/>
                  <a:pt x="75866" y="101353"/>
                  <a:pt x="75866" y="103955"/>
                </a:cubicBezTo>
                <a:cubicBezTo>
                  <a:pt x="75866" y="106558"/>
                  <a:pt x="74975" y="108665"/>
                  <a:pt x="73193" y="110277"/>
                </a:cubicBezTo>
                <a:cubicBezTo>
                  <a:pt x="71411" y="111890"/>
                  <a:pt x="68427" y="112696"/>
                  <a:pt x="64240" y="112696"/>
                </a:cubicBezTo>
                <a:lnTo>
                  <a:pt x="11711" y="112696"/>
                </a:lnTo>
                <a:cubicBezTo>
                  <a:pt x="7524" y="112696"/>
                  <a:pt x="4540" y="111876"/>
                  <a:pt x="2758" y="110235"/>
                </a:cubicBezTo>
                <a:cubicBezTo>
                  <a:pt x="976" y="108594"/>
                  <a:pt x="85" y="106473"/>
                  <a:pt x="85" y="103870"/>
                </a:cubicBezTo>
                <a:cubicBezTo>
                  <a:pt x="85" y="101268"/>
                  <a:pt x="976" y="99175"/>
                  <a:pt x="2758" y="97591"/>
                </a:cubicBezTo>
                <a:cubicBezTo>
                  <a:pt x="4540" y="96006"/>
                  <a:pt x="7524" y="95214"/>
                  <a:pt x="11711" y="95214"/>
                </a:cubicBezTo>
                <a:lnTo>
                  <a:pt x="29277" y="95214"/>
                </a:lnTo>
                <a:lnTo>
                  <a:pt x="29277" y="22727"/>
                </a:lnTo>
                <a:lnTo>
                  <a:pt x="13748" y="26814"/>
                </a:lnTo>
                <a:cubicBezTo>
                  <a:pt x="11258" y="27494"/>
                  <a:pt x="9391" y="27835"/>
                  <a:pt x="8147" y="27835"/>
                </a:cubicBezTo>
                <a:cubicBezTo>
                  <a:pt x="5940" y="27835"/>
                  <a:pt x="4031" y="26955"/>
                  <a:pt x="2419" y="25196"/>
                </a:cubicBezTo>
                <a:cubicBezTo>
                  <a:pt x="806" y="23437"/>
                  <a:pt x="0" y="21281"/>
                  <a:pt x="0" y="18728"/>
                </a:cubicBezTo>
                <a:cubicBezTo>
                  <a:pt x="0" y="16401"/>
                  <a:pt x="594" y="14571"/>
                  <a:pt x="1782" y="13238"/>
                </a:cubicBezTo>
                <a:cubicBezTo>
                  <a:pt x="2970" y="11904"/>
                  <a:pt x="5459" y="10725"/>
                  <a:pt x="9250" y="9703"/>
                </a:cubicBezTo>
                <a:lnTo>
                  <a:pt x="46674" y="0"/>
                </a:lnTo>
                <a:close/>
                <a:moveTo>
                  <a:pt x="150951" y="0"/>
                </a:moveTo>
                <a:lnTo>
                  <a:pt x="150951" y="95214"/>
                </a:lnTo>
                <a:lnTo>
                  <a:pt x="168517" y="95214"/>
                </a:lnTo>
                <a:cubicBezTo>
                  <a:pt x="172704" y="95214"/>
                  <a:pt x="175688" y="96021"/>
                  <a:pt x="177470" y="97633"/>
                </a:cubicBezTo>
                <a:cubicBezTo>
                  <a:pt x="179252" y="99245"/>
                  <a:pt x="180143" y="101353"/>
                  <a:pt x="180143" y="103955"/>
                </a:cubicBezTo>
                <a:cubicBezTo>
                  <a:pt x="180143" y="106558"/>
                  <a:pt x="179252" y="108665"/>
                  <a:pt x="177470" y="110277"/>
                </a:cubicBezTo>
                <a:cubicBezTo>
                  <a:pt x="175688" y="111890"/>
                  <a:pt x="172704" y="112696"/>
                  <a:pt x="168517" y="112696"/>
                </a:cubicBezTo>
                <a:lnTo>
                  <a:pt x="115988" y="112696"/>
                </a:lnTo>
                <a:cubicBezTo>
                  <a:pt x="111801" y="112696"/>
                  <a:pt x="108817" y="111876"/>
                  <a:pt x="107035" y="110235"/>
                </a:cubicBezTo>
                <a:cubicBezTo>
                  <a:pt x="105253" y="108594"/>
                  <a:pt x="104362" y="106473"/>
                  <a:pt x="104362" y="103870"/>
                </a:cubicBezTo>
                <a:cubicBezTo>
                  <a:pt x="104362" y="101268"/>
                  <a:pt x="105253" y="99175"/>
                  <a:pt x="107035" y="97591"/>
                </a:cubicBezTo>
                <a:cubicBezTo>
                  <a:pt x="108817" y="96006"/>
                  <a:pt x="111801" y="95214"/>
                  <a:pt x="115988" y="95214"/>
                </a:cubicBezTo>
                <a:lnTo>
                  <a:pt x="133554" y="95214"/>
                </a:lnTo>
                <a:lnTo>
                  <a:pt x="133554" y="22727"/>
                </a:lnTo>
                <a:lnTo>
                  <a:pt x="118025" y="26814"/>
                </a:lnTo>
                <a:cubicBezTo>
                  <a:pt x="115535" y="27494"/>
                  <a:pt x="113668" y="27835"/>
                  <a:pt x="112424" y="27835"/>
                </a:cubicBezTo>
                <a:cubicBezTo>
                  <a:pt x="110217" y="27835"/>
                  <a:pt x="108308" y="26955"/>
                  <a:pt x="106696" y="25196"/>
                </a:cubicBezTo>
                <a:cubicBezTo>
                  <a:pt x="105083" y="23437"/>
                  <a:pt x="104277" y="21281"/>
                  <a:pt x="104277" y="18728"/>
                </a:cubicBezTo>
                <a:cubicBezTo>
                  <a:pt x="104277" y="16401"/>
                  <a:pt x="104871" y="14571"/>
                  <a:pt x="106059" y="13238"/>
                </a:cubicBezTo>
                <a:cubicBezTo>
                  <a:pt x="107247" y="11904"/>
                  <a:pt x="109736" y="10725"/>
                  <a:pt x="113527" y="9703"/>
                </a:cubicBezTo>
                <a:lnTo>
                  <a:pt x="150951" y="0"/>
                </a:lnTo>
                <a:close/>
                <a:moveTo>
                  <a:pt x="259641" y="103870"/>
                </a:moveTo>
                <a:cubicBezTo>
                  <a:pt x="259641" y="107152"/>
                  <a:pt x="258481" y="109895"/>
                  <a:pt x="256162" y="112102"/>
                </a:cubicBezTo>
                <a:cubicBezTo>
                  <a:pt x="253842" y="114308"/>
                  <a:pt x="250646" y="115411"/>
                  <a:pt x="246573" y="115411"/>
                </a:cubicBezTo>
                <a:cubicBezTo>
                  <a:pt x="242499" y="115411"/>
                  <a:pt x="239303" y="114308"/>
                  <a:pt x="236983" y="112102"/>
                </a:cubicBezTo>
                <a:cubicBezTo>
                  <a:pt x="234664" y="109895"/>
                  <a:pt x="233504" y="107152"/>
                  <a:pt x="233504" y="103870"/>
                </a:cubicBezTo>
                <a:cubicBezTo>
                  <a:pt x="233504" y="100589"/>
                  <a:pt x="234664" y="97845"/>
                  <a:pt x="236983" y="95639"/>
                </a:cubicBezTo>
                <a:cubicBezTo>
                  <a:pt x="239303" y="93432"/>
                  <a:pt x="242499" y="92329"/>
                  <a:pt x="246573" y="92329"/>
                </a:cubicBezTo>
                <a:cubicBezTo>
                  <a:pt x="250646" y="92329"/>
                  <a:pt x="253842" y="93432"/>
                  <a:pt x="256162" y="95639"/>
                </a:cubicBezTo>
                <a:cubicBezTo>
                  <a:pt x="258481" y="97845"/>
                  <a:pt x="259641" y="100589"/>
                  <a:pt x="259641" y="1038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ghcb-&gt;gpa=rax-&gt;gpa">
            <a:extLst xmlns:a="http://schemas.openxmlformats.org/drawingml/2006/main">
              <a:ext uri="{FF2B5EF4-FFF2-40B4-BE49-F238E27FC236}">
                <a16:creationId xmlns:a16="http://schemas.microsoft.com/office/drawing/2014/main" id="{FB7082EC-7163-4B46-88BC-1B2924BF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454" y="2629303"/>
            <a:ext cx="2075467" cy="146471"/>
          </a:xfrm>
          <a:custGeom xmlns:a="http://schemas.openxmlformats.org/drawingml/2006/main">
            <a:pathLst>
              <a:path w="2075467" h="146471">
                <a:moveTo>
                  <a:pt x="723043" y="39399"/>
                </a:moveTo>
                <a:lnTo>
                  <a:pt x="722964" y="39118"/>
                </a:lnTo>
                <a:lnTo>
                  <a:pt x="722876" y="38841"/>
                </a:lnTo>
                <a:lnTo>
                  <a:pt x="722778" y="38570"/>
                </a:lnTo>
                <a:lnTo>
                  <a:pt x="722672" y="38304"/>
                </a:lnTo>
                <a:lnTo>
                  <a:pt x="722556" y="38043"/>
                </a:lnTo>
                <a:lnTo>
                  <a:pt x="722430" y="37788"/>
                </a:lnTo>
                <a:lnTo>
                  <a:pt x="722296" y="37537"/>
                </a:lnTo>
                <a:lnTo>
                  <a:pt x="722152" y="37292"/>
                </a:lnTo>
                <a:lnTo>
                  <a:pt x="721999" y="37052"/>
                </a:lnTo>
                <a:lnTo>
                  <a:pt x="721836" y="36817"/>
                </a:lnTo>
                <a:lnTo>
                  <a:pt x="721665" y="36587"/>
                </a:lnTo>
                <a:lnTo>
                  <a:pt x="721484" y="36362"/>
                </a:lnTo>
                <a:lnTo>
                  <a:pt x="721293" y="36142"/>
                </a:lnTo>
                <a:lnTo>
                  <a:pt x="721094" y="35928"/>
                </a:lnTo>
                <a:lnTo>
                  <a:pt x="720885" y="35719"/>
                </a:lnTo>
                <a:lnTo>
                  <a:pt x="720667" y="35514"/>
                </a:lnTo>
                <a:lnTo>
                  <a:pt x="720438" y="35317"/>
                </a:lnTo>
                <a:lnTo>
                  <a:pt x="720196" y="35128"/>
                </a:lnTo>
                <a:lnTo>
                  <a:pt x="719942" y="34948"/>
                </a:lnTo>
                <a:lnTo>
                  <a:pt x="719675" y="34775"/>
                </a:lnTo>
                <a:lnTo>
                  <a:pt x="719396" y="34612"/>
                </a:lnTo>
                <a:lnTo>
                  <a:pt x="719105" y="34456"/>
                </a:lnTo>
                <a:lnTo>
                  <a:pt x="718801" y="34309"/>
                </a:lnTo>
                <a:lnTo>
                  <a:pt x="718484" y="34171"/>
                </a:lnTo>
                <a:lnTo>
                  <a:pt x="718155" y="34041"/>
                </a:lnTo>
                <a:lnTo>
                  <a:pt x="717813" y="33919"/>
                </a:lnTo>
                <a:lnTo>
                  <a:pt x="717459" y="33806"/>
                </a:lnTo>
                <a:lnTo>
                  <a:pt x="717092" y="33701"/>
                </a:lnTo>
                <a:lnTo>
                  <a:pt x="716713" y="33604"/>
                </a:lnTo>
                <a:lnTo>
                  <a:pt x="716321" y="33516"/>
                </a:lnTo>
                <a:lnTo>
                  <a:pt x="715916" y="33436"/>
                </a:lnTo>
                <a:lnTo>
                  <a:pt x="715500" y="33365"/>
                </a:lnTo>
                <a:lnTo>
                  <a:pt x="715070" y="33302"/>
                </a:lnTo>
                <a:lnTo>
                  <a:pt x="714628" y="33247"/>
                </a:lnTo>
                <a:lnTo>
                  <a:pt x="714174" y="33201"/>
                </a:lnTo>
                <a:lnTo>
                  <a:pt x="713707" y="33163"/>
                </a:lnTo>
                <a:lnTo>
                  <a:pt x="713227" y="33134"/>
                </a:lnTo>
                <a:lnTo>
                  <a:pt x="712735" y="33113"/>
                </a:lnTo>
                <a:lnTo>
                  <a:pt x="712231" y="33100"/>
                </a:lnTo>
                <a:lnTo>
                  <a:pt x="711714" y="33096"/>
                </a:lnTo>
                <a:lnTo>
                  <a:pt x="691347" y="33096"/>
                </a:lnTo>
                <a:lnTo>
                  <a:pt x="691347" y="38357"/>
                </a:lnTo>
                <a:lnTo>
                  <a:pt x="690894" y="38032"/>
                </a:lnTo>
                <a:lnTo>
                  <a:pt x="690438" y="37714"/>
                </a:lnTo>
                <a:lnTo>
                  <a:pt x="689981" y="37402"/>
                </a:lnTo>
                <a:lnTo>
                  <a:pt x="689521" y="37098"/>
                </a:lnTo>
                <a:lnTo>
                  <a:pt x="689060" y="36801"/>
                </a:lnTo>
                <a:lnTo>
                  <a:pt x="688597" y="36510"/>
                </a:lnTo>
                <a:lnTo>
                  <a:pt x="688132" y="36227"/>
                </a:lnTo>
                <a:lnTo>
                  <a:pt x="687665" y="35951"/>
                </a:lnTo>
                <a:lnTo>
                  <a:pt x="687196" y="35681"/>
                </a:lnTo>
                <a:lnTo>
                  <a:pt x="686725" y="35419"/>
                </a:lnTo>
                <a:lnTo>
                  <a:pt x="686253" y="35163"/>
                </a:lnTo>
                <a:lnTo>
                  <a:pt x="685778" y="34915"/>
                </a:lnTo>
                <a:lnTo>
                  <a:pt x="685302" y="34674"/>
                </a:lnTo>
                <a:lnTo>
                  <a:pt x="684823" y="34439"/>
                </a:lnTo>
                <a:lnTo>
                  <a:pt x="684343" y="34212"/>
                </a:lnTo>
                <a:lnTo>
                  <a:pt x="683860" y="33992"/>
                </a:lnTo>
                <a:lnTo>
                  <a:pt x="683376" y="33778"/>
                </a:lnTo>
                <a:lnTo>
                  <a:pt x="682890" y="33572"/>
                </a:lnTo>
                <a:lnTo>
                  <a:pt x="682402" y="33373"/>
                </a:lnTo>
                <a:lnTo>
                  <a:pt x="681912" y="33180"/>
                </a:lnTo>
                <a:lnTo>
                  <a:pt x="681420" y="32995"/>
                </a:lnTo>
                <a:lnTo>
                  <a:pt x="680927" y="32816"/>
                </a:lnTo>
                <a:lnTo>
                  <a:pt x="680431" y="32645"/>
                </a:lnTo>
                <a:lnTo>
                  <a:pt x="679933" y="32481"/>
                </a:lnTo>
                <a:lnTo>
                  <a:pt x="679434" y="32323"/>
                </a:lnTo>
                <a:lnTo>
                  <a:pt x="678932" y="32172"/>
                </a:lnTo>
                <a:lnTo>
                  <a:pt x="678428" y="32028"/>
                </a:lnTo>
                <a:lnTo>
                  <a:pt x="677921" y="31891"/>
                </a:lnTo>
                <a:lnTo>
                  <a:pt x="677413" y="31760"/>
                </a:lnTo>
                <a:lnTo>
                  <a:pt x="676902" y="31636"/>
                </a:lnTo>
                <a:lnTo>
                  <a:pt x="676389" y="31519"/>
                </a:lnTo>
                <a:lnTo>
                  <a:pt x="675874" y="31408"/>
                </a:lnTo>
                <a:lnTo>
                  <a:pt x="675357" y="31304"/>
                </a:lnTo>
                <a:lnTo>
                  <a:pt x="674837" y="31207"/>
                </a:lnTo>
                <a:lnTo>
                  <a:pt x="674315" y="31117"/>
                </a:lnTo>
                <a:lnTo>
                  <a:pt x="673791" y="31033"/>
                </a:lnTo>
                <a:lnTo>
                  <a:pt x="673265" y="30956"/>
                </a:lnTo>
                <a:lnTo>
                  <a:pt x="672737" y="30885"/>
                </a:lnTo>
                <a:lnTo>
                  <a:pt x="672206" y="30822"/>
                </a:lnTo>
                <a:lnTo>
                  <a:pt x="671673" y="30765"/>
                </a:lnTo>
                <a:lnTo>
                  <a:pt x="671138" y="30714"/>
                </a:lnTo>
                <a:lnTo>
                  <a:pt x="670601" y="30671"/>
                </a:lnTo>
                <a:lnTo>
                  <a:pt x="670062" y="30634"/>
                </a:lnTo>
                <a:lnTo>
                  <a:pt x="669520" y="30604"/>
                </a:lnTo>
                <a:lnTo>
                  <a:pt x="668976" y="30580"/>
                </a:lnTo>
                <a:lnTo>
                  <a:pt x="668430" y="30563"/>
                </a:lnTo>
                <a:lnTo>
                  <a:pt x="667882" y="30553"/>
                </a:lnTo>
                <a:lnTo>
                  <a:pt x="667331" y="30550"/>
                </a:lnTo>
                <a:lnTo>
                  <a:pt x="665863" y="30571"/>
                </a:lnTo>
                <a:lnTo>
                  <a:pt x="664415" y="30632"/>
                </a:lnTo>
                <a:lnTo>
                  <a:pt x="662988" y="30735"/>
                </a:lnTo>
                <a:lnTo>
                  <a:pt x="661580" y="30879"/>
                </a:lnTo>
                <a:lnTo>
                  <a:pt x="660192" y="31064"/>
                </a:lnTo>
                <a:lnTo>
                  <a:pt x="658824" y="31291"/>
                </a:lnTo>
                <a:lnTo>
                  <a:pt x="657476" y="31558"/>
                </a:lnTo>
                <a:lnTo>
                  <a:pt x="656149" y="31867"/>
                </a:lnTo>
                <a:lnTo>
                  <a:pt x="654841" y="32217"/>
                </a:lnTo>
                <a:lnTo>
                  <a:pt x="653553" y="32608"/>
                </a:lnTo>
                <a:lnTo>
                  <a:pt x="652286" y="33040"/>
                </a:lnTo>
                <a:lnTo>
                  <a:pt x="651038" y="33513"/>
                </a:lnTo>
                <a:lnTo>
                  <a:pt x="649810" y="34027"/>
                </a:lnTo>
                <a:lnTo>
                  <a:pt x="648603" y="34583"/>
                </a:lnTo>
                <a:lnTo>
                  <a:pt x="647416" y="35180"/>
                </a:lnTo>
                <a:lnTo>
                  <a:pt x="646248" y="35817"/>
                </a:lnTo>
                <a:lnTo>
                  <a:pt x="645101" y="36496"/>
                </a:lnTo>
                <a:lnTo>
                  <a:pt x="643973" y="37216"/>
                </a:lnTo>
                <a:lnTo>
                  <a:pt x="642866" y="37978"/>
                </a:lnTo>
                <a:lnTo>
                  <a:pt x="641779" y="38780"/>
                </a:lnTo>
                <a:lnTo>
                  <a:pt x="640711" y="39624"/>
                </a:lnTo>
                <a:lnTo>
                  <a:pt x="639664" y="40509"/>
                </a:lnTo>
                <a:lnTo>
                  <a:pt x="638637" y="41434"/>
                </a:lnTo>
                <a:lnTo>
                  <a:pt x="637630" y="42401"/>
                </a:lnTo>
                <a:lnTo>
                  <a:pt x="636654" y="43399"/>
                </a:lnTo>
                <a:lnTo>
                  <a:pt x="635719" y="44416"/>
                </a:lnTo>
                <a:lnTo>
                  <a:pt x="634826" y="45452"/>
                </a:lnTo>
                <a:lnTo>
                  <a:pt x="633974" y="46508"/>
                </a:lnTo>
                <a:lnTo>
                  <a:pt x="633164" y="47584"/>
                </a:lnTo>
                <a:lnTo>
                  <a:pt x="632395" y="48679"/>
                </a:lnTo>
                <a:lnTo>
                  <a:pt x="631668" y="49794"/>
                </a:lnTo>
                <a:lnTo>
                  <a:pt x="630982" y="50929"/>
                </a:lnTo>
                <a:lnTo>
                  <a:pt x="630338" y="52083"/>
                </a:lnTo>
                <a:lnTo>
                  <a:pt x="629736" y="53257"/>
                </a:lnTo>
                <a:lnTo>
                  <a:pt x="629175" y="54450"/>
                </a:lnTo>
                <a:lnTo>
                  <a:pt x="628656" y="55663"/>
                </a:lnTo>
                <a:lnTo>
                  <a:pt x="628178" y="56896"/>
                </a:lnTo>
                <a:lnTo>
                  <a:pt x="627742" y="58148"/>
                </a:lnTo>
                <a:lnTo>
                  <a:pt x="627347" y="59420"/>
                </a:lnTo>
                <a:lnTo>
                  <a:pt x="626994" y="60711"/>
                </a:lnTo>
                <a:lnTo>
                  <a:pt x="626682" y="62023"/>
                </a:lnTo>
                <a:lnTo>
                  <a:pt x="626412" y="63353"/>
                </a:lnTo>
                <a:lnTo>
                  <a:pt x="626184" y="64704"/>
                </a:lnTo>
                <a:lnTo>
                  <a:pt x="625997" y="66074"/>
                </a:lnTo>
                <a:lnTo>
                  <a:pt x="625851" y="67464"/>
                </a:lnTo>
                <a:lnTo>
                  <a:pt x="625748" y="68873"/>
                </a:lnTo>
                <a:lnTo>
                  <a:pt x="625685" y="70302"/>
                </a:lnTo>
                <a:lnTo>
                  <a:pt x="625664" y="71750"/>
                </a:lnTo>
                <a:lnTo>
                  <a:pt x="625685" y="73192"/>
                </a:lnTo>
                <a:lnTo>
                  <a:pt x="625748" y="74614"/>
                </a:lnTo>
                <a:lnTo>
                  <a:pt x="625851" y="76017"/>
                </a:lnTo>
                <a:lnTo>
                  <a:pt x="625997" y="77401"/>
                </a:lnTo>
                <a:lnTo>
                  <a:pt x="626184" y="78765"/>
                </a:lnTo>
                <a:lnTo>
                  <a:pt x="626412" y="80110"/>
                </a:lnTo>
                <a:lnTo>
                  <a:pt x="626682" y="81436"/>
                </a:lnTo>
                <a:lnTo>
                  <a:pt x="626994" y="82742"/>
                </a:lnTo>
                <a:lnTo>
                  <a:pt x="627347" y="84029"/>
                </a:lnTo>
                <a:lnTo>
                  <a:pt x="627742" y="85297"/>
                </a:lnTo>
                <a:lnTo>
                  <a:pt x="628178" y="86545"/>
                </a:lnTo>
                <a:lnTo>
                  <a:pt x="628656" y="87774"/>
                </a:lnTo>
                <a:lnTo>
                  <a:pt x="629175" y="88984"/>
                </a:lnTo>
                <a:lnTo>
                  <a:pt x="629736" y="90175"/>
                </a:lnTo>
                <a:lnTo>
                  <a:pt x="630338" y="91346"/>
                </a:lnTo>
                <a:lnTo>
                  <a:pt x="630982" y="92498"/>
                </a:lnTo>
                <a:lnTo>
                  <a:pt x="631668" y="93630"/>
                </a:lnTo>
                <a:lnTo>
                  <a:pt x="632395" y="94743"/>
                </a:lnTo>
                <a:lnTo>
                  <a:pt x="633164" y="95837"/>
                </a:lnTo>
                <a:lnTo>
                  <a:pt x="633974" y="96912"/>
                </a:lnTo>
                <a:lnTo>
                  <a:pt x="634826" y="97967"/>
                </a:lnTo>
                <a:lnTo>
                  <a:pt x="635719" y="99003"/>
                </a:lnTo>
                <a:lnTo>
                  <a:pt x="636654" y="100020"/>
                </a:lnTo>
                <a:lnTo>
                  <a:pt x="637630" y="101017"/>
                </a:lnTo>
                <a:lnTo>
                  <a:pt x="638637" y="101984"/>
                </a:lnTo>
                <a:lnTo>
                  <a:pt x="639664" y="102909"/>
                </a:lnTo>
                <a:lnTo>
                  <a:pt x="640711" y="103794"/>
                </a:lnTo>
                <a:lnTo>
                  <a:pt x="641779" y="104637"/>
                </a:lnTo>
                <a:lnTo>
                  <a:pt x="642866" y="105440"/>
                </a:lnTo>
                <a:lnTo>
                  <a:pt x="643973" y="106201"/>
                </a:lnTo>
                <a:lnTo>
                  <a:pt x="645101" y="106921"/>
                </a:lnTo>
                <a:lnTo>
                  <a:pt x="646248" y="107599"/>
                </a:lnTo>
                <a:lnTo>
                  <a:pt x="647416" y="108237"/>
                </a:lnTo>
                <a:lnTo>
                  <a:pt x="648603" y="108834"/>
                </a:lnTo>
                <a:lnTo>
                  <a:pt x="649810" y="109389"/>
                </a:lnTo>
                <a:lnTo>
                  <a:pt x="651038" y="109903"/>
                </a:lnTo>
                <a:lnTo>
                  <a:pt x="652286" y="110376"/>
                </a:lnTo>
                <a:lnTo>
                  <a:pt x="653553" y="110808"/>
                </a:lnTo>
                <a:lnTo>
                  <a:pt x="654841" y="111199"/>
                </a:lnTo>
                <a:lnTo>
                  <a:pt x="656149" y="111549"/>
                </a:lnTo>
                <a:lnTo>
                  <a:pt x="657476" y="111858"/>
                </a:lnTo>
                <a:lnTo>
                  <a:pt x="658824" y="112125"/>
                </a:lnTo>
                <a:lnTo>
                  <a:pt x="660192" y="112351"/>
                </a:lnTo>
                <a:lnTo>
                  <a:pt x="661580" y="112536"/>
                </a:lnTo>
                <a:lnTo>
                  <a:pt x="662988" y="112680"/>
                </a:lnTo>
                <a:lnTo>
                  <a:pt x="664415" y="112783"/>
                </a:lnTo>
                <a:lnTo>
                  <a:pt x="665863" y="112845"/>
                </a:lnTo>
                <a:lnTo>
                  <a:pt x="667331" y="112866"/>
                </a:lnTo>
                <a:lnTo>
                  <a:pt x="667854" y="112862"/>
                </a:lnTo>
                <a:lnTo>
                  <a:pt x="668376" y="112853"/>
                </a:lnTo>
                <a:lnTo>
                  <a:pt x="668897" y="112836"/>
                </a:lnTo>
                <a:lnTo>
                  <a:pt x="669416" y="112814"/>
                </a:lnTo>
                <a:lnTo>
                  <a:pt x="669935" y="112785"/>
                </a:lnTo>
                <a:lnTo>
                  <a:pt x="670453" y="112749"/>
                </a:lnTo>
                <a:lnTo>
                  <a:pt x="670969" y="112707"/>
                </a:lnTo>
                <a:lnTo>
                  <a:pt x="671485" y="112658"/>
                </a:lnTo>
                <a:lnTo>
                  <a:pt x="671999" y="112603"/>
                </a:lnTo>
                <a:lnTo>
                  <a:pt x="672513" y="112541"/>
                </a:lnTo>
                <a:lnTo>
                  <a:pt x="673025" y="112473"/>
                </a:lnTo>
                <a:lnTo>
                  <a:pt x="673537" y="112399"/>
                </a:lnTo>
                <a:lnTo>
                  <a:pt x="674047" y="112318"/>
                </a:lnTo>
                <a:lnTo>
                  <a:pt x="674557" y="112230"/>
                </a:lnTo>
                <a:lnTo>
                  <a:pt x="675065" y="112136"/>
                </a:lnTo>
                <a:lnTo>
                  <a:pt x="675572" y="112036"/>
                </a:lnTo>
                <a:lnTo>
                  <a:pt x="676079" y="111929"/>
                </a:lnTo>
                <a:lnTo>
                  <a:pt x="676584" y="111815"/>
                </a:lnTo>
                <a:lnTo>
                  <a:pt x="677088" y="111695"/>
                </a:lnTo>
                <a:lnTo>
                  <a:pt x="677591" y="111569"/>
                </a:lnTo>
                <a:lnTo>
                  <a:pt x="678094" y="111436"/>
                </a:lnTo>
                <a:lnTo>
                  <a:pt x="678595" y="111297"/>
                </a:lnTo>
                <a:lnTo>
                  <a:pt x="679095" y="111151"/>
                </a:lnTo>
                <a:lnTo>
                  <a:pt x="679594" y="110999"/>
                </a:lnTo>
                <a:lnTo>
                  <a:pt x="680092" y="110840"/>
                </a:lnTo>
                <a:lnTo>
                  <a:pt x="680589" y="110674"/>
                </a:lnTo>
                <a:lnTo>
                  <a:pt x="681086" y="110503"/>
                </a:lnTo>
                <a:lnTo>
                  <a:pt x="681582" y="110324"/>
                </a:lnTo>
                <a:lnTo>
                  <a:pt x="682077" y="110140"/>
                </a:lnTo>
                <a:lnTo>
                  <a:pt x="682572" y="109948"/>
                </a:lnTo>
                <a:lnTo>
                  <a:pt x="683066" y="109751"/>
                </a:lnTo>
                <a:lnTo>
                  <a:pt x="683559" y="109547"/>
                </a:lnTo>
                <a:lnTo>
                  <a:pt x="684051" y="109336"/>
                </a:lnTo>
                <a:lnTo>
                  <a:pt x="684543" y="109119"/>
                </a:lnTo>
                <a:lnTo>
                  <a:pt x="685033" y="108895"/>
                </a:lnTo>
                <a:lnTo>
                  <a:pt x="685524" y="108665"/>
                </a:lnTo>
                <a:lnTo>
                  <a:pt x="686013" y="108428"/>
                </a:lnTo>
                <a:lnTo>
                  <a:pt x="686502" y="108185"/>
                </a:lnTo>
                <a:lnTo>
                  <a:pt x="686989" y="107936"/>
                </a:lnTo>
                <a:lnTo>
                  <a:pt x="687477" y="107680"/>
                </a:lnTo>
                <a:lnTo>
                  <a:pt x="687963" y="107417"/>
                </a:lnTo>
                <a:lnTo>
                  <a:pt x="688449" y="107148"/>
                </a:lnTo>
                <a:lnTo>
                  <a:pt x="688934" y="106873"/>
                </a:lnTo>
                <a:lnTo>
                  <a:pt x="689418" y="106591"/>
                </a:lnTo>
                <a:lnTo>
                  <a:pt x="689901" y="106302"/>
                </a:lnTo>
                <a:lnTo>
                  <a:pt x="690384" y="106007"/>
                </a:lnTo>
                <a:lnTo>
                  <a:pt x="690866" y="105706"/>
                </a:lnTo>
                <a:lnTo>
                  <a:pt x="691347" y="105398"/>
                </a:lnTo>
                <a:lnTo>
                  <a:pt x="691347" y="113823"/>
                </a:lnTo>
                <a:lnTo>
                  <a:pt x="691339" y="114367"/>
                </a:lnTo>
                <a:lnTo>
                  <a:pt x="691317" y="114902"/>
                </a:lnTo>
                <a:lnTo>
                  <a:pt x="691278" y="115430"/>
                </a:lnTo>
                <a:lnTo>
                  <a:pt x="691225" y="115950"/>
                </a:lnTo>
                <a:lnTo>
                  <a:pt x="691156" y="116462"/>
                </a:lnTo>
                <a:lnTo>
                  <a:pt x="691071" y="116966"/>
                </a:lnTo>
                <a:lnTo>
                  <a:pt x="690972" y="117463"/>
                </a:lnTo>
                <a:lnTo>
                  <a:pt x="690857" y="117951"/>
                </a:lnTo>
                <a:lnTo>
                  <a:pt x="690727" y="118432"/>
                </a:lnTo>
                <a:lnTo>
                  <a:pt x="690581" y="118904"/>
                </a:lnTo>
                <a:lnTo>
                  <a:pt x="690420" y="119369"/>
                </a:lnTo>
                <a:lnTo>
                  <a:pt x="690244" y="119826"/>
                </a:lnTo>
                <a:lnTo>
                  <a:pt x="690052" y="120274"/>
                </a:lnTo>
                <a:lnTo>
                  <a:pt x="689846" y="120715"/>
                </a:lnTo>
                <a:lnTo>
                  <a:pt x="689623" y="121148"/>
                </a:lnTo>
                <a:lnTo>
                  <a:pt x="689386" y="121574"/>
                </a:lnTo>
                <a:lnTo>
                  <a:pt x="689133" y="121991"/>
                </a:lnTo>
                <a:lnTo>
                  <a:pt x="688865" y="122400"/>
                </a:lnTo>
                <a:lnTo>
                  <a:pt x="688581" y="122802"/>
                </a:lnTo>
                <a:lnTo>
                  <a:pt x="688283" y="123195"/>
                </a:lnTo>
                <a:lnTo>
                  <a:pt x="687969" y="123581"/>
                </a:lnTo>
                <a:lnTo>
                  <a:pt x="687639" y="123959"/>
                </a:lnTo>
                <a:lnTo>
                  <a:pt x="687294" y="124328"/>
                </a:lnTo>
                <a:lnTo>
                  <a:pt x="686934" y="124690"/>
                </a:lnTo>
                <a:lnTo>
                  <a:pt x="686560" y="125041"/>
                </a:lnTo>
                <a:lnTo>
                  <a:pt x="686174" y="125377"/>
                </a:lnTo>
                <a:lnTo>
                  <a:pt x="685775" y="125698"/>
                </a:lnTo>
                <a:lnTo>
                  <a:pt x="685364" y="126004"/>
                </a:lnTo>
                <a:lnTo>
                  <a:pt x="684941" y="126295"/>
                </a:lnTo>
                <a:lnTo>
                  <a:pt x="684505" y="126571"/>
                </a:lnTo>
                <a:lnTo>
                  <a:pt x="684057" y="126832"/>
                </a:lnTo>
                <a:lnTo>
                  <a:pt x="683596" y="127079"/>
                </a:lnTo>
                <a:lnTo>
                  <a:pt x="683124" y="127310"/>
                </a:lnTo>
                <a:lnTo>
                  <a:pt x="682638" y="127526"/>
                </a:lnTo>
                <a:lnTo>
                  <a:pt x="682141" y="127728"/>
                </a:lnTo>
                <a:lnTo>
                  <a:pt x="681631" y="127915"/>
                </a:lnTo>
                <a:lnTo>
                  <a:pt x="681108" y="128086"/>
                </a:lnTo>
                <a:lnTo>
                  <a:pt x="680573" y="128243"/>
                </a:lnTo>
                <a:lnTo>
                  <a:pt x="680026" y="128385"/>
                </a:lnTo>
                <a:lnTo>
                  <a:pt x="679467" y="128512"/>
                </a:lnTo>
                <a:lnTo>
                  <a:pt x="678895" y="128624"/>
                </a:lnTo>
                <a:lnTo>
                  <a:pt x="678310" y="128721"/>
                </a:lnTo>
                <a:lnTo>
                  <a:pt x="677714" y="128803"/>
                </a:lnTo>
                <a:lnTo>
                  <a:pt x="677105" y="128870"/>
                </a:lnTo>
                <a:lnTo>
                  <a:pt x="676483" y="128922"/>
                </a:lnTo>
                <a:lnTo>
                  <a:pt x="675849" y="128959"/>
                </a:lnTo>
                <a:lnTo>
                  <a:pt x="675203" y="128982"/>
                </a:lnTo>
                <a:lnTo>
                  <a:pt x="674545" y="128989"/>
                </a:lnTo>
                <a:lnTo>
                  <a:pt x="655366" y="128989"/>
                </a:lnTo>
                <a:lnTo>
                  <a:pt x="654849" y="128993"/>
                </a:lnTo>
                <a:lnTo>
                  <a:pt x="654344" y="129006"/>
                </a:lnTo>
                <a:lnTo>
                  <a:pt x="653852" y="129027"/>
                </a:lnTo>
                <a:lnTo>
                  <a:pt x="653373" y="129057"/>
                </a:lnTo>
                <a:lnTo>
                  <a:pt x="652906" y="129095"/>
                </a:lnTo>
                <a:lnTo>
                  <a:pt x="652451" y="129141"/>
                </a:lnTo>
                <a:lnTo>
                  <a:pt x="652010" y="129196"/>
                </a:lnTo>
                <a:lnTo>
                  <a:pt x="651580" y="129259"/>
                </a:lnTo>
                <a:lnTo>
                  <a:pt x="651163" y="129331"/>
                </a:lnTo>
                <a:lnTo>
                  <a:pt x="650759" y="129411"/>
                </a:lnTo>
                <a:lnTo>
                  <a:pt x="650367" y="129499"/>
                </a:lnTo>
                <a:lnTo>
                  <a:pt x="649988" y="129596"/>
                </a:lnTo>
                <a:lnTo>
                  <a:pt x="649621" y="129702"/>
                </a:lnTo>
                <a:lnTo>
                  <a:pt x="649267" y="129816"/>
                </a:lnTo>
                <a:lnTo>
                  <a:pt x="648925" y="129938"/>
                </a:lnTo>
                <a:lnTo>
                  <a:pt x="648596" y="130069"/>
                </a:lnTo>
                <a:lnTo>
                  <a:pt x="648279" y="130208"/>
                </a:lnTo>
                <a:lnTo>
                  <a:pt x="647975" y="130356"/>
                </a:lnTo>
                <a:lnTo>
                  <a:pt x="647683" y="130512"/>
                </a:lnTo>
                <a:lnTo>
                  <a:pt x="647404" y="130676"/>
                </a:lnTo>
                <a:lnTo>
                  <a:pt x="647138" y="130849"/>
                </a:lnTo>
                <a:lnTo>
                  <a:pt x="646884" y="131030"/>
                </a:lnTo>
                <a:lnTo>
                  <a:pt x="646642" y="131220"/>
                </a:lnTo>
                <a:lnTo>
                  <a:pt x="646413" y="131418"/>
                </a:lnTo>
                <a:lnTo>
                  <a:pt x="646195" y="131624"/>
                </a:lnTo>
                <a:lnTo>
                  <a:pt x="645986" y="131834"/>
                </a:lnTo>
                <a:lnTo>
                  <a:pt x="645787" y="132050"/>
                </a:lnTo>
                <a:lnTo>
                  <a:pt x="645596" y="132270"/>
                </a:lnTo>
                <a:lnTo>
                  <a:pt x="645415" y="132496"/>
                </a:lnTo>
                <a:lnTo>
                  <a:pt x="645244" y="132727"/>
                </a:lnTo>
                <a:lnTo>
                  <a:pt x="645081" y="132964"/>
                </a:lnTo>
                <a:lnTo>
                  <a:pt x="644928" y="133205"/>
                </a:lnTo>
                <a:lnTo>
                  <a:pt x="644784" y="133452"/>
                </a:lnTo>
                <a:lnTo>
                  <a:pt x="644650" y="133704"/>
                </a:lnTo>
                <a:lnTo>
                  <a:pt x="644524" y="133961"/>
                </a:lnTo>
                <a:lnTo>
                  <a:pt x="644408" y="134223"/>
                </a:lnTo>
                <a:lnTo>
                  <a:pt x="644301" y="134490"/>
                </a:lnTo>
                <a:lnTo>
                  <a:pt x="644204" y="134763"/>
                </a:lnTo>
                <a:lnTo>
                  <a:pt x="644116" y="135040"/>
                </a:lnTo>
                <a:lnTo>
                  <a:pt x="644037" y="135323"/>
                </a:lnTo>
                <a:lnTo>
                  <a:pt x="643967" y="135611"/>
                </a:lnTo>
                <a:lnTo>
                  <a:pt x="643907" y="135904"/>
                </a:lnTo>
                <a:lnTo>
                  <a:pt x="643856" y="136203"/>
                </a:lnTo>
                <a:lnTo>
                  <a:pt x="643814" y="136506"/>
                </a:lnTo>
                <a:lnTo>
                  <a:pt x="643782" y="136815"/>
                </a:lnTo>
                <a:lnTo>
                  <a:pt x="643759" y="137129"/>
                </a:lnTo>
                <a:lnTo>
                  <a:pt x="643745" y="137448"/>
                </a:lnTo>
                <a:lnTo>
                  <a:pt x="643740" y="137772"/>
                </a:lnTo>
                <a:lnTo>
                  <a:pt x="643745" y="138090"/>
                </a:lnTo>
                <a:lnTo>
                  <a:pt x="643759" y="138402"/>
                </a:lnTo>
                <a:lnTo>
                  <a:pt x="643782" y="138710"/>
                </a:lnTo>
                <a:lnTo>
                  <a:pt x="643814" y="139012"/>
                </a:lnTo>
                <a:lnTo>
                  <a:pt x="643856" y="139310"/>
                </a:lnTo>
                <a:lnTo>
                  <a:pt x="643907" y="139603"/>
                </a:lnTo>
                <a:lnTo>
                  <a:pt x="643967" y="139891"/>
                </a:lnTo>
                <a:lnTo>
                  <a:pt x="644037" y="140174"/>
                </a:lnTo>
                <a:lnTo>
                  <a:pt x="644116" y="140452"/>
                </a:lnTo>
                <a:lnTo>
                  <a:pt x="644204" y="140726"/>
                </a:lnTo>
                <a:lnTo>
                  <a:pt x="644301" y="140994"/>
                </a:lnTo>
                <a:lnTo>
                  <a:pt x="644408" y="141258"/>
                </a:lnTo>
                <a:lnTo>
                  <a:pt x="644524" y="141516"/>
                </a:lnTo>
                <a:lnTo>
                  <a:pt x="644650" y="141770"/>
                </a:lnTo>
                <a:lnTo>
                  <a:pt x="644784" y="142019"/>
                </a:lnTo>
                <a:lnTo>
                  <a:pt x="644928" y="142263"/>
                </a:lnTo>
                <a:lnTo>
                  <a:pt x="645081" y="142502"/>
                </a:lnTo>
                <a:lnTo>
                  <a:pt x="645244" y="142736"/>
                </a:lnTo>
                <a:lnTo>
                  <a:pt x="645415" y="142966"/>
                </a:lnTo>
                <a:lnTo>
                  <a:pt x="645596" y="143190"/>
                </a:lnTo>
                <a:lnTo>
                  <a:pt x="645787" y="143410"/>
                </a:lnTo>
                <a:lnTo>
                  <a:pt x="645986" y="143624"/>
                </a:lnTo>
                <a:lnTo>
                  <a:pt x="646195" y="143834"/>
                </a:lnTo>
                <a:lnTo>
                  <a:pt x="646413" y="144039"/>
                </a:lnTo>
                <a:lnTo>
                  <a:pt x="646642" y="144237"/>
                </a:lnTo>
                <a:lnTo>
                  <a:pt x="646884" y="144427"/>
                </a:lnTo>
                <a:lnTo>
                  <a:pt x="647138" y="144609"/>
                </a:lnTo>
                <a:lnTo>
                  <a:pt x="647404" y="144782"/>
                </a:lnTo>
                <a:lnTo>
                  <a:pt x="647683" y="144947"/>
                </a:lnTo>
                <a:lnTo>
                  <a:pt x="647975" y="145103"/>
                </a:lnTo>
                <a:lnTo>
                  <a:pt x="648279" y="145251"/>
                </a:lnTo>
                <a:lnTo>
                  <a:pt x="648596" y="145390"/>
                </a:lnTo>
                <a:lnTo>
                  <a:pt x="648925" y="145521"/>
                </a:lnTo>
                <a:lnTo>
                  <a:pt x="649267" y="145643"/>
                </a:lnTo>
                <a:lnTo>
                  <a:pt x="649621" y="145757"/>
                </a:lnTo>
                <a:lnTo>
                  <a:pt x="649988" y="145863"/>
                </a:lnTo>
                <a:lnTo>
                  <a:pt x="650367" y="145960"/>
                </a:lnTo>
                <a:lnTo>
                  <a:pt x="650759" y="146048"/>
                </a:lnTo>
                <a:lnTo>
                  <a:pt x="651163" y="146129"/>
                </a:lnTo>
                <a:lnTo>
                  <a:pt x="651580" y="146200"/>
                </a:lnTo>
                <a:lnTo>
                  <a:pt x="652010" y="146264"/>
                </a:lnTo>
                <a:lnTo>
                  <a:pt x="652451" y="146319"/>
                </a:lnTo>
                <a:lnTo>
                  <a:pt x="652906" y="146365"/>
                </a:lnTo>
                <a:lnTo>
                  <a:pt x="653373" y="146403"/>
                </a:lnTo>
                <a:lnTo>
                  <a:pt x="653852" y="146433"/>
                </a:lnTo>
                <a:lnTo>
                  <a:pt x="654344" y="146454"/>
                </a:lnTo>
                <a:lnTo>
                  <a:pt x="654849" y="146466"/>
                </a:lnTo>
                <a:lnTo>
                  <a:pt x="655366" y="146471"/>
                </a:lnTo>
                <a:lnTo>
                  <a:pt x="675054" y="146471"/>
                </a:lnTo>
                <a:lnTo>
                  <a:pt x="675885" y="146462"/>
                </a:lnTo>
                <a:lnTo>
                  <a:pt x="676709" y="146436"/>
                </a:lnTo>
                <a:lnTo>
                  <a:pt x="677525" y="146394"/>
                </a:lnTo>
                <a:lnTo>
                  <a:pt x="678335" y="146334"/>
                </a:lnTo>
                <a:lnTo>
                  <a:pt x="679138" y="146257"/>
                </a:lnTo>
                <a:lnTo>
                  <a:pt x="679933" y="146163"/>
                </a:lnTo>
                <a:lnTo>
                  <a:pt x="680722" y="146052"/>
                </a:lnTo>
                <a:lnTo>
                  <a:pt x="681503" y="145924"/>
                </a:lnTo>
                <a:lnTo>
                  <a:pt x="682278" y="145779"/>
                </a:lnTo>
                <a:lnTo>
                  <a:pt x="683045" y="145617"/>
                </a:lnTo>
                <a:lnTo>
                  <a:pt x="683805" y="145437"/>
                </a:lnTo>
                <a:lnTo>
                  <a:pt x="684558" y="145241"/>
                </a:lnTo>
                <a:lnTo>
                  <a:pt x="685304" y="145027"/>
                </a:lnTo>
                <a:lnTo>
                  <a:pt x="686043" y="144797"/>
                </a:lnTo>
                <a:lnTo>
                  <a:pt x="686775" y="144549"/>
                </a:lnTo>
                <a:lnTo>
                  <a:pt x="687500" y="144284"/>
                </a:lnTo>
                <a:lnTo>
                  <a:pt x="688218" y="144002"/>
                </a:lnTo>
                <a:lnTo>
                  <a:pt x="688929" y="143704"/>
                </a:lnTo>
                <a:lnTo>
                  <a:pt x="689632" y="143388"/>
                </a:lnTo>
                <a:lnTo>
                  <a:pt x="690329" y="143054"/>
                </a:lnTo>
                <a:lnTo>
                  <a:pt x="691018" y="142704"/>
                </a:lnTo>
                <a:lnTo>
                  <a:pt x="691701" y="142337"/>
                </a:lnTo>
                <a:lnTo>
                  <a:pt x="692376" y="141953"/>
                </a:lnTo>
                <a:lnTo>
                  <a:pt x="693044" y="141551"/>
                </a:lnTo>
                <a:lnTo>
                  <a:pt x="693702" y="141138"/>
                </a:lnTo>
                <a:lnTo>
                  <a:pt x="694345" y="140719"/>
                </a:lnTo>
                <a:lnTo>
                  <a:pt x="694974" y="140292"/>
                </a:lnTo>
                <a:lnTo>
                  <a:pt x="695589" y="139859"/>
                </a:lnTo>
                <a:lnTo>
                  <a:pt x="696189" y="139420"/>
                </a:lnTo>
                <a:lnTo>
                  <a:pt x="696776" y="138974"/>
                </a:lnTo>
                <a:lnTo>
                  <a:pt x="697347" y="138521"/>
                </a:lnTo>
                <a:lnTo>
                  <a:pt x="697905" y="138061"/>
                </a:lnTo>
                <a:lnTo>
                  <a:pt x="698448" y="137595"/>
                </a:lnTo>
                <a:lnTo>
                  <a:pt x="698977" y="137123"/>
                </a:lnTo>
                <a:lnTo>
                  <a:pt x="699492" y="136643"/>
                </a:lnTo>
                <a:lnTo>
                  <a:pt x="699992" y="136157"/>
                </a:lnTo>
                <a:lnTo>
                  <a:pt x="700479" y="135665"/>
                </a:lnTo>
                <a:lnTo>
                  <a:pt x="700950" y="135166"/>
                </a:lnTo>
                <a:lnTo>
                  <a:pt x="701408" y="134660"/>
                </a:lnTo>
                <a:lnTo>
                  <a:pt x="701851" y="134147"/>
                </a:lnTo>
                <a:lnTo>
                  <a:pt x="702280" y="133628"/>
                </a:lnTo>
                <a:lnTo>
                  <a:pt x="702695" y="133102"/>
                </a:lnTo>
                <a:lnTo>
                  <a:pt x="703095" y="132570"/>
                </a:lnTo>
                <a:lnTo>
                  <a:pt x="703481" y="132031"/>
                </a:lnTo>
                <a:lnTo>
                  <a:pt x="703853" y="131485"/>
                </a:lnTo>
                <a:lnTo>
                  <a:pt x="704210" y="130933"/>
                </a:lnTo>
                <a:lnTo>
                  <a:pt x="704554" y="130374"/>
                </a:lnTo>
                <a:lnTo>
                  <a:pt x="704883" y="129809"/>
                </a:lnTo>
                <a:lnTo>
                  <a:pt x="705198" y="129236"/>
                </a:lnTo>
                <a:lnTo>
                  <a:pt x="705499" y="128655"/>
                </a:lnTo>
                <a:lnTo>
                  <a:pt x="705787" y="128066"/>
                </a:lnTo>
                <a:lnTo>
                  <a:pt x="706062" y="127469"/>
                </a:lnTo>
                <a:lnTo>
                  <a:pt x="706324" y="126864"/>
                </a:lnTo>
                <a:lnTo>
                  <a:pt x="706572" y="126251"/>
                </a:lnTo>
                <a:lnTo>
                  <a:pt x="706806" y="125630"/>
                </a:lnTo>
                <a:lnTo>
                  <a:pt x="707028" y="125000"/>
                </a:lnTo>
                <a:lnTo>
                  <a:pt x="707235" y="124363"/>
                </a:lnTo>
                <a:lnTo>
                  <a:pt x="707430" y="123717"/>
                </a:lnTo>
                <a:lnTo>
                  <a:pt x="707611" y="123064"/>
                </a:lnTo>
                <a:lnTo>
                  <a:pt x="707778" y="122402"/>
                </a:lnTo>
                <a:lnTo>
                  <a:pt x="707933" y="121732"/>
                </a:lnTo>
                <a:lnTo>
                  <a:pt x="708073" y="121054"/>
                </a:lnTo>
                <a:lnTo>
                  <a:pt x="708201" y="120368"/>
                </a:lnTo>
                <a:lnTo>
                  <a:pt x="708315" y="119674"/>
                </a:lnTo>
                <a:lnTo>
                  <a:pt x="708415" y="118971"/>
                </a:lnTo>
                <a:lnTo>
                  <a:pt x="708502" y="118261"/>
                </a:lnTo>
                <a:lnTo>
                  <a:pt x="708576" y="117542"/>
                </a:lnTo>
                <a:lnTo>
                  <a:pt x="708636" y="116816"/>
                </a:lnTo>
                <a:lnTo>
                  <a:pt x="708683" y="116081"/>
                </a:lnTo>
                <a:lnTo>
                  <a:pt x="708717" y="115338"/>
                </a:lnTo>
                <a:lnTo>
                  <a:pt x="708737" y="114587"/>
                </a:lnTo>
                <a:lnTo>
                  <a:pt x="708744" y="113828"/>
                </a:lnTo>
                <a:lnTo>
                  <a:pt x="708744" y="50577"/>
                </a:lnTo>
                <a:lnTo>
                  <a:pt x="711714" y="50577"/>
                </a:lnTo>
                <a:lnTo>
                  <a:pt x="712231" y="50573"/>
                </a:lnTo>
                <a:lnTo>
                  <a:pt x="712735" y="50561"/>
                </a:lnTo>
                <a:lnTo>
                  <a:pt x="713227" y="50540"/>
                </a:lnTo>
                <a:lnTo>
                  <a:pt x="713707" y="50510"/>
                </a:lnTo>
                <a:lnTo>
                  <a:pt x="714174" y="50472"/>
                </a:lnTo>
                <a:lnTo>
                  <a:pt x="714628" y="50426"/>
                </a:lnTo>
                <a:lnTo>
                  <a:pt x="715070" y="50372"/>
                </a:lnTo>
                <a:lnTo>
                  <a:pt x="715500" y="50309"/>
                </a:lnTo>
                <a:lnTo>
                  <a:pt x="715916" y="50237"/>
                </a:lnTo>
                <a:lnTo>
                  <a:pt x="716321" y="50157"/>
                </a:lnTo>
                <a:lnTo>
                  <a:pt x="716713" y="50069"/>
                </a:lnTo>
                <a:lnTo>
                  <a:pt x="717092" y="49973"/>
                </a:lnTo>
                <a:lnTo>
                  <a:pt x="717459" y="49868"/>
                </a:lnTo>
                <a:lnTo>
                  <a:pt x="717813" y="49754"/>
                </a:lnTo>
                <a:lnTo>
                  <a:pt x="718155" y="49633"/>
                </a:lnTo>
                <a:lnTo>
                  <a:pt x="718484" y="49502"/>
                </a:lnTo>
                <a:lnTo>
                  <a:pt x="718801" y="49364"/>
                </a:lnTo>
                <a:lnTo>
                  <a:pt x="719105" y="49217"/>
                </a:lnTo>
                <a:lnTo>
                  <a:pt x="719396" y="49062"/>
                </a:lnTo>
                <a:lnTo>
                  <a:pt x="719675" y="48898"/>
                </a:lnTo>
                <a:lnTo>
                  <a:pt x="719942" y="48726"/>
                </a:lnTo>
                <a:lnTo>
                  <a:pt x="720196" y="48545"/>
                </a:lnTo>
                <a:lnTo>
                  <a:pt x="720438" y="48356"/>
                </a:lnTo>
                <a:lnTo>
                  <a:pt x="720667" y="48159"/>
                </a:lnTo>
                <a:lnTo>
                  <a:pt x="720885" y="47955"/>
                </a:lnTo>
                <a:lnTo>
                  <a:pt x="721094" y="47745"/>
                </a:lnTo>
                <a:lnTo>
                  <a:pt x="721293" y="47531"/>
                </a:lnTo>
                <a:lnTo>
                  <a:pt x="721484" y="47311"/>
                </a:lnTo>
                <a:lnTo>
                  <a:pt x="721665" y="47087"/>
                </a:lnTo>
                <a:lnTo>
                  <a:pt x="721836" y="46857"/>
                </a:lnTo>
                <a:lnTo>
                  <a:pt x="721999" y="46622"/>
                </a:lnTo>
                <a:lnTo>
                  <a:pt x="722152" y="46381"/>
                </a:lnTo>
                <a:lnTo>
                  <a:pt x="722296" y="46136"/>
                </a:lnTo>
                <a:lnTo>
                  <a:pt x="722430" y="45886"/>
                </a:lnTo>
                <a:lnTo>
                  <a:pt x="722556" y="45630"/>
                </a:lnTo>
                <a:lnTo>
                  <a:pt x="722672" y="45369"/>
                </a:lnTo>
                <a:lnTo>
                  <a:pt x="722778" y="45103"/>
                </a:lnTo>
                <a:lnTo>
                  <a:pt x="722876" y="44832"/>
                </a:lnTo>
                <a:lnTo>
                  <a:pt x="722964" y="44556"/>
                </a:lnTo>
                <a:lnTo>
                  <a:pt x="723043" y="44274"/>
                </a:lnTo>
                <a:lnTo>
                  <a:pt x="723112" y="43987"/>
                </a:lnTo>
                <a:lnTo>
                  <a:pt x="723128" y="43914"/>
                </a:lnTo>
                <a:lnTo>
                  <a:pt x="723195" y="44194"/>
                </a:lnTo>
                <a:lnTo>
                  <a:pt x="723274" y="44477"/>
                </a:lnTo>
                <a:lnTo>
                  <a:pt x="723362" y="44754"/>
                </a:lnTo>
                <a:lnTo>
                  <a:pt x="723460" y="45027"/>
                </a:lnTo>
                <a:lnTo>
                  <a:pt x="723567" y="45295"/>
                </a:lnTo>
                <a:lnTo>
                  <a:pt x="723683" y="45557"/>
                </a:lnTo>
                <a:lnTo>
                  <a:pt x="723808" y="45815"/>
                </a:lnTo>
                <a:lnTo>
                  <a:pt x="723943" y="46068"/>
                </a:lnTo>
                <a:lnTo>
                  <a:pt x="724086" y="46315"/>
                </a:lnTo>
                <a:lnTo>
                  <a:pt x="724240" y="46558"/>
                </a:lnTo>
                <a:lnTo>
                  <a:pt x="724402" y="46796"/>
                </a:lnTo>
                <a:lnTo>
                  <a:pt x="724574" y="47028"/>
                </a:lnTo>
                <a:lnTo>
                  <a:pt x="724755" y="47256"/>
                </a:lnTo>
                <a:lnTo>
                  <a:pt x="724945" y="47479"/>
                </a:lnTo>
                <a:lnTo>
                  <a:pt x="725144" y="47696"/>
                </a:lnTo>
                <a:lnTo>
                  <a:pt x="725353" y="47909"/>
                </a:lnTo>
                <a:lnTo>
                  <a:pt x="725571" y="48116"/>
                </a:lnTo>
                <a:lnTo>
                  <a:pt x="725800" y="48317"/>
                </a:lnTo>
                <a:lnTo>
                  <a:pt x="726042" y="48509"/>
                </a:lnTo>
                <a:lnTo>
                  <a:pt x="726296" y="48693"/>
                </a:lnTo>
                <a:lnTo>
                  <a:pt x="726563" y="48868"/>
                </a:lnTo>
                <a:lnTo>
                  <a:pt x="726842" y="49035"/>
                </a:lnTo>
                <a:lnTo>
                  <a:pt x="727133" y="49193"/>
                </a:lnTo>
                <a:lnTo>
                  <a:pt x="727438" y="49343"/>
                </a:lnTo>
                <a:lnTo>
                  <a:pt x="727754" y="49484"/>
                </a:lnTo>
                <a:lnTo>
                  <a:pt x="728083" y="49616"/>
                </a:lnTo>
                <a:lnTo>
                  <a:pt x="728425" y="49740"/>
                </a:lnTo>
                <a:lnTo>
                  <a:pt x="728779" y="49855"/>
                </a:lnTo>
                <a:lnTo>
                  <a:pt x="729146" y="49962"/>
                </a:lnTo>
                <a:lnTo>
                  <a:pt x="729526" y="50060"/>
                </a:lnTo>
                <a:lnTo>
                  <a:pt x="729917" y="50150"/>
                </a:lnTo>
                <a:lnTo>
                  <a:pt x="730322" y="50231"/>
                </a:lnTo>
                <a:lnTo>
                  <a:pt x="730739" y="50304"/>
                </a:lnTo>
                <a:lnTo>
                  <a:pt x="731168" y="50368"/>
                </a:lnTo>
                <a:lnTo>
                  <a:pt x="731610" y="50424"/>
                </a:lnTo>
                <a:lnTo>
                  <a:pt x="732064" y="50471"/>
                </a:lnTo>
                <a:lnTo>
                  <a:pt x="732531" y="50509"/>
                </a:lnTo>
                <a:lnTo>
                  <a:pt x="733011" y="50539"/>
                </a:lnTo>
                <a:lnTo>
                  <a:pt x="733503" y="50560"/>
                </a:lnTo>
                <a:lnTo>
                  <a:pt x="734007" y="50573"/>
                </a:lnTo>
                <a:lnTo>
                  <a:pt x="734524" y="50577"/>
                </a:lnTo>
                <a:lnTo>
                  <a:pt x="737494" y="50577"/>
                </a:lnTo>
                <a:lnTo>
                  <a:pt x="737494" y="128989"/>
                </a:lnTo>
                <a:lnTo>
                  <a:pt x="734524" y="128989"/>
                </a:lnTo>
                <a:lnTo>
                  <a:pt x="734014" y="128993"/>
                </a:lnTo>
                <a:lnTo>
                  <a:pt x="733516" y="129006"/>
                </a:lnTo>
                <a:lnTo>
                  <a:pt x="733030" y="129028"/>
                </a:lnTo>
                <a:lnTo>
                  <a:pt x="732556" y="129058"/>
                </a:lnTo>
                <a:lnTo>
                  <a:pt x="732094" y="129096"/>
                </a:lnTo>
                <a:lnTo>
                  <a:pt x="731644" y="129143"/>
                </a:lnTo>
                <a:lnTo>
                  <a:pt x="731207" y="129199"/>
                </a:lnTo>
                <a:lnTo>
                  <a:pt x="730781" y="129263"/>
                </a:lnTo>
                <a:lnTo>
                  <a:pt x="730367" y="129335"/>
                </a:lnTo>
                <a:lnTo>
                  <a:pt x="729966" y="129416"/>
                </a:lnTo>
                <a:lnTo>
                  <a:pt x="729577" y="129506"/>
                </a:lnTo>
                <a:lnTo>
                  <a:pt x="729199" y="129604"/>
                </a:lnTo>
                <a:lnTo>
                  <a:pt x="728834" y="129711"/>
                </a:lnTo>
                <a:lnTo>
                  <a:pt x="728481" y="129827"/>
                </a:lnTo>
                <a:lnTo>
                  <a:pt x="728140" y="129951"/>
                </a:lnTo>
                <a:lnTo>
                  <a:pt x="727811" y="130083"/>
                </a:lnTo>
                <a:lnTo>
                  <a:pt x="727494" y="130224"/>
                </a:lnTo>
                <a:lnTo>
                  <a:pt x="727189" y="130374"/>
                </a:lnTo>
                <a:lnTo>
                  <a:pt x="726896" y="130532"/>
                </a:lnTo>
                <a:lnTo>
                  <a:pt x="726616" y="130698"/>
                </a:lnTo>
                <a:lnTo>
                  <a:pt x="726347" y="130873"/>
                </a:lnTo>
                <a:lnTo>
                  <a:pt x="726091" y="131057"/>
                </a:lnTo>
                <a:lnTo>
                  <a:pt x="725846" y="131249"/>
                </a:lnTo>
                <a:lnTo>
                  <a:pt x="725614" y="131450"/>
                </a:lnTo>
                <a:lnTo>
                  <a:pt x="725392" y="131658"/>
                </a:lnTo>
                <a:lnTo>
                  <a:pt x="725180" y="131870"/>
                </a:lnTo>
                <a:lnTo>
                  <a:pt x="724977" y="132088"/>
                </a:lnTo>
                <a:lnTo>
                  <a:pt x="724784" y="132311"/>
                </a:lnTo>
                <a:lnTo>
                  <a:pt x="724600" y="132538"/>
                </a:lnTo>
                <a:lnTo>
                  <a:pt x="724426" y="132771"/>
                </a:lnTo>
                <a:lnTo>
                  <a:pt x="724261" y="133008"/>
                </a:lnTo>
                <a:lnTo>
                  <a:pt x="724105" y="133251"/>
                </a:lnTo>
                <a:lnTo>
                  <a:pt x="723959" y="133499"/>
                </a:lnTo>
                <a:lnTo>
                  <a:pt x="723822" y="133751"/>
                </a:lnTo>
                <a:lnTo>
                  <a:pt x="723695" y="134009"/>
                </a:lnTo>
                <a:lnTo>
                  <a:pt x="723577" y="134272"/>
                </a:lnTo>
                <a:lnTo>
                  <a:pt x="723469" y="134540"/>
                </a:lnTo>
                <a:lnTo>
                  <a:pt x="723370" y="134812"/>
                </a:lnTo>
                <a:lnTo>
                  <a:pt x="723280" y="135090"/>
                </a:lnTo>
                <a:lnTo>
                  <a:pt x="723200" y="135373"/>
                </a:lnTo>
                <a:lnTo>
                  <a:pt x="723129" y="135660"/>
                </a:lnTo>
                <a:lnTo>
                  <a:pt x="723068" y="135953"/>
                </a:lnTo>
                <a:lnTo>
                  <a:pt x="723016" y="136251"/>
                </a:lnTo>
                <a:lnTo>
                  <a:pt x="722974" y="136554"/>
                </a:lnTo>
                <a:lnTo>
                  <a:pt x="722941" y="136861"/>
                </a:lnTo>
                <a:lnTo>
                  <a:pt x="722917" y="137174"/>
                </a:lnTo>
                <a:lnTo>
                  <a:pt x="722903" y="137492"/>
                </a:lnTo>
                <a:lnTo>
                  <a:pt x="722898" y="137815"/>
                </a:lnTo>
                <a:lnTo>
                  <a:pt x="722903" y="138137"/>
                </a:lnTo>
                <a:lnTo>
                  <a:pt x="722917" y="138455"/>
                </a:lnTo>
                <a:lnTo>
                  <a:pt x="722940" y="138767"/>
                </a:lnTo>
                <a:lnTo>
                  <a:pt x="722973" y="139074"/>
                </a:lnTo>
                <a:lnTo>
                  <a:pt x="723014" y="139375"/>
                </a:lnTo>
                <a:lnTo>
                  <a:pt x="723065" y="139671"/>
                </a:lnTo>
                <a:lnTo>
                  <a:pt x="723126" y="139962"/>
                </a:lnTo>
                <a:lnTo>
                  <a:pt x="723195" y="140247"/>
                </a:lnTo>
                <a:lnTo>
                  <a:pt x="723274" y="140528"/>
                </a:lnTo>
                <a:lnTo>
                  <a:pt x="723362" y="140803"/>
                </a:lnTo>
                <a:lnTo>
                  <a:pt x="723460" y="141072"/>
                </a:lnTo>
                <a:lnTo>
                  <a:pt x="723567" y="141337"/>
                </a:lnTo>
                <a:lnTo>
                  <a:pt x="723683" y="141596"/>
                </a:lnTo>
                <a:lnTo>
                  <a:pt x="723808" y="141849"/>
                </a:lnTo>
                <a:lnTo>
                  <a:pt x="723943" y="142098"/>
                </a:lnTo>
                <a:lnTo>
                  <a:pt x="724086" y="142341"/>
                </a:lnTo>
                <a:lnTo>
                  <a:pt x="724240" y="142579"/>
                </a:lnTo>
                <a:lnTo>
                  <a:pt x="724402" y="142811"/>
                </a:lnTo>
                <a:lnTo>
                  <a:pt x="724574" y="143038"/>
                </a:lnTo>
                <a:lnTo>
                  <a:pt x="724755" y="143260"/>
                </a:lnTo>
                <a:lnTo>
                  <a:pt x="724945" y="143477"/>
                </a:lnTo>
                <a:lnTo>
                  <a:pt x="725144" y="143688"/>
                </a:lnTo>
                <a:lnTo>
                  <a:pt x="725353" y="143894"/>
                </a:lnTo>
                <a:lnTo>
                  <a:pt x="725571" y="144095"/>
                </a:lnTo>
                <a:lnTo>
                  <a:pt x="725800" y="144288"/>
                </a:lnTo>
                <a:lnTo>
                  <a:pt x="726042" y="144474"/>
                </a:lnTo>
                <a:lnTo>
                  <a:pt x="726296" y="144651"/>
                </a:lnTo>
                <a:lnTo>
                  <a:pt x="726563" y="144821"/>
                </a:lnTo>
                <a:lnTo>
                  <a:pt x="726842" y="144981"/>
                </a:lnTo>
                <a:lnTo>
                  <a:pt x="727133" y="145134"/>
                </a:lnTo>
                <a:lnTo>
                  <a:pt x="727438" y="145278"/>
                </a:lnTo>
                <a:lnTo>
                  <a:pt x="727754" y="145415"/>
                </a:lnTo>
                <a:lnTo>
                  <a:pt x="728083" y="145542"/>
                </a:lnTo>
                <a:lnTo>
                  <a:pt x="728425" y="145662"/>
                </a:lnTo>
                <a:lnTo>
                  <a:pt x="728779" y="145773"/>
                </a:lnTo>
                <a:lnTo>
                  <a:pt x="729146" y="145877"/>
                </a:lnTo>
                <a:lnTo>
                  <a:pt x="729526" y="145971"/>
                </a:lnTo>
                <a:lnTo>
                  <a:pt x="729917" y="146058"/>
                </a:lnTo>
                <a:lnTo>
                  <a:pt x="730322" y="146136"/>
                </a:lnTo>
                <a:lnTo>
                  <a:pt x="730739" y="146207"/>
                </a:lnTo>
                <a:lnTo>
                  <a:pt x="731168" y="146269"/>
                </a:lnTo>
                <a:lnTo>
                  <a:pt x="731610" y="146322"/>
                </a:lnTo>
                <a:lnTo>
                  <a:pt x="732064" y="146368"/>
                </a:lnTo>
                <a:lnTo>
                  <a:pt x="732531" y="146405"/>
                </a:lnTo>
                <a:lnTo>
                  <a:pt x="733011" y="146434"/>
                </a:lnTo>
                <a:lnTo>
                  <a:pt x="733503" y="146454"/>
                </a:lnTo>
                <a:lnTo>
                  <a:pt x="734007" y="146467"/>
                </a:lnTo>
                <a:lnTo>
                  <a:pt x="734524" y="146471"/>
                </a:lnTo>
                <a:lnTo>
                  <a:pt x="765329" y="146471"/>
                </a:lnTo>
                <a:lnTo>
                  <a:pt x="765846" y="146467"/>
                </a:lnTo>
                <a:lnTo>
                  <a:pt x="766351" y="146454"/>
                </a:lnTo>
                <a:lnTo>
                  <a:pt x="766843" y="146434"/>
                </a:lnTo>
                <a:lnTo>
                  <a:pt x="767322" y="146405"/>
                </a:lnTo>
                <a:lnTo>
                  <a:pt x="767789" y="146368"/>
                </a:lnTo>
                <a:lnTo>
                  <a:pt x="768243" y="146322"/>
                </a:lnTo>
                <a:lnTo>
                  <a:pt x="768685" y="146269"/>
                </a:lnTo>
                <a:lnTo>
                  <a:pt x="769115" y="146207"/>
                </a:lnTo>
                <a:lnTo>
                  <a:pt x="769532" y="146136"/>
                </a:lnTo>
                <a:lnTo>
                  <a:pt x="769936" y="146058"/>
                </a:lnTo>
                <a:lnTo>
                  <a:pt x="770328" y="145971"/>
                </a:lnTo>
                <a:lnTo>
                  <a:pt x="770707" y="145877"/>
                </a:lnTo>
                <a:lnTo>
                  <a:pt x="771074" y="145773"/>
                </a:lnTo>
                <a:lnTo>
                  <a:pt x="771428" y="145662"/>
                </a:lnTo>
                <a:lnTo>
                  <a:pt x="771770" y="145542"/>
                </a:lnTo>
                <a:lnTo>
                  <a:pt x="772099" y="145415"/>
                </a:lnTo>
                <a:lnTo>
                  <a:pt x="772416" y="145278"/>
                </a:lnTo>
                <a:lnTo>
                  <a:pt x="772720" y="145134"/>
                </a:lnTo>
                <a:lnTo>
                  <a:pt x="773012" y="144981"/>
                </a:lnTo>
                <a:lnTo>
                  <a:pt x="773291" y="144821"/>
                </a:lnTo>
                <a:lnTo>
                  <a:pt x="773557" y="144651"/>
                </a:lnTo>
                <a:lnTo>
                  <a:pt x="773811" y="144474"/>
                </a:lnTo>
                <a:lnTo>
                  <a:pt x="774053" y="144288"/>
                </a:lnTo>
                <a:lnTo>
                  <a:pt x="774282" y="144095"/>
                </a:lnTo>
                <a:lnTo>
                  <a:pt x="774500" y="143894"/>
                </a:lnTo>
                <a:lnTo>
                  <a:pt x="774709" y="143688"/>
                </a:lnTo>
                <a:lnTo>
                  <a:pt x="774908" y="143477"/>
                </a:lnTo>
                <a:lnTo>
                  <a:pt x="775099" y="143260"/>
                </a:lnTo>
                <a:lnTo>
                  <a:pt x="775280" y="143038"/>
                </a:lnTo>
                <a:lnTo>
                  <a:pt x="775451" y="142811"/>
                </a:lnTo>
                <a:lnTo>
                  <a:pt x="775614" y="142579"/>
                </a:lnTo>
                <a:lnTo>
                  <a:pt x="775767" y="142341"/>
                </a:lnTo>
                <a:lnTo>
                  <a:pt x="775911" y="142098"/>
                </a:lnTo>
                <a:lnTo>
                  <a:pt x="776045" y="141849"/>
                </a:lnTo>
                <a:lnTo>
                  <a:pt x="776171" y="141596"/>
                </a:lnTo>
                <a:lnTo>
                  <a:pt x="776287" y="141337"/>
                </a:lnTo>
                <a:lnTo>
                  <a:pt x="776393" y="141072"/>
                </a:lnTo>
                <a:lnTo>
                  <a:pt x="776491" y="140803"/>
                </a:lnTo>
                <a:lnTo>
                  <a:pt x="776579" y="140528"/>
                </a:lnTo>
                <a:lnTo>
                  <a:pt x="776658" y="140247"/>
                </a:lnTo>
                <a:lnTo>
                  <a:pt x="776728" y="139962"/>
                </a:lnTo>
                <a:lnTo>
                  <a:pt x="776788" y="139671"/>
                </a:lnTo>
                <a:lnTo>
                  <a:pt x="776839" y="139375"/>
                </a:lnTo>
                <a:lnTo>
                  <a:pt x="776881" y="139074"/>
                </a:lnTo>
                <a:lnTo>
                  <a:pt x="776913" y="138767"/>
                </a:lnTo>
                <a:lnTo>
                  <a:pt x="776936" y="138455"/>
                </a:lnTo>
                <a:lnTo>
                  <a:pt x="776950" y="138137"/>
                </a:lnTo>
                <a:lnTo>
                  <a:pt x="776955" y="137815"/>
                </a:lnTo>
                <a:lnTo>
                  <a:pt x="776950" y="137492"/>
                </a:lnTo>
                <a:lnTo>
                  <a:pt x="776936" y="137174"/>
                </a:lnTo>
                <a:lnTo>
                  <a:pt x="776913" y="136861"/>
                </a:lnTo>
                <a:lnTo>
                  <a:pt x="776881" y="136554"/>
                </a:lnTo>
                <a:lnTo>
                  <a:pt x="776839" y="136251"/>
                </a:lnTo>
                <a:lnTo>
                  <a:pt x="776788" y="135953"/>
                </a:lnTo>
                <a:lnTo>
                  <a:pt x="776728" y="135660"/>
                </a:lnTo>
                <a:lnTo>
                  <a:pt x="776658" y="135373"/>
                </a:lnTo>
                <a:lnTo>
                  <a:pt x="776579" y="135090"/>
                </a:lnTo>
                <a:lnTo>
                  <a:pt x="776491" y="134812"/>
                </a:lnTo>
                <a:lnTo>
                  <a:pt x="776393" y="134540"/>
                </a:lnTo>
                <a:lnTo>
                  <a:pt x="776287" y="134272"/>
                </a:lnTo>
                <a:lnTo>
                  <a:pt x="776171" y="134009"/>
                </a:lnTo>
                <a:lnTo>
                  <a:pt x="776045" y="133751"/>
                </a:lnTo>
                <a:lnTo>
                  <a:pt x="775911" y="133499"/>
                </a:lnTo>
                <a:lnTo>
                  <a:pt x="775767" y="133251"/>
                </a:lnTo>
                <a:lnTo>
                  <a:pt x="775614" y="133008"/>
                </a:lnTo>
                <a:lnTo>
                  <a:pt x="775451" y="132771"/>
                </a:lnTo>
                <a:lnTo>
                  <a:pt x="775280" y="132538"/>
                </a:lnTo>
                <a:lnTo>
                  <a:pt x="775099" y="132311"/>
                </a:lnTo>
                <a:lnTo>
                  <a:pt x="774908" y="132088"/>
                </a:lnTo>
                <a:lnTo>
                  <a:pt x="774709" y="131870"/>
                </a:lnTo>
                <a:lnTo>
                  <a:pt x="774500" y="131658"/>
                </a:lnTo>
                <a:lnTo>
                  <a:pt x="774282" y="131450"/>
                </a:lnTo>
                <a:lnTo>
                  <a:pt x="774053" y="131249"/>
                </a:lnTo>
                <a:lnTo>
                  <a:pt x="773811" y="131057"/>
                </a:lnTo>
                <a:lnTo>
                  <a:pt x="773557" y="130873"/>
                </a:lnTo>
                <a:lnTo>
                  <a:pt x="773291" y="130698"/>
                </a:lnTo>
                <a:lnTo>
                  <a:pt x="773012" y="130532"/>
                </a:lnTo>
                <a:lnTo>
                  <a:pt x="772720" y="130374"/>
                </a:lnTo>
                <a:lnTo>
                  <a:pt x="772416" y="130224"/>
                </a:lnTo>
                <a:lnTo>
                  <a:pt x="772099" y="130083"/>
                </a:lnTo>
                <a:lnTo>
                  <a:pt x="771770" y="129951"/>
                </a:lnTo>
                <a:lnTo>
                  <a:pt x="771428" y="129827"/>
                </a:lnTo>
                <a:lnTo>
                  <a:pt x="771074" y="129711"/>
                </a:lnTo>
                <a:lnTo>
                  <a:pt x="770707" y="129604"/>
                </a:lnTo>
                <a:lnTo>
                  <a:pt x="770328" y="129506"/>
                </a:lnTo>
                <a:lnTo>
                  <a:pt x="769936" y="129416"/>
                </a:lnTo>
                <a:lnTo>
                  <a:pt x="769532" y="129335"/>
                </a:lnTo>
                <a:lnTo>
                  <a:pt x="769115" y="129263"/>
                </a:lnTo>
                <a:lnTo>
                  <a:pt x="768685" y="129199"/>
                </a:lnTo>
                <a:lnTo>
                  <a:pt x="768243" y="129143"/>
                </a:lnTo>
                <a:lnTo>
                  <a:pt x="767789" y="129096"/>
                </a:lnTo>
                <a:lnTo>
                  <a:pt x="767322" y="129058"/>
                </a:lnTo>
                <a:lnTo>
                  <a:pt x="766843" y="129028"/>
                </a:lnTo>
                <a:lnTo>
                  <a:pt x="766351" y="129006"/>
                </a:lnTo>
                <a:lnTo>
                  <a:pt x="765846" y="128993"/>
                </a:lnTo>
                <a:lnTo>
                  <a:pt x="765329" y="128989"/>
                </a:lnTo>
                <a:lnTo>
                  <a:pt x="754891" y="128989"/>
                </a:lnTo>
                <a:lnTo>
                  <a:pt x="754891" y="100476"/>
                </a:lnTo>
                <a:lnTo>
                  <a:pt x="755429" y="100798"/>
                </a:lnTo>
                <a:lnTo>
                  <a:pt x="755967" y="101113"/>
                </a:lnTo>
                <a:lnTo>
                  <a:pt x="756505" y="101421"/>
                </a:lnTo>
                <a:lnTo>
                  <a:pt x="757043" y="101723"/>
                </a:lnTo>
                <a:lnTo>
                  <a:pt x="757582" y="102018"/>
                </a:lnTo>
                <a:lnTo>
                  <a:pt x="758121" y="102306"/>
                </a:lnTo>
                <a:lnTo>
                  <a:pt x="758660" y="102587"/>
                </a:lnTo>
                <a:lnTo>
                  <a:pt x="759200" y="102861"/>
                </a:lnTo>
                <a:lnTo>
                  <a:pt x="759740" y="103129"/>
                </a:lnTo>
                <a:lnTo>
                  <a:pt x="760280" y="103390"/>
                </a:lnTo>
                <a:lnTo>
                  <a:pt x="760821" y="103644"/>
                </a:lnTo>
                <a:lnTo>
                  <a:pt x="761362" y="103891"/>
                </a:lnTo>
                <a:lnTo>
                  <a:pt x="761903" y="104132"/>
                </a:lnTo>
                <a:lnTo>
                  <a:pt x="762444" y="104366"/>
                </a:lnTo>
                <a:lnTo>
                  <a:pt x="762986" y="104593"/>
                </a:lnTo>
                <a:lnTo>
                  <a:pt x="763528" y="104813"/>
                </a:lnTo>
                <a:lnTo>
                  <a:pt x="764070" y="105027"/>
                </a:lnTo>
                <a:lnTo>
                  <a:pt x="764613" y="105233"/>
                </a:lnTo>
                <a:lnTo>
                  <a:pt x="765156" y="105433"/>
                </a:lnTo>
                <a:lnTo>
                  <a:pt x="765699" y="105626"/>
                </a:lnTo>
                <a:lnTo>
                  <a:pt x="766243" y="105813"/>
                </a:lnTo>
                <a:lnTo>
                  <a:pt x="766786" y="105992"/>
                </a:lnTo>
                <a:lnTo>
                  <a:pt x="767330" y="106165"/>
                </a:lnTo>
                <a:lnTo>
                  <a:pt x="767875" y="106331"/>
                </a:lnTo>
                <a:lnTo>
                  <a:pt x="768420" y="106490"/>
                </a:lnTo>
                <a:lnTo>
                  <a:pt x="768965" y="106643"/>
                </a:lnTo>
                <a:lnTo>
                  <a:pt x="769511" y="106789"/>
                </a:lnTo>
                <a:lnTo>
                  <a:pt x="770058" y="106928"/>
                </a:lnTo>
                <a:lnTo>
                  <a:pt x="770605" y="107060"/>
                </a:lnTo>
                <a:lnTo>
                  <a:pt x="771153" y="107185"/>
                </a:lnTo>
                <a:lnTo>
                  <a:pt x="771701" y="107304"/>
                </a:lnTo>
                <a:lnTo>
                  <a:pt x="772250" y="107416"/>
                </a:lnTo>
                <a:lnTo>
                  <a:pt x="772799" y="107521"/>
                </a:lnTo>
                <a:lnTo>
                  <a:pt x="773350" y="107619"/>
                </a:lnTo>
                <a:lnTo>
                  <a:pt x="773900" y="107710"/>
                </a:lnTo>
                <a:lnTo>
                  <a:pt x="774452" y="107795"/>
                </a:lnTo>
                <a:lnTo>
                  <a:pt x="775003" y="107873"/>
                </a:lnTo>
                <a:lnTo>
                  <a:pt x="775556" y="107944"/>
                </a:lnTo>
                <a:lnTo>
                  <a:pt x="776109" y="108009"/>
                </a:lnTo>
                <a:lnTo>
                  <a:pt x="776663" y="108066"/>
                </a:lnTo>
                <a:lnTo>
                  <a:pt x="777217" y="108117"/>
                </a:lnTo>
                <a:lnTo>
                  <a:pt x="777772" y="108161"/>
                </a:lnTo>
                <a:lnTo>
                  <a:pt x="778327" y="108198"/>
                </a:lnTo>
                <a:lnTo>
                  <a:pt x="778883" y="108229"/>
                </a:lnTo>
                <a:lnTo>
                  <a:pt x="779440" y="108253"/>
                </a:lnTo>
                <a:lnTo>
                  <a:pt x="779997" y="108269"/>
                </a:lnTo>
                <a:lnTo>
                  <a:pt x="780555" y="108280"/>
                </a:lnTo>
                <a:lnTo>
                  <a:pt x="781113" y="108283"/>
                </a:lnTo>
                <a:lnTo>
                  <a:pt x="782402" y="108267"/>
                </a:lnTo>
                <a:lnTo>
                  <a:pt x="783680" y="108218"/>
                </a:lnTo>
                <a:lnTo>
                  <a:pt x="784947" y="108137"/>
                </a:lnTo>
                <a:lnTo>
                  <a:pt x="786203" y="108024"/>
                </a:lnTo>
                <a:lnTo>
                  <a:pt x="787448" y="107878"/>
                </a:lnTo>
                <a:lnTo>
                  <a:pt x="788682" y="107700"/>
                </a:lnTo>
                <a:lnTo>
                  <a:pt x="789905" y="107489"/>
                </a:lnTo>
                <a:lnTo>
                  <a:pt x="791117" y="107246"/>
                </a:lnTo>
                <a:lnTo>
                  <a:pt x="792319" y="106970"/>
                </a:lnTo>
                <a:lnTo>
                  <a:pt x="793509" y="106662"/>
                </a:lnTo>
                <a:lnTo>
                  <a:pt x="794689" y="106322"/>
                </a:lnTo>
                <a:lnTo>
                  <a:pt x="795858" y="105949"/>
                </a:lnTo>
                <a:lnTo>
                  <a:pt x="797016" y="105544"/>
                </a:lnTo>
                <a:lnTo>
                  <a:pt x="798163" y="105107"/>
                </a:lnTo>
                <a:lnTo>
                  <a:pt x="799299" y="104637"/>
                </a:lnTo>
                <a:lnTo>
                  <a:pt x="800424" y="104134"/>
                </a:lnTo>
                <a:lnTo>
                  <a:pt x="801538" y="103599"/>
                </a:lnTo>
                <a:lnTo>
                  <a:pt x="802641" y="103032"/>
                </a:lnTo>
                <a:lnTo>
                  <a:pt x="803734" y="102433"/>
                </a:lnTo>
                <a:lnTo>
                  <a:pt x="804815" y="101801"/>
                </a:lnTo>
                <a:lnTo>
                  <a:pt x="805886" y="101136"/>
                </a:lnTo>
                <a:lnTo>
                  <a:pt x="806946" y="100439"/>
                </a:lnTo>
                <a:lnTo>
                  <a:pt x="807995" y="99710"/>
                </a:lnTo>
                <a:lnTo>
                  <a:pt x="809033" y="98948"/>
                </a:lnTo>
                <a:lnTo>
                  <a:pt x="810244" y="98004"/>
                </a:lnTo>
                <a:lnTo>
                  <a:pt x="811405" y="97040"/>
                </a:lnTo>
                <a:lnTo>
                  <a:pt x="812513" y="96054"/>
                </a:lnTo>
                <a:lnTo>
                  <a:pt x="813570" y="95047"/>
                </a:lnTo>
                <a:lnTo>
                  <a:pt x="814576" y="94019"/>
                </a:lnTo>
                <a:lnTo>
                  <a:pt x="815530" y="92971"/>
                </a:lnTo>
                <a:lnTo>
                  <a:pt x="816432" y="91901"/>
                </a:lnTo>
                <a:lnTo>
                  <a:pt x="817283" y="90811"/>
                </a:lnTo>
                <a:lnTo>
                  <a:pt x="818082" y="89700"/>
                </a:lnTo>
                <a:lnTo>
                  <a:pt x="818830" y="88568"/>
                </a:lnTo>
                <a:lnTo>
                  <a:pt x="819526" y="87414"/>
                </a:lnTo>
                <a:lnTo>
                  <a:pt x="820171" y="86240"/>
                </a:lnTo>
                <a:lnTo>
                  <a:pt x="820764" y="85045"/>
                </a:lnTo>
                <a:lnTo>
                  <a:pt x="821305" y="83829"/>
                </a:lnTo>
                <a:lnTo>
                  <a:pt x="821795" y="82593"/>
                </a:lnTo>
                <a:lnTo>
                  <a:pt x="822233" y="81335"/>
                </a:lnTo>
                <a:lnTo>
                  <a:pt x="822620" y="80056"/>
                </a:lnTo>
                <a:lnTo>
                  <a:pt x="822955" y="78757"/>
                </a:lnTo>
                <a:lnTo>
                  <a:pt x="823239" y="77436"/>
                </a:lnTo>
                <a:lnTo>
                  <a:pt x="823471" y="76095"/>
                </a:lnTo>
                <a:lnTo>
                  <a:pt x="823651" y="74732"/>
                </a:lnTo>
                <a:lnTo>
                  <a:pt x="823780" y="73349"/>
                </a:lnTo>
                <a:lnTo>
                  <a:pt x="823857" y="71945"/>
                </a:lnTo>
                <a:lnTo>
                  <a:pt x="823883" y="70520"/>
                </a:lnTo>
                <a:lnTo>
                  <a:pt x="823861" y="69225"/>
                </a:lnTo>
                <a:lnTo>
                  <a:pt x="823796" y="67942"/>
                </a:lnTo>
                <a:lnTo>
                  <a:pt x="823687" y="66671"/>
                </a:lnTo>
                <a:lnTo>
                  <a:pt x="823534" y="65413"/>
                </a:lnTo>
                <a:lnTo>
                  <a:pt x="823338" y="64167"/>
                </a:lnTo>
                <a:lnTo>
                  <a:pt x="823098" y="62933"/>
                </a:lnTo>
                <a:lnTo>
                  <a:pt x="822815" y="61711"/>
                </a:lnTo>
                <a:lnTo>
                  <a:pt x="822488" y="60501"/>
                </a:lnTo>
                <a:lnTo>
                  <a:pt x="822117" y="59304"/>
                </a:lnTo>
                <a:lnTo>
                  <a:pt x="821703" y="58119"/>
                </a:lnTo>
                <a:lnTo>
                  <a:pt x="821245" y="56946"/>
                </a:lnTo>
                <a:lnTo>
                  <a:pt x="820743" y="55786"/>
                </a:lnTo>
                <a:lnTo>
                  <a:pt x="820198" y="54637"/>
                </a:lnTo>
                <a:lnTo>
                  <a:pt x="819610" y="53501"/>
                </a:lnTo>
                <a:lnTo>
                  <a:pt x="818977" y="52377"/>
                </a:lnTo>
                <a:lnTo>
                  <a:pt x="818301" y="51266"/>
                </a:lnTo>
                <a:lnTo>
                  <a:pt x="817582" y="50166"/>
                </a:lnTo>
                <a:lnTo>
                  <a:pt x="816819" y="49079"/>
                </a:lnTo>
                <a:lnTo>
                  <a:pt x="816012" y="48004"/>
                </a:lnTo>
                <a:lnTo>
                  <a:pt x="815161" y="46941"/>
                </a:lnTo>
                <a:lnTo>
                  <a:pt x="814267" y="45891"/>
                </a:lnTo>
                <a:lnTo>
                  <a:pt x="813330" y="44852"/>
                </a:lnTo>
                <a:lnTo>
                  <a:pt x="812349" y="43826"/>
                </a:lnTo>
                <a:lnTo>
                  <a:pt x="811324" y="42813"/>
                </a:lnTo>
                <a:lnTo>
                  <a:pt x="810268" y="41826"/>
                </a:lnTo>
                <a:lnTo>
                  <a:pt x="809194" y="40881"/>
                </a:lnTo>
                <a:lnTo>
                  <a:pt x="808102" y="39978"/>
                </a:lnTo>
                <a:lnTo>
                  <a:pt x="806991" y="39118"/>
                </a:lnTo>
                <a:lnTo>
                  <a:pt x="805862" y="38299"/>
                </a:lnTo>
                <a:lnTo>
                  <a:pt x="804715" y="37522"/>
                </a:lnTo>
                <a:lnTo>
                  <a:pt x="803550" y="36787"/>
                </a:lnTo>
                <a:lnTo>
                  <a:pt x="802366" y="36094"/>
                </a:lnTo>
                <a:lnTo>
                  <a:pt x="801164" y="35444"/>
                </a:lnTo>
                <a:lnTo>
                  <a:pt x="799944" y="34835"/>
                </a:lnTo>
                <a:lnTo>
                  <a:pt x="798706" y="34268"/>
                </a:lnTo>
                <a:lnTo>
                  <a:pt x="797449" y="33743"/>
                </a:lnTo>
                <a:lnTo>
                  <a:pt x="796174" y="33260"/>
                </a:lnTo>
                <a:lnTo>
                  <a:pt x="794881" y="32819"/>
                </a:lnTo>
                <a:lnTo>
                  <a:pt x="793569" y="32420"/>
                </a:lnTo>
                <a:lnTo>
                  <a:pt x="792239" y="32063"/>
                </a:lnTo>
                <a:lnTo>
                  <a:pt x="790891" y="31749"/>
                </a:lnTo>
                <a:lnTo>
                  <a:pt x="789525" y="31476"/>
                </a:lnTo>
                <a:lnTo>
                  <a:pt x="788140" y="31245"/>
                </a:lnTo>
                <a:lnTo>
                  <a:pt x="786738" y="31056"/>
                </a:lnTo>
                <a:lnTo>
                  <a:pt x="785316" y="30909"/>
                </a:lnTo>
                <a:lnTo>
                  <a:pt x="783877" y="30804"/>
                </a:lnTo>
                <a:lnTo>
                  <a:pt x="782419" y="30741"/>
                </a:lnTo>
                <a:lnTo>
                  <a:pt x="780943" y="30720"/>
                </a:lnTo>
                <a:lnTo>
                  <a:pt x="780371" y="30723"/>
                </a:lnTo>
                <a:lnTo>
                  <a:pt x="779800" y="30734"/>
                </a:lnTo>
                <a:lnTo>
                  <a:pt x="779230" y="30752"/>
                </a:lnTo>
                <a:lnTo>
                  <a:pt x="778662" y="30777"/>
                </a:lnTo>
                <a:lnTo>
                  <a:pt x="778094" y="30809"/>
                </a:lnTo>
                <a:lnTo>
                  <a:pt x="777528" y="30848"/>
                </a:lnTo>
                <a:lnTo>
                  <a:pt x="776963" y="30895"/>
                </a:lnTo>
                <a:lnTo>
                  <a:pt x="776399" y="30948"/>
                </a:lnTo>
                <a:lnTo>
                  <a:pt x="775836" y="31009"/>
                </a:lnTo>
                <a:lnTo>
                  <a:pt x="775274" y="31077"/>
                </a:lnTo>
                <a:lnTo>
                  <a:pt x="774714" y="31152"/>
                </a:lnTo>
                <a:lnTo>
                  <a:pt x="774155" y="31234"/>
                </a:lnTo>
                <a:lnTo>
                  <a:pt x="773596" y="31324"/>
                </a:lnTo>
                <a:lnTo>
                  <a:pt x="773040" y="31420"/>
                </a:lnTo>
                <a:lnTo>
                  <a:pt x="772484" y="31524"/>
                </a:lnTo>
                <a:lnTo>
                  <a:pt x="771929" y="31634"/>
                </a:lnTo>
                <a:lnTo>
                  <a:pt x="771376" y="31752"/>
                </a:lnTo>
                <a:lnTo>
                  <a:pt x="770824" y="31877"/>
                </a:lnTo>
                <a:lnTo>
                  <a:pt x="770273" y="32010"/>
                </a:lnTo>
                <a:lnTo>
                  <a:pt x="769723" y="32149"/>
                </a:lnTo>
                <a:lnTo>
                  <a:pt x="769174" y="32295"/>
                </a:lnTo>
                <a:lnTo>
                  <a:pt x="768627" y="32449"/>
                </a:lnTo>
                <a:lnTo>
                  <a:pt x="768080" y="32610"/>
                </a:lnTo>
                <a:lnTo>
                  <a:pt x="767535" y="32778"/>
                </a:lnTo>
                <a:lnTo>
                  <a:pt x="766992" y="32953"/>
                </a:lnTo>
                <a:lnTo>
                  <a:pt x="766449" y="33136"/>
                </a:lnTo>
                <a:lnTo>
                  <a:pt x="765908" y="33326"/>
                </a:lnTo>
                <a:lnTo>
                  <a:pt x="765369" y="33523"/>
                </a:lnTo>
                <a:lnTo>
                  <a:pt x="764831" y="33728"/>
                </a:lnTo>
                <a:lnTo>
                  <a:pt x="764295" y="33941"/>
                </a:lnTo>
                <a:lnTo>
                  <a:pt x="763760" y="34160"/>
                </a:lnTo>
                <a:lnTo>
                  <a:pt x="763226" y="34388"/>
                </a:lnTo>
                <a:lnTo>
                  <a:pt x="762694" y="34622"/>
                </a:lnTo>
                <a:lnTo>
                  <a:pt x="762164" y="34865"/>
                </a:lnTo>
                <a:lnTo>
                  <a:pt x="761635" y="35114"/>
                </a:lnTo>
                <a:lnTo>
                  <a:pt x="761107" y="35371"/>
                </a:lnTo>
                <a:lnTo>
                  <a:pt x="760581" y="35636"/>
                </a:lnTo>
                <a:lnTo>
                  <a:pt x="760056" y="35908"/>
                </a:lnTo>
                <a:lnTo>
                  <a:pt x="759533" y="36187"/>
                </a:lnTo>
                <a:lnTo>
                  <a:pt x="759012" y="36474"/>
                </a:lnTo>
                <a:lnTo>
                  <a:pt x="758491" y="36768"/>
                </a:lnTo>
                <a:lnTo>
                  <a:pt x="757973" y="37070"/>
                </a:lnTo>
                <a:lnTo>
                  <a:pt x="757455" y="37379"/>
                </a:lnTo>
                <a:lnTo>
                  <a:pt x="756939" y="37696"/>
                </a:lnTo>
                <a:lnTo>
                  <a:pt x="756425" y="38020"/>
                </a:lnTo>
                <a:lnTo>
                  <a:pt x="755912" y="38351"/>
                </a:lnTo>
                <a:lnTo>
                  <a:pt x="755401" y="38690"/>
                </a:lnTo>
                <a:lnTo>
                  <a:pt x="754891" y="39036"/>
                </a:lnTo>
                <a:lnTo>
                  <a:pt x="754891" y="33096"/>
                </a:lnTo>
                <a:lnTo>
                  <a:pt x="734524" y="33096"/>
                </a:lnTo>
                <a:lnTo>
                  <a:pt x="734007" y="33100"/>
                </a:lnTo>
                <a:lnTo>
                  <a:pt x="733503" y="33112"/>
                </a:lnTo>
                <a:lnTo>
                  <a:pt x="733011" y="33133"/>
                </a:lnTo>
                <a:lnTo>
                  <a:pt x="732531" y="33162"/>
                </a:lnTo>
                <a:lnTo>
                  <a:pt x="732064" y="33199"/>
                </a:lnTo>
                <a:lnTo>
                  <a:pt x="731610" y="33244"/>
                </a:lnTo>
                <a:lnTo>
                  <a:pt x="731168" y="33298"/>
                </a:lnTo>
                <a:lnTo>
                  <a:pt x="730739" y="33360"/>
                </a:lnTo>
                <a:lnTo>
                  <a:pt x="730322" y="33430"/>
                </a:lnTo>
                <a:lnTo>
                  <a:pt x="729917" y="33508"/>
                </a:lnTo>
                <a:lnTo>
                  <a:pt x="729526" y="33595"/>
                </a:lnTo>
                <a:lnTo>
                  <a:pt x="729146" y="33690"/>
                </a:lnTo>
                <a:lnTo>
                  <a:pt x="728779" y="33793"/>
                </a:lnTo>
                <a:lnTo>
                  <a:pt x="728425" y="33904"/>
                </a:lnTo>
                <a:lnTo>
                  <a:pt x="728083" y="34024"/>
                </a:lnTo>
                <a:lnTo>
                  <a:pt x="727754" y="34152"/>
                </a:lnTo>
                <a:lnTo>
                  <a:pt x="727438" y="34288"/>
                </a:lnTo>
                <a:lnTo>
                  <a:pt x="727133" y="34432"/>
                </a:lnTo>
                <a:lnTo>
                  <a:pt x="726842" y="34585"/>
                </a:lnTo>
                <a:lnTo>
                  <a:pt x="726563" y="34746"/>
                </a:lnTo>
                <a:lnTo>
                  <a:pt x="726296" y="34915"/>
                </a:lnTo>
                <a:lnTo>
                  <a:pt x="726042" y="35093"/>
                </a:lnTo>
                <a:lnTo>
                  <a:pt x="725800" y="35278"/>
                </a:lnTo>
                <a:lnTo>
                  <a:pt x="725571" y="35472"/>
                </a:lnTo>
                <a:lnTo>
                  <a:pt x="725353" y="35673"/>
                </a:lnTo>
                <a:lnTo>
                  <a:pt x="725144" y="35879"/>
                </a:lnTo>
                <a:lnTo>
                  <a:pt x="724945" y="36090"/>
                </a:lnTo>
                <a:lnTo>
                  <a:pt x="724755" y="36307"/>
                </a:lnTo>
                <a:lnTo>
                  <a:pt x="724574" y="36528"/>
                </a:lnTo>
                <a:lnTo>
                  <a:pt x="724402" y="36756"/>
                </a:lnTo>
                <a:lnTo>
                  <a:pt x="724240" y="36988"/>
                </a:lnTo>
                <a:lnTo>
                  <a:pt x="724086" y="37226"/>
                </a:lnTo>
                <a:lnTo>
                  <a:pt x="723943" y="37469"/>
                </a:lnTo>
                <a:lnTo>
                  <a:pt x="723808" y="37717"/>
                </a:lnTo>
                <a:lnTo>
                  <a:pt x="723683" y="37971"/>
                </a:lnTo>
                <a:lnTo>
                  <a:pt x="723567" y="38230"/>
                </a:lnTo>
                <a:lnTo>
                  <a:pt x="723460" y="38494"/>
                </a:lnTo>
                <a:lnTo>
                  <a:pt x="723362" y="38764"/>
                </a:lnTo>
                <a:lnTo>
                  <a:pt x="723274" y="39039"/>
                </a:lnTo>
                <a:lnTo>
                  <a:pt x="723195" y="39319"/>
                </a:lnTo>
                <a:lnTo>
                  <a:pt x="723126" y="39605"/>
                </a:lnTo>
                <a:lnTo>
                  <a:pt x="723111" y="39678"/>
                </a:lnTo>
                <a:lnTo>
                  <a:pt x="723043" y="39399"/>
                </a:lnTo>
                <a:close/>
                <a:moveTo>
                  <a:pt x="690955" y="75623"/>
                </a:moveTo>
                <a:lnTo>
                  <a:pt x="690819" y="76378"/>
                </a:lnTo>
                <a:lnTo>
                  <a:pt x="690659" y="77124"/>
                </a:lnTo>
                <a:lnTo>
                  <a:pt x="690475" y="77860"/>
                </a:lnTo>
                <a:lnTo>
                  <a:pt x="690266" y="78588"/>
                </a:lnTo>
                <a:lnTo>
                  <a:pt x="690032" y="79306"/>
                </a:lnTo>
                <a:lnTo>
                  <a:pt x="689774" y="80014"/>
                </a:lnTo>
                <a:lnTo>
                  <a:pt x="689491" y="80714"/>
                </a:lnTo>
                <a:lnTo>
                  <a:pt x="689183" y="81404"/>
                </a:lnTo>
                <a:lnTo>
                  <a:pt x="688851" y="82085"/>
                </a:lnTo>
                <a:lnTo>
                  <a:pt x="688494" y="82756"/>
                </a:lnTo>
                <a:lnTo>
                  <a:pt x="688113" y="83419"/>
                </a:lnTo>
                <a:lnTo>
                  <a:pt x="687707" y="84072"/>
                </a:lnTo>
                <a:lnTo>
                  <a:pt x="687276" y="84715"/>
                </a:lnTo>
                <a:lnTo>
                  <a:pt x="686821" y="85350"/>
                </a:lnTo>
                <a:lnTo>
                  <a:pt x="686342" y="85975"/>
                </a:lnTo>
                <a:lnTo>
                  <a:pt x="685837" y="86591"/>
                </a:lnTo>
                <a:lnTo>
                  <a:pt x="685308" y="87198"/>
                </a:lnTo>
                <a:lnTo>
                  <a:pt x="684755" y="87795"/>
                </a:lnTo>
                <a:lnTo>
                  <a:pt x="684176" y="88383"/>
                </a:lnTo>
                <a:lnTo>
                  <a:pt x="683581" y="88954"/>
                </a:lnTo>
                <a:lnTo>
                  <a:pt x="682976" y="89501"/>
                </a:lnTo>
                <a:lnTo>
                  <a:pt x="682360" y="90024"/>
                </a:lnTo>
                <a:lnTo>
                  <a:pt x="681735" y="90522"/>
                </a:lnTo>
                <a:lnTo>
                  <a:pt x="681101" y="90996"/>
                </a:lnTo>
                <a:lnTo>
                  <a:pt x="680456" y="91446"/>
                </a:lnTo>
                <a:lnTo>
                  <a:pt x="679801" y="91871"/>
                </a:lnTo>
                <a:lnTo>
                  <a:pt x="679137" y="92273"/>
                </a:lnTo>
                <a:lnTo>
                  <a:pt x="678462" y="92649"/>
                </a:lnTo>
                <a:lnTo>
                  <a:pt x="677778" y="93002"/>
                </a:lnTo>
                <a:lnTo>
                  <a:pt x="677084" y="93330"/>
                </a:lnTo>
                <a:lnTo>
                  <a:pt x="676380" y="93634"/>
                </a:lnTo>
                <a:lnTo>
                  <a:pt x="675666" y="93913"/>
                </a:lnTo>
                <a:lnTo>
                  <a:pt x="674942" y="94169"/>
                </a:lnTo>
                <a:lnTo>
                  <a:pt x="674208" y="94400"/>
                </a:lnTo>
                <a:lnTo>
                  <a:pt x="673465" y="94606"/>
                </a:lnTo>
                <a:lnTo>
                  <a:pt x="672712" y="94789"/>
                </a:lnTo>
                <a:lnTo>
                  <a:pt x="671948" y="94947"/>
                </a:lnTo>
                <a:lnTo>
                  <a:pt x="671175" y="95080"/>
                </a:lnTo>
                <a:lnTo>
                  <a:pt x="670392" y="95190"/>
                </a:lnTo>
                <a:lnTo>
                  <a:pt x="669599" y="95275"/>
                </a:lnTo>
                <a:lnTo>
                  <a:pt x="668797" y="95336"/>
                </a:lnTo>
                <a:lnTo>
                  <a:pt x="667984" y="95372"/>
                </a:lnTo>
                <a:lnTo>
                  <a:pt x="667162" y="95384"/>
                </a:lnTo>
                <a:lnTo>
                  <a:pt x="666339" y="95372"/>
                </a:lnTo>
                <a:lnTo>
                  <a:pt x="665527" y="95336"/>
                </a:lnTo>
                <a:lnTo>
                  <a:pt x="664724" y="95275"/>
                </a:lnTo>
                <a:lnTo>
                  <a:pt x="663931" y="95190"/>
                </a:lnTo>
                <a:lnTo>
                  <a:pt x="663148" y="95080"/>
                </a:lnTo>
                <a:lnTo>
                  <a:pt x="662375" y="94947"/>
                </a:lnTo>
                <a:lnTo>
                  <a:pt x="661612" y="94789"/>
                </a:lnTo>
                <a:lnTo>
                  <a:pt x="660858" y="94606"/>
                </a:lnTo>
                <a:lnTo>
                  <a:pt x="660115" y="94400"/>
                </a:lnTo>
                <a:lnTo>
                  <a:pt x="659381" y="94169"/>
                </a:lnTo>
                <a:lnTo>
                  <a:pt x="658657" y="93913"/>
                </a:lnTo>
                <a:lnTo>
                  <a:pt x="657944" y="93634"/>
                </a:lnTo>
                <a:lnTo>
                  <a:pt x="657240" y="93330"/>
                </a:lnTo>
                <a:lnTo>
                  <a:pt x="656545" y="93002"/>
                </a:lnTo>
                <a:lnTo>
                  <a:pt x="655861" y="92649"/>
                </a:lnTo>
                <a:lnTo>
                  <a:pt x="655187" y="92273"/>
                </a:lnTo>
                <a:lnTo>
                  <a:pt x="654522" y="91871"/>
                </a:lnTo>
                <a:lnTo>
                  <a:pt x="653868" y="91446"/>
                </a:lnTo>
                <a:lnTo>
                  <a:pt x="653223" y="90996"/>
                </a:lnTo>
                <a:lnTo>
                  <a:pt x="652588" y="90522"/>
                </a:lnTo>
                <a:lnTo>
                  <a:pt x="651963" y="90024"/>
                </a:lnTo>
                <a:lnTo>
                  <a:pt x="651348" y="89501"/>
                </a:lnTo>
                <a:lnTo>
                  <a:pt x="650742" y="88954"/>
                </a:lnTo>
                <a:lnTo>
                  <a:pt x="650147" y="88383"/>
                </a:lnTo>
                <a:lnTo>
                  <a:pt x="649569" y="87795"/>
                </a:lnTo>
                <a:lnTo>
                  <a:pt x="649015" y="87198"/>
                </a:lnTo>
                <a:lnTo>
                  <a:pt x="648486" y="86591"/>
                </a:lnTo>
                <a:lnTo>
                  <a:pt x="647982" y="85975"/>
                </a:lnTo>
                <a:lnTo>
                  <a:pt x="647502" y="85350"/>
                </a:lnTo>
                <a:lnTo>
                  <a:pt x="647047" y="84715"/>
                </a:lnTo>
                <a:lnTo>
                  <a:pt x="646616" y="84072"/>
                </a:lnTo>
                <a:lnTo>
                  <a:pt x="646210" y="83419"/>
                </a:lnTo>
                <a:lnTo>
                  <a:pt x="645829" y="82756"/>
                </a:lnTo>
                <a:lnTo>
                  <a:pt x="645472" y="82085"/>
                </a:lnTo>
                <a:lnTo>
                  <a:pt x="645140" y="81404"/>
                </a:lnTo>
                <a:lnTo>
                  <a:pt x="644833" y="80714"/>
                </a:lnTo>
                <a:lnTo>
                  <a:pt x="644550" y="80014"/>
                </a:lnTo>
                <a:lnTo>
                  <a:pt x="644291" y="79306"/>
                </a:lnTo>
                <a:lnTo>
                  <a:pt x="644058" y="78588"/>
                </a:lnTo>
                <a:lnTo>
                  <a:pt x="643848" y="77860"/>
                </a:lnTo>
                <a:lnTo>
                  <a:pt x="643664" y="77124"/>
                </a:lnTo>
                <a:lnTo>
                  <a:pt x="643504" y="76378"/>
                </a:lnTo>
                <a:lnTo>
                  <a:pt x="643369" y="75623"/>
                </a:lnTo>
                <a:lnTo>
                  <a:pt x="643258" y="74858"/>
                </a:lnTo>
                <a:lnTo>
                  <a:pt x="643172" y="74085"/>
                </a:lnTo>
                <a:lnTo>
                  <a:pt x="643110" y="73302"/>
                </a:lnTo>
                <a:lnTo>
                  <a:pt x="643073" y="72509"/>
                </a:lnTo>
                <a:lnTo>
                  <a:pt x="643061" y="71708"/>
                </a:lnTo>
                <a:lnTo>
                  <a:pt x="643073" y="70913"/>
                </a:lnTo>
                <a:lnTo>
                  <a:pt x="643110" y="70127"/>
                </a:lnTo>
                <a:lnTo>
                  <a:pt x="643172" y="69350"/>
                </a:lnTo>
                <a:lnTo>
                  <a:pt x="643258" y="68582"/>
                </a:lnTo>
                <a:lnTo>
                  <a:pt x="643369" y="67823"/>
                </a:lnTo>
                <a:lnTo>
                  <a:pt x="643504" y="67072"/>
                </a:lnTo>
                <a:lnTo>
                  <a:pt x="643664" y="66331"/>
                </a:lnTo>
                <a:lnTo>
                  <a:pt x="643848" y="65598"/>
                </a:lnTo>
                <a:lnTo>
                  <a:pt x="644058" y="64874"/>
                </a:lnTo>
                <a:lnTo>
                  <a:pt x="644291" y="64159"/>
                </a:lnTo>
                <a:lnTo>
                  <a:pt x="644550" y="63452"/>
                </a:lnTo>
                <a:lnTo>
                  <a:pt x="644833" y="62755"/>
                </a:lnTo>
                <a:lnTo>
                  <a:pt x="645140" y="62066"/>
                </a:lnTo>
                <a:lnTo>
                  <a:pt x="645472" y="61387"/>
                </a:lnTo>
                <a:lnTo>
                  <a:pt x="645829" y="60716"/>
                </a:lnTo>
                <a:lnTo>
                  <a:pt x="646210" y="60054"/>
                </a:lnTo>
                <a:lnTo>
                  <a:pt x="646616" y="59400"/>
                </a:lnTo>
                <a:lnTo>
                  <a:pt x="647047" y="58756"/>
                </a:lnTo>
                <a:lnTo>
                  <a:pt x="647502" y="58120"/>
                </a:lnTo>
                <a:lnTo>
                  <a:pt x="647982" y="57494"/>
                </a:lnTo>
                <a:lnTo>
                  <a:pt x="648486" y="56876"/>
                </a:lnTo>
                <a:lnTo>
                  <a:pt x="649015" y="56267"/>
                </a:lnTo>
                <a:lnTo>
                  <a:pt x="649569" y="55666"/>
                </a:lnTo>
                <a:lnTo>
                  <a:pt x="650147" y="55075"/>
                </a:lnTo>
                <a:lnTo>
                  <a:pt x="650742" y="54500"/>
                </a:lnTo>
                <a:lnTo>
                  <a:pt x="651348" y="53950"/>
                </a:lnTo>
                <a:lnTo>
                  <a:pt x="651963" y="53424"/>
                </a:lnTo>
                <a:lnTo>
                  <a:pt x="652588" y="52923"/>
                </a:lnTo>
                <a:lnTo>
                  <a:pt x="653223" y="52446"/>
                </a:lnTo>
                <a:lnTo>
                  <a:pt x="653868" y="51993"/>
                </a:lnTo>
                <a:lnTo>
                  <a:pt x="654522" y="51565"/>
                </a:lnTo>
                <a:lnTo>
                  <a:pt x="655187" y="51162"/>
                </a:lnTo>
                <a:lnTo>
                  <a:pt x="655861" y="50783"/>
                </a:lnTo>
                <a:lnTo>
                  <a:pt x="656545" y="50428"/>
                </a:lnTo>
                <a:lnTo>
                  <a:pt x="657240" y="50098"/>
                </a:lnTo>
                <a:lnTo>
                  <a:pt x="657944" y="49792"/>
                </a:lnTo>
                <a:lnTo>
                  <a:pt x="658657" y="49511"/>
                </a:lnTo>
                <a:lnTo>
                  <a:pt x="659381" y="49254"/>
                </a:lnTo>
                <a:lnTo>
                  <a:pt x="660115" y="49022"/>
                </a:lnTo>
                <a:lnTo>
                  <a:pt x="660858" y="48814"/>
                </a:lnTo>
                <a:lnTo>
                  <a:pt x="661612" y="48631"/>
                </a:lnTo>
                <a:lnTo>
                  <a:pt x="662375" y="48472"/>
                </a:lnTo>
                <a:lnTo>
                  <a:pt x="663148" y="48337"/>
                </a:lnTo>
                <a:lnTo>
                  <a:pt x="663931" y="48227"/>
                </a:lnTo>
                <a:lnTo>
                  <a:pt x="664724" y="48142"/>
                </a:lnTo>
                <a:lnTo>
                  <a:pt x="665527" y="48080"/>
                </a:lnTo>
                <a:lnTo>
                  <a:pt x="666339" y="48044"/>
                </a:lnTo>
                <a:lnTo>
                  <a:pt x="667162" y="48032"/>
                </a:lnTo>
                <a:lnTo>
                  <a:pt x="667984" y="48044"/>
                </a:lnTo>
                <a:lnTo>
                  <a:pt x="668797" y="48080"/>
                </a:lnTo>
                <a:lnTo>
                  <a:pt x="669599" y="48142"/>
                </a:lnTo>
                <a:lnTo>
                  <a:pt x="670392" y="48227"/>
                </a:lnTo>
                <a:lnTo>
                  <a:pt x="671175" y="48337"/>
                </a:lnTo>
                <a:lnTo>
                  <a:pt x="671948" y="48472"/>
                </a:lnTo>
                <a:lnTo>
                  <a:pt x="672712" y="48631"/>
                </a:lnTo>
                <a:lnTo>
                  <a:pt x="673465" y="48814"/>
                </a:lnTo>
                <a:lnTo>
                  <a:pt x="674208" y="49022"/>
                </a:lnTo>
                <a:lnTo>
                  <a:pt x="674942" y="49254"/>
                </a:lnTo>
                <a:lnTo>
                  <a:pt x="675666" y="49511"/>
                </a:lnTo>
                <a:lnTo>
                  <a:pt x="676380" y="49792"/>
                </a:lnTo>
                <a:lnTo>
                  <a:pt x="677084" y="50098"/>
                </a:lnTo>
                <a:lnTo>
                  <a:pt x="677778" y="50428"/>
                </a:lnTo>
                <a:lnTo>
                  <a:pt x="678462" y="50783"/>
                </a:lnTo>
                <a:lnTo>
                  <a:pt x="679137" y="51162"/>
                </a:lnTo>
                <a:lnTo>
                  <a:pt x="679801" y="51565"/>
                </a:lnTo>
                <a:lnTo>
                  <a:pt x="680456" y="51993"/>
                </a:lnTo>
                <a:lnTo>
                  <a:pt x="681101" y="52446"/>
                </a:lnTo>
                <a:lnTo>
                  <a:pt x="681735" y="52923"/>
                </a:lnTo>
                <a:lnTo>
                  <a:pt x="682360" y="53424"/>
                </a:lnTo>
                <a:lnTo>
                  <a:pt x="682976" y="53950"/>
                </a:lnTo>
                <a:lnTo>
                  <a:pt x="683581" y="54500"/>
                </a:lnTo>
                <a:lnTo>
                  <a:pt x="684176" y="55075"/>
                </a:lnTo>
                <a:lnTo>
                  <a:pt x="684755" y="55666"/>
                </a:lnTo>
                <a:lnTo>
                  <a:pt x="685308" y="56267"/>
                </a:lnTo>
                <a:lnTo>
                  <a:pt x="685837" y="56876"/>
                </a:lnTo>
                <a:lnTo>
                  <a:pt x="686342" y="57494"/>
                </a:lnTo>
                <a:lnTo>
                  <a:pt x="686821" y="58120"/>
                </a:lnTo>
                <a:lnTo>
                  <a:pt x="687276" y="58756"/>
                </a:lnTo>
                <a:lnTo>
                  <a:pt x="687707" y="59400"/>
                </a:lnTo>
                <a:lnTo>
                  <a:pt x="688113" y="60054"/>
                </a:lnTo>
                <a:lnTo>
                  <a:pt x="688494" y="60716"/>
                </a:lnTo>
                <a:lnTo>
                  <a:pt x="688851" y="61387"/>
                </a:lnTo>
                <a:lnTo>
                  <a:pt x="689183" y="62066"/>
                </a:lnTo>
                <a:lnTo>
                  <a:pt x="689491" y="62755"/>
                </a:lnTo>
                <a:lnTo>
                  <a:pt x="689774" y="63452"/>
                </a:lnTo>
                <a:lnTo>
                  <a:pt x="690032" y="64159"/>
                </a:lnTo>
                <a:lnTo>
                  <a:pt x="690266" y="64874"/>
                </a:lnTo>
                <a:lnTo>
                  <a:pt x="690475" y="65598"/>
                </a:lnTo>
                <a:lnTo>
                  <a:pt x="690659" y="66331"/>
                </a:lnTo>
                <a:lnTo>
                  <a:pt x="690819" y="67072"/>
                </a:lnTo>
                <a:lnTo>
                  <a:pt x="690955" y="67823"/>
                </a:lnTo>
                <a:lnTo>
                  <a:pt x="691065" y="68582"/>
                </a:lnTo>
                <a:lnTo>
                  <a:pt x="691152" y="69350"/>
                </a:lnTo>
                <a:lnTo>
                  <a:pt x="691213" y="70127"/>
                </a:lnTo>
                <a:lnTo>
                  <a:pt x="691250" y="70913"/>
                </a:lnTo>
                <a:lnTo>
                  <a:pt x="691262" y="71708"/>
                </a:lnTo>
                <a:lnTo>
                  <a:pt x="691250" y="72509"/>
                </a:lnTo>
                <a:lnTo>
                  <a:pt x="691213" y="73302"/>
                </a:lnTo>
                <a:lnTo>
                  <a:pt x="691152" y="74085"/>
                </a:lnTo>
                <a:lnTo>
                  <a:pt x="691065" y="74858"/>
                </a:lnTo>
                <a:lnTo>
                  <a:pt x="690955" y="75623"/>
                </a:lnTo>
                <a:close/>
                <a:moveTo>
                  <a:pt x="806282" y="72976"/>
                </a:moveTo>
                <a:lnTo>
                  <a:pt x="806166" y="73564"/>
                </a:lnTo>
                <a:lnTo>
                  <a:pt x="806025" y="74150"/>
                </a:lnTo>
                <a:lnTo>
                  <a:pt x="805859" y="74734"/>
                </a:lnTo>
                <a:lnTo>
                  <a:pt x="805666" y="75315"/>
                </a:lnTo>
                <a:lnTo>
                  <a:pt x="805448" y="75894"/>
                </a:lnTo>
                <a:lnTo>
                  <a:pt x="805205" y="76470"/>
                </a:lnTo>
                <a:lnTo>
                  <a:pt x="804936" y="77045"/>
                </a:lnTo>
                <a:lnTo>
                  <a:pt x="804641" y="77616"/>
                </a:lnTo>
                <a:lnTo>
                  <a:pt x="804321" y="78186"/>
                </a:lnTo>
                <a:lnTo>
                  <a:pt x="803974" y="78753"/>
                </a:lnTo>
                <a:lnTo>
                  <a:pt x="803603" y="79317"/>
                </a:lnTo>
                <a:lnTo>
                  <a:pt x="803205" y="79880"/>
                </a:lnTo>
                <a:lnTo>
                  <a:pt x="802782" y="80440"/>
                </a:lnTo>
                <a:lnTo>
                  <a:pt x="802334" y="80997"/>
                </a:lnTo>
                <a:lnTo>
                  <a:pt x="801860" y="81553"/>
                </a:lnTo>
                <a:lnTo>
                  <a:pt x="801360" y="82106"/>
                </a:lnTo>
                <a:lnTo>
                  <a:pt x="800834" y="82656"/>
                </a:lnTo>
                <a:lnTo>
                  <a:pt x="800283" y="83204"/>
                </a:lnTo>
                <a:lnTo>
                  <a:pt x="799706" y="83750"/>
                </a:lnTo>
                <a:lnTo>
                  <a:pt x="799104" y="84294"/>
                </a:lnTo>
                <a:lnTo>
                  <a:pt x="798482" y="84825"/>
                </a:lnTo>
                <a:lnTo>
                  <a:pt x="797848" y="85333"/>
                </a:lnTo>
                <a:lnTo>
                  <a:pt x="797201" y="85819"/>
                </a:lnTo>
                <a:lnTo>
                  <a:pt x="796541" y="86282"/>
                </a:lnTo>
                <a:lnTo>
                  <a:pt x="795869" y="86723"/>
                </a:lnTo>
                <a:lnTo>
                  <a:pt x="795184" y="87141"/>
                </a:lnTo>
                <a:lnTo>
                  <a:pt x="794487" y="87536"/>
                </a:lnTo>
                <a:lnTo>
                  <a:pt x="793776" y="87909"/>
                </a:lnTo>
                <a:lnTo>
                  <a:pt x="793053" y="88260"/>
                </a:lnTo>
                <a:lnTo>
                  <a:pt x="792318" y="88587"/>
                </a:lnTo>
                <a:lnTo>
                  <a:pt x="791570" y="88892"/>
                </a:lnTo>
                <a:lnTo>
                  <a:pt x="790809" y="89175"/>
                </a:lnTo>
                <a:lnTo>
                  <a:pt x="790035" y="89435"/>
                </a:lnTo>
                <a:lnTo>
                  <a:pt x="789249" y="89672"/>
                </a:lnTo>
                <a:lnTo>
                  <a:pt x="788450" y="89886"/>
                </a:lnTo>
                <a:lnTo>
                  <a:pt x="787638" y="90079"/>
                </a:lnTo>
                <a:lnTo>
                  <a:pt x="786814" y="90248"/>
                </a:lnTo>
                <a:lnTo>
                  <a:pt x="785977" y="90395"/>
                </a:lnTo>
                <a:lnTo>
                  <a:pt x="785127" y="90519"/>
                </a:lnTo>
                <a:lnTo>
                  <a:pt x="784265" y="90621"/>
                </a:lnTo>
                <a:lnTo>
                  <a:pt x="783390" y="90700"/>
                </a:lnTo>
                <a:lnTo>
                  <a:pt x="782502" y="90756"/>
                </a:lnTo>
                <a:lnTo>
                  <a:pt x="781602" y="90790"/>
                </a:lnTo>
                <a:lnTo>
                  <a:pt x="780689" y="90802"/>
                </a:lnTo>
                <a:lnTo>
                  <a:pt x="779783" y="90790"/>
                </a:lnTo>
                <a:lnTo>
                  <a:pt x="778889" y="90756"/>
                </a:lnTo>
                <a:lnTo>
                  <a:pt x="778007" y="90699"/>
                </a:lnTo>
                <a:lnTo>
                  <a:pt x="777138" y="90620"/>
                </a:lnTo>
                <a:lnTo>
                  <a:pt x="776280" y="90517"/>
                </a:lnTo>
                <a:lnTo>
                  <a:pt x="775435" y="90392"/>
                </a:lnTo>
                <a:lnTo>
                  <a:pt x="774603" y="90244"/>
                </a:lnTo>
                <a:lnTo>
                  <a:pt x="773782" y="90074"/>
                </a:lnTo>
                <a:lnTo>
                  <a:pt x="772974" y="89880"/>
                </a:lnTo>
                <a:lnTo>
                  <a:pt x="772178" y="89664"/>
                </a:lnTo>
                <a:lnTo>
                  <a:pt x="771394" y="89426"/>
                </a:lnTo>
                <a:lnTo>
                  <a:pt x="770622" y="89164"/>
                </a:lnTo>
                <a:lnTo>
                  <a:pt x="769863" y="88880"/>
                </a:lnTo>
                <a:lnTo>
                  <a:pt x="769116" y="88573"/>
                </a:lnTo>
                <a:lnTo>
                  <a:pt x="768381" y="88243"/>
                </a:lnTo>
                <a:lnTo>
                  <a:pt x="767658" y="87890"/>
                </a:lnTo>
                <a:lnTo>
                  <a:pt x="766947" y="87515"/>
                </a:lnTo>
                <a:lnTo>
                  <a:pt x="766249" y="87117"/>
                </a:lnTo>
                <a:lnTo>
                  <a:pt x="765563" y="86696"/>
                </a:lnTo>
                <a:lnTo>
                  <a:pt x="764889" y="86253"/>
                </a:lnTo>
                <a:lnTo>
                  <a:pt x="764228" y="85787"/>
                </a:lnTo>
                <a:lnTo>
                  <a:pt x="763578" y="85298"/>
                </a:lnTo>
                <a:lnTo>
                  <a:pt x="762941" y="84786"/>
                </a:lnTo>
                <a:lnTo>
                  <a:pt x="762316" y="84251"/>
                </a:lnTo>
                <a:lnTo>
                  <a:pt x="761711" y="83705"/>
                </a:lnTo>
                <a:lnTo>
                  <a:pt x="761130" y="83157"/>
                </a:lnTo>
                <a:lnTo>
                  <a:pt x="760576" y="82608"/>
                </a:lnTo>
                <a:lnTo>
                  <a:pt x="760048" y="82057"/>
                </a:lnTo>
                <a:lnTo>
                  <a:pt x="759545" y="81506"/>
                </a:lnTo>
                <a:lnTo>
                  <a:pt x="759068" y="80952"/>
                </a:lnTo>
                <a:lnTo>
                  <a:pt x="758617" y="80398"/>
                </a:lnTo>
                <a:lnTo>
                  <a:pt x="758191" y="79842"/>
                </a:lnTo>
                <a:lnTo>
                  <a:pt x="757792" y="79285"/>
                </a:lnTo>
                <a:lnTo>
                  <a:pt x="757418" y="78727"/>
                </a:lnTo>
                <a:lnTo>
                  <a:pt x="757070" y="78167"/>
                </a:lnTo>
                <a:lnTo>
                  <a:pt x="756747" y="77606"/>
                </a:lnTo>
                <a:lnTo>
                  <a:pt x="756451" y="77043"/>
                </a:lnTo>
                <a:lnTo>
                  <a:pt x="756180" y="76479"/>
                </a:lnTo>
                <a:lnTo>
                  <a:pt x="755935" y="75914"/>
                </a:lnTo>
                <a:lnTo>
                  <a:pt x="755716" y="75348"/>
                </a:lnTo>
                <a:lnTo>
                  <a:pt x="755523" y="74780"/>
                </a:lnTo>
                <a:lnTo>
                  <a:pt x="755355" y="74211"/>
                </a:lnTo>
                <a:lnTo>
                  <a:pt x="755213" y="73641"/>
                </a:lnTo>
                <a:lnTo>
                  <a:pt x="755097" y="73069"/>
                </a:lnTo>
                <a:lnTo>
                  <a:pt x="755007" y="72496"/>
                </a:lnTo>
                <a:lnTo>
                  <a:pt x="754943" y="71922"/>
                </a:lnTo>
                <a:lnTo>
                  <a:pt x="754904" y="71346"/>
                </a:lnTo>
                <a:lnTo>
                  <a:pt x="754891" y="70769"/>
                </a:lnTo>
                <a:lnTo>
                  <a:pt x="754900" y="70254"/>
                </a:lnTo>
                <a:lnTo>
                  <a:pt x="754927" y="69737"/>
                </a:lnTo>
                <a:lnTo>
                  <a:pt x="754972" y="69218"/>
                </a:lnTo>
                <a:lnTo>
                  <a:pt x="755035" y="68698"/>
                </a:lnTo>
                <a:lnTo>
                  <a:pt x="755116" y="68176"/>
                </a:lnTo>
                <a:lnTo>
                  <a:pt x="755215" y="67652"/>
                </a:lnTo>
                <a:lnTo>
                  <a:pt x="755331" y="67126"/>
                </a:lnTo>
                <a:lnTo>
                  <a:pt x="755466" y="66599"/>
                </a:lnTo>
                <a:lnTo>
                  <a:pt x="755619" y="66070"/>
                </a:lnTo>
                <a:lnTo>
                  <a:pt x="755790" y="65539"/>
                </a:lnTo>
                <a:lnTo>
                  <a:pt x="755978" y="65006"/>
                </a:lnTo>
                <a:lnTo>
                  <a:pt x="756185" y="64471"/>
                </a:lnTo>
                <a:lnTo>
                  <a:pt x="756410" y="63935"/>
                </a:lnTo>
                <a:lnTo>
                  <a:pt x="756652" y="63397"/>
                </a:lnTo>
                <a:lnTo>
                  <a:pt x="756913" y="62857"/>
                </a:lnTo>
                <a:lnTo>
                  <a:pt x="757192" y="62316"/>
                </a:lnTo>
                <a:lnTo>
                  <a:pt x="757488" y="61773"/>
                </a:lnTo>
                <a:lnTo>
                  <a:pt x="757803" y="61228"/>
                </a:lnTo>
                <a:lnTo>
                  <a:pt x="758135" y="60681"/>
                </a:lnTo>
                <a:lnTo>
                  <a:pt x="758486" y="60132"/>
                </a:lnTo>
                <a:lnTo>
                  <a:pt x="758854" y="59582"/>
                </a:lnTo>
                <a:lnTo>
                  <a:pt x="759241" y="59030"/>
                </a:lnTo>
                <a:lnTo>
                  <a:pt x="759645" y="58476"/>
                </a:lnTo>
                <a:lnTo>
                  <a:pt x="760068" y="57921"/>
                </a:lnTo>
                <a:lnTo>
                  <a:pt x="760713" y="57127"/>
                </a:lnTo>
                <a:lnTo>
                  <a:pt x="761378" y="56368"/>
                </a:lnTo>
                <a:lnTo>
                  <a:pt x="762060" y="55643"/>
                </a:lnTo>
                <a:lnTo>
                  <a:pt x="762762" y="54951"/>
                </a:lnTo>
                <a:lnTo>
                  <a:pt x="763482" y="54293"/>
                </a:lnTo>
                <a:lnTo>
                  <a:pt x="764220" y="53668"/>
                </a:lnTo>
                <a:lnTo>
                  <a:pt x="764978" y="53078"/>
                </a:lnTo>
                <a:lnTo>
                  <a:pt x="765753" y="52521"/>
                </a:lnTo>
                <a:lnTo>
                  <a:pt x="766548" y="51998"/>
                </a:lnTo>
                <a:lnTo>
                  <a:pt x="767360" y="51508"/>
                </a:lnTo>
                <a:lnTo>
                  <a:pt x="768192" y="51053"/>
                </a:lnTo>
                <a:lnTo>
                  <a:pt x="769042" y="50631"/>
                </a:lnTo>
                <a:lnTo>
                  <a:pt x="769910" y="50243"/>
                </a:lnTo>
                <a:lnTo>
                  <a:pt x="770797" y="49889"/>
                </a:lnTo>
                <a:lnTo>
                  <a:pt x="771703" y="49568"/>
                </a:lnTo>
                <a:lnTo>
                  <a:pt x="772627" y="49281"/>
                </a:lnTo>
                <a:lnTo>
                  <a:pt x="773570" y="49028"/>
                </a:lnTo>
                <a:lnTo>
                  <a:pt x="774531" y="48809"/>
                </a:lnTo>
                <a:lnTo>
                  <a:pt x="775511" y="48623"/>
                </a:lnTo>
                <a:lnTo>
                  <a:pt x="776509" y="48471"/>
                </a:lnTo>
                <a:lnTo>
                  <a:pt x="777526" y="48353"/>
                </a:lnTo>
                <a:lnTo>
                  <a:pt x="778562" y="48269"/>
                </a:lnTo>
                <a:lnTo>
                  <a:pt x="779616" y="48218"/>
                </a:lnTo>
                <a:lnTo>
                  <a:pt x="780689" y="48201"/>
                </a:lnTo>
                <a:lnTo>
                  <a:pt x="781357" y="48208"/>
                </a:lnTo>
                <a:lnTo>
                  <a:pt x="782018" y="48227"/>
                </a:lnTo>
                <a:lnTo>
                  <a:pt x="782672" y="48260"/>
                </a:lnTo>
                <a:lnTo>
                  <a:pt x="783318" y="48306"/>
                </a:lnTo>
                <a:lnTo>
                  <a:pt x="783958" y="48365"/>
                </a:lnTo>
                <a:lnTo>
                  <a:pt x="784590" y="48436"/>
                </a:lnTo>
                <a:lnTo>
                  <a:pt x="785215" y="48521"/>
                </a:lnTo>
                <a:lnTo>
                  <a:pt x="785832" y="48619"/>
                </a:lnTo>
                <a:lnTo>
                  <a:pt x="786443" y="48730"/>
                </a:lnTo>
                <a:lnTo>
                  <a:pt x="787046" y="48855"/>
                </a:lnTo>
                <a:lnTo>
                  <a:pt x="787642" y="48992"/>
                </a:lnTo>
                <a:lnTo>
                  <a:pt x="788231" y="49142"/>
                </a:lnTo>
                <a:lnTo>
                  <a:pt x="788813" y="49305"/>
                </a:lnTo>
                <a:lnTo>
                  <a:pt x="789387" y="49482"/>
                </a:lnTo>
                <a:lnTo>
                  <a:pt x="789954" y="49671"/>
                </a:lnTo>
                <a:lnTo>
                  <a:pt x="790514" y="49874"/>
                </a:lnTo>
                <a:lnTo>
                  <a:pt x="791067" y="50089"/>
                </a:lnTo>
                <a:lnTo>
                  <a:pt x="791612" y="50318"/>
                </a:lnTo>
                <a:lnTo>
                  <a:pt x="792150" y="50560"/>
                </a:lnTo>
                <a:lnTo>
                  <a:pt x="792681" y="50814"/>
                </a:lnTo>
                <a:lnTo>
                  <a:pt x="793205" y="51082"/>
                </a:lnTo>
                <a:lnTo>
                  <a:pt x="793722" y="51363"/>
                </a:lnTo>
                <a:lnTo>
                  <a:pt x="794231" y="51657"/>
                </a:lnTo>
                <a:lnTo>
                  <a:pt x="794733" y="51964"/>
                </a:lnTo>
                <a:lnTo>
                  <a:pt x="795227" y="52281"/>
                </a:lnTo>
                <a:lnTo>
                  <a:pt x="795709" y="52604"/>
                </a:lnTo>
                <a:lnTo>
                  <a:pt x="796181" y="52933"/>
                </a:lnTo>
                <a:lnTo>
                  <a:pt x="796642" y="53269"/>
                </a:lnTo>
                <a:lnTo>
                  <a:pt x="797092" y="53612"/>
                </a:lnTo>
                <a:lnTo>
                  <a:pt x="797531" y="53961"/>
                </a:lnTo>
                <a:lnTo>
                  <a:pt x="797960" y="54316"/>
                </a:lnTo>
                <a:lnTo>
                  <a:pt x="798378" y="54678"/>
                </a:lnTo>
                <a:lnTo>
                  <a:pt x="798785" y="55046"/>
                </a:lnTo>
                <a:lnTo>
                  <a:pt x="799181" y="55421"/>
                </a:lnTo>
                <a:lnTo>
                  <a:pt x="799567" y="55802"/>
                </a:lnTo>
                <a:lnTo>
                  <a:pt x="799942" y="56190"/>
                </a:lnTo>
                <a:lnTo>
                  <a:pt x="800306" y="56584"/>
                </a:lnTo>
                <a:lnTo>
                  <a:pt x="800659" y="56985"/>
                </a:lnTo>
                <a:lnTo>
                  <a:pt x="801002" y="57392"/>
                </a:lnTo>
                <a:lnTo>
                  <a:pt x="801334" y="57806"/>
                </a:lnTo>
                <a:lnTo>
                  <a:pt x="801655" y="58226"/>
                </a:lnTo>
                <a:lnTo>
                  <a:pt x="801965" y="58652"/>
                </a:lnTo>
                <a:lnTo>
                  <a:pt x="802265" y="59085"/>
                </a:lnTo>
                <a:lnTo>
                  <a:pt x="802554" y="59524"/>
                </a:lnTo>
                <a:lnTo>
                  <a:pt x="802832" y="59970"/>
                </a:lnTo>
                <a:lnTo>
                  <a:pt x="803099" y="60423"/>
                </a:lnTo>
                <a:lnTo>
                  <a:pt x="803356" y="60882"/>
                </a:lnTo>
                <a:lnTo>
                  <a:pt x="803601" y="61347"/>
                </a:lnTo>
                <a:lnTo>
                  <a:pt x="803837" y="61812"/>
                </a:lnTo>
                <a:lnTo>
                  <a:pt x="804062" y="62270"/>
                </a:lnTo>
                <a:lnTo>
                  <a:pt x="804278" y="62721"/>
                </a:lnTo>
                <a:lnTo>
                  <a:pt x="804483" y="63165"/>
                </a:lnTo>
                <a:lnTo>
                  <a:pt x="804678" y="63602"/>
                </a:lnTo>
                <a:lnTo>
                  <a:pt x="804864" y="64032"/>
                </a:lnTo>
                <a:lnTo>
                  <a:pt x="805039" y="64456"/>
                </a:lnTo>
                <a:lnTo>
                  <a:pt x="805204" y="64872"/>
                </a:lnTo>
                <a:lnTo>
                  <a:pt x="805360" y="65282"/>
                </a:lnTo>
                <a:lnTo>
                  <a:pt x="805505" y="65685"/>
                </a:lnTo>
                <a:lnTo>
                  <a:pt x="805640" y="66081"/>
                </a:lnTo>
                <a:lnTo>
                  <a:pt x="805765" y="66470"/>
                </a:lnTo>
                <a:lnTo>
                  <a:pt x="805881" y="66852"/>
                </a:lnTo>
                <a:lnTo>
                  <a:pt x="805986" y="67227"/>
                </a:lnTo>
                <a:lnTo>
                  <a:pt x="806081" y="67595"/>
                </a:lnTo>
                <a:lnTo>
                  <a:pt x="806166" y="67957"/>
                </a:lnTo>
                <a:lnTo>
                  <a:pt x="806241" y="68311"/>
                </a:lnTo>
                <a:lnTo>
                  <a:pt x="806306" y="68659"/>
                </a:lnTo>
                <a:lnTo>
                  <a:pt x="806361" y="68999"/>
                </a:lnTo>
                <a:lnTo>
                  <a:pt x="806407" y="69333"/>
                </a:lnTo>
                <a:lnTo>
                  <a:pt x="806442" y="69660"/>
                </a:lnTo>
                <a:lnTo>
                  <a:pt x="806467" y="69980"/>
                </a:lnTo>
                <a:lnTo>
                  <a:pt x="806482" y="70293"/>
                </a:lnTo>
                <a:lnTo>
                  <a:pt x="806487" y="70599"/>
                </a:lnTo>
                <a:lnTo>
                  <a:pt x="806474" y="71197"/>
                </a:lnTo>
                <a:lnTo>
                  <a:pt x="806435" y="71792"/>
                </a:lnTo>
                <a:lnTo>
                  <a:pt x="806371" y="72385"/>
                </a:lnTo>
                <a:lnTo>
                  <a:pt x="806282" y="72976"/>
                </a:lnTo>
                <a:close/>
                <a:moveTo>
                  <a:pt x="1128610" y="52716"/>
                </a:moveTo>
                <a:lnTo>
                  <a:pt x="1129077" y="52678"/>
                </a:lnTo>
                <a:lnTo>
                  <a:pt x="1129532" y="52632"/>
                </a:lnTo>
                <a:lnTo>
                  <a:pt x="1129974" y="52577"/>
                </a:lnTo>
                <a:lnTo>
                  <a:pt x="1130403" y="52514"/>
                </a:lnTo>
                <a:lnTo>
                  <a:pt x="1130820" y="52442"/>
                </a:lnTo>
                <a:lnTo>
                  <a:pt x="1131224" y="52362"/>
                </a:lnTo>
                <a:lnTo>
                  <a:pt x="1131616" y="52273"/>
                </a:lnTo>
                <a:lnTo>
                  <a:pt x="1131995" y="52176"/>
                </a:lnTo>
                <a:lnTo>
                  <a:pt x="1132362" y="52071"/>
                </a:lnTo>
                <a:lnTo>
                  <a:pt x="1132716" y="51957"/>
                </a:lnTo>
                <a:lnTo>
                  <a:pt x="1133058" y="51835"/>
                </a:lnTo>
                <a:lnTo>
                  <a:pt x="1133387" y="51704"/>
                </a:lnTo>
                <a:lnTo>
                  <a:pt x="1133704" y="51565"/>
                </a:lnTo>
                <a:lnTo>
                  <a:pt x="1134008" y="51417"/>
                </a:lnTo>
                <a:lnTo>
                  <a:pt x="1134300" y="51261"/>
                </a:lnTo>
                <a:lnTo>
                  <a:pt x="1134579" y="51097"/>
                </a:lnTo>
                <a:lnTo>
                  <a:pt x="1134846" y="50924"/>
                </a:lnTo>
                <a:lnTo>
                  <a:pt x="1135100" y="50743"/>
                </a:lnTo>
                <a:lnTo>
                  <a:pt x="1135341" y="50553"/>
                </a:lnTo>
                <a:lnTo>
                  <a:pt x="1135570" y="50355"/>
                </a:lnTo>
                <a:lnTo>
                  <a:pt x="1135788" y="50149"/>
                </a:lnTo>
                <a:lnTo>
                  <a:pt x="1135997" y="49940"/>
                </a:lnTo>
                <a:lnTo>
                  <a:pt x="1136197" y="49725"/>
                </a:lnTo>
                <a:lnTo>
                  <a:pt x="1136387" y="49505"/>
                </a:lnTo>
                <a:lnTo>
                  <a:pt x="1136568" y="49280"/>
                </a:lnTo>
                <a:lnTo>
                  <a:pt x="1136740" y="49051"/>
                </a:lnTo>
                <a:lnTo>
                  <a:pt x="1136902" y="48816"/>
                </a:lnTo>
                <a:lnTo>
                  <a:pt x="1137055" y="48577"/>
                </a:lnTo>
                <a:lnTo>
                  <a:pt x="1137199" y="48333"/>
                </a:lnTo>
                <a:lnTo>
                  <a:pt x="1137334" y="48084"/>
                </a:lnTo>
                <a:lnTo>
                  <a:pt x="1137459" y="47830"/>
                </a:lnTo>
                <a:lnTo>
                  <a:pt x="1137575" y="47571"/>
                </a:lnTo>
                <a:lnTo>
                  <a:pt x="1137682" y="47308"/>
                </a:lnTo>
                <a:lnTo>
                  <a:pt x="1137779" y="47039"/>
                </a:lnTo>
                <a:lnTo>
                  <a:pt x="1137867" y="46766"/>
                </a:lnTo>
                <a:lnTo>
                  <a:pt x="1137946" y="46488"/>
                </a:lnTo>
                <a:lnTo>
                  <a:pt x="1138016" y="46204"/>
                </a:lnTo>
                <a:lnTo>
                  <a:pt x="1138076" y="45916"/>
                </a:lnTo>
                <a:lnTo>
                  <a:pt x="1138127" y="45623"/>
                </a:lnTo>
                <a:lnTo>
                  <a:pt x="1138169" y="45326"/>
                </a:lnTo>
                <a:lnTo>
                  <a:pt x="1138202" y="45023"/>
                </a:lnTo>
                <a:lnTo>
                  <a:pt x="1138225" y="44715"/>
                </a:lnTo>
                <a:lnTo>
                  <a:pt x="1138239" y="44403"/>
                </a:lnTo>
                <a:lnTo>
                  <a:pt x="1138243" y="44085"/>
                </a:lnTo>
                <a:lnTo>
                  <a:pt x="1138239" y="43761"/>
                </a:lnTo>
                <a:lnTo>
                  <a:pt x="1138225" y="43442"/>
                </a:lnTo>
                <a:lnTo>
                  <a:pt x="1138202" y="43128"/>
                </a:lnTo>
                <a:lnTo>
                  <a:pt x="1138169" y="42820"/>
                </a:lnTo>
                <a:lnTo>
                  <a:pt x="1138127" y="42516"/>
                </a:lnTo>
                <a:lnTo>
                  <a:pt x="1138076" y="42218"/>
                </a:lnTo>
                <a:lnTo>
                  <a:pt x="1138016" y="41925"/>
                </a:lnTo>
                <a:lnTo>
                  <a:pt x="1137946" y="41637"/>
                </a:lnTo>
                <a:lnTo>
                  <a:pt x="1137867" y="41354"/>
                </a:lnTo>
                <a:lnTo>
                  <a:pt x="1137779" y="41076"/>
                </a:lnTo>
                <a:lnTo>
                  <a:pt x="1137682" y="40804"/>
                </a:lnTo>
                <a:lnTo>
                  <a:pt x="1137575" y="40537"/>
                </a:lnTo>
                <a:lnTo>
                  <a:pt x="1137459" y="40274"/>
                </a:lnTo>
                <a:lnTo>
                  <a:pt x="1137334" y="40018"/>
                </a:lnTo>
                <a:lnTo>
                  <a:pt x="1137199" y="39766"/>
                </a:lnTo>
                <a:lnTo>
                  <a:pt x="1137055" y="39519"/>
                </a:lnTo>
                <a:lnTo>
                  <a:pt x="1136902" y="39278"/>
                </a:lnTo>
                <a:lnTo>
                  <a:pt x="1136740" y="39042"/>
                </a:lnTo>
                <a:lnTo>
                  <a:pt x="1136568" y="38811"/>
                </a:lnTo>
                <a:lnTo>
                  <a:pt x="1136387" y="38585"/>
                </a:lnTo>
                <a:lnTo>
                  <a:pt x="1136197" y="38365"/>
                </a:lnTo>
                <a:lnTo>
                  <a:pt x="1135997" y="38149"/>
                </a:lnTo>
                <a:lnTo>
                  <a:pt x="1135788" y="37939"/>
                </a:lnTo>
                <a:lnTo>
                  <a:pt x="1135570" y="37734"/>
                </a:lnTo>
                <a:lnTo>
                  <a:pt x="1135341" y="37536"/>
                </a:lnTo>
                <a:lnTo>
                  <a:pt x="1135100" y="37346"/>
                </a:lnTo>
                <a:lnTo>
                  <a:pt x="1134846" y="37164"/>
                </a:lnTo>
                <a:lnTo>
                  <a:pt x="1134579" y="36991"/>
                </a:lnTo>
                <a:lnTo>
                  <a:pt x="1134300" y="36826"/>
                </a:lnTo>
                <a:lnTo>
                  <a:pt x="1134008" y="36670"/>
                </a:lnTo>
                <a:lnTo>
                  <a:pt x="1133704" y="36522"/>
                </a:lnTo>
                <a:lnTo>
                  <a:pt x="1133387" y="36383"/>
                </a:lnTo>
                <a:lnTo>
                  <a:pt x="1133058" y="36252"/>
                </a:lnTo>
                <a:lnTo>
                  <a:pt x="1132716" y="36130"/>
                </a:lnTo>
                <a:lnTo>
                  <a:pt x="1132362" y="36016"/>
                </a:lnTo>
                <a:lnTo>
                  <a:pt x="1131995" y="35910"/>
                </a:lnTo>
                <a:lnTo>
                  <a:pt x="1131616" y="35813"/>
                </a:lnTo>
                <a:lnTo>
                  <a:pt x="1131224" y="35724"/>
                </a:lnTo>
                <a:lnTo>
                  <a:pt x="1130820" y="35644"/>
                </a:lnTo>
                <a:lnTo>
                  <a:pt x="1130403" y="35573"/>
                </a:lnTo>
                <a:lnTo>
                  <a:pt x="1129974" y="35509"/>
                </a:lnTo>
                <a:lnTo>
                  <a:pt x="1129532" y="35454"/>
                </a:lnTo>
                <a:lnTo>
                  <a:pt x="1129077" y="35408"/>
                </a:lnTo>
                <a:lnTo>
                  <a:pt x="1128610" y="35370"/>
                </a:lnTo>
                <a:lnTo>
                  <a:pt x="1128131" y="35340"/>
                </a:lnTo>
                <a:lnTo>
                  <a:pt x="1127639" y="35319"/>
                </a:lnTo>
                <a:lnTo>
                  <a:pt x="1127134" y="35307"/>
                </a:lnTo>
                <a:lnTo>
                  <a:pt x="1126617" y="35302"/>
                </a:lnTo>
                <a:lnTo>
                  <a:pt x="1052279" y="35302"/>
                </a:lnTo>
                <a:lnTo>
                  <a:pt x="1051762" y="35307"/>
                </a:lnTo>
                <a:lnTo>
                  <a:pt x="1051257" y="35319"/>
                </a:lnTo>
                <a:lnTo>
                  <a:pt x="1050765" y="35340"/>
                </a:lnTo>
                <a:lnTo>
                  <a:pt x="1050286" y="35370"/>
                </a:lnTo>
                <a:lnTo>
                  <a:pt x="1049819" y="35408"/>
                </a:lnTo>
                <a:lnTo>
                  <a:pt x="1049364" y="35454"/>
                </a:lnTo>
                <a:lnTo>
                  <a:pt x="1048922" y="35509"/>
                </a:lnTo>
                <a:lnTo>
                  <a:pt x="1048493" y="35573"/>
                </a:lnTo>
                <a:lnTo>
                  <a:pt x="1048076" y="35644"/>
                </a:lnTo>
                <a:lnTo>
                  <a:pt x="1047672" y="35724"/>
                </a:lnTo>
                <a:lnTo>
                  <a:pt x="1047280" y="35813"/>
                </a:lnTo>
                <a:lnTo>
                  <a:pt x="1046901" y="35910"/>
                </a:lnTo>
                <a:lnTo>
                  <a:pt x="1046534" y="36016"/>
                </a:lnTo>
                <a:lnTo>
                  <a:pt x="1046180" y="36130"/>
                </a:lnTo>
                <a:lnTo>
                  <a:pt x="1045838" y="36252"/>
                </a:lnTo>
                <a:lnTo>
                  <a:pt x="1045509" y="36383"/>
                </a:lnTo>
                <a:lnTo>
                  <a:pt x="1045192" y="36522"/>
                </a:lnTo>
                <a:lnTo>
                  <a:pt x="1044888" y="36670"/>
                </a:lnTo>
                <a:lnTo>
                  <a:pt x="1044596" y="36826"/>
                </a:lnTo>
                <a:lnTo>
                  <a:pt x="1044317" y="36991"/>
                </a:lnTo>
                <a:lnTo>
                  <a:pt x="1044051" y="37164"/>
                </a:lnTo>
                <a:lnTo>
                  <a:pt x="1043796" y="37346"/>
                </a:lnTo>
                <a:lnTo>
                  <a:pt x="1043555" y="37536"/>
                </a:lnTo>
                <a:lnTo>
                  <a:pt x="1043326" y="37734"/>
                </a:lnTo>
                <a:lnTo>
                  <a:pt x="1043108" y="37939"/>
                </a:lnTo>
                <a:lnTo>
                  <a:pt x="1042899" y="38149"/>
                </a:lnTo>
                <a:lnTo>
                  <a:pt x="1042699" y="38363"/>
                </a:lnTo>
                <a:lnTo>
                  <a:pt x="1042509" y="38583"/>
                </a:lnTo>
                <a:lnTo>
                  <a:pt x="1042328" y="38807"/>
                </a:lnTo>
                <a:lnTo>
                  <a:pt x="1042156" y="39037"/>
                </a:lnTo>
                <a:lnTo>
                  <a:pt x="1041994" y="39271"/>
                </a:lnTo>
                <a:lnTo>
                  <a:pt x="1041841" y="39510"/>
                </a:lnTo>
                <a:lnTo>
                  <a:pt x="1041697" y="39754"/>
                </a:lnTo>
                <a:lnTo>
                  <a:pt x="1041562" y="40003"/>
                </a:lnTo>
                <a:lnTo>
                  <a:pt x="1041437" y="40257"/>
                </a:lnTo>
                <a:lnTo>
                  <a:pt x="1041321" y="40515"/>
                </a:lnTo>
                <a:lnTo>
                  <a:pt x="1041214" y="40779"/>
                </a:lnTo>
                <a:lnTo>
                  <a:pt x="1041117" y="41047"/>
                </a:lnTo>
                <a:lnTo>
                  <a:pt x="1041029" y="41321"/>
                </a:lnTo>
                <a:lnTo>
                  <a:pt x="1040950" y="41599"/>
                </a:lnTo>
                <a:lnTo>
                  <a:pt x="1040880" y="41882"/>
                </a:lnTo>
                <a:lnTo>
                  <a:pt x="1040820" y="42170"/>
                </a:lnTo>
                <a:lnTo>
                  <a:pt x="1040769" y="42463"/>
                </a:lnTo>
                <a:lnTo>
                  <a:pt x="1040727" y="42761"/>
                </a:lnTo>
                <a:lnTo>
                  <a:pt x="1040695" y="43063"/>
                </a:lnTo>
                <a:lnTo>
                  <a:pt x="1040671" y="43371"/>
                </a:lnTo>
                <a:lnTo>
                  <a:pt x="1040657" y="43683"/>
                </a:lnTo>
                <a:lnTo>
                  <a:pt x="1040653" y="44001"/>
                </a:lnTo>
                <a:lnTo>
                  <a:pt x="1040657" y="44325"/>
                </a:lnTo>
                <a:lnTo>
                  <a:pt x="1040671" y="44644"/>
                </a:lnTo>
                <a:lnTo>
                  <a:pt x="1040695" y="44958"/>
                </a:lnTo>
                <a:lnTo>
                  <a:pt x="1040727" y="45267"/>
                </a:lnTo>
                <a:lnTo>
                  <a:pt x="1040769" y="45570"/>
                </a:lnTo>
                <a:lnTo>
                  <a:pt x="1040820" y="45869"/>
                </a:lnTo>
                <a:lnTo>
                  <a:pt x="1040880" y="46162"/>
                </a:lnTo>
                <a:lnTo>
                  <a:pt x="1040950" y="46450"/>
                </a:lnTo>
                <a:lnTo>
                  <a:pt x="1041029" y="46733"/>
                </a:lnTo>
                <a:lnTo>
                  <a:pt x="1041117" y="47010"/>
                </a:lnTo>
                <a:lnTo>
                  <a:pt x="1041214" y="47283"/>
                </a:lnTo>
                <a:lnTo>
                  <a:pt x="1041321" y="47550"/>
                </a:lnTo>
                <a:lnTo>
                  <a:pt x="1041437" y="47812"/>
                </a:lnTo>
                <a:lnTo>
                  <a:pt x="1041562" y="48069"/>
                </a:lnTo>
                <a:lnTo>
                  <a:pt x="1041697" y="48321"/>
                </a:lnTo>
                <a:lnTo>
                  <a:pt x="1041841" y="48568"/>
                </a:lnTo>
                <a:lnTo>
                  <a:pt x="1041994" y="48809"/>
                </a:lnTo>
                <a:lnTo>
                  <a:pt x="1042156" y="49046"/>
                </a:lnTo>
                <a:lnTo>
                  <a:pt x="1042328" y="49277"/>
                </a:lnTo>
                <a:lnTo>
                  <a:pt x="1042509" y="49503"/>
                </a:lnTo>
                <a:lnTo>
                  <a:pt x="1042699" y="49723"/>
                </a:lnTo>
                <a:lnTo>
                  <a:pt x="1042899" y="49939"/>
                </a:lnTo>
                <a:lnTo>
                  <a:pt x="1043108" y="50149"/>
                </a:lnTo>
                <a:lnTo>
                  <a:pt x="1043326" y="50355"/>
                </a:lnTo>
                <a:lnTo>
                  <a:pt x="1043555" y="50553"/>
                </a:lnTo>
                <a:lnTo>
                  <a:pt x="1043796" y="50743"/>
                </a:lnTo>
                <a:lnTo>
                  <a:pt x="1044051" y="50924"/>
                </a:lnTo>
                <a:lnTo>
                  <a:pt x="1044317" y="51097"/>
                </a:lnTo>
                <a:lnTo>
                  <a:pt x="1044596" y="51261"/>
                </a:lnTo>
                <a:lnTo>
                  <a:pt x="1044888" y="51417"/>
                </a:lnTo>
                <a:lnTo>
                  <a:pt x="1045192" y="51565"/>
                </a:lnTo>
                <a:lnTo>
                  <a:pt x="1045509" y="51704"/>
                </a:lnTo>
                <a:lnTo>
                  <a:pt x="1045838" y="51835"/>
                </a:lnTo>
                <a:lnTo>
                  <a:pt x="1046180" y="51957"/>
                </a:lnTo>
                <a:lnTo>
                  <a:pt x="1046534" y="52071"/>
                </a:lnTo>
                <a:lnTo>
                  <a:pt x="1046901" y="52176"/>
                </a:lnTo>
                <a:lnTo>
                  <a:pt x="1047280" y="52273"/>
                </a:lnTo>
                <a:lnTo>
                  <a:pt x="1047672" y="52362"/>
                </a:lnTo>
                <a:lnTo>
                  <a:pt x="1048076" y="52442"/>
                </a:lnTo>
                <a:lnTo>
                  <a:pt x="1048493" y="52514"/>
                </a:lnTo>
                <a:lnTo>
                  <a:pt x="1048922" y="52577"/>
                </a:lnTo>
                <a:lnTo>
                  <a:pt x="1049364" y="52632"/>
                </a:lnTo>
                <a:lnTo>
                  <a:pt x="1049819" y="52678"/>
                </a:lnTo>
                <a:lnTo>
                  <a:pt x="1050286" y="52716"/>
                </a:lnTo>
                <a:lnTo>
                  <a:pt x="1050765" y="52746"/>
                </a:lnTo>
                <a:lnTo>
                  <a:pt x="1051257" y="52767"/>
                </a:lnTo>
                <a:lnTo>
                  <a:pt x="1051762" y="52780"/>
                </a:lnTo>
                <a:lnTo>
                  <a:pt x="1052279" y="52784"/>
                </a:lnTo>
                <a:lnTo>
                  <a:pt x="1126617" y="52784"/>
                </a:lnTo>
                <a:lnTo>
                  <a:pt x="1127134" y="52780"/>
                </a:lnTo>
                <a:lnTo>
                  <a:pt x="1127639" y="52767"/>
                </a:lnTo>
                <a:lnTo>
                  <a:pt x="1128131" y="52746"/>
                </a:lnTo>
                <a:lnTo>
                  <a:pt x="1128610" y="52716"/>
                </a:lnTo>
                <a:close/>
                <a:moveTo>
                  <a:pt x="110995" y="37"/>
                </a:moveTo>
                <a:lnTo>
                  <a:pt x="110516" y="66"/>
                </a:lnTo>
                <a:lnTo>
                  <a:pt x="110049" y="103"/>
                </a:lnTo>
                <a:lnTo>
                  <a:pt x="109594" y="149"/>
                </a:lnTo>
                <a:lnTo>
                  <a:pt x="109152" y="202"/>
                </a:lnTo>
                <a:lnTo>
                  <a:pt x="108723" y="264"/>
                </a:lnTo>
                <a:lnTo>
                  <a:pt x="108306" y="334"/>
                </a:lnTo>
                <a:lnTo>
                  <a:pt x="107902" y="413"/>
                </a:lnTo>
                <a:lnTo>
                  <a:pt x="107510" y="499"/>
                </a:lnTo>
                <a:lnTo>
                  <a:pt x="107130" y="594"/>
                </a:lnTo>
                <a:lnTo>
                  <a:pt x="106764" y="697"/>
                </a:lnTo>
                <a:lnTo>
                  <a:pt x="106409" y="809"/>
                </a:lnTo>
                <a:lnTo>
                  <a:pt x="106068" y="928"/>
                </a:lnTo>
                <a:lnTo>
                  <a:pt x="105739" y="1056"/>
                </a:lnTo>
                <a:lnTo>
                  <a:pt x="105422" y="1192"/>
                </a:lnTo>
                <a:lnTo>
                  <a:pt x="105118" y="1337"/>
                </a:lnTo>
                <a:lnTo>
                  <a:pt x="104826" y="1489"/>
                </a:lnTo>
                <a:lnTo>
                  <a:pt x="104547" y="1650"/>
                </a:lnTo>
                <a:lnTo>
                  <a:pt x="104280" y="1819"/>
                </a:lnTo>
                <a:lnTo>
                  <a:pt x="104026" y="1997"/>
                </a:lnTo>
                <a:lnTo>
                  <a:pt x="103785" y="2182"/>
                </a:lnTo>
                <a:lnTo>
                  <a:pt x="103556" y="2376"/>
                </a:lnTo>
                <a:lnTo>
                  <a:pt x="103338" y="2577"/>
                </a:lnTo>
                <a:lnTo>
                  <a:pt x="103129" y="2783"/>
                </a:lnTo>
                <a:lnTo>
                  <a:pt x="102929" y="2994"/>
                </a:lnTo>
                <a:lnTo>
                  <a:pt x="102739" y="3211"/>
                </a:lnTo>
                <a:lnTo>
                  <a:pt x="102558" y="3432"/>
                </a:lnTo>
                <a:lnTo>
                  <a:pt x="102386" y="3660"/>
                </a:lnTo>
                <a:lnTo>
                  <a:pt x="102224" y="3892"/>
                </a:lnTo>
                <a:lnTo>
                  <a:pt x="102071" y="4130"/>
                </a:lnTo>
                <a:lnTo>
                  <a:pt x="101927" y="4373"/>
                </a:lnTo>
                <a:lnTo>
                  <a:pt x="101792" y="4621"/>
                </a:lnTo>
                <a:lnTo>
                  <a:pt x="101667" y="4875"/>
                </a:lnTo>
                <a:lnTo>
                  <a:pt x="101551" y="5134"/>
                </a:lnTo>
                <a:lnTo>
                  <a:pt x="101444" y="5398"/>
                </a:lnTo>
                <a:lnTo>
                  <a:pt x="101347" y="5668"/>
                </a:lnTo>
                <a:lnTo>
                  <a:pt x="101258" y="5943"/>
                </a:lnTo>
                <a:lnTo>
                  <a:pt x="101180" y="6223"/>
                </a:lnTo>
                <a:lnTo>
                  <a:pt x="101110" y="6509"/>
                </a:lnTo>
                <a:lnTo>
                  <a:pt x="101050" y="6800"/>
                </a:lnTo>
                <a:lnTo>
                  <a:pt x="100999" y="7096"/>
                </a:lnTo>
                <a:lnTo>
                  <a:pt x="100957" y="7397"/>
                </a:lnTo>
                <a:lnTo>
                  <a:pt x="100924" y="7704"/>
                </a:lnTo>
                <a:lnTo>
                  <a:pt x="100901" y="8016"/>
                </a:lnTo>
                <a:lnTo>
                  <a:pt x="100887" y="8333"/>
                </a:lnTo>
                <a:lnTo>
                  <a:pt x="100883" y="8656"/>
                </a:lnTo>
                <a:lnTo>
                  <a:pt x="100887" y="8979"/>
                </a:lnTo>
                <a:lnTo>
                  <a:pt x="100901" y="9296"/>
                </a:lnTo>
                <a:lnTo>
                  <a:pt x="100924" y="9609"/>
                </a:lnTo>
                <a:lnTo>
                  <a:pt x="100957" y="9917"/>
                </a:lnTo>
                <a:lnTo>
                  <a:pt x="100999" y="10220"/>
                </a:lnTo>
                <a:lnTo>
                  <a:pt x="101050" y="10517"/>
                </a:lnTo>
                <a:lnTo>
                  <a:pt x="101110" y="10810"/>
                </a:lnTo>
                <a:lnTo>
                  <a:pt x="101180" y="11098"/>
                </a:lnTo>
                <a:lnTo>
                  <a:pt x="101258" y="11381"/>
                </a:lnTo>
                <a:lnTo>
                  <a:pt x="101347" y="11658"/>
                </a:lnTo>
                <a:lnTo>
                  <a:pt x="101444" y="11931"/>
                </a:lnTo>
                <a:lnTo>
                  <a:pt x="101551" y="12199"/>
                </a:lnTo>
                <a:lnTo>
                  <a:pt x="101667" y="12462"/>
                </a:lnTo>
                <a:lnTo>
                  <a:pt x="101792" y="12719"/>
                </a:lnTo>
                <a:lnTo>
                  <a:pt x="101927" y="12972"/>
                </a:lnTo>
                <a:lnTo>
                  <a:pt x="102071" y="13220"/>
                </a:lnTo>
                <a:lnTo>
                  <a:pt x="102224" y="13462"/>
                </a:lnTo>
                <a:lnTo>
                  <a:pt x="102386" y="13700"/>
                </a:lnTo>
                <a:lnTo>
                  <a:pt x="102558" y="13932"/>
                </a:lnTo>
                <a:lnTo>
                  <a:pt x="102739" y="14160"/>
                </a:lnTo>
                <a:lnTo>
                  <a:pt x="102929" y="14383"/>
                </a:lnTo>
                <a:lnTo>
                  <a:pt x="103129" y="14600"/>
                </a:lnTo>
                <a:lnTo>
                  <a:pt x="103338" y="14813"/>
                </a:lnTo>
                <a:lnTo>
                  <a:pt x="103556" y="15020"/>
                </a:lnTo>
                <a:lnTo>
                  <a:pt x="103785" y="15221"/>
                </a:lnTo>
                <a:lnTo>
                  <a:pt x="104026" y="15414"/>
                </a:lnTo>
                <a:lnTo>
                  <a:pt x="104280" y="15597"/>
                </a:lnTo>
                <a:lnTo>
                  <a:pt x="104547" y="15772"/>
                </a:lnTo>
                <a:lnTo>
                  <a:pt x="104826" y="15939"/>
                </a:lnTo>
                <a:lnTo>
                  <a:pt x="105118" y="16097"/>
                </a:lnTo>
                <a:lnTo>
                  <a:pt x="105422" y="16247"/>
                </a:lnTo>
                <a:lnTo>
                  <a:pt x="105739" y="16388"/>
                </a:lnTo>
                <a:lnTo>
                  <a:pt x="106068" y="16520"/>
                </a:lnTo>
                <a:lnTo>
                  <a:pt x="106409" y="16644"/>
                </a:lnTo>
                <a:lnTo>
                  <a:pt x="106764" y="16759"/>
                </a:lnTo>
                <a:lnTo>
                  <a:pt x="107130" y="16866"/>
                </a:lnTo>
                <a:lnTo>
                  <a:pt x="107510" y="16964"/>
                </a:lnTo>
                <a:lnTo>
                  <a:pt x="107902" y="17054"/>
                </a:lnTo>
                <a:lnTo>
                  <a:pt x="108306" y="17135"/>
                </a:lnTo>
                <a:lnTo>
                  <a:pt x="108723" y="17208"/>
                </a:lnTo>
                <a:lnTo>
                  <a:pt x="109152" y="17272"/>
                </a:lnTo>
                <a:lnTo>
                  <a:pt x="109594" y="17328"/>
                </a:lnTo>
                <a:lnTo>
                  <a:pt x="110049" y="17375"/>
                </a:lnTo>
                <a:lnTo>
                  <a:pt x="110516" y="17413"/>
                </a:lnTo>
                <a:lnTo>
                  <a:pt x="110995" y="17443"/>
                </a:lnTo>
                <a:lnTo>
                  <a:pt x="111487" y="17464"/>
                </a:lnTo>
                <a:lnTo>
                  <a:pt x="111992" y="17477"/>
                </a:lnTo>
                <a:lnTo>
                  <a:pt x="112509" y="17481"/>
                </a:lnTo>
                <a:lnTo>
                  <a:pt x="115479" y="17481"/>
                </a:lnTo>
                <a:lnTo>
                  <a:pt x="115479" y="92669"/>
                </a:lnTo>
                <a:lnTo>
                  <a:pt x="114935" y="92671"/>
                </a:lnTo>
                <a:lnTo>
                  <a:pt x="114407" y="92680"/>
                </a:lnTo>
                <a:lnTo>
                  <a:pt x="113896" y="92694"/>
                </a:lnTo>
                <a:lnTo>
                  <a:pt x="113400" y="92713"/>
                </a:lnTo>
                <a:lnTo>
                  <a:pt x="112920" y="92739"/>
                </a:lnTo>
                <a:lnTo>
                  <a:pt x="112456" y="92770"/>
                </a:lnTo>
                <a:lnTo>
                  <a:pt x="112007" y="92806"/>
                </a:lnTo>
                <a:lnTo>
                  <a:pt x="111575" y="92848"/>
                </a:lnTo>
                <a:lnTo>
                  <a:pt x="111159" y="92896"/>
                </a:lnTo>
                <a:lnTo>
                  <a:pt x="110758" y="92949"/>
                </a:lnTo>
                <a:lnTo>
                  <a:pt x="110374" y="93008"/>
                </a:lnTo>
                <a:lnTo>
                  <a:pt x="110005" y="93073"/>
                </a:lnTo>
                <a:lnTo>
                  <a:pt x="109652" y="93143"/>
                </a:lnTo>
                <a:lnTo>
                  <a:pt x="109316" y="93219"/>
                </a:lnTo>
                <a:lnTo>
                  <a:pt x="108995" y="93300"/>
                </a:lnTo>
                <a:lnTo>
                  <a:pt x="108690" y="93388"/>
                </a:lnTo>
                <a:lnTo>
                  <a:pt x="108401" y="93480"/>
                </a:lnTo>
                <a:lnTo>
                  <a:pt x="108128" y="93579"/>
                </a:lnTo>
                <a:lnTo>
                  <a:pt x="107870" y="93682"/>
                </a:lnTo>
                <a:lnTo>
                  <a:pt x="107629" y="93792"/>
                </a:lnTo>
                <a:lnTo>
                  <a:pt x="107404" y="93907"/>
                </a:lnTo>
                <a:lnTo>
                  <a:pt x="107194" y="94028"/>
                </a:lnTo>
                <a:lnTo>
                  <a:pt x="107001" y="94154"/>
                </a:lnTo>
                <a:lnTo>
                  <a:pt x="106823" y="94286"/>
                </a:lnTo>
                <a:lnTo>
                  <a:pt x="106484" y="94549"/>
                </a:lnTo>
                <a:lnTo>
                  <a:pt x="106159" y="94814"/>
                </a:lnTo>
                <a:lnTo>
                  <a:pt x="105848" y="95082"/>
                </a:lnTo>
                <a:lnTo>
                  <a:pt x="105552" y="95352"/>
                </a:lnTo>
                <a:lnTo>
                  <a:pt x="105271" y="95626"/>
                </a:lnTo>
                <a:lnTo>
                  <a:pt x="105004" y="95902"/>
                </a:lnTo>
                <a:lnTo>
                  <a:pt x="104751" y="96180"/>
                </a:lnTo>
                <a:lnTo>
                  <a:pt x="104513" y="96461"/>
                </a:lnTo>
                <a:lnTo>
                  <a:pt x="104289" y="96745"/>
                </a:lnTo>
                <a:lnTo>
                  <a:pt x="104080" y="97032"/>
                </a:lnTo>
                <a:lnTo>
                  <a:pt x="103885" y="97321"/>
                </a:lnTo>
                <a:lnTo>
                  <a:pt x="103704" y="97613"/>
                </a:lnTo>
                <a:lnTo>
                  <a:pt x="103538" y="97908"/>
                </a:lnTo>
                <a:lnTo>
                  <a:pt x="103387" y="98205"/>
                </a:lnTo>
                <a:lnTo>
                  <a:pt x="103249" y="98505"/>
                </a:lnTo>
                <a:lnTo>
                  <a:pt x="103127" y="98807"/>
                </a:lnTo>
                <a:lnTo>
                  <a:pt x="103018" y="99113"/>
                </a:lnTo>
                <a:lnTo>
                  <a:pt x="102925" y="99421"/>
                </a:lnTo>
                <a:lnTo>
                  <a:pt x="102845" y="99731"/>
                </a:lnTo>
                <a:lnTo>
                  <a:pt x="102780" y="100045"/>
                </a:lnTo>
                <a:lnTo>
                  <a:pt x="102730" y="100361"/>
                </a:lnTo>
                <a:lnTo>
                  <a:pt x="102694" y="100679"/>
                </a:lnTo>
                <a:lnTo>
                  <a:pt x="102672" y="101000"/>
                </a:lnTo>
                <a:lnTo>
                  <a:pt x="102665" y="101324"/>
                </a:lnTo>
                <a:lnTo>
                  <a:pt x="102669" y="101647"/>
                </a:lnTo>
                <a:lnTo>
                  <a:pt x="102683" y="101965"/>
                </a:lnTo>
                <a:lnTo>
                  <a:pt x="102706" y="102278"/>
                </a:lnTo>
                <a:lnTo>
                  <a:pt x="102739" y="102586"/>
                </a:lnTo>
                <a:lnTo>
                  <a:pt x="102781" y="102888"/>
                </a:lnTo>
                <a:lnTo>
                  <a:pt x="102832" y="103186"/>
                </a:lnTo>
                <a:lnTo>
                  <a:pt x="102892" y="103479"/>
                </a:lnTo>
                <a:lnTo>
                  <a:pt x="102962" y="103767"/>
                </a:lnTo>
                <a:lnTo>
                  <a:pt x="103041" y="104049"/>
                </a:lnTo>
                <a:lnTo>
                  <a:pt x="103129" y="104327"/>
                </a:lnTo>
                <a:lnTo>
                  <a:pt x="103226" y="104600"/>
                </a:lnTo>
                <a:lnTo>
                  <a:pt x="103333" y="104867"/>
                </a:lnTo>
                <a:lnTo>
                  <a:pt x="103449" y="105130"/>
                </a:lnTo>
                <a:lnTo>
                  <a:pt x="103574" y="105388"/>
                </a:lnTo>
                <a:lnTo>
                  <a:pt x="103709" y="105640"/>
                </a:lnTo>
                <a:lnTo>
                  <a:pt x="103853" y="105888"/>
                </a:lnTo>
                <a:lnTo>
                  <a:pt x="104006" y="106131"/>
                </a:lnTo>
                <a:lnTo>
                  <a:pt x="104168" y="106368"/>
                </a:lnTo>
                <a:lnTo>
                  <a:pt x="104340" y="106601"/>
                </a:lnTo>
                <a:lnTo>
                  <a:pt x="104521" y="106829"/>
                </a:lnTo>
                <a:lnTo>
                  <a:pt x="104711" y="107051"/>
                </a:lnTo>
                <a:lnTo>
                  <a:pt x="104911" y="107269"/>
                </a:lnTo>
                <a:lnTo>
                  <a:pt x="105120" y="107481"/>
                </a:lnTo>
                <a:lnTo>
                  <a:pt x="105338" y="107689"/>
                </a:lnTo>
                <a:lnTo>
                  <a:pt x="105567" y="107890"/>
                </a:lnTo>
                <a:lnTo>
                  <a:pt x="105808" y="108082"/>
                </a:lnTo>
                <a:lnTo>
                  <a:pt x="106062" y="108266"/>
                </a:lnTo>
                <a:lnTo>
                  <a:pt x="106329" y="108441"/>
                </a:lnTo>
                <a:lnTo>
                  <a:pt x="106608" y="108608"/>
                </a:lnTo>
                <a:lnTo>
                  <a:pt x="106900" y="108766"/>
                </a:lnTo>
                <a:lnTo>
                  <a:pt x="107204" y="108915"/>
                </a:lnTo>
                <a:lnTo>
                  <a:pt x="107521" y="109056"/>
                </a:lnTo>
                <a:lnTo>
                  <a:pt x="107850" y="109189"/>
                </a:lnTo>
                <a:lnTo>
                  <a:pt x="108192" y="109313"/>
                </a:lnTo>
                <a:lnTo>
                  <a:pt x="108546" y="109428"/>
                </a:lnTo>
                <a:lnTo>
                  <a:pt x="108913" y="109535"/>
                </a:lnTo>
                <a:lnTo>
                  <a:pt x="109292" y="109633"/>
                </a:lnTo>
                <a:lnTo>
                  <a:pt x="109684" y="109723"/>
                </a:lnTo>
                <a:lnTo>
                  <a:pt x="110088" y="109804"/>
                </a:lnTo>
                <a:lnTo>
                  <a:pt x="110505" y="109877"/>
                </a:lnTo>
                <a:lnTo>
                  <a:pt x="110934" y="109941"/>
                </a:lnTo>
                <a:lnTo>
                  <a:pt x="111376" y="109996"/>
                </a:lnTo>
                <a:lnTo>
                  <a:pt x="111831" y="110043"/>
                </a:lnTo>
                <a:lnTo>
                  <a:pt x="112298" y="110082"/>
                </a:lnTo>
                <a:lnTo>
                  <a:pt x="112777" y="110112"/>
                </a:lnTo>
                <a:lnTo>
                  <a:pt x="113269" y="110133"/>
                </a:lnTo>
                <a:lnTo>
                  <a:pt x="113774" y="110146"/>
                </a:lnTo>
                <a:lnTo>
                  <a:pt x="114291" y="110150"/>
                </a:lnTo>
                <a:lnTo>
                  <a:pt x="134063" y="110150"/>
                </a:lnTo>
                <a:lnTo>
                  <a:pt x="134580" y="110146"/>
                </a:lnTo>
                <a:lnTo>
                  <a:pt x="135085" y="110133"/>
                </a:lnTo>
                <a:lnTo>
                  <a:pt x="135577" y="110112"/>
                </a:lnTo>
                <a:lnTo>
                  <a:pt x="136056" y="110083"/>
                </a:lnTo>
                <a:lnTo>
                  <a:pt x="136523" y="110045"/>
                </a:lnTo>
                <a:lnTo>
                  <a:pt x="136978" y="109999"/>
                </a:lnTo>
                <a:lnTo>
                  <a:pt x="137420" y="109944"/>
                </a:lnTo>
                <a:lnTo>
                  <a:pt x="137849" y="109881"/>
                </a:lnTo>
                <a:lnTo>
                  <a:pt x="138266" y="109810"/>
                </a:lnTo>
                <a:lnTo>
                  <a:pt x="138670" y="109730"/>
                </a:lnTo>
                <a:lnTo>
                  <a:pt x="139062" y="109642"/>
                </a:lnTo>
                <a:lnTo>
                  <a:pt x="139441" y="109545"/>
                </a:lnTo>
                <a:lnTo>
                  <a:pt x="139808" y="109440"/>
                </a:lnTo>
                <a:lnTo>
                  <a:pt x="140162" y="109327"/>
                </a:lnTo>
                <a:lnTo>
                  <a:pt x="140504" y="109205"/>
                </a:lnTo>
                <a:lnTo>
                  <a:pt x="140833" y="109075"/>
                </a:lnTo>
                <a:lnTo>
                  <a:pt x="141150" y="108937"/>
                </a:lnTo>
                <a:lnTo>
                  <a:pt x="141454" y="108790"/>
                </a:lnTo>
                <a:lnTo>
                  <a:pt x="141746" y="108634"/>
                </a:lnTo>
                <a:lnTo>
                  <a:pt x="142025" y="108470"/>
                </a:lnTo>
                <a:lnTo>
                  <a:pt x="142292" y="108298"/>
                </a:lnTo>
                <a:lnTo>
                  <a:pt x="142546" y="108118"/>
                </a:lnTo>
                <a:lnTo>
                  <a:pt x="142787" y="107929"/>
                </a:lnTo>
                <a:lnTo>
                  <a:pt x="143016" y="107731"/>
                </a:lnTo>
                <a:lnTo>
                  <a:pt x="143234" y="107527"/>
                </a:lnTo>
                <a:lnTo>
                  <a:pt x="143443" y="107318"/>
                </a:lnTo>
                <a:lnTo>
                  <a:pt x="143643" y="107104"/>
                </a:lnTo>
                <a:lnTo>
                  <a:pt x="143833" y="106884"/>
                </a:lnTo>
                <a:lnTo>
                  <a:pt x="144014" y="106659"/>
                </a:lnTo>
                <a:lnTo>
                  <a:pt x="144186" y="106429"/>
                </a:lnTo>
                <a:lnTo>
                  <a:pt x="144348" y="106194"/>
                </a:lnTo>
                <a:lnTo>
                  <a:pt x="144501" y="105954"/>
                </a:lnTo>
                <a:lnTo>
                  <a:pt x="144645" y="105709"/>
                </a:lnTo>
                <a:lnTo>
                  <a:pt x="144780" y="105458"/>
                </a:lnTo>
                <a:lnTo>
                  <a:pt x="144905" y="105202"/>
                </a:lnTo>
                <a:lnTo>
                  <a:pt x="145021" y="104942"/>
                </a:lnTo>
                <a:lnTo>
                  <a:pt x="145128" y="104676"/>
                </a:lnTo>
                <a:lnTo>
                  <a:pt x="145225" y="104404"/>
                </a:lnTo>
                <a:lnTo>
                  <a:pt x="145313" y="104128"/>
                </a:lnTo>
                <a:lnTo>
                  <a:pt x="145392" y="103847"/>
                </a:lnTo>
                <a:lnTo>
                  <a:pt x="145462" y="103560"/>
                </a:lnTo>
                <a:lnTo>
                  <a:pt x="145522" y="103268"/>
                </a:lnTo>
                <a:lnTo>
                  <a:pt x="145573" y="102971"/>
                </a:lnTo>
                <a:lnTo>
                  <a:pt x="145615" y="102669"/>
                </a:lnTo>
                <a:lnTo>
                  <a:pt x="145648" y="102362"/>
                </a:lnTo>
                <a:lnTo>
                  <a:pt x="145671" y="102050"/>
                </a:lnTo>
                <a:lnTo>
                  <a:pt x="145685" y="101732"/>
                </a:lnTo>
                <a:lnTo>
                  <a:pt x="145689" y="101409"/>
                </a:lnTo>
                <a:lnTo>
                  <a:pt x="145682" y="101085"/>
                </a:lnTo>
                <a:lnTo>
                  <a:pt x="145660" y="100763"/>
                </a:lnTo>
                <a:lnTo>
                  <a:pt x="145624" y="100443"/>
                </a:lnTo>
                <a:lnTo>
                  <a:pt x="145574" y="100126"/>
                </a:lnTo>
                <a:lnTo>
                  <a:pt x="145509" y="99811"/>
                </a:lnTo>
                <a:lnTo>
                  <a:pt x="145429" y="99498"/>
                </a:lnTo>
                <a:lnTo>
                  <a:pt x="145336" y="99187"/>
                </a:lnTo>
                <a:lnTo>
                  <a:pt x="145227" y="98878"/>
                </a:lnTo>
                <a:lnTo>
                  <a:pt x="145105" y="98572"/>
                </a:lnTo>
                <a:lnTo>
                  <a:pt x="144967" y="98268"/>
                </a:lnTo>
                <a:lnTo>
                  <a:pt x="144816" y="97966"/>
                </a:lnTo>
                <a:lnTo>
                  <a:pt x="144650" y="97667"/>
                </a:lnTo>
                <a:lnTo>
                  <a:pt x="144469" y="97369"/>
                </a:lnTo>
                <a:lnTo>
                  <a:pt x="144274" y="97074"/>
                </a:lnTo>
                <a:lnTo>
                  <a:pt x="144065" y="96781"/>
                </a:lnTo>
                <a:lnTo>
                  <a:pt x="143841" y="96491"/>
                </a:lnTo>
                <a:lnTo>
                  <a:pt x="143603" y="96202"/>
                </a:lnTo>
                <a:lnTo>
                  <a:pt x="143350" y="95916"/>
                </a:lnTo>
                <a:lnTo>
                  <a:pt x="143083" y="95632"/>
                </a:lnTo>
                <a:lnTo>
                  <a:pt x="142802" y="95351"/>
                </a:lnTo>
                <a:lnTo>
                  <a:pt x="142506" y="95071"/>
                </a:lnTo>
                <a:lnTo>
                  <a:pt x="142195" y="94794"/>
                </a:lnTo>
                <a:lnTo>
                  <a:pt x="141870" y="94519"/>
                </a:lnTo>
                <a:lnTo>
                  <a:pt x="141531" y="94246"/>
                </a:lnTo>
                <a:lnTo>
                  <a:pt x="141360" y="94118"/>
                </a:lnTo>
                <a:lnTo>
                  <a:pt x="141173" y="93994"/>
                </a:lnTo>
                <a:lnTo>
                  <a:pt x="140969" y="93877"/>
                </a:lnTo>
                <a:lnTo>
                  <a:pt x="140749" y="93764"/>
                </a:lnTo>
                <a:lnTo>
                  <a:pt x="140512" y="93657"/>
                </a:lnTo>
                <a:lnTo>
                  <a:pt x="140258" y="93556"/>
                </a:lnTo>
                <a:lnTo>
                  <a:pt x="139988" y="93460"/>
                </a:lnTo>
                <a:lnTo>
                  <a:pt x="139702" y="93370"/>
                </a:lnTo>
                <a:lnTo>
                  <a:pt x="139399" y="93285"/>
                </a:lnTo>
                <a:lnTo>
                  <a:pt x="139080" y="93205"/>
                </a:lnTo>
                <a:lnTo>
                  <a:pt x="138744" y="93132"/>
                </a:lnTo>
                <a:lnTo>
                  <a:pt x="138391" y="93063"/>
                </a:lnTo>
                <a:lnTo>
                  <a:pt x="138022" y="93000"/>
                </a:lnTo>
                <a:lnTo>
                  <a:pt x="137637" y="92943"/>
                </a:lnTo>
                <a:lnTo>
                  <a:pt x="137235" y="92890"/>
                </a:lnTo>
                <a:lnTo>
                  <a:pt x="136817" y="92844"/>
                </a:lnTo>
                <a:lnTo>
                  <a:pt x="136382" y="92803"/>
                </a:lnTo>
                <a:lnTo>
                  <a:pt x="135930" y="92767"/>
                </a:lnTo>
                <a:lnTo>
                  <a:pt x="135462" y="92737"/>
                </a:lnTo>
                <a:lnTo>
                  <a:pt x="134978" y="92712"/>
                </a:lnTo>
                <a:lnTo>
                  <a:pt x="134477" y="92693"/>
                </a:lnTo>
                <a:lnTo>
                  <a:pt x="133960" y="92680"/>
                </a:lnTo>
                <a:lnTo>
                  <a:pt x="133426" y="92671"/>
                </a:lnTo>
                <a:lnTo>
                  <a:pt x="132875" y="92669"/>
                </a:lnTo>
                <a:lnTo>
                  <a:pt x="132875" y="60252"/>
                </a:lnTo>
                <a:lnTo>
                  <a:pt x="133499" y="59634"/>
                </a:lnTo>
                <a:lnTo>
                  <a:pt x="134113" y="59035"/>
                </a:lnTo>
                <a:lnTo>
                  <a:pt x="134715" y="58453"/>
                </a:lnTo>
                <a:lnTo>
                  <a:pt x="135307" y="57891"/>
                </a:lnTo>
                <a:lnTo>
                  <a:pt x="135888" y="57346"/>
                </a:lnTo>
                <a:lnTo>
                  <a:pt x="136458" y="56820"/>
                </a:lnTo>
                <a:lnTo>
                  <a:pt x="137018" y="56312"/>
                </a:lnTo>
                <a:lnTo>
                  <a:pt x="137566" y="55822"/>
                </a:lnTo>
                <a:lnTo>
                  <a:pt x="138104" y="55350"/>
                </a:lnTo>
                <a:lnTo>
                  <a:pt x="138631" y="54897"/>
                </a:lnTo>
                <a:lnTo>
                  <a:pt x="139148" y="54462"/>
                </a:lnTo>
                <a:lnTo>
                  <a:pt x="139654" y="54045"/>
                </a:lnTo>
                <a:lnTo>
                  <a:pt x="140149" y="53646"/>
                </a:lnTo>
                <a:lnTo>
                  <a:pt x="140633" y="53266"/>
                </a:lnTo>
                <a:lnTo>
                  <a:pt x="141106" y="52904"/>
                </a:lnTo>
                <a:lnTo>
                  <a:pt x="141569" y="52560"/>
                </a:lnTo>
                <a:lnTo>
                  <a:pt x="142021" y="52234"/>
                </a:lnTo>
                <a:lnTo>
                  <a:pt x="142462" y="51927"/>
                </a:lnTo>
                <a:lnTo>
                  <a:pt x="142892" y="51638"/>
                </a:lnTo>
                <a:lnTo>
                  <a:pt x="143312" y="51367"/>
                </a:lnTo>
                <a:lnTo>
                  <a:pt x="143721" y="51114"/>
                </a:lnTo>
                <a:lnTo>
                  <a:pt x="144119" y="50880"/>
                </a:lnTo>
                <a:lnTo>
                  <a:pt x="144507" y="50664"/>
                </a:lnTo>
                <a:lnTo>
                  <a:pt x="144883" y="50466"/>
                </a:lnTo>
                <a:lnTo>
                  <a:pt x="145257" y="50281"/>
                </a:lnTo>
                <a:lnTo>
                  <a:pt x="145635" y="50104"/>
                </a:lnTo>
                <a:lnTo>
                  <a:pt x="146018" y="49935"/>
                </a:lnTo>
                <a:lnTo>
                  <a:pt x="146405" y="49774"/>
                </a:lnTo>
                <a:lnTo>
                  <a:pt x="146797" y="49621"/>
                </a:lnTo>
                <a:lnTo>
                  <a:pt x="147193" y="49475"/>
                </a:lnTo>
                <a:lnTo>
                  <a:pt x="147594" y="49338"/>
                </a:lnTo>
                <a:lnTo>
                  <a:pt x="147999" y="49208"/>
                </a:lnTo>
                <a:lnTo>
                  <a:pt x="148410" y="49086"/>
                </a:lnTo>
                <a:lnTo>
                  <a:pt x="148824" y="48972"/>
                </a:lnTo>
                <a:lnTo>
                  <a:pt x="149243" y="48866"/>
                </a:lnTo>
                <a:lnTo>
                  <a:pt x="149667" y="48767"/>
                </a:lnTo>
                <a:lnTo>
                  <a:pt x="150096" y="48677"/>
                </a:lnTo>
                <a:lnTo>
                  <a:pt x="150529" y="48594"/>
                </a:lnTo>
                <a:lnTo>
                  <a:pt x="150966" y="48520"/>
                </a:lnTo>
                <a:lnTo>
                  <a:pt x="151408" y="48453"/>
                </a:lnTo>
                <a:lnTo>
                  <a:pt x="151855" y="48394"/>
                </a:lnTo>
                <a:lnTo>
                  <a:pt x="152306" y="48343"/>
                </a:lnTo>
                <a:lnTo>
                  <a:pt x="152762" y="48300"/>
                </a:lnTo>
                <a:lnTo>
                  <a:pt x="153222" y="48264"/>
                </a:lnTo>
                <a:lnTo>
                  <a:pt x="153687" y="48237"/>
                </a:lnTo>
                <a:lnTo>
                  <a:pt x="154156" y="48217"/>
                </a:lnTo>
                <a:lnTo>
                  <a:pt x="154630" y="48205"/>
                </a:lnTo>
                <a:lnTo>
                  <a:pt x="155109" y="48201"/>
                </a:lnTo>
                <a:lnTo>
                  <a:pt x="155753" y="48208"/>
                </a:lnTo>
                <a:lnTo>
                  <a:pt x="156384" y="48227"/>
                </a:lnTo>
                <a:lnTo>
                  <a:pt x="157001" y="48258"/>
                </a:lnTo>
                <a:lnTo>
                  <a:pt x="157605" y="48302"/>
                </a:lnTo>
                <a:lnTo>
                  <a:pt x="158196" y="48359"/>
                </a:lnTo>
                <a:lnTo>
                  <a:pt x="158774" y="48429"/>
                </a:lnTo>
                <a:lnTo>
                  <a:pt x="159338" y="48511"/>
                </a:lnTo>
                <a:lnTo>
                  <a:pt x="159889" y="48606"/>
                </a:lnTo>
                <a:lnTo>
                  <a:pt x="160427" y="48713"/>
                </a:lnTo>
                <a:lnTo>
                  <a:pt x="160952" y="48833"/>
                </a:lnTo>
                <a:lnTo>
                  <a:pt x="161463" y="48966"/>
                </a:lnTo>
                <a:lnTo>
                  <a:pt x="161962" y="49112"/>
                </a:lnTo>
                <a:lnTo>
                  <a:pt x="162446" y="49270"/>
                </a:lnTo>
                <a:lnTo>
                  <a:pt x="162918" y="49440"/>
                </a:lnTo>
                <a:lnTo>
                  <a:pt x="163376" y="49624"/>
                </a:lnTo>
                <a:lnTo>
                  <a:pt x="163821" y="49819"/>
                </a:lnTo>
                <a:lnTo>
                  <a:pt x="164253" y="50028"/>
                </a:lnTo>
                <a:lnTo>
                  <a:pt x="164672" y="50249"/>
                </a:lnTo>
                <a:lnTo>
                  <a:pt x="165077" y="50483"/>
                </a:lnTo>
                <a:lnTo>
                  <a:pt x="165469" y="50730"/>
                </a:lnTo>
                <a:lnTo>
                  <a:pt x="165848" y="50989"/>
                </a:lnTo>
                <a:lnTo>
                  <a:pt x="166213" y="51261"/>
                </a:lnTo>
                <a:lnTo>
                  <a:pt x="166566" y="51545"/>
                </a:lnTo>
                <a:lnTo>
                  <a:pt x="166905" y="51842"/>
                </a:lnTo>
                <a:lnTo>
                  <a:pt x="167154" y="52075"/>
                </a:lnTo>
                <a:lnTo>
                  <a:pt x="167393" y="52322"/>
                </a:lnTo>
                <a:lnTo>
                  <a:pt x="167621" y="52582"/>
                </a:lnTo>
                <a:lnTo>
                  <a:pt x="167838" y="52856"/>
                </a:lnTo>
                <a:lnTo>
                  <a:pt x="168045" y="53144"/>
                </a:lnTo>
                <a:lnTo>
                  <a:pt x="168241" y="53446"/>
                </a:lnTo>
                <a:lnTo>
                  <a:pt x="168427" y="53762"/>
                </a:lnTo>
                <a:lnTo>
                  <a:pt x="168602" y="54092"/>
                </a:lnTo>
                <a:lnTo>
                  <a:pt x="168766" y="54435"/>
                </a:lnTo>
                <a:lnTo>
                  <a:pt x="168920" y="54792"/>
                </a:lnTo>
                <a:lnTo>
                  <a:pt x="169063" y="55163"/>
                </a:lnTo>
                <a:lnTo>
                  <a:pt x="169196" y="55548"/>
                </a:lnTo>
                <a:lnTo>
                  <a:pt x="169318" y="55947"/>
                </a:lnTo>
                <a:lnTo>
                  <a:pt x="169429" y="56360"/>
                </a:lnTo>
                <a:lnTo>
                  <a:pt x="169530" y="56786"/>
                </a:lnTo>
                <a:lnTo>
                  <a:pt x="169620" y="57226"/>
                </a:lnTo>
                <a:lnTo>
                  <a:pt x="169700" y="57680"/>
                </a:lnTo>
                <a:lnTo>
                  <a:pt x="169769" y="58148"/>
                </a:lnTo>
                <a:lnTo>
                  <a:pt x="169827" y="58630"/>
                </a:lnTo>
                <a:lnTo>
                  <a:pt x="169875" y="59126"/>
                </a:lnTo>
                <a:lnTo>
                  <a:pt x="169912" y="59635"/>
                </a:lnTo>
                <a:lnTo>
                  <a:pt x="169938" y="60158"/>
                </a:lnTo>
                <a:lnTo>
                  <a:pt x="169954" y="60695"/>
                </a:lnTo>
                <a:lnTo>
                  <a:pt x="169960" y="61246"/>
                </a:lnTo>
                <a:lnTo>
                  <a:pt x="169960" y="92669"/>
                </a:lnTo>
                <a:lnTo>
                  <a:pt x="169423" y="92671"/>
                </a:lnTo>
                <a:lnTo>
                  <a:pt x="168901" y="92680"/>
                </a:lnTo>
                <a:lnTo>
                  <a:pt x="168395" y="92694"/>
                </a:lnTo>
                <a:lnTo>
                  <a:pt x="167904" y="92713"/>
                </a:lnTo>
                <a:lnTo>
                  <a:pt x="167429" y="92739"/>
                </a:lnTo>
                <a:lnTo>
                  <a:pt x="166968" y="92770"/>
                </a:lnTo>
                <a:lnTo>
                  <a:pt x="166523" y="92806"/>
                </a:lnTo>
                <a:lnTo>
                  <a:pt x="166094" y="92848"/>
                </a:lnTo>
                <a:lnTo>
                  <a:pt x="165680" y="92896"/>
                </a:lnTo>
                <a:lnTo>
                  <a:pt x="165281" y="92949"/>
                </a:lnTo>
                <a:lnTo>
                  <a:pt x="164897" y="93008"/>
                </a:lnTo>
                <a:lnTo>
                  <a:pt x="164529" y="93073"/>
                </a:lnTo>
                <a:lnTo>
                  <a:pt x="164176" y="93143"/>
                </a:lnTo>
                <a:lnTo>
                  <a:pt x="163838" y="93219"/>
                </a:lnTo>
                <a:lnTo>
                  <a:pt x="163516" y="93300"/>
                </a:lnTo>
                <a:lnTo>
                  <a:pt x="163209" y="93388"/>
                </a:lnTo>
                <a:lnTo>
                  <a:pt x="162917" y="93480"/>
                </a:lnTo>
                <a:lnTo>
                  <a:pt x="162640" y="93579"/>
                </a:lnTo>
                <a:lnTo>
                  <a:pt x="162379" y="93682"/>
                </a:lnTo>
                <a:lnTo>
                  <a:pt x="162134" y="93792"/>
                </a:lnTo>
                <a:lnTo>
                  <a:pt x="161903" y="93907"/>
                </a:lnTo>
                <a:lnTo>
                  <a:pt x="161688" y="94028"/>
                </a:lnTo>
                <a:lnTo>
                  <a:pt x="161488" y="94154"/>
                </a:lnTo>
                <a:lnTo>
                  <a:pt x="161304" y="94286"/>
                </a:lnTo>
                <a:lnTo>
                  <a:pt x="160971" y="94549"/>
                </a:lnTo>
                <a:lnTo>
                  <a:pt x="160653" y="94814"/>
                </a:lnTo>
                <a:lnTo>
                  <a:pt x="160349" y="95082"/>
                </a:lnTo>
                <a:lnTo>
                  <a:pt x="160059" y="95352"/>
                </a:lnTo>
                <a:lnTo>
                  <a:pt x="159783" y="95626"/>
                </a:lnTo>
                <a:lnTo>
                  <a:pt x="159522" y="95902"/>
                </a:lnTo>
                <a:lnTo>
                  <a:pt x="159274" y="96180"/>
                </a:lnTo>
                <a:lnTo>
                  <a:pt x="159041" y="96461"/>
                </a:lnTo>
                <a:lnTo>
                  <a:pt x="158822" y="96745"/>
                </a:lnTo>
                <a:lnTo>
                  <a:pt x="158617" y="97032"/>
                </a:lnTo>
                <a:lnTo>
                  <a:pt x="158426" y="97321"/>
                </a:lnTo>
                <a:lnTo>
                  <a:pt x="158249" y="97613"/>
                </a:lnTo>
                <a:lnTo>
                  <a:pt x="158086" y="97908"/>
                </a:lnTo>
                <a:lnTo>
                  <a:pt x="157938" y="98205"/>
                </a:lnTo>
                <a:lnTo>
                  <a:pt x="157803" y="98505"/>
                </a:lnTo>
                <a:lnTo>
                  <a:pt x="157683" y="98807"/>
                </a:lnTo>
                <a:lnTo>
                  <a:pt x="157577" y="99113"/>
                </a:lnTo>
                <a:lnTo>
                  <a:pt x="157485" y="99421"/>
                </a:lnTo>
                <a:lnTo>
                  <a:pt x="157407" y="99731"/>
                </a:lnTo>
                <a:lnTo>
                  <a:pt x="157344" y="100045"/>
                </a:lnTo>
                <a:lnTo>
                  <a:pt x="157294" y="100361"/>
                </a:lnTo>
                <a:lnTo>
                  <a:pt x="157259" y="100679"/>
                </a:lnTo>
                <a:lnTo>
                  <a:pt x="157238" y="101000"/>
                </a:lnTo>
                <a:lnTo>
                  <a:pt x="157230" y="101324"/>
                </a:lnTo>
                <a:lnTo>
                  <a:pt x="157235" y="101647"/>
                </a:lnTo>
                <a:lnTo>
                  <a:pt x="157249" y="101965"/>
                </a:lnTo>
                <a:lnTo>
                  <a:pt x="157272" y="102278"/>
                </a:lnTo>
                <a:lnTo>
                  <a:pt x="157305" y="102586"/>
                </a:lnTo>
                <a:lnTo>
                  <a:pt x="157347" y="102888"/>
                </a:lnTo>
                <a:lnTo>
                  <a:pt x="157398" y="103186"/>
                </a:lnTo>
                <a:lnTo>
                  <a:pt x="157458" y="103479"/>
                </a:lnTo>
                <a:lnTo>
                  <a:pt x="157528" y="103767"/>
                </a:lnTo>
                <a:lnTo>
                  <a:pt x="157606" y="104049"/>
                </a:lnTo>
                <a:lnTo>
                  <a:pt x="157695" y="104327"/>
                </a:lnTo>
                <a:lnTo>
                  <a:pt x="157792" y="104600"/>
                </a:lnTo>
                <a:lnTo>
                  <a:pt x="157899" y="104867"/>
                </a:lnTo>
                <a:lnTo>
                  <a:pt x="158015" y="105130"/>
                </a:lnTo>
                <a:lnTo>
                  <a:pt x="158140" y="105388"/>
                </a:lnTo>
                <a:lnTo>
                  <a:pt x="158275" y="105640"/>
                </a:lnTo>
                <a:lnTo>
                  <a:pt x="158419" y="105888"/>
                </a:lnTo>
                <a:lnTo>
                  <a:pt x="158572" y="106131"/>
                </a:lnTo>
                <a:lnTo>
                  <a:pt x="158734" y="106368"/>
                </a:lnTo>
                <a:lnTo>
                  <a:pt x="158906" y="106601"/>
                </a:lnTo>
                <a:lnTo>
                  <a:pt x="159087" y="106829"/>
                </a:lnTo>
                <a:lnTo>
                  <a:pt x="159277" y="107051"/>
                </a:lnTo>
                <a:lnTo>
                  <a:pt x="159477" y="107269"/>
                </a:lnTo>
                <a:lnTo>
                  <a:pt x="159686" y="107481"/>
                </a:lnTo>
                <a:lnTo>
                  <a:pt x="159904" y="107689"/>
                </a:lnTo>
                <a:lnTo>
                  <a:pt x="160133" y="107890"/>
                </a:lnTo>
                <a:lnTo>
                  <a:pt x="160374" y="108082"/>
                </a:lnTo>
                <a:lnTo>
                  <a:pt x="160627" y="108266"/>
                </a:lnTo>
                <a:lnTo>
                  <a:pt x="160892" y="108441"/>
                </a:lnTo>
                <a:lnTo>
                  <a:pt x="161170" y="108608"/>
                </a:lnTo>
                <a:lnTo>
                  <a:pt x="161460" y="108766"/>
                </a:lnTo>
                <a:lnTo>
                  <a:pt x="161763" y="108915"/>
                </a:lnTo>
                <a:lnTo>
                  <a:pt x="162077" y="109056"/>
                </a:lnTo>
                <a:lnTo>
                  <a:pt x="162404" y="109189"/>
                </a:lnTo>
                <a:lnTo>
                  <a:pt x="162743" y="109313"/>
                </a:lnTo>
                <a:lnTo>
                  <a:pt x="163094" y="109428"/>
                </a:lnTo>
                <a:lnTo>
                  <a:pt x="163457" y="109535"/>
                </a:lnTo>
                <a:lnTo>
                  <a:pt x="163833" y="109633"/>
                </a:lnTo>
                <a:lnTo>
                  <a:pt x="164221" y="109723"/>
                </a:lnTo>
                <a:lnTo>
                  <a:pt x="164621" y="109804"/>
                </a:lnTo>
                <a:lnTo>
                  <a:pt x="165033" y="109877"/>
                </a:lnTo>
                <a:lnTo>
                  <a:pt x="165458" y="109941"/>
                </a:lnTo>
                <a:lnTo>
                  <a:pt x="165894" y="109996"/>
                </a:lnTo>
                <a:lnTo>
                  <a:pt x="166343" y="110043"/>
                </a:lnTo>
                <a:lnTo>
                  <a:pt x="166805" y="110082"/>
                </a:lnTo>
                <a:lnTo>
                  <a:pt x="167278" y="110112"/>
                </a:lnTo>
                <a:lnTo>
                  <a:pt x="167764" y="110133"/>
                </a:lnTo>
                <a:lnTo>
                  <a:pt x="168262" y="110146"/>
                </a:lnTo>
                <a:lnTo>
                  <a:pt x="168772" y="110150"/>
                </a:lnTo>
                <a:lnTo>
                  <a:pt x="188629" y="110150"/>
                </a:lnTo>
                <a:lnTo>
                  <a:pt x="189146" y="110146"/>
                </a:lnTo>
                <a:lnTo>
                  <a:pt x="189650" y="110133"/>
                </a:lnTo>
                <a:lnTo>
                  <a:pt x="190142" y="110112"/>
                </a:lnTo>
                <a:lnTo>
                  <a:pt x="190621" y="110083"/>
                </a:lnTo>
                <a:lnTo>
                  <a:pt x="191087" y="110045"/>
                </a:lnTo>
                <a:lnTo>
                  <a:pt x="191541" y="109999"/>
                </a:lnTo>
                <a:lnTo>
                  <a:pt x="191982" y="109944"/>
                </a:lnTo>
                <a:lnTo>
                  <a:pt x="192410" y="109881"/>
                </a:lnTo>
                <a:lnTo>
                  <a:pt x="192826" y="109810"/>
                </a:lnTo>
                <a:lnTo>
                  <a:pt x="193229" y="109730"/>
                </a:lnTo>
                <a:lnTo>
                  <a:pt x="193619" y="109642"/>
                </a:lnTo>
                <a:lnTo>
                  <a:pt x="193997" y="109545"/>
                </a:lnTo>
                <a:lnTo>
                  <a:pt x="194362" y="109440"/>
                </a:lnTo>
                <a:lnTo>
                  <a:pt x="194714" y="109327"/>
                </a:lnTo>
                <a:lnTo>
                  <a:pt x="195053" y="109205"/>
                </a:lnTo>
                <a:lnTo>
                  <a:pt x="195380" y="109075"/>
                </a:lnTo>
                <a:lnTo>
                  <a:pt x="195695" y="108937"/>
                </a:lnTo>
                <a:lnTo>
                  <a:pt x="195996" y="108790"/>
                </a:lnTo>
                <a:lnTo>
                  <a:pt x="196285" y="108634"/>
                </a:lnTo>
                <a:lnTo>
                  <a:pt x="196561" y="108470"/>
                </a:lnTo>
                <a:lnTo>
                  <a:pt x="196825" y="108298"/>
                </a:lnTo>
                <a:lnTo>
                  <a:pt x="197076" y="108118"/>
                </a:lnTo>
                <a:lnTo>
                  <a:pt x="197314" y="107929"/>
                </a:lnTo>
                <a:lnTo>
                  <a:pt x="197540" y="107731"/>
                </a:lnTo>
                <a:lnTo>
                  <a:pt x="197754" y="107527"/>
                </a:lnTo>
                <a:lnTo>
                  <a:pt x="197960" y="107318"/>
                </a:lnTo>
                <a:lnTo>
                  <a:pt x="198156" y="107104"/>
                </a:lnTo>
                <a:lnTo>
                  <a:pt x="198343" y="106884"/>
                </a:lnTo>
                <a:lnTo>
                  <a:pt x="198522" y="106659"/>
                </a:lnTo>
                <a:lnTo>
                  <a:pt x="198691" y="106429"/>
                </a:lnTo>
                <a:lnTo>
                  <a:pt x="198850" y="106194"/>
                </a:lnTo>
                <a:lnTo>
                  <a:pt x="199001" y="105954"/>
                </a:lnTo>
                <a:lnTo>
                  <a:pt x="199143" y="105709"/>
                </a:lnTo>
                <a:lnTo>
                  <a:pt x="199275" y="105458"/>
                </a:lnTo>
                <a:lnTo>
                  <a:pt x="199398" y="105202"/>
                </a:lnTo>
                <a:lnTo>
                  <a:pt x="199513" y="104942"/>
                </a:lnTo>
                <a:lnTo>
                  <a:pt x="199618" y="104676"/>
                </a:lnTo>
                <a:lnTo>
                  <a:pt x="199714" y="104404"/>
                </a:lnTo>
                <a:lnTo>
                  <a:pt x="199800" y="104128"/>
                </a:lnTo>
                <a:lnTo>
                  <a:pt x="199878" y="103847"/>
                </a:lnTo>
                <a:lnTo>
                  <a:pt x="199947" y="103560"/>
                </a:lnTo>
                <a:lnTo>
                  <a:pt x="200006" y="103268"/>
                </a:lnTo>
                <a:lnTo>
                  <a:pt x="200056" y="102971"/>
                </a:lnTo>
                <a:lnTo>
                  <a:pt x="200097" y="102669"/>
                </a:lnTo>
                <a:lnTo>
                  <a:pt x="200129" y="102362"/>
                </a:lnTo>
                <a:lnTo>
                  <a:pt x="200152" y="102050"/>
                </a:lnTo>
                <a:lnTo>
                  <a:pt x="200166" y="101732"/>
                </a:lnTo>
                <a:lnTo>
                  <a:pt x="200170" y="101409"/>
                </a:lnTo>
                <a:lnTo>
                  <a:pt x="200163" y="101085"/>
                </a:lnTo>
                <a:lnTo>
                  <a:pt x="200142" y="100763"/>
                </a:lnTo>
                <a:lnTo>
                  <a:pt x="200107" y="100443"/>
                </a:lnTo>
                <a:lnTo>
                  <a:pt x="200057" y="100126"/>
                </a:lnTo>
                <a:lnTo>
                  <a:pt x="199994" y="99811"/>
                </a:lnTo>
                <a:lnTo>
                  <a:pt x="199916" y="99498"/>
                </a:lnTo>
                <a:lnTo>
                  <a:pt x="199824" y="99187"/>
                </a:lnTo>
                <a:lnTo>
                  <a:pt x="199718" y="98878"/>
                </a:lnTo>
                <a:lnTo>
                  <a:pt x="199598" y="98572"/>
                </a:lnTo>
                <a:lnTo>
                  <a:pt x="199463" y="98268"/>
                </a:lnTo>
                <a:lnTo>
                  <a:pt x="199315" y="97966"/>
                </a:lnTo>
                <a:lnTo>
                  <a:pt x="199152" y="97667"/>
                </a:lnTo>
                <a:lnTo>
                  <a:pt x="198975" y="97369"/>
                </a:lnTo>
                <a:lnTo>
                  <a:pt x="198784" y="97074"/>
                </a:lnTo>
                <a:lnTo>
                  <a:pt x="198579" y="96781"/>
                </a:lnTo>
                <a:lnTo>
                  <a:pt x="198360" y="96491"/>
                </a:lnTo>
                <a:lnTo>
                  <a:pt x="198127" y="96202"/>
                </a:lnTo>
                <a:lnTo>
                  <a:pt x="197879" y="95916"/>
                </a:lnTo>
                <a:lnTo>
                  <a:pt x="197617" y="95632"/>
                </a:lnTo>
                <a:lnTo>
                  <a:pt x="197342" y="95351"/>
                </a:lnTo>
                <a:lnTo>
                  <a:pt x="197052" y="95071"/>
                </a:lnTo>
                <a:lnTo>
                  <a:pt x="196748" y="94794"/>
                </a:lnTo>
                <a:lnTo>
                  <a:pt x="196429" y="94519"/>
                </a:lnTo>
                <a:lnTo>
                  <a:pt x="196097" y="94246"/>
                </a:lnTo>
                <a:lnTo>
                  <a:pt x="195919" y="94118"/>
                </a:lnTo>
                <a:lnTo>
                  <a:pt x="195726" y="93994"/>
                </a:lnTo>
                <a:lnTo>
                  <a:pt x="195516" y="93877"/>
                </a:lnTo>
                <a:lnTo>
                  <a:pt x="195291" y="93764"/>
                </a:lnTo>
                <a:lnTo>
                  <a:pt x="195049" y="93657"/>
                </a:lnTo>
                <a:lnTo>
                  <a:pt x="194792" y="93556"/>
                </a:lnTo>
                <a:lnTo>
                  <a:pt x="194519" y="93460"/>
                </a:lnTo>
                <a:lnTo>
                  <a:pt x="194230" y="93370"/>
                </a:lnTo>
                <a:lnTo>
                  <a:pt x="193925" y="93285"/>
                </a:lnTo>
                <a:lnTo>
                  <a:pt x="193604" y="93205"/>
                </a:lnTo>
                <a:lnTo>
                  <a:pt x="193267" y="93132"/>
                </a:lnTo>
                <a:lnTo>
                  <a:pt x="192915" y="93063"/>
                </a:lnTo>
                <a:lnTo>
                  <a:pt x="192546" y="93000"/>
                </a:lnTo>
                <a:lnTo>
                  <a:pt x="192162" y="92943"/>
                </a:lnTo>
                <a:lnTo>
                  <a:pt x="191761" y="92890"/>
                </a:lnTo>
                <a:lnTo>
                  <a:pt x="191345" y="92844"/>
                </a:lnTo>
                <a:lnTo>
                  <a:pt x="190912" y="92803"/>
                </a:lnTo>
                <a:lnTo>
                  <a:pt x="190464" y="92767"/>
                </a:lnTo>
                <a:lnTo>
                  <a:pt x="190000" y="92737"/>
                </a:lnTo>
                <a:lnTo>
                  <a:pt x="189520" y="92712"/>
                </a:lnTo>
                <a:lnTo>
                  <a:pt x="189024" y="92693"/>
                </a:lnTo>
                <a:lnTo>
                  <a:pt x="188512" y="92680"/>
                </a:lnTo>
                <a:lnTo>
                  <a:pt x="187985" y="92671"/>
                </a:lnTo>
                <a:lnTo>
                  <a:pt x="187441" y="92669"/>
                </a:lnTo>
                <a:lnTo>
                  <a:pt x="187441" y="59997"/>
                </a:lnTo>
                <a:lnTo>
                  <a:pt x="187433" y="59168"/>
                </a:lnTo>
                <a:lnTo>
                  <a:pt x="187409" y="58352"/>
                </a:lnTo>
                <a:lnTo>
                  <a:pt x="187369" y="57547"/>
                </a:lnTo>
                <a:lnTo>
                  <a:pt x="187313" y="56755"/>
                </a:lnTo>
                <a:lnTo>
                  <a:pt x="187240" y="55974"/>
                </a:lnTo>
                <a:lnTo>
                  <a:pt x="187152" y="55205"/>
                </a:lnTo>
                <a:lnTo>
                  <a:pt x="187048" y="54448"/>
                </a:lnTo>
                <a:lnTo>
                  <a:pt x="186927" y="53703"/>
                </a:lnTo>
                <a:lnTo>
                  <a:pt x="186791" y="52970"/>
                </a:lnTo>
                <a:lnTo>
                  <a:pt x="186638" y="52249"/>
                </a:lnTo>
                <a:lnTo>
                  <a:pt x="186470" y="51540"/>
                </a:lnTo>
                <a:lnTo>
                  <a:pt x="186285" y="50843"/>
                </a:lnTo>
                <a:lnTo>
                  <a:pt x="186084" y="50157"/>
                </a:lnTo>
                <a:lnTo>
                  <a:pt x="185867" y="49484"/>
                </a:lnTo>
                <a:lnTo>
                  <a:pt x="185635" y="48822"/>
                </a:lnTo>
                <a:lnTo>
                  <a:pt x="185386" y="48173"/>
                </a:lnTo>
                <a:lnTo>
                  <a:pt x="185121" y="47535"/>
                </a:lnTo>
                <a:lnTo>
                  <a:pt x="184840" y="46910"/>
                </a:lnTo>
                <a:lnTo>
                  <a:pt x="184543" y="46296"/>
                </a:lnTo>
                <a:lnTo>
                  <a:pt x="184229" y="45694"/>
                </a:lnTo>
                <a:lnTo>
                  <a:pt x="183900" y="45104"/>
                </a:lnTo>
                <a:lnTo>
                  <a:pt x="183555" y="44527"/>
                </a:lnTo>
                <a:lnTo>
                  <a:pt x="183194" y="43961"/>
                </a:lnTo>
                <a:lnTo>
                  <a:pt x="182816" y="43407"/>
                </a:lnTo>
                <a:lnTo>
                  <a:pt x="182427" y="42865"/>
                </a:lnTo>
                <a:lnTo>
                  <a:pt x="182029" y="42335"/>
                </a:lnTo>
                <a:lnTo>
                  <a:pt x="181622" y="41817"/>
                </a:lnTo>
                <a:lnTo>
                  <a:pt x="181207" y="41312"/>
                </a:lnTo>
                <a:lnTo>
                  <a:pt x="180784" y="40819"/>
                </a:lnTo>
                <a:lnTo>
                  <a:pt x="180353" y="40338"/>
                </a:lnTo>
                <a:lnTo>
                  <a:pt x="179913" y="39870"/>
                </a:lnTo>
                <a:lnTo>
                  <a:pt x="179464" y="39413"/>
                </a:lnTo>
                <a:lnTo>
                  <a:pt x="179007" y="38969"/>
                </a:lnTo>
                <a:lnTo>
                  <a:pt x="178542" y="38537"/>
                </a:lnTo>
                <a:lnTo>
                  <a:pt x="178069" y="38118"/>
                </a:lnTo>
                <a:lnTo>
                  <a:pt x="177587" y="37710"/>
                </a:lnTo>
                <a:lnTo>
                  <a:pt x="177096" y="37315"/>
                </a:lnTo>
                <a:lnTo>
                  <a:pt x="176597" y="36932"/>
                </a:lnTo>
                <a:lnTo>
                  <a:pt x="176090" y="36561"/>
                </a:lnTo>
                <a:lnTo>
                  <a:pt x="175575" y="36203"/>
                </a:lnTo>
                <a:lnTo>
                  <a:pt x="175051" y="35856"/>
                </a:lnTo>
                <a:lnTo>
                  <a:pt x="174518" y="35522"/>
                </a:lnTo>
                <a:lnTo>
                  <a:pt x="173978" y="35201"/>
                </a:lnTo>
                <a:lnTo>
                  <a:pt x="173428" y="34891"/>
                </a:lnTo>
                <a:lnTo>
                  <a:pt x="172871" y="34594"/>
                </a:lnTo>
                <a:lnTo>
                  <a:pt x="172305" y="34308"/>
                </a:lnTo>
                <a:lnTo>
                  <a:pt x="171731" y="34036"/>
                </a:lnTo>
                <a:lnTo>
                  <a:pt x="171148" y="33775"/>
                </a:lnTo>
                <a:lnTo>
                  <a:pt x="170557" y="33526"/>
                </a:lnTo>
                <a:lnTo>
                  <a:pt x="169960" y="33287"/>
                </a:lnTo>
                <a:lnTo>
                  <a:pt x="169356" y="33059"/>
                </a:lnTo>
                <a:lnTo>
                  <a:pt x="168746" y="32841"/>
                </a:lnTo>
                <a:lnTo>
                  <a:pt x="168128" y="32634"/>
                </a:lnTo>
                <a:lnTo>
                  <a:pt x="167504" y="32438"/>
                </a:lnTo>
                <a:lnTo>
                  <a:pt x="166873" y="32253"/>
                </a:lnTo>
                <a:lnTo>
                  <a:pt x="166235" y="32078"/>
                </a:lnTo>
                <a:lnTo>
                  <a:pt x="165591" y="31913"/>
                </a:lnTo>
                <a:lnTo>
                  <a:pt x="164939" y="31759"/>
                </a:lnTo>
                <a:lnTo>
                  <a:pt x="164281" y="31616"/>
                </a:lnTo>
                <a:lnTo>
                  <a:pt x="163616" y="31484"/>
                </a:lnTo>
                <a:lnTo>
                  <a:pt x="162945" y="31362"/>
                </a:lnTo>
                <a:lnTo>
                  <a:pt x="162266" y="31250"/>
                </a:lnTo>
                <a:lnTo>
                  <a:pt x="161581" y="31149"/>
                </a:lnTo>
                <a:lnTo>
                  <a:pt x="160889" y="31059"/>
                </a:lnTo>
                <a:lnTo>
                  <a:pt x="160190" y="30980"/>
                </a:lnTo>
                <a:lnTo>
                  <a:pt x="159485" y="30911"/>
                </a:lnTo>
                <a:lnTo>
                  <a:pt x="158772" y="30852"/>
                </a:lnTo>
                <a:lnTo>
                  <a:pt x="158053" y="30805"/>
                </a:lnTo>
                <a:lnTo>
                  <a:pt x="157327" y="30768"/>
                </a:lnTo>
                <a:lnTo>
                  <a:pt x="156595" y="30741"/>
                </a:lnTo>
                <a:lnTo>
                  <a:pt x="155855" y="30725"/>
                </a:lnTo>
                <a:lnTo>
                  <a:pt x="155109" y="30720"/>
                </a:lnTo>
                <a:lnTo>
                  <a:pt x="154635" y="30723"/>
                </a:lnTo>
                <a:lnTo>
                  <a:pt x="154162" y="30731"/>
                </a:lnTo>
                <a:lnTo>
                  <a:pt x="153690" y="30745"/>
                </a:lnTo>
                <a:lnTo>
                  <a:pt x="153217" y="30764"/>
                </a:lnTo>
                <a:lnTo>
                  <a:pt x="152745" y="30789"/>
                </a:lnTo>
                <a:lnTo>
                  <a:pt x="152274" y="30819"/>
                </a:lnTo>
                <a:lnTo>
                  <a:pt x="151803" y="30855"/>
                </a:lnTo>
                <a:lnTo>
                  <a:pt x="151333" y="30897"/>
                </a:lnTo>
                <a:lnTo>
                  <a:pt x="150863" y="30944"/>
                </a:lnTo>
                <a:lnTo>
                  <a:pt x="150393" y="30996"/>
                </a:lnTo>
                <a:lnTo>
                  <a:pt x="149924" y="31054"/>
                </a:lnTo>
                <a:lnTo>
                  <a:pt x="149455" y="31118"/>
                </a:lnTo>
                <a:lnTo>
                  <a:pt x="148987" y="31187"/>
                </a:lnTo>
                <a:lnTo>
                  <a:pt x="148519" y="31261"/>
                </a:lnTo>
                <a:lnTo>
                  <a:pt x="148052" y="31341"/>
                </a:lnTo>
                <a:lnTo>
                  <a:pt x="147585" y="31427"/>
                </a:lnTo>
                <a:lnTo>
                  <a:pt x="147118" y="31518"/>
                </a:lnTo>
                <a:lnTo>
                  <a:pt x="146652" y="31615"/>
                </a:lnTo>
                <a:lnTo>
                  <a:pt x="146186" y="31717"/>
                </a:lnTo>
                <a:lnTo>
                  <a:pt x="145721" y="31825"/>
                </a:lnTo>
                <a:lnTo>
                  <a:pt x="145256" y="31938"/>
                </a:lnTo>
                <a:lnTo>
                  <a:pt x="144792" y="32057"/>
                </a:lnTo>
                <a:lnTo>
                  <a:pt x="144328" y="32181"/>
                </a:lnTo>
                <a:lnTo>
                  <a:pt x="143865" y="32311"/>
                </a:lnTo>
                <a:lnTo>
                  <a:pt x="143402" y="32446"/>
                </a:lnTo>
                <a:lnTo>
                  <a:pt x="142939" y="32588"/>
                </a:lnTo>
                <a:lnTo>
                  <a:pt x="142477" y="32735"/>
                </a:lnTo>
                <a:lnTo>
                  <a:pt x="142016" y="32888"/>
                </a:lnTo>
                <a:lnTo>
                  <a:pt x="141554" y="33047"/>
                </a:lnTo>
                <a:lnTo>
                  <a:pt x="141094" y="33211"/>
                </a:lnTo>
                <a:lnTo>
                  <a:pt x="140633" y="33382"/>
                </a:lnTo>
                <a:lnTo>
                  <a:pt x="140173" y="33558"/>
                </a:lnTo>
                <a:lnTo>
                  <a:pt x="139714" y="33740"/>
                </a:lnTo>
                <a:lnTo>
                  <a:pt x="139255" y="33928"/>
                </a:lnTo>
                <a:lnTo>
                  <a:pt x="138796" y="34122"/>
                </a:lnTo>
                <a:lnTo>
                  <a:pt x="138338" y="34321"/>
                </a:lnTo>
                <a:lnTo>
                  <a:pt x="137881" y="34526"/>
                </a:lnTo>
                <a:lnTo>
                  <a:pt x="137423" y="34738"/>
                </a:lnTo>
                <a:lnTo>
                  <a:pt x="136967" y="34955"/>
                </a:lnTo>
                <a:lnTo>
                  <a:pt x="136510" y="35177"/>
                </a:lnTo>
                <a:lnTo>
                  <a:pt x="136054" y="35406"/>
                </a:lnTo>
                <a:lnTo>
                  <a:pt x="135599" y="35640"/>
                </a:lnTo>
                <a:lnTo>
                  <a:pt x="135144" y="35881"/>
                </a:lnTo>
                <a:lnTo>
                  <a:pt x="134689" y="36127"/>
                </a:lnTo>
                <a:lnTo>
                  <a:pt x="134235" y="36379"/>
                </a:lnTo>
                <a:lnTo>
                  <a:pt x="133781" y="36636"/>
                </a:lnTo>
                <a:lnTo>
                  <a:pt x="133328" y="36900"/>
                </a:lnTo>
                <a:lnTo>
                  <a:pt x="132875" y="37169"/>
                </a:lnTo>
                <a:lnTo>
                  <a:pt x="132875" y="0"/>
                </a:lnTo>
                <a:lnTo>
                  <a:pt x="112509" y="0"/>
                </a:lnTo>
                <a:lnTo>
                  <a:pt x="111992" y="4"/>
                </a:lnTo>
                <a:lnTo>
                  <a:pt x="111487" y="17"/>
                </a:lnTo>
                <a:lnTo>
                  <a:pt x="110995" y="37"/>
                </a:lnTo>
                <a:close/>
                <a:moveTo>
                  <a:pt x="315082" y="66"/>
                </a:moveTo>
                <a:lnTo>
                  <a:pt x="314615" y="103"/>
                </a:lnTo>
                <a:lnTo>
                  <a:pt x="314161" y="149"/>
                </a:lnTo>
                <a:lnTo>
                  <a:pt x="313719" y="202"/>
                </a:lnTo>
                <a:lnTo>
                  <a:pt x="313289" y="264"/>
                </a:lnTo>
                <a:lnTo>
                  <a:pt x="312872" y="334"/>
                </a:lnTo>
                <a:lnTo>
                  <a:pt x="312468" y="413"/>
                </a:lnTo>
                <a:lnTo>
                  <a:pt x="312076" y="499"/>
                </a:lnTo>
                <a:lnTo>
                  <a:pt x="311697" y="594"/>
                </a:lnTo>
                <a:lnTo>
                  <a:pt x="311330" y="697"/>
                </a:lnTo>
                <a:lnTo>
                  <a:pt x="310976" y="809"/>
                </a:lnTo>
                <a:lnTo>
                  <a:pt x="310634" y="928"/>
                </a:lnTo>
                <a:lnTo>
                  <a:pt x="310305" y="1056"/>
                </a:lnTo>
                <a:lnTo>
                  <a:pt x="309988" y="1192"/>
                </a:lnTo>
                <a:lnTo>
                  <a:pt x="309684" y="1337"/>
                </a:lnTo>
                <a:lnTo>
                  <a:pt x="309392" y="1489"/>
                </a:lnTo>
                <a:lnTo>
                  <a:pt x="309113" y="1650"/>
                </a:lnTo>
                <a:lnTo>
                  <a:pt x="308847" y="1819"/>
                </a:lnTo>
                <a:lnTo>
                  <a:pt x="308593" y="1997"/>
                </a:lnTo>
                <a:lnTo>
                  <a:pt x="308351" y="2182"/>
                </a:lnTo>
                <a:lnTo>
                  <a:pt x="308122" y="2376"/>
                </a:lnTo>
                <a:lnTo>
                  <a:pt x="307904" y="2577"/>
                </a:lnTo>
                <a:lnTo>
                  <a:pt x="307695" y="2783"/>
                </a:lnTo>
                <a:lnTo>
                  <a:pt x="307496" y="2994"/>
                </a:lnTo>
                <a:lnTo>
                  <a:pt x="307305" y="3211"/>
                </a:lnTo>
                <a:lnTo>
                  <a:pt x="307124" y="3432"/>
                </a:lnTo>
                <a:lnTo>
                  <a:pt x="306953" y="3660"/>
                </a:lnTo>
                <a:lnTo>
                  <a:pt x="306790" y="3892"/>
                </a:lnTo>
                <a:lnTo>
                  <a:pt x="306637" y="4130"/>
                </a:lnTo>
                <a:lnTo>
                  <a:pt x="306493" y="4373"/>
                </a:lnTo>
                <a:lnTo>
                  <a:pt x="306359" y="4621"/>
                </a:lnTo>
                <a:lnTo>
                  <a:pt x="306233" y="4875"/>
                </a:lnTo>
                <a:lnTo>
                  <a:pt x="306117" y="5134"/>
                </a:lnTo>
                <a:lnTo>
                  <a:pt x="306011" y="5398"/>
                </a:lnTo>
                <a:lnTo>
                  <a:pt x="305913" y="5668"/>
                </a:lnTo>
                <a:lnTo>
                  <a:pt x="305825" y="5943"/>
                </a:lnTo>
                <a:lnTo>
                  <a:pt x="305746" y="6223"/>
                </a:lnTo>
                <a:lnTo>
                  <a:pt x="305676" y="6509"/>
                </a:lnTo>
                <a:lnTo>
                  <a:pt x="305616" y="6800"/>
                </a:lnTo>
                <a:lnTo>
                  <a:pt x="305565" y="7096"/>
                </a:lnTo>
                <a:lnTo>
                  <a:pt x="305523" y="7397"/>
                </a:lnTo>
                <a:lnTo>
                  <a:pt x="305491" y="7704"/>
                </a:lnTo>
                <a:lnTo>
                  <a:pt x="305468" y="8016"/>
                </a:lnTo>
                <a:lnTo>
                  <a:pt x="305454" y="8333"/>
                </a:lnTo>
                <a:lnTo>
                  <a:pt x="305449" y="8656"/>
                </a:lnTo>
                <a:lnTo>
                  <a:pt x="305454" y="8979"/>
                </a:lnTo>
                <a:lnTo>
                  <a:pt x="305468" y="9296"/>
                </a:lnTo>
                <a:lnTo>
                  <a:pt x="305491" y="9609"/>
                </a:lnTo>
                <a:lnTo>
                  <a:pt x="305523" y="9917"/>
                </a:lnTo>
                <a:lnTo>
                  <a:pt x="305565" y="10220"/>
                </a:lnTo>
                <a:lnTo>
                  <a:pt x="305616" y="10517"/>
                </a:lnTo>
                <a:lnTo>
                  <a:pt x="305676" y="10810"/>
                </a:lnTo>
                <a:lnTo>
                  <a:pt x="305746" y="11098"/>
                </a:lnTo>
                <a:lnTo>
                  <a:pt x="305825" y="11381"/>
                </a:lnTo>
                <a:lnTo>
                  <a:pt x="305913" y="11658"/>
                </a:lnTo>
                <a:lnTo>
                  <a:pt x="306011" y="11931"/>
                </a:lnTo>
                <a:lnTo>
                  <a:pt x="306117" y="12199"/>
                </a:lnTo>
                <a:lnTo>
                  <a:pt x="306233" y="12462"/>
                </a:lnTo>
                <a:lnTo>
                  <a:pt x="306359" y="12719"/>
                </a:lnTo>
                <a:lnTo>
                  <a:pt x="306493" y="12972"/>
                </a:lnTo>
                <a:lnTo>
                  <a:pt x="306637" y="13220"/>
                </a:lnTo>
                <a:lnTo>
                  <a:pt x="306790" y="13462"/>
                </a:lnTo>
                <a:lnTo>
                  <a:pt x="306953" y="13700"/>
                </a:lnTo>
                <a:lnTo>
                  <a:pt x="307124" y="13932"/>
                </a:lnTo>
                <a:lnTo>
                  <a:pt x="307305" y="14160"/>
                </a:lnTo>
                <a:lnTo>
                  <a:pt x="307496" y="14383"/>
                </a:lnTo>
                <a:lnTo>
                  <a:pt x="307695" y="14600"/>
                </a:lnTo>
                <a:lnTo>
                  <a:pt x="307904" y="14813"/>
                </a:lnTo>
                <a:lnTo>
                  <a:pt x="308122" y="15020"/>
                </a:lnTo>
                <a:lnTo>
                  <a:pt x="308351" y="15221"/>
                </a:lnTo>
                <a:lnTo>
                  <a:pt x="308593" y="15414"/>
                </a:lnTo>
                <a:lnTo>
                  <a:pt x="308847" y="15597"/>
                </a:lnTo>
                <a:lnTo>
                  <a:pt x="309113" y="15772"/>
                </a:lnTo>
                <a:lnTo>
                  <a:pt x="309392" y="15939"/>
                </a:lnTo>
                <a:lnTo>
                  <a:pt x="309684" y="16097"/>
                </a:lnTo>
                <a:lnTo>
                  <a:pt x="309988" y="16247"/>
                </a:lnTo>
                <a:lnTo>
                  <a:pt x="310305" y="16388"/>
                </a:lnTo>
                <a:lnTo>
                  <a:pt x="310634" y="16520"/>
                </a:lnTo>
                <a:lnTo>
                  <a:pt x="310976" y="16644"/>
                </a:lnTo>
                <a:lnTo>
                  <a:pt x="311330" y="16759"/>
                </a:lnTo>
                <a:lnTo>
                  <a:pt x="311697" y="16866"/>
                </a:lnTo>
                <a:lnTo>
                  <a:pt x="312076" y="16964"/>
                </a:lnTo>
                <a:lnTo>
                  <a:pt x="312468" y="17054"/>
                </a:lnTo>
                <a:lnTo>
                  <a:pt x="312872" y="17135"/>
                </a:lnTo>
                <a:lnTo>
                  <a:pt x="313289" y="17208"/>
                </a:lnTo>
                <a:lnTo>
                  <a:pt x="313719" y="17272"/>
                </a:lnTo>
                <a:lnTo>
                  <a:pt x="314161" y="17328"/>
                </a:lnTo>
                <a:lnTo>
                  <a:pt x="314615" y="17375"/>
                </a:lnTo>
                <a:lnTo>
                  <a:pt x="315082" y="17413"/>
                </a:lnTo>
                <a:lnTo>
                  <a:pt x="315561" y="17443"/>
                </a:lnTo>
                <a:lnTo>
                  <a:pt x="316053" y="17464"/>
                </a:lnTo>
                <a:lnTo>
                  <a:pt x="316558" y="17477"/>
                </a:lnTo>
                <a:lnTo>
                  <a:pt x="317075" y="17481"/>
                </a:lnTo>
                <a:lnTo>
                  <a:pt x="320045" y="17481"/>
                </a:lnTo>
                <a:lnTo>
                  <a:pt x="320045" y="92669"/>
                </a:lnTo>
                <a:lnTo>
                  <a:pt x="317075" y="92669"/>
                </a:lnTo>
                <a:lnTo>
                  <a:pt x="316565" y="92673"/>
                </a:lnTo>
                <a:lnTo>
                  <a:pt x="316067" y="92685"/>
                </a:lnTo>
                <a:lnTo>
                  <a:pt x="315581" y="92706"/>
                </a:lnTo>
                <a:lnTo>
                  <a:pt x="315107" y="92735"/>
                </a:lnTo>
                <a:lnTo>
                  <a:pt x="314645" y="92772"/>
                </a:lnTo>
                <a:lnTo>
                  <a:pt x="314195" y="92817"/>
                </a:lnTo>
                <a:lnTo>
                  <a:pt x="313757" y="92871"/>
                </a:lnTo>
                <a:lnTo>
                  <a:pt x="313332" y="92933"/>
                </a:lnTo>
                <a:lnTo>
                  <a:pt x="312918" y="93003"/>
                </a:lnTo>
                <a:lnTo>
                  <a:pt x="312517" y="93081"/>
                </a:lnTo>
                <a:lnTo>
                  <a:pt x="312127" y="93168"/>
                </a:lnTo>
                <a:lnTo>
                  <a:pt x="311750" y="93263"/>
                </a:lnTo>
                <a:lnTo>
                  <a:pt x="311385" y="93366"/>
                </a:lnTo>
                <a:lnTo>
                  <a:pt x="311032" y="93477"/>
                </a:lnTo>
                <a:lnTo>
                  <a:pt x="310691" y="93597"/>
                </a:lnTo>
                <a:lnTo>
                  <a:pt x="310362" y="93725"/>
                </a:lnTo>
                <a:lnTo>
                  <a:pt x="310045" y="93861"/>
                </a:lnTo>
                <a:lnTo>
                  <a:pt x="309740" y="94005"/>
                </a:lnTo>
                <a:lnTo>
                  <a:pt x="309447" y="94158"/>
                </a:lnTo>
                <a:lnTo>
                  <a:pt x="309166" y="94319"/>
                </a:lnTo>
                <a:lnTo>
                  <a:pt x="308898" y="94488"/>
                </a:lnTo>
                <a:lnTo>
                  <a:pt x="308641" y="94665"/>
                </a:lnTo>
                <a:lnTo>
                  <a:pt x="308397" y="94851"/>
                </a:lnTo>
                <a:lnTo>
                  <a:pt x="308165" y="95045"/>
                </a:lnTo>
                <a:lnTo>
                  <a:pt x="307943" y="95245"/>
                </a:lnTo>
                <a:lnTo>
                  <a:pt x="307731" y="95451"/>
                </a:lnTo>
                <a:lnTo>
                  <a:pt x="307528" y="95663"/>
                </a:lnTo>
                <a:lnTo>
                  <a:pt x="307335" y="95879"/>
                </a:lnTo>
                <a:lnTo>
                  <a:pt x="307151" y="96101"/>
                </a:lnTo>
                <a:lnTo>
                  <a:pt x="306977" y="96328"/>
                </a:lnTo>
                <a:lnTo>
                  <a:pt x="306812" y="96561"/>
                </a:lnTo>
                <a:lnTo>
                  <a:pt x="306656" y="96798"/>
                </a:lnTo>
                <a:lnTo>
                  <a:pt x="306510" y="97042"/>
                </a:lnTo>
                <a:lnTo>
                  <a:pt x="306373" y="97290"/>
                </a:lnTo>
                <a:lnTo>
                  <a:pt x="306246" y="97544"/>
                </a:lnTo>
                <a:lnTo>
                  <a:pt x="306128" y="97803"/>
                </a:lnTo>
                <a:lnTo>
                  <a:pt x="306019" y="98067"/>
                </a:lnTo>
                <a:lnTo>
                  <a:pt x="305920" y="98337"/>
                </a:lnTo>
                <a:lnTo>
                  <a:pt x="305831" y="98612"/>
                </a:lnTo>
                <a:lnTo>
                  <a:pt x="305751" y="98892"/>
                </a:lnTo>
                <a:lnTo>
                  <a:pt x="305680" y="99177"/>
                </a:lnTo>
                <a:lnTo>
                  <a:pt x="305619" y="99468"/>
                </a:lnTo>
                <a:lnTo>
                  <a:pt x="305567" y="99764"/>
                </a:lnTo>
                <a:lnTo>
                  <a:pt x="305524" y="100066"/>
                </a:lnTo>
                <a:lnTo>
                  <a:pt x="305491" y="100372"/>
                </a:lnTo>
                <a:lnTo>
                  <a:pt x="305468" y="100684"/>
                </a:lnTo>
                <a:lnTo>
                  <a:pt x="305454" y="101002"/>
                </a:lnTo>
                <a:lnTo>
                  <a:pt x="305449" y="101324"/>
                </a:lnTo>
                <a:lnTo>
                  <a:pt x="305454" y="101647"/>
                </a:lnTo>
                <a:lnTo>
                  <a:pt x="305468" y="101965"/>
                </a:lnTo>
                <a:lnTo>
                  <a:pt x="305491" y="102278"/>
                </a:lnTo>
                <a:lnTo>
                  <a:pt x="305523" y="102586"/>
                </a:lnTo>
                <a:lnTo>
                  <a:pt x="305565" y="102888"/>
                </a:lnTo>
                <a:lnTo>
                  <a:pt x="305616" y="103186"/>
                </a:lnTo>
                <a:lnTo>
                  <a:pt x="305676" y="103479"/>
                </a:lnTo>
                <a:lnTo>
                  <a:pt x="305746" y="103767"/>
                </a:lnTo>
                <a:lnTo>
                  <a:pt x="305825" y="104049"/>
                </a:lnTo>
                <a:lnTo>
                  <a:pt x="305913" y="104327"/>
                </a:lnTo>
                <a:lnTo>
                  <a:pt x="306011" y="104600"/>
                </a:lnTo>
                <a:lnTo>
                  <a:pt x="306117" y="104867"/>
                </a:lnTo>
                <a:lnTo>
                  <a:pt x="306233" y="105130"/>
                </a:lnTo>
                <a:lnTo>
                  <a:pt x="306359" y="105388"/>
                </a:lnTo>
                <a:lnTo>
                  <a:pt x="306493" y="105640"/>
                </a:lnTo>
                <a:lnTo>
                  <a:pt x="306637" y="105888"/>
                </a:lnTo>
                <a:lnTo>
                  <a:pt x="306790" y="106131"/>
                </a:lnTo>
                <a:lnTo>
                  <a:pt x="306953" y="106368"/>
                </a:lnTo>
                <a:lnTo>
                  <a:pt x="307124" y="106601"/>
                </a:lnTo>
                <a:lnTo>
                  <a:pt x="307305" y="106829"/>
                </a:lnTo>
                <a:lnTo>
                  <a:pt x="307496" y="107051"/>
                </a:lnTo>
                <a:lnTo>
                  <a:pt x="307695" y="107269"/>
                </a:lnTo>
                <a:lnTo>
                  <a:pt x="307904" y="107481"/>
                </a:lnTo>
                <a:lnTo>
                  <a:pt x="308122" y="107689"/>
                </a:lnTo>
                <a:lnTo>
                  <a:pt x="308351" y="107890"/>
                </a:lnTo>
                <a:lnTo>
                  <a:pt x="308593" y="108082"/>
                </a:lnTo>
                <a:lnTo>
                  <a:pt x="308847" y="108266"/>
                </a:lnTo>
                <a:lnTo>
                  <a:pt x="309113" y="108441"/>
                </a:lnTo>
                <a:lnTo>
                  <a:pt x="309392" y="108608"/>
                </a:lnTo>
                <a:lnTo>
                  <a:pt x="309684" y="108766"/>
                </a:lnTo>
                <a:lnTo>
                  <a:pt x="309988" y="108915"/>
                </a:lnTo>
                <a:lnTo>
                  <a:pt x="310305" y="109056"/>
                </a:lnTo>
                <a:lnTo>
                  <a:pt x="310634" y="109189"/>
                </a:lnTo>
                <a:lnTo>
                  <a:pt x="310976" y="109313"/>
                </a:lnTo>
                <a:lnTo>
                  <a:pt x="311330" y="109428"/>
                </a:lnTo>
                <a:lnTo>
                  <a:pt x="311697" y="109535"/>
                </a:lnTo>
                <a:lnTo>
                  <a:pt x="312076" y="109633"/>
                </a:lnTo>
                <a:lnTo>
                  <a:pt x="312468" y="109723"/>
                </a:lnTo>
                <a:lnTo>
                  <a:pt x="312872" y="109804"/>
                </a:lnTo>
                <a:lnTo>
                  <a:pt x="313289" y="109877"/>
                </a:lnTo>
                <a:lnTo>
                  <a:pt x="313719" y="109941"/>
                </a:lnTo>
                <a:lnTo>
                  <a:pt x="314161" y="109996"/>
                </a:lnTo>
                <a:lnTo>
                  <a:pt x="314615" y="110043"/>
                </a:lnTo>
                <a:lnTo>
                  <a:pt x="315082" y="110082"/>
                </a:lnTo>
                <a:lnTo>
                  <a:pt x="315561" y="110112"/>
                </a:lnTo>
                <a:lnTo>
                  <a:pt x="316053" y="110133"/>
                </a:lnTo>
                <a:lnTo>
                  <a:pt x="316558" y="110146"/>
                </a:lnTo>
                <a:lnTo>
                  <a:pt x="317075" y="110150"/>
                </a:lnTo>
                <a:lnTo>
                  <a:pt x="337442" y="110150"/>
                </a:lnTo>
                <a:lnTo>
                  <a:pt x="337442" y="105772"/>
                </a:lnTo>
                <a:lnTo>
                  <a:pt x="337945" y="106061"/>
                </a:lnTo>
                <a:lnTo>
                  <a:pt x="338449" y="106344"/>
                </a:lnTo>
                <a:lnTo>
                  <a:pt x="338955" y="106621"/>
                </a:lnTo>
                <a:lnTo>
                  <a:pt x="339462" y="106892"/>
                </a:lnTo>
                <a:lnTo>
                  <a:pt x="339971" y="107157"/>
                </a:lnTo>
                <a:lnTo>
                  <a:pt x="340481" y="107417"/>
                </a:lnTo>
                <a:lnTo>
                  <a:pt x="340993" y="107670"/>
                </a:lnTo>
                <a:lnTo>
                  <a:pt x="341506" y="107917"/>
                </a:lnTo>
                <a:lnTo>
                  <a:pt x="342020" y="108159"/>
                </a:lnTo>
                <a:lnTo>
                  <a:pt x="342536" y="108395"/>
                </a:lnTo>
                <a:lnTo>
                  <a:pt x="343054" y="108624"/>
                </a:lnTo>
                <a:lnTo>
                  <a:pt x="343573" y="108848"/>
                </a:lnTo>
                <a:lnTo>
                  <a:pt x="344093" y="109066"/>
                </a:lnTo>
                <a:lnTo>
                  <a:pt x="344615" y="109278"/>
                </a:lnTo>
                <a:lnTo>
                  <a:pt x="345139" y="109484"/>
                </a:lnTo>
                <a:lnTo>
                  <a:pt x="345664" y="109684"/>
                </a:lnTo>
                <a:lnTo>
                  <a:pt x="346190" y="109878"/>
                </a:lnTo>
                <a:lnTo>
                  <a:pt x="346718" y="110066"/>
                </a:lnTo>
                <a:lnTo>
                  <a:pt x="347247" y="110248"/>
                </a:lnTo>
                <a:lnTo>
                  <a:pt x="347778" y="110424"/>
                </a:lnTo>
                <a:lnTo>
                  <a:pt x="348311" y="110595"/>
                </a:lnTo>
                <a:lnTo>
                  <a:pt x="348844" y="110759"/>
                </a:lnTo>
                <a:lnTo>
                  <a:pt x="349380" y="110918"/>
                </a:lnTo>
                <a:lnTo>
                  <a:pt x="349916" y="111070"/>
                </a:lnTo>
                <a:lnTo>
                  <a:pt x="350455" y="111217"/>
                </a:lnTo>
                <a:lnTo>
                  <a:pt x="350995" y="111357"/>
                </a:lnTo>
                <a:lnTo>
                  <a:pt x="351537" y="111491"/>
                </a:lnTo>
                <a:lnTo>
                  <a:pt x="352080" y="111619"/>
                </a:lnTo>
                <a:lnTo>
                  <a:pt x="352626" y="111740"/>
                </a:lnTo>
                <a:lnTo>
                  <a:pt x="353173" y="111856"/>
                </a:lnTo>
                <a:lnTo>
                  <a:pt x="353722" y="111965"/>
                </a:lnTo>
                <a:lnTo>
                  <a:pt x="354273" y="112068"/>
                </a:lnTo>
                <a:lnTo>
                  <a:pt x="354825" y="112164"/>
                </a:lnTo>
                <a:lnTo>
                  <a:pt x="355379" y="112255"/>
                </a:lnTo>
                <a:lnTo>
                  <a:pt x="355935" y="112339"/>
                </a:lnTo>
                <a:lnTo>
                  <a:pt x="356493" y="112417"/>
                </a:lnTo>
                <a:lnTo>
                  <a:pt x="357053" y="112488"/>
                </a:lnTo>
                <a:lnTo>
                  <a:pt x="357614" y="112554"/>
                </a:lnTo>
                <a:lnTo>
                  <a:pt x="358177" y="112613"/>
                </a:lnTo>
                <a:lnTo>
                  <a:pt x="358742" y="112666"/>
                </a:lnTo>
                <a:lnTo>
                  <a:pt x="359309" y="112713"/>
                </a:lnTo>
                <a:lnTo>
                  <a:pt x="359877" y="112753"/>
                </a:lnTo>
                <a:lnTo>
                  <a:pt x="360447" y="112788"/>
                </a:lnTo>
                <a:lnTo>
                  <a:pt x="361019" y="112816"/>
                </a:lnTo>
                <a:lnTo>
                  <a:pt x="361593" y="112838"/>
                </a:lnTo>
                <a:lnTo>
                  <a:pt x="362168" y="112853"/>
                </a:lnTo>
                <a:lnTo>
                  <a:pt x="362745" y="112862"/>
                </a:lnTo>
                <a:lnTo>
                  <a:pt x="363324" y="112866"/>
                </a:lnTo>
                <a:lnTo>
                  <a:pt x="364945" y="112846"/>
                </a:lnTo>
                <a:lnTo>
                  <a:pt x="366539" y="112787"/>
                </a:lnTo>
                <a:lnTo>
                  <a:pt x="368106" y="112689"/>
                </a:lnTo>
                <a:lnTo>
                  <a:pt x="369647" y="112551"/>
                </a:lnTo>
                <a:lnTo>
                  <a:pt x="371161" y="112374"/>
                </a:lnTo>
                <a:lnTo>
                  <a:pt x="372649" y="112157"/>
                </a:lnTo>
                <a:lnTo>
                  <a:pt x="374110" y="111902"/>
                </a:lnTo>
                <a:lnTo>
                  <a:pt x="375544" y="111607"/>
                </a:lnTo>
                <a:lnTo>
                  <a:pt x="376953" y="111272"/>
                </a:lnTo>
                <a:lnTo>
                  <a:pt x="378334" y="110899"/>
                </a:lnTo>
                <a:lnTo>
                  <a:pt x="379689" y="110486"/>
                </a:lnTo>
                <a:lnTo>
                  <a:pt x="381018" y="110033"/>
                </a:lnTo>
                <a:lnTo>
                  <a:pt x="382320" y="109542"/>
                </a:lnTo>
                <a:lnTo>
                  <a:pt x="383596" y="109011"/>
                </a:lnTo>
                <a:lnTo>
                  <a:pt x="384845" y="108440"/>
                </a:lnTo>
                <a:lnTo>
                  <a:pt x="386067" y="107830"/>
                </a:lnTo>
                <a:lnTo>
                  <a:pt x="387263" y="107181"/>
                </a:lnTo>
                <a:lnTo>
                  <a:pt x="388433" y="106493"/>
                </a:lnTo>
                <a:lnTo>
                  <a:pt x="389576" y="105765"/>
                </a:lnTo>
                <a:lnTo>
                  <a:pt x="390692" y="104998"/>
                </a:lnTo>
                <a:lnTo>
                  <a:pt x="391782" y="104192"/>
                </a:lnTo>
                <a:lnTo>
                  <a:pt x="392846" y="103346"/>
                </a:lnTo>
                <a:lnTo>
                  <a:pt x="393882" y="102461"/>
                </a:lnTo>
                <a:lnTo>
                  <a:pt x="394893" y="101537"/>
                </a:lnTo>
                <a:lnTo>
                  <a:pt x="395869" y="100583"/>
                </a:lnTo>
                <a:lnTo>
                  <a:pt x="396804" y="99610"/>
                </a:lnTo>
                <a:lnTo>
                  <a:pt x="397697" y="98617"/>
                </a:lnTo>
                <a:lnTo>
                  <a:pt x="398549" y="97606"/>
                </a:lnTo>
                <a:lnTo>
                  <a:pt x="399359" y="96575"/>
                </a:lnTo>
                <a:lnTo>
                  <a:pt x="400128" y="95525"/>
                </a:lnTo>
                <a:lnTo>
                  <a:pt x="400855" y="94455"/>
                </a:lnTo>
                <a:lnTo>
                  <a:pt x="401540" y="93366"/>
                </a:lnTo>
                <a:lnTo>
                  <a:pt x="402184" y="92258"/>
                </a:lnTo>
                <a:lnTo>
                  <a:pt x="402787" y="91131"/>
                </a:lnTo>
                <a:lnTo>
                  <a:pt x="403348" y="89984"/>
                </a:lnTo>
                <a:lnTo>
                  <a:pt x="403867" y="88818"/>
                </a:lnTo>
                <a:lnTo>
                  <a:pt x="404345" y="87633"/>
                </a:lnTo>
                <a:lnTo>
                  <a:pt x="404781" y="86428"/>
                </a:lnTo>
                <a:lnTo>
                  <a:pt x="405176" y="85204"/>
                </a:lnTo>
                <a:lnTo>
                  <a:pt x="405529" y="83961"/>
                </a:lnTo>
                <a:lnTo>
                  <a:pt x="405840" y="82698"/>
                </a:lnTo>
                <a:lnTo>
                  <a:pt x="406110" y="81416"/>
                </a:lnTo>
                <a:lnTo>
                  <a:pt x="406339" y="80115"/>
                </a:lnTo>
                <a:lnTo>
                  <a:pt x="406526" y="78795"/>
                </a:lnTo>
                <a:lnTo>
                  <a:pt x="406671" y="77455"/>
                </a:lnTo>
                <a:lnTo>
                  <a:pt x="406775" y="76096"/>
                </a:lnTo>
                <a:lnTo>
                  <a:pt x="406838" y="74718"/>
                </a:lnTo>
                <a:lnTo>
                  <a:pt x="406858" y="73320"/>
                </a:lnTo>
                <a:lnTo>
                  <a:pt x="406836" y="71858"/>
                </a:lnTo>
                <a:lnTo>
                  <a:pt x="406771" y="70414"/>
                </a:lnTo>
                <a:lnTo>
                  <a:pt x="406662" y="68988"/>
                </a:lnTo>
                <a:lnTo>
                  <a:pt x="406509" y="67580"/>
                </a:lnTo>
                <a:lnTo>
                  <a:pt x="406313" y="66190"/>
                </a:lnTo>
                <a:lnTo>
                  <a:pt x="406073" y="64818"/>
                </a:lnTo>
                <a:lnTo>
                  <a:pt x="405790" y="63464"/>
                </a:lnTo>
                <a:lnTo>
                  <a:pt x="405463" y="62128"/>
                </a:lnTo>
                <a:lnTo>
                  <a:pt x="405092" y="60810"/>
                </a:lnTo>
                <a:lnTo>
                  <a:pt x="404678" y="59510"/>
                </a:lnTo>
                <a:lnTo>
                  <a:pt x="404220" y="58227"/>
                </a:lnTo>
                <a:lnTo>
                  <a:pt x="403718" y="56963"/>
                </a:lnTo>
                <a:lnTo>
                  <a:pt x="403173" y="55717"/>
                </a:lnTo>
                <a:lnTo>
                  <a:pt x="402585" y="54489"/>
                </a:lnTo>
                <a:lnTo>
                  <a:pt x="401952" y="53278"/>
                </a:lnTo>
                <a:lnTo>
                  <a:pt x="401276" y="52086"/>
                </a:lnTo>
                <a:lnTo>
                  <a:pt x="400557" y="50912"/>
                </a:lnTo>
                <a:lnTo>
                  <a:pt x="399794" y="49755"/>
                </a:lnTo>
                <a:lnTo>
                  <a:pt x="398987" y="48617"/>
                </a:lnTo>
                <a:lnTo>
                  <a:pt x="398136" y="47496"/>
                </a:lnTo>
                <a:lnTo>
                  <a:pt x="397242" y="46394"/>
                </a:lnTo>
                <a:lnTo>
                  <a:pt x="396305" y="45309"/>
                </a:lnTo>
                <a:lnTo>
                  <a:pt x="395324" y="44243"/>
                </a:lnTo>
                <a:lnTo>
                  <a:pt x="394299" y="43194"/>
                </a:lnTo>
                <a:lnTo>
                  <a:pt x="393243" y="42177"/>
                </a:lnTo>
                <a:lnTo>
                  <a:pt x="392167" y="41202"/>
                </a:lnTo>
                <a:lnTo>
                  <a:pt x="391073" y="40271"/>
                </a:lnTo>
                <a:lnTo>
                  <a:pt x="389959" y="39383"/>
                </a:lnTo>
                <a:lnTo>
                  <a:pt x="388826" y="38538"/>
                </a:lnTo>
                <a:lnTo>
                  <a:pt x="387674" y="37737"/>
                </a:lnTo>
                <a:lnTo>
                  <a:pt x="386503" y="36979"/>
                </a:lnTo>
                <a:lnTo>
                  <a:pt x="385313" y="36264"/>
                </a:lnTo>
                <a:lnTo>
                  <a:pt x="384104" y="35593"/>
                </a:lnTo>
                <a:lnTo>
                  <a:pt x="382875" y="34965"/>
                </a:lnTo>
                <a:lnTo>
                  <a:pt x="381627" y="34380"/>
                </a:lnTo>
                <a:lnTo>
                  <a:pt x="380360" y="33838"/>
                </a:lnTo>
                <a:lnTo>
                  <a:pt x="379074" y="33340"/>
                </a:lnTo>
                <a:lnTo>
                  <a:pt x="377769" y="32886"/>
                </a:lnTo>
                <a:lnTo>
                  <a:pt x="376445" y="32474"/>
                </a:lnTo>
                <a:lnTo>
                  <a:pt x="375101" y="32106"/>
                </a:lnTo>
                <a:lnTo>
                  <a:pt x="373739" y="31781"/>
                </a:lnTo>
                <a:lnTo>
                  <a:pt x="372357" y="31499"/>
                </a:lnTo>
                <a:lnTo>
                  <a:pt x="370956" y="31261"/>
                </a:lnTo>
                <a:lnTo>
                  <a:pt x="369536" y="31066"/>
                </a:lnTo>
                <a:lnTo>
                  <a:pt x="368097" y="30915"/>
                </a:lnTo>
                <a:lnTo>
                  <a:pt x="366638" y="30806"/>
                </a:lnTo>
                <a:lnTo>
                  <a:pt x="365161" y="30741"/>
                </a:lnTo>
                <a:lnTo>
                  <a:pt x="363664" y="30720"/>
                </a:lnTo>
                <a:lnTo>
                  <a:pt x="363105" y="30723"/>
                </a:lnTo>
                <a:lnTo>
                  <a:pt x="362547" y="30734"/>
                </a:lnTo>
                <a:lnTo>
                  <a:pt x="361990" y="30752"/>
                </a:lnTo>
                <a:lnTo>
                  <a:pt x="361433" y="30778"/>
                </a:lnTo>
                <a:lnTo>
                  <a:pt x="360876" y="30810"/>
                </a:lnTo>
                <a:lnTo>
                  <a:pt x="360320" y="30850"/>
                </a:lnTo>
                <a:lnTo>
                  <a:pt x="359764" y="30898"/>
                </a:lnTo>
                <a:lnTo>
                  <a:pt x="359209" y="30952"/>
                </a:lnTo>
                <a:lnTo>
                  <a:pt x="358654" y="31014"/>
                </a:lnTo>
                <a:lnTo>
                  <a:pt x="358099" y="31083"/>
                </a:lnTo>
                <a:lnTo>
                  <a:pt x="357545" y="31159"/>
                </a:lnTo>
                <a:lnTo>
                  <a:pt x="356992" y="31242"/>
                </a:lnTo>
                <a:lnTo>
                  <a:pt x="356439" y="31333"/>
                </a:lnTo>
                <a:lnTo>
                  <a:pt x="355886" y="31431"/>
                </a:lnTo>
                <a:lnTo>
                  <a:pt x="355334" y="31536"/>
                </a:lnTo>
                <a:lnTo>
                  <a:pt x="354782" y="31649"/>
                </a:lnTo>
                <a:lnTo>
                  <a:pt x="354230" y="31768"/>
                </a:lnTo>
                <a:lnTo>
                  <a:pt x="353679" y="31895"/>
                </a:lnTo>
                <a:lnTo>
                  <a:pt x="353129" y="32029"/>
                </a:lnTo>
                <a:lnTo>
                  <a:pt x="352579" y="32171"/>
                </a:lnTo>
                <a:lnTo>
                  <a:pt x="352029" y="32320"/>
                </a:lnTo>
                <a:lnTo>
                  <a:pt x="351480" y="32476"/>
                </a:lnTo>
                <a:lnTo>
                  <a:pt x="350931" y="32639"/>
                </a:lnTo>
                <a:lnTo>
                  <a:pt x="350383" y="32810"/>
                </a:lnTo>
                <a:lnTo>
                  <a:pt x="349835" y="32987"/>
                </a:lnTo>
                <a:lnTo>
                  <a:pt x="349288" y="33172"/>
                </a:lnTo>
                <a:lnTo>
                  <a:pt x="348742" y="33365"/>
                </a:lnTo>
                <a:lnTo>
                  <a:pt x="348197" y="33564"/>
                </a:lnTo>
                <a:lnTo>
                  <a:pt x="347652" y="33771"/>
                </a:lnTo>
                <a:lnTo>
                  <a:pt x="347108" y="33985"/>
                </a:lnTo>
                <a:lnTo>
                  <a:pt x="346565" y="34206"/>
                </a:lnTo>
                <a:lnTo>
                  <a:pt x="346022" y="34435"/>
                </a:lnTo>
                <a:lnTo>
                  <a:pt x="345480" y="34670"/>
                </a:lnTo>
                <a:lnTo>
                  <a:pt x="344939" y="34913"/>
                </a:lnTo>
                <a:lnTo>
                  <a:pt x="344399" y="35164"/>
                </a:lnTo>
                <a:lnTo>
                  <a:pt x="343859" y="35421"/>
                </a:lnTo>
                <a:lnTo>
                  <a:pt x="343321" y="35686"/>
                </a:lnTo>
                <a:lnTo>
                  <a:pt x="342782" y="35958"/>
                </a:lnTo>
                <a:lnTo>
                  <a:pt x="342245" y="36237"/>
                </a:lnTo>
                <a:lnTo>
                  <a:pt x="341708" y="36523"/>
                </a:lnTo>
                <a:lnTo>
                  <a:pt x="341172" y="36817"/>
                </a:lnTo>
                <a:lnTo>
                  <a:pt x="340637" y="37118"/>
                </a:lnTo>
                <a:lnTo>
                  <a:pt x="340103" y="37426"/>
                </a:lnTo>
                <a:lnTo>
                  <a:pt x="339569" y="37742"/>
                </a:lnTo>
                <a:lnTo>
                  <a:pt x="339036" y="38064"/>
                </a:lnTo>
                <a:lnTo>
                  <a:pt x="338504" y="38394"/>
                </a:lnTo>
                <a:lnTo>
                  <a:pt x="337972" y="38732"/>
                </a:lnTo>
                <a:lnTo>
                  <a:pt x="337442" y="39076"/>
                </a:lnTo>
                <a:lnTo>
                  <a:pt x="337442" y="0"/>
                </a:lnTo>
                <a:lnTo>
                  <a:pt x="317075" y="0"/>
                </a:lnTo>
                <a:lnTo>
                  <a:pt x="316558" y="4"/>
                </a:lnTo>
                <a:lnTo>
                  <a:pt x="316053" y="17"/>
                </a:lnTo>
                <a:lnTo>
                  <a:pt x="315561" y="37"/>
                </a:lnTo>
                <a:lnTo>
                  <a:pt x="315082" y="66"/>
                </a:lnTo>
                <a:close/>
                <a:moveTo>
                  <a:pt x="389165" y="77560"/>
                </a:moveTo>
                <a:lnTo>
                  <a:pt x="389035" y="78275"/>
                </a:lnTo>
                <a:lnTo>
                  <a:pt x="388881" y="78978"/>
                </a:lnTo>
                <a:lnTo>
                  <a:pt x="388703" y="79671"/>
                </a:lnTo>
                <a:lnTo>
                  <a:pt x="388501" y="80353"/>
                </a:lnTo>
                <a:lnTo>
                  <a:pt x="388276" y="81023"/>
                </a:lnTo>
                <a:lnTo>
                  <a:pt x="388027" y="81683"/>
                </a:lnTo>
                <a:lnTo>
                  <a:pt x="387754" y="82331"/>
                </a:lnTo>
                <a:lnTo>
                  <a:pt x="387457" y="82969"/>
                </a:lnTo>
                <a:lnTo>
                  <a:pt x="387137" y="83596"/>
                </a:lnTo>
                <a:lnTo>
                  <a:pt x="386793" y="84211"/>
                </a:lnTo>
                <a:lnTo>
                  <a:pt x="386426" y="84816"/>
                </a:lnTo>
                <a:lnTo>
                  <a:pt x="386034" y="85409"/>
                </a:lnTo>
                <a:lnTo>
                  <a:pt x="385619" y="85992"/>
                </a:lnTo>
                <a:lnTo>
                  <a:pt x="385180" y="86563"/>
                </a:lnTo>
                <a:lnTo>
                  <a:pt x="384718" y="87124"/>
                </a:lnTo>
                <a:lnTo>
                  <a:pt x="384231" y="87673"/>
                </a:lnTo>
                <a:lnTo>
                  <a:pt x="383722" y="88212"/>
                </a:lnTo>
                <a:lnTo>
                  <a:pt x="383188" y="88739"/>
                </a:lnTo>
                <a:lnTo>
                  <a:pt x="382630" y="89256"/>
                </a:lnTo>
                <a:lnTo>
                  <a:pt x="382051" y="89756"/>
                </a:lnTo>
                <a:lnTo>
                  <a:pt x="381453" y="90234"/>
                </a:lnTo>
                <a:lnTo>
                  <a:pt x="380836" y="90692"/>
                </a:lnTo>
                <a:lnTo>
                  <a:pt x="380199" y="91128"/>
                </a:lnTo>
                <a:lnTo>
                  <a:pt x="379543" y="91543"/>
                </a:lnTo>
                <a:lnTo>
                  <a:pt x="378867" y="91937"/>
                </a:lnTo>
                <a:lnTo>
                  <a:pt x="378173" y="92309"/>
                </a:lnTo>
                <a:lnTo>
                  <a:pt x="377459" y="92660"/>
                </a:lnTo>
                <a:lnTo>
                  <a:pt x="376725" y="92990"/>
                </a:lnTo>
                <a:lnTo>
                  <a:pt x="375973" y="93299"/>
                </a:lnTo>
                <a:lnTo>
                  <a:pt x="375201" y="93586"/>
                </a:lnTo>
                <a:lnTo>
                  <a:pt x="374409" y="93852"/>
                </a:lnTo>
                <a:lnTo>
                  <a:pt x="373599" y="94097"/>
                </a:lnTo>
                <a:lnTo>
                  <a:pt x="372769" y="94320"/>
                </a:lnTo>
                <a:lnTo>
                  <a:pt x="371920" y="94522"/>
                </a:lnTo>
                <a:lnTo>
                  <a:pt x="371052" y="94703"/>
                </a:lnTo>
                <a:lnTo>
                  <a:pt x="370164" y="94863"/>
                </a:lnTo>
                <a:lnTo>
                  <a:pt x="369257" y="95001"/>
                </a:lnTo>
                <a:lnTo>
                  <a:pt x="368330" y="95118"/>
                </a:lnTo>
                <a:lnTo>
                  <a:pt x="367385" y="95214"/>
                </a:lnTo>
                <a:lnTo>
                  <a:pt x="366420" y="95288"/>
                </a:lnTo>
                <a:lnTo>
                  <a:pt x="365436" y="95342"/>
                </a:lnTo>
                <a:lnTo>
                  <a:pt x="364432" y="95373"/>
                </a:lnTo>
                <a:lnTo>
                  <a:pt x="363409" y="95384"/>
                </a:lnTo>
                <a:lnTo>
                  <a:pt x="362387" y="95373"/>
                </a:lnTo>
                <a:lnTo>
                  <a:pt x="361383" y="95342"/>
                </a:lnTo>
                <a:lnTo>
                  <a:pt x="360399" y="95288"/>
                </a:lnTo>
                <a:lnTo>
                  <a:pt x="359435" y="95214"/>
                </a:lnTo>
                <a:lnTo>
                  <a:pt x="358490" y="95118"/>
                </a:lnTo>
                <a:lnTo>
                  <a:pt x="357564" y="95001"/>
                </a:lnTo>
                <a:lnTo>
                  <a:pt x="356658" y="94863"/>
                </a:lnTo>
                <a:lnTo>
                  <a:pt x="355772" y="94703"/>
                </a:lnTo>
                <a:lnTo>
                  <a:pt x="354905" y="94522"/>
                </a:lnTo>
                <a:lnTo>
                  <a:pt x="354057" y="94320"/>
                </a:lnTo>
                <a:lnTo>
                  <a:pt x="353229" y="94097"/>
                </a:lnTo>
                <a:lnTo>
                  <a:pt x="352420" y="93852"/>
                </a:lnTo>
                <a:lnTo>
                  <a:pt x="351630" y="93586"/>
                </a:lnTo>
                <a:lnTo>
                  <a:pt x="350860" y="93299"/>
                </a:lnTo>
                <a:lnTo>
                  <a:pt x="350110" y="92990"/>
                </a:lnTo>
                <a:lnTo>
                  <a:pt x="349379" y="92660"/>
                </a:lnTo>
                <a:lnTo>
                  <a:pt x="348667" y="92309"/>
                </a:lnTo>
                <a:lnTo>
                  <a:pt x="347975" y="91937"/>
                </a:lnTo>
                <a:lnTo>
                  <a:pt x="347302" y="91543"/>
                </a:lnTo>
                <a:lnTo>
                  <a:pt x="346649" y="91128"/>
                </a:lnTo>
                <a:lnTo>
                  <a:pt x="346015" y="90692"/>
                </a:lnTo>
                <a:lnTo>
                  <a:pt x="345401" y="90234"/>
                </a:lnTo>
                <a:lnTo>
                  <a:pt x="344806" y="89756"/>
                </a:lnTo>
                <a:lnTo>
                  <a:pt x="344231" y="89256"/>
                </a:lnTo>
                <a:lnTo>
                  <a:pt x="343677" y="88739"/>
                </a:lnTo>
                <a:lnTo>
                  <a:pt x="343146" y="88210"/>
                </a:lnTo>
                <a:lnTo>
                  <a:pt x="342639" y="87669"/>
                </a:lnTo>
                <a:lnTo>
                  <a:pt x="342156" y="87117"/>
                </a:lnTo>
                <a:lnTo>
                  <a:pt x="341697" y="86552"/>
                </a:lnTo>
                <a:lnTo>
                  <a:pt x="341260" y="85976"/>
                </a:lnTo>
                <a:lnTo>
                  <a:pt x="340848" y="85388"/>
                </a:lnTo>
                <a:lnTo>
                  <a:pt x="340459" y="84788"/>
                </a:lnTo>
                <a:lnTo>
                  <a:pt x="340094" y="84176"/>
                </a:lnTo>
                <a:lnTo>
                  <a:pt x="339752" y="83552"/>
                </a:lnTo>
                <a:lnTo>
                  <a:pt x="339434" y="82916"/>
                </a:lnTo>
                <a:lnTo>
                  <a:pt x="339139" y="82268"/>
                </a:lnTo>
                <a:lnTo>
                  <a:pt x="338868" y="81609"/>
                </a:lnTo>
                <a:lnTo>
                  <a:pt x="338620" y="80937"/>
                </a:lnTo>
                <a:lnTo>
                  <a:pt x="338396" y="80254"/>
                </a:lnTo>
                <a:lnTo>
                  <a:pt x="338196" y="79559"/>
                </a:lnTo>
                <a:lnTo>
                  <a:pt x="338019" y="78852"/>
                </a:lnTo>
                <a:lnTo>
                  <a:pt x="337866" y="78133"/>
                </a:lnTo>
                <a:lnTo>
                  <a:pt x="337736" y="77402"/>
                </a:lnTo>
                <a:lnTo>
                  <a:pt x="337630" y="76659"/>
                </a:lnTo>
                <a:lnTo>
                  <a:pt x="337548" y="75905"/>
                </a:lnTo>
                <a:lnTo>
                  <a:pt x="337489" y="75138"/>
                </a:lnTo>
                <a:lnTo>
                  <a:pt x="337454" y="74360"/>
                </a:lnTo>
                <a:lnTo>
                  <a:pt x="337442" y="73569"/>
                </a:lnTo>
                <a:lnTo>
                  <a:pt x="337455" y="72701"/>
                </a:lnTo>
                <a:lnTo>
                  <a:pt x="337494" y="71843"/>
                </a:lnTo>
                <a:lnTo>
                  <a:pt x="337560" y="70996"/>
                </a:lnTo>
                <a:lnTo>
                  <a:pt x="337652" y="70159"/>
                </a:lnTo>
                <a:lnTo>
                  <a:pt x="337770" y="69333"/>
                </a:lnTo>
                <a:lnTo>
                  <a:pt x="337914" y="68517"/>
                </a:lnTo>
                <a:lnTo>
                  <a:pt x="338084" y="67712"/>
                </a:lnTo>
                <a:lnTo>
                  <a:pt x="338281" y="66917"/>
                </a:lnTo>
                <a:lnTo>
                  <a:pt x="338504" y="66133"/>
                </a:lnTo>
                <a:lnTo>
                  <a:pt x="338753" y="65360"/>
                </a:lnTo>
                <a:lnTo>
                  <a:pt x="339028" y="64597"/>
                </a:lnTo>
                <a:lnTo>
                  <a:pt x="339330" y="63845"/>
                </a:lnTo>
                <a:lnTo>
                  <a:pt x="339658" y="63103"/>
                </a:lnTo>
                <a:lnTo>
                  <a:pt x="340012" y="62372"/>
                </a:lnTo>
                <a:lnTo>
                  <a:pt x="340392" y="61652"/>
                </a:lnTo>
                <a:lnTo>
                  <a:pt x="340798" y="60942"/>
                </a:lnTo>
                <a:lnTo>
                  <a:pt x="341231" y="60242"/>
                </a:lnTo>
                <a:lnTo>
                  <a:pt x="341690" y="59553"/>
                </a:lnTo>
                <a:lnTo>
                  <a:pt x="342175" y="58875"/>
                </a:lnTo>
                <a:lnTo>
                  <a:pt x="342687" y="58208"/>
                </a:lnTo>
                <a:lnTo>
                  <a:pt x="343224" y="57550"/>
                </a:lnTo>
                <a:lnTo>
                  <a:pt x="343788" y="56904"/>
                </a:lnTo>
                <a:lnTo>
                  <a:pt x="344378" y="56268"/>
                </a:lnTo>
                <a:lnTo>
                  <a:pt x="344994" y="55643"/>
                </a:lnTo>
                <a:lnTo>
                  <a:pt x="345630" y="55035"/>
                </a:lnTo>
                <a:lnTo>
                  <a:pt x="346276" y="54454"/>
                </a:lnTo>
                <a:lnTo>
                  <a:pt x="346934" y="53898"/>
                </a:lnTo>
                <a:lnTo>
                  <a:pt x="347604" y="53369"/>
                </a:lnTo>
                <a:lnTo>
                  <a:pt x="348285" y="52865"/>
                </a:lnTo>
                <a:lnTo>
                  <a:pt x="348978" y="52387"/>
                </a:lnTo>
                <a:lnTo>
                  <a:pt x="349682" y="51935"/>
                </a:lnTo>
                <a:lnTo>
                  <a:pt x="350397" y="51508"/>
                </a:lnTo>
                <a:lnTo>
                  <a:pt x="351124" y="51108"/>
                </a:lnTo>
                <a:lnTo>
                  <a:pt x="351863" y="50733"/>
                </a:lnTo>
                <a:lnTo>
                  <a:pt x="352613" y="50385"/>
                </a:lnTo>
                <a:lnTo>
                  <a:pt x="353374" y="50062"/>
                </a:lnTo>
                <a:lnTo>
                  <a:pt x="354147" y="49764"/>
                </a:lnTo>
                <a:lnTo>
                  <a:pt x="354932" y="49493"/>
                </a:lnTo>
                <a:lnTo>
                  <a:pt x="355728" y="49248"/>
                </a:lnTo>
                <a:lnTo>
                  <a:pt x="356536" y="49028"/>
                </a:lnTo>
                <a:lnTo>
                  <a:pt x="357355" y="48834"/>
                </a:lnTo>
                <a:lnTo>
                  <a:pt x="358185" y="48666"/>
                </a:lnTo>
                <a:lnTo>
                  <a:pt x="359027" y="48524"/>
                </a:lnTo>
                <a:lnTo>
                  <a:pt x="359880" y="48408"/>
                </a:lnTo>
                <a:lnTo>
                  <a:pt x="360745" y="48318"/>
                </a:lnTo>
                <a:lnTo>
                  <a:pt x="361622" y="48253"/>
                </a:lnTo>
                <a:lnTo>
                  <a:pt x="362510" y="48214"/>
                </a:lnTo>
                <a:lnTo>
                  <a:pt x="363409" y="48201"/>
                </a:lnTo>
                <a:lnTo>
                  <a:pt x="364316" y="48214"/>
                </a:lnTo>
                <a:lnTo>
                  <a:pt x="365210" y="48253"/>
                </a:lnTo>
                <a:lnTo>
                  <a:pt x="366093" y="48318"/>
                </a:lnTo>
                <a:lnTo>
                  <a:pt x="366964" y="48408"/>
                </a:lnTo>
                <a:lnTo>
                  <a:pt x="367823" y="48524"/>
                </a:lnTo>
                <a:lnTo>
                  <a:pt x="368671" y="48666"/>
                </a:lnTo>
                <a:lnTo>
                  <a:pt x="369506" y="48834"/>
                </a:lnTo>
                <a:lnTo>
                  <a:pt x="370330" y="49028"/>
                </a:lnTo>
                <a:lnTo>
                  <a:pt x="371142" y="49248"/>
                </a:lnTo>
                <a:lnTo>
                  <a:pt x="371943" y="49493"/>
                </a:lnTo>
                <a:lnTo>
                  <a:pt x="372731" y="49764"/>
                </a:lnTo>
                <a:lnTo>
                  <a:pt x="373508" y="50062"/>
                </a:lnTo>
                <a:lnTo>
                  <a:pt x="374273" y="50385"/>
                </a:lnTo>
                <a:lnTo>
                  <a:pt x="375026" y="50733"/>
                </a:lnTo>
                <a:lnTo>
                  <a:pt x="375767" y="51108"/>
                </a:lnTo>
                <a:lnTo>
                  <a:pt x="376497" y="51508"/>
                </a:lnTo>
                <a:lnTo>
                  <a:pt x="377215" y="51935"/>
                </a:lnTo>
                <a:lnTo>
                  <a:pt x="377921" y="52387"/>
                </a:lnTo>
                <a:lnTo>
                  <a:pt x="378615" y="52865"/>
                </a:lnTo>
                <a:lnTo>
                  <a:pt x="379297" y="53369"/>
                </a:lnTo>
                <a:lnTo>
                  <a:pt x="379968" y="53898"/>
                </a:lnTo>
                <a:lnTo>
                  <a:pt x="380627" y="54454"/>
                </a:lnTo>
                <a:lnTo>
                  <a:pt x="381274" y="55035"/>
                </a:lnTo>
                <a:lnTo>
                  <a:pt x="381909" y="55643"/>
                </a:lnTo>
                <a:lnTo>
                  <a:pt x="382525" y="56268"/>
                </a:lnTo>
                <a:lnTo>
                  <a:pt x="383115" y="56906"/>
                </a:lnTo>
                <a:lnTo>
                  <a:pt x="383679" y="57554"/>
                </a:lnTo>
                <a:lnTo>
                  <a:pt x="384217" y="58214"/>
                </a:lnTo>
                <a:lnTo>
                  <a:pt x="384728" y="58886"/>
                </a:lnTo>
                <a:lnTo>
                  <a:pt x="385213" y="59569"/>
                </a:lnTo>
                <a:lnTo>
                  <a:pt x="385672" y="60264"/>
                </a:lnTo>
                <a:lnTo>
                  <a:pt x="386105" y="60970"/>
                </a:lnTo>
                <a:lnTo>
                  <a:pt x="386511" y="61687"/>
                </a:lnTo>
                <a:lnTo>
                  <a:pt x="386892" y="62416"/>
                </a:lnTo>
                <a:lnTo>
                  <a:pt x="387246" y="63156"/>
                </a:lnTo>
                <a:lnTo>
                  <a:pt x="387574" y="63908"/>
                </a:lnTo>
                <a:lnTo>
                  <a:pt x="387875" y="64671"/>
                </a:lnTo>
                <a:lnTo>
                  <a:pt x="388151" y="65446"/>
                </a:lnTo>
                <a:lnTo>
                  <a:pt x="388400" y="66232"/>
                </a:lnTo>
                <a:lnTo>
                  <a:pt x="388623" y="67029"/>
                </a:lnTo>
                <a:lnTo>
                  <a:pt x="388819" y="67838"/>
                </a:lnTo>
                <a:lnTo>
                  <a:pt x="388990" y="68659"/>
                </a:lnTo>
                <a:lnTo>
                  <a:pt x="389134" y="69490"/>
                </a:lnTo>
                <a:lnTo>
                  <a:pt x="389252" y="70334"/>
                </a:lnTo>
                <a:lnTo>
                  <a:pt x="389344" y="71188"/>
                </a:lnTo>
                <a:lnTo>
                  <a:pt x="389409" y="72055"/>
                </a:lnTo>
                <a:lnTo>
                  <a:pt x="389449" y="72932"/>
                </a:lnTo>
                <a:lnTo>
                  <a:pt x="389462" y="73821"/>
                </a:lnTo>
                <a:lnTo>
                  <a:pt x="389450" y="74591"/>
                </a:lnTo>
                <a:lnTo>
                  <a:pt x="389414" y="75350"/>
                </a:lnTo>
                <a:lnTo>
                  <a:pt x="389355" y="76098"/>
                </a:lnTo>
                <a:lnTo>
                  <a:pt x="389272" y="76834"/>
                </a:lnTo>
                <a:lnTo>
                  <a:pt x="389165" y="77560"/>
                </a:lnTo>
                <a:close/>
                <a:moveTo>
                  <a:pt x="528622" y="92702"/>
                </a:moveTo>
                <a:lnTo>
                  <a:pt x="528313" y="92891"/>
                </a:lnTo>
                <a:lnTo>
                  <a:pt x="528014" y="93078"/>
                </a:lnTo>
                <a:lnTo>
                  <a:pt x="527725" y="93264"/>
                </a:lnTo>
                <a:lnTo>
                  <a:pt x="527445" y="93448"/>
                </a:lnTo>
                <a:lnTo>
                  <a:pt x="527175" y="93630"/>
                </a:lnTo>
                <a:lnTo>
                  <a:pt x="526916" y="93810"/>
                </a:lnTo>
                <a:lnTo>
                  <a:pt x="526666" y="93988"/>
                </a:lnTo>
                <a:lnTo>
                  <a:pt x="526426" y="94165"/>
                </a:lnTo>
                <a:lnTo>
                  <a:pt x="526195" y="94340"/>
                </a:lnTo>
                <a:lnTo>
                  <a:pt x="525975" y="94513"/>
                </a:lnTo>
                <a:lnTo>
                  <a:pt x="525765" y="94684"/>
                </a:lnTo>
                <a:lnTo>
                  <a:pt x="525564" y="94854"/>
                </a:lnTo>
                <a:lnTo>
                  <a:pt x="525373" y="95022"/>
                </a:lnTo>
                <a:lnTo>
                  <a:pt x="525192" y="95188"/>
                </a:lnTo>
                <a:lnTo>
                  <a:pt x="525021" y="95352"/>
                </a:lnTo>
                <a:lnTo>
                  <a:pt x="524860" y="95515"/>
                </a:lnTo>
                <a:lnTo>
                  <a:pt x="524709" y="95676"/>
                </a:lnTo>
                <a:lnTo>
                  <a:pt x="524568" y="95835"/>
                </a:lnTo>
                <a:lnTo>
                  <a:pt x="524436" y="95992"/>
                </a:lnTo>
                <a:lnTo>
                  <a:pt x="524315" y="96148"/>
                </a:lnTo>
                <a:lnTo>
                  <a:pt x="524200" y="96304"/>
                </a:lnTo>
                <a:lnTo>
                  <a:pt x="524091" y="96464"/>
                </a:lnTo>
                <a:lnTo>
                  <a:pt x="523986" y="96627"/>
                </a:lnTo>
                <a:lnTo>
                  <a:pt x="523887" y="96794"/>
                </a:lnTo>
                <a:lnTo>
                  <a:pt x="523792" y="96964"/>
                </a:lnTo>
                <a:lnTo>
                  <a:pt x="523702" y="97138"/>
                </a:lnTo>
                <a:lnTo>
                  <a:pt x="523617" y="97315"/>
                </a:lnTo>
                <a:lnTo>
                  <a:pt x="523537" y="97496"/>
                </a:lnTo>
                <a:lnTo>
                  <a:pt x="523461" y="97681"/>
                </a:lnTo>
                <a:lnTo>
                  <a:pt x="523391" y="97868"/>
                </a:lnTo>
                <a:lnTo>
                  <a:pt x="523325" y="98060"/>
                </a:lnTo>
                <a:lnTo>
                  <a:pt x="523264" y="98255"/>
                </a:lnTo>
                <a:lnTo>
                  <a:pt x="523209" y="98453"/>
                </a:lnTo>
                <a:lnTo>
                  <a:pt x="523157" y="98655"/>
                </a:lnTo>
                <a:lnTo>
                  <a:pt x="523111" y="98861"/>
                </a:lnTo>
                <a:lnTo>
                  <a:pt x="523070" y="99070"/>
                </a:lnTo>
                <a:lnTo>
                  <a:pt x="523033" y="99282"/>
                </a:lnTo>
                <a:lnTo>
                  <a:pt x="523002" y="99498"/>
                </a:lnTo>
                <a:lnTo>
                  <a:pt x="522975" y="99718"/>
                </a:lnTo>
                <a:lnTo>
                  <a:pt x="522953" y="99941"/>
                </a:lnTo>
                <a:lnTo>
                  <a:pt x="522936" y="100167"/>
                </a:lnTo>
                <a:lnTo>
                  <a:pt x="522924" y="100398"/>
                </a:lnTo>
                <a:lnTo>
                  <a:pt x="522917" y="100631"/>
                </a:lnTo>
                <a:lnTo>
                  <a:pt x="522914" y="100868"/>
                </a:lnTo>
                <a:lnTo>
                  <a:pt x="522919" y="101176"/>
                </a:lnTo>
                <a:lnTo>
                  <a:pt x="522933" y="101479"/>
                </a:lnTo>
                <a:lnTo>
                  <a:pt x="522955" y="101779"/>
                </a:lnTo>
                <a:lnTo>
                  <a:pt x="522987" y="102075"/>
                </a:lnTo>
                <a:lnTo>
                  <a:pt x="523029" y="102368"/>
                </a:lnTo>
                <a:lnTo>
                  <a:pt x="523079" y="102656"/>
                </a:lnTo>
                <a:lnTo>
                  <a:pt x="523138" y="102941"/>
                </a:lnTo>
                <a:lnTo>
                  <a:pt x="523207" y="103221"/>
                </a:lnTo>
                <a:lnTo>
                  <a:pt x="523284" y="103498"/>
                </a:lnTo>
                <a:lnTo>
                  <a:pt x="523371" y="103772"/>
                </a:lnTo>
                <a:lnTo>
                  <a:pt x="523467" y="104041"/>
                </a:lnTo>
                <a:lnTo>
                  <a:pt x="523572" y="104306"/>
                </a:lnTo>
                <a:lnTo>
                  <a:pt x="523686" y="104568"/>
                </a:lnTo>
                <a:lnTo>
                  <a:pt x="523810" y="104826"/>
                </a:lnTo>
                <a:lnTo>
                  <a:pt x="523942" y="105080"/>
                </a:lnTo>
                <a:lnTo>
                  <a:pt x="524084" y="105331"/>
                </a:lnTo>
                <a:lnTo>
                  <a:pt x="524234" y="105577"/>
                </a:lnTo>
                <a:lnTo>
                  <a:pt x="524394" y="105820"/>
                </a:lnTo>
                <a:lnTo>
                  <a:pt x="524563" y="106059"/>
                </a:lnTo>
                <a:lnTo>
                  <a:pt x="524741" y="106294"/>
                </a:lnTo>
                <a:lnTo>
                  <a:pt x="524929" y="106525"/>
                </a:lnTo>
                <a:lnTo>
                  <a:pt x="525125" y="106752"/>
                </a:lnTo>
                <a:lnTo>
                  <a:pt x="525330" y="106976"/>
                </a:lnTo>
                <a:lnTo>
                  <a:pt x="525545" y="107196"/>
                </a:lnTo>
                <a:lnTo>
                  <a:pt x="525766" y="107409"/>
                </a:lnTo>
                <a:lnTo>
                  <a:pt x="525990" y="107613"/>
                </a:lnTo>
                <a:lnTo>
                  <a:pt x="526217" y="107809"/>
                </a:lnTo>
                <a:lnTo>
                  <a:pt x="526448" y="107995"/>
                </a:lnTo>
                <a:lnTo>
                  <a:pt x="526682" y="108172"/>
                </a:lnTo>
                <a:lnTo>
                  <a:pt x="526919" y="108340"/>
                </a:lnTo>
                <a:lnTo>
                  <a:pt x="527159" y="108499"/>
                </a:lnTo>
                <a:lnTo>
                  <a:pt x="527403" y="108648"/>
                </a:lnTo>
                <a:lnTo>
                  <a:pt x="527649" y="108789"/>
                </a:lnTo>
                <a:lnTo>
                  <a:pt x="527899" y="108921"/>
                </a:lnTo>
                <a:lnTo>
                  <a:pt x="528153" y="109043"/>
                </a:lnTo>
                <a:lnTo>
                  <a:pt x="528409" y="109157"/>
                </a:lnTo>
                <a:lnTo>
                  <a:pt x="528669" y="109261"/>
                </a:lnTo>
                <a:lnTo>
                  <a:pt x="528932" y="109357"/>
                </a:lnTo>
                <a:lnTo>
                  <a:pt x="529198" y="109443"/>
                </a:lnTo>
                <a:lnTo>
                  <a:pt x="529468" y="109520"/>
                </a:lnTo>
                <a:lnTo>
                  <a:pt x="529740" y="109588"/>
                </a:lnTo>
                <a:lnTo>
                  <a:pt x="530016" y="109647"/>
                </a:lnTo>
                <a:lnTo>
                  <a:pt x="530295" y="109697"/>
                </a:lnTo>
                <a:lnTo>
                  <a:pt x="530578" y="109738"/>
                </a:lnTo>
                <a:lnTo>
                  <a:pt x="530864" y="109770"/>
                </a:lnTo>
                <a:lnTo>
                  <a:pt x="531152" y="109792"/>
                </a:lnTo>
                <a:lnTo>
                  <a:pt x="531445" y="109806"/>
                </a:lnTo>
                <a:lnTo>
                  <a:pt x="531740" y="109811"/>
                </a:lnTo>
                <a:lnTo>
                  <a:pt x="531928" y="109806"/>
                </a:lnTo>
                <a:lnTo>
                  <a:pt x="532124" y="109793"/>
                </a:lnTo>
                <a:lnTo>
                  <a:pt x="532329" y="109771"/>
                </a:lnTo>
                <a:lnTo>
                  <a:pt x="532541" y="109740"/>
                </a:lnTo>
                <a:lnTo>
                  <a:pt x="532762" y="109700"/>
                </a:lnTo>
                <a:lnTo>
                  <a:pt x="532992" y="109651"/>
                </a:lnTo>
                <a:lnTo>
                  <a:pt x="533229" y="109594"/>
                </a:lnTo>
                <a:lnTo>
                  <a:pt x="533475" y="109527"/>
                </a:lnTo>
                <a:lnTo>
                  <a:pt x="533729" y="109452"/>
                </a:lnTo>
                <a:lnTo>
                  <a:pt x="533991" y="109368"/>
                </a:lnTo>
                <a:lnTo>
                  <a:pt x="534262" y="109275"/>
                </a:lnTo>
                <a:lnTo>
                  <a:pt x="534540" y="109173"/>
                </a:lnTo>
                <a:lnTo>
                  <a:pt x="534827" y="109062"/>
                </a:lnTo>
                <a:lnTo>
                  <a:pt x="535123" y="108942"/>
                </a:lnTo>
                <a:lnTo>
                  <a:pt x="535426" y="108814"/>
                </a:lnTo>
                <a:lnTo>
                  <a:pt x="535738" y="108677"/>
                </a:lnTo>
                <a:lnTo>
                  <a:pt x="536058" y="108531"/>
                </a:lnTo>
                <a:lnTo>
                  <a:pt x="536386" y="108376"/>
                </a:lnTo>
                <a:lnTo>
                  <a:pt x="536723" y="108212"/>
                </a:lnTo>
                <a:lnTo>
                  <a:pt x="537067" y="108039"/>
                </a:lnTo>
                <a:lnTo>
                  <a:pt x="537420" y="107857"/>
                </a:lnTo>
                <a:lnTo>
                  <a:pt x="537782" y="107667"/>
                </a:lnTo>
                <a:lnTo>
                  <a:pt x="538151" y="107468"/>
                </a:lnTo>
                <a:lnTo>
                  <a:pt x="538529" y="107259"/>
                </a:lnTo>
                <a:lnTo>
                  <a:pt x="622457" y="60506"/>
                </a:lnTo>
                <a:lnTo>
                  <a:pt x="538529" y="13832"/>
                </a:lnTo>
                <a:lnTo>
                  <a:pt x="538151" y="13632"/>
                </a:lnTo>
                <a:lnTo>
                  <a:pt x="537782" y="13439"/>
                </a:lnTo>
                <a:lnTo>
                  <a:pt x="537420" y="13256"/>
                </a:lnTo>
                <a:lnTo>
                  <a:pt x="537067" y="13080"/>
                </a:lnTo>
                <a:lnTo>
                  <a:pt x="536723" y="12914"/>
                </a:lnTo>
                <a:lnTo>
                  <a:pt x="536386" y="12756"/>
                </a:lnTo>
                <a:lnTo>
                  <a:pt x="536058" y="12606"/>
                </a:lnTo>
                <a:lnTo>
                  <a:pt x="535738" y="12465"/>
                </a:lnTo>
                <a:lnTo>
                  <a:pt x="535426" y="12333"/>
                </a:lnTo>
                <a:lnTo>
                  <a:pt x="535123" y="12209"/>
                </a:lnTo>
                <a:lnTo>
                  <a:pt x="534827" y="12093"/>
                </a:lnTo>
                <a:lnTo>
                  <a:pt x="534540" y="11987"/>
                </a:lnTo>
                <a:lnTo>
                  <a:pt x="534262" y="11888"/>
                </a:lnTo>
                <a:lnTo>
                  <a:pt x="533991" y="11799"/>
                </a:lnTo>
                <a:lnTo>
                  <a:pt x="533729" y="11717"/>
                </a:lnTo>
                <a:lnTo>
                  <a:pt x="533475" y="11645"/>
                </a:lnTo>
                <a:lnTo>
                  <a:pt x="533229" y="11581"/>
                </a:lnTo>
                <a:lnTo>
                  <a:pt x="532992" y="11525"/>
                </a:lnTo>
                <a:lnTo>
                  <a:pt x="532762" y="11478"/>
                </a:lnTo>
                <a:lnTo>
                  <a:pt x="532541" y="11440"/>
                </a:lnTo>
                <a:lnTo>
                  <a:pt x="532329" y="11410"/>
                </a:lnTo>
                <a:lnTo>
                  <a:pt x="532124" y="11389"/>
                </a:lnTo>
                <a:lnTo>
                  <a:pt x="531928" y="11376"/>
                </a:lnTo>
                <a:lnTo>
                  <a:pt x="531740" y="11371"/>
                </a:lnTo>
                <a:lnTo>
                  <a:pt x="531445" y="11376"/>
                </a:lnTo>
                <a:lnTo>
                  <a:pt x="531152" y="11390"/>
                </a:lnTo>
                <a:lnTo>
                  <a:pt x="530864" y="11412"/>
                </a:lnTo>
                <a:lnTo>
                  <a:pt x="530578" y="11444"/>
                </a:lnTo>
                <a:lnTo>
                  <a:pt x="530295" y="11485"/>
                </a:lnTo>
                <a:lnTo>
                  <a:pt x="530016" y="11535"/>
                </a:lnTo>
                <a:lnTo>
                  <a:pt x="529740" y="11594"/>
                </a:lnTo>
                <a:lnTo>
                  <a:pt x="529468" y="11662"/>
                </a:lnTo>
                <a:lnTo>
                  <a:pt x="529198" y="11739"/>
                </a:lnTo>
                <a:lnTo>
                  <a:pt x="528932" y="11826"/>
                </a:lnTo>
                <a:lnTo>
                  <a:pt x="528669" y="11921"/>
                </a:lnTo>
                <a:lnTo>
                  <a:pt x="528409" y="12026"/>
                </a:lnTo>
                <a:lnTo>
                  <a:pt x="528153" y="12139"/>
                </a:lnTo>
                <a:lnTo>
                  <a:pt x="527899" y="12262"/>
                </a:lnTo>
                <a:lnTo>
                  <a:pt x="527649" y="12394"/>
                </a:lnTo>
                <a:lnTo>
                  <a:pt x="527403" y="12535"/>
                </a:lnTo>
                <a:lnTo>
                  <a:pt x="527159" y="12685"/>
                </a:lnTo>
                <a:lnTo>
                  <a:pt x="526919" y="12844"/>
                </a:lnTo>
                <a:lnTo>
                  <a:pt x="526682" y="13012"/>
                </a:lnTo>
                <a:lnTo>
                  <a:pt x="526448" y="13189"/>
                </a:lnTo>
                <a:lnTo>
                  <a:pt x="526217" y="13375"/>
                </a:lnTo>
                <a:lnTo>
                  <a:pt x="525990" y="13571"/>
                </a:lnTo>
                <a:lnTo>
                  <a:pt x="525766" y="13775"/>
                </a:lnTo>
                <a:lnTo>
                  <a:pt x="525545" y="13989"/>
                </a:lnTo>
                <a:lnTo>
                  <a:pt x="525330" y="14209"/>
                </a:lnTo>
                <a:lnTo>
                  <a:pt x="525125" y="14432"/>
                </a:lnTo>
                <a:lnTo>
                  <a:pt x="524929" y="14658"/>
                </a:lnTo>
                <a:lnTo>
                  <a:pt x="524741" y="14889"/>
                </a:lnTo>
                <a:lnTo>
                  <a:pt x="524563" y="15122"/>
                </a:lnTo>
                <a:lnTo>
                  <a:pt x="524394" y="15360"/>
                </a:lnTo>
                <a:lnTo>
                  <a:pt x="524234" y="15600"/>
                </a:lnTo>
                <a:lnTo>
                  <a:pt x="524084" y="15845"/>
                </a:lnTo>
                <a:lnTo>
                  <a:pt x="523942" y="16092"/>
                </a:lnTo>
                <a:lnTo>
                  <a:pt x="523810" y="16344"/>
                </a:lnTo>
                <a:lnTo>
                  <a:pt x="523686" y="16599"/>
                </a:lnTo>
                <a:lnTo>
                  <a:pt x="523572" y="16857"/>
                </a:lnTo>
                <a:lnTo>
                  <a:pt x="523467" y="17119"/>
                </a:lnTo>
                <a:lnTo>
                  <a:pt x="523371" y="17384"/>
                </a:lnTo>
                <a:lnTo>
                  <a:pt x="523284" y="17653"/>
                </a:lnTo>
                <a:lnTo>
                  <a:pt x="523207" y="17925"/>
                </a:lnTo>
                <a:lnTo>
                  <a:pt x="523138" y="18201"/>
                </a:lnTo>
                <a:lnTo>
                  <a:pt x="523079" y="18481"/>
                </a:lnTo>
                <a:lnTo>
                  <a:pt x="523029" y="18764"/>
                </a:lnTo>
                <a:lnTo>
                  <a:pt x="522987" y="19050"/>
                </a:lnTo>
                <a:lnTo>
                  <a:pt x="522955" y="19340"/>
                </a:lnTo>
                <a:lnTo>
                  <a:pt x="522933" y="19634"/>
                </a:lnTo>
                <a:lnTo>
                  <a:pt x="522919" y="19931"/>
                </a:lnTo>
                <a:lnTo>
                  <a:pt x="522914" y="20231"/>
                </a:lnTo>
                <a:lnTo>
                  <a:pt x="522917" y="20469"/>
                </a:lnTo>
                <a:lnTo>
                  <a:pt x="522924" y="20703"/>
                </a:lnTo>
                <a:lnTo>
                  <a:pt x="522936" y="20933"/>
                </a:lnTo>
                <a:lnTo>
                  <a:pt x="522953" y="21160"/>
                </a:lnTo>
                <a:lnTo>
                  <a:pt x="522975" y="21383"/>
                </a:lnTo>
                <a:lnTo>
                  <a:pt x="523002" y="21603"/>
                </a:lnTo>
                <a:lnTo>
                  <a:pt x="523033" y="21819"/>
                </a:lnTo>
                <a:lnTo>
                  <a:pt x="523070" y="22032"/>
                </a:lnTo>
                <a:lnTo>
                  <a:pt x="523111" y="22241"/>
                </a:lnTo>
                <a:lnTo>
                  <a:pt x="523157" y="22447"/>
                </a:lnTo>
                <a:lnTo>
                  <a:pt x="523209" y="22649"/>
                </a:lnTo>
                <a:lnTo>
                  <a:pt x="523264" y="22848"/>
                </a:lnTo>
                <a:lnTo>
                  <a:pt x="523325" y="23043"/>
                </a:lnTo>
                <a:lnTo>
                  <a:pt x="523391" y="23234"/>
                </a:lnTo>
                <a:lnTo>
                  <a:pt x="523461" y="23422"/>
                </a:lnTo>
                <a:lnTo>
                  <a:pt x="523537" y="23607"/>
                </a:lnTo>
                <a:lnTo>
                  <a:pt x="523617" y="23788"/>
                </a:lnTo>
                <a:lnTo>
                  <a:pt x="523702" y="23966"/>
                </a:lnTo>
                <a:lnTo>
                  <a:pt x="523792" y="24140"/>
                </a:lnTo>
                <a:lnTo>
                  <a:pt x="523887" y="24310"/>
                </a:lnTo>
                <a:lnTo>
                  <a:pt x="523986" y="24477"/>
                </a:lnTo>
                <a:lnTo>
                  <a:pt x="524091" y="24641"/>
                </a:lnTo>
                <a:lnTo>
                  <a:pt x="524200" y="24801"/>
                </a:lnTo>
                <a:lnTo>
                  <a:pt x="524315" y="24957"/>
                </a:lnTo>
                <a:lnTo>
                  <a:pt x="524436" y="25113"/>
                </a:lnTo>
                <a:lnTo>
                  <a:pt x="524568" y="25270"/>
                </a:lnTo>
                <a:lnTo>
                  <a:pt x="524709" y="25429"/>
                </a:lnTo>
                <a:lnTo>
                  <a:pt x="524860" y="25590"/>
                </a:lnTo>
                <a:lnTo>
                  <a:pt x="525021" y="25753"/>
                </a:lnTo>
                <a:lnTo>
                  <a:pt x="525192" y="25917"/>
                </a:lnTo>
                <a:lnTo>
                  <a:pt x="525373" y="26083"/>
                </a:lnTo>
                <a:lnTo>
                  <a:pt x="525564" y="26251"/>
                </a:lnTo>
                <a:lnTo>
                  <a:pt x="525765" y="26421"/>
                </a:lnTo>
                <a:lnTo>
                  <a:pt x="525975" y="26592"/>
                </a:lnTo>
                <a:lnTo>
                  <a:pt x="526195" y="26765"/>
                </a:lnTo>
                <a:lnTo>
                  <a:pt x="526426" y="26940"/>
                </a:lnTo>
                <a:lnTo>
                  <a:pt x="526666" y="27117"/>
                </a:lnTo>
                <a:lnTo>
                  <a:pt x="526916" y="27295"/>
                </a:lnTo>
                <a:lnTo>
                  <a:pt x="527175" y="27475"/>
                </a:lnTo>
                <a:lnTo>
                  <a:pt x="527445" y="27657"/>
                </a:lnTo>
                <a:lnTo>
                  <a:pt x="527725" y="27841"/>
                </a:lnTo>
                <a:lnTo>
                  <a:pt x="528014" y="28027"/>
                </a:lnTo>
                <a:lnTo>
                  <a:pt x="528313" y="28214"/>
                </a:lnTo>
                <a:lnTo>
                  <a:pt x="528622" y="28403"/>
                </a:lnTo>
                <a:lnTo>
                  <a:pt x="528942" y="28594"/>
                </a:lnTo>
                <a:lnTo>
                  <a:pt x="529270" y="28786"/>
                </a:lnTo>
                <a:lnTo>
                  <a:pt x="529609" y="28980"/>
                </a:lnTo>
                <a:lnTo>
                  <a:pt x="529958" y="29176"/>
                </a:lnTo>
                <a:lnTo>
                  <a:pt x="586306" y="60482"/>
                </a:lnTo>
                <a:lnTo>
                  <a:pt x="529958" y="91929"/>
                </a:lnTo>
                <a:lnTo>
                  <a:pt x="529609" y="92125"/>
                </a:lnTo>
                <a:lnTo>
                  <a:pt x="529270" y="92319"/>
                </a:lnTo>
                <a:lnTo>
                  <a:pt x="528942" y="92511"/>
                </a:lnTo>
                <a:lnTo>
                  <a:pt x="528622" y="92702"/>
                </a:lnTo>
                <a:close/>
                <a:moveTo>
                  <a:pt x="500104" y="68738"/>
                </a:moveTo>
                <a:lnTo>
                  <a:pt x="500104" y="52784"/>
                </a:lnTo>
                <a:lnTo>
                  <a:pt x="427463" y="52784"/>
                </a:lnTo>
                <a:lnTo>
                  <a:pt x="427463" y="68738"/>
                </a:lnTo>
                <a:lnTo>
                  <a:pt x="500104" y="68738"/>
                </a:lnTo>
                <a:close/>
                <a:moveTo>
                  <a:pt x="280435" y="35283"/>
                </a:moveTo>
                <a:lnTo>
                  <a:pt x="279982" y="35078"/>
                </a:lnTo>
                <a:lnTo>
                  <a:pt x="279526" y="34878"/>
                </a:lnTo>
                <a:lnTo>
                  <a:pt x="279066" y="34682"/>
                </a:lnTo>
                <a:lnTo>
                  <a:pt x="278603" y="34491"/>
                </a:lnTo>
                <a:lnTo>
                  <a:pt x="278137" y="34305"/>
                </a:lnTo>
                <a:lnTo>
                  <a:pt x="277668" y="34124"/>
                </a:lnTo>
                <a:lnTo>
                  <a:pt x="277196" y="33947"/>
                </a:lnTo>
                <a:lnTo>
                  <a:pt x="276720" y="33775"/>
                </a:lnTo>
                <a:lnTo>
                  <a:pt x="276241" y="33607"/>
                </a:lnTo>
                <a:lnTo>
                  <a:pt x="275759" y="33445"/>
                </a:lnTo>
                <a:lnTo>
                  <a:pt x="275273" y="33287"/>
                </a:lnTo>
                <a:lnTo>
                  <a:pt x="274784" y="33134"/>
                </a:lnTo>
                <a:lnTo>
                  <a:pt x="274293" y="32985"/>
                </a:lnTo>
                <a:lnTo>
                  <a:pt x="273797" y="32841"/>
                </a:lnTo>
                <a:lnTo>
                  <a:pt x="273299" y="32702"/>
                </a:lnTo>
                <a:lnTo>
                  <a:pt x="272797" y="32568"/>
                </a:lnTo>
                <a:lnTo>
                  <a:pt x="272292" y="32438"/>
                </a:lnTo>
                <a:lnTo>
                  <a:pt x="271784" y="32313"/>
                </a:lnTo>
                <a:lnTo>
                  <a:pt x="271273" y="32193"/>
                </a:lnTo>
                <a:lnTo>
                  <a:pt x="270758" y="32078"/>
                </a:lnTo>
                <a:lnTo>
                  <a:pt x="270240" y="31967"/>
                </a:lnTo>
                <a:lnTo>
                  <a:pt x="269719" y="31861"/>
                </a:lnTo>
                <a:lnTo>
                  <a:pt x="269194" y="31759"/>
                </a:lnTo>
                <a:lnTo>
                  <a:pt x="268665" y="31663"/>
                </a:lnTo>
                <a:lnTo>
                  <a:pt x="268133" y="31571"/>
                </a:lnTo>
                <a:lnTo>
                  <a:pt x="267597" y="31484"/>
                </a:lnTo>
                <a:lnTo>
                  <a:pt x="267058" y="31401"/>
                </a:lnTo>
                <a:lnTo>
                  <a:pt x="266515" y="31323"/>
                </a:lnTo>
                <a:lnTo>
                  <a:pt x="265969" y="31250"/>
                </a:lnTo>
                <a:lnTo>
                  <a:pt x="265419" y="31182"/>
                </a:lnTo>
                <a:lnTo>
                  <a:pt x="264866" y="31118"/>
                </a:lnTo>
                <a:lnTo>
                  <a:pt x="264309" y="31059"/>
                </a:lnTo>
                <a:lnTo>
                  <a:pt x="263748" y="31005"/>
                </a:lnTo>
                <a:lnTo>
                  <a:pt x="263184" y="30956"/>
                </a:lnTo>
                <a:lnTo>
                  <a:pt x="262617" y="30911"/>
                </a:lnTo>
                <a:lnTo>
                  <a:pt x="262046" y="30871"/>
                </a:lnTo>
                <a:lnTo>
                  <a:pt x="261471" y="30835"/>
                </a:lnTo>
                <a:lnTo>
                  <a:pt x="260893" y="30805"/>
                </a:lnTo>
                <a:lnTo>
                  <a:pt x="260311" y="30779"/>
                </a:lnTo>
                <a:lnTo>
                  <a:pt x="259726" y="30758"/>
                </a:lnTo>
                <a:lnTo>
                  <a:pt x="259138" y="30741"/>
                </a:lnTo>
                <a:lnTo>
                  <a:pt x="258545" y="30729"/>
                </a:lnTo>
                <a:lnTo>
                  <a:pt x="257950" y="30722"/>
                </a:lnTo>
                <a:lnTo>
                  <a:pt x="257350" y="30720"/>
                </a:lnTo>
                <a:lnTo>
                  <a:pt x="255701" y="30741"/>
                </a:lnTo>
                <a:lnTo>
                  <a:pt x="254079" y="30804"/>
                </a:lnTo>
                <a:lnTo>
                  <a:pt x="252483" y="30910"/>
                </a:lnTo>
                <a:lnTo>
                  <a:pt x="250913" y="31058"/>
                </a:lnTo>
                <a:lnTo>
                  <a:pt x="249369" y="31248"/>
                </a:lnTo>
                <a:lnTo>
                  <a:pt x="247851" y="31480"/>
                </a:lnTo>
                <a:lnTo>
                  <a:pt x="246360" y="31755"/>
                </a:lnTo>
                <a:lnTo>
                  <a:pt x="244894" y="32072"/>
                </a:lnTo>
                <a:lnTo>
                  <a:pt x="243455" y="32431"/>
                </a:lnTo>
                <a:lnTo>
                  <a:pt x="242043" y="32832"/>
                </a:lnTo>
                <a:lnTo>
                  <a:pt x="240656" y="33276"/>
                </a:lnTo>
                <a:lnTo>
                  <a:pt x="239296" y="33762"/>
                </a:lnTo>
                <a:lnTo>
                  <a:pt x="237962" y="34290"/>
                </a:lnTo>
                <a:lnTo>
                  <a:pt x="236654" y="34860"/>
                </a:lnTo>
                <a:lnTo>
                  <a:pt x="235372" y="35473"/>
                </a:lnTo>
                <a:lnTo>
                  <a:pt x="234117" y="36127"/>
                </a:lnTo>
                <a:lnTo>
                  <a:pt x="232888" y="36824"/>
                </a:lnTo>
                <a:lnTo>
                  <a:pt x="231685" y="37564"/>
                </a:lnTo>
                <a:lnTo>
                  <a:pt x="230508" y="38345"/>
                </a:lnTo>
                <a:lnTo>
                  <a:pt x="229358" y="39169"/>
                </a:lnTo>
                <a:lnTo>
                  <a:pt x="228233" y="40035"/>
                </a:lnTo>
                <a:lnTo>
                  <a:pt x="227135" y="40943"/>
                </a:lnTo>
                <a:lnTo>
                  <a:pt x="226064" y="41894"/>
                </a:lnTo>
                <a:lnTo>
                  <a:pt x="225018" y="42887"/>
                </a:lnTo>
                <a:lnTo>
                  <a:pt x="224007" y="43912"/>
                </a:lnTo>
                <a:lnTo>
                  <a:pt x="223039" y="44959"/>
                </a:lnTo>
                <a:lnTo>
                  <a:pt x="222114" y="46028"/>
                </a:lnTo>
                <a:lnTo>
                  <a:pt x="221232" y="47119"/>
                </a:lnTo>
                <a:lnTo>
                  <a:pt x="220393" y="48233"/>
                </a:lnTo>
                <a:lnTo>
                  <a:pt x="219598" y="49369"/>
                </a:lnTo>
                <a:lnTo>
                  <a:pt x="218845" y="50527"/>
                </a:lnTo>
                <a:lnTo>
                  <a:pt x="218135" y="51707"/>
                </a:lnTo>
                <a:lnTo>
                  <a:pt x="217468" y="52910"/>
                </a:lnTo>
                <a:lnTo>
                  <a:pt x="216844" y="54135"/>
                </a:lnTo>
                <a:lnTo>
                  <a:pt x="216263" y="55382"/>
                </a:lnTo>
                <a:lnTo>
                  <a:pt x="215726" y="56651"/>
                </a:lnTo>
                <a:lnTo>
                  <a:pt x="215231" y="57942"/>
                </a:lnTo>
                <a:lnTo>
                  <a:pt x="214779" y="59256"/>
                </a:lnTo>
                <a:lnTo>
                  <a:pt x="214371" y="60592"/>
                </a:lnTo>
                <a:lnTo>
                  <a:pt x="214005" y="61950"/>
                </a:lnTo>
                <a:lnTo>
                  <a:pt x="213682" y="63330"/>
                </a:lnTo>
                <a:lnTo>
                  <a:pt x="213403" y="64733"/>
                </a:lnTo>
                <a:lnTo>
                  <a:pt x="213166" y="66158"/>
                </a:lnTo>
                <a:lnTo>
                  <a:pt x="212972" y="67604"/>
                </a:lnTo>
                <a:lnTo>
                  <a:pt x="212822" y="69074"/>
                </a:lnTo>
                <a:lnTo>
                  <a:pt x="212714" y="70565"/>
                </a:lnTo>
                <a:lnTo>
                  <a:pt x="212650" y="72079"/>
                </a:lnTo>
                <a:lnTo>
                  <a:pt x="212628" y="73615"/>
                </a:lnTo>
                <a:lnTo>
                  <a:pt x="212655" y="75232"/>
                </a:lnTo>
                <a:lnTo>
                  <a:pt x="212734" y="76821"/>
                </a:lnTo>
                <a:lnTo>
                  <a:pt x="212867" y="78381"/>
                </a:lnTo>
                <a:lnTo>
                  <a:pt x="213053" y="79912"/>
                </a:lnTo>
                <a:lnTo>
                  <a:pt x="213291" y="81414"/>
                </a:lnTo>
                <a:lnTo>
                  <a:pt x="213583" y="82887"/>
                </a:lnTo>
                <a:lnTo>
                  <a:pt x="213928" y="84332"/>
                </a:lnTo>
                <a:lnTo>
                  <a:pt x="214325" y="85747"/>
                </a:lnTo>
                <a:lnTo>
                  <a:pt x="214776" y="87134"/>
                </a:lnTo>
                <a:lnTo>
                  <a:pt x="215280" y="88492"/>
                </a:lnTo>
                <a:lnTo>
                  <a:pt x="215837" y="89821"/>
                </a:lnTo>
                <a:lnTo>
                  <a:pt x="216447" y="91121"/>
                </a:lnTo>
                <a:lnTo>
                  <a:pt x="217110" y="92392"/>
                </a:lnTo>
                <a:lnTo>
                  <a:pt x="217826" y="93635"/>
                </a:lnTo>
                <a:lnTo>
                  <a:pt x="218595" y="94849"/>
                </a:lnTo>
                <a:lnTo>
                  <a:pt x="219417" y="96033"/>
                </a:lnTo>
                <a:lnTo>
                  <a:pt x="220292" y="97189"/>
                </a:lnTo>
                <a:lnTo>
                  <a:pt x="221220" y="98316"/>
                </a:lnTo>
                <a:lnTo>
                  <a:pt x="222202" y="99414"/>
                </a:lnTo>
                <a:lnTo>
                  <a:pt x="223236" y="100484"/>
                </a:lnTo>
                <a:lnTo>
                  <a:pt x="224323" y="101524"/>
                </a:lnTo>
                <a:lnTo>
                  <a:pt x="225464" y="102536"/>
                </a:lnTo>
                <a:lnTo>
                  <a:pt x="226657" y="103518"/>
                </a:lnTo>
                <a:lnTo>
                  <a:pt x="227903" y="104472"/>
                </a:lnTo>
                <a:lnTo>
                  <a:pt x="228859" y="105157"/>
                </a:lnTo>
                <a:lnTo>
                  <a:pt x="229847" y="105813"/>
                </a:lnTo>
                <a:lnTo>
                  <a:pt x="230865" y="106439"/>
                </a:lnTo>
                <a:lnTo>
                  <a:pt x="231915" y="107037"/>
                </a:lnTo>
                <a:lnTo>
                  <a:pt x="232996" y="107605"/>
                </a:lnTo>
                <a:lnTo>
                  <a:pt x="234109" y="108144"/>
                </a:lnTo>
                <a:lnTo>
                  <a:pt x="235252" y="108654"/>
                </a:lnTo>
                <a:lnTo>
                  <a:pt x="236427" y="109135"/>
                </a:lnTo>
                <a:lnTo>
                  <a:pt x="237633" y="109587"/>
                </a:lnTo>
                <a:lnTo>
                  <a:pt x="238870" y="110009"/>
                </a:lnTo>
                <a:lnTo>
                  <a:pt x="240139" y="110403"/>
                </a:lnTo>
                <a:lnTo>
                  <a:pt x="241439" y="110767"/>
                </a:lnTo>
                <a:lnTo>
                  <a:pt x="242770" y="111102"/>
                </a:lnTo>
                <a:lnTo>
                  <a:pt x="244132" y="111408"/>
                </a:lnTo>
                <a:lnTo>
                  <a:pt x="245525" y="111685"/>
                </a:lnTo>
                <a:lnTo>
                  <a:pt x="246950" y="111933"/>
                </a:lnTo>
                <a:lnTo>
                  <a:pt x="248406" y="112152"/>
                </a:lnTo>
                <a:lnTo>
                  <a:pt x="249893" y="112341"/>
                </a:lnTo>
                <a:lnTo>
                  <a:pt x="251411" y="112501"/>
                </a:lnTo>
                <a:lnTo>
                  <a:pt x="252961" y="112632"/>
                </a:lnTo>
                <a:lnTo>
                  <a:pt x="254542" y="112734"/>
                </a:lnTo>
                <a:lnTo>
                  <a:pt x="256154" y="112807"/>
                </a:lnTo>
                <a:lnTo>
                  <a:pt x="257797" y="112851"/>
                </a:lnTo>
                <a:lnTo>
                  <a:pt x="259472" y="112866"/>
                </a:lnTo>
                <a:lnTo>
                  <a:pt x="261334" y="112852"/>
                </a:lnTo>
                <a:lnTo>
                  <a:pt x="263158" y="112812"/>
                </a:lnTo>
                <a:lnTo>
                  <a:pt x="264945" y="112745"/>
                </a:lnTo>
                <a:lnTo>
                  <a:pt x="266694" y="112651"/>
                </a:lnTo>
                <a:lnTo>
                  <a:pt x="268406" y="112530"/>
                </a:lnTo>
                <a:lnTo>
                  <a:pt x="270079" y="112383"/>
                </a:lnTo>
                <a:lnTo>
                  <a:pt x="271715" y="112209"/>
                </a:lnTo>
                <a:lnTo>
                  <a:pt x="273314" y="112008"/>
                </a:lnTo>
                <a:lnTo>
                  <a:pt x="274874" y="111780"/>
                </a:lnTo>
                <a:lnTo>
                  <a:pt x="276397" y="111525"/>
                </a:lnTo>
                <a:lnTo>
                  <a:pt x="277882" y="111243"/>
                </a:lnTo>
                <a:lnTo>
                  <a:pt x="279329" y="110935"/>
                </a:lnTo>
                <a:lnTo>
                  <a:pt x="280739" y="110600"/>
                </a:lnTo>
                <a:lnTo>
                  <a:pt x="282111" y="110238"/>
                </a:lnTo>
                <a:lnTo>
                  <a:pt x="283445" y="109849"/>
                </a:lnTo>
                <a:lnTo>
                  <a:pt x="284742" y="109433"/>
                </a:lnTo>
                <a:lnTo>
                  <a:pt x="286000" y="108991"/>
                </a:lnTo>
                <a:lnTo>
                  <a:pt x="287221" y="108522"/>
                </a:lnTo>
                <a:lnTo>
                  <a:pt x="288405" y="108026"/>
                </a:lnTo>
                <a:lnTo>
                  <a:pt x="289550" y="107503"/>
                </a:lnTo>
                <a:lnTo>
                  <a:pt x="290658" y="106953"/>
                </a:lnTo>
                <a:lnTo>
                  <a:pt x="291728" y="106377"/>
                </a:lnTo>
                <a:lnTo>
                  <a:pt x="292761" y="105773"/>
                </a:lnTo>
                <a:lnTo>
                  <a:pt x="293756" y="105143"/>
                </a:lnTo>
                <a:lnTo>
                  <a:pt x="294400" y="104711"/>
                </a:lnTo>
                <a:lnTo>
                  <a:pt x="295016" y="104276"/>
                </a:lnTo>
                <a:lnTo>
                  <a:pt x="295605" y="103840"/>
                </a:lnTo>
                <a:lnTo>
                  <a:pt x="296167" y="103401"/>
                </a:lnTo>
                <a:lnTo>
                  <a:pt x="296702" y="102961"/>
                </a:lnTo>
                <a:lnTo>
                  <a:pt x="297208" y="102518"/>
                </a:lnTo>
                <a:lnTo>
                  <a:pt x="297688" y="102073"/>
                </a:lnTo>
                <a:lnTo>
                  <a:pt x="298140" y="101626"/>
                </a:lnTo>
                <a:lnTo>
                  <a:pt x="298565" y="101177"/>
                </a:lnTo>
                <a:lnTo>
                  <a:pt x="298962" y="100726"/>
                </a:lnTo>
                <a:lnTo>
                  <a:pt x="299332" y="100273"/>
                </a:lnTo>
                <a:lnTo>
                  <a:pt x="299675" y="99818"/>
                </a:lnTo>
                <a:lnTo>
                  <a:pt x="299990" y="99361"/>
                </a:lnTo>
                <a:lnTo>
                  <a:pt x="300278" y="98902"/>
                </a:lnTo>
                <a:lnTo>
                  <a:pt x="300538" y="98440"/>
                </a:lnTo>
                <a:lnTo>
                  <a:pt x="300771" y="97977"/>
                </a:lnTo>
                <a:lnTo>
                  <a:pt x="300976" y="97512"/>
                </a:lnTo>
                <a:lnTo>
                  <a:pt x="301155" y="97044"/>
                </a:lnTo>
                <a:lnTo>
                  <a:pt x="301305" y="96575"/>
                </a:lnTo>
                <a:lnTo>
                  <a:pt x="301429" y="96103"/>
                </a:lnTo>
                <a:lnTo>
                  <a:pt x="301524" y="95629"/>
                </a:lnTo>
                <a:lnTo>
                  <a:pt x="301593" y="95154"/>
                </a:lnTo>
                <a:lnTo>
                  <a:pt x="301634" y="94676"/>
                </a:lnTo>
                <a:lnTo>
                  <a:pt x="301648" y="94196"/>
                </a:lnTo>
                <a:lnTo>
                  <a:pt x="301643" y="93901"/>
                </a:lnTo>
                <a:lnTo>
                  <a:pt x="301630" y="93609"/>
                </a:lnTo>
                <a:lnTo>
                  <a:pt x="301607" y="93320"/>
                </a:lnTo>
                <a:lnTo>
                  <a:pt x="301576" y="93034"/>
                </a:lnTo>
                <a:lnTo>
                  <a:pt x="301535" y="92752"/>
                </a:lnTo>
                <a:lnTo>
                  <a:pt x="301486" y="92472"/>
                </a:lnTo>
                <a:lnTo>
                  <a:pt x="301428" y="92196"/>
                </a:lnTo>
                <a:lnTo>
                  <a:pt x="301360" y="91924"/>
                </a:lnTo>
                <a:lnTo>
                  <a:pt x="301284" y="91654"/>
                </a:lnTo>
                <a:lnTo>
                  <a:pt x="301198" y="91388"/>
                </a:lnTo>
                <a:lnTo>
                  <a:pt x="301104" y="91125"/>
                </a:lnTo>
                <a:lnTo>
                  <a:pt x="301001" y="90865"/>
                </a:lnTo>
                <a:lnTo>
                  <a:pt x="300888" y="90609"/>
                </a:lnTo>
                <a:lnTo>
                  <a:pt x="300767" y="90356"/>
                </a:lnTo>
                <a:lnTo>
                  <a:pt x="300637" y="90105"/>
                </a:lnTo>
                <a:lnTo>
                  <a:pt x="300497" y="89859"/>
                </a:lnTo>
                <a:lnTo>
                  <a:pt x="300349" y="89615"/>
                </a:lnTo>
                <a:lnTo>
                  <a:pt x="300192" y="89375"/>
                </a:lnTo>
                <a:lnTo>
                  <a:pt x="300026" y="89138"/>
                </a:lnTo>
                <a:lnTo>
                  <a:pt x="299850" y="88904"/>
                </a:lnTo>
                <a:lnTo>
                  <a:pt x="299666" y="88673"/>
                </a:lnTo>
                <a:lnTo>
                  <a:pt x="299473" y="88446"/>
                </a:lnTo>
                <a:lnTo>
                  <a:pt x="299271" y="88222"/>
                </a:lnTo>
                <a:lnTo>
                  <a:pt x="299060" y="88001"/>
                </a:lnTo>
                <a:lnTo>
                  <a:pt x="298842" y="87787"/>
                </a:lnTo>
                <a:lnTo>
                  <a:pt x="298621" y="87581"/>
                </a:lnTo>
                <a:lnTo>
                  <a:pt x="298397" y="87385"/>
                </a:lnTo>
                <a:lnTo>
                  <a:pt x="298170" y="87197"/>
                </a:lnTo>
                <a:lnTo>
                  <a:pt x="297939" y="87019"/>
                </a:lnTo>
                <a:lnTo>
                  <a:pt x="297704" y="86850"/>
                </a:lnTo>
                <a:lnTo>
                  <a:pt x="297467" y="86690"/>
                </a:lnTo>
                <a:lnTo>
                  <a:pt x="297226" y="86540"/>
                </a:lnTo>
                <a:lnTo>
                  <a:pt x="296981" y="86398"/>
                </a:lnTo>
                <a:lnTo>
                  <a:pt x="296733" y="86266"/>
                </a:lnTo>
                <a:lnTo>
                  <a:pt x="296482" y="86142"/>
                </a:lnTo>
                <a:lnTo>
                  <a:pt x="296227" y="86028"/>
                </a:lnTo>
                <a:lnTo>
                  <a:pt x="295969" y="85923"/>
                </a:lnTo>
                <a:lnTo>
                  <a:pt x="295708" y="85827"/>
                </a:lnTo>
                <a:lnTo>
                  <a:pt x="295443" y="85740"/>
                </a:lnTo>
                <a:lnTo>
                  <a:pt x="295175" y="85663"/>
                </a:lnTo>
                <a:lnTo>
                  <a:pt x="294903" y="85594"/>
                </a:lnTo>
                <a:lnTo>
                  <a:pt x="294628" y="85535"/>
                </a:lnTo>
                <a:lnTo>
                  <a:pt x="294350" y="85485"/>
                </a:lnTo>
                <a:lnTo>
                  <a:pt x="294068" y="85444"/>
                </a:lnTo>
                <a:lnTo>
                  <a:pt x="293783" y="85412"/>
                </a:lnTo>
                <a:lnTo>
                  <a:pt x="293494" y="85389"/>
                </a:lnTo>
                <a:lnTo>
                  <a:pt x="293202" y="85375"/>
                </a:lnTo>
                <a:lnTo>
                  <a:pt x="292907" y="85370"/>
                </a:lnTo>
                <a:lnTo>
                  <a:pt x="292658" y="85376"/>
                </a:lnTo>
                <a:lnTo>
                  <a:pt x="292407" y="85393"/>
                </a:lnTo>
                <a:lnTo>
                  <a:pt x="292154" y="85421"/>
                </a:lnTo>
                <a:lnTo>
                  <a:pt x="291898" y="85461"/>
                </a:lnTo>
                <a:lnTo>
                  <a:pt x="291640" y="85511"/>
                </a:lnTo>
                <a:lnTo>
                  <a:pt x="291380" y="85573"/>
                </a:lnTo>
                <a:lnTo>
                  <a:pt x="291117" y="85646"/>
                </a:lnTo>
                <a:lnTo>
                  <a:pt x="290852" y="85731"/>
                </a:lnTo>
                <a:lnTo>
                  <a:pt x="290584" y="85826"/>
                </a:lnTo>
                <a:lnTo>
                  <a:pt x="290314" y="85933"/>
                </a:lnTo>
                <a:lnTo>
                  <a:pt x="290042" y="86051"/>
                </a:lnTo>
                <a:lnTo>
                  <a:pt x="289767" y="86181"/>
                </a:lnTo>
                <a:lnTo>
                  <a:pt x="289490" y="86321"/>
                </a:lnTo>
                <a:lnTo>
                  <a:pt x="289211" y="86473"/>
                </a:lnTo>
                <a:lnTo>
                  <a:pt x="288929" y="86636"/>
                </a:lnTo>
                <a:lnTo>
                  <a:pt x="288645" y="86811"/>
                </a:lnTo>
                <a:lnTo>
                  <a:pt x="288359" y="86996"/>
                </a:lnTo>
                <a:lnTo>
                  <a:pt x="288070" y="87193"/>
                </a:lnTo>
                <a:lnTo>
                  <a:pt x="287779" y="87402"/>
                </a:lnTo>
                <a:lnTo>
                  <a:pt x="287485" y="87621"/>
                </a:lnTo>
                <a:lnTo>
                  <a:pt x="287190" y="87852"/>
                </a:lnTo>
                <a:lnTo>
                  <a:pt x="286891" y="88094"/>
                </a:lnTo>
                <a:lnTo>
                  <a:pt x="286591" y="88347"/>
                </a:lnTo>
                <a:lnTo>
                  <a:pt x="286288" y="88611"/>
                </a:lnTo>
                <a:lnTo>
                  <a:pt x="285983" y="88878"/>
                </a:lnTo>
                <a:lnTo>
                  <a:pt x="285677" y="89138"/>
                </a:lnTo>
                <a:lnTo>
                  <a:pt x="285369" y="89391"/>
                </a:lnTo>
                <a:lnTo>
                  <a:pt x="285060" y="89638"/>
                </a:lnTo>
                <a:lnTo>
                  <a:pt x="284749" y="89878"/>
                </a:lnTo>
                <a:lnTo>
                  <a:pt x="284437" y="90112"/>
                </a:lnTo>
                <a:lnTo>
                  <a:pt x="284123" y="90339"/>
                </a:lnTo>
                <a:lnTo>
                  <a:pt x="283808" y="90560"/>
                </a:lnTo>
                <a:lnTo>
                  <a:pt x="283491" y="90774"/>
                </a:lnTo>
                <a:lnTo>
                  <a:pt x="283173" y="90981"/>
                </a:lnTo>
                <a:lnTo>
                  <a:pt x="282854" y="91182"/>
                </a:lnTo>
                <a:lnTo>
                  <a:pt x="282533" y="91376"/>
                </a:lnTo>
                <a:lnTo>
                  <a:pt x="282210" y="91564"/>
                </a:lnTo>
                <a:lnTo>
                  <a:pt x="281886" y="91745"/>
                </a:lnTo>
                <a:lnTo>
                  <a:pt x="281561" y="91920"/>
                </a:lnTo>
                <a:lnTo>
                  <a:pt x="281234" y="92088"/>
                </a:lnTo>
                <a:lnTo>
                  <a:pt x="280906" y="92250"/>
                </a:lnTo>
                <a:lnTo>
                  <a:pt x="280576" y="92405"/>
                </a:lnTo>
                <a:lnTo>
                  <a:pt x="280244" y="92553"/>
                </a:lnTo>
                <a:lnTo>
                  <a:pt x="279912" y="92695"/>
                </a:lnTo>
                <a:lnTo>
                  <a:pt x="279577" y="92830"/>
                </a:lnTo>
                <a:lnTo>
                  <a:pt x="279241" y="92959"/>
                </a:lnTo>
                <a:lnTo>
                  <a:pt x="278904" y="93081"/>
                </a:lnTo>
                <a:lnTo>
                  <a:pt x="278566" y="93196"/>
                </a:lnTo>
                <a:lnTo>
                  <a:pt x="277986" y="93375"/>
                </a:lnTo>
                <a:lnTo>
                  <a:pt x="277392" y="93546"/>
                </a:lnTo>
                <a:lnTo>
                  <a:pt x="276785" y="93709"/>
                </a:lnTo>
                <a:lnTo>
                  <a:pt x="276163" y="93865"/>
                </a:lnTo>
                <a:lnTo>
                  <a:pt x="275528" y="94013"/>
                </a:lnTo>
                <a:lnTo>
                  <a:pt x="274879" y="94153"/>
                </a:lnTo>
                <a:lnTo>
                  <a:pt x="274217" y="94286"/>
                </a:lnTo>
                <a:lnTo>
                  <a:pt x="273540" y="94412"/>
                </a:lnTo>
                <a:lnTo>
                  <a:pt x="272849" y="94530"/>
                </a:lnTo>
                <a:lnTo>
                  <a:pt x="272145" y="94640"/>
                </a:lnTo>
                <a:lnTo>
                  <a:pt x="271427" y="94742"/>
                </a:lnTo>
                <a:lnTo>
                  <a:pt x="270695" y="94837"/>
                </a:lnTo>
                <a:lnTo>
                  <a:pt x="269949" y="94925"/>
                </a:lnTo>
                <a:lnTo>
                  <a:pt x="269189" y="95004"/>
                </a:lnTo>
                <a:lnTo>
                  <a:pt x="268415" y="95076"/>
                </a:lnTo>
                <a:lnTo>
                  <a:pt x="267628" y="95141"/>
                </a:lnTo>
                <a:lnTo>
                  <a:pt x="266827" y="95198"/>
                </a:lnTo>
                <a:lnTo>
                  <a:pt x="266011" y="95247"/>
                </a:lnTo>
                <a:lnTo>
                  <a:pt x="265182" y="95289"/>
                </a:lnTo>
                <a:lnTo>
                  <a:pt x="264339" y="95323"/>
                </a:lnTo>
                <a:lnTo>
                  <a:pt x="263483" y="95350"/>
                </a:lnTo>
                <a:lnTo>
                  <a:pt x="262612" y="95369"/>
                </a:lnTo>
                <a:lnTo>
                  <a:pt x="261728" y="95380"/>
                </a:lnTo>
                <a:lnTo>
                  <a:pt x="260829" y="95384"/>
                </a:lnTo>
                <a:lnTo>
                  <a:pt x="259467" y="95374"/>
                </a:lnTo>
                <a:lnTo>
                  <a:pt x="258137" y="95343"/>
                </a:lnTo>
                <a:lnTo>
                  <a:pt x="256840" y="95292"/>
                </a:lnTo>
                <a:lnTo>
                  <a:pt x="255575" y="95221"/>
                </a:lnTo>
                <a:lnTo>
                  <a:pt x="254343" y="95130"/>
                </a:lnTo>
                <a:lnTo>
                  <a:pt x="253144" y="95017"/>
                </a:lnTo>
                <a:lnTo>
                  <a:pt x="251978" y="94885"/>
                </a:lnTo>
                <a:lnTo>
                  <a:pt x="250844" y="94732"/>
                </a:lnTo>
                <a:lnTo>
                  <a:pt x="249743" y="94559"/>
                </a:lnTo>
                <a:lnTo>
                  <a:pt x="248675" y="94366"/>
                </a:lnTo>
                <a:lnTo>
                  <a:pt x="247639" y="94152"/>
                </a:lnTo>
                <a:lnTo>
                  <a:pt x="246636" y="93918"/>
                </a:lnTo>
                <a:lnTo>
                  <a:pt x="245666" y="93663"/>
                </a:lnTo>
                <a:lnTo>
                  <a:pt x="244729" y="93388"/>
                </a:lnTo>
                <a:lnTo>
                  <a:pt x="243824" y="93093"/>
                </a:lnTo>
                <a:lnTo>
                  <a:pt x="242952" y="92777"/>
                </a:lnTo>
                <a:lnTo>
                  <a:pt x="242113" y="92441"/>
                </a:lnTo>
                <a:lnTo>
                  <a:pt x="241306" y="92084"/>
                </a:lnTo>
                <a:lnTo>
                  <a:pt x="240532" y="91708"/>
                </a:lnTo>
                <a:lnTo>
                  <a:pt x="239791" y="91310"/>
                </a:lnTo>
                <a:lnTo>
                  <a:pt x="239082" y="90893"/>
                </a:lnTo>
                <a:lnTo>
                  <a:pt x="238407" y="90455"/>
                </a:lnTo>
                <a:lnTo>
                  <a:pt x="237764" y="89997"/>
                </a:lnTo>
                <a:lnTo>
                  <a:pt x="237153" y="89518"/>
                </a:lnTo>
                <a:lnTo>
                  <a:pt x="236572" y="89022"/>
                </a:lnTo>
                <a:lnTo>
                  <a:pt x="236015" y="88511"/>
                </a:lnTo>
                <a:lnTo>
                  <a:pt x="235482" y="87985"/>
                </a:lnTo>
                <a:lnTo>
                  <a:pt x="234975" y="87444"/>
                </a:lnTo>
                <a:lnTo>
                  <a:pt x="234492" y="86889"/>
                </a:lnTo>
                <a:lnTo>
                  <a:pt x="234035" y="86319"/>
                </a:lnTo>
                <a:lnTo>
                  <a:pt x="233601" y="85733"/>
                </a:lnTo>
                <a:lnTo>
                  <a:pt x="233193" y="85134"/>
                </a:lnTo>
                <a:lnTo>
                  <a:pt x="232809" y="84519"/>
                </a:lnTo>
                <a:lnTo>
                  <a:pt x="232450" y="83889"/>
                </a:lnTo>
                <a:lnTo>
                  <a:pt x="232116" y="83245"/>
                </a:lnTo>
                <a:lnTo>
                  <a:pt x="231807" y="82586"/>
                </a:lnTo>
                <a:lnTo>
                  <a:pt x="231522" y="81912"/>
                </a:lnTo>
                <a:lnTo>
                  <a:pt x="231262" y="81223"/>
                </a:lnTo>
                <a:lnTo>
                  <a:pt x="231027" y="80520"/>
                </a:lnTo>
                <a:lnTo>
                  <a:pt x="230817" y="79801"/>
                </a:lnTo>
                <a:lnTo>
                  <a:pt x="230631" y="79068"/>
                </a:lnTo>
                <a:lnTo>
                  <a:pt x="230470" y="78320"/>
                </a:lnTo>
                <a:lnTo>
                  <a:pt x="230334" y="77558"/>
                </a:lnTo>
                <a:lnTo>
                  <a:pt x="230223" y="76780"/>
                </a:lnTo>
                <a:lnTo>
                  <a:pt x="230136" y="75988"/>
                </a:lnTo>
                <a:lnTo>
                  <a:pt x="230074" y="75181"/>
                </a:lnTo>
                <a:lnTo>
                  <a:pt x="230037" y="74359"/>
                </a:lnTo>
                <a:lnTo>
                  <a:pt x="230025" y="73522"/>
                </a:lnTo>
                <a:lnTo>
                  <a:pt x="230038" y="72614"/>
                </a:lnTo>
                <a:lnTo>
                  <a:pt x="230076" y="71720"/>
                </a:lnTo>
                <a:lnTo>
                  <a:pt x="230141" y="70838"/>
                </a:lnTo>
                <a:lnTo>
                  <a:pt x="230231" y="69970"/>
                </a:lnTo>
                <a:lnTo>
                  <a:pt x="230347" y="69115"/>
                </a:lnTo>
                <a:lnTo>
                  <a:pt x="230489" y="68274"/>
                </a:lnTo>
                <a:lnTo>
                  <a:pt x="230657" y="67445"/>
                </a:lnTo>
                <a:lnTo>
                  <a:pt x="230850" y="66630"/>
                </a:lnTo>
                <a:lnTo>
                  <a:pt x="231069" y="65828"/>
                </a:lnTo>
                <a:lnTo>
                  <a:pt x="231314" y="65039"/>
                </a:lnTo>
                <a:lnTo>
                  <a:pt x="231585" y="64263"/>
                </a:lnTo>
                <a:lnTo>
                  <a:pt x="231881" y="63500"/>
                </a:lnTo>
                <a:lnTo>
                  <a:pt x="232203" y="62751"/>
                </a:lnTo>
                <a:lnTo>
                  <a:pt x="232552" y="62014"/>
                </a:lnTo>
                <a:lnTo>
                  <a:pt x="232925" y="61291"/>
                </a:lnTo>
                <a:lnTo>
                  <a:pt x="233325" y="60582"/>
                </a:lnTo>
                <a:lnTo>
                  <a:pt x="233750" y="59885"/>
                </a:lnTo>
                <a:lnTo>
                  <a:pt x="234202" y="59201"/>
                </a:lnTo>
                <a:lnTo>
                  <a:pt x="234679" y="58531"/>
                </a:lnTo>
                <a:lnTo>
                  <a:pt x="235181" y="57874"/>
                </a:lnTo>
                <a:lnTo>
                  <a:pt x="235710" y="57230"/>
                </a:lnTo>
                <a:lnTo>
                  <a:pt x="236264" y="56599"/>
                </a:lnTo>
                <a:lnTo>
                  <a:pt x="236844" y="55982"/>
                </a:lnTo>
                <a:lnTo>
                  <a:pt x="237450" y="55377"/>
                </a:lnTo>
                <a:lnTo>
                  <a:pt x="238077" y="54792"/>
                </a:lnTo>
                <a:lnTo>
                  <a:pt x="238722" y="54231"/>
                </a:lnTo>
                <a:lnTo>
                  <a:pt x="239383" y="53695"/>
                </a:lnTo>
                <a:lnTo>
                  <a:pt x="240061" y="53185"/>
                </a:lnTo>
                <a:lnTo>
                  <a:pt x="240756" y="52699"/>
                </a:lnTo>
                <a:lnTo>
                  <a:pt x="241468" y="52238"/>
                </a:lnTo>
                <a:lnTo>
                  <a:pt x="242197" y="51802"/>
                </a:lnTo>
                <a:lnTo>
                  <a:pt x="242943" y="51391"/>
                </a:lnTo>
                <a:lnTo>
                  <a:pt x="243705" y="51004"/>
                </a:lnTo>
                <a:lnTo>
                  <a:pt x="244485" y="50643"/>
                </a:lnTo>
                <a:lnTo>
                  <a:pt x="245282" y="50307"/>
                </a:lnTo>
                <a:lnTo>
                  <a:pt x="246095" y="49995"/>
                </a:lnTo>
                <a:lnTo>
                  <a:pt x="246926" y="49709"/>
                </a:lnTo>
                <a:lnTo>
                  <a:pt x="247774" y="49447"/>
                </a:lnTo>
                <a:lnTo>
                  <a:pt x="248638" y="49210"/>
                </a:lnTo>
                <a:lnTo>
                  <a:pt x="249519" y="48999"/>
                </a:lnTo>
                <a:lnTo>
                  <a:pt x="250418" y="48812"/>
                </a:lnTo>
                <a:lnTo>
                  <a:pt x="251333" y="48650"/>
                </a:lnTo>
                <a:lnTo>
                  <a:pt x="252265" y="48513"/>
                </a:lnTo>
                <a:lnTo>
                  <a:pt x="253214" y="48401"/>
                </a:lnTo>
                <a:lnTo>
                  <a:pt x="254180" y="48313"/>
                </a:lnTo>
                <a:lnTo>
                  <a:pt x="255164" y="48251"/>
                </a:lnTo>
                <a:lnTo>
                  <a:pt x="256164" y="48214"/>
                </a:lnTo>
                <a:lnTo>
                  <a:pt x="257180" y="48201"/>
                </a:lnTo>
                <a:lnTo>
                  <a:pt x="258065" y="48208"/>
                </a:lnTo>
                <a:lnTo>
                  <a:pt x="258936" y="48230"/>
                </a:lnTo>
                <a:lnTo>
                  <a:pt x="259794" y="48265"/>
                </a:lnTo>
                <a:lnTo>
                  <a:pt x="260639" y="48314"/>
                </a:lnTo>
                <a:lnTo>
                  <a:pt x="261470" y="48378"/>
                </a:lnTo>
                <a:lnTo>
                  <a:pt x="262288" y="48456"/>
                </a:lnTo>
                <a:lnTo>
                  <a:pt x="263093" y="48548"/>
                </a:lnTo>
                <a:lnTo>
                  <a:pt x="263885" y="48654"/>
                </a:lnTo>
                <a:lnTo>
                  <a:pt x="264663" y="48774"/>
                </a:lnTo>
                <a:lnTo>
                  <a:pt x="265428" y="48908"/>
                </a:lnTo>
                <a:lnTo>
                  <a:pt x="266180" y="49057"/>
                </a:lnTo>
                <a:lnTo>
                  <a:pt x="266918" y="49220"/>
                </a:lnTo>
                <a:lnTo>
                  <a:pt x="267644" y="49396"/>
                </a:lnTo>
                <a:lnTo>
                  <a:pt x="268356" y="49587"/>
                </a:lnTo>
                <a:lnTo>
                  <a:pt x="269054" y="49792"/>
                </a:lnTo>
                <a:lnTo>
                  <a:pt x="269740" y="50012"/>
                </a:lnTo>
                <a:lnTo>
                  <a:pt x="270412" y="50245"/>
                </a:lnTo>
                <a:lnTo>
                  <a:pt x="271071" y="50492"/>
                </a:lnTo>
                <a:lnTo>
                  <a:pt x="271717" y="50754"/>
                </a:lnTo>
                <a:lnTo>
                  <a:pt x="272349" y="51030"/>
                </a:lnTo>
                <a:lnTo>
                  <a:pt x="272969" y="51320"/>
                </a:lnTo>
                <a:lnTo>
                  <a:pt x="273575" y="51624"/>
                </a:lnTo>
                <a:lnTo>
                  <a:pt x="274167" y="51942"/>
                </a:lnTo>
                <a:lnTo>
                  <a:pt x="274747" y="52275"/>
                </a:lnTo>
                <a:lnTo>
                  <a:pt x="275067" y="52470"/>
                </a:lnTo>
                <a:lnTo>
                  <a:pt x="275377" y="52673"/>
                </a:lnTo>
                <a:lnTo>
                  <a:pt x="275678" y="52885"/>
                </a:lnTo>
                <a:lnTo>
                  <a:pt x="275968" y="53106"/>
                </a:lnTo>
                <a:lnTo>
                  <a:pt x="276248" y="53334"/>
                </a:lnTo>
                <a:lnTo>
                  <a:pt x="276518" y="53571"/>
                </a:lnTo>
                <a:lnTo>
                  <a:pt x="276778" y="53817"/>
                </a:lnTo>
                <a:lnTo>
                  <a:pt x="277029" y="54071"/>
                </a:lnTo>
                <a:lnTo>
                  <a:pt x="277269" y="54333"/>
                </a:lnTo>
                <a:lnTo>
                  <a:pt x="277499" y="54604"/>
                </a:lnTo>
                <a:lnTo>
                  <a:pt x="277719" y="54883"/>
                </a:lnTo>
                <a:lnTo>
                  <a:pt x="277929" y="55170"/>
                </a:lnTo>
                <a:lnTo>
                  <a:pt x="278129" y="55466"/>
                </a:lnTo>
                <a:lnTo>
                  <a:pt x="278319" y="55771"/>
                </a:lnTo>
                <a:lnTo>
                  <a:pt x="278499" y="56083"/>
                </a:lnTo>
                <a:lnTo>
                  <a:pt x="278669" y="56404"/>
                </a:lnTo>
                <a:lnTo>
                  <a:pt x="278829" y="56734"/>
                </a:lnTo>
                <a:lnTo>
                  <a:pt x="278979" y="57072"/>
                </a:lnTo>
                <a:lnTo>
                  <a:pt x="279119" y="57418"/>
                </a:lnTo>
                <a:lnTo>
                  <a:pt x="279249" y="57773"/>
                </a:lnTo>
                <a:lnTo>
                  <a:pt x="279369" y="58136"/>
                </a:lnTo>
                <a:lnTo>
                  <a:pt x="279479" y="58507"/>
                </a:lnTo>
                <a:lnTo>
                  <a:pt x="279579" y="58887"/>
                </a:lnTo>
                <a:lnTo>
                  <a:pt x="279669" y="59276"/>
                </a:lnTo>
                <a:lnTo>
                  <a:pt x="279755" y="59663"/>
                </a:lnTo>
                <a:lnTo>
                  <a:pt x="279844" y="60039"/>
                </a:lnTo>
                <a:lnTo>
                  <a:pt x="279935" y="60403"/>
                </a:lnTo>
                <a:lnTo>
                  <a:pt x="280029" y="60757"/>
                </a:lnTo>
                <a:lnTo>
                  <a:pt x="280126" y="61100"/>
                </a:lnTo>
                <a:lnTo>
                  <a:pt x="280226" y="61432"/>
                </a:lnTo>
                <a:lnTo>
                  <a:pt x="280328" y="61752"/>
                </a:lnTo>
                <a:lnTo>
                  <a:pt x="280432" y="62062"/>
                </a:lnTo>
                <a:lnTo>
                  <a:pt x="280540" y="62360"/>
                </a:lnTo>
                <a:lnTo>
                  <a:pt x="280650" y="62648"/>
                </a:lnTo>
                <a:lnTo>
                  <a:pt x="280763" y="62924"/>
                </a:lnTo>
                <a:lnTo>
                  <a:pt x="280878" y="63190"/>
                </a:lnTo>
                <a:lnTo>
                  <a:pt x="280996" y="63444"/>
                </a:lnTo>
                <a:lnTo>
                  <a:pt x="281117" y="63688"/>
                </a:lnTo>
                <a:lnTo>
                  <a:pt x="281240" y="63920"/>
                </a:lnTo>
                <a:lnTo>
                  <a:pt x="281366" y="64141"/>
                </a:lnTo>
                <a:lnTo>
                  <a:pt x="281495" y="64351"/>
                </a:lnTo>
                <a:lnTo>
                  <a:pt x="281626" y="64550"/>
                </a:lnTo>
                <a:lnTo>
                  <a:pt x="281760" y="64738"/>
                </a:lnTo>
                <a:lnTo>
                  <a:pt x="281896" y="64915"/>
                </a:lnTo>
                <a:lnTo>
                  <a:pt x="282036" y="65081"/>
                </a:lnTo>
                <a:lnTo>
                  <a:pt x="282177" y="65236"/>
                </a:lnTo>
                <a:lnTo>
                  <a:pt x="282322" y="65380"/>
                </a:lnTo>
                <a:lnTo>
                  <a:pt x="282469" y="65513"/>
                </a:lnTo>
                <a:lnTo>
                  <a:pt x="282676" y="65679"/>
                </a:lnTo>
                <a:lnTo>
                  <a:pt x="282887" y="65838"/>
                </a:lnTo>
                <a:lnTo>
                  <a:pt x="283102" y="65990"/>
                </a:lnTo>
                <a:lnTo>
                  <a:pt x="283320" y="66135"/>
                </a:lnTo>
                <a:lnTo>
                  <a:pt x="283542" y="66273"/>
                </a:lnTo>
                <a:lnTo>
                  <a:pt x="283769" y="66404"/>
                </a:lnTo>
                <a:lnTo>
                  <a:pt x="283999" y="66528"/>
                </a:lnTo>
                <a:lnTo>
                  <a:pt x="284232" y="66644"/>
                </a:lnTo>
                <a:lnTo>
                  <a:pt x="284470" y="66754"/>
                </a:lnTo>
                <a:lnTo>
                  <a:pt x="284711" y="66857"/>
                </a:lnTo>
                <a:lnTo>
                  <a:pt x="284957" y="66952"/>
                </a:lnTo>
                <a:lnTo>
                  <a:pt x="285206" y="67040"/>
                </a:lnTo>
                <a:lnTo>
                  <a:pt x="285459" y="67122"/>
                </a:lnTo>
                <a:lnTo>
                  <a:pt x="285716" y="67196"/>
                </a:lnTo>
                <a:lnTo>
                  <a:pt x="285976" y="67263"/>
                </a:lnTo>
                <a:lnTo>
                  <a:pt x="286241" y="67323"/>
                </a:lnTo>
                <a:lnTo>
                  <a:pt x="286509" y="67376"/>
                </a:lnTo>
                <a:lnTo>
                  <a:pt x="286781" y="67422"/>
                </a:lnTo>
                <a:lnTo>
                  <a:pt x="287057" y="67461"/>
                </a:lnTo>
                <a:lnTo>
                  <a:pt x="287337" y="67493"/>
                </a:lnTo>
                <a:lnTo>
                  <a:pt x="287620" y="67518"/>
                </a:lnTo>
                <a:lnTo>
                  <a:pt x="287908" y="67535"/>
                </a:lnTo>
                <a:lnTo>
                  <a:pt x="288199" y="67546"/>
                </a:lnTo>
                <a:lnTo>
                  <a:pt x="288494" y="67550"/>
                </a:lnTo>
                <a:lnTo>
                  <a:pt x="288817" y="67545"/>
                </a:lnTo>
                <a:lnTo>
                  <a:pt x="289135" y="67531"/>
                </a:lnTo>
                <a:lnTo>
                  <a:pt x="289447" y="67509"/>
                </a:lnTo>
                <a:lnTo>
                  <a:pt x="289754" y="67477"/>
                </a:lnTo>
                <a:lnTo>
                  <a:pt x="290056" y="67435"/>
                </a:lnTo>
                <a:lnTo>
                  <a:pt x="290353" y="67385"/>
                </a:lnTo>
                <a:lnTo>
                  <a:pt x="290645" y="67326"/>
                </a:lnTo>
                <a:lnTo>
                  <a:pt x="290932" y="67257"/>
                </a:lnTo>
                <a:lnTo>
                  <a:pt x="291213" y="67180"/>
                </a:lnTo>
                <a:lnTo>
                  <a:pt x="291489" y="67093"/>
                </a:lnTo>
                <a:lnTo>
                  <a:pt x="291761" y="66997"/>
                </a:lnTo>
                <a:lnTo>
                  <a:pt x="292027" y="66892"/>
                </a:lnTo>
                <a:lnTo>
                  <a:pt x="292287" y="66778"/>
                </a:lnTo>
                <a:lnTo>
                  <a:pt x="292543" y="66654"/>
                </a:lnTo>
                <a:lnTo>
                  <a:pt x="292794" y="66522"/>
                </a:lnTo>
                <a:lnTo>
                  <a:pt x="293039" y="66380"/>
                </a:lnTo>
                <a:lnTo>
                  <a:pt x="293279" y="66230"/>
                </a:lnTo>
                <a:lnTo>
                  <a:pt x="293514" y="66070"/>
                </a:lnTo>
                <a:lnTo>
                  <a:pt x="293744" y="65901"/>
                </a:lnTo>
                <a:lnTo>
                  <a:pt x="293969" y="65723"/>
                </a:lnTo>
                <a:lnTo>
                  <a:pt x="294189" y="65535"/>
                </a:lnTo>
                <a:lnTo>
                  <a:pt x="294403" y="65339"/>
                </a:lnTo>
                <a:lnTo>
                  <a:pt x="294612" y="65134"/>
                </a:lnTo>
                <a:lnTo>
                  <a:pt x="294816" y="64919"/>
                </a:lnTo>
                <a:lnTo>
                  <a:pt x="295014" y="64693"/>
                </a:lnTo>
                <a:lnTo>
                  <a:pt x="295203" y="64455"/>
                </a:lnTo>
                <a:lnTo>
                  <a:pt x="295383" y="64204"/>
                </a:lnTo>
                <a:lnTo>
                  <a:pt x="295555" y="63941"/>
                </a:lnTo>
                <a:lnTo>
                  <a:pt x="295719" y="63664"/>
                </a:lnTo>
                <a:lnTo>
                  <a:pt x="295875" y="63375"/>
                </a:lnTo>
                <a:lnTo>
                  <a:pt x="296022" y="63074"/>
                </a:lnTo>
                <a:lnTo>
                  <a:pt x="296160" y="62760"/>
                </a:lnTo>
                <a:lnTo>
                  <a:pt x="296290" y="62433"/>
                </a:lnTo>
                <a:lnTo>
                  <a:pt x="296412" y="62093"/>
                </a:lnTo>
                <a:lnTo>
                  <a:pt x="296525" y="61741"/>
                </a:lnTo>
                <a:lnTo>
                  <a:pt x="296630" y="61376"/>
                </a:lnTo>
                <a:lnTo>
                  <a:pt x="296727" y="60998"/>
                </a:lnTo>
                <a:lnTo>
                  <a:pt x="296815" y="60608"/>
                </a:lnTo>
                <a:lnTo>
                  <a:pt x="296895" y="60205"/>
                </a:lnTo>
                <a:lnTo>
                  <a:pt x="296966" y="59790"/>
                </a:lnTo>
                <a:lnTo>
                  <a:pt x="297029" y="59361"/>
                </a:lnTo>
                <a:lnTo>
                  <a:pt x="297084" y="58920"/>
                </a:lnTo>
                <a:lnTo>
                  <a:pt x="297130" y="58467"/>
                </a:lnTo>
                <a:lnTo>
                  <a:pt x="297168" y="58000"/>
                </a:lnTo>
                <a:lnTo>
                  <a:pt x="297197" y="57521"/>
                </a:lnTo>
                <a:lnTo>
                  <a:pt x="297218" y="57030"/>
                </a:lnTo>
                <a:lnTo>
                  <a:pt x="297231" y="56525"/>
                </a:lnTo>
                <a:lnTo>
                  <a:pt x="297235" y="56008"/>
                </a:lnTo>
                <a:lnTo>
                  <a:pt x="297235" y="44807"/>
                </a:lnTo>
                <a:lnTo>
                  <a:pt x="297231" y="44297"/>
                </a:lnTo>
                <a:lnTo>
                  <a:pt x="297218" y="43799"/>
                </a:lnTo>
                <a:lnTo>
                  <a:pt x="297197" y="43313"/>
                </a:lnTo>
                <a:lnTo>
                  <a:pt x="297168" y="42840"/>
                </a:lnTo>
                <a:lnTo>
                  <a:pt x="297130" y="42378"/>
                </a:lnTo>
                <a:lnTo>
                  <a:pt x="297084" y="41929"/>
                </a:lnTo>
                <a:lnTo>
                  <a:pt x="297029" y="41493"/>
                </a:lnTo>
                <a:lnTo>
                  <a:pt x="296966" y="41068"/>
                </a:lnTo>
                <a:lnTo>
                  <a:pt x="296895" y="40656"/>
                </a:lnTo>
                <a:lnTo>
                  <a:pt x="296815" y="40256"/>
                </a:lnTo>
                <a:lnTo>
                  <a:pt x="296727" y="39868"/>
                </a:lnTo>
                <a:lnTo>
                  <a:pt x="296630" y="39492"/>
                </a:lnTo>
                <a:lnTo>
                  <a:pt x="296525" y="39129"/>
                </a:lnTo>
                <a:lnTo>
                  <a:pt x="296412" y="38778"/>
                </a:lnTo>
                <a:lnTo>
                  <a:pt x="296290" y="38439"/>
                </a:lnTo>
                <a:lnTo>
                  <a:pt x="296160" y="38112"/>
                </a:lnTo>
                <a:lnTo>
                  <a:pt x="296022" y="37798"/>
                </a:lnTo>
                <a:lnTo>
                  <a:pt x="295875" y="37495"/>
                </a:lnTo>
                <a:lnTo>
                  <a:pt x="295719" y="37205"/>
                </a:lnTo>
                <a:lnTo>
                  <a:pt x="295555" y="36928"/>
                </a:lnTo>
                <a:lnTo>
                  <a:pt x="295383" y="36662"/>
                </a:lnTo>
                <a:lnTo>
                  <a:pt x="295203" y="36409"/>
                </a:lnTo>
                <a:lnTo>
                  <a:pt x="295014" y="36168"/>
                </a:lnTo>
                <a:lnTo>
                  <a:pt x="294816" y="35939"/>
                </a:lnTo>
                <a:lnTo>
                  <a:pt x="294613" y="35721"/>
                </a:lnTo>
                <a:lnTo>
                  <a:pt x="294404" y="35512"/>
                </a:lnTo>
                <a:lnTo>
                  <a:pt x="294191" y="35312"/>
                </a:lnTo>
                <a:lnTo>
                  <a:pt x="293974" y="35122"/>
                </a:lnTo>
                <a:lnTo>
                  <a:pt x="293752" y="34941"/>
                </a:lnTo>
                <a:lnTo>
                  <a:pt x="293525" y="34769"/>
                </a:lnTo>
                <a:lnTo>
                  <a:pt x="293294" y="34607"/>
                </a:lnTo>
                <a:lnTo>
                  <a:pt x="293058" y="34454"/>
                </a:lnTo>
                <a:lnTo>
                  <a:pt x="292818" y="34310"/>
                </a:lnTo>
                <a:lnTo>
                  <a:pt x="292573" y="34175"/>
                </a:lnTo>
                <a:lnTo>
                  <a:pt x="292323" y="34050"/>
                </a:lnTo>
                <a:lnTo>
                  <a:pt x="292069" y="33934"/>
                </a:lnTo>
                <a:lnTo>
                  <a:pt x="291810" y="33827"/>
                </a:lnTo>
                <a:lnTo>
                  <a:pt x="291547" y="33730"/>
                </a:lnTo>
                <a:lnTo>
                  <a:pt x="291279" y="33642"/>
                </a:lnTo>
                <a:lnTo>
                  <a:pt x="291007" y="33563"/>
                </a:lnTo>
                <a:lnTo>
                  <a:pt x="290730" y="33493"/>
                </a:lnTo>
                <a:lnTo>
                  <a:pt x="290449" y="33433"/>
                </a:lnTo>
                <a:lnTo>
                  <a:pt x="290163" y="33382"/>
                </a:lnTo>
                <a:lnTo>
                  <a:pt x="289872" y="33340"/>
                </a:lnTo>
                <a:lnTo>
                  <a:pt x="289577" y="33307"/>
                </a:lnTo>
                <a:lnTo>
                  <a:pt x="289277" y="33284"/>
                </a:lnTo>
                <a:lnTo>
                  <a:pt x="288973" y="33270"/>
                </a:lnTo>
                <a:lnTo>
                  <a:pt x="288664" y="33266"/>
                </a:lnTo>
                <a:lnTo>
                  <a:pt x="288389" y="33271"/>
                </a:lnTo>
                <a:lnTo>
                  <a:pt x="288114" y="33286"/>
                </a:lnTo>
                <a:lnTo>
                  <a:pt x="287839" y="33311"/>
                </a:lnTo>
                <a:lnTo>
                  <a:pt x="287566" y="33346"/>
                </a:lnTo>
                <a:lnTo>
                  <a:pt x="287292" y="33391"/>
                </a:lnTo>
                <a:lnTo>
                  <a:pt x="287020" y="33446"/>
                </a:lnTo>
                <a:lnTo>
                  <a:pt x="286748" y="33511"/>
                </a:lnTo>
                <a:lnTo>
                  <a:pt x="286476" y="33586"/>
                </a:lnTo>
                <a:lnTo>
                  <a:pt x="286206" y="33671"/>
                </a:lnTo>
                <a:lnTo>
                  <a:pt x="285935" y="33767"/>
                </a:lnTo>
                <a:lnTo>
                  <a:pt x="285666" y="33872"/>
                </a:lnTo>
                <a:lnTo>
                  <a:pt x="285397" y="33987"/>
                </a:lnTo>
                <a:lnTo>
                  <a:pt x="285128" y="34112"/>
                </a:lnTo>
                <a:lnTo>
                  <a:pt x="284861" y="34247"/>
                </a:lnTo>
                <a:lnTo>
                  <a:pt x="284593" y="34393"/>
                </a:lnTo>
                <a:lnTo>
                  <a:pt x="284327" y="34548"/>
                </a:lnTo>
                <a:lnTo>
                  <a:pt x="284061" y="34713"/>
                </a:lnTo>
                <a:lnTo>
                  <a:pt x="283795" y="34889"/>
                </a:lnTo>
                <a:lnTo>
                  <a:pt x="283530" y="35074"/>
                </a:lnTo>
                <a:lnTo>
                  <a:pt x="283266" y="35269"/>
                </a:lnTo>
                <a:lnTo>
                  <a:pt x="283002" y="35475"/>
                </a:lnTo>
                <a:lnTo>
                  <a:pt x="282739" y="35690"/>
                </a:lnTo>
                <a:lnTo>
                  <a:pt x="282476" y="35915"/>
                </a:lnTo>
                <a:lnTo>
                  <a:pt x="282215" y="36151"/>
                </a:lnTo>
                <a:lnTo>
                  <a:pt x="281774" y="35927"/>
                </a:lnTo>
                <a:lnTo>
                  <a:pt x="281331" y="35708"/>
                </a:lnTo>
                <a:lnTo>
                  <a:pt x="280885" y="35493"/>
                </a:lnTo>
                <a:lnTo>
                  <a:pt x="280435" y="35283"/>
                </a:lnTo>
                <a:close/>
                <a:moveTo>
                  <a:pt x="918303" y="110112"/>
                </a:moveTo>
                <a:lnTo>
                  <a:pt x="918783" y="110083"/>
                </a:lnTo>
                <a:lnTo>
                  <a:pt x="919249" y="110045"/>
                </a:lnTo>
                <a:lnTo>
                  <a:pt x="919704" y="109999"/>
                </a:lnTo>
                <a:lnTo>
                  <a:pt x="920146" y="109944"/>
                </a:lnTo>
                <a:lnTo>
                  <a:pt x="920575" y="109881"/>
                </a:lnTo>
                <a:lnTo>
                  <a:pt x="920992" y="109810"/>
                </a:lnTo>
                <a:lnTo>
                  <a:pt x="921396" y="109730"/>
                </a:lnTo>
                <a:lnTo>
                  <a:pt x="921788" y="109642"/>
                </a:lnTo>
                <a:lnTo>
                  <a:pt x="922168" y="109545"/>
                </a:lnTo>
                <a:lnTo>
                  <a:pt x="922534" y="109440"/>
                </a:lnTo>
                <a:lnTo>
                  <a:pt x="922889" y="109327"/>
                </a:lnTo>
                <a:lnTo>
                  <a:pt x="923230" y="109205"/>
                </a:lnTo>
                <a:lnTo>
                  <a:pt x="923560" y="109075"/>
                </a:lnTo>
                <a:lnTo>
                  <a:pt x="923876" y="108937"/>
                </a:lnTo>
                <a:lnTo>
                  <a:pt x="924180" y="108790"/>
                </a:lnTo>
                <a:lnTo>
                  <a:pt x="924472" y="108634"/>
                </a:lnTo>
                <a:lnTo>
                  <a:pt x="924751" y="108470"/>
                </a:lnTo>
                <a:lnTo>
                  <a:pt x="925018" y="108298"/>
                </a:lnTo>
                <a:lnTo>
                  <a:pt x="925272" y="108118"/>
                </a:lnTo>
                <a:lnTo>
                  <a:pt x="925513" y="107929"/>
                </a:lnTo>
                <a:lnTo>
                  <a:pt x="925742" y="107731"/>
                </a:lnTo>
                <a:lnTo>
                  <a:pt x="925960" y="107527"/>
                </a:lnTo>
                <a:lnTo>
                  <a:pt x="926169" y="107318"/>
                </a:lnTo>
                <a:lnTo>
                  <a:pt x="926369" y="107104"/>
                </a:lnTo>
                <a:lnTo>
                  <a:pt x="926559" y="106884"/>
                </a:lnTo>
                <a:lnTo>
                  <a:pt x="926740" y="106659"/>
                </a:lnTo>
                <a:lnTo>
                  <a:pt x="926912" y="106429"/>
                </a:lnTo>
                <a:lnTo>
                  <a:pt x="927074" y="106194"/>
                </a:lnTo>
                <a:lnTo>
                  <a:pt x="927227" y="105954"/>
                </a:lnTo>
                <a:lnTo>
                  <a:pt x="927371" y="105709"/>
                </a:lnTo>
                <a:lnTo>
                  <a:pt x="927506" y="105458"/>
                </a:lnTo>
                <a:lnTo>
                  <a:pt x="927631" y="105202"/>
                </a:lnTo>
                <a:lnTo>
                  <a:pt x="927747" y="104942"/>
                </a:lnTo>
                <a:lnTo>
                  <a:pt x="927854" y="104676"/>
                </a:lnTo>
                <a:lnTo>
                  <a:pt x="927951" y="104404"/>
                </a:lnTo>
                <a:lnTo>
                  <a:pt x="928040" y="104128"/>
                </a:lnTo>
                <a:lnTo>
                  <a:pt x="928118" y="103847"/>
                </a:lnTo>
                <a:lnTo>
                  <a:pt x="928188" y="103560"/>
                </a:lnTo>
                <a:lnTo>
                  <a:pt x="928248" y="103268"/>
                </a:lnTo>
                <a:lnTo>
                  <a:pt x="928299" y="102971"/>
                </a:lnTo>
                <a:lnTo>
                  <a:pt x="928341" y="102669"/>
                </a:lnTo>
                <a:lnTo>
                  <a:pt x="928374" y="102362"/>
                </a:lnTo>
                <a:lnTo>
                  <a:pt x="928397" y="102050"/>
                </a:lnTo>
                <a:lnTo>
                  <a:pt x="928411" y="101732"/>
                </a:lnTo>
                <a:lnTo>
                  <a:pt x="928415" y="101409"/>
                </a:lnTo>
                <a:lnTo>
                  <a:pt x="928411" y="101087"/>
                </a:lnTo>
                <a:lnTo>
                  <a:pt x="928397" y="100769"/>
                </a:lnTo>
                <a:lnTo>
                  <a:pt x="928374" y="100457"/>
                </a:lnTo>
                <a:lnTo>
                  <a:pt x="928341" y="100149"/>
                </a:lnTo>
                <a:lnTo>
                  <a:pt x="928299" y="99847"/>
                </a:lnTo>
                <a:lnTo>
                  <a:pt x="928248" y="99550"/>
                </a:lnTo>
                <a:lnTo>
                  <a:pt x="928188" y="99259"/>
                </a:lnTo>
                <a:lnTo>
                  <a:pt x="928118" y="98972"/>
                </a:lnTo>
                <a:lnTo>
                  <a:pt x="928040" y="98690"/>
                </a:lnTo>
                <a:lnTo>
                  <a:pt x="927951" y="98414"/>
                </a:lnTo>
                <a:lnTo>
                  <a:pt x="927854" y="98143"/>
                </a:lnTo>
                <a:lnTo>
                  <a:pt x="927747" y="97877"/>
                </a:lnTo>
                <a:lnTo>
                  <a:pt x="927631" y="97616"/>
                </a:lnTo>
                <a:lnTo>
                  <a:pt x="927506" y="97360"/>
                </a:lnTo>
                <a:lnTo>
                  <a:pt x="927371" y="97110"/>
                </a:lnTo>
                <a:lnTo>
                  <a:pt x="927227" y="96864"/>
                </a:lnTo>
                <a:lnTo>
                  <a:pt x="927074" y="96624"/>
                </a:lnTo>
                <a:lnTo>
                  <a:pt x="926912" y="96389"/>
                </a:lnTo>
                <a:lnTo>
                  <a:pt x="926740" y="96159"/>
                </a:lnTo>
                <a:lnTo>
                  <a:pt x="926559" y="95935"/>
                </a:lnTo>
                <a:lnTo>
                  <a:pt x="926369" y="95715"/>
                </a:lnTo>
                <a:lnTo>
                  <a:pt x="926169" y="95501"/>
                </a:lnTo>
                <a:lnTo>
                  <a:pt x="925960" y="95291"/>
                </a:lnTo>
                <a:lnTo>
                  <a:pt x="925742" y="95087"/>
                </a:lnTo>
                <a:lnTo>
                  <a:pt x="925513" y="94890"/>
                </a:lnTo>
                <a:lnTo>
                  <a:pt x="925272" y="94701"/>
                </a:lnTo>
                <a:lnTo>
                  <a:pt x="925018" y="94520"/>
                </a:lnTo>
                <a:lnTo>
                  <a:pt x="924751" y="94348"/>
                </a:lnTo>
                <a:lnTo>
                  <a:pt x="924472" y="94184"/>
                </a:lnTo>
                <a:lnTo>
                  <a:pt x="924180" y="94029"/>
                </a:lnTo>
                <a:lnTo>
                  <a:pt x="923876" y="93882"/>
                </a:lnTo>
                <a:lnTo>
                  <a:pt x="923560" y="93743"/>
                </a:lnTo>
                <a:lnTo>
                  <a:pt x="923230" y="93613"/>
                </a:lnTo>
                <a:lnTo>
                  <a:pt x="922889" y="93492"/>
                </a:lnTo>
                <a:lnTo>
                  <a:pt x="922534" y="93378"/>
                </a:lnTo>
                <a:lnTo>
                  <a:pt x="922168" y="93273"/>
                </a:lnTo>
                <a:lnTo>
                  <a:pt x="921788" y="93177"/>
                </a:lnTo>
                <a:lnTo>
                  <a:pt x="921396" y="93088"/>
                </a:lnTo>
                <a:lnTo>
                  <a:pt x="920992" y="93009"/>
                </a:lnTo>
                <a:lnTo>
                  <a:pt x="920575" y="92937"/>
                </a:lnTo>
                <a:lnTo>
                  <a:pt x="920146" y="92874"/>
                </a:lnTo>
                <a:lnTo>
                  <a:pt x="919704" y="92820"/>
                </a:lnTo>
                <a:lnTo>
                  <a:pt x="919249" y="92774"/>
                </a:lnTo>
                <a:lnTo>
                  <a:pt x="918783" y="92736"/>
                </a:lnTo>
                <a:lnTo>
                  <a:pt x="918303" y="92706"/>
                </a:lnTo>
                <a:lnTo>
                  <a:pt x="917811" y="92685"/>
                </a:lnTo>
                <a:lnTo>
                  <a:pt x="917307" y="92673"/>
                </a:lnTo>
                <a:lnTo>
                  <a:pt x="916789" y="92669"/>
                </a:lnTo>
                <a:lnTo>
                  <a:pt x="913819" y="92669"/>
                </a:lnTo>
                <a:lnTo>
                  <a:pt x="913819" y="56857"/>
                </a:lnTo>
                <a:lnTo>
                  <a:pt x="913804" y="55855"/>
                </a:lnTo>
                <a:lnTo>
                  <a:pt x="913757" y="54870"/>
                </a:lnTo>
                <a:lnTo>
                  <a:pt x="913679" y="53904"/>
                </a:lnTo>
                <a:lnTo>
                  <a:pt x="913571" y="52955"/>
                </a:lnTo>
                <a:lnTo>
                  <a:pt x="913431" y="52024"/>
                </a:lnTo>
                <a:lnTo>
                  <a:pt x="913260" y="51110"/>
                </a:lnTo>
                <a:lnTo>
                  <a:pt x="913058" y="50215"/>
                </a:lnTo>
                <a:lnTo>
                  <a:pt x="912825" y="49337"/>
                </a:lnTo>
                <a:lnTo>
                  <a:pt x="912560" y="48478"/>
                </a:lnTo>
                <a:lnTo>
                  <a:pt x="912265" y="47636"/>
                </a:lnTo>
                <a:lnTo>
                  <a:pt x="911939" y="46812"/>
                </a:lnTo>
                <a:lnTo>
                  <a:pt x="911581" y="46005"/>
                </a:lnTo>
                <a:lnTo>
                  <a:pt x="911193" y="45217"/>
                </a:lnTo>
                <a:lnTo>
                  <a:pt x="910773" y="44446"/>
                </a:lnTo>
                <a:lnTo>
                  <a:pt x="910322" y="43694"/>
                </a:lnTo>
                <a:lnTo>
                  <a:pt x="909840" y="42959"/>
                </a:lnTo>
                <a:lnTo>
                  <a:pt x="909327" y="42242"/>
                </a:lnTo>
                <a:lnTo>
                  <a:pt x="908783" y="41542"/>
                </a:lnTo>
                <a:lnTo>
                  <a:pt x="908208" y="40861"/>
                </a:lnTo>
                <a:lnTo>
                  <a:pt x="907602" y="40197"/>
                </a:lnTo>
                <a:lnTo>
                  <a:pt x="906965" y="39551"/>
                </a:lnTo>
                <a:lnTo>
                  <a:pt x="906296" y="38923"/>
                </a:lnTo>
                <a:lnTo>
                  <a:pt x="905597" y="38313"/>
                </a:lnTo>
                <a:lnTo>
                  <a:pt x="904866" y="37721"/>
                </a:lnTo>
                <a:lnTo>
                  <a:pt x="904108" y="37150"/>
                </a:lnTo>
                <a:lnTo>
                  <a:pt x="903324" y="36603"/>
                </a:lnTo>
                <a:lnTo>
                  <a:pt x="902515" y="36080"/>
                </a:lnTo>
                <a:lnTo>
                  <a:pt x="901681" y="35582"/>
                </a:lnTo>
                <a:lnTo>
                  <a:pt x="900821" y="35108"/>
                </a:lnTo>
                <a:lnTo>
                  <a:pt x="899937" y="34658"/>
                </a:lnTo>
                <a:lnTo>
                  <a:pt x="899027" y="34232"/>
                </a:lnTo>
                <a:lnTo>
                  <a:pt x="898092" y="33831"/>
                </a:lnTo>
                <a:lnTo>
                  <a:pt x="897131" y="33455"/>
                </a:lnTo>
                <a:lnTo>
                  <a:pt x="896146" y="33102"/>
                </a:lnTo>
                <a:lnTo>
                  <a:pt x="895135" y="32774"/>
                </a:lnTo>
                <a:lnTo>
                  <a:pt x="894100" y="32470"/>
                </a:lnTo>
                <a:lnTo>
                  <a:pt x="893039" y="32191"/>
                </a:lnTo>
                <a:lnTo>
                  <a:pt x="891953" y="31935"/>
                </a:lnTo>
                <a:lnTo>
                  <a:pt x="890841" y="31704"/>
                </a:lnTo>
                <a:lnTo>
                  <a:pt x="889705" y="31498"/>
                </a:lnTo>
                <a:lnTo>
                  <a:pt x="888543" y="31315"/>
                </a:lnTo>
                <a:lnTo>
                  <a:pt x="887356" y="31157"/>
                </a:lnTo>
                <a:lnTo>
                  <a:pt x="886144" y="31024"/>
                </a:lnTo>
                <a:lnTo>
                  <a:pt x="884906" y="30914"/>
                </a:lnTo>
                <a:lnTo>
                  <a:pt x="883644" y="30829"/>
                </a:lnTo>
                <a:lnTo>
                  <a:pt x="882356" y="30768"/>
                </a:lnTo>
                <a:lnTo>
                  <a:pt x="881043" y="30732"/>
                </a:lnTo>
                <a:lnTo>
                  <a:pt x="879705" y="30720"/>
                </a:lnTo>
                <a:lnTo>
                  <a:pt x="879250" y="30722"/>
                </a:lnTo>
                <a:lnTo>
                  <a:pt x="878791" y="30727"/>
                </a:lnTo>
                <a:lnTo>
                  <a:pt x="878327" y="30736"/>
                </a:lnTo>
                <a:lnTo>
                  <a:pt x="877859" y="30749"/>
                </a:lnTo>
                <a:lnTo>
                  <a:pt x="877387" y="30766"/>
                </a:lnTo>
                <a:lnTo>
                  <a:pt x="876910" y="30786"/>
                </a:lnTo>
                <a:lnTo>
                  <a:pt x="876429" y="30810"/>
                </a:lnTo>
                <a:lnTo>
                  <a:pt x="875943" y="30838"/>
                </a:lnTo>
                <a:lnTo>
                  <a:pt x="875453" y="30869"/>
                </a:lnTo>
                <a:lnTo>
                  <a:pt x="874958" y="30904"/>
                </a:lnTo>
                <a:lnTo>
                  <a:pt x="874459" y="30943"/>
                </a:lnTo>
                <a:lnTo>
                  <a:pt x="873956" y="30985"/>
                </a:lnTo>
                <a:lnTo>
                  <a:pt x="873448" y="31031"/>
                </a:lnTo>
                <a:lnTo>
                  <a:pt x="872936" y="31081"/>
                </a:lnTo>
                <a:lnTo>
                  <a:pt x="872419" y="31134"/>
                </a:lnTo>
                <a:lnTo>
                  <a:pt x="871898" y="31191"/>
                </a:lnTo>
                <a:lnTo>
                  <a:pt x="871372" y="31252"/>
                </a:lnTo>
                <a:lnTo>
                  <a:pt x="870842" y="31316"/>
                </a:lnTo>
                <a:lnTo>
                  <a:pt x="870308" y="31385"/>
                </a:lnTo>
                <a:lnTo>
                  <a:pt x="869769" y="31456"/>
                </a:lnTo>
                <a:lnTo>
                  <a:pt x="869226" y="31532"/>
                </a:lnTo>
                <a:lnTo>
                  <a:pt x="868678" y="31611"/>
                </a:lnTo>
                <a:lnTo>
                  <a:pt x="868126" y="31694"/>
                </a:lnTo>
                <a:lnTo>
                  <a:pt x="867570" y="31781"/>
                </a:lnTo>
                <a:lnTo>
                  <a:pt x="867012" y="31870"/>
                </a:lnTo>
                <a:lnTo>
                  <a:pt x="866454" y="31962"/>
                </a:lnTo>
                <a:lnTo>
                  <a:pt x="865898" y="32057"/>
                </a:lnTo>
                <a:lnTo>
                  <a:pt x="865342" y="32154"/>
                </a:lnTo>
                <a:lnTo>
                  <a:pt x="864788" y="32254"/>
                </a:lnTo>
                <a:lnTo>
                  <a:pt x="864234" y="32356"/>
                </a:lnTo>
                <a:lnTo>
                  <a:pt x="863681" y="32461"/>
                </a:lnTo>
                <a:lnTo>
                  <a:pt x="863129" y="32568"/>
                </a:lnTo>
                <a:lnTo>
                  <a:pt x="862578" y="32678"/>
                </a:lnTo>
                <a:lnTo>
                  <a:pt x="862027" y="32790"/>
                </a:lnTo>
                <a:lnTo>
                  <a:pt x="861478" y="32904"/>
                </a:lnTo>
                <a:lnTo>
                  <a:pt x="860930" y="33022"/>
                </a:lnTo>
                <a:lnTo>
                  <a:pt x="860382" y="33141"/>
                </a:lnTo>
                <a:lnTo>
                  <a:pt x="859835" y="33264"/>
                </a:lnTo>
                <a:lnTo>
                  <a:pt x="859289" y="33388"/>
                </a:lnTo>
                <a:lnTo>
                  <a:pt x="858744" y="33516"/>
                </a:lnTo>
                <a:lnTo>
                  <a:pt x="858200" y="33645"/>
                </a:lnTo>
                <a:lnTo>
                  <a:pt x="857657" y="33777"/>
                </a:lnTo>
                <a:lnTo>
                  <a:pt x="857115" y="33912"/>
                </a:lnTo>
                <a:lnTo>
                  <a:pt x="856573" y="34049"/>
                </a:lnTo>
                <a:lnTo>
                  <a:pt x="856033" y="34189"/>
                </a:lnTo>
                <a:lnTo>
                  <a:pt x="855493" y="34331"/>
                </a:lnTo>
                <a:lnTo>
                  <a:pt x="854954" y="34476"/>
                </a:lnTo>
                <a:lnTo>
                  <a:pt x="854416" y="34623"/>
                </a:lnTo>
                <a:lnTo>
                  <a:pt x="854019" y="34736"/>
                </a:lnTo>
                <a:lnTo>
                  <a:pt x="853633" y="34847"/>
                </a:lnTo>
                <a:lnTo>
                  <a:pt x="853259" y="34957"/>
                </a:lnTo>
                <a:lnTo>
                  <a:pt x="852896" y="35065"/>
                </a:lnTo>
                <a:lnTo>
                  <a:pt x="852545" y="35173"/>
                </a:lnTo>
                <a:lnTo>
                  <a:pt x="852205" y="35278"/>
                </a:lnTo>
                <a:lnTo>
                  <a:pt x="851876" y="35383"/>
                </a:lnTo>
                <a:lnTo>
                  <a:pt x="851559" y="35486"/>
                </a:lnTo>
                <a:lnTo>
                  <a:pt x="851254" y="35588"/>
                </a:lnTo>
                <a:lnTo>
                  <a:pt x="850960" y="35689"/>
                </a:lnTo>
                <a:lnTo>
                  <a:pt x="850678" y="35788"/>
                </a:lnTo>
                <a:lnTo>
                  <a:pt x="850407" y="35886"/>
                </a:lnTo>
                <a:lnTo>
                  <a:pt x="850147" y="35982"/>
                </a:lnTo>
                <a:lnTo>
                  <a:pt x="849899" y="36078"/>
                </a:lnTo>
                <a:lnTo>
                  <a:pt x="849663" y="36171"/>
                </a:lnTo>
                <a:lnTo>
                  <a:pt x="849438" y="36264"/>
                </a:lnTo>
                <a:lnTo>
                  <a:pt x="849224" y="36355"/>
                </a:lnTo>
                <a:lnTo>
                  <a:pt x="849022" y="36445"/>
                </a:lnTo>
                <a:lnTo>
                  <a:pt x="848832" y="36534"/>
                </a:lnTo>
                <a:lnTo>
                  <a:pt x="848653" y="36621"/>
                </a:lnTo>
                <a:lnTo>
                  <a:pt x="848485" y="36707"/>
                </a:lnTo>
                <a:lnTo>
                  <a:pt x="848329" y="36792"/>
                </a:lnTo>
                <a:lnTo>
                  <a:pt x="848185" y="36875"/>
                </a:lnTo>
                <a:lnTo>
                  <a:pt x="848052" y="36957"/>
                </a:lnTo>
                <a:lnTo>
                  <a:pt x="847926" y="37040"/>
                </a:lnTo>
                <a:lnTo>
                  <a:pt x="847802" y="37124"/>
                </a:lnTo>
                <a:lnTo>
                  <a:pt x="847681" y="37211"/>
                </a:lnTo>
                <a:lnTo>
                  <a:pt x="847561" y="37300"/>
                </a:lnTo>
                <a:lnTo>
                  <a:pt x="847445" y="37391"/>
                </a:lnTo>
                <a:lnTo>
                  <a:pt x="847330" y="37485"/>
                </a:lnTo>
                <a:lnTo>
                  <a:pt x="847219" y="37581"/>
                </a:lnTo>
                <a:lnTo>
                  <a:pt x="847109" y="37678"/>
                </a:lnTo>
                <a:lnTo>
                  <a:pt x="847002" y="37779"/>
                </a:lnTo>
                <a:lnTo>
                  <a:pt x="846897" y="37881"/>
                </a:lnTo>
                <a:lnTo>
                  <a:pt x="846794" y="37985"/>
                </a:lnTo>
                <a:lnTo>
                  <a:pt x="846694" y="38092"/>
                </a:lnTo>
                <a:lnTo>
                  <a:pt x="846596" y="38201"/>
                </a:lnTo>
                <a:lnTo>
                  <a:pt x="846501" y="38312"/>
                </a:lnTo>
                <a:lnTo>
                  <a:pt x="846408" y="38426"/>
                </a:lnTo>
                <a:lnTo>
                  <a:pt x="846317" y="38541"/>
                </a:lnTo>
                <a:lnTo>
                  <a:pt x="846228" y="38659"/>
                </a:lnTo>
                <a:lnTo>
                  <a:pt x="846142" y="38779"/>
                </a:lnTo>
                <a:lnTo>
                  <a:pt x="846059" y="38901"/>
                </a:lnTo>
                <a:lnTo>
                  <a:pt x="845977" y="39026"/>
                </a:lnTo>
                <a:lnTo>
                  <a:pt x="845898" y="39152"/>
                </a:lnTo>
                <a:lnTo>
                  <a:pt x="845822" y="39281"/>
                </a:lnTo>
                <a:lnTo>
                  <a:pt x="845748" y="39412"/>
                </a:lnTo>
                <a:lnTo>
                  <a:pt x="845676" y="39545"/>
                </a:lnTo>
                <a:lnTo>
                  <a:pt x="845606" y="39681"/>
                </a:lnTo>
                <a:lnTo>
                  <a:pt x="845540" y="39818"/>
                </a:lnTo>
                <a:lnTo>
                  <a:pt x="845477" y="39958"/>
                </a:lnTo>
                <a:lnTo>
                  <a:pt x="845416" y="40099"/>
                </a:lnTo>
                <a:lnTo>
                  <a:pt x="845359" y="40243"/>
                </a:lnTo>
                <a:lnTo>
                  <a:pt x="845304" y="40389"/>
                </a:lnTo>
                <a:lnTo>
                  <a:pt x="845253" y="40536"/>
                </a:lnTo>
                <a:lnTo>
                  <a:pt x="845204" y="40686"/>
                </a:lnTo>
                <a:lnTo>
                  <a:pt x="845159" y="40838"/>
                </a:lnTo>
                <a:lnTo>
                  <a:pt x="845116" y="40992"/>
                </a:lnTo>
                <a:lnTo>
                  <a:pt x="845076" y="41148"/>
                </a:lnTo>
                <a:lnTo>
                  <a:pt x="845039" y="41306"/>
                </a:lnTo>
                <a:lnTo>
                  <a:pt x="845005" y="41466"/>
                </a:lnTo>
                <a:lnTo>
                  <a:pt x="844974" y="41629"/>
                </a:lnTo>
                <a:lnTo>
                  <a:pt x="844946" y="41793"/>
                </a:lnTo>
                <a:lnTo>
                  <a:pt x="844921" y="41959"/>
                </a:lnTo>
                <a:lnTo>
                  <a:pt x="844899" y="42128"/>
                </a:lnTo>
                <a:lnTo>
                  <a:pt x="844880" y="42298"/>
                </a:lnTo>
                <a:lnTo>
                  <a:pt x="844864" y="42471"/>
                </a:lnTo>
                <a:lnTo>
                  <a:pt x="844851" y="42645"/>
                </a:lnTo>
                <a:lnTo>
                  <a:pt x="844840" y="42822"/>
                </a:lnTo>
                <a:lnTo>
                  <a:pt x="844833" y="43001"/>
                </a:lnTo>
                <a:lnTo>
                  <a:pt x="844829" y="43181"/>
                </a:lnTo>
                <a:lnTo>
                  <a:pt x="844827" y="43364"/>
                </a:lnTo>
                <a:lnTo>
                  <a:pt x="844831" y="43687"/>
                </a:lnTo>
                <a:lnTo>
                  <a:pt x="844844" y="44005"/>
                </a:lnTo>
                <a:lnTo>
                  <a:pt x="844865" y="44318"/>
                </a:lnTo>
                <a:lnTo>
                  <a:pt x="844894" y="44626"/>
                </a:lnTo>
                <a:lnTo>
                  <a:pt x="844932" y="44930"/>
                </a:lnTo>
                <a:lnTo>
                  <a:pt x="844978" y="45228"/>
                </a:lnTo>
                <a:lnTo>
                  <a:pt x="845033" y="45522"/>
                </a:lnTo>
                <a:lnTo>
                  <a:pt x="845096" y="45811"/>
                </a:lnTo>
                <a:lnTo>
                  <a:pt x="845167" y="46095"/>
                </a:lnTo>
                <a:lnTo>
                  <a:pt x="845247" y="46374"/>
                </a:lnTo>
                <a:lnTo>
                  <a:pt x="845335" y="46648"/>
                </a:lnTo>
                <a:lnTo>
                  <a:pt x="845432" y="46918"/>
                </a:lnTo>
                <a:lnTo>
                  <a:pt x="845537" y="47182"/>
                </a:lnTo>
                <a:lnTo>
                  <a:pt x="845650" y="47442"/>
                </a:lnTo>
                <a:lnTo>
                  <a:pt x="845772" y="47697"/>
                </a:lnTo>
                <a:lnTo>
                  <a:pt x="845902" y="47947"/>
                </a:lnTo>
                <a:lnTo>
                  <a:pt x="846041" y="48192"/>
                </a:lnTo>
                <a:lnTo>
                  <a:pt x="846188" y="48432"/>
                </a:lnTo>
                <a:lnTo>
                  <a:pt x="846343" y="48667"/>
                </a:lnTo>
                <a:lnTo>
                  <a:pt x="846507" y="48898"/>
                </a:lnTo>
                <a:lnTo>
                  <a:pt x="846679" y="49123"/>
                </a:lnTo>
                <a:lnTo>
                  <a:pt x="846859" y="49344"/>
                </a:lnTo>
                <a:lnTo>
                  <a:pt x="847048" y="49560"/>
                </a:lnTo>
                <a:lnTo>
                  <a:pt x="847246" y="49771"/>
                </a:lnTo>
                <a:lnTo>
                  <a:pt x="847449" y="49975"/>
                </a:lnTo>
                <a:lnTo>
                  <a:pt x="847656" y="50171"/>
                </a:lnTo>
                <a:lnTo>
                  <a:pt x="847867" y="50358"/>
                </a:lnTo>
                <a:lnTo>
                  <a:pt x="848081" y="50536"/>
                </a:lnTo>
                <a:lnTo>
                  <a:pt x="848299" y="50706"/>
                </a:lnTo>
                <a:lnTo>
                  <a:pt x="848521" y="50866"/>
                </a:lnTo>
                <a:lnTo>
                  <a:pt x="848747" y="51019"/>
                </a:lnTo>
                <a:lnTo>
                  <a:pt x="848976" y="51162"/>
                </a:lnTo>
                <a:lnTo>
                  <a:pt x="849209" y="51297"/>
                </a:lnTo>
                <a:lnTo>
                  <a:pt x="849445" y="51423"/>
                </a:lnTo>
                <a:lnTo>
                  <a:pt x="849685" y="51540"/>
                </a:lnTo>
                <a:lnTo>
                  <a:pt x="849929" y="51649"/>
                </a:lnTo>
                <a:lnTo>
                  <a:pt x="850177" y="51749"/>
                </a:lnTo>
                <a:lnTo>
                  <a:pt x="850428" y="51840"/>
                </a:lnTo>
                <a:lnTo>
                  <a:pt x="850683" y="51923"/>
                </a:lnTo>
                <a:lnTo>
                  <a:pt x="850942" y="51996"/>
                </a:lnTo>
                <a:lnTo>
                  <a:pt x="851204" y="52062"/>
                </a:lnTo>
                <a:lnTo>
                  <a:pt x="851470" y="52118"/>
                </a:lnTo>
                <a:lnTo>
                  <a:pt x="851740" y="52166"/>
                </a:lnTo>
                <a:lnTo>
                  <a:pt x="852013" y="52205"/>
                </a:lnTo>
                <a:lnTo>
                  <a:pt x="852290" y="52235"/>
                </a:lnTo>
                <a:lnTo>
                  <a:pt x="852571" y="52257"/>
                </a:lnTo>
                <a:lnTo>
                  <a:pt x="852855" y="52270"/>
                </a:lnTo>
                <a:lnTo>
                  <a:pt x="853143" y="52275"/>
                </a:lnTo>
                <a:lnTo>
                  <a:pt x="853359" y="52273"/>
                </a:lnTo>
                <a:lnTo>
                  <a:pt x="853582" y="52267"/>
                </a:lnTo>
                <a:lnTo>
                  <a:pt x="853812" y="52258"/>
                </a:lnTo>
                <a:lnTo>
                  <a:pt x="854049" y="52245"/>
                </a:lnTo>
                <a:lnTo>
                  <a:pt x="854293" y="52228"/>
                </a:lnTo>
                <a:lnTo>
                  <a:pt x="854544" y="52207"/>
                </a:lnTo>
                <a:lnTo>
                  <a:pt x="854802" y="52183"/>
                </a:lnTo>
                <a:lnTo>
                  <a:pt x="855067" y="52154"/>
                </a:lnTo>
                <a:lnTo>
                  <a:pt x="855339" y="52122"/>
                </a:lnTo>
                <a:lnTo>
                  <a:pt x="855619" y="52087"/>
                </a:lnTo>
                <a:lnTo>
                  <a:pt x="855905" y="52047"/>
                </a:lnTo>
                <a:lnTo>
                  <a:pt x="856198" y="52004"/>
                </a:lnTo>
                <a:lnTo>
                  <a:pt x="856499" y="51957"/>
                </a:lnTo>
                <a:lnTo>
                  <a:pt x="856807" y="51906"/>
                </a:lnTo>
                <a:lnTo>
                  <a:pt x="857121" y="51852"/>
                </a:lnTo>
                <a:lnTo>
                  <a:pt x="857443" y="51794"/>
                </a:lnTo>
                <a:lnTo>
                  <a:pt x="857772" y="51732"/>
                </a:lnTo>
                <a:lnTo>
                  <a:pt x="858108" y="51666"/>
                </a:lnTo>
                <a:lnTo>
                  <a:pt x="858451" y="51596"/>
                </a:lnTo>
                <a:lnTo>
                  <a:pt x="858801" y="51523"/>
                </a:lnTo>
                <a:lnTo>
                  <a:pt x="859158" y="51446"/>
                </a:lnTo>
                <a:lnTo>
                  <a:pt x="859522" y="51365"/>
                </a:lnTo>
                <a:lnTo>
                  <a:pt x="859893" y="51281"/>
                </a:lnTo>
                <a:lnTo>
                  <a:pt x="860272" y="51193"/>
                </a:lnTo>
                <a:lnTo>
                  <a:pt x="861289" y="50949"/>
                </a:lnTo>
                <a:lnTo>
                  <a:pt x="862291" y="50715"/>
                </a:lnTo>
                <a:lnTo>
                  <a:pt x="863276" y="50491"/>
                </a:lnTo>
                <a:lnTo>
                  <a:pt x="864246" y="50279"/>
                </a:lnTo>
                <a:lnTo>
                  <a:pt x="865200" y="50076"/>
                </a:lnTo>
                <a:lnTo>
                  <a:pt x="866138" y="49884"/>
                </a:lnTo>
                <a:lnTo>
                  <a:pt x="867060" y="49702"/>
                </a:lnTo>
                <a:lnTo>
                  <a:pt x="867966" y="49531"/>
                </a:lnTo>
                <a:lnTo>
                  <a:pt x="868856" y="49370"/>
                </a:lnTo>
                <a:lnTo>
                  <a:pt x="869730" y="49219"/>
                </a:lnTo>
                <a:lnTo>
                  <a:pt x="870589" y="49079"/>
                </a:lnTo>
                <a:lnTo>
                  <a:pt x="871431" y="48949"/>
                </a:lnTo>
                <a:lnTo>
                  <a:pt x="872258" y="48830"/>
                </a:lnTo>
                <a:lnTo>
                  <a:pt x="873068" y="48721"/>
                </a:lnTo>
                <a:lnTo>
                  <a:pt x="873863" y="48622"/>
                </a:lnTo>
                <a:lnTo>
                  <a:pt x="874642" y="48534"/>
                </a:lnTo>
                <a:lnTo>
                  <a:pt x="875405" y="48456"/>
                </a:lnTo>
                <a:lnTo>
                  <a:pt x="876152" y="48388"/>
                </a:lnTo>
                <a:lnTo>
                  <a:pt x="876883" y="48331"/>
                </a:lnTo>
                <a:lnTo>
                  <a:pt x="877598" y="48284"/>
                </a:lnTo>
                <a:lnTo>
                  <a:pt x="878297" y="48248"/>
                </a:lnTo>
                <a:lnTo>
                  <a:pt x="878980" y="48222"/>
                </a:lnTo>
                <a:lnTo>
                  <a:pt x="879648" y="48206"/>
                </a:lnTo>
                <a:lnTo>
                  <a:pt x="880299" y="48201"/>
                </a:lnTo>
                <a:lnTo>
                  <a:pt x="881074" y="48205"/>
                </a:lnTo>
                <a:lnTo>
                  <a:pt x="881827" y="48218"/>
                </a:lnTo>
                <a:lnTo>
                  <a:pt x="882559" y="48239"/>
                </a:lnTo>
                <a:lnTo>
                  <a:pt x="883270" y="48269"/>
                </a:lnTo>
                <a:lnTo>
                  <a:pt x="883961" y="48307"/>
                </a:lnTo>
                <a:lnTo>
                  <a:pt x="884630" y="48354"/>
                </a:lnTo>
                <a:lnTo>
                  <a:pt x="885278" y="48409"/>
                </a:lnTo>
                <a:lnTo>
                  <a:pt x="885905" y="48473"/>
                </a:lnTo>
                <a:lnTo>
                  <a:pt x="886511" y="48545"/>
                </a:lnTo>
                <a:lnTo>
                  <a:pt x="887095" y="48626"/>
                </a:lnTo>
                <a:lnTo>
                  <a:pt x="887659" y="48715"/>
                </a:lnTo>
                <a:lnTo>
                  <a:pt x="888202" y="48813"/>
                </a:lnTo>
                <a:lnTo>
                  <a:pt x="888723" y="48919"/>
                </a:lnTo>
                <a:lnTo>
                  <a:pt x="889224" y="49033"/>
                </a:lnTo>
                <a:lnTo>
                  <a:pt x="889703" y="49156"/>
                </a:lnTo>
                <a:lnTo>
                  <a:pt x="890162" y="49288"/>
                </a:lnTo>
                <a:lnTo>
                  <a:pt x="890599" y="49428"/>
                </a:lnTo>
                <a:lnTo>
                  <a:pt x="891015" y="49577"/>
                </a:lnTo>
                <a:lnTo>
                  <a:pt x="891411" y="49734"/>
                </a:lnTo>
                <a:lnTo>
                  <a:pt x="891785" y="49899"/>
                </a:lnTo>
                <a:lnTo>
                  <a:pt x="892138" y="50073"/>
                </a:lnTo>
                <a:lnTo>
                  <a:pt x="892470" y="50256"/>
                </a:lnTo>
                <a:lnTo>
                  <a:pt x="892781" y="50447"/>
                </a:lnTo>
                <a:lnTo>
                  <a:pt x="893071" y="50646"/>
                </a:lnTo>
                <a:lnTo>
                  <a:pt x="893344" y="50853"/>
                </a:lnTo>
                <a:lnTo>
                  <a:pt x="893606" y="51064"/>
                </a:lnTo>
                <a:lnTo>
                  <a:pt x="893856" y="51280"/>
                </a:lnTo>
                <a:lnTo>
                  <a:pt x="894095" y="51501"/>
                </a:lnTo>
                <a:lnTo>
                  <a:pt x="894322" y="51727"/>
                </a:lnTo>
                <a:lnTo>
                  <a:pt x="894537" y="51958"/>
                </a:lnTo>
                <a:lnTo>
                  <a:pt x="894741" y="52194"/>
                </a:lnTo>
                <a:lnTo>
                  <a:pt x="894933" y="52435"/>
                </a:lnTo>
                <a:lnTo>
                  <a:pt x="895113" y="52681"/>
                </a:lnTo>
                <a:lnTo>
                  <a:pt x="895282" y="52932"/>
                </a:lnTo>
                <a:lnTo>
                  <a:pt x="895439" y="53188"/>
                </a:lnTo>
                <a:lnTo>
                  <a:pt x="895585" y="53449"/>
                </a:lnTo>
                <a:lnTo>
                  <a:pt x="895719" y="53715"/>
                </a:lnTo>
                <a:lnTo>
                  <a:pt x="895841" y="53986"/>
                </a:lnTo>
                <a:lnTo>
                  <a:pt x="895951" y="54262"/>
                </a:lnTo>
                <a:lnTo>
                  <a:pt x="896050" y="54543"/>
                </a:lnTo>
                <a:lnTo>
                  <a:pt x="896138" y="54829"/>
                </a:lnTo>
                <a:lnTo>
                  <a:pt x="896213" y="55119"/>
                </a:lnTo>
                <a:lnTo>
                  <a:pt x="896277" y="55415"/>
                </a:lnTo>
                <a:lnTo>
                  <a:pt x="896330" y="55716"/>
                </a:lnTo>
                <a:lnTo>
                  <a:pt x="896370" y="56022"/>
                </a:lnTo>
                <a:lnTo>
                  <a:pt x="896399" y="56332"/>
                </a:lnTo>
                <a:lnTo>
                  <a:pt x="896417" y="56648"/>
                </a:lnTo>
                <a:lnTo>
                  <a:pt x="896423" y="56968"/>
                </a:lnTo>
                <a:lnTo>
                  <a:pt x="896423" y="61100"/>
                </a:lnTo>
                <a:lnTo>
                  <a:pt x="895564" y="60962"/>
                </a:lnTo>
                <a:lnTo>
                  <a:pt x="894714" y="60829"/>
                </a:lnTo>
                <a:lnTo>
                  <a:pt x="893873" y="60702"/>
                </a:lnTo>
                <a:lnTo>
                  <a:pt x="893040" y="60582"/>
                </a:lnTo>
                <a:lnTo>
                  <a:pt x="892216" y="60467"/>
                </a:lnTo>
                <a:lnTo>
                  <a:pt x="891400" y="60358"/>
                </a:lnTo>
                <a:lnTo>
                  <a:pt x="890593" y="60254"/>
                </a:lnTo>
                <a:lnTo>
                  <a:pt x="889794" y="60157"/>
                </a:lnTo>
                <a:lnTo>
                  <a:pt x="889004" y="60066"/>
                </a:lnTo>
                <a:lnTo>
                  <a:pt x="888222" y="59980"/>
                </a:lnTo>
                <a:lnTo>
                  <a:pt x="887449" y="59901"/>
                </a:lnTo>
                <a:lnTo>
                  <a:pt x="886685" y="59827"/>
                </a:lnTo>
                <a:lnTo>
                  <a:pt x="885929" y="59759"/>
                </a:lnTo>
                <a:lnTo>
                  <a:pt x="885182" y="59698"/>
                </a:lnTo>
                <a:lnTo>
                  <a:pt x="884443" y="59642"/>
                </a:lnTo>
                <a:lnTo>
                  <a:pt x="883712" y="59592"/>
                </a:lnTo>
                <a:lnTo>
                  <a:pt x="882991" y="59547"/>
                </a:lnTo>
                <a:lnTo>
                  <a:pt x="882277" y="59509"/>
                </a:lnTo>
                <a:lnTo>
                  <a:pt x="881573" y="59477"/>
                </a:lnTo>
                <a:lnTo>
                  <a:pt x="880877" y="59450"/>
                </a:lnTo>
                <a:lnTo>
                  <a:pt x="880189" y="59429"/>
                </a:lnTo>
                <a:lnTo>
                  <a:pt x="879510" y="59415"/>
                </a:lnTo>
                <a:lnTo>
                  <a:pt x="878840" y="59406"/>
                </a:lnTo>
                <a:lnTo>
                  <a:pt x="878178" y="59403"/>
                </a:lnTo>
                <a:lnTo>
                  <a:pt x="876552" y="59419"/>
                </a:lnTo>
                <a:lnTo>
                  <a:pt x="874955" y="59468"/>
                </a:lnTo>
                <a:lnTo>
                  <a:pt x="873389" y="59549"/>
                </a:lnTo>
                <a:lnTo>
                  <a:pt x="871852" y="59663"/>
                </a:lnTo>
                <a:lnTo>
                  <a:pt x="870344" y="59809"/>
                </a:lnTo>
                <a:lnTo>
                  <a:pt x="868867" y="59988"/>
                </a:lnTo>
                <a:lnTo>
                  <a:pt x="867419" y="60200"/>
                </a:lnTo>
                <a:lnTo>
                  <a:pt x="866000" y="60443"/>
                </a:lnTo>
                <a:lnTo>
                  <a:pt x="864611" y="60720"/>
                </a:lnTo>
                <a:lnTo>
                  <a:pt x="863252" y="61029"/>
                </a:lnTo>
                <a:lnTo>
                  <a:pt x="861922" y="61370"/>
                </a:lnTo>
                <a:lnTo>
                  <a:pt x="860622" y="61744"/>
                </a:lnTo>
                <a:lnTo>
                  <a:pt x="859351" y="62150"/>
                </a:lnTo>
                <a:lnTo>
                  <a:pt x="858111" y="62589"/>
                </a:lnTo>
                <a:lnTo>
                  <a:pt x="856899" y="63061"/>
                </a:lnTo>
                <a:lnTo>
                  <a:pt x="855718" y="63565"/>
                </a:lnTo>
                <a:lnTo>
                  <a:pt x="854566" y="64101"/>
                </a:lnTo>
                <a:lnTo>
                  <a:pt x="853443" y="64670"/>
                </a:lnTo>
                <a:lnTo>
                  <a:pt x="852350" y="65272"/>
                </a:lnTo>
                <a:lnTo>
                  <a:pt x="851287" y="65906"/>
                </a:lnTo>
                <a:lnTo>
                  <a:pt x="850254" y="66572"/>
                </a:lnTo>
                <a:lnTo>
                  <a:pt x="849250" y="67271"/>
                </a:lnTo>
                <a:lnTo>
                  <a:pt x="848275" y="68003"/>
                </a:lnTo>
                <a:lnTo>
                  <a:pt x="847330" y="68767"/>
                </a:lnTo>
                <a:lnTo>
                  <a:pt x="846420" y="69550"/>
                </a:lnTo>
                <a:lnTo>
                  <a:pt x="845548" y="70338"/>
                </a:lnTo>
                <a:lnTo>
                  <a:pt x="844715" y="71132"/>
                </a:lnTo>
                <a:lnTo>
                  <a:pt x="843921" y="71931"/>
                </a:lnTo>
                <a:lnTo>
                  <a:pt x="843165" y="72735"/>
                </a:lnTo>
                <a:lnTo>
                  <a:pt x="842448" y="73545"/>
                </a:lnTo>
                <a:lnTo>
                  <a:pt x="841770" y="74361"/>
                </a:lnTo>
                <a:lnTo>
                  <a:pt x="841131" y="75182"/>
                </a:lnTo>
                <a:lnTo>
                  <a:pt x="840530" y="76008"/>
                </a:lnTo>
                <a:lnTo>
                  <a:pt x="839968" y="76840"/>
                </a:lnTo>
                <a:lnTo>
                  <a:pt x="839445" y="77677"/>
                </a:lnTo>
                <a:lnTo>
                  <a:pt x="838961" y="78520"/>
                </a:lnTo>
                <a:lnTo>
                  <a:pt x="838515" y="79368"/>
                </a:lnTo>
                <a:lnTo>
                  <a:pt x="838109" y="80222"/>
                </a:lnTo>
                <a:lnTo>
                  <a:pt x="837740" y="81081"/>
                </a:lnTo>
                <a:lnTo>
                  <a:pt x="837411" y="81945"/>
                </a:lnTo>
                <a:lnTo>
                  <a:pt x="837121" y="82815"/>
                </a:lnTo>
                <a:lnTo>
                  <a:pt x="836869" y="83690"/>
                </a:lnTo>
                <a:lnTo>
                  <a:pt x="836656" y="84571"/>
                </a:lnTo>
                <a:lnTo>
                  <a:pt x="836481" y="85457"/>
                </a:lnTo>
                <a:lnTo>
                  <a:pt x="836346" y="86349"/>
                </a:lnTo>
                <a:lnTo>
                  <a:pt x="836249" y="87246"/>
                </a:lnTo>
                <a:lnTo>
                  <a:pt x="836191" y="88149"/>
                </a:lnTo>
                <a:lnTo>
                  <a:pt x="836171" y="89057"/>
                </a:lnTo>
                <a:lnTo>
                  <a:pt x="836186" y="89802"/>
                </a:lnTo>
                <a:lnTo>
                  <a:pt x="836232" y="90543"/>
                </a:lnTo>
                <a:lnTo>
                  <a:pt x="836308" y="91278"/>
                </a:lnTo>
                <a:lnTo>
                  <a:pt x="836414" y="92007"/>
                </a:lnTo>
                <a:lnTo>
                  <a:pt x="836551" y="92731"/>
                </a:lnTo>
                <a:lnTo>
                  <a:pt x="836718" y="93450"/>
                </a:lnTo>
                <a:lnTo>
                  <a:pt x="836915" y="94163"/>
                </a:lnTo>
                <a:lnTo>
                  <a:pt x="837142" y="94871"/>
                </a:lnTo>
                <a:lnTo>
                  <a:pt x="837400" y="95573"/>
                </a:lnTo>
                <a:lnTo>
                  <a:pt x="837689" y="96270"/>
                </a:lnTo>
                <a:lnTo>
                  <a:pt x="838007" y="96961"/>
                </a:lnTo>
                <a:lnTo>
                  <a:pt x="838356" y="97647"/>
                </a:lnTo>
                <a:lnTo>
                  <a:pt x="838736" y="98327"/>
                </a:lnTo>
                <a:lnTo>
                  <a:pt x="839145" y="99002"/>
                </a:lnTo>
                <a:lnTo>
                  <a:pt x="839586" y="99672"/>
                </a:lnTo>
                <a:lnTo>
                  <a:pt x="840056" y="100336"/>
                </a:lnTo>
                <a:lnTo>
                  <a:pt x="840557" y="100995"/>
                </a:lnTo>
                <a:lnTo>
                  <a:pt x="841088" y="101648"/>
                </a:lnTo>
                <a:lnTo>
                  <a:pt x="841649" y="102296"/>
                </a:lnTo>
                <a:lnTo>
                  <a:pt x="842241" y="102938"/>
                </a:lnTo>
                <a:lnTo>
                  <a:pt x="842863" y="103575"/>
                </a:lnTo>
                <a:lnTo>
                  <a:pt x="843516" y="104207"/>
                </a:lnTo>
                <a:lnTo>
                  <a:pt x="844199" y="104833"/>
                </a:lnTo>
                <a:lnTo>
                  <a:pt x="844912" y="105453"/>
                </a:lnTo>
                <a:lnTo>
                  <a:pt x="845649" y="106058"/>
                </a:lnTo>
                <a:lnTo>
                  <a:pt x="846405" y="106637"/>
                </a:lnTo>
                <a:lnTo>
                  <a:pt x="847179" y="107191"/>
                </a:lnTo>
                <a:lnTo>
                  <a:pt x="847972" y="107718"/>
                </a:lnTo>
                <a:lnTo>
                  <a:pt x="848782" y="108220"/>
                </a:lnTo>
                <a:lnTo>
                  <a:pt x="849611" y="108696"/>
                </a:lnTo>
                <a:lnTo>
                  <a:pt x="850458" y="109147"/>
                </a:lnTo>
                <a:lnTo>
                  <a:pt x="851324" y="109571"/>
                </a:lnTo>
                <a:lnTo>
                  <a:pt x="852207" y="109970"/>
                </a:lnTo>
                <a:lnTo>
                  <a:pt x="853109" y="110343"/>
                </a:lnTo>
                <a:lnTo>
                  <a:pt x="854030" y="110691"/>
                </a:lnTo>
                <a:lnTo>
                  <a:pt x="854968" y="111013"/>
                </a:lnTo>
                <a:lnTo>
                  <a:pt x="855925" y="111309"/>
                </a:lnTo>
                <a:lnTo>
                  <a:pt x="856900" y="111579"/>
                </a:lnTo>
                <a:lnTo>
                  <a:pt x="857893" y="111823"/>
                </a:lnTo>
                <a:lnTo>
                  <a:pt x="858905" y="112042"/>
                </a:lnTo>
                <a:lnTo>
                  <a:pt x="859934" y="112235"/>
                </a:lnTo>
                <a:lnTo>
                  <a:pt x="860983" y="112402"/>
                </a:lnTo>
                <a:lnTo>
                  <a:pt x="862049" y="112544"/>
                </a:lnTo>
                <a:lnTo>
                  <a:pt x="863134" y="112660"/>
                </a:lnTo>
                <a:lnTo>
                  <a:pt x="864236" y="112750"/>
                </a:lnTo>
                <a:lnTo>
                  <a:pt x="865358" y="112814"/>
                </a:lnTo>
                <a:lnTo>
                  <a:pt x="866497" y="112853"/>
                </a:lnTo>
                <a:lnTo>
                  <a:pt x="867655" y="112866"/>
                </a:lnTo>
                <a:lnTo>
                  <a:pt x="868195" y="112863"/>
                </a:lnTo>
                <a:lnTo>
                  <a:pt x="868740" y="112854"/>
                </a:lnTo>
                <a:lnTo>
                  <a:pt x="869290" y="112839"/>
                </a:lnTo>
                <a:lnTo>
                  <a:pt x="869845" y="112818"/>
                </a:lnTo>
                <a:lnTo>
                  <a:pt x="870405" y="112792"/>
                </a:lnTo>
                <a:lnTo>
                  <a:pt x="870970" y="112759"/>
                </a:lnTo>
                <a:lnTo>
                  <a:pt x="871540" y="112721"/>
                </a:lnTo>
                <a:lnTo>
                  <a:pt x="872115" y="112677"/>
                </a:lnTo>
                <a:lnTo>
                  <a:pt x="872695" y="112627"/>
                </a:lnTo>
                <a:lnTo>
                  <a:pt x="873280" y="112571"/>
                </a:lnTo>
                <a:lnTo>
                  <a:pt x="873870" y="112509"/>
                </a:lnTo>
                <a:lnTo>
                  <a:pt x="874465" y="112441"/>
                </a:lnTo>
                <a:lnTo>
                  <a:pt x="875065" y="112368"/>
                </a:lnTo>
                <a:lnTo>
                  <a:pt x="875670" y="112288"/>
                </a:lnTo>
                <a:lnTo>
                  <a:pt x="876280" y="112203"/>
                </a:lnTo>
                <a:lnTo>
                  <a:pt x="876895" y="112111"/>
                </a:lnTo>
                <a:lnTo>
                  <a:pt x="877515" y="112014"/>
                </a:lnTo>
                <a:lnTo>
                  <a:pt x="878140" y="111911"/>
                </a:lnTo>
                <a:lnTo>
                  <a:pt x="878771" y="111802"/>
                </a:lnTo>
                <a:lnTo>
                  <a:pt x="879406" y="111687"/>
                </a:lnTo>
                <a:lnTo>
                  <a:pt x="880046" y="111566"/>
                </a:lnTo>
                <a:lnTo>
                  <a:pt x="880691" y="111439"/>
                </a:lnTo>
                <a:lnTo>
                  <a:pt x="881341" y="111307"/>
                </a:lnTo>
                <a:lnTo>
                  <a:pt x="881996" y="111168"/>
                </a:lnTo>
                <a:lnTo>
                  <a:pt x="882652" y="111024"/>
                </a:lnTo>
                <a:lnTo>
                  <a:pt x="883302" y="110874"/>
                </a:lnTo>
                <a:lnTo>
                  <a:pt x="883948" y="110718"/>
                </a:lnTo>
                <a:lnTo>
                  <a:pt x="884589" y="110555"/>
                </a:lnTo>
                <a:lnTo>
                  <a:pt x="885226" y="110387"/>
                </a:lnTo>
                <a:lnTo>
                  <a:pt x="885858" y="110214"/>
                </a:lnTo>
                <a:lnTo>
                  <a:pt x="886485" y="110034"/>
                </a:lnTo>
                <a:lnTo>
                  <a:pt x="887107" y="109848"/>
                </a:lnTo>
                <a:lnTo>
                  <a:pt x="887724" y="109657"/>
                </a:lnTo>
                <a:lnTo>
                  <a:pt x="888337" y="109459"/>
                </a:lnTo>
                <a:lnTo>
                  <a:pt x="888946" y="109256"/>
                </a:lnTo>
                <a:lnTo>
                  <a:pt x="889549" y="109047"/>
                </a:lnTo>
                <a:lnTo>
                  <a:pt x="890148" y="108832"/>
                </a:lnTo>
                <a:lnTo>
                  <a:pt x="890742" y="108611"/>
                </a:lnTo>
                <a:lnTo>
                  <a:pt x="891331" y="108384"/>
                </a:lnTo>
                <a:lnTo>
                  <a:pt x="891916" y="108151"/>
                </a:lnTo>
                <a:lnTo>
                  <a:pt x="892496" y="107912"/>
                </a:lnTo>
                <a:lnTo>
                  <a:pt x="893071" y="107668"/>
                </a:lnTo>
                <a:lnTo>
                  <a:pt x="893641" y="107417"/>
                </a:lnTo>
                <a:lnTo>
                  <a:pt x="894207" y="107161"/>
                </a:lnTo>
                <a:lnTo>
                  <a:pt x="894768" y="106899"/>
                </a:lnTo>
                <a:lnTo>
                  <a:pt x="895324" y="106631"/>
                </a:lnTo>
                <a:lnTo>
                  <a:pt x="895876" y="106357"/>
                </a:lnTo>
                <a:lnTo>
                  <a:pt x="896423" y="106077"/>
                </a:lnTo>
                <a:lnTo>
                  <a:pt x="896423" y="110150"/>
                </a:lnTo>
                <a:lnTo>
                  <a:pt x="916789" y="110150"/>
                </a:lnTo>
                <a:lnTo>
                  <a:pt x="917307" y="110146"/>
                </a:lnTo>
                <a:lnTo>
                  <a:pt x="917811" y="110133"/>
                </a:lnTo>
                <a:lnTo>
                  <a:pt x="918303" y="110112"/>
                </a:lnTo>
                <a:close/>
                <a:moveTo>
                  <a:pt x="894847" y="87325"/>
                </a:moveTo>
                <a:lnTo>
                  <a:pt x="894309" y="87654"/>
                </a:lnTo>
                <a:lnTo>
                  <a:pt x="893766" y="87977"/>
                </a:lnTo>
                <a:lnTo>
                  <a:pt x="893217" y="88294"/>
                </a:lnTo>
                <a:lnTo>
                  <a:pt x="892661" y="88605"/>
                </a:lnTo>
                <a:lnTo>
                  <a:pt x="892100" y="88909"/>
                </a:lnTo>
                <a:lnTo>
                  <a:pt x="891532" y="89207"/>
                </a:lnTo>
                <a:lnTo>
                  <a:pt x="890958" y="89500"/>
                </a:lnTo>
                <a:lnTo>
                  <a:pt x="890379" y="89786"/>
                </a:lnTo>
                <a:lnTo>
                  <a:pt x="889793" y="90066"/>
                </a:lnTo>
                <a:lnTo>
                  <a:pt x="889201" y="90340"/>
                </a:lnTo>
                <a:lnTo>
                  <a:pt x="888603" y="90607"/>
                </a:lnTo>
                <a:lnTo>
                  <a:pt x="888000" y="90869"/>
                </a:lnTo>
                <a:lnTo>
                  <a:pt x="887390" y="91124"/>
                </a:lnTo>
                <a:lnTo>
                  <a:pt x="886774" y="91374"/>
                </a:lnTo>
                <a:lnTo>
                  <a:pt x="886152" y="91617"/>
                </a:lnTo>
                <a:lnTo>
                  <a:pt x="885524" y="91854"/>
                </a:lnTo>
                <a:lnTo>
                  <a:pt x="884890" y="92085"/>
                </a:lnTo>
                <a:lnTo>
                  <a:pt x="884250" y="92309"/>
                </a:lnTo>
                <a:lnTo>
                  <a:pt x="883604" y="92528"/>
                </a:lnTo>
                <a:lnTo>
                  <a:pt x="882952" y="92741"/>
                </a:lnTo>
                <a:lnTo>
                  <a:pt x="882293" y="92947"/>
                </a:lnTo>
                <a:lnTo>
                  <a:pt x="881635" y="93146"/>
                </a:lnTo>
                <a:lnTo>
                  <a:pt x="880982" y="93336"/>
                </a:lnTo>
                <a:lnTo>
                  <a:pt x="880336" y="93518"/>
                </a:lnTo>
                <a:lnTo>
                  <a:pt x="879694" y="93692"/>
                </a:lnTo>
                <a:lnTo>
                  <a:pt x="879059" y="93857"/>
                </a:lnTo>
                <a:lnTo>
                  <a:pt x="878430" y="94013"/>
                </a:lnTo>
                <a:lnTo>
                  <a:pt x="877806" y="94161"/>
                </a:lnTo>
                <a:lnTo>
                  <a:pt x="877188" y="94301"/>
                </a:lnTo>
                <a:lnTo>
                  <a:pt x="876575" y="94432"/>
                </a:lnTo>
                <a:lnTo>
                  <a:pt x="875969" y="94555"/>
                </a:lnTo>
                <a:lnTo>
                  <a:pt x="875368" y="94669"/>
                </a:lnTo>
                <a:lnTo>
                  <a:pt x="874773" y="94775"/>
                </a:lnTo>
                <a:lnTo>
                  <a:pt x="874183" y="94872"/>
                </a:lnTo>
                <a:lnTo>
                  <a:pt x="873599" y="94961"/>
                </a:lnTo>
                <a:lnTo>
                  <a:pt x="873022" y="95041"/>
                </a:lnTo>
                <a:lnTo>
                  <a:pt x="872449" y="95113"/>
                </a:lnTo>
                <a:lnTo>
                  <a:pt x="871883" y="95177"/>
                </a:lnTo>
                <a:lnTo>
                  <a:pt x="871322" y="95232"/>
                </a:lnTo>
                <a:lnTo>
                  <a:pt x="870767" y="95278"/>
                </a:lnTo>
                <a:lnTo>
                  <a:pt x="870218" y="95316"/>
                </a:lnTo>
                <a:lnTo>
                  <a:pt x="869675" y="95346"/>
                </a:lnTo>
                <a:lnTo>
                  <a:pt x="869137" y="95367"/>
                </a:lnTo>
                <a:lnTo>
                  <a:pt x="868605" y="95380"/>
                </a:lnTo>
                <a:lnTo>
                  <a:pt x="868079" y="95384"/>
                </a:lnTo>
                <a:lnTo>
                  <a:pt x="867469" y="95379"/>
                </a:lnTo>
                <a:lnTo>
                  <a:pt x="866870" y="95365"/>
                </a:lnTo>
                <a:lnTo>
                  <a:pt x="866282" y="95341"/>
                </a:lnTo>
                <a:lnTo>
                  <a:pt x="865705" y="95307"/>
                </a:lnTo>
                <a:lnTo>
                  <a:pt x="865139" y="95264"/>
                </a:lnTo>
                <a:lnTo>
                  <a:pt x="864584" y="95211"/>
                </a:lnTo>
                <a:lnTo>
                  <a:pt x="864039" y="95148"/>
                </a:lnTo>
                <a:lnTo>
                  <a:pt x="863506" y="95076"/>
                </a:lnTo>
                <a:lnTo>
                  <a:pt x="862983" y="94994"/>
                </a:lnTo>
                <a:lnTo>
                  <a:pt x="862472" y="94903"/>
                </a:lnTo>
                <a:lnTo>
                  <a:pt x="861971" y="94801"/>
                </a:lnTo>
                <a:lnTo>
                  <a:pt x="861481" y="94691"/>
                </a:lnTo>
                <a:lnTo>
                  <a:pt x="861002" y="94570"/>
                </a:lnTo>
                <a:lnTo>
                  <a:pt x="860534" y="94440"/>
                </a:lnTo>
                <a:lnTo>
                  <a:pt x="860077" y="94301"/>
                </a:lnTo>
                <a:lnTo>
                  <a:pt x="859631" y="94151"/>
                </a:lnTo>
                <a:lnTo>
                  <a:pt x="859195" y="93992"/>
                </a:lnTo>
                <a:lnTo>
                  <a:pt x="858771" y="93824"/>
                </a:lnTo>
                <a:lnTo>
                  <a:pt x="858357" y="93646"/>
                </a:lnTo>
                <a:lnTo>
                  <a:pt x="857955" y="93458"/>
                </a:lnTo>
                <a:lnTo>
                  <a:pt x="857563" y="93260"/>
                </a:lnTo>
                <a:lnTo>
                  <a:pt x="857182" y="93053"/>
                </a:lnTo>
                <a:lnTo>
                  <a:pt x="856812" y="92837"/>
                </a:lnTo>
                <a:lnTo>
                  <a:pt x="856453" y="92610"/>
                </a:lnTo>
                <a:lnTo>
                  <a:pt x="856266" y="92482"/>
                </a:lnTo>
                <a:lnTo>
                  <a:pt x="856087" y="92351"/>
                </a:lnTo>
                <a:lnTo>
                  <a:pt x="855916" y="92217"/>
                </a:lnTo>
                <a:lnTo>
                  <a:pt x="855753" y="92080"/>
                </a:lnTo>
                <a:lnTo>
                  <a:pt x="855598" y="91939"/>
                </a:lnTo>
                <a:lnTo>
                  <a:pt x="855451" y="91795"/>
                </a:lnTo>
                <a:lnTo>
                  <a:pt x="855311" y="91648"/>
                </a:lnTo>
                <a:lnTo>
                  <a:pt x="855180" y="91498"/>
                </a:lnTo>
                <a:lnTo>
                  <a:pt x="855057" y="91344"/>
                </a:lnTo>
                <a:lnTo>
                  <a:pt x="854941" y="91188"/>
                </a:lnTo>
                <a:lnTo>
                  <a:pt x="854834" y="91028"/>
                </a:lnTo>
                <a:lnTo>
                  <a:pt x="854735" y="90865"/>
                </a:lnTo>
                <a:lnTo>
                  <a:pt x="854643" y="90698"/>
                </a:lnTo>
                <a:lnTo>
                  <a:pt x="854560" y="90529"/>
                </a:lnTo>
                <a:lnTo>
                  <a:pt x="854484" y="90356"/>
                </a:lnTo>
                <a:lnTo>
                  <a:pt x="854416" y="90180"/>
                </a:lnTo>
                <a:lnTo>
                  <a:pt x="854357" y="90001"/>
                </a:lnTo>
                <a:lnTo>
                  <a:pt x="854305" y="89818"/>
                </a:lnTo>
                <a:lnTo>
                  <a:pt x="854261" y="89633"/>
                </a:lnTo>
                <a:lnTo>
                  <a:pt x="854225" y="89444"/>
                </a:lnTo>
                <a:lnTo>
                  <a:pt x="854198" y="89252"/>
                </a:lnTo>
                <a:lnTo>
                  <a:pt x="854178" y="89056"/>
                </a:lnTo>
                <a:lnTo>
                  <a:pt x="854166" y="88858"/>
                </a:lnTo>
                <a:lnTo>
                  <a:pt x="854162" y="88656"/>
                </a:lnTo>
                <a:lnTo>
                  <a:pt x="854170" y="88376"/>
                </a:lnTo>
                <a:lnTo>
                  <a:pt x="854195" y="88096"/>
                </a:lnTo>
                <a:lnTo>
                  <a:pt x="854236" y="87817"/>
                </a:lnTo>
                <a:lnTo>
                  <a:pt x="854294" y="87538"/>
                </a:lnTo>
                <a:lnTo>
                  <a:pt x="854368" y="87259"/>
                </a:lnTo>
                <a:lnTo>
                  <a:pt x="854459" y="86980"/>
                </a:lnTo>
                <a:lnTo>
                  <a:pt x="854566" y="86702"/>
                </a:lnTo>
                <a:lnTo>
                  <a:pt x="854690" y="86424"/>
                </a:lnTo>
                <a:lnTo>
                  <a:pt x="854830" y="86146"/>
                </a:lnTo>
                <a:lnTo>
                  <a:pt x="854987" y="85868"/>
                </a:lnTo>
                <a:lnTo>
                  <a:pt x="855160" y="85591"/>
                </a:lnTo>
                <a:lnTo>
                  <a:pt x="855350" y="85314"/>
                </a:lnTo>
                <a:lnTo>
                  <a:pt x="855556" y="85037"/>
                </a:lnTo>
                <a:lnTo>
                  <a:pt x="855779" y="84761"/>
                </a:lnTo>
                <a:lnTo>
                  <a:pt x="856018" y="84485"/>
                </a:lnTo>
                <a:lnTo>
                  <a:pt x="856274" y="84209"/>
                </a:lnTo>
                <a:lnTo>
                  <a:pt x="856546" y="83934"/>
                </a:lnTo>
                <a:lnTo>
                  <a:pt x="856835" y="83659"/>
                </a:lnTo>
                <a:lnTo>
                  <a:pt x="857140" y="83384"/>
                </a:lnTo>
                <a:lnTo>
                  <a:pt x="857462" y="83109"/>
                </a:lnTo>
                <a:lnTo>
                  <a:pt x="857800" y="82835"/>
                </a:lnTo>
                <a:lnTo>
                  <a:pt x="858155" y="82560"/>
                </a:lnTo>
                <a:lnTo>
                  <a:pt x="858526" y="82287"/>
                </a:lnTo>
                <a:lnTo>
                  <a:pt x="858914" y="82013"/>
                </a:lnTo>
                <a:lnTo>
                  <a:pt x="859556" y="81595"/>
                </a:lnTo>
                <a:lnTo>
                  <a:pt x="860208" y="81194"/>
                </a:lnTo>
                <a:lnTo>
                  <a:pt x="860870" y="80811"/>
                </a:lnTo>
                <a:lnTo>
                  <a:pt x="861542" y="80446"/>
                </a:lnTo>
                <a:lnTo>
                  <a:pt x="862225" y="80099"/>
                </a:lnTo>
                <a:lnTo>
                  <a:pt x="862918" y="79769"/>
                </a:lnTo>
                <a:lnTo>
                  <a:pt x="863622" y="79458"/>
                </a:lnTo>
                <a:lnTo>
                  <a:pt x="864336" y="79164"/>
                </a:lnTo>
                <a:lnTo>
                  <a:pt x="865060" y="78888"/>
                </a:lnTo>
                <a:lnTo>
                  <a:pt x="865794" y="78630"/>
                </a:lnTo>
                <a:lnTo>
                  <a:pt x="866539" y="78389"/>
                </a:lnTo>
                <a:lnTo>
                  <a:pt x="867294" y="78167"/>
                </a:lnTo>
                <a:lnTo>
                  <a:pt x="868059" y="77962"/>
                </a:lnTo>
                <a:lnTo>
                  <a:pt x="868835" y="77775"/>
                </a:lnTo>
                <a:lnTo>
                  <a:pt x="869621" y="77606"/>
                </a:lnTo>
                <a:lnTo>
                  <a:pt x="870417" y="77454"/>
                </a:lnTo>
                <a:lnTo>
                  <a:pt x="871224" y="77321"/>
                </a:lnTo>
                <a:lnTo>
                  <a:pt x="872041" y="77205"/>
                </a:lnTo>
                <a:lnTo>
                  <a:pt x="872868" y="77107"/>
                </a:lnTo>
                <a:lnTo>
                  <a:pt x="873706" y="77027"/>
                </a:lnTo>
                <a:lnTo>
                  <a:pt x="874554" y="76964"/>
                </a:lnTo>
                <a:lnTo>
                  <a:pt x="875412" y="76920"/>
                </a:lnTo>
                <a:lnTo>
                  <a:pt x="876280" y="76893"/>
                </a:lnTo>
                <a:lnTo>
                  <a:pt x="877159" y="76884"/>
                </a:lnTo>
                <a:lnTo>
                  <a:pt x="877897" y="76888"/>
                </a:lnTo>
                <a:lnTo>
                  <a:pt x="878641" y="76898"/>
                </a:lnTo>
                <a:lnTo>
                  <a:pt x="879391" y="76916"/>
                </a:lnTo>
                <a:lnTo>
                  <a:pt x="880146" y="76940"/>
                </a:lnTo>
                <a:lnTo>
                  <a:pt x="880907" y="76972"/>
                </a:lnTo>
                <a:lnTo>
                  <a:pt x="881673" y="77010"/>
                </a:lnTo>
                <a:lnTo>
                  <a:pt x="882445" y="77056"/>
                </a:lnTo>
                <a:lnTo>
                  <a:pt x="883222" y="77109"/>
                </a:lnTo>
                <a:lnTo>
                  <a:pt x="884005" y="77168"/>
                </a:lnTo>
                <a:lnTo>
                  <a:pt x="884794" y="77235"/>
                </a:lnTo>
                <a:lnTo>
                  <a:pt x="885588" y="77308"/>
                </a:lnTo>
                <a:lnTo>
                  <a:pt x="886388" y="77389"/>
                </a:lnTo>
                <a:lnTo>
                  <a:pt x="887193" y="77476"/>
                </a:lnTo>
                <a:lnTo>
                  <a:pt x="888004" y="77571"/>
                </a:lnTo>
                <a:lnTo>
                  <a:pt x="888821" y="77673"/>
                </a:lnTo>
                <a:lnTo>
                  <a:pt x="889643" y="77781"/>
                </a:lnTo>
                <a:lnTo>
                  <a:pt x="890471" y="77897"/>
                </a:lnTo>
                <a:lnTo>
                  <a:pt x="891305" y="78020"/>
                </a:lnTo>
                <a:lnTo>
                  <a:pt x="892144" y="78149"/>
                </a:lnTo>
                <a:lnTo>
                  <a:pt x="892988" y="78286"/>
                </a:lnTo>
                <a:lnTo>
                  <a:pt x="893838" y="78429"/>
                </a:lnTo>
                <a:lnTo>
                  <a:pt x="894694" y="78580"/>
                </a:lnTo>
                <a:lnTo>
                  <a:pt x="895556" y="78738"/>
                </a:lnTo>
                <a:lnTo>
                  <a:pt x="896423" y="78902"/>
                </a:lnTo>
                <a:lnTo>
                  <a:pt x="896423" y="86301"/>
                </a:lnTo>
                <a:lnTo>
                  <a:pt x="895903" y="86649"/>
                </a:lnTo>
                <a:lnTo>
                  <a:pt x="895378" y="86990"/>
                </a:lnTo>
                <a:lnTo>
                  <a:pt x="894847" y="87325"/>
                </a:lnTo>
                <a:close/>
                <a:moveTo>
                  <a:pt x="63396" y="36801"/>
                </a:moveTo>
                <a:lnTo>
                  <a:pt x="62933" y="36510"/>
                </a:lnTo>
                <a:lnTo>
                  <a:pt x="62468" y="36227"/>
                </a:lnTo>
                <a:lnTo>
                  <a:pt x="62001" y="35951"/>
                </a:lnTo>
                <a:lnTo>
                  <a:pt x="61532" y="35681"/>
                </a:lnTo>
                <a:lnTo>
                  <a:pt x="61061" y="35419"/>
                </a:lnTo>
                <a:lnTo>
                  <a:pt x="60588" y="35163"/>
                </a:lnTo>
                <a:lnTo>
                  <a:pt x="60114" y="34915"/>
                </a:lnTo>
                <a:lnTo>
                  <a:pt x="59637" y="34674"/>
                </a:lnTo>
                <a:lnTo>
                  <a:pt x="59159" y="34439"/>
                </a:lnTo>
                <a:lnTo>
                  <a:pt x="58678" y="34212"/>
                </a:lnTo>
                <a:lnTo>
                  <a:pt x="58196" y="33992"/>
                </a:lnTo>
                <a:lnTo>
                  <a:pt x="57712" y="33778"/>
                </a:lnTo>
                <a:lnTo>
                  <a:pt x="57226" y="33572"/>
                </a:lnTo>
                <a:lnTo>
                  <a:pt x="56738" y="33373"/>
                </a:lnTo>
                <a:lnTo>
                  <a:pt x="56248" y="33180"/>
                </a:lnTo>
                <a:lnTo>
                  <a:pt x="55756" y="32995"/>
                </a:lnTo>
                <a:lnTo>
                  <a:pt x="55262" y="32816"/>
                </a:lnTo>
                <a:lnTo>
                  <a:pt x="54766" y="32645"/>
                </a:lnTo>
                <a:lnTo>
                  <a:pt x="54269" y="32481"/>
                </a:lnTo>
                <a:lnTo>
                  <a:pt x="53769" y="32323"/>
                </a:lnTo>
                <a:lnTo>
                  <a:pt x="53267" y="32172"/>
                </a:lnTo>
                <a:lnTo>
                  <a:pt x="52763" y="32028"/>
                </a:lnTo>
                <a:lnTo>
                  <a:pt x="52257" y="31891"/>
                </a:lnTo>
                <a:lnTo>
                  <a:pt x="51748" y="31760"/>
                </a:lnTo>
                <a:lnTo>
                  <a:pt x="51238" y="31636"/>
                </a:lnTo>
                <a:lnTo>
                  <a:pt x="50725" y="31519"/>
                </a:lnTo>
                <a:lnTo>
                  <a:pt x="50210" y="31408"/>
                </a:lnTo>
                <a:lnTo>
                  <a:pt x="49692" y="31304"/>
                </a:lnTo>
                <a:lnTo>
                  <a:pt x="49173" y="31207"/>
                </a:lnTo>
                <a:lnTo>
                  <a:pt x="48651" y="31117"/>
                </a:lnTo>
                <a:lnTo>
                  <a:pt x="48127" y="31033"/>
                </a:lnTo>
                <a:lnTo>
                  <a:pt x="47601" y="30956"/>
                </a:lnTo>
                <a:lnTo>
                  <a:pt x="47072" y="30885"/>
                </a:lnTo>
                <a:lnTo>
                  <a:pt x="46542" y="30822"/>
                </a:lnTo>
                <a:lnTo>
                  <a:pt x="46009" y="30765"/>
                </a:lnTo>
                <a:lnTo>
                  <a:pt x="45474" y="30714"/>
                </a:lnTo>
                <a:lnTo>
                  <a:pt x="44937" y="30671"/>
                </a:lnTo>
                <a:lnTo>
                  <a:pt x="44397" y="30634"/>
                </a:lnTo>
                <a:lnTo>
                  <a:pt x="43856" y="30604"/>
                </a:lnTo>
                <a:lnTo>
                  <a:pt x="43312" y="30580"/>
                </a:lnTo>
                <a:lnTo>
                  <a:pt x="42766" y="30563"/>
                </a:lnTo>
                <a:lnTo>
                  <a:pt x="42217" y="30553"/>
                </a:lnTo>
                <a:lnTo>
                  <a:pt x="41667" y="30550"/>
                </a:lnTo>
                <a:lnTo>
                  <a:pt x="40199" y="30571"/>
                </a:lnTo>
                <a:lnTo>
                  <a:pt x="38751" y="30632"/>
                </a:lnTo>
                <a:lnTo>
                  <a:pt x="37323" y="30735"/>
                </a:lnTo>
                <a:lnTo>
                  <a:pt x="35915" y="30879"/>
                </a:lnTo>
                <a:lnTo>
                  <a:pt x="34527" y="31064"/>
                </a:lnTo>
                <a:lnTo>
                  <a:pt x="33160" y="31291"/>
                </a:lnTo>
                <a:lnTo>
                  <a:pt x="31812" y="31558"/>
                </a:lnTo>
                <a:lnTo>
                  <a:pt x="30484" y="31867"/>
                </a:lnTo>
                <a:lnTo>
                  <a:pt x="29176" y="32217"/>
                </a:lnTo>
                <a:lnTo>
                  <a:pt x="27889" y="32608"/>
                </a:lnTo>
                <a:lnTo>
                  <a:pt x="26621" y="33040"/>
                </a:lnTo>
                <a:lnTo>
                  <a:pt x="25374" y="33513"/>
                </a:lnTo>
                <a:lnTo>
                  <a:pt x="24146" y="34027"/>
                </a:lnTo>
                <a:lnTo>
                  <a:pt x="22938" y="34583"/>
                </a:lnTo>
                <a:lnTo>
                  <a:pt x="21751" y="35180"/>
                </a:lnTo>
                <a:lnTo>
                  <a:pt x="20584" y="35817"/>
                </a:lnTo>
                <a:lnTo>
                  <a:pt x="19436" y="36496"/>
                </a:lnTo>
                <a:lnTo>
                  <a:pt x="18309" y="37216"/>
                </a:lnTo>
                <a:lnTo>
                  <a:pt x="17202" y="37978"/>
                </a:lnTo>
                <a:lnTo>
                  <a:pt x="16114" y="38780"/>
                </a:lnTo>
                <a:lnTo>
                  <a:pt x="15047" y="39624"/>
                </a:lnTo>
                <a:lnTo>
                  <a:pt x="14000" y="40509"/>
                </a:lnTo>
                <a:lnTo>
                  <a:pt x="12973" y="41434"/>
                </a:lnTo>
                <a:lnTo>
                  <a:pt x="11965" y="42401"/>
                </a:lnTo>
                <a:lnTo>
                  <a:pt x="10989" y="43399"/>
                </a:lnTo>
                <a:lnTo>
                  <a:pt x="10054" y="44416"/>
                </a:lnTo>
                <a:lnTo>
                  <a:pt x="9161" y="45452"/>
                </a:lnTo>
                <a:lnTo>
                  <a:pt x="8309" y="46508"/>
                </a:lnTo>
                <a:lnTo>
                  <a:pt x="7499" y="47584"/>
                </a:lnTo>
                <a:lnTo>
                  <a:pt x="6731" y="48679"/>
                </a:lnTo>
                <a:lnTo>
                  <a:pt x="6003" y="49794"/>
                </a:lnTo>
                <a:lnTo>
                  <a:pt x="5318" y="50929"/>
                </a:lnTo>
                <a:lnTo>
                  <a:pt x="4674" y="52083"/>
                </a:lnTo>
                <a:lnTo>
                  <a:pt x="4072" y="53257"/>
                </a:lnTo>
                <a:lnTo>
                  <a:pt x="3511" y="54450"/>
                </a:lnTo>
                <a:lnTo>
                  <a:pt x="2991" y="55663"/>
                </a:lnTo>
                <a:lnTo>
                  <a:pt x="2514" y="56896"/>
                </a:lnTo>
                <a:lnTo>
                  <a:pt x="2077" y="58148"/>
                </a:lnTo>
                <a:lnTo>
                  <a:pt x="1683" y="59420"/>
                </a:lnTo>
                <a:lnTo>
                  <a:pt x="1329" y="60711"/>
                </a:lnTo>
                <a:lnTo>
                  <a:pt x="1018" y="62023"/>
                </a:lnTo>
                <a:lnTo>
                  <a:pt x="748" y="63353"/>
                </a:lnTo>
                <a:lnTo>
                  <a:pt x="519" y="64704"/>
                </a:lnTo>
                <a:lnTo>
                  <a:pt x="332" y="66074"/>
                </a:lnTo>
                <a:lnTo>
                  <a:pt x="187" y="67464"/>
                </a:lnTo>
                <a:lnTo>
                  <a:pt x="83" y="68873"/>
                </a:lnTo>
                <a:lnTo>
                  <a:pt x="21" y="70302"/>
                </a:lnTo>
                <a:lnTo>
                  <a:pt x="0" y="71750"/>
                </a:lnTo>
                <a:lnTo>
                  <a:pt x="21" y="73192"/>
                </a:lnTo>
                <a:lnTo>
                  <a:pt x="83" y="74614"/>
                </a:lnTo>
                <a:lnTo>
                  <a:pt x="187" y="76017"/>
                </a:lnTo>
                <a:lnTo>
                  <a:pt x="332" y="77401"/>
                </a:lnTo>
                <a:lnTo>
                  <a:pt x="519" y="78765"/>
                </a:lnTo>
                <a:lnTo>
                  <a:pt x="748" y="80110"/>
                </a:lnTo>
                <a:lnTo>
                  <a:pt x="1018" y="81436"/>
                </a:lnTo>
                <a:lnTo>
                  <a:pt x="1329" y="82742"/>
                </a:lnTo>
                <a:lnTo>
                  <a:pt x="1683" y="84029"/>
                </a:lnTo>
                <a:lnTo>
                  <a:pt x="2077" y="85297"/>
                </a:lnTo>
                <a:lnTo>
                  <a:pt x="2514" y="86545"/>
                </a:lnTo>
                <a:lnTo>
                  <a:pt x="2991" y="87774"/>
                </a:lnTo>
                <a:lnTo>
                  <a:pt x="3511" y="88984"/>
                </a:lnTo>
                <a:lnTo>
                  <a:pt x="4072" y="90175"/>
                </a:lnTo>
                <a:lnTo>
                  <a:pt x="4674" y="91346"/>
                </a:lnTo>
                <a:lnTo>
                  <a:pt x="5318" y="92498"/>
                </a:lnTo>
                <a:lnTo>
                  <a:pt x="6003" y="93630"/>
                </a:lnTo>
                <a:lnTo>
                  <a:pt x="6731" y="94743"/>
                </a:lnTo>
                <a:lnTo>
                  <a:pt x="7499" y="95837"/>
                </a:lnTo>
                <a:lnTo>
                  <a:pt x="8309" y="96912"/>
                </a:lnTo>
                <a:lnTo>
                  <a:pt x="9161" y="97967"/>
                </a:lnTo>
                <a:lnTo>
                  <a:pt x="10054" y="99003"/>
                </a:lnTo>
                <a:lnTo>
                  <a:pt x="10989" y="100020"/>
                </a:lnTo>
                <a:lnTo>
                  <a:pt x="11965" y="101017"/>
                </a:lnTo>
                <a:lnTo>
                  <a:pt x="12973" y="101984"/>
                </a:lnTo>
                <a:lnTo>
                  <a:pt x="14000" y="102909"/>
                </a:lnTo>
                <a:lnTo>
                  <a:pt x="15047" y="103794"/>
                </a:lnTo>
                <a:lnTo>
                  <a:pt x="16114" y="104637"/>
                </a:lnTo>
                <a:lnTo>
                  <a:pt x="17202" y="105440"/>
                </a:lnTo>
                <a:lnTo>
                  <a:pt x="18309" y="106201"/>
                </a:lnTo>
                <a:lnTo>
                  <a:pt x="19436" y="106921"/>
                </a:lnTo>
                <a:lnTo>
                  <a:pt x="20584" y="107599"/>
                </a:lnTo>
                <a:lnTo>
                  <a:pt x="21751" y="108237"/>
                </a:lnTo>
                <a:lnTo>
                  <a:pt x="22938" y="108834"/>
                </a:lnTo>
                <a:lnTo>
                  <a:pt x="24146" y="109389"/>
                </a:lnTo>
                <a:lnTo>
                  <a:pt x="25374" y="109903"/>
                </a:lnTo>
                <a:lnTo>
                  <a:pt x="26621" y="110376"/>
                </a:lnTo>
                <a:lnTo>
                  <a:pt x="27889" y="110808"/>
                </a:lnTo>
                <a:lnTo>
                  <a:pt x="29176" y="111199"/>
                </a:lnTo>
                <a:lnTo>
                  <a:pt x="30484" y="111549"/>
                </a:lnTo>
                <a:lnTo>
                  <a:pt x="31812" y="111858"/>
                </a:lnTo>
                <a:lnTo>
                  <a:pt x="33160" y="112125"/>
                </a:lnTo>
                <a:lnTo>
                  <a:pt x="34527" y="112351"/>
                </a:lnTo>
                <a:lnTo>
                  <a:pt x="35915" y="112536"/>
                </a:lnTo>
                <a:lnTo>
                  <a:pt x="37323" y="112680"/>
                </a:lnTo>
                <a:lnTo>
                  <a:pt x="38751" y="112783"/>
                </a:lnTo>
                <a:lnTo>
                  <a:pt x="40199" y="112845"/>
                </a:lnTo>
                <a:lnTo>
                  <a:pt x="41667" y="112866"/>
                </a:lnTo>
                <a:lnTo>
                  <a:pt x="42190" y="112862"/>
                </a:lnTo>
                <a:lnTo>
                  <a:pt x="42711" y="112853"/>
                </a:lnTo>
                <a:lnTo>
                  <a:pt x="43232" y="112836"/>
                </a:lnTo>
                <a:lnTo>
                  <a:pt x="43752" y="112814"/>
                </a:lnTo>
                <a:lnTo>
                  <a:pt x="44271" y="112785"/>
                </a:lnTo>
                <a:lnTo>
                  <a:pt x="44788" y="112749"/>
                </a:lnTo>
                <a:lnTo>
                  <a:pt x="45305" y="112707"/>
                </a:lnTo>
                <a:lnTo>
                  <a:pt x="45820" y="112658"/>
                </a:lnTo>
                <a:lnTo>
                  <a:pt x="46335" y="112603"/>
                </a:lnTo>
                <a:lnTo>
                  <a:pt x="46848" y="112541"/>
                </a:lnTo>
                <a:lnTo>
                  <a:pt x="47361" y="112473"/>
                </a:lnTo>
                <a:lnTo>
                  <a:pt x="47872" y="112399"/>
                </a:lnTo>
                <a:lnTo>
                  <a:pt x="48383" y="112318"/>
                </a:lnTo>
                <a:lnTo>
                  <a:pt x="48892" y="112230"/>
                </a:lnTo>
                <a:lnTo>
                  <a:pt x="49401" y="112136"/>
                </a:lnTo>
                <a:lnTo>
                  <a:pt x="49908" y="112036"/>
                </a:lnTo>
                <a:lnTo>
                  <a:pt x="50414" y="111929"/>
                </a:lnTo>
                <a:lnTo>
                  <a:pt x="50919" y="111815"/>
                </a:lnTo>
                <a:lnTo>
                  <a:pt x="51424" y="111695"/>
                </a:lnTo>
                <a:lnTo>
                  <a:pt x="51927" y="111569"/>
                </a:lnTo>
                <a:lnTo>
                  <a:pt x="52429" y="111436"/>
                </a:lnTo>
                <a:lnTo>
                  <a:pt x="52930" y="111297"/>
                </a:lnTo>
                <a:lnTo>
                  <a:pt x="53430" y="111151"/>
                </a:lnTo>
                <a:lnTo>
                  <a:pt x="53929" y="110999"/>
                </a:lnTo>
                <a:lnTo>
                  <a:pt x="54428" y="110840"/>
                </a:lnTo>
                <a:lnTo>
                  <a:pt x="54925" y="110674"/>
                </a:lnTo>
                <a:lnTo>
                  <a:pt x="55422" y="110503"/>
                </a:lnTo>
                <a:lnTo>
                  <a:pt x="55918" y="110324"/>
                </a:lnTo>
                <a:lnTo>
                  <a:pt x="56413" y="110140"/>
                </a:lnTo>
                <a:lnTo>
                  <a:pt x="56907" y="109948"/>
                </a:lnTo>
                <a:lnTo>
                  <a:pt x="57401" y="109751"/>
                </a:lnTo>
                <a:lnTo>
                  <a:pt x="57894" y="109547"/>
                </a:lnTo>
                <a:lnTo>
                  <a:pt x="58387" y="109336"/>
                </a:lnTo>
                <a:lnTo>
                  <a:pt x="58878" y="109119"/>
                </a:lnTo>
                <a:lnTo>
                  <a:pt x="59369" y="108895"/>
                </a:lnTo>
                <a:lnTo>
                  <a:pt x="59859" y="108665"/>
                </a:lnTo>
                <a:lnTo>
                  <a:pt x="60348" y="108428"/>
                </a:lnTo>
                <a:lnTo>
                  <a:pt x="60837" y="108185"/>
                </a:lnTo>
                <a:lnTo>
                  <a:pt x="61325" y="107936"/>
                </a:lnTo>
                <a:lnTo>
                  <a:pt x="61812" y="107680"/>
                </a:lnTo>
                <a:lnTo>
                  <a:pt x="62298" y="107417"/>
                </a:lnTo>
                <a:lnTo>
                  <a:pt x="62784" y="107148"/>
                </a:lnTo>
                <a:lnTo>
                  <a:pt x="63269" y="106873"/>
                </a:lnTo>
                <a:lnTo>
                  <a:pt x="63753" y="106591"/>
                </a:lnTo>
                <a:lnTo>
                  <a:pt x="64237" y="106302"/>
                </a:lnTo>
                <a:lnTo>
                  <a:pt x="64719" y="106007"/>
                </a:lnTo>
                <a:lnTo>
                  <a:pt x="65201" y="105706"/>
                </a:lnTo>
                <a:lnTo>
                  <a:pt x="65683" y="105398"/>
                </a:lnTo>
                <a:lnTo>
                  <a:pt x="65683" y="113823"/>
                </a:lnTo>
                <a:lnTo>
                  <a:pt x="65675" y="114367"/>
                </a:lnTo>
                <a:lnTo>
                  <a:pt x="65652" y="114902"/>
                </a:lnTo>
                <a:lnTo>
                  <a:pt x="65614" y="115430"/>
                </a:lnTo>
                <a:lnTo>
                  <a:pt x="65560" y="115950"/>
                </a:lnTo>
                <a:lnTo>
                  <a:pt x="65491" y="116462"/>
                </a:lnTo>
                <a:lnTo>
                  <a:pt x="65407" y="116966"/>
                </a:lnTo>
                <a:lnTo>
                  <a:pt x="65307" y="117463"/>
                </a:lnTo>
                <a:lnTo>
                  <a:pt x="65192" y="117951"/>
                </a:lnTo>
                <a:lnTo>
                  <a:pt x="65062" y="118432"/>
                </a:lnTo>
                <a:lnTo>
                  <a:pt x="64917" y="118904"/>
                </a:lnTo>
                <a:lnTo>
                  <a:pt x="64756" y="119369"/>
                </a:lnTo>
                <a:lnTo>
                  <a:pt x="64579" y="119826"/>
                </a:lnTo>
                <a:lnTo>
                  <a:pt x="64388" y="120274"/>
                </a:lnTo>
                <a:lnTo>
                  <a:pt x="64181" y="120715"/>
                </a:lnTo>
                <a:lnTo>
                  <a:pt x="63959" y="121148"/>
                </a:lnTo>
                <a:lnTo>
                  <a:pt x="63721" y="121574"/>
                </a:lnTo>
                <a:lnTo>
                  <a:pt x="63469" y="121991"/>
                </a:lnTo>
                <a:lnTo>
                  <a:pt x="63200" y="122400"/>
                </a:lnTo>
                <a:lnTo>
                  <a:pt x="62917" y="122802"/>
                </a:lnTo>
                <a:lnTo>
                  <a:pt x="62618" y="123195"/>
                </a:lnTo>
                <a:lnTo>
                  <a:pt x="62304" y="123581"/>
                </a:lnTo>
                <a:lnTo>
                  <a:pt x="61975" y="123959"/>
                </a:lnTo>
                <a:lnTo>
                  <a:pt x="61630" y="124328"/>
                </a:lnTo>
                <a:lnTo>
                  <a:pt x="61270" y="124690"/>
                </a:lnTo>
                <a:lnTo>
                  <a:pt x="60896" y="125041"/>
                </a:lnTo>
                <a:lnTo>
                  <a:pt x="60510" y="125377"/>
                </a:lnTo>
                <a:lnTo>
                  <a:pt x="60111" y="125698"/>
                </a:lnTo>
                <a:lnTo>
                  <a:pt x="59700" y="126004"/>
                </a:lnTo>
                <a:lnTo>
                  <a:pt x="59277" y="126295"/>
                </a:lnTo>
                <a:lnTo>
                  <a:pt x="58841" y="126571"/>
                </a:lnTo>
                <a:lnTo>
                  <a:pt x="58393" y="126832"/>
                </a:lnTo>
                <a:lnTo>
                  <a:pt x="57932" y="127079"/>
                </a:lnTo>
                <a:lnTo>
                  <a:pt x="57459" y="127310"/>
                </a:lnTo>
                <a:lnTo>
                  <a:pt x="56974" y="127526"/>
                </a:lnTo>
                <a:lnTo>
                  <a:pt x="56476" y="127728"/>
                </a:lnTo>
                <a:lnTo>
                  <a:pt x="55966" y="127915"/>
                </a:lnTo>
                <a:lnTo>
                  <a:pt x="55444" y="128086"/>
                </a:lnTo>
                <a:lnTo>
                  <a:pt x="54909" y="128243"/>
                </a:lnTo>
                <a:lnTo>
                  <a:pt x="54362" y="128385"/>
                </a:lnTo>
                <a:lnTo>
                  <a:pt x="53802" y="128512"/>
                </a:lnTo>
                <a:lnTo>
                  <a:pt x="53230" y="128624"/>
                </a:lnTo>
                <a:lnTo>
                  <a:pt x="52646" y="128721"/>
                </a:lnTo>
                <a:lnTo>
                  <a:pt x="52049" y="128803"/>
                </a:lnTo>
                <a:lnTo>
                  <a:pt x="51440" y="128870"/>
                </a:lnTo>
                <a:lnTo>
                  <a:pt x="50819" y="128922"/>
                </a:lnTo>
                <a:lnTo>
                  <a:pt x="50185" y="128959"/>
                </a:lnTo>
                <a:lnTo>
                  <a:pt x="49539" y="128982"/>
                </a:lnTo>
                <a:lnTo>
                  <a:pt x="48880" y="128989"/>
                </a:lnTo>
                <a:lnTo>
                  <a:pt x="29701" y="128989"/>
                </a:lnTo>
                <a:lnTo>
                  <a:pt x="29184" y="128993"/>
                </a:lnTo>
                <a:lnTo>
                  <a:pt x="28680" y="129006"/>
                </a:lnTo>
                <a:lnTo>
                  <a:pt x="28188" y="129027"/>
                </a:lnTo>
                <a:lnTo>
                  <a:pt x="27708" y="129057"/>
                </a:lnTo>
                <a:lnTo>
                  <a:pt x="27241" y="129095"/>
                </a:lnTo>
                <a:lnTo>
                  <a:pt x="26787" y="129141"/>
                </a:lnTo>
                <a:lnTo>
                  <a:pt x="26345" y="129196"/>
                </a:lnTo>
                <a:lnTo>
                  <a:pt x="25916" y="129259"/>
                </a:lnTo>
                <a:lnTo>
                  <a:pt x="25499" y="129331"/>
                </a:lnTo>
                <a:lnTo>
                  <a:pt x="25094" y="129411"/>
                </a:lnTo>
                <a:lnTo>
                  <a:pt x="24703" y="129499"/>
                </a:lnTo>
                <a:lnTo>
                  <a:pt x="24323" y="129596"/>
                </a:lnTo>
                <a:lnTo>
                  <a:pt x="23957" y="129702"/>
                </a:lnTo>
                <a:lnTo>
                  <a:pt x="23602" y="129816"/>
                </a:lnTo>
                <a:lnTo>
                  <a:pt x="23261" y="129938"/>
                </a:lnTo>
                <a:lnTo>
                  <a:pt x="22931" y="130069"/>
                </a:lnTo>
                <a:lnTo>
                  <a:pt x="22615" y="130208"/>
                </a:lnTo>
                <a:lnTo>
                  <a:pt x="22311" y="130356"/>
                </a:lnTo>
                <a:lnTo>
                  <a:pt x="22019" y="130512"/>
                </a:lnTo>
                <a:lnTo>
                  <a:pt x="21740" y="130676"/>
                </a:lnTo>
                <a:lnTo>
                  <a:pt x="21473" y="130849"/>
                </a:lnTo>
                <a:lnTo>
                  <a:pt x="21219" y="131030"/>
                </a:lnTo>
                <a:lnTo>
                  <a:pt x="20978" y="131220"/>
                </a:lnTo>
                <a:lnTo>
                  <a:pt x="20749" y="131418"/>
                </a:lnTo>
                <a:lnTo>
                  <a:pt x="20530" y="131624"/>
                </a:lnTo>
                <a:lnTo>
                  <a:pt x="20322" y="131834"/>
                </a:lnTo>
                <a:lnTo>
                  <a:pt x="20122" y="132050"/>
                </a:lnTo>
                <a:lnTo>
                  <a:pt x="19932" y="132270"/>
                </a:lnTo>
                <a:lnTo>
                  <a:pt x="19751" y="132496"/>
                </a:lnTo>
                <a:lnTo>
                  <a:pt x="19579" y="132727"/>
                </a:lnTo>
                <a:lnTo>
                  <a:pt x="19417" y="132964"/>
                </a:lnTo>
                <a:lnTo>
                  <a:pt x="19264" y="133205"/>
                </a:lnTo>
                <a:lnTo>
                  <a:pt x="19120" y="133452"/>
                </a:lnTo>
                <a:lnTo>
                  <a:pt x="18985" y="133704"/>
                </a:lnTo>
                <a:lnTo>
                  <a:pt x="18860" y="133961"/>
                </a:lnTo>
                <a:lnTo>
                  <a:pt x="18744" y="134223"/>
                </a:lnTo>
                <a:lnTo>
                  <a:pt x="18637" y="134490"/>
                </a:lnTo>
                <a:lnTo>
                  <a:pt x="18540" y="134763"/>
                </a:lnTo>
                <a:lnTo>
                  <a:pt x="18451" y="135040"/>
                </a:lnTo>
                <a:lnTo>
                  <a:pt x="18372" y="135323"/>
                </a:lnTo>
                <a:lnTo>
                  <a:pt x="18303" y="135611"/>
                </a:lnTo>
                <a:lnTo>
                  <a:pt x="18243" y="135904"/>
                </a:lnTo>
                <a:lnTo>
                  <a:pt x="18191" y="136203"/>
                </a:lnTo>
                <a:lnTo>
                  <a:pt x="18150" y="136506"/>
                </a:lnTo>
                <a:lnTo>
                  <a:pt x="18117" y="136815"/>
                </a:lnTo>
                <a:lnTo>
                  <a:pt x="18094" y="137129"/>
                </a:lnTo>
                <a:lnTo>
                  <a:pt x="18080" y="137448"/>
                </a:lnTo>
                <a:lnTo>
                  <a:pt x="18075" y="137772"/>
                </a:lnTo>
                <a:lnTo>
                  <a:pt x="18080" y="138090"/>
                </a:lnTo>
                <a:lnTo>
                  <a:pt x="18094" y="138402"/>
                </a:lnTo>
                <a:lnTo>
                  <a:pt x="18117" y="138710"/>
                </a:lnTo>
                <a:lnTo>
                  <a:pt x="18150" y="139012"/>
                </a:lnTo>
                <a:lnTo>
                  <a:pt x="18191" y="139310"/>
                </a:lnTo>
                <a:lnTo>
                  <a:pt x="18243" y="139603"/>
                </a:lnTo>
                <a:lnTo>
                  <a:pt x="18303" y="139891"/>
                </a:lnTo>
                <a:lnTo>
                  <a:pt x="18372" y="140174"/>
                </a:lnTo>
                <a:lnTo>
                  <a:pt x="18451" y="140452"/>
                </a:lnTo>
                <a:lnTo>
                  <a:pt x="18540" y="140726"/>
                </a:lnTo>
                <a:lnTo>
                  <a:pt x="18637" y="140994"/>
                </a:lnTo>
                <a:lnTo>
                  <a:pt x="18744" y="141258"/>
                </a:lnTo>
                <a:lnTo>
                  <a:pt x="18860" y="141516"/>
                </a:lnTo>
                <a:lnTo>
                  <a:pt x="18985" y="141770"/>
                </a:lnTo>
                <a:lnTo>
                  <a:pt x="19120" y="142019"/>
                </a:lnTo>
                <a:lnTo>
                  <a:pt x="19264" y="142263"/>
                </a:lnTo>
                <a:lnTo>
                  <a:pt x="19417" y="142502"/>
                </a:lnTo>
                <a:lnTo>
                  <a:pt x="19579" y="142736"/>
                </a:lnTo>
                <a:lnTo>
                  <a:pt x="19751" y="142966"/>
                </a:lnTo>
                <a:lnTo>
                  <a:pt x="19932" y="143190"/>
                </a:lnTo>
                <a:lnTo>
                  <a:pt x="20122" y="143410"/>
                </a:lnTo>
                <a:lnTo>
                  <a:pt x="20322" y="143624"/>
                </a:lnTo>
                <a:lnTo>
                  <a:pt x="20530" y="143834"/>
                </a:lnTo>
                <a:lnTo>
                  <a:pt x="20749" y="144039"/>
                </a:lnTo>
                <a:lnTo>
                  <a:pt x="20978" y="144237"/>
                </a:lnTo>
                <a:lnTo>
                  <a:pt x="21219" y="144427"/>
                </a:lnTo>
                <a:lnTo>
                  <a:pt x="21473" y="144609"/>
                </a:lnTo>
                <a:lnTo>
                  <a:pt x="21740" y="144782"/>
                </a:lnTo>
                <a:lnTo>
                  <a:pt x="22019" y="144947"/>
                </a:lnTo>
                <a:lnTo>
                  <a:pt x="22311" y="145103"/>
                </a:lnTo>
                <a:lnTo>
                  <a:pt x="22615" y="145251"/>
                </a:lnTo>
                <a:lnTo>
                  <a:pt x="22931" y="145390"/>
                </a:lnTo>
                <a:lnTo>
                  <a:pt x="23261" y="145521"/>
                </a:lnTo>
                <a:lnTo>
                  <a:pt x="23602" y="145643"/>
                </a:lnTo>
                <a:lnTo>
                  <a:pt x="23957" y="145757"/>
                </a:lnTo>
                <a:lnTo>
                  <a:pt x="24323" y="145863"/>
                </a:lnTo>
                <a:lnTo>
                  <a:pt x="24703" y="145960"/>
                </a:lnTo>
                <a:lnTo>
                  <a:pt x="25094" y="146048"/>
                </a:lnTo>
                <a:lnTo>
                  <a:pt x="25499" y="146129"/>
                </a:lnTo>
                <a:lnTo>
                  <a:pt x="25916" y="146200"/>
                </a:lnTo>
                <a:lnTo>
                  <a:pt x="26345" y="146264"/>
                </a:lnTo>
                <a:lnTo>
                  <a:pt x="26787" y="146319"/>
                </a:lnTo>
                <a:lnTo>
                  <a:pt x="27241" y="146365"/>
                </a:lnTo>
                <a:lnTo>
                  <a:pt x="27708" y="146403"/>
                </a:lnTo>
                <a:lnTo>
                  <a:pt x="28188" y="146433"/>
                </a:lnTo>
                <a:lnTo>
                  <a:pt x="28680" y="146454"/>
                </a:lnTo>
                <a:lnTo>
                  <a:pt x="29184" y="146466"/>
                </a:lnTo>
                <a:lnTo>
                  <a:pt x="29701" y="146471"/>
                </a:lnTo>
                <a:lnTo>
                  <a:pt x="49389" y="146471"/>
                </a:lnTo>
                <a:lnTo>
                  <a:pt x="50220" y="146462"/>
                </a:lnTo>
                <a:lnTo>
                  <a:pt x="51044" y="146436"/>
                </a:lnTo>
                <a:lnTo>
                  <a:pt x="51861" y="146394"/>
                </a:lnTo>
                <a:lnTo>
                  <a:pt x="52671" y="146334"/>
                </a:lnTo>
                <a:lnTo>
                  <a:pt x="53473" y="146257"/>
                </a:lnTo>
                <a:lnTo>
                  <a:pt x="54269" y="146163"/>
                </a:lnTo>
                <a:lnTo>
                  <a:pt x="55057" y="146052"/>
                </a:lnTo>
                <a:lnTo>
                  <a:pt x="55839" y="145924"/>
                </a:lnTo>
                <a:lnTo>
                  <a:pt x="56613" y="145779"/>
                </a:lnTo>
                <a:lnTo>
                  <a:pt x="57380" y="145617"/>
                </a:lnTo>
                <a:lnTo>
                  <a:pt x="58141" y="145437"/>
                </a:lnTo>
                <a:lnTo>
                  <a:pt x="58894" y="145241"/>
                </a:lnTo>
                <a:lnTo>
                  <a:pt x="59640" y="145027"/>
                </a:lnTo>
                <a:lnTo>
                  <a:pt x="60379" y="144797"/>
                </a:lnTo>
                <a:lnTo>
                  <a:pt x="61111" y="144549"/>
                </a:lnTo>
                <a:lnTo>
                  <a:pt x="61836" y="144284"/>
                </a:lnTo>
                <a:lnTo>
                  <a:pt x="62553" y="144002"/>
                </a:lnTo>
                <a:lnTo>
                  <a:pt x="63264" y="143704"/>
                </a:lnTo>
                <a:lnTo>
                  <a:pt x="63968" y="143388"/>
                </a:lnTo>
                <a:lnTo>
                  <a:pt x="64664" y="143054"/>
                </a:lnTo>
                <a:lnTo>
                  <a:pt x="65354" y="142704"/>
                </a:lnTo>
                <a:lnTo>
                  <a:pt x="66036" y="142337"/>
                </a:lnTo>
                <a:lnTo>
                  <a:pt x="66712" y="141953"/>
                </a:lnTo>
                <a:lnTo>
                  <a:pt x="67380" y="141551"/>
                </a:lnTo>
                <a:lnTo>
                  <a:pt x="68037" y="141138"/>
                </a:lnTo>
                <a:lnTo>
                  <a:pt x="68681" y="140719"/>
                </a:lnTo>
                <a:lnTo>
                  <a:pt x="69310" y="140292"/>
                </a:lnTo>
                <a:lnTo>
                  <a:pt x="69925" y="139859"/>
                </a:lnTo>
                <a:lnTo>
                  <a:pt x="70525" y="139420"/>
                </a:lnTo>
                <a:lnTo>
                  <a:pt x="71111" y="138974"/>
                </a:lnTo>
                <a:lnTo>
                  <a:pt x="71683" y="138521"/>
                </a:lnTo>
                <a:lnTo>
                  <a:pt x="72241" y="138061"/>
                </a:lnTo>
                <a:lnTo>
                  <a:pt x="72784" y="137595"/>
                </a:lnTo>
                <a:lnTo>
                  <a:pt x="73313" y="137123"/>
                </a:lnTo>
                <a:lnTo>
                  <a:pt x="73828" y="136643"/>
                </a:lnTo>
                <a:lnTo>
                  <a:pt x="74328" y="136157"/>
                </a:lnTo>
                <a:lnTo>
                  <a:pt x="74814" y="135665"/>
                </a:lnTo>
                <a:lnTo>
                  <a:pt x="75286" y="135166"/>
                </a:lnTo>
                <a:lnTo>
                  <a:pt x="75743" y="134660"/>
                </a:lnTo>
                <a:lnTo>
                  <a:pt x="76187" y="134147"/>
                </a:lnTo>
                <a:lnTo>
                  <a:pt x="76616" y="133628"/>
                </a:lnTo>
                <a:lnTo>
                  <a:pt x="77030" y="133102"/>
                </a:lnTo>
                <a:lnTo>
                  <a:pt x="77431" y="132570"/>
                </a:lnTo>
                <a:lnTo>
                  <a:pt x="77817" y="132031"/>
                </a:lnTo>
                <a:lnTo>
                  <a:pt x="78188" y="131485"/>
                </a:lnTo>
                <a:lnTo>
                  <a:pt x="78546" y="130933"/>
                </a:lnTo>
                <a:lnTo>
                  <a:pt x="78889" y="130374"/>
                </a:lnTo>
                <a:lnTo>
                  <a:pt x="79218" y="129809"/>
                </a:lnTo>
                <a:lnTo>
                  <a:pt x="79533" y="129236"/>
                </a:lnTo>
                <a:lnTo>
                  <a:pt x="79835" y="128655"/>
                </a:lnTo>
                <a:lnTo>
                  <a:pt x="80123" y="128066"/>
                </a:lnTo>
                <a:lnTo>
                  <a:pt x="80398" y="127469"/>
                </a:lnTo>
                <a:lnTo>
                  <a:pt x="80659" y="126864"/>
                </a:lnTo>
                <a:lnTo>
                  <a:pt x="80907" y="126251"/>
                </a:lnTo>
                <a:lnTo>
                  <a:pt x="81142" y="125630"/>
                </a:lnTo>
                <a:lnTo>
                  <a:pt x="81363" y="125000"/>
                </a:lnTo>
                <a:lnTo>
                  <a:pt x="81571" y="124363"/>
                </a:lnTo>
                <a:lnTo>
                  <a:pt x="81765" y="123717"/>
                </a:lnTo>
                <a:lnTo>
                  <a:pt x="81946" y="123064"/>
                </a:lnTo>
                <a:lnTo>
                  <a:pt x="82114" y="122402"/>
                </a:lnTo>
                <a:lnTo>
                  <a:pt x="82268" y="121732"/>
                </a:lnTo>
                <a:lnTo>
                  <a:pt x="82409" y="121054"/>
                </a:lnTo>
                <a:lnTo>
                  <a:pt x="82536" y="120368"/>
                </a:lnTo>
                <a:lnTo>
                  <a:pt x="82650" y="119674"/>
                </a:lnTo>
                <a:lnTo>
                  <a:pt x="82751" y="118971"/>
                </a:lnTo>
                <a:lnTo>
                  <a:pt x="82838" y="118261"/>
                </a:lnTo>
                <a:lnTo>
                  <a:pt x="82912" y="117542"/>
                </a:lnTo>
                <a:lnTo>
                  <a:pt x="82972" y="116816"/>
                </a:lnTo>
                <a:lnTo>
                  <a:pt x="83019" y="116081"/>
                </a:lnTo>
                <a:lnTo>
                  <a:pt x="83052" y="115338"/>
                </a:lnTo>
                <a:lnTo>
                  <a:pt x="83073" y="114587"/>
                </a:lnTo>
                <a:lnTo>
                  <a:pt x="83079" y="113828"/>
                </a:lnTo>
                <a:lnTo>
                  <a:pt x="83079" y="50577"/>
                </a:lnTo>
                <a:lnTo>
                  <a:pt x="86049" y="50577"/>
                </a:lnTo>
                <a:lnTo>
                  <a:pt x="86566" y="50573"/>
                </a:lnTo>
                <a:lnTo>
                  <a:pt x="87071" y="50561"/>
                </a:lnTo>
                <a:lnTo>
                  <a:pt x="87563" y="50540"/>
                </a:lnTo>
                <a:lnTo>
                  <a:pt x="88042" y="50510"/>
                </a:lnTo>
                <a:lnTo>
                  <a:pt x="88509" y="50472"/>
                </a:lnTo>
                <a:lnTo>
                  <a:pt x="88964" y="50426"/>
                </a:lnTo>
                <a:lnTo>
                  <a:pt x="89406" y="50372"/>
                </a:lnTo>
                <a:lnTo>
                  <a:pt x="89835" y="50309"/>
                </a:lnTo>
                <a:lnTo>
                  <a:pt x="90252" y="50237"/>
                </a:lnTo>
                <a:lnTo>
                  <a:pt x="90656" y="50157"/>
                </a:lnTo>
                <a:lnTo>
                  <a:pt x="91048" y="50069"/>
                </a:lnTo>
                <a:lnTo>
                  <a:pt x="91427" y="49973"/>
                </a:lnTo>
                <a:lnTo>
                  <a:pt x="91794" y="49868"/>
                </a:lnTo>
                <a:lnTo>
                  <a:pt x="92148" y="49754"/>
                </a:lnTo>
                <a:lnTo>
                  <a:pt x="92490" y="49633"/>
                </a:lnTo>
                <a:lnTo>
                  <a:pt x="92819" y="49502"/>
                </a:lnTo>
                <a:lnTo>
                  <a:pt x="93136" y="49364"/>
                </a:lnTo>
                <a:lnTo>
                  <a:pt x="93440" y="49217"/>
                </a:lnTo>
                <a:lnTo>
                  <a:pt x="93732" y="49062"/>
                </a:lnTo>
                <a:lnTo>
                  <a:pt x="94011" y="48898"/>
                </a:lnTo>
                <a:lnTo>
                  <a:pt x="94278" y="48726"/>
                </a:lnTo>
                <a:lnTo>
                  <a:pt x="94532" y="48545"/>
                </a:lnTo>
                <a:lnTo>
                  <a:pt x="94773" y="48356"/>
                </a:lnTo>
                <a:lnTo>
                  <a:pt x="95002" y="48159"/>
                </a:lnTo>
                <a:lnTo>
                  <a:pt x="95220" y="47955"/>
                </a:lnTo>
                <a:lnTo>
                  <a:pt x="95429" y="47745"/>
                </a:lnTo>
                <a:lnTo>
                  <a:pt x="95629" y="47531"/>
                </a:lnTo>
                <a:lnTo>
                  <a:pt x="95819" y="47311"/>
                </a:lnTo>
                <a:lnTo>
                  <a:pt x="96000" y="47087"/>
                </a:lnTo>
                <a:lnTo>
                  <a:pt x="96172" y="46857"/>
                </a:lnTo>
                <a:lnTo>
                  <a:pt x="96334" y="46622"/>
                </a:lnTo>
                <a:lnTo>
                  <a:pt x="96487" y="46381"/>
                </a:lnTo>
                <a:lnTo>
                  <a:pt x="96631" y="46136"/>
                </a:lnTo>
                <a:lnTo>
                  <a:pt x="96766" y="45886"/>
                </a:lnTo>
                <a:lnTo>
                  <a:pt x="96891" y="45630"/>
                </a:lnTo>
                <a:lnTo>
                  <a:pt x="97007" y="45369"/>
                </a:lnTo>
                <a:lnTo>
                  <a:pt x="97114" y="45103"/>
                </a:lnTo>
                <a:lnTo>
                  <a:pt x="97211" y="44832"/>
                </a:lnTo>
                <a:lnTo>
                  <a:pt x="97299" y="44556"/>
                </a:lnTo>
                <a:lnTo>
                  <a:pt x="97378" y="44274"/>
                </a:lnTo>
                <a:lnTo>
                  <a:pt x="97448" y="43987"/>
                </a:lnTo>
                <a:lnTo>
                  <a:pt x="97508" y="43696"/>
                </a:lnTo>
                <a:lnTo>
                  <a:pt x="97559" y="43399"/>
                </a:lnTo>
                <a:lnTo>
                  <a:pt x="97601" y="43097"/>
                </a:lnTo>
                <a:lnTo>
                  <a:pt x="97634" y="42789"/>
                </a:lnTo>
                <a:lnTo>
                  <a:pt x="97657" y="42477"/>
                </a:lnTo>
                <a:lnTo>
                  <a:pt x="97671" y="42159"/>
                </a:lnTo>
                <a:lnTo>
                  <a:pt x="97675" y="41837"/>
                </a:lnTo>
                <a:lnTo>
                  <a:pt x="97671" y="41514"/>
                </a:lnTo>
                <a:lnTo>
                  <a:pt x="97657" y="41196"/>
                </a:lnTo>
                <a:lnTo>
                  <a:pt x="97634" y="40884"/>
                </a:lnTo>
                <a:lnTo>
                  <a:pt x="97601" y="40577"/>
                </a:lnTo>
                <a:lnTo>
                  <a:pt x="97559" y="40275"/>
                </a:lnTo>
                <a:lnTo>
                  <a:pt x="97508" y="39978"/>
                </a:lnTo>
                <a:lnTo>
                  <a:pt x="97448" y="39686"/>
                </a:lnTo>
                <a:lnTo>
                  <a:pt x="97378" y="39399"/>
                </a:lnTo>
                <a:lnTo>
                  <a:pt x="97299" y="39118"/>
                </a:lnTo>
                <a:lnTo>
                  <a:pt x="97211" y="38841"/>
                </a:lnTo>
                <a:lnTo>
                  <a:pt x="97114" y="38570"/>
                </a:lnTo>
                <a:lnTo>
                  <a:pt x="97007" y="38304"/>
                </a:lnTo>
                <a:lnTo>
                  <a:pt x="96891" y="38043"/>
                </a:lnTo>
                <a:lnTo>
                  <a:pt x="96766" y="37788"/>
                </a:lnTo>
                <a:lnTo>
                  <a:pt x="96631" y="37537"/>
                </a:lnTo>
                <a:lnTo>
                  <a:pt x="96487" y="37292"/>
                </a:lnTo>
                <a:lnTo>
                  <a:pt x="96334" y="37052"/>
                </a:lnTo>
                <a:lnTo>
                  <a:pt x="96172" y="36817"/>
                </a:lnTo>
                <a:lnTo>
                  <a:pt x="96000" y="36587"/>
                </a:lnTo>
                <a:lnTo>
                  <a:pt x="95819" y="36362"/>
                </a:lnTo>
                <a:lnTo>
                  <a:pt x="95629" y="36142"/>
                </a:lnTo>
                <a:lnTo>
                  <a:pt x="95429" y="35928"/>
                </a:lnTo>
                <a:lnTo>
                  <a:pt x="95220" y="35719"/>
                </a:lnTo>
                <a:lnTo>
                  <a:pt x="95002" y="35514"/>
                </a:lnTo>
                <a:lnTo>
                  <a:pt x="94773" y="35317"/>
                </a:lnTo>
                <a:lnTo>
                  <a:pt x="94532" y="35128"/>
                </a:lnTo>
                <a:lnTo>
                  <a:pt x="94278" y="34948"/>
                </a:lnTo>
                <a:lnTo>
                  <a:pt x="94011" y="34775"/>
                </a:lnTo>
                <a:lnTo>
                  <a:pt x="93732" y="34612"/>
                </a:lnTo>
                <a:lnTo>
                  <a:pt x="93440" y="34456"/>
                </a:lnTo>
                <a:lnTo>
                  <a:pt x="93136" y="34309"/>
                </a:lnTo>
                <a:lnTo>
                  <a:pt x="92819" y="34171"/>
                </a:lnTo>
                <a:lnTo>
                  <a:pt x="92490" y="34041"/>
                </a:lnTo>
                <a:lnTo>
                  <a:pt x="92148" y="33919"/>
                </a:lnTo>
                <a:lnTo>
                  <a:pt x="91794" y="33806"/>
                </a:lnTo>
                <a:lnTo>
                  <a:pt x="91427" y="33701"/>
                </a:lnTo>
                <a:lnTo>
                  <a:pt x="91048" y="33604"/>
                </a:lnTo>
                <a:lnTo>
                  <a:pt x="90656" y="33516"/>
                </a:lnTo>
                <a:lnTo>
                  <a:pt x="90252" y="33436"/>
                </a:lnTo>
                <a:lnTo>
                  <a:pt x="89835" y="33365"/>
                </a:lnTo>
                <a:lnTo>
                  <a:pt x="89406" y="33302"/>
                </a:lnTo>
                <a:lnTo>
                  <a:pt x="88964" y="33247"/>
                </a:lnTo>
                <a:lnTo>
                  <a:pt x="88509" y="33201"/>
                </a:lnTo>
                <a:lnTo>
                  <a:pt x="88042" y="33163"/>
                </a:lnTo>
                <a:lnTo>
                  <a:pt x="87563" y="33134"/>
                </a:lnTo>
                <a:lnTo>
                  <a:pt x="87071" y="33113"/>
                </a:lnTo>
                <a:lnTo>
                  <a:pt x="86566" y="33100"/>
                </a:lnTo>
                <a:lnTo>
                  <a:pt x="86049" y="33096"/>
                </a:lnTo>
                <a:lnTo>
                  <a:pt x="65683" y="33096"/>
                </a:lnTo>
                <a:lnTo>
                  <a:pt x="65683" y="38357"/>
                </a:lnTo>
                <a:lnTo>
                  <a:pt x="65229" y="38032"/>
                </a:lnTo>
                <a:lnTo>
                  <a:pt x="64774" y="37714"/>
                </a:lnTo>
                <a:lnTo>
                  <a:pt x="64316" y="37402"/>
                </a:lnTo>
                <a:lnTo>
                  <a:pt x="63857" y="37098"/>
                </a:lnTo>
                <a:lnTo>
                  <a:pt x="63396" y="36801"/>
                </a:lnTo>
                <a:close/>
                <a:moveTo>
                  <a:pt x="65290" y="75623"/>
                </a:moveTo>
                <a:lnTo>
                  <a:pt x="65155" y="76378"/>
                </a:lnTo>
                <a:lnTo>
                  <a:pt x="64995" y="77124"/>
                </a:lnTo>
                <a:lnTo>
                  <a:pt x="64810" y="77860"/>
                </a:lnTo>
                <a:lnTo>
                  <a:pt x="64601" y="78588"/>
                </a:lnTo>
                <a:lnTo>
                  <a:pt x="64368" y="79306"/>
                </a:lnTo>
                <a:lnTo>
                  <a:pt x="64109" y="80014"/>
                </a:lnTo>
                <a:lnTo>
                  <a:pt x="63826" y="80714"/>
                </a:lnTo>
                <a:lnTo>
                  <a:pt x="63519" y="81404"/>
                </a:lnTo>
                <a:lnTo>
                  <a:pt x="63187" y="82085"/>
                </a:lnTo>
                <a:lnTo>
                  <a:pt x="62830" y="82756"/>
                </a:lnTo>
                <a:lnTo>
                  <a:pt x="62449" y="83419"/>
                </a:lnTo>
                <a:lnTo>
                  <a:pt x="62043" y="84072"/>
                </a:lnTo>
                <a:lnTo>
                  <a:pt x="61612" y="84715"/>
                </a:lnTo>
                <a:lnTo>
                  <a:pt x="61157" y="85350"/>
                </a:lnTo>
                <a:lnTo>
                  <a:pt x="60677" y="85975"/>
                </a:lnTo>
                <a:lnTo>
                  <a:pt x="60173" y="86591"/>
                </a:lnTo>
                <a:lnTo>
                  <a:pt x="59644" y="87198"/>
                </a:lnTo>
                <a:lnTo>
                  <a:pt x="59090" y="87795"/>
                </a:lnTo>
                <a:lnTo>
                  <a:pt x="58512" y="88383"/>
                </a:lnTo>
                <a:lnTo>
                  <a:pt x="57916" y="88954"/>
                </a:lnTo>
                <a:lnTo>
                  <a:pt x="57311" y="89501"/>
                </a:lnTo>
                <a:lnTo>
                  <a:pt x="56696" y="90024"/>
                </a:lnTo>
                <a:lnTo>
                  <a:pt x="56071" y="90522"/>
                </a:lnTo>
                <a:lnTo>
                  <a:pt x="55436" y="90996"/>
                </a:lnTo>
                <a:lnTo>
                  <a:pt x="54791" y="91446"/>
                </a:lnTo>
                <a:lnTo>
                  <a:pt x="54137" y="91871"/>
                </a:lnTo>
                <a:lnTo>
                  <a:pt x="53472" y="92273"/>
                </a:lnTo>
                <a:lnTo>
                  <a:pt x="52798" y="92649"/>
                </a:lnTo>
                <a:lnTo>
                  <a:pt x="52113" y="93002"/>
                </a:lnTo>
                <a:lnTo>
                  <a:pt x="51419" y="93330"/>
                </a:lnTo>
                <a:lnTo>
                  <a:pt x="50715" y="93634"/>
                </a:lnTo>
                <a:lnTo>
                  <a:pt x="50001" y="93913"/>
                </a:lnTo>
                <a:lnTo>
                  <a:pt x="49278" y="94169"/>
                </a:lnTo>
                <a:lnTo>
                  <a:pt x="48544" y="94400"/>
                </a:lnTo>
                <a:lnTo>
                  <a:pt x="47800" y="94606"/>
                </a:lnTo>
                <a:lnTo>
                  <a:pt x="47047" y="94789"/>
                </a:lnTo>
                <a:lnTo>
                  <a:pt x="46284" y="94947"/>
                </a:lnTo>
                <a:lnTo>
                  <a:pt x="45511" y="95080"/>
                </a:lnTo>
                <a:lnTo>
                  <a:pt x="44728" y="95190"/>
                </a:lnTo>
                <a:lnTo>
                  <a:pt x="43935" y="95275"/>
                </a:lnTo>
                <a:lnTo>
                  <a:pt x="43132" y="95336"/>
                </a:lnTo>
                <a:lnTo>
                  <a:pt x="42320" y="95372"/>
                </a:lnTo>
                <a:lnTo>
                  <a:pt x="41497" y="95384"/>
                </a:lnTo>
                <a:lnTo>
                  <a:pt x="40675" y="95372"/>
                </a:lnTo>
                <a:lnTo>
                  <a:pt x="39862" y="95336"/>
                </a:lnTo>
                <a:lnTo>
                  <a:pt x="39059" y="95275"/>
                </a:lnTo>
                <a:lnTo>
                  <a:pt x="38267" y="95190"/>
                </a:lnTo>
                <a:lnTo>
                  <a:pt x="37484" y="95080"/>
                </a:lnTo>
                <a:lnTo>
                  <a:pt x="36710" y="94947"/>
                </a:lnTo>
                <a:lnTo>
                  <a:pt x="35947" y="94789"/>
                </a:lnTo>
                <a:lnTo>
                  <a:pt x="35194" y="94606"/>
                </a:lnTo>
                <a:lnTo>
                  <a:pt x="34450" y="94400"/>
                </a:lnTo>
                <a:lnTo>
                  <a:pt x="33717" y="94169"/>
                </a:lnTo>
                <a:lnTo>
                  <a:pt x="32993" y="93913"/>
                </a:lnTo>
                <a:lnTo>
                  <a:pt x="32279" y="93634"/>
                </a:lnTo>
                <a:lnTo>
                  <a:pt x="31575" y="93330"/>
                </a:lnTo>
                <a:lnTo>
                  <a:pt x="30881" y="93002"/>
                </a:lnTo>
                <a:lnTo>
                  <a:pt x="30197" y="92649"/>
                </a:lnTo>
                <a:lnTo>
                  <a:pt x="29522" y="92273"/>
                </a:lnTo>
                <a:lnTo>
                  <a:pt x="28858" y="91871"/>
                </a:lnTo>
                <a:lnTo>
                  <a:pt x="28203" y="91446"/>
                </a:lnTo>
                <a:lnTo>
                  <a:pt x="27558" y="90996"/>
                </a:lnTo>
                <a:lnTo>
                  <a:pt x="26923" y="90522"/>
                </a:lnTo>
                <a:lnTo>
                  <a:pt x="26298" y="90024"/>
                </a:lnTo>
                <a:lnTo>
                  <a:pt x="25683" y="89501"/>
                </a:lnTo>
                <a:lnTo>
                  <a:pt x="25078" y="88954"/>
                </a:lnTo>
                <a:lnTo>
                  <a:pt x="24482" y="88383"/>
                </a:lnTo>
                <a:lnTo>
                  <a:pt x="23904" y="87795"/>
                </a:lnTo>
                <a:lnTo>
                  <a:pt x="23351" y="87198"/>
                </a:lnTo>
                <a:lnTo>
                  <a:pt x="22822" y="86591"/>
                </a:lnTo>
                <a:lnTo>
                  <a:pt x="22317" y="85975"/>
                </a:lnTo>
                <a:lnTo>
                  <a:pt x="21838" y="85350"/>
                </a:lnTo>
                <a:lnTo>
                  <a:pt x="21382" y="84715"/>
                </a:lnTo>
                <a:lnTo>
                  <a:pt x="20952" y="84072"/>
                </a:lnTo>
                <a:lnTo>
                  <a:pt x="20546" y="83419"/>
                </a:lnTo>
                <a:lnTo>
                  <a:pt x="20165" y="82756"/>
                </a:lnTo>
                <a:lnTo>
                  <a:pt x="19808" y="82085"/>
                </a:lnTo>
                <a:lnTo>
                  <a:pt x="19476" y="81404"/>
                </a:lnTo>
                <a:lnTo>
                  <a:pt x="19168" y="80714"/>
                </a:lnTo>
                <a:lnTo>
                  <a:pt x="18885" y="80014"/>
                </a:lnTo>
                <a:lnTo>
                  <a:pt x="18627" y="79306"/>
                </a:lnTo>
                <a:lnTo>
                  <a:pt x="18393" y="78588"/>
                </a:lnTo>
                <a:lnTo>
                  <a:pt x="18184" y="77860"/>
                </a:lnTo>
                <a:lnTo>
                  <a:pt x="17999" y="77124"/>
                </a:lnTo>
                <a:lnTo>
                  <a:pt x="17839" y="76378"/>
                </a:lnTo>
                <a:lnTo>
                  <a:pt x="17704" y="75623"/>
                </a:lnTo>
                <a:lnTo>
                  <a:pt x="17593" y="74858"/>
                </a:lnTo>
                <a:lnTo>
                  <a:pt x="17507" y="74085"/>
                </a:lnTo>
                <a:lnTo>
                  <a:pt x="17446" y="73302"/>
                </a:lnTo>
                <a:lnTo>
                  <a:pt x="17409" y="72509"/>
                </a:lnTo>
                <a:lnTo>
                  <a:pt x="17397" y="71708"/>
                </a:lnTo>
                <a:lnTo>
                  <a:pt x="17409" y="70913"/>
                </a:lnTo>
                <a:lnTo>
                  <a:pt x="17446" y="70127"/>
                </a:lnTo>
                <a:lnTo>
                  <a:pt x="17507" y="69350"/>
                </a:lnTo>
                <a:lnTo>
                  <a:pt x="17593" y="68582"/>
                </a:lnTo>
                <a:lnTo>
                  <a:pt x="17704" y="67823"/>
                </a:lnTo>
                <a:lnTo>
                  <a:pt x="17839" y="67072"/>
                </a:lnTo>
                <a:lnTo>
                  <a:pt x="17999" y="66331"/>
                </a:lnTo>
                <a:lnTo>
                  <a:pt x="18184" y="65598"/>
                </a:lnTo>
                <a:lnTo>
                  <a:pt x="18393" y="64874"/>
                </a:lnTo>
                <a:lnTo>
                  <a:pt x="18627" y="64159"/>
                </a:lnTo>
                <a:lnTo>
                  <a:pt x="18885" y="63452"/>
                </a:lnTo>
                <a:lnTo>
                  <a:pt x="19168" y="62755"/>
                </a:lnTo>
                <a:lnTo>
                  <a:pt x="19476" y="62066"/>
                </a:lnTo>
                <a:lnTo>
                  <a:pt x="19808" y="61387"/>
                </a:lnTo>
                <a:lnTo>
                  <a:pt x="20165" y="60716"/>
                </a:lnTo>
                <a:lnTo>
                  <a:pt x="20546" y="60054"/>
                </a:lnTo>
                <a:lnTo>
                  <a:pt x="20952" y="59400"/>
                </a:lnTo>
                <a:lnTo>
                  <a:pt x="21382" y="58756"/>
                </a:lnTo>
                <a:lnTo>
                  <a:pt x="21838" y="58120"/>
                </a:lnTo>
                <a:lnTo>
                  <a:pt x="22317" y="57494"/>
                </a:lnTo>
                <a:lnTo>
                  <a:pt x="22822" y="56876"/>
                </a:lnTo>
                <a:lnTo>
                  <a:pt x="23351" y="56267"/>
                </a:lnTo>
                <a:lnTo>
                  <a:pt x="23904" y="55666"/>
                </a:lnTo>
                <a:lnTo>
                  <a:pt x="24482" y="55075"/>
                </a:lnTo>
                <a:lnTo>
                  <a:pt x="25078" y="54500"/>
                </a:lnTo>
                <a:lnTo>
                  <a:pt x="25683" y="53950"/>
                </a:lnTo>
                <a:lnTo>
                  <a:pt x="26298" y="53424"/>
                </a:lnTo>
                <a:lnTo>
                  <a:pt x="26923" y="52923"/>
                </a:lnTo>
                <a:lnTo>
                  <a:pt x="27558" y="52446"/>
                </a:lnTo>
                <a:lnTo>
                  <a:pt x="28203" y="51993"/>
                </a:lnTo>
                <a:lnTo>
                  <a:pt x="28858" y="51565"/>
                </a:lnTo>
                <a:lnTo>
                  <a:pt x="29522" y="51162"/>
                </a:lnTo>
                <a:lnTo>
                  <a:pt x="30197" y="50783"/>
                </a:lnTo>
                <a:lnTo>
                  <a:pt x="30881" y="50428"/>
                </a:lnTo>
                <a:lnTo>
                  <a:pt x="31575" y="50098"/>
                </a:lnTo>
                <a:lnTo>
                  <a:pt x="32279" y="49792"/>
                </a:lnTo>
                <a:lnTo>
                  <a:pt x="32993" y="49511"/>
                </a:lnTo>
                <a:lnTo>
                  <a:pt x="33717" y="49254"/>
                </a:lnTo>
                <a:lnTo>
                  <a:pt x="34450" y="49022"/>
                </a:lnTo>
                <a:lnTo>
                  <a:pt x="35194" y="48814"/>
                </a:lnTo>
                <a:lnTo>
                  <a:pt x="35947" y="48631"/>
                </a:lnTo>
                <a:lnTo>
                  <a:pt x="36710" y="48472"/>
                </a:lnTo>
                <a:lnTo>
                  <a:pt x="37484" y="48337"/>
                </a:lnTo>
                <a:lnTo>
                  <a:pt x="38267" y="48227"/>
                </a:lnTo>
                <a:lnTo>
                  <a:pt x="39059" y="48142"/>
                </a:lnTo>
                <a:lnTo>
                  <a:pt x="39862" y="48080"/>
                </a:lnTo>
                <a:lnTo>
                  <a:pt x="40675" y="48044"/>
                </a:lnTo>
                <a:lnTo>
                  <a:pt x="41497" y="48032"/>
                </a:lnTo>
                <a:lnTo>
                  <a:pt x="42320" y="48044"/>
                </a:lnTo>
                <a:lnTo>
                  <a:pt x="43132" y="48080"/>
                </a:lnTo>
                <a:lnTo>
                  <a:pt x="43935" y="48142"/>
                </a:lnTo>
                <a:lnTo>
                  <a:pt x="44728" y="48227"/>
                </a:lnTo>
                <a:lnTo>
                  <a:pt x="45511" y="48337"/>
                </a:lnTo>
                <a:lnTo>
                  <a:pt x="46284" y="48472"/>
                </a:lnTo>
                <a:lnTo>
                  <a:pt x="47047" y="48631"/>
                </a:lnTo>
                <a:lnTo>
                  <a:pt x="47800" y="48814"/>
                </a:lnTo>
                <a:lnTo>
                  <a:pt x="48544" y="49022"/>
                </a:lnTo>
                <a:lnTo>
                  <a:pt x="49278" y="49254"/>
                </a:lnTo>
                <a:lnTo>
                  <a:pt x="50001" y="49511"/>
                </a:lnTo>
                <a:lnTo>
                  <a:pt x="50715" y="49792"/>
                </a:lnTo>
                <a:lnTo>
                  <a:pt x="51419" y="50098"/>
                </a:lnTo>
                <a:lnTo>
                  <a:pt x="52113" y="50428"/>
                </a:lnTo>
                <a:lnTo>
                  <a:pt x="52798" y="50783"/>
                </a:lnTo>
                <a:lnTo>
                  <a:pt x="53472" y="51162"/>
                </a:lnTo>
                <a:lnTo>
                  <a:pt x="54137" y="51565"/>
                </a:lnTo>
                <a:lnTo>
                  <a:pt x="54791" y="51993"/>
                </a:lnTo>
                <a:lnTo>
                  <a:pt x="55436" y="52446"/>
                </a:lnTo>
                <a:lnTo>
                  <a:pt x="56071" y="52923"/>
                </a:lnTo>
                <a:lnTo>
                  <a:pt x="56696" y="53424"/>
                </a:lnTo>
                <a:lnTo>
                  <a:pt x="57311" y="53950"/>
                </a:lnTo>
                <a:lnTo>
                  <a:pt x="57916" y="54500"/>
                </a:lnTo>
                <a:lnTo>
                  <a:pt x="58512" y="55075"/>
                </a:lnTo>
                <a:lnTo>
                  <a:pt x="59090" y="55666"/>
                </a:lnTo>
                <a:lnTo>
                  <a:pt x="59644" y="56267"/>
                </a:lnTo>
                <a:lnTo>
                  <a:pt x="60173" y="56876"/>
                </a:lnTo>
                <a:lnTo>
                  <a:pt x="60677" y="57494"/>
                </a:lnTo>
                <a:lnTo>
                  <a:pt x="61157" y="58120"/>
                </a:lnTo>
                <a:lnTo>
                  <a:pt x="61612" y="58756"/>
                </a:lnTo>
                <a:lnTo>
                  <a:pt x="62043" y="59400"/>
                </a:lnTo>
                <a:lnTo>
                  <a:pt x="62449" y="60054"/>
                </a:lnTo>
                <a:lnTo>
                  <a:pt x="62830" y="60716"/>
                </a:lnTo>
                <a:lnTo>
                  <a:pt x="63187" y="61387"/>
                </a:lnTo>
                <a:lnTo>
                  <a:pt x="63519" y="62066"/>
                </a:lnTo>
                <a:lnTo>
                  <a:pt x="63826" y="62755"/>
                </a:lnTo>
                <a:lnTo>
                  <a:pt x="64109" y="63452"/>
                </a:lnTo>
                <a:lnTo>
                  <a:pt x="64368" y="64159"/>
                </a:lnTo>
                <a:lnTo>
                  <a:pt x="64601" y="64874"/>
                </a:lnTo>
                <a:lnTo>
                  <a:pt x="64810" y="65598"/>
                </a:lnTo>
                <a:lnTo>
                  <a:pt x="64995" y="66331"/>
                </a:lnTo>
                <a:lnTo>
                  <a:pt x="65155" y="67072"/>
                </a:lnTo>
                <a:lnTo>
                  <a:pt x="65290" y="67823"/>
                </a:lnTo>
                <a:lnTo>
                  <a:pt x="65401" y="68582"/>
                </a:lnTo>
                <a:lnTo>
                  <a:pt x="65487" y="69350"/>
                </a:lnTo>
                <a:lnTo>
                  <a:pt x="65549" y="70127"/>
                </a:lnTo>
                <a:lnTo>
                  <a:pt x="65585" y="70913"/>
                </a:lnTo>
                <a:lnTo>
                  <a:pt x="65598" y="71708"/>
                </a:lnTo>
                <a:lnTo>
                  <a:pt x="65585" y="72509"/>
                </a:lnTo>
                <a:lnTo>
                  <a:pt x="65549" y="73302"/>
                </a:lnTo>
                <a:lnTo>
                  <a:pt x="65487" y="74085"/>
                </a:lnTo>
                <a:lnTo>
                  <a:pt x="65401" y="74858"/>
                </a:lnTo>
                <a:lnTo>
                  <a:pt x="65290" y="75623"/>
                </a:lnTo>
                <a:close/>
                <a:moveTo>
                  <a:pt x="1675993" y="92511"/>
                </a:moveTo>
                <a:lnTo>
                  <a:pt x="1675674" y="92702"/>
                </a:lnTo>
                <a:lnTo>
                  <a:pt x="1675365" y="92891"/>
                </a:lnTo>
                <a:lnTo>
                  <a:pt x="1675066" y="93078"/>
                </a:lnTo>
                <a:lnTo>
                  <a:pt x="1674777" y="93264"/>
                </a:lnTo>
                <a:lnTo>
                  <a:pt x="1674497" y="93448"/>
                </a:lnTo>
                <a:lnTo>
                  <a:pt x="1674227" y="93630"/>
                </a:lnTo>
                <a:lnTo>
                  <a:pt x="1673967" y="93810"/>
                </a:lnTo>
                <a:lnTo>
                  <a:pt x="1673718" y="93988"/>
                </a:lnTo>
                <a:lnTo>
                  <a:pt x="1673477" y="94165"/>
                </a:lnTo>
                <a:lnTo>
                  <a:pt x="1673247" y="94340"/>
                </a:lnTo>
                <a:lnTo>
                  <a:pt x="1673027" y="94513"/>
                </a:lnTo>
                <a:lnTo>
                  <a:pt x="1672816" y="94684"/>
                </a:lnTo>
                <a:lnTo>
                  <a:pt x="1672616" y="94854"/>
                </a:lnTo>
                <a:lnTo>
                  <a:pt x="1672425" y="95022"/>
                </a:lnTo>
                <a:lnTo>
                  <a:pt x="1672244" y="95188"/>
                </a:lnTo>
                <a:lnTo>
                  <a:pt x="1672073" y="95352"/>
                </a:lnTo>
                <a:lnTo>
                  <a:pt x="1671912" y="95515"/>
                </a:lnTo>
                <a:lnTo>
                  <a:pt x="1671761" y="95676"/>
                </a:lnTo>
                <a:lnTo>
                  <a:pt x="1671620" y="95835"/>
                </a:lnTo>
                <a:lnTo>
                  <a:pt x="1671488" y="95992"/>
                </a:lnTo>
                <a:lnTo>
                  <a:pt x="1671367" y="96148"/>
                </a:lnTo>
                <a:lnTo>
                  <a:pt x="1671252" y="96304"/>
                </a:lnTo>
                <a:lnTo>
                  <a:pt x="1671143" y="96464"/>
                </a:lnTo>
                <a:lnTo>
                  <a:pt x="1671038" y="96627"/>
                </a:lnTo>
                <a:lnTo>
                  <a:pt x="1670939" y="96794"/>
                </a:lnTo>
                <a:lnTo>
                  <a:pt x="1670844" y="96964"/>
                </a:lnTo>
                <a:lnTo>
                  <a:pt x="1670754" y="97138"/>
                </a:lnTo>
                <a:lnTo>
                  <a:pt x="1670669" y="97315"/>
                </a:lnTo>
                <a:lnTo>
                  <a:pt x="1670589" y="97496"/>
                </a:lnTo>
                <a:lnTo>
                  <a:pt x="1670513" y="97681"/>
                </a:lnTo>
                <a:lnTo>
                  <a:pt x="1670443" y="97868"/>
                </a:lnTo>
                <a:lnTo>
                  <a:pt x="1670377" y="98060"/>
                </a:lnTo>
                <a:lnTo>
                  <a:pt x="1670316" y="98255"/>
                </a:lnTo>
                <a:lnTo>
                  <a:pt x="1670260" y="98453"/>
                </a:lnTo>
                <a:lnTo>
                  <a:pt x="1670209" y="98655"/>
                </a:lnTo>
                <a:lnTo>
                  <a:pt x="1670163" y="98861"/>
                </a:lnTo>
                <a:lnTo>
                  <a:pt x="1670122" y="99070"/>
                </a:lnTo>
                <a:lnTo>
                  <a:pt x="1670085" y="99282"/>
                </a:lnTo>
                <a:lnTo>
                  <a:pt x="1670054" y="99498"/>
                </a:lnTo>
                <a:lnTo>
                  <a:pt x="1670027" y="99718"/>
                </a:lnTo>
                <a:lnTo>
                  <a:pt x="1670005" y="99941"/>
                </a:lnTo>
                <a:lnTo>
                  <a:pt x="1669988" y="100167"/>
                </a:lnTo>
                <a:lnTo>
                  <a:pt x="1669976" y="100398"/>
                </a:lnTo>
                <a:lnTo>
                  <a:pt x="1669969" y="100631"/>
                </a:lnTo>
                <a:lnTo>
                  <a:pt x="1669966" y="100868"/>
                </a:lnTo>
                <a:lnTo>
                  <a:pt x="1669971" y="101176"/>
                </a:lnTo>
                <a:lnTo>
                  <a:pt x="1669985" y="101479"/>
                </a:lnTo>
                <a:lnTo>
                  <a:pt x="1670007" y="101779"/>
                </a:lnTo>
                <a:lnTo>
                  <a:pt x="1670039" y="102075"/>
                </a:lnTo>
                <a:lnTo>
                  <a:pt x="1670080" y="102368"/>
                </a:lnTo>
                <a:lnTo>
                  <a:pt x="1670131" y="102656"/>
                </a:lnTo>
                <a:lnTo>
                  <a:pt x="1670190" y="102941"/>
                </a:lnTo>
                <a:lnTo>
                  <a:pt x="1670259" y="103221"/>
                </a:lnTo>
                <a:lnTo>
                  <a:pt x="1670336" y="103498"/>
                </a:lnTo>
                <a:lnTo>
                  <a:pt x="1670423" y="103772"/>
                </a:lnTo>
                <a:lnTo>
                  <a:pt x="1670519" y="104041"/>
                </a:lnTo>
                <a:lnTo>
                  <a:pt x="1670624" y="104306"/>
                </a:lnTo>
                <a:lnTo>
                  <a:pt x="1670738" y="104568"/>
                </a:lnTo>
                <a:lnTo>
                  <a:pt x="1670861" y="104826"/>
                </a:lnTo>
                <a:lnTo>
                  <a:pt x="1670994" y="105080"/>
                </a:lnTo>
                <a:lnTo>
                  <a:pt x="1671136" y="105331"/>
                </a:lnTo>
                <a:lnTo>
                  <a:pt x="1671286" y="105577"/>
                </a:lnTo>
                <a:lnTo>
                  <a:pt x="1671446" y="105820"/>
                </a:lnTo>
                <a:lnTo>
                  <a:pt x="1671615" y="106059"/>
                </a:lnTo>
                <a:lnTo>
                  <a:pt x="1671793" y="106294"/>
                </a:lnTo>
                <a:lnTo>
                  <a:pt x="1671980" y="106525"/>
                </a:lnTo>
                <a:lnTo>
                  <a:pt x="1672177" y="106752"/>
                </a:lnTo>
                <a:lnTo>
                  <a:pt x="1672382" y="106976"/>
                </a:lnTo>
                <a:lnTo>
                  <a:pt x="1672597" y="107196"/>
                </a:lnTo>
                <a:lnTo>
                  <a:pt x="1672818" y="107409"/>
                </a:lnTo>
                <a:lnTo>
                  <a:pt x="1673042" y="107613"/>
                </a:lnTo>
                <a:lnTo>
                  <a:pt x="1673269" y="107809"/>
                </a:lnTo>
                <a:lnTo>
                  <a:pt x="1673500" y="107995"/>
                </a:lnTo>
                <a:lnTo>
                  <a:pt x="1673734" y="108172"/>
                </a:lnTo>
                <a:lnTo>
                  <a:pt x="1673971" y="108340"/>
                </a:lnTo>
                <a:lnTo>
                  <a:pt x="1674211" y="108499"/>
                </a:lnTo>
                <a:lnTo>
                  <a:pt x="1674455" y="108648"/>
                </a:lnTo>
                <a:lnTo>
                  <a:pt x="1674701" y="108789"/>
                </a:lnTo>
                <a:lnTo>
                  <a:pt x="1674951" y="108921"/>
                </a:lnTo>
                <a:lnTo>
                  <a:pt x="1675205" y="109043"/>
                </a:lnTo>
                <a:lnTo>
                  <a:pt x="1675461" y="109157"/>
                </a:lnTo>
                <a:lnTo>
                  <a:pt x="1675721" y="109261"/>
                </a:lnTo>
                <a:lnTo>
                  <a:pt x="1675984" y="109357"/>
                </a:lnTo>
                <a:lnTo>
                  <a:pt x="1676250" y="109443"/>
                </a:lnTo>
                <a:lnTo>
                  <a:pt x="1676519" y="109520"/>
                </a:lnTo>
                <a:lnTo>
                  <a:pt x="1676792" y="109588"/>
                </a:lnTo>
                <a:lnTo>
                  <a:pt x="1677068" y="109647"/>
                </a:lnTo>
                <a:lnTo>
                  <a:pt x="1677347" y="109697"/>
                </a:lnTo>
                <a:lnTo>
                  <a:pt x="1677630" y="109738"/>
                </a:lnTo>
                <a:lnTo>
                  <a:pt x="1677915" y="109770"/>
                </a:lnTo>
                <a:lnTo>
                  <a:pt x="1678204" y="109792"/>
                </a:lnTo>
                <a:lnTo>
                  <a:pt x="1678497" y="109806"/>
                </a:lnTo>
                <a:lnTo>
                  <a:pt x="1678792" y="109811"/>
                </a:lnTo>
                <a:lnTo>
                  <a:pt x="1678980" y="109806"/>
                </a:lnTo>
                <a:lnTo>
                  <a:pt x="1679176" y="109793"/>
                </a:lnTo>
                <a:lnTo>
                  <a:pt x="1679381" y="109771"/>
                </a:lnTo>
                <a:lnTo>
                  <a:pt x="1679593" y="109740"/>
                </a:lnTo>
                <a:lnTo>
                  <a:pt x="1679814" y="109700"/>
                </a:lnTo>
                <a:lnTo>
                  <a:pt x="1680044" y="109651"/>
                </a:lnTo>
                <a:lnTo>
                  <a:pt x="1680281" y="109594"/>
                </a:lnTo>
                <a:lnTo>
                  <a:pt x="1680527" y="109527"/>
                </a:lnTo>
                <a:lnTo>
                  <a:pt x="1680781" y="109452"/>
                </a:lnTo>
                <a:lnTo>
                  <a:pt x="1681043" y="109368"/>
                </a:lnTo>
                <a:lnTo>
                  <a:pt x="1681314" y="109275"/>
                </a:lnTo>
                <a:lnTo>
                  <a:pt x="1681592" y="109173"/>
                </a:lnTo>
                <a:lnTo>
                  <a:pt x="1681879" y="109062"/>
                </a:lnTo>
                <a:lnTo>
                  <a:pt x="1682175" y="108942"/>
                </a:lnTo>
                <a:lnTo>
                  <a:pt x="1682478" y="108814"/>
                </a:lnTo>
                <a:lnTo>
                  <a:pt x="1682790" y="108677"/>
                </a:lnTo>
                <a:lnTo>
                  <a:pt x="1683110" y="108531"/>
                </a:lnTo>
                <a:lnTo>
                  <a:pt x="1683438" y="108376"/>
                </a:lnTo>
                <a:lnTo>
                  <a:pt x="1683775" y="108212"/>
                </a:lnTo>
                <a:lnTo>
                  <a:pt x="1684119" y="108039"/>
                </a:lnTo>
                <a:lnTo>
                  <a:pt x="1684472" y="107857"/>
                </a:lnTo>
                <a:lnTo>
                  <a:pt x="1684834" y="107667"/>
                </a:lnTo>
                <a:lnTo>
                  <a:pt x="1685203" y="107468"/>
                </a:lnTo>
                <a:lnTo>
                  <a:pt x="1685581" y="107259"/>
                </a:lnTo>
                <a:lnTo>
                  <a:pt x="1769509" y="60506"/>
                </a:lnTo>
                <a:lnTo>
                  <a:pt x="1685581" y="13832"/>
                </a:lnTo>
                <a:lnTo>
                  <a:pt x="1685203" y="13632"/>
                </a:lnTo>
                <a:lnTo>
                  <a:pt x="1684834" y="13439"/>
                </a:lnTo>
                <a:lnTo>
                  <a:pt x="1684472" y="13256"/>
                </a:lnTo>
                <a:lnTo>
                  <a:pt x="1684119" y="13080"/>
                </a:lnTo>
                <a:lnTo>
                  <a:pt x="1683775" y="12914"/>
                </a:lnTo>
                <a:lnTo>
                  <a:pt x="1683438" y="12756"/>
                </a:lnTo>
                <a:lnTo>
                  <a:pt x="1683110" y="12606"/>
                </a:lnTo>
                <a:lnTo>
                  <a:pt x="1682790" y="12465"/>
                </a:lnTo>
                <a:lnTo>
                  <a:pt x="1682478" y="12333"/>
                </a:lnTo>
                <a:lnTo>
                  <a:pt x="1682175" y="12209"/>
                </a:lnTo>
                <a:lnTo>
                  <a:pt x="1681879" y="12093"/>
                </a:lnTo>
                <a:lnTo>
                  <a:pt x="1681592" y="11987"/>
                </a:lnTo>
                <a:lnTo>
                  <a:pt x="1681314" y="11888"/>
                </a:lnTo>
                <a:lnTo>
                  <a:pt x="1681043" y="11799"/>
                </a:lnTo>
                <a:lnTo>
                  <a:pt x="1680781" y="11717"/>
                </a:lnTo>
                <a:lnTo>
                  <a:pt x="1680527" y="11645"/>
                </a:lnTo>
                <a:lnTo>
                  <a:pt x="1680281" y="11581"/>
                </a:lnTo>
                <a:lnTo>
                  <a:pt x="1680044" y="11525"/>
                </a:lnTo>
                <a:lnTo>
                  <a:pt x="1679814" y="11478"/>
                </a:lnTo>
                <a:lnTo>
                  <a:pt x="1679593" y="11440"/>
                </a:lnTo>
                <a:lnTo>
                  <a:pt x="1679381" y="11410"/>
                </a:lnTo>
                <a:lnTo>
                  <a:pt x="1679176" y="11389"/>
                </a:lnTo>
                <a:lnTo>
                  <a:pt x="1678980" y="11376"/>
                </a:lnTo>
                <a:lnTo>
                  <a:pt x="1678792" y="11371"/>
                </a:lnTo>
                <a:lnTo>
                  <a:pt x="1678497" y="11376"/>
                </a:lnTo>
                <a:lnTo>
                  <a:pt x="1678204" y="11390"/>
                </a:lnTo>
                <a:lnTo>
                  <a:pt x="1677915" y="11412"/>
                </a:lnTo>
                <a:lnTo>
                  <a:pt x="1677630" y="11444"/>
                </a:lnTo>
                <a:lnTo>
                  <a:pt x="1677347" y="11485"/>
                </a:lnTo>
                <a:lnTo>
                  <a:pt x="1677068" y="11535"/>
                </a:lnTo>
                <a:lnTo>
                  <a:pt x="1676792" y="11594"/>
                </a:lnTo>
                <a:lnTo>
                  <a:pt x="1676519" y="11662"/>
                </a:lnTo>
                <a:lnTo>
                  <a:pt x="1676250" y="11739"/>
                </a:lnTo>
                <a:lnTo>
                  <a:pt x="1675984" y="11826"/>
                </a:lnTo>
                <a:lnTo>
                  <a:pt x="1675721" y="11921"/>
                </a:lnTo>
                <a:lnTo>
                  <a:pt x="1675461" y="12026"/>
                </a:lnTo>
                <a:lnTo>
                  <a:pt x="1675205" y="12139"/>
                </a:lnTo>
                <a:lnTo>
                  <a:pt x="1674951" y="12262"/>
                </a:lnTo>
                <a:lnTo>
                  <a:pt x="1674701" y="12394"/>
                </a:lnTo>
                <a:lnTo>
                  <a:pt x="1674455" y="12535"/>
                </a:lnTo>
                <a:lnTo>
                  <a:pt x="1674211" y="12685"/>
                </a:lnTo>
                <a:lnTo>
                  <a:pt x="1673971" y="12844"/>
                </a:lnTo>
                <a:lnTo>
                  <a:pt x="1673734" y="13012"/>
                </a:lnTo>
                <a:lnTo>
                  <a:pt x="1673500" y="13189"/>
                </a:lnTo>
                <a:lnTo>
                  <a:pt x="1673269" y="13375"/>
                </a:lnTo>
                <a:lnTo>
                  <a:pt x="1673042" y="13571"/>
                </a:lnTo>
                <a:lnTo>
                  <a:pt x="1672818" y="13775"/>
                </a:lnTo>
                <a:lnTo>
                  <a:pt x="1672597" y="13989"/>
                </a:lnTo>
                <a:lnTo>
                  <a:pt x="1672382" y="14209"/>
                </a:lnTo>
                <a:lnTo>
                  <a:pt x="1672177" y="14432"/>
                </a:lnTo>
                <a:lnTo>
                  <a:pt x="1671980" y="14658"/>
                </a:lnTo>
                <a:lnTo>
                  <a:pt x="1671793" y="14889"/>
                </a:lnTo>
                <a:lnTo>
                  <a:pt x="1671615" y="15122"/>
                </a:lnTo>
                <a:lnTo>
                  <a:pt x="1671446" y="15360"/>
                </a:lnTo>
                <a:lnTo>
                  <a:pt x="1671286" y="15600"/>
                </a:lnTo>
                <a:lnTo>
                  <a:pt x="1671136" y="15845"/>
                </a:lnTo>
                <a:lnTo>
                  <a:pt x="1670994" y="16092"/>
                </a:lnTo>
                <a:lnTo>
                  <a:pt x="1670861" y="16344"/>
                </a:lnTo>
                <a:lnTo>
                  <a:pt x="1670738" y="16599"/>
                </a:lnTo>
                <a:lnTo>
                  <a:pt x="1670624" y="16857"/>
                </a:lnTo>
                <a:lnTo>
                  <a:pt x="1670519" y="17119"/>
                </a:lnTo>
                <a:lnTo>
                  <a:pt x="1670423" y="17384"/>
                </a:lnTo>
                <a:lnTo>
                  <a:pt x="1670336" y="17653"/>
                </a:lnTo>
                <a:lnTo>
                  <a:pt x="1670259" y="17925"/>
                </a:lnTo>
                <a:lnTo>
                  <a:pt x="1670190" y="18201"/>
                </a:lnTo>
                <a:lnTo>
                  <a:pt x="1670131" y="18481"/>
                </a:lnTo>
                <a:lnTo>
                  <a:pt x="1670080" y="18764"/>
                </a:lnTo>
                <a:lnTo>
                  <a:pt x="1670039" y="19050"/>
                </a:lnTo>
                <a:lnTo>
                  <a:pt x="1670007" y="19340"/>
                </a:lnTo>
                <a:lnTo>
                  <a:pt x="1669985" y="19634"/>
                </a:lnTo>
                <a:lnTo>
                  <a:pt x="1669971" y="19931"/>
                </a:lnTo>
                <a:lnTo>
                  <a:pt x="1669966" y="20231"/>
                </a:lnTo>
                <a:lnTo>
                  <a:pt x="1669969" y="20469"/>
                </a:lnTo>
                <a:lnTo>
                  <a:pt x="1669976" y="20703"/>
                </a:lnTo>
                <a:lnTo>
                  <a:pt x="1669988" y="20933"/>
                </a:lnTo>
                <a:lnTo>
                  <a:pt x="1670005" y="21160"/>
                </a:lnTo>
                <a:lnTo>
                  <a:pt x="1670027" y="21383"/>
                </a:lnTo>
                <a:lnTo>
                  <a:pt x="1670054" y="21603"/>
                </a:lnTo>
                <a:lnTo>
                  <a:pt x="1670085" y="21819"/>
                </a:lnTo>
                <a:lnTo>
                  <a:pt x="1670122" y="22032"/>
                </a:lnTo>
                <a:lnTo>
                  <a:pt x="1670163" y="22241"/>
                </a:lnTo>
                <a:lnTo>
                  <a:pt x="1670209" y="22447"/>
                </a:lnTo>
                <a:lnTo>
                  <a:pt x="1670260" y="22649"/>
                </a:lnTo>
                <a:lnTo>
                  <a:pt x="1670316" y="22848"/>
                </a:lnTo>
                <a:lnTo>
                  <a:pt x="1670377" y="23043"/>
                </a:lnTo>
                <a:lnTo>
                  <a:pt x="1670443" y="23234"/>
                </a:lnTo>
                <a:lnTo>
                  <a:pt x="1670513" y="23422"/>
                </a:lnTo>
                <a:lnTo>
                  <a:pt x="1670589" y="23607"/>
                </a:lnTo>
                <a:lnTo>
                  <a:pt x="1670669" y="23788"/>
                </a:lnTo>
                <a:lnTo>
                  <a:pt x="1670754" y="23966"/>
                </a:lnTo>
                <a:lnTo>
                  <a:pt x="1670844" y="24140"/>
                </a:lnTo>
                <a:lnTo>
                  <a:pt x="1670939" y="24310"/>
                </a:lnTo>
                <a:lnTo>
                  <a:pt x="1671038" y="24477"/>
                </a:lnTo>
                <a:lnTo>
                  <a:pt x="1671143" y="24641"/>
                </a:lnTo>
                <a:lnTo>
                  <a:pt x="1671252" y="24801"/>
                </a:lnTo>
                <a:lnTo>
                  <a:pt x="1671367" y="24957"/>
                </a:lnTo>
                <a:lnTo>
                  <a:pt x="1671488" y="25113"/>
                </a:lnTo>
                <a:lnTo>
                  <a:pt x="1671620" y="25270"/>
                </a:lnTo>
                <a:lnTo>
                  <a:pt x="1671761" y="25429"/>
                </a:lnTo>
                <a:lnTo>
                  <a:pt x="1671912" y="25590"/>
                </a:lnTo>
                <a:lnTo>
                  <a:pt x="1672073" y="25753"/>
                </a:lnTo>
                <a:lnTo>
                  <a:pt x="1672244" y="25917"/>
                </a:lnTo>
                <a:lnTo>
                  <a:pt x="1672425" y="26083"/>
                </a:lnTo>
                <a:lnTo>
                  <a:pt x="1672616" y="26251"/>
                </a:lnTo>
                <a:lnTo>
                  <a:pt x="1672816" y="26421"/>
                </a:lnTo>
                <a:lnTo>
                  <a:pt x="1673027" y="26592"/>
                </a:lnTo>
                <a:lnTo>
                  <a:pt x="1673247" y="26765"/>
                </a:lnTo>
                <a:lnTo>
                  <a:pt x="1673477" y="26940"/>
                </a:lnTo>
                <a:lnTo>
                  <a:pt x="1673718" y="27117"/>
                </a:lnTo>
                <a:lnTo>
                  <a:pt x="1673967" y="27295"/>
                </a:lnTo>
                <a:lnTo>
                  <a:pt x="1674227" y="27475"/>
                </a:lnTo>
                <a:lnTo>
                  <a:pt x="1674497" y="27657"/>
                </a:lnTo>
                <a:lnTo>
                  <a:pt x="1674777" y="27841"/>
                </a:lnTo>
                <a:lnTo>
                  <a:pt x="1675066" y="28027"/>
                </a:lnTo>
                <a:lnTo>
                  <a:pt x="1675365" y="28214"/>
                </a:lnTo>
                <a:lnTo>
                  <a:pt x="1675674" y="28403"/>
                </a:lnTo>
                <a:lnTo>
                  <a:pt x="1675993" y="28594"/>
                </a:lnTo>
                <a:lnTo>
                  <a:pt x="1676322" y="28786"/>
                </a:lnTo>
                <a:lnTo>
                  <a:pt x="1676661" y="28980"/>
                </a:lnTo>
                <a:lnTo>
                  <a:pt x="1677010" y="29176"/>
                </a:lnTo>
                <a:lnTo>
                  <a:pt x="1733358" y="60482"/>
                </a:lnTo>
                <a:lnTo>
                  <a:pt x="1677010" y="91929"/>
                </a:lnTo>
                <a:lnTo>
                  <a:pt x="1676661" y="92125"/>
                </a:lnTo>
                <a:lnTo>
                  <a:pt x="1676322" y="92319"/>
                </a:lnTo>
                <a:lnTo>
                  <a:pt x="1675993" y="92511"/>
                </a:lnTo>
                <a:close/>
                <a:moveTo>
                  <a:pt x="1647156" y="52784"/>
                </a:moveTo>
                <a:lnTo>
                  <a:pt x="1574514" y="52784"/>
                </a:lnTo>
                <a:lnTo>
                  <a:pt x="1574514" y="68738"/>
                </a:lnTo>
                <a:lnTo>
                  <a:pt x="1647156" y="68738"/>
                </a:lnTo>
                <a:lnTo>
                  <a:pt x="1647156" y="52784"/>
                </a:lnTo>
                <a:close/>
                <a:moveTo>
                  <a:pt x="1268599" y="33162"/>
                </a:moveTo>
                <a:lnTo>
                  <a:pt x="1268132" y="33199"/>
                </a:lnTo>
                <a:lnTo>
                  <a:pt x="1267678" y="33244"/>
                </a:lnTo>
                <a:lnTo>
                  <a:pt x="1267236" y="33298"/>
                </a:lnTo>
                <a:lnTo>
                  <a:pt x="1266807" y="33360"/>
                </a:lnTo>
                <a:lnTo>
                  <a:pt x="1266390" y="33430"/>
                </a:lnTo>
                <a:lnTo>
                  <a:pt x="1265986" y="33508"/>
                </a:lnTo>
                <a:lnTo>
                  <a:pt x="1265594" y="33595"/>
                </a:lnTo>
                <a:lnTo>
                  <a:pt x="1265214" y="33690"/>
                </a:lnTo>
                <a:lnTo>
                  <a:pt x="1264848" y="33793"/>
                </a:lnTo>
                <a:lnTo>
                  <a:pt x="1264493" y="33904"/>
                </a:lnTo>
                <a:lnTo>
                  <a:pt x="1264152" y="34024"/>
                </a:lnTo>
                <a:lnTo>
                  <a:pt x="1263822" y="34152"/>
                </a:lnTo>
                <a:lnTo>
                  <a:pt x="1263506" y="34288"/>
                </a:lnTo>
                <a:lnTo>
                  <a:pt x="1263202" y="34432"/>
                </a:lnTo>
                <a:lnTo>
                  <a:pt x="1262910" y="34585"/>
                </a:lnTo>
                <a:lnTo>
                  <a:pt x="1262631" y="34746"/>
                </a:lnTo>
                <a:lnTo>
                  <a:pt x="1262364" y="34915"/>
                </a:lnTo>
                <a:lnTo>
                  <a:pt x="1262110" y="35093"/>
                </a:lnTo>
                <a:lnTo>
                  <a:pt x="1261869" y="35278"/>
                </a:lnTo>
                <a:lnTo>
                  <a:pt x="1261640" y="35472"/>
                </a:lnTo>
                <a:lnTo>
                  <a:pt x="1261421" y="35673"/>
                </a:lnTo>
                <a:lnTo>
                  <a:pt x="1261213" y="35879"/>
                </a:lnTo>
                <a:lnTo>
                  <a:pt x="1261013" y="36090"/>
                </a:lnTo>
                <a:lnTo>
                  <a:pt x="1260823" y="36307"/>
                </a:lnTo>
                <a:lnTo>
                  <a:pt x="1260642" y="36528"/>
                </a:lnTo>
                <a:lnTo>
                  <a:pt x="1260470" y="36756"/>
                </a:lnTo>
                <a:lnTo>
                  <a:pt x="1260308" y="36988"/>
                </a:lnTo>
                <a:lnTo>
                  <a:pt x="1260155" y="37226"/>
                </a:lnTo>
                <a:lnTo>
                  <a:pt x="1260011" y="37469"/>
                </a:lnTo>
                <a:lnTo>
                  <a:pt x="1259876" y="37717"/>
                </a:lnTo>
                <a:lnTo>
                  <a:pt x="1259751" y="37971"/>
                </a:lnTo>
                <a:lnTo>
                  <a:pt x="1259635" y="38230"/>
                </a:lnTo>
                <a:lnTo>
                  <a:pt x="1259528" y="38494"/>
                </a:lnTo>
                <a:lnTo>
                  <a:pt x="1259431" y="38764"/>
                </a:lnTo>
                <a:lnTo>
                  <a:pt x="1259342" y="39039"/>
                </a:lnTo>
                <a:lnTo>
                  <a:pt x="1259264" y="39319"/>
                </a:lnTo>
                <a:lnTo>
                  <a:pt x="1259194" y="39605"/>
                </a:lnTo>
                <a:lnTo>
                  <a:pt x="1259134" y="39895"/>
                </a:lnTo>
                <a:lnTo>
                  <a:pt x="1259083" y="40192"/>
                </a:lnTo>
                <a:lnTo>
                  <a:pt x="1259041" y="40493"/>
                </a:lnTo>
                <a:lnTo>
                  <a:pt x="1259008" y="40800"/>
                </a:lnTo>
                <a:lnTo>
                  <a:pt x="1258985" y="41112"/>
                </a:lnTo>
                <a:lnTo>
                  <a:pt x="1258971" y="41429"/>
                </a:lnTo>
                <a:lnTo>
                  <a:pt x="1258966" y="41752"/>
                </a:lnTo>
                <a:lnTo>
                  <a:pt x="1258971" y="42075"/>
                </a:lnTo>
                <a:lnTo>
                  <a:pt x="1258985" y="42392"/>
                </a:lnTo>
                <a:lnTo>
                  <a:pt x="1259008" y="42705"/>
                </a:lnTo>
                <a:lnTo>
                  <a:pt x="1259041" y="43013"/>
                </a:lnTo>
                <a:lnTo>
                  <a:pt x="1259083" y="43316"/>
                </a:lnTo>
                <a:lnTo>
                  <a:pt x="1259134" y="43613"/>
                </a:lnTo>
                <a:lnTo>
                  <a:pt x="1259194" y="43906"/>
                </a:lnTo>
                <a:lnTo>
                  <a:pt x="1259264" y="44194"/>
                </a:lnTo>
                <a:lnTo>
                  <a:pt x="1259342" y="44477"/>
                </a:lnTo>
                <a:lnTo>
                  <a:pt x="1259431" y="44754"/>
                </a:lnTo>
                <a:lnTo>
                  <a:pt x="1259528" y="45027"/>
                </a:lnTo>
                <a:lnTo>
                  <a:pt x="1259635" y="45295"/>
                </a:lnTo>
                <a:lnTo>
                  <a:pt x="1259751" y="45557"/>
                </a:lnTo>
                <a:lnTo>
                  <a:pt x="1259876" y="45815"/>
                </a:lnTo>
                <a:lnTo>
                  <a:pt x="1260011" y="46068"/>
                </a:lnTo>
                <a:lnTo>
                  <a:pt x="1260155" y="46315"/>
                </a:lnTo>
                <a:lnTo>
                  <a:pt x="1260308" y="46558"/>
                </a:lnTo>
                <a:lnTo>
                  <a:pt x="1260470" y="46796"/>
                </a:lnTo>
                <a:lnTo>
                  <a:pt x="1260642" y="47028"/>
                </a:lnTo>
                <a:lnTo>
                  <a:pt x="1260823" y="47256"/>
                </a:lnTo>
                <a:lnTo>
                  <a:pt x="1261013" y="47479"/>
                </a:lnTo>
                <a:lnTo>
                  <a:pt x="1261213" y="47696"/>
                </a:lnTo>
                <a:lnTo>
                  <a:pt x="1261421" y="47909"/>
                </a:lnTo>
                <a:lnTo>
                  <a:pt x="1261640" y="48116"/>
                </a:lnTo>
                <a:lnTo>
                  <a:pt x="1261869" y="48317"/>
                </a:lnTo>
                <a:lnTo>
                  <a:pt x="1262110" y="48509"/>
                </a:lnTo>
                <a:lnTo>
                  <a:pt x="1262364" y="48693"/>
                </a:lnTo>
                <a:lnTo>
                  <a:pt x="1262631" y="48868"/>
                </a:lnTo>
                <a:lnTo>
                  <a:pt x="1262910" y="49035"/>
                </a:lnTo>
                <a:lnTo>
                  <a:pt x="1263202" y="49193"/>
                </a:lnTo>
                <a:lnTo>
                  <a:pt x="1263506" y="49343"/>
                </a:lnTo>
                <a:lnTo>
                  <a:pt x="1263822" y="49484"/>
                </a:lnTo>
                <a:lnTo>
                  <a:pt x="1264152" y="49616"/>
                </a:lnTo>
                <a:lnTo>
                  <a:pt x="1264493" y="49740"/>
                </a:lnTo>
                <a:lnTo>
                  <a:pt x="1264848" y="49855"/>
                </a:lnTo>
                <a:lnTo>
                  <a:pt x="1265214" y="49962"/>
                </a:lnTo>
                <a:lnTo>
                  <a:pt x="1265594" y="50060"/>
                </a:lnTo>
                <a:lnTo>
                  <a:pt x="1265986" y="50150"/>
                </a:lnTo>
                <a:lnTo>
                  <a:pt x="1266390" y="50231"/>
                </a:lnTo>
                <a:lnTo>
                  <a:pt x="1266807" y="50304"/>
                </a:lnTo>
                <a:lnTo>
                  <a:pt x="1267236" y="50368"/>
                </a:lnTo>
                <a:lnTo>
                  <a:pt x="1267678" y="50424"/>
                </a:lnTo>
                <a:lnTo>
                  <a:pt x="1268132" y="50471"/>
                </a:lnTo>
                <a:lnTo>
                  <a:pt x="1268599" y="50509"/>
                </a:lnTo>
                <a:lnTo>
                  <a:pt x="1269079" y="50539"/>
                </a:lnTo>
                <a:lnTo>
                  <a:pt x="1269571" y="50560"/>
                </a:lnTo>
                <a:lnTo>
                  <a:pt x="1270075" y="50573"/>
                </a:lnTo>
                <a:lnTo>
                  <a:pt x="1270592" y="50577"/>
                </a:lnTo>
                <a:lnTo>
                  <a:pt x="1276872" y="50577"/>
                </a:lnTo>
                <a:lnTo>
                  <a:pt x="1276872" y="92669"/>
                </a:lnTo>
                <a:lnTo>
                  <a:pt x="1266519" y="92669"/>
                </a:lnTo>
                <a:lnTo>
                  <a:pt x="1266002" y="92673"/>
                </a:lnTo>
                <a:lnTo>
                  <a:pt x="1265498" y="92685"/>
                </a:lnTo>
                <a:lnTo>
                  <a:pt x="1265006" y="92706"/>
                </a:lnTo>
                <a:lnTo>
                  <a:pt x="1264526" y="92735"/>
                </a:lnTo>
                <a:lnTo>
                  <a:pt x="1264059" y="92772"/>
                </a:lnTo>
                <a:lnTo>
                  <a:pt x="1263605" y="92817"/>
                </a:lnTo>
                <a:lnTo>
                  <a:pt x="1263163" y="92871"/>
                </a:lnTo>
                <a:lnTo>
                  <a:pt x="1262733" y="92933"/>
                </a:lnTo>
                <a:lnTo>
                  <a:pt x="1262317" y="93003"/>
                </a:lnTo>
                <a:lnTo>
                  <a:pt x="1261912" y="93081"/>
                </a:lnTo>
                <a:lnTo>
                  <a:pt x="1261520" y="93168"/>
                </a:lnTo>
                <a:lnTo>
                  <a:pt x="1261141" y="93263"/>
                </a:lnTo>
                <a:lnTo>
                  <a:pt x="1260774" y="93366"/>
                </a:lnTo>
                <a:lnTo>
                  <a:pt x="1260420" y="93477"/>
                </a:lnTo>
                <a:lnTo>
                  <a:pt x="1260078" y="93597"/>
                </a:lnTo>
                <a:lnTo>
                  <a:pt x="1259749" y="93725"/>
                </a:lnTo>
                <a:lnTo>
                  <a:pt x="1259432" y="93861"/>
                </a:lnTo>
                <a:lnTo>
                  <a:pt x="1259128" y="94005"/>
                </a:lnTo>
                <a:lnTo>
                  <a:pt x="1258837" y="94158"/>
                </a:lnTo>
                <a:lnTo>
                  <a:pt x="1258558" y="94319"/>
                </a:lnTo>
                <a:lnTo>
                  <a:pt x="1258291" y="94488"/>
                </a:lnTo>
                <a:lnTo>
                  <a:pt x="1258037" y="94665"/>
                </a:lnTo>
                <a:lnTo>
                  <a:pt x="1257795" y="94851"/>
                </a:lnTo>
                <a:lnTo>
                  <a:pt x="1257566" y="95045"/>
                </a:lnTo>
                <a:lnTo>
                  <a:pt x="1257348" y="95245"/>
                </a:lnTo>
                <a:lnTo>
                  <a:pt x="1257139" y="95451"/>
                </a:lnTo>
                <a:lnTo>
                  <a:pt x="1256940" y="95663"/>
                </a:lnTo>
                <a:lnTo>
                  <a:pt x="1256749" y="95879"/>
                </a:lnTo>
                <a:lnTo>
                  <a:pt x="1256568" y="96101"/>
                </a:lnTo>
                <a:lnTo>
                  <a:pt x="1256397" y="96328"/>
                </a:lnTo>
                <a:lnTo>
                  <a:pt x="1256234" y="96561"/>
                </a:lnTo>
                <a:lnTo>
                  <a:pt x="1256081" y="96798"/>
                </a:lnTo>
                <a:lnTo>
                  <a:pt x="1255937" y="97042"/>
                </a:lnTo>
                <a:lnTo>
                  <a:pt x="1255803" y="97290"/>
                </a:lnTo>
                <a:lnTo>
                  <a:pt x="1255677" y="97544"/>
                </a:lnTo>
                <a:lnTo>
                  <a:pt x="1255561" y="97803"/>
                </a:lnTo>
                <a:lnTo>
                  <a:pt x="1255455" y="98067"/>
                </a:lnTo>
                <a:lnTo>
                  <a:pt x="1255357" y="98337"/>
                </a:lnTo>
                <a:lnTo>
                  <a:pt x="1255269" y="98612"/>
                </a:lnTo>
                <a:lnTo>
                  <a:pt x="1255190" y="98892"/>
                </a:lnTo>
                <a:lnTo>
                  <a:pt x="1255121" y="99177"/>
                </a:lnTo>
                <a:lnTo>
                  <a:pt x="1255060" y="99468"/>
                </a:lnTo>
                <a:lnTo>
                  <a:pt x="1255009" y="99764"/>
                </a:lnTo>
                <a:lnTo>
                  <a:pt x="1254967" y="100066"/>
                </a:lnTo>
                <a:lnTo>
                  <a:pt x="1254935" y="100372"/>
                </a:lnTo>
                <a:lnTo>
                  <a:pt x="1254912" y="100684"/>
                </a:lnTo>
                <a:lnTo>
                  <a:pt x="1254898" y="101002"/>
                </a:lnTo>
                <a:lnTo>
                  <a:pt x="1254893" y="101324"/>
                </a:lnTo>
                <a:lnTo>
                  <a:pt x="1254898" y="101647"/>
                </a:lnTo>
                <a:lnTo>
                  <a:pt x="1254912" y="101965"/>
                </a:lnTo>
                <a:lnTo>
                  <a:pt x="1254935" y="102278"/>
                </a:lnTo>
                <a:lnTo>
                  <a:pt x="1254967" y="102586"/>
                </a:lnTo>
                <a:lnTo>
                  <a:pt x="1255009" y="102888"/>
                </a:lnTo>
                <a:lnTo>
                  <a:pt x="1255060" y="103186"/>
                </a:lnTo>
                <a:lnTo>
                  <a:pt x="1255121" y="103479"/>
                </a:lnTo>
                <a:lnTo>
                  <a:pt x="1255190" y="103767"/>
                </a:lnTo>
                <a:lnTo>
                  <a:pt x="1255269" y="104049"/>
                </a:lnTo>
                <a:lnTo>
                  <a:pt x="1255357" y="104327"/>
                </a:lnTo>
                <a:lnTo>
                  <a:pt x="1255455" y="104600"/>
                </a:lnTo>
                <a:lnTo>
                  <a:pt x="1255561" y="104867"/>
                </a:lnTo>
                <a:lnTo>
                  <a:pt x="1255677" y="105130"/>
                </a:lnTo>
                <a:lnTo>
                  <a:pt x="1255803" y="105388"/>
                </a:lnTo>
                <a:lnTo>
                  <a:pt x="1255937" y="105640"/>
                </a:lnTo>
                <a:lnTo>
                  <a:pt x="1256081" y="105888"/>
                </a:lnTo>
                <a:lnTo>
                  <a:pt x="1256234" y="106131"/>
                </a:lnTo>
                <a:lnTo>
                  <a:pt x="1256397" y="106368"/>
                </a:lnTo>
                <a:lnTo>
                  <a:pt x="1256568" y="106601"/>
                </a:lnTo>
                <a:lnTo>
                  <a:pt x="1256749" y="106829"/>
                </a:lnTo>
                <a:lnTo>
                  <a:pt x="1256940" y="107051"/>
                </a:lnTo>
                <a:lnTo>
                  <a:pt x="1257139" y="107269"/>
                </a:lnTo>
                <a:lnTo>
                  <a:pt x="1257348" y="107481"/>
                </a:lnTo>
                <a:lnTo>
                  <a:pt x="1257566" y="107689"/>
                </a:lnTo>
                <a:lnTo>
                  <a:pt x="1257795" y="107890"/>
                </a:lnTo>
                <a:lnTo>
                  <a:pt x="1258037" y="108082"/>
                </a:lnTo>
                <a:lnTo>
                  <a:pt x="1258291" y="108266"/>
                </a:lnTo>
                <a:lnTo>
                  <a:pt x="1258558" y="108441"/>
                </a:lnTo>
                <a:lnTo>
                  <a:pt x="1258837" y="108608"/>
                </a:lnTo>
                <a:lnTo>
                  <a:pt x="1259128" y="108766"/>
                </a:lnTo>
                <a:lnTo>
                  <a:pt x="1259432" y="108915"/>
                </a:lnTo>
                <a:lnTo>
                  <a:pt x="1259749" y="109056"/>
                </a:lnTo>
                <a:lnTo>
                  <a:pt x="1260078" y="109189"/>
                </a:lnTo>
                <a:lnTo>
                  <a:pt x="1260420" y="109313"/>
                </a:lnTo>
                <a:lnTo>
                  <a:pt x="1260774" y="109428"/>
                </a:lnTo>
                <a:lnTo>
                  <a:pt x="1261141" y="109535"/>
                </a:lnTo>
                <a:lnTo>
                  <a:pt x="1261520" y="109633"/>
                </a:lnTo>
                <a:lnTo>
                  <a:pt x="1261912" y="109723"/>
                </a:lnTo>
                <a:lnTo>
                  <a:pt x="1262317" y="109804"/>
                </a:lnTo>
                <a:lnTo>
                  <a:pt x="1262733" y="109877"/>
                </a:lnTo>
                <a:lnTo>
                  <a:pt x="1263163" y="109941"/>
                </a:lnTo>
                <a:lnTo>
                  <a:pt x="1263605" y="109996"/>
                </a:lnTo>
                <a:lnTo>
                  <a:pt x="1264059" y="110043"/>
                </a:lnTo>
                <a:lnTo>
                  <a:pt x="1264526" y="110082"/>
                </a:lnTo>
                <a:lnTo>
                  <a:pt x="1265006" y="110112"/>
                </a:lnTo>
                <a:lnTo>
                  <a:pt x="1265498" y="110133"/>
                </a:lnTo>
                <a:lnTo>
                  <a:pt x="1266002" y="110146"/>
                </a:lnTo>
                <a:lnTo>
                  <a:pt x="1266519" y="110150"/>
                </a:lnTo>
                <a:lnTo>
                  <a:pt x="1319048" y="110150"/>
                </a:lnTo>
                <a:lnTo>
                  <a:pt x="1319565" y="110146"/>
                </a:lnTo>
                <a:lnTo>
                  <a:pt x="1320070" y="110133"/>
                </a:lnTo>
                <a:lnTo>
                  <a:pt x="1320562" y="110112"/>
                </a:lnTo>
                <a:lnTo>
                  <a:pt x="1321041" y="110083"/>
                </a:lnTo>
                <a:lnTo>
                  <a:pt x="1321508" y="110045"/>
                </a:lnTo>
                <a:lnTo>
                  <a:pt x="1321963" y="109999"/>
                </a:lnTo>
                <a:lnTo>
                  <a:pt x="1322405" y="109944"/>
                </a:lnTo>
                <a:lnTo>
                  <a:pt x="1322834" y="109881"/>
                </a:lnTo>
                <a:lnTo>
                  <a:pt x="1323251" y="109810"/>
                </a:lnTo>
                <a:lnTo>
                  <a:pt x="1323655" y="109730"/>
                </a:lnTo>
                <a:lnTo>
                  <a:pt x="1324047" y="109642"/>
                </a:lnTo>
                <a:lnTo>
                  <a:pt x="1324426" y="109545"/>
                </a:lnTo>
                <a:lnTo>
                  <a:pt x="1324793" y="109440"/>
                </a:lnTo>
                <a:lnTo>
                  <a:pt x="1325147" y="109327"/>
                </a:lnTo>
                <a:lnTo>
                  <a:pt x="1325489" y="109205"/>
                </a:lnTo>
                <a:lnTo>
                  <a:pt x="1325818" y="109075"/>
                </a:lnTo>
                <a:lnTo>
                  <a:pt x="1326135" y="108937"/>
                </a:lnTo>
                <a:lnTo>
                  <a:pt x="1326439" y="108790"/>
                </a:lnTo>
                <a:lnTo>
                  <a:pt x="1326731" y="108634"/>
                </a:lnTo>
                <a:lnTo>
                  <a:pt x="1327010" y="108470"/>
                </a:lnTo>
                <a:lnTo>
                  <a:pt x="1327277" y="108298"/>
                </a:lnTo>
                <a:lnTo>
                  <a:pt x="1327531" y="108118"/>
                </a:lnTo>
                <a:lnTo>
                  <a:pt x="1327772" y="107929"/>
                </a:lnTo>
                <a:lnTo>
                  <a:pt x="1328001" y="107731"/>
                </a:lnTo>
                <a:lnTo>
                  <a:pt x="1328219" y="107527"/>
                </a:lnTo>
                <a:lnTo>
                  <a:pt x="1328428" y="107318"/>
                </a:lnTo>
                <a:lnTo>
                  <a:pt x="1328628" y="107104"/>
                </a:lnTo>
                <a:lnTo>
                  <a:pt x="1328818" y="106884"/>
                </a:lnTo>
                <a:lnTo>
                  <a:pt x="1328999" y="106659"/>
                </a:lnTo>
                <a:lnTo>
                  <a:pt x="1329171" y="106429"/>
                </a:lnTo>
                <a:lnTo>
                  <a:pt x="1329333" y="106194"/>
                </a:lnTo>
                <a:lnTo>
                  <a:pt x="1329486" y="105954"/>
                </a:lnTo>
                <a:lnTo>
                  <a:pt x="1329630" y="105709"/>
                </a:lnTo>
                <a:lnTo>
                  <a:pt x="1329765" y="105458"/>
                </a:lnTo>
                <a:lnTo>
                  <a:pt x="1329890" y="105202"/>
                </a:lnTo>
                <a:lnTo>
                  <a:pt x="1330006" y="104942"/>
                </a:lnTo>
                <a:lnTo>
                  <a:pt x="1330113" y="104676"/>
                </a:lnTo>
                <a:lnTo>
                  <a:pt x="1330210" y="104404"/>
                </a:lnTo>
                <a:lnTo>
                  <a:pt x="1330298" y="104128"/>
                </a:lnTo>
                <a:lnTo>
                  <a:pt x="1330377" y="103847"/>
                </a:lnTo>
                <a:lnTo>
                  <a:pt x="1330447" y="103560"/>
                </a:lnTo>
                <a:lnTo>
                  <a:pt x="1330507" y="103268"/>
                </a:lnTo>
                <a:lnTo>
                  <a:pt x="1330558" y="102971"/>
                </a:lnTo>
                <a:lnTo>
                  <a:pt x="1330600" y="102669"/>
                </a:lnTo>
                <a:lnTo>
                  <a:pt x="1330633" y="102362"/>
                </a:lnTo>
                <a:lnTo>
                  <a:pt x="1330656" y="102050"/>
                </a:lnTo>
                <a:lnTo>
                  <a:pt x="1330670" y="101732"/>
                </a:lnTo>
                <a:lnTo>
                  <a:pt x="1330674" y="101409"/>
                </a:lnTo>
                <a:lnTo>
                  <a:pt x="1330670" y="101087"/>
                </a:lnTo>
                <a:lnTo>
                  <a:pt x="1330656" y="100769"/>
                </a:lnTo>
                <a:lnTo>
                  <a:pt x="1330633" y="100457"/>
                </a:lnTo>
                <a:lnTo>
                  <a:pt x="1330600" y="100149"/>
                </a:lnTo>
                <a:lnTo>
                  <a:pt x="1330558" y="99847"/>
                </a:lnTo>
                <a:lnTo>
                  <a:pt x="1330507" y="99550"/>
                </a:lnTo>
                <a:lnTo>
                  <a:pt x="1330447" y="99259"/>
                </a:lnTo>
                <a:lnTo>
                  <a:pt x="1330377" y="98972"/>
                </a:lnTo>
                <a:lnTo>
                  <a:pt x="1330298" y="98690"/>
                </a:lnTo>
                <a:lnTo>
                  <a:pt x="1330210" y="98414"/>
                </a:lnTo>
                <a:lnTo>
                  <a:pt x="1330113" y="98143"/>
                </a:lnTo>
                <a:lnTo>
                  <a:pt x="1330006" y="97877"/>
                </a:lnTo>
                <a:lnTo>
                  <a:pt x="1329890" y="97616"/>
                </a:lnTo>
                <a:lnTo>
                  <a:pt x="1329765" y="97360"/>
                </a:lnTo>
                <a:lnTo>
                  <a:pt x="1329630" y="97110"/>
                </a:lnTo>
                <a:lnTo>
                  <a:pt x="1329486" y="96864"/>
                </a:lnTo>
                <a:lnTo>
                  <a:pt x="1329333" y="96624"/>
                </a:lnTo>
                <a:lnTo>
                  <a:pt x="1329171" y="96389"/>
                </a:lnTo>
                <a:lnTo>
                  <a:pt x="1328999" y="96159"/>
                </a:lnTo>
                <a:lnTo>
                  <a:pt x="1328818" y="95935"/>
                </a:lnTo>
                <a:lnTo>
                  <a:pt x="1328628" y="95715"/>
                </a:lnTo>
                <a:lnTo>
                  <a:pt x="1328428" y="95501"/>
                </a:lnTo>
                <a:lnTo>
                  <a:pt x="1328219" y="95291"/>
                </a:lnTo>
                <a:lnTo>
                  <a:pt x="1328001" y="95087"/>
                </a:lnTo>
                <a:lnTo>
                  <a:pt x="1327772" y="94890"/>
                </a:lnTo>
                <a:lnTo>
                  <a:pt x="1327531" y="94701"/>
                </a:lnTo>
                <a:lnTo>
                  <a:pt x="1327277" y="94520"/>
                </a:lnTo>
                <a:lnTo>
                  <a:pt x="1327010" y="94348"/>
                </a:lnTo>
                <a:lnTo>
                  <a:pt x="1326731" y="94184"/>
                </a:lnTo>
                <a:lnTo>
                  <a:pt x="1326439" y="94029"/>
                </a:lnTo>
                <a:lnTo>
                  <a:pt x="1326135" y="93882"/>
                </a:lnTo>
                <a:lnTo>
                  <a:pt x="1325818" y="93743"/>
                </a:lnTo>
                <a:lnTo>
                  <a:pt x="1325489" y="93613"/>
                </a:lnTo>
                <a:lnTo>
                  <a:pt x="1325147" y="93492"/>
                </a:lnTo>
                <a:lnTo>
                  <a:pt x="1324793" y="93378"/>
                </a:lnTo>
                <a:lnTo>
                  <a:pt x="1324426" y="93273"/>
                </a:lnTo>
                <a:lnTo>
                  <a:pt x="1324047" y="93177"/>
                </a:lnTo>
                <a:lnTo>
                  <a:pt x="1323655" y="93088"/>
                </a:lnTo>
                <a:lnTo>
                  <a:pt x="1323251" y="93009"/>
                </a:lnTo>
                <a:lnTo>
                  <a:pt x="1322834" y="92937"/>
                </a:lnTo>
                <a:lnTo>
                  <a:pt x="1322405" y="92874"/>
                </a:lnTo>
                <a:lnTo>
                  <a:pt x="1321963" y="92820"/>
                </a:lnTo>
                <a:lnTo>
                  <a:pt x="1321508" y="92774"/>
                </a:lnTo>
                <a:lnTo>
                  <a:pt x="1321041" y="92736"/>
                </a:lnTo>
                <a:lnTo>
                  <a:pt x="1320562" y="92706"/>
                </a:lnTo>
                <a:lnTo>
                  <a:pt x="1320070" y="92685"/>
                </a:lnTo>
                <a:lnTo>
                  <a:pt x="1319565" y="92673"/>
                </a:lnTo>
                <a:lnTo>
                  <a:pt x="1319048" y="92669"/>
                </a:lnTo>
                <a:lnTo>
                  <a:pt x="1294269" y="92669"/>
                </a:lnTo>
                <a:lnTo>
                  <a:pt x="1294269" y="66531"/>
                </a:lnTo>
                <a:lnTo>
                  <a:pt x="1295168" y="65775"/>
                </a:lnTo>
                <a:lnTo>
                  <a:pt x="1296054" y="65036"/>
                </a:lnTo>
                <a:lnTo>
                  <a:pt x="1296928" y="64312"/>
                </a:lnTo>
                <a:lnTo>
                  <a:pt x="1297789" y="63604"/>
                </a:lnTo>
                <a:lnTo>
                  <a:pt x="1298638" y="62911"/>
                </a:lnTo>
                <a:lnTo>
                  <a:pt x="1299475" y="62235"/>
                </a:lnTo>
                <a:lnTo>
                  <a:pt x="1300298" y="61575"/>
                </a:lnTo>
                <a:lnTo>
                  <a:pt x="1301110" y="60930"/>
                </a:lnTo>
                <a:lnTo>
                  <a:pt x="1301908" y="60302"/>
                </a:lnTo>
                <a:lnTo>
                  <a:pt x="1302695" y="59689"/>
                </a:lnTo>
                <a:lnTo>
                  <a:pt x="1303468" y="59093"/>
                </a:lnTo>
                <a:lnTo>
                  <a:pt x="1304229" y="58512"/>
                </a:lnTo>
                <a:lnTo>
                  <a:pt x="1304978" y="57947"/>
                </a:lnTo>
                <a:lnTo>
                  <a:pt x="1305714" y="57398"/>
                </a:lnTo>
                <a:lnTo>
                  <a:pt x="1306438" y="56865"/>
                </a:lnTo>
                <a:lnTo>
                  <a:pt x="1307149" y="56348"/>
                </a:lnTo>
                <a:lnTo>
                  <a:pt x="1307847" y="55847"/>
                </a:lnTo>
                <a:lnTo>
                  <a:pt x="1308533" y="55361"/>
                </a:lnTo>
                <a:lnTo>
                  <a:pt x="1309207" y="54892"/>
                </a:lnTo>
                <a:lnTo>
                  <a:pt x="1309868" y="54439"/>
                </a:lnTo>
                <a:lnTo>
                  <a:pt x="1310516" y="54001"/>
                </a:lnTo>
                <a:lnTo>
                  <a:pt x="1311152" y="53579"/>
                </a:lnTo>
                <a:lnTo>
                  <a:pt x="1311776" y="53174"/>
                </a:lnTo>
                <a:lnTo>
                  <a:pt x="1312387" y="52784"/>
                </a:lnTo>
                <a:lnTo>
                  <a:pt x="1312985" y="52410"/>
                </a:lnTo>
                <a:lnTo>
                  <a:pt x="1313571" y="52052"/>
                </a:lnTo>
                <a:lnTo>
                  <a:pt x="1314144" y="51710"/>
                </a:lnTo>
                <a:lnTo>
                  <a:pt x="1314705" y="51384"/>
                </a:lnTo>
                <a:lnTo>
                  <a:pt x="1315253" y="51073"/>
                </a:lnTo>
                <a:lnTo>
                  <a:pt x="1315789" y="50779"/>
                </a:lnTo>
                <a:lnTo>
                  <a:pt x="1316312" y="50500"/>
                </a:lnTo>
                <a:lnTo>
                  <a:pt x="1316823" y="50238"/>
                </a:lnTo>
                <a:lnTo>
                  <a:pt x="1317321" y="49991"/>
                </a:lnTo>
                <a:lnTo>
                  <a:pt x="1317807" y="49761"/>
                </a:lnTo>
                <a:lnTo>
                  <a:pt x="1318280" y="49546"/>
                </a:lnTo>
                <a:lnTo>
                  <a:pt x="1318741" y="49347"/>
                </a:lnTo>
                <a:lnTo>
                  <a:pt x="1319189" y="49164"/>
                </a:lnTo>
                <a:lnTo>
                  <a:pt x="1319624" y="48997"/>
                </a:lnTo>
                <a:lnTo>
                  <a:pt x="1320047" y="48846"/>
                </a:lnTo>
                <a:lnTo>
                  <a:pt x="1320458" y="48710"/>
                </a:lnTo>
                <a:lnTo>
                  <a:pt x="1320856" y="48591"/>
                </a:lnTo>
                <a:lnTo>
                  <a:pt x="1321241" y="48488"/>
                </a:lnTo>
                <a:lnTo>
                  <a:pt x="1321614" y="48400"/>
                </a:lnTo>
                <a:lnTo>
                  <a:pt x="1321975" y="48329"/>
                </a:lnTo>
                <a:lnTo>
                  <a:pt x="1322323" y="48273"/>
                </a:lnTo>
                <a:lnTo>
                  <a:pt x="1322658" y="48233"/>
                </a:lnTo>
                <a:lnTo>
                  <a:pt x="1322981" y="48209"/>
                </a:lnTo>
                <a:lnTo>
                  <a:pt x="1323291" y="48201"/>
                </a:lnTo>
                <a:lnTo>
                  <a:pt x="1323526" y="48207"/>
                </a:lnTo>
                <a:lnTo>
                  <a:pt x="1323763" y="48224"/>
                </a:lnTo>
                <a:lnTo>
                  <a:pt x="1324003" y="48252"/>
                </a:lnTo>
                <a:lnTo>
                  <a:pt x="1324246" y="48291"/>
                </a:lnTo>
                <a:lnTo>
                  <a:pt x="1324491" y="48341"/>
                </a:lnTo>
                <a:lnTo>
                  <a:pt x="1324739" y="48403"/>
                </a:lnTo>
                <a:lnTo>
                  <a:pt x="1324990" y="48476"/>
                </a:lnTo>
                <a:lnTo>
                  <a:pt x="1325243" y="48560"/>
                </a:lnTo>
                <a:lnTo>
                  <a:pt x="1325499" y="48655"/>
                </a:lnTo>
                <a:lnTo>
                  <a:pt x="1325758" y="48761"/>
                </a:lnTo>
                <a:lnTo>
                  <a:pt x="1326019" y="48879"/>
                </a:lnTo>
                <a:lnTo>
                  <a:pt x="1326283" y="49007"/>
                </a:lnTo>
                <a:lnTo>
                  <a:pt x="1326549" y="49147"/>
                </a:lnTo>
                <a:lnTo>
                  <a:pt x="1326818" y="49299"/>
                </a:lnTo>
                <a:lnTo>
                  <a:pt x="1327090" y="49461"/>
                </a:lnTo>
                <a:lnTo>
                  <a:pt x="1327365" y="49634"/>
                </a:lnTo>
                <a:lnTo>
                  <a:pt x="1327642" y="49819"/>
                </a:lnTo>
                <a:lnTo>
                  <a:pt x="1327922" y="50015"/>
                </a:lnTo>
                <a:lnTo>
                  <a:pt x="1328204" y="50222"/>
                </a:lnTo>
                <a:lnTo>
                  <a:pt x="1328489" y="50441"/>
                </a:lnTo>
                <a:lnTo>
                  <a:pt x="1328777" y="50670"/>
                </a:lnTo>
                <a:lnTo>
                  <a:pt x="1329067" y="50911"/>
                </a:lnTo>
                <a:lnTo>
                  <a:pt x="1329360" y="51163"/>
                </a:lnTo>
                <a:lnTo>
                  <a:pt x="1329656" y="51426"/>
                </a:lnTo>
                <a:lnTo>
                  <a:pt x="1329952" y="51689"/>
                </a:lnTo>
                <a:lnTo>
                  <a:pt x="1330248" y="51941"/>
                </a:lnTo>
                <a:lnTo>
                  <a:pt x="1330542" y="52182"/>
                </a:lnTo>
                <a:lnTo>
                  <a:pt x="1330835" y="52411"/>
                </a:lnTo>
                <a:lnTo>
                  <a:pt x="1331126" y="52630"/>
                </a:lnTo>
                <a:lnTo>
                  <a:pt x="1331417" y="52837"/>
                </a:lnTo>
                <a:lnTo>
                  <a:pt x="1331706" y="53033"/>
                </a:lnTo>
                <a:lnTo>
                  <a:pt x="1331994" y="53217"/>
                </a:lnTo>
                <a:lnTo>
                  <a:pt x="1332281" y="53391"/>
                </a:lnTo>
                <a:lnTo>
                  <a:pt x="1332567" y="53553"/>
                </a:lnTo>
                <a:lnTo>
                  <a:pt x="1332852" y="53705"/>
                </a:lnTo>
                <a:lnTo>
                  <a:pt x="1333135" y="53845"/>
                </a:lnTo>
                <a:lnTo>
                  <a:pt x="1333418" y="53973"/>
                </a:lnTo>
                <a:lnTo>
                  <a:pt x="1333699" y="54091"/>
                </a:lnTo>
                <a:lnTo>
                  <a:pt x="1333979" y="54197"/>
                </a:lnTo>
                <a:lnTo>
                  <a:pt x="1334257" y="54292"/>
                </a:lnTo>
                <a:lnTo>
                  <a:pt x="1334535" y="54376"/>
                </a:lnTo>
                <a:lnTo>
                  <a:pt x="1334811" y="54449"/>
                </a:lnTo>
                <a:lnTo>
                  <a:pt x="1335087" y="54511"/>
                </a:lnTo>
                <a:lnTo>
                  <a:pt x="1335361" y="54561"/>
                </a:lnTo>
                <a:lnTo>
                  <a:pt x="1335633" y="54600"/>
                </a:lnTo>
                <a:lnTo>
                  <a:pt x="1335905" y="54628"/>
                </a:lnTo>
                <a:lnTo>
                  <a:pt x="1336176" y="54645"/>
                </a:lnTo>
                <a:lnTo>
                  <a:pt x="1336445" y="54651"/>
                </a:lnTo>
                <a:lnTo>
                  <a:pt x="1336747" y="54646"/>
                </a:lnTo>
                <a:lnTo>
                  <a:pt x="1337046" y="54633"/>
                </a:lnTo>
                <a:lnTo>
                  <a:pt x="1337341" y="54610"/>
                </a:lnTo>
                <a:lnTo>
                  <a:pt x="1337632" y="54579"/>
                </a:lnTo>
                <a:lnTo>
                  <a:pt x="1337919" y="54538"/>
                </a:lnTo>
                <a:lnTo>
                  <a:pt x="1338203" y="54488"/>
                </a:lnTo>
                <a:lnTo>
                  <a:pt x="1338483" y="54430"/>
                </a:lnTo>
                <a:lnTo>
                  <a:pt x="1338760" y="54362"/>
                </a:lnTo>
                <a:lnTo>
                  <a:pt x="1339032" y="54286"/>
                </a:lnTo>
                <a:lnTo>
                  <a:pt x="1339302" y="54200"/>
                </a:lnTo>
                <a:lnTo>
                  <a:pt x="1339567" y="54105"/>
                </a:lnTo>
                <a:lnTo>
                  <a:pt x="1339829" y="54002"/>
                </a:lnTo>
                <a:lnTo>
                  <a:pt x="1340087" y="53889"/>
                </a:lnTo>
                <a:lnTo>
                  <a:pt x="1340341" y="53767"/>
                </a:lnTo>
                <a:lnTo>
                  <a:pt x="1340592" y="53637"/>
                </a:lnTo>
                <a:lnTo>
                  <a:pt x="1340839" y="53497"/>
                </a:lnTo>
                <a:lnTo>
                  <a:pt x="1341082" y="53348"/>
                </a:lnTo>
                <a:lnTo>
                  <a:pt x="1341322" y="53190"/>
                </a:lnTo>
                <a:lnTo>
                  <a:pt x="1341558" y="53024"/>
                </a:lnTo>
                <a:lnTo>
                  <a:pt x="1341790" y="52848"/>
                </a:lnTo>
                <a:lnTo>
                  <a:pt x="1342019" y="52663"/>
                </a:lnTo>
                <a:lnTo>
                  <a:pt x="1342243" y="52469"/>
                </a:lnTo>
                <a:lnTo>
                  <a:pt x="1342465" y="52266"/>
                </a:lnTo>
                <a:lnTo>
                  <a:pt x="1342682" y="52054"/>
                </a:lnTo>
                <a:lnTo>
                  <a:pt x="1342893" y="51836"/>
                </a:lnTo>
                <a:lnTo>
                  <a:pt x="1343096" y="51613"/>
                </a:lnTo>
                <a:lnTo>
                  <a:pt x="1343289" y="51387"/>
                </a:lnTo>
                <a:lnTo>
                  <a:pt x="1343473" y="51156"/>
                </a:lnTo>
                <a:lnTo>
                  <a:pt x="1343648" y="50922"/>
                </a:lnTo>
                <a:lnTo>
                  <a:pt x="1343815" y="50683"/>
                </a:lnTo>
                <a:lnTo>
                  <a:pt x="1343972" y="50441"/>
                </a:lnTo>
                <a:lnTo>
                  <a:pt x="1344120" y="50194"/>
                </a:lnTo>
                <a:lnTo>
                  <a:pt x="1344259" y="49944"/>
                </a:lnTo>
                <a:lnTo>
                  <a:pt x="1344390" y="49689"/>
                </a:lnTo>
                <a:lnTo>
                  <a:pt x="1344511" y="49431"/>
                </a:lnTo>
                <a:lnTo>
                  <a:pt x="1344623" y="49169"/>
                </a:lnTo>
                <a:lnTo>
                  <a:pt x="1344727" y="48902"/>
                </a:lnTo>
                <a:lnTo>
                  <a:pt x="1344821" y="48632"/>
                </a:lnTo>
                <a:lnTo>
                  <a:pt x="1344906" y="48357"/>
                </a:lnTo>
                <a:lnTo>
                  <a:pt x="1344983" y="48079"/>
                </a:lnTo>
                <a:lnTo>
                  <a:pt x="1345050" y="47797"/>
                </a:lnTo>
                <a:lnTo>
                  <a:pt x="1345109" y="47510"/>
                </a:lnTo>
                <a:lnTo>
                  <a:pt x="1345158" y="47220"/>
                </a:lnTo>
                <a:lnTo>
                  <a:pt x="1345199" y="46926"/>
                </a:lnTo>
                <a:lnTo>
                  <a:pt x="1345230" y="46627"/>
                </a:lnTo>
                <a:lnTo>
                  <a:pt x="1345252" y="46325"/>
                </a:lnTo>
                <a:lnTo>
                  <a:pt x="1345266" y="46019"/>
                </a:lnTo>
                <a:lnTo>
                  <a:pt x="1345270" y="45708"/>
                </a:lnTo>
                <a:lnTo>
                  <a:pt x="1345261" y="45340"/>
                </a:lnTo>
                <a:lnTo>
                  <a:pt x="1345233" y="44971"/>
                </a:lnTo>
                <a:lnTo>
                  <a:pt x="1345186" y="44604"/>
                </a:lnTo>
                <a:lnTo>
                  <a:pt x="1345120" y="44237"/>
                </a:lnTo>
                <a:lnTo>
                  <a:pt x="1345035" y="43871"/>
                </a:lnTo>
                <a:lnTo>
                  <a:pt x="1344931" y="43505"/>
                </a:lnTo>
                <a:lnTo>
                  <a:pt x="1344808" y="43139"/>
                </a:lnTo>
                <a:lnTo>
                  <a:pt x="1344667" y="42775"/>
                </a:lnTo>
                <a:lnTo>
                  <a:pt x="1344507" y="42411"/>
                </a:lnTo>
                <a:lnTo>
                  <a:pt x="1344328" y="42047"/>
                </a:lnTo>
                <a:lnTo>
                  <a:pt x="1344130" y="41684"/>
                </a:lnTo>
                <a:lnTo>
                  <a:pt x="1343913" y="41322"/>
                </a:lnTo>
                <a:lnTo>
                  <a:pt x="1343677" y="40960"/>
                </a:lnTo>
                <a:lnTo>
                  <a:pt x="1343422" y="40599"/>
                </a:lnTo>
                <a:lnTo>
                  <a:pt x="1343149" y="40239"/>
                </a:lnTo>
                <a:lnTo>
                  <a:pt x="1342857" y="39879"/>
                </a:lnTo>
                <a:lnTo>
                  <a:pt x="1342545" y="39520"/>
                </a:lnTo>
                <a:lnTo>
                  <a:pt x="1342215" y="39161"/>
                </a:lnTo>
                <a:lnTo>
                  <a:pt x="1341867" y="38803"/>
                </a:lnTo>
                <a:lnTo>
                  <a:pt x="1341499" y="38445"/>
                </a:lnTo>
                <a:lnTo>
                  <a:pt x="1341112" y="38088"/>
                </a:lnTo>
                <a:lnTo>
                  <a:pt x="1340707" y="37732"/>
                </a:lnTo>
                <a:lnTo>
                  <a:pt x="1340282" y="37376"/>
                </a:lnTo>
                <a:lnTo>
                  <a:pt x="1339839" y="37021"/>
                </a:lnTo>
                <a:lnTo>
                  <a:pt x="1339174" y="36507"/>
                </a:lnTo>
                <a:lnTo>
                  <a:pt x="1338506" y="36014"/>
                </a:lnTo>
                <a:lnTo>
                  <a:pt x="1337837" y="35544"/>
                </a:lnTo>
                <a:lnTo>
                  <a:pt x="1337166" y="35095"/>
                </a:lnTo>
                <a:lnTo>
                  <a:pt x="1336493" y="34669"/>
                </a:lnTo>
                <a:lnTo>
                  <a:pt x="1335819" y="34264"/>
                </a:lnTo>
                <a:lnTo>
                  <a:pt x="1335143" y="33881"/>
                </a:lnTo>
                <a:lnTo>
                  <a:pt x="1334465" y="33520"/>
                </a:lnTo>
                <a:lnTo>
                  <a:pt x="1333785" y="33181"/>
                </a:lnTo>
                <a:lnTo>
                  <a:pt x="1333103" y="32864"/>
                </a:lnTo>
                <a:lnTo>
                  <a:pt x="1332420" y="32569"/>
                </a:lnTo>
                <a:lnTo>
                  <a:pt x="1331735" y="32295"/>
                </a:lnTo>
                <a:lnTo>
                  <a:pt x="1331048" y="32043"/>
                </a:lnTo>
                <a:lnTo>
                  <a:pt x="1330360" y="31814"/>
                </a:lnTo>
                <a:lnTo>
                  <a:pt x="1329669" y="31606"/>
                </a:lnTo>
                <a:lnTo>
                  <a:pt x="1328977" y="31420"/>
                </a:lnTo>
                <a:lnTo>
                  <a:pt x="1328283" y="31256"/>
                </a:lnTo>
                <a:lnTo>
                  <a:pt x="1327587" y="31114"/>
                </a:lnTo>
                <a:lnTo>
                  <a:pt x="1326890" y="30993"/>
                </a:lnTo>
                <a:lnTo>
                  <a:pt x="1326191" y="30895"/>
                </a:lnTo>
                <a:lnTo>
                  <a:pt x="1325490" y="30818"/>
                </a:lnTo>
                <a:lnTo>
                  <a:pt x="1324787" y="30764"/>
                </a:lnTo>
                <a:lnTo>
                  <a:pt x="1324083" y="30731"/>
                </a:lnTo>
                <a:lnTo>
                  <a:pt x="1323376" y="30720"/>
                </a:lnTo>
                <a:lnTo>
                  <a:pt x="1322915" y="30724"/>
                </a:lnTo>
                <a:lnTo>
                  <a:pt x="1322451" y="30738"/>
                </a:lnTo>
                <a:lnTo>
                  <a:pt x="1321985" y="30761"/>
                </a:lnTo>
                <a:lnTo>
                  <a:pt x="1321515" y="30793"/>
                </a:lnTo>
                <a:lnTo>
                  <a:pt x="1321043" y="30835"/>
                </a:lnTo>
                <a:lnTo>
                  <a:pt x="1320568" y="30885"/>
                </a:lnTo>
                <a:lnTo>
                  <a:pt x="1320090" y="30945"/>
                </a:lnTo>
                <a:lnTo>
                  <a:pt x="1319609" y="31014"/>
                </a:lnTo>
                <a:lnTo>
                  <a:pt x="1319126" y="31092"/>
                </a:lnTo>
                <a:lnTo>
                  <a:pt x="1318640" y="31180"/>
                </a:lnTo>
                <a:lnTo>
                  <a:pt x="1318151" y="31276"/>
                </a:lnTo>
                <a:lnTo>
                  <a:pt x="1317659" y="31382"/>
                </a:lnTo>
                <a:lnTo>
                  <a:pt x="1317164" y="31497"/>
                </a:lnTo>
                <a:lnTo>
                  <a:pt x="1316667" y="31621"/>
                </a:lnTo>
                <a:lnTo>
                  <a:pt x="1316166" y="31755"/>
                </a:lnTo>
                <a:lnTo>
                  <a:pt x="1315663" y="31897"/>
                </a:lnTo>
                <a:lnTo>
                  <a:pt x="1315157" y="32049"/>
                </a:lnTo>
                <a:lnTo>
                  <a:pt x="1314649" y="32210"/>
                </a:lnTo>
                <a:lnTo>
                  <a:pt x="1314137" y="32380"/>
                </a:lnTo>
                <a:lnTo>
                  <a:pt x="1313623" y="32560"/>
                </a:lnTo>
                <a:lnTo>
                  <a:pt x="1313106" y="32748"/>
                </a:lnTo>
                <a:lnTo>
                  <a:pt x="1312586" y="32946"/>
                </a:lnTo>
                <a:lnTo>
                  <a:pt x="1312064" y="33153"/>
                </a:lnTo>
                <a:lnTo>
                  <a:pt x="1311538" y="33369"/>
                </a:lnTo>
                <a:lnTo>
                  <a:pt x="1311003" y="33599"/>
                </a:lnTo>
                <a:lnTo>
                  <a:pt x="1310452" y="33847"/>
                </a:lnTo>
                <a:lnTo>
                  <a:pt x="1309885" y="34113"/>
                </a:lnTo>
                <a:lnTo>
                  <a:pt x="1309302" y="34398"/>
                </a:lnTo>
                <a:lnTo>
                  <a:pt x="1308703" y="34702"/>
                </a:lnTo>
                <a:lnTo>
                  <a:pt x="1308088" y="35023"/>
                </a:lnTo>
                <a:lnTo>
                  <a:pt x="1307457" y="35363"/>
                </a:lnTo>
                <a:lnTo>
                  <a:pt x="1306809" y="35722"/>
                </a:lnTo>
                <a:lnTo>
                  <a:pt x="1306146" y="36099"/>
                </a:lnTo>
                <a:lnTo>
                  <a:pt x="1305467" y="36494"/>
                </a:lnTo>
                <a:lnTo>
                  <a:pt x="1304771" y="36908"/>
                </a:lnTo>
                <a:lnTo>
                  <a:pt x="1304060" y="37340"/>
                </a:lnTo>
                <a:lnTo>
                  <a:pt x="1303332" y="37790"/>
                </a:lnTo>
                <a:lnTo>
                  <a:pt x="1302588" y="38259"/>
                </a:lnTo>
                <a:lnTo>
                  <a:pt x="1301829" y="38746"/>
                </a:lnTo>
                <a:lnTo>
                  <a:pt x="1301053" y="39252"/>
                </a:lnTo>
                <a:lnTo>
                  <a:pt x="1300261" y="39776"/>
                </a:lnTo>
                <a:lnTo>
                  <a:pt x="1299453" y="40318"/>
                </a:lnTo>
                <a:lnTo>
                  <a:pt x="1298629" y="40879"/>
                </a:lnTo>
                <a:lnTo>
                  <a:pt x="1297789" y="41458"/>
                </a:lnTo>
                <a:lnTo>
                  <a:pt x="1296933" y="42055"/>
                </a:lnTo>
                <a:lnTo>
                  <a:pt x="1296061" y="42671"/>
                </a:lnTo>
                <a:lnTo>
                  <a:pt x="1295173" y="43305"/>
                </a:lnTo>
                <a:lnTo>
                  <a:pt x="1294269" y="43958"/>
                </a:lnTo>
                <a:lnTo>
                  <a:pt x="1294269" y="33096"/>
                </a:lnTo>
                <a:lnTo>
                  <a:pt x="1270592" y="33096"/>
                </a:lnTo>
                <a:lnTo>
                  <a:pt x="1270075" y="33100"/>
                </a:lnTo>
                <a:lnTo>
                  <a:pt x="1269571" y="33112"/>
                </a:lnTo>
                <a:lnTo>
                  <a:pt x="1269079" y="33133"/>
                </a:lnTo>
                <a:lnTo>
                  <a:pt x="1268599" y="33162"/>
                </a:lnTo>
                <a:close/>
                <a:moveTo>
                  <a:pt x="1543480" y="50459"/>
                </a:moveTo>
                <a:lnTo>
                  <a:pt x="1543834" y="50405"/>
                </a:lnTo>
                <a:lnTo>
                  <a:pt x="1544181" y="50344"/>
                </a:lnTo>
                <a:lnTo>
                  <a:pt x="1544520" y="50276"/>
                </a:lnTo>
                <a:lnTo>
                  <a:pt x="1544851" y="50200"/>
                </a:lnTo>
                <a:lnTo>
                  <a:pt x="1545174" y="50117"/>
                </a:lnTo>
                <a:lnTo>
                  <a:pt x="1545490" y="50027"/>
                </a:lnTo>
                <a:lnTo>
                  <a:pt x="1545797" y="49930"/>
                </a:lnTo>
                <a:lnTo>
                  <a:pt x="1546097" y="49825"/>
                </a:lnTo>
                <a:lnTo>
                  <a:pt x="1546389" y="49713"/>
                </a:lnTo>
                <a:lnTo>
                  <a:pt x="1546674" y="49594"/>
                </a:lnTo>
                <a:lnTo>
                  <a:pt x="1546950" y="49468"/>
                </a:lnTo>
                <a:lnTo>
                  <a:pt x="1547219" y="49334"/>
                </a:lnTo>
                <a:lnTo>
                  <a:pt x="1547480" y="49194"/>
                </a:lnTo>
                <a:lnTo>
                  <a:pt x="1547733" y="49046"/>
                </a:lnTo>
                <a:lnTo>
                  <a:pt x="1547978" y="48890"/>
                </a:lnTo>
                <a:lnTo>
                  <a:pt x="1548215" y="48728"/>
                </a:lnTo>
                <a:lnTo>
                  <a:pt x="1548445" y="48558"/>
                </a:lnTo>
                <a:lnTo>
                  <a:pt x="1548667" y="48381"/>
                </a:lnTo>
                <a:lnTo>
                  <a:pt x="1548881" y="48196"/>
                </a:lnTo>
                <a:lnTo>
                  <a:pt x="1549087" y="48005"/>
                </a:lnTo>
                <a:lnTo>
                  <a:pt x="1549285" y="47806"/>
                </a:lnTo>
                <a:lnTo>
                  <a:pt x="1549476" y="47602"/>
                </a:lnTo>
                <a:lnTo>
                  <a:pt x="1549658" y="47393"/>
                </a:lnTo>
                <a:lnTo>
                  <a:pt x="1549832" y="47182"/>
                </a:lnTo>
                <a:lnTo>
                  <a:pt x="1549998" y="46966"/>
                </a:lnTo>
                <a:lnTo>
                  <a:pt x="1550156" y="46747"/>
                </a:lnTo>
                <a:lnTo>
                  <a:pt x="1550306" y="46524"/>
                </a:lnTo>
                <a:lnTo>
                  <a:pt x="1550448" y="46297"/>
                </a:lnTo>
                <a:lnTo>
                  <a:pt x="1550582" y="46067"/>
                </a:lnTo>
                <a:lnTo>
                  <a:pt x="1550707" y="45833"/>
                </a:lnTo>
                <a:lnTo>
                  <a:pt x="1550825" y="45595"/>
                </a:lnTo>
                <a:lnTo>
                  <a:pt x="1550934" y="45354"/>
                </a:lnTo>
                <a:lnTo>
                  <a:pt x="1551036" y="45108"/>
                </a:lnTo>
                <a:lnTo>
                  <a:pt x="1551129" y="44860"/>
                </a:lnTo>
                <a:lnTo>
                  <a:pt x="1551214" y="44607"/>
                </a:lnTo>
                <a:lnTo>
                  <a:pt x="1551291" y="44351"/>
                </a:lnTo>
                <a:lnTo>
                  <a:pt x="1551360" y="44091"/>
                </a:lnTo>
                <a:lnTo>
                  <a:pt x="1551420" y="43827"/>
                </a:lnTo>
                <a:lnTo>
                  <a:pt x="1551473" y="43560"/>
                </a:lnTo>
                <a:lnTo>
                  <a:pt x="1551518" y="43289"/>
                </a:lnTo>
                <a:lnTo>
                  <a:pt x="1551554" y="43015"/>
                </a:lnTo>
                <a:lnTo>
                  <a:pt x="1551583" y="42736"/>
                </a:lnTo>
                <a:lnTo>
                  <a:pt x="1551603" y="42454"/>
                </a:lnTo>
                <a:lnTo>
                  <a:pt x="1551615" y="42168"/>
                </a:lnTo>
                <a:lnTo>
                  <a:pt x="1551619" y="41879"/>
                </a:lnTo>
                <a:lnTo>
                  <a:pt x="1551614" y="41555"/>
                </a:lnTo>
                <a:lnTo>
                  <a:pt x="1551600" y="41236"/>
                </a:lnTo>
                <a:lnTo>
                  <a:pt x="1551577" y="40922"/>
                </a:lnTo>
                <a:lnTo>
                  <a:pt x="1551545" y="40613"/>
                </a:lnTo>
                <a:lnTo>
                  <a:pt x="1551503" y="40310"/>
                </a:lnTo>
                <a:lnTo>
                  <a:pt x="1551452" y="40011"/>
                </a:lnTo>
                <a:lnTo>
                  <a:pt x="1551392" y="39718"/>
                </a:lnTo>
                <a:lnTo>
                  <a:pt x="1551322" y="39430"/>
                </a:lnTo>
                <a:lnTo>
                  <a:pt x="1551243" y="39147"/>
                </a:lnTo>
                <a:lnTo>
                  <a:pt x="1551155" y="38870"/>
                </a:lnTo>
                <a:lnTo>
                  <a:pt x="1551057" y="38597"/>
                </a:lnTo>
                <a:lnTo>
                  <a:pt x="1550951" y="38330"/>
                </a:lnTo>
                <a:lnTo>
                  <a:pt x="1550835" y="38068"/>
                </a:lnTo>
                <a:lnTo>
                  <a:pt x="1550709" y="37811"/>
                </a:lnTo>
                <a:lnTo>
                  <a:pt x="1550575" y="37560"/>
                </a:lnTo>
                <a:lnTo>
                  <a:pt x="1550431" y="37313"/>
                </a:lnTo>
                <a:lnTo>
                  <a:pt x="1550278" y="37072"/>
                </a:lnTo>
                <a:lnTo>
                  <a:pt x="1550115" y="36836"/>
                </a:lnTo>
                <a:lnTo>
                  <a:pt x="1549944" y="36605"/>
                </a:lnTo>
                <a:lnTo>
                  <a:pt x="1549763" y="36379"/>
                </a:lnTo>
                <a:lnTo>
                  <a:pt x="1549572" y="36158"/>
                </a:lnTo>
                <a:lnTo>
                  <a:pt x="1549373" y="35943"/>
                </a:lnTo>
                <a:lnTo>
                  <a:pt x="1549164" y="35733"/>
                </a:lnTo>
                <a:lnTo>
                  <a:pt x="1548946" y="35528"/>
                </a:lnTo>
                <a:lnTo>
                  <a:pt x="1548717" y="35329"/>
                </a:lnTo>
                <a:lnTo>
                  <a:pt x="1548475" y="35139"/>
                </a:lnTo>
                <a:lnTo>
                  <a:pt x="1548221" y="34958"/>
                </a:lnTo>
                <a:lnTo>
                  <a:pt x="1547955" y="34785"/>
                </a:lnTo>
                <a:lnTo>
                  <a:pt x="1547676" y="34620"/>
                </a:lnTo>
                <a:lnTo>
                  <a:pt x="1547384" y="34464"/>
                </a:lnTo>
                <a:lnTo>
                  <a:pt x="1547080" y="34316"/>
                </a:lnTo>
                <a:lnTo>
                  <a:pt x="1546763" y="34177"/>
                </a:lnTo>
                <a:lnTo>
                  <a:pt x="1546434" y="34046"/>
                </a:lnTo>
                <a:lnTo>
                  <a:pt x="1546092" y="33923"/>
                </a:lnTo>
                <a:lnTo>
                  <a:pt x="1545738" y="33809"/>
                </a:lnTo>
                <a:lnTo>
                  <a:pt x="1545371" y="33704"/>
                </a:lnTo>
                <a:lnTo>
                  <a:pt x="1544992" y="33607"/>
                </a:lnTo>
                <a:lnTo>
                  <a:pt x="1544600" y="33518"/>
                </a:lnTo>
                <a:lnTo>
                  <a:pt x="1544196" y="33438"/>
                </a:lnTo>
                <a:lnTo>
                  <a:pt x="1543779" y="33366"/>
                </a:lnTo>
                <a:lnTo>
                  <a:pt x="1543349" y="33303"/>
                </a:lnTo>
                <a:lnTo>
                  <a:pt x="1542907" y="33248"/>
                </a:lnTo>
                <a:lnTo>
                  <a:pt x="1542453" y="33201"/>
                </a:lnTo>
                <a:lnTo>
                  <a:pt x="1541986" y="33163"/>
                </a:lnTo>
                <a:lnTo>
                  <a:pt x="1541507" y="33134"/>
                </a:lnTo>
                <a:lnTo>
                  <a:pt x="1541015" y="33113"/>
                </a:lnTo>
                <a:lnTo>
                  <a:pt x="1540510" y="33100"/>
                </a:lnTo>
                <a:lnTo>
                  <a:pt x="1539993" y="33096"/>
                </a:lnTo>
                <a:lnTo>
                  <a:pt x="1523869" y="33096"/>
                </a:lnTo>
                <a:lnTo>
                  <a:pt x="1523352" y="33100"/>
                </a:lnTo>
                <a:lnTo>
                  <a:pt x="1522848" y="33113"/>
                </a:lnTo>
                <a:lnTo>
                  <a:pt x="1522356" y="33134"/>
                </a:lnTo>
                <a:lnTo>
                  <a:pt x="1521876" y="33163"/>
                </a:lnTo>
                <a:lnTo>
                  <a:pt x="1521409" y="33201"/>
                </a:lnTo>
                <a:lnTo>
                  <a:pt x="1520955" y="33248"/>
                </a:lnTo>
                <a:lnTo>
                  <a:pt x="1520513" y="33303"/>
                </a:lnTo>
                <a:lnTo>
                  <a:pt x="1520084" y="33366"/>
                </a:lnTo>
                <a:lnTo>
                  <a:pt x="1519667" y="33438"/>
                </a:lnTo>
                <a:lnTo>
                  <a:pt x="1519262" y="33518"/>
                </a:lnTo>
                <a:lnTo>
                  <a:pt x="1518871" y="33607"/>
                </a:lnTo>
                <a:lnTo>
                  <a:pt x="1518491" y="33704"/>
                </a:lnTo>
                <a:lnTo>
                  <a:pt x="1518124" y="33809"/>
                </a:lnTo>
                <a:lnTo>
                  <a:pt x="1517770" y="33923"/>
                </a:lnTo>
                <a:lnTo>
                  <a:pt x="1517428" y="34046"/>
                </a:lnTo>
                <a:lnTo>
                  <a:pt x="1517099" y="34177"/>
                </a:lnTo>
                <a:lnTo>
                  <a:pt x="1516783" y="34316"/>
                </a:lnTo>
                <a:lnTo>
                  <a:pt x="1516478" y="34464"/>
                </a:lnTo>
                <a:lnTo>
                  <a:pt x="1516187" y="34620"/>
                </a:lnTo>
                <a:lnTo>
                  <a:pt x="1515908" y="34785"/>
                </a:lnTo>
                <a:lnTo>
                  <a:pt x="1515641" y="34958"/>
                </a:lnTo>
                <a:lnTo>
                  <a:pt x="1515387" y="35139"/>
                </a:lnTo>
                <a:lnTo>
                  <a:pt x="1515145" y="35329"/>
                </a:lnTo>
                <a:lnTo>
                  <a:pt x="1514916" y="35528"/>
                </a:lnTo>
                <a:lnTo>
                  <a:pt x="1514698" y="35733"/>
                </a:lnTo>
                <a:lnTo>
                  <a:pt x="1514489" y="35944"/>
                </a:lnTo>
                <a:lnTo>
                  <a:pt x="1514290" y="36161"/>
                </a:lnTo>
                <a:lnTo>
                  <a:pt x="1514100" y="36384"/>
                </a:lnTo>
                <a:lnTo>
                  <a:pt x="1513919" y="36612"/>
                </a:lnTo>
                <a:lnTo>
                  <a:pt x="1513747" y="36846"/>
                </a:lnTo>
                <a:lnTo>
                  <a:pt x="1513585" y="37086"/>
                </a:lnTo>
                <a:lnTo>
                  <a:pt x="1513431" y="37332"/>
                </a:lnTo>
                <a:lnTo>
                  <a:pt x="1513288" y="37584"/>
                </a:lnTo>
                <a:lnTo>
                  <a:pt x="1513153" y="37841"/>
                </a:lnTo>
                <a:lnTo>
                  <a:pt x="1513028" y="38104"/>
                </a:lnTo>
                <a:lnTo>
                  <a:pt x="1512912" y="38373"/>
                </a:lnTo>
                <a:lnTo>
                  <a:pt x="1512805" y="38648"/>
                </a:lnTo>
                <a:lnTo>
                  <a:pt x="1512707" y="38928"/>
                </a:lnTo>
                <a:lnTo>
                  <a:pt x="1512619" y="39215"/>
                </a:lnTo>
                <a:lnTo>
                  <a:pt x="1512540" y="39507"/>
                </a:lnTo>
                <a:lnTo>
                  <a:pt x="1512471" y="39805"/>
                </a:lnTo>
                <a:lnTo>
                  <a:pt x="1512410" y="40108"/>
                </a:lnTo>
                <a:lnTo>
                  <a:pt x="1512359" y="40418"/>
                </a:lnTo>
                <a:lnTo>
                  <a:pt x="1512318" y="40733"/>
                </a:lnTo>
                <a:lnTo>
                  <a:pt x="1512285" y="41054"/>
                </a:lnTo>
                <a:lnTo>
                  <a:pt x="1512262" y="41381"/>
                </a:lnTo>
                <a:lnTo>
                  <a:pt x="1512248" y="41713"/>
                </a:lnTo>
                <a:lnTo>
                  <a:pt x="1512243" y="42051"/>
                </a:lnTo>
                <a:lnTo>
                  <a:pt x="1512251" y="42412"/>
                </a:lnTo>
                <a:lnTo>
                  <a:pt x="1512276" y="42770"/>
                </a:lnTo>
                <a:lnTo>
                  <a:pt x="1512316" y="43123"/>
                </a:lnTo>
                <a:lnTo>
                  <a:pt x="1512373" y="43474"/>
                </a:lnTo>
                <a:lnTo>
                  <a:pt x="1512446" y="43820"/>
                </a:lnTo>
                <a:lnTo>
                  <a:pt x="1512535" y="44163"/>
                </a:lnTo>
                <a:lnTo>
                  <a:pt x="1512640" y="44503"/>
                </a:lnTo>
                <a:lnTo>
                  <a:pt x="1512762" y="44839"/>
                </a:lnTo>
                <a:lnTo>
                  <a:pt x="1512900" y="45171"/>
                </a:lnTo>
                <a:lnTo>
                  <a:pt x="1513054" y="45500"/>
                </a:lnTo>
                <a:lnTo>
                  <a:pt x="1513224" y="45825"/>
                </a:lnTo>
                <a:lnTo>
                  <a:pt x="1513410" y="46147"/>
                </a:lnTo>
                <a:lnTo>
                  <a:pt x="1513613" y="46465"/>
                </a:lnTo>
                <a:lnTo>
                  <a:pt x="1513832" y="46779"/>
                </a:lnTo>
                <a:lnTo>
                  <a:pt x="1514067" y="47090"/>
                </a:lnTo>
                <a:lnTo>
                  <a:pt x="1514318" y="47398"/>
                </a:lnTo>
                <a:lnTo>
                  <a:pt x="1514585" y="47702"/>
                </a:lnTo>
                <a:lnTo>
                  <a:pt x="1514869" y="48002"/>
                </a:lnTo>
                <a:lnTo>
                  <a:pt x="1515169" y="48299"/>
                </a:lnTo>
                <a:lnTo>
                  <a:pt x="1515485" y="48592"/>
                </a:lnTo>
                <a:lnTo>
                  <a:pt x="1515817" y="48881"/>
                </a:lnTo>
                <a:lnTo>
                  <a:pt x="1516165" y="49167"/>
                </a:lnTo>
                <a:lnTo>
                  <a:pt x="1516530" y="49450"/>
                </a:lnTo>
                <a:lnTo>
                  <a:pt x="1516911" y="49729"/>
                </a:lnTo>
                <a:lnTo>
                  <a:pt x="1506430" y="58825"/>
                </a:lnTo>
                <a:lnTo>
                  <a:pt x="1496035" y="49898"/>
                </a:lnTo>
                <a:lnTo>
                  <a:pt x="1496423" y="49632"/>
                </a:lnTo>
                <a:lnTo>
                  <a:pt x="1496794" y="49359"/>
                </a:lnTo>
                <a:lnTo>
                  <a:pt x="1497149" y="49080"/>
                </a:lnTo>
                <a:lnTo>
                  <a:pt x="1497487" y="48794"/>
                </a:lnTo>
                <a:lnTo>
                  <a:pt x="1497809" y="48502"/>
                </a:lnTo>
                <a:lnTo>
                  <a:pt x="1498114" y="48203"/>
                </a:lnTo>
                <a:lnTo>
                  <a:pt x="1498403" y="47898"/>
                </a:lnTo>
                <a:lnTo>
                  <a:pt x="1498675" y="47586"/>
                </a:lnTo>
                <a:lnTo>
                  <a:pt x="1498931" y="47268"/>
                </a:lnTo>
                <a:lnTo>
                  <a:pt x="1499170" y="46943"/>
                </a:lnTo>
                <a:lnTo>
                  <a:pt x="1499393" y="46611"/>
                </a:lnTo>
                <a:lnTo>
                  <a:pt x="1499599" y="46273"/>
                </a:lnTo>
                <a:lnTo>
                  <a:pt x="1499789" y="45929"/>
                </a:lnTo>
                <a:lnTo>
                  <a:pt x="1499962" y="45578"/>
                </a:lnTo>
                <a:lnTo>
                  <a:pt x="1500119" y="45220"/>
                </a:lnTo>
                <a:lnTo>
                  <a:pt x="1500259" y="44856"/>
                </a:lnTo>
                <a:lnTo>
                  <a:pt x="1500383" y="44486"/>
                </a:lnTo>
                <a:lnTo>
                  <a:pt x="1500490" y="44109"/>
                </a:lnTo>
                <a:lnTo>
                  <a:pt x="1500581" y="43725"/>
                </a:lnTo>
                <a:lnTo>
                  <a:pt x="1500655" y="43335"/>
                </a:lnTo>
                <a:lnTo>
                  <a:pt x="1500713" y="42938"/>
                </a:lnTo>
                <a:lnTo>
                  <a:pt x="1500754" y="42535"/>
                </a:lnTo>
                <a:lnTo>
                  <a:pt x="1500779" y="42126"/>
                </a:lnTo>
                <a:lnTo>
                  <a:pt x="1500787" y="41709"/>
                </a:lnTo>
                <a:lnTo>
                  <a:pt x="1500782" y="41399"/>
                </a:lnTo>
                <a:lnTo>
                  <a:pt x="1500768" y="41093"/>
                </a:lnTo>
                <a:lnTo>
                  <a:pt x="1500745" y="40792"/>
                </a:lnTo>
                <a:lnTo>
                  <a:pt x="1500713" y="40495"/>
                </a:lnTo>
                <a:lnTo>
                  <a:pt x="1500671" y="40203"/>
                </a:lnTo>
                <a:lnTo>
                  <a:pt x="1500620" y="39916"/>
                </a:lnTo>
                <a:lnTo>
                  <a:pt x="1500560" y="39633"/>
                </a:lnTo>
                <a:lnTo>
                  <a:pt x="1500490" y="39355"/>
                </a:lnTo>
                <a:lnTo>
                  <a:pt x="1500411" y="39081"/>
                </a:lnTo>
                <a:lnTo>
                  <a:pt x="1500323" y="38812"/>
                </a:lnTo>
                <a:lnTo>
                  <a:pt x="1500226" y="38548"/>
                </a:lnTo>
                <a:lnTo>
                  <a:pt x="1500119" y="38288"/>
                </a:lnTo>
                <a:lnTo>
                  <a:pt x="1500003" y="38032"/>
                </a:lnTo>
                <a:lnTo>
                  <a:pt x="1499877" y="37782"/>
                </a:lnTo>
                <a:lnTo>
                  <a:pt x="1499743" y="37536"/>
                </a:lnTo>
                <a:lnTo>
                  <a:pt x="1499599" y="37294"/>
                </a:lnTo>
                <a:lnTo>
                  <a:pt x="1499446" y="37057"/>
                </a:lnTo>
                <a:lnTo>
                  <a:pt x="1499283" y="36825"/>
                </a:lnTo>
                <a:lnTo>
                  <a:pt x="1499112" y="36597"/>
                </a:lnTo>
                <a:lnTo>
                  <a:pt x="1498931" y="36374"/>
                </a:lnTo>
                <a:lnTo>
                  <a:pt x="1498740" y="36156"/>
                </a:lnTo>
                <a:lnTo>
                  <a:pt x="1498541" y="35942"/>
                </a:lnTo>
                <a:lnTo>
                  <a:pt x="1498332" y="35732"/>
                </a:lnTo>
                <a:lnTo>
                  <a:pt x="1498114" y="35528"/>
                </a:lnTo>
                <a:lnTo>
                  <a:pt x="1497885" y="35329"/>
                </a:lnTo>
                <a:lnTo>
                  <a:pt x="1497643" y="35139"/>
                </a:lnTo>
                <a:lnTo>
                  <a:pt x="1497389" y="34958"/>
                </a:lnTo>
                <a:lnTo>
                  <a:pt x="1497123" y="34785"/>
                </a:lnTo>
                <a:lnTo>
                  <a:pt x="1496844" y="34620"/>
                </a:lnTo>
                <a:lnTo>
                  <a:pt x="1496552" y="34464"/>
                </a:lnTo>
                <a:lnTo>
                  <a:pt x="1496248" y="34316"/>
                </a:lnTo>
                <a:lnTo>
                  <a:pt x="1495931" y="34177"/>
                </a:lnTo>
                <a:lnTo>
                  <a:pt x="1495602" y="34046"/>
                </a:lnTo>
                <a:lnTo>
                  <a:pt x="1495260" y="33923"/>
                </a:lnTo>
                <a:lnTo>
                  <a:pt x="1494906" y="33809"/>
                </a:lnTo>
                <a:lnTo>
                  <a:pt x="1494539" y="33704"/>
                </a:lnTo>
                <a:lnTo>
                  <a:pt x="1494160" y="33607"/>
                </a:lnTo>
                <a:lnTo>
                  <a:pt x="1493768" y="33518"/>
                </a:lnTo>
                <a:lnTo>
                  <a:pt x="1493364" y="33438"/>
                </a:lnTo>
                <a:lnTo>
                  <a:pt x="1492947" y="33366"/>
                </a:lnTo>
                <a:lnTo>
                  <a:pt x="1492517" y="33303"/>
                </a:lnTo>
                <a:lnTo>
                  <a:pt x="1492076" y="33248"/>
                </a:lnTo>
                <a:lnTo>
                  <a:pt x="1491621" y="33201"/>
                </a:lnTo>
                <a:lnTo>
                  <a:pt x="1491154" y="33163"/>
                </a:lnTo>
                <a:lnTo>
                  <a:pt x="1490675" y="33134"/>
                </a:lnTo>
                <a:lnTo>
                  <a:pt x="1490183" y="33113"/>
                </a:lnTo>
                <a:lnTo>
                  <a:pt x="1489678" y="33100"/>
                </a:lnTo>
                <a:lnTo>
                  <a:pt x="1489161" y="33096"/>
                </a:lnTo>
                <a:lnTo>
                  <a:pt x="1472868" y="33096"/>
                </a:lnTo>
                <a:lnTo>
                  <a:pt x="1472351" y="33100"/>
                </a:lnTo>
                <a:lnTo>
                  <a:pt x="1471846" y="33113"/>
                </a:lnTo>
                <a:lnTo>
                  <a:pt x="1471354" y="33134"/>
                </a:lnTo>
                <a:lnTo>
                  <a:pt x="1470875" y="33163"/>
                </a:lnTo>
                <a:lnTo>
                  <a:pt x="1470408" y="33201"/>
                </a:lnTo>
                <a:lnTo>
                  <a:pt x="1469953" y="33248"/>
                </a:lnTo>
                <a:lnTo>
                  <a:pt x="1469511" y="33303"/>
                </a:lnTo>
                <a:lnTo>
                  <a:pt x="1469082" y="33366"/>
                </a:lnTo>
                <a:lnTo>
                  <a:pt x="1468665" y="33438"/>
                </a:lnTo>
                <a:lnTo>
                  <a:pt x="1468261" y="33518"/>
                </a:lnTo>
                <a:lnTo>
                  <a:pt x="1467869" y="33607"/>
                </a:lnTo>
                <a:lnTo>
                  <a:pt x="1467490" y="33704"/>
                </a:lnTo>
                <a:lnTo>
                  <a:pt x="1467123" y="33809"/>
                </a:lnTo>
                <a:lnTo>
                  <a:pt x="1466769" y="33923"/>
                </a:lnTo>
                <a:lnTo>
                  <a:pt x="1466427" y="34046"/>
                </a:lnTo>
                <a:lnTo>
                  <a:pt x="1466098" y="34177"/>
                </a:lnTo>
                <a:lnTo>
                  <a:pt x="1465781" y="34316"/>
                </a:lnTo>
                <a:lnTo>
                  <a:pt x="1465477" y="34464"/>
                </a:lnTo>
                <a:lnTo>
                  <a:pt x="1465185" y="34620"/>
                </a:lnTo>
                <a:lnTo>
                  <a:pt x="1464906" y="34785"/>
                </a:lnTo>
                <a:lnTo>
                  <a:pt x="1464639" y="34958"/>
                </a:lnTo>
                <a:lnTo>
                  <a:pt x="1464385" y="35139"/>
                </a:lnTo>
                <a:lnTo>
                  <a:pt x="1464144" y="35329"/>
                </a:lnTo>
                <a:lnTo>
                  <a:pt x="1463915" y="35528"/>
                </a:lnTo>
                <a:lnTo>
                  <a:pt x="1463697" y="35733"/>
                </a:lnTo>
                <a:lnTo>
                  <a:pt x="1463488" y="35942"/>
                </a:lnTo>
                <a:lnTo>
                  <a:pt x="1463288" y="36157"/>
                </a:lnTo>
                <a:lnTo>
                  <a:pt x="1463098" y="36377"/>
                </a:lnTo>
                <a:lnTo>
                  <a:pt x="1462917" y="36601"/>
                </a:lnTo>
                <a:lnTo>
                  <a:pt x="1462745" y="36830"/>
                </a:lnTo>
                <a:lnTo>
                  <a:pt x="1462583" y="37065"/>
                </a:lnTo>
                <a:lnTo>
                  <a:pt x="1462430" y="37304"/>
                </a:lnTo>
                <a:lnTo>
                  <a:pt x="1462286" y="37548"/>
                </a:lnTo>
                <a:lnTo>
                  <a:pt x="1462151" y="37796"/>
                </a:lnTo>
                <a:lnTo>
                  <a:pt x="1462026" y="38050"/>
                </a:lnTo>
                <a:lnTo>
                  <a:pt x="1461910" y="38309"/>
                </a:lnTo>
                <a:lnTo>
                  <a:pt x="1461803" y="38572"/>
                </a:lnTo>
                <a:lnTo>
                  <a:pt x="1461706" y="38841"/>
                </a:lnTo>
                <a:lnTo>
                  <a:pt x="1461618" y="39114"/>
                </a:lnTo>
                <a:lnTo>
                  <a:pt x="1461539" y="39392"/>
                </a:lnTo>
                <a:lnTo>
                  <a:pt x="1461469" y="39676"/>
                </a:lnTo>
                <a:lnTo>
                  <a:pt x="1461409" y="39964"/>
                </a:lnTo>
                <a:lnTo>
                  <a:pt x="1461358" y="40256"/>
                </a:lnTo>
                <a:lnTo>
                  <a:pt x="1461316" y="40554"/>
                </a:lnTo>
                <a:lnTo>
                  <a:pt x="1461283" y="40857"/>
                </a:lnTo>
                <a:lnTo>
                  <a:pt x="1461260" y="41164"/>
                </a:lnTo>
                <a:lnTo>
                  <a:pt x="1461246" y="41477"/>
                </a:lnTo>
                <a:lnTo>
                  <a:pt x="1461242" y="41794"/>
                </a:lnTo>
                <a:lnTo>
                  <a:pt x="1461246" y="42091"/>
                </a:lnTo>
                <a:lnTo>
                  <a:pt x="1461258" y="42383"/>
                </a:lnTo>
                <a:lnTo>
                  <a:pt x="1461278" y="42671"/>
                </a:lnTo>
                <a:lnTo>
                  <a:pt x="1461306" y="42956"/>
                </a:lnTo>
                <a:lnTo>
                  <a:pt x="1461343" y="43236"/>
                </a:lnTo>
                <a:lnTo>
                  <a:pt x="1461388" y="43512"/>
                </a:lnTo>
                <a:lnTo>
                  <a:pt x="1461440" y="43785"/>
                </a:lnTo>
                <a:lnTo>
                  <a:pt x="1461501" y="44053"/>
                </a:lnTo>
                <a:lnTo>
                  <a:pt x="1461570" y="44318"/>
                </a:lnTo>
                <a:lnTo>
                  <a:pt x="1461647" y="44578"/>
                </a:lnTo>
                <a:lnTo>
                  <a:pt x="1461732" y="44835"/>
                </a:lnTo>
                <a:lnTo>
                  <a:pt x="1461825" y="45087"/>
                </a:lnTo>
                <a:lnTo>
                  <a:pt x="1461926" y="45336"/>
                </a:lnTo>
                <a:lnTo>
                  <a:pt x="1462036" y="45580"/>
                </a:lnTo>
                <a:lnTo>
                  <a:pt x="1462153" y="45821"/>
                </a:lnTo>
                <a:lnTo>
                  <a:pt x="1462279" y="46057"/>
                </a:lnTo>
                <a:lnTo>
                  <a:pt x="1462413" y="46290"/>
                </a:lnTo>
                <a:lnTo>
                  <a:pt x="1462554" y="46518"/>
                </a:lnTo>
                <a:lnTo>
                  <a:pt x="1462704" y="46743"/>
                </a:lnTo>
                <a:lnTo>
                  <a:pt x="1462862" y="46964"/>
                </a:lnTo>
                <a:lnTo>
                  <a:pt x="1463028" y="47180"/>
                </a:lnTo>
                <a:lnTo>
                  <a:pt x="1463203" y="47393"/>
                </a:lnTo>
                <a:lnTo>
                  <a:pt x="1463385" y="47601"/>
                </a:lnTo>
                <a:lnTo>
                  <a:pt x="1463575" y="47806"/>
                </a:lnTo>
                <a:lnTo>
                  <a:pt x="1463774" y="48005"/>
                </a:lnTo>
                <a:lnTo>
                  <a:pt x="1463979" y="48196"/>
                </a:lnTo>
                <a:lnTo>
                  <a:pt x="1464193" y="48381"/>
                </a:lnTo>
                <a:lnTo>
                  <a:pt x="1464413" y="48558"/>
                </a:lnTo>
                <a:lnTo>
                  <a:pt x="1464642" y="48728"/>
                </a:lnTo>
                <a:lnTo>
                  <a:pt x="1464877" y="48890"/>
                </a:lnTo>
                <a:lnTo>
                  <a:pt x="1465121" y="49046"/>
                </a:lnTo>
                <a:lnTo>
                  <a:pt x="1465372" y="49194"/>
                </a:lnTo>
                <a:lnTo>
                  <a:pt x="1465630" y="49334"/>
                </a:lnTo>
                <a:lnTo>
                  <a:pt x="1465896" y="49468"/>
                </a:lnTo>
                <a:lnTo>
                  <a:pt x="1466169" y="49594"/>
                </a:lnTo>
                <a:lnTo>
                  <a:pt x="1466450" y="49713"/>
                </a:lnTo>
                <a:lnTo>
                  <a:pt x="1466738" y="49825"/>
                </a:lnTo>
                <a:lnTo>
                  <a:pt x="1467034" y="49930"/>
                </a:lnTo>
                <a:lnTo>
                  <a:pt x="1467338" y="50027"/>
                </a:lnTo>
                <a:lnTo>
                  <a:pt x="1467649" y="50117"/>
                </a:lnTo>
                <a:lnTo>
                  <a:pt x="1467967" y="50200"/>
                </a:lnTo>
                <a:lnTo>
                  <a:pt x="1468293" y="50276"/>
                </a:lnTo>
                <a:lnTo>
                  <a:pt x="1468627" y="50344"/>
                </a:lnTo>
                <a:lnTo>
                  <a:pt x="1468968" y="50405"/>
                </a:lnTo>
                <a:lnTo>
                  <a:pt x="1469316" y="50459"/>
                </a:lnTo>
                <a:lnTo>
                  <a:pt x="1469672" y="50506"/>
                </a:lnTo>
                <a:lnTo>
                  <a:pt x="1470036" y="50545"/>
                </a:lnTo>
                <a:lnTo>
                  <a:pt x="1470407" y="50577"/>
                </a:lnTo>
                <a:lnTo>
                  <a:pt x="1493298" y="70223"/>
                </a:lnTo>
                <a:lnTo>
                  <a:pt x="1467437" y="92669"/>
                </a:lnTo>
                <a:lnTo>
                  <a:pt x="1467045" y="92694"/>
                </a:lnTo>
                <a:lnTo>
                  <a:pt x="1466661" y="92726"/>
                </a:lnTo>
                <a:lnTo>
                  <a:pt x="1466286" y="92766"/>
                </a:lnTo>
                <a:lnTo>
                  <a:pt x="1465918" y="92814"/>
                </a:lnTo>
                <a:lnTo>
                  <a:pt x="1465560" y="92869"/>
                </a:lnTo>
                <a:lnTo>
                  <a:pt x="1465209" y="92932"/>
                </a:lnTo>
                <a:lnTo>
                  <a:pt x="1464867" y="93002"/>
                </a:lnTo>
                <a:lnTo>
                  <a:pt x="1464532" y="93080"/>
                </a:lnTo>
                <a:lnTo>
                  <a:pt x="1464207" y="93166"/>
                </a:lnTo>
                <a:lnTo>
                  <a:pt x="1463889" y="93259"/>
                </a:lnTo>
                <a:lnTo>
                  <a:pt x="1463579" y="93359"/>
                </a:lnTo>
                <a:lnTo>
                  <a:pt x="1463278" y="93467"/>
                </a:lnTo>
                <a:lnTo>
                  <a:pt x="1462985" y="93583"/>
                </a:lnTo>
                <a:lnTo>
                  <a:pt x="1462701" y="93706"/>
                </a:lnTo>
                <a:lnTo>
                  <a:pt x="1462424" y="93837"/>
                </a:lnTo>
                <a:lnTo>
                  <a:pt x="1462156" y="93976"/>
                </a:lnTo>
                <a:lnTo>
                  <a:pt x="1461896" y="94122"/>
                </a:lnTo>
                <a:lnTo>
                  <a:pt x="1461645" y="94275"/>
                </a:lnTo>
                <a:lnTo>
                  <a:pt x="1461401" y="94436"/>
                </a:lnTo>
                <a:lnTo>
                  <a:pt x="1461166" y="94605"/>
                </a:lnTo>
                <a:lnTo>
                  <a:pt x="1460939" y="94781"/>
                </a:lnTo>
                <a:lnTo>
                  <a:pt x="1460721" y="94965"/>
                </a:lnTo>
                <a:lnTo>
                  <a:pt x="1460510" y="95156"/>
                </a:lnTo>
                <a:lnTo>
                  <a:pt x="1460308" y="95355"/>
                </a:lnTo>
                <a:lnTo>
                  <a:pt x="1460114" y="95559"/>
                </a:lnTo>
                <a:lnTo>
                  <a:pt x="1459929" y="95768"/>
                </a:lnTo>
                <a:lnTo>
                  <a:pt x="1459751" y="95980"/>
                </a:lnTo>
                <a:lnTo>
                  <a:pt x="1459582" y="96197"/>
                </a:lnTo>
                <a:lnTo>
                  <a:pt x="1459421" y="96417"/>
                </a:lnTo>
                <a:lnTo>
                  <a:pt x="1459269" y="96642"/>
                </a:lnTo>
                <a:lnTo>
                  <a:pt x="1459124" y="96870"/>
                </a:lnTo>
                <a:lnTo>
                  <a:pt x="1458988" y="97103"/>
                </a:lnTo>
                <a:lnTo>
                  <a:pt x="1458860" y="97339"/>
                </a:lnTo>
                <a:lnTo>
                  <a:pt x="1458741" y="97580"/>
                </a:lnTo>
                <a:lnTo>
                  <a:pt x="1458629" y="97824"/>
                </a:lnTo>
                <a:lnTo>
                  <a:pt x="1458526" y="98073"/>
                </a:lnTo>
                <a:lnTo>
                  <a:pt x="1458431" y="98325"/>
                </a:lnTo>
                <a:lnTo>
                  <a:pt x="1458345" y="98582"/>
                </a:lnTo>
                <a:lnTo>
                  <a:pt x="1458266" y="98842"/>
                </a:lnTo>
                <a:lnTo>
                  <a:pt x="1458196" y="99107"/>
                </a:lnTo>
                <a:lnTo>
                  <a:pt x="1458134" y="99375"/>
                </a:lnTo>
                <a:lnTo>
                  <a:pt x="1458081" y="99648"/>
                </a:lnTo>
                <a:lnTo>
                  <a:pt x="1458035" y="99924"/>
                </a:lnTo>
                <a:lnTo>
                  <a:pt x="1457998" y="100205"/>
                </a:lnTo>
                <a:lnTo>
                  <a:pt x="1457969" y="100489"/>
                </a:lnTo>
                <a:lnTo>
                  <a:pt x="1457949" y="100778"/>
                </a:lnTo>
                <a:lnTo>
                  <a:pt x="1457936" y="101070"/>
                </a:lnTo>
                <a:lnTo>
                  <a:pt x="1457932" y="101367"/>
                </a:lnTo>
                <a:lnTo>
                  <a:pt x="1457937" y="101691"/>
                </a:lnTo>
                <a:lnTo>
                  <a:pt x="1457951" y="102010"/>
                </a:lnTo>
                <a:lnTo>
                  <a:pt x="1457974" y="102324"/>
                </a:lnTo>
                <a:lnTo>
                  <a:pt x="1458006" y="102633"/>
                </a:lnTo>
                <a:lnTo>
                  <a:pt x="1458048" y="102936"/>
                </a:lnTo>
                <a:lnTo>
                  <a:pt x="1458099" y="103235"/>
                </a:lnTo>
                <a:lnTo>
                  <a:pt x="1458159" y="103528"/>
                </a:lnTo>
                <a:lnTo>
                  <a:pt x="1458229" y="103816"/>
                </a:lnTo>
                <a:lnTo>
                  <a:pt x="1458308" y="104099"/>
                </a:lnTo>
                <a:lnTo>
                  <a:pt x="1458396" y="104377"/>
                </a:lnTo>
                <a:lnTo>
                  <a:pt x="1458494" y="104649"/>
                </a:lnTo>
                <a:lnTo>
                  <a:pt x="1458600" y="104916"/>
                </a:lnTo>
                <a:lnTo>
                  <a:pt x="1458716" y="105179"/>
                </a:lnTo>
                <a:lnTo>
                  <a:pt x="1458842" y="105436"/>
                </a:lnTo>
                <a:lnTo>
                  <a:pt x="1458976" y="105687"/>
                </a:lnTo>
                <a:lnTo>
                  <a:pt x="1459120" y="105934"/>
                </a:lnTo>
                <a:lnTo>
                  <a:pt x="1459273" y="106176"/>
                </a:lnTo>
                <a:lnTo>
                  <a:pt x="1459436" y="106412"/>
                </a:lnTo>
                <a:lnTo>
                  <a:pt x="1459607" y="106643"/>
                </a:lnTo>
                <a:lnTo>
                  <a:pt x="1459788" y="106869"/>
                </a:lnTo>
                <a:lnTo>
                  <a:pt x="1459979" y="107090"/>
                </a:lnTo>
                <a:lnTo>
                  <a:pt x="1460178" y="107305"/>
                </a:lnTo>
                <a:lnTo>
                  <a:pt x="1460387" y="107516"/>
                </a:lnTo>
                <a:lnTo>
                  <a:pt x="1460605" y="107721"/>
                </a:lnTo>
                <a:lnTo>
                  <a:pt x="1460834" y="107919"/>
                </a:lnTo>
                <a:lnTo>
                  <a:pt x="1461076" y="108109"/>
                </a:lnTo>
                <a:lnTo>
                  <a:pt x="1461330" y="108290"/>
                </a:lnTo>
                <a:lnTo>
                  <a:pt x="1461596" y="108463"/>
                </a:lnTo>
                <a:lnTo>
                  <a:pt x="1461876" y="108628"/>
                </a:lnTo>
                <a:lnTo>
                  <a:pt x="1462167" y="108784"/>
                </a:lnTo>
                <a:lnTo>
                  <a:pt x="1462471" y="108931"/>
                </a:lnTo>
                <a:lnTo>
                  <a:pt x="1462788" y="109070"/>
                </a:lnTo>
                <a:lnTo>
                  <a:pt x="1463117" y="109201"/>
                </a:lnTo>
                <a:lnTo>
                  <a:pt x="1463459" y="109323"/>
                </a:lnTo>
                <a:lnTo>
                  <a:pt x="1463813" y="109437"/>
                </a:lnTo>
                <a:lnTo>
                  <a:pt x="1464180" y="109543"/>
                </a:lnTo>
                <a:lnTo>
                  <a:pt x="1464559" y="109640"/>
                </a:lnTo>
                <a:lnTo>
                  <a:pt x="1464951" y="109728"/>
                </a:lnTo>
                <a:lnTo>
                  <a:pt x="1465355" y="109808"/>
                </a:lnTo>
                <a:lnTo>
                  <a:pt x="1465772" y="109880"/>
                </a:lnTo>
                <a:lnTo>
                  <a:pt x="1466202" y="109943"/>
                </a:lnTo>
                <a:lnTo>
                  <a:pt x="1466644" y="109998"/>
                </a:lnTo>
                <a:lnTo>
                  <a:pt x="1467098" y="110045"/>
                </a:lnTo>
                <a:lnTo>
                  <a:pt x="1467565" y="110083"/>
                </a:lnTo>
                <a:lnTo>
                  <a:pt x="1468045" y="110112"/>
                </a:lnTo>
                <a:lnTo>
                  <a:pt x="1468537" y="110133"/>
                </a:lnTo>
                <a:lnTo>
                  <a:pt x="1469041" y="110146"/>
                </a:lnTo>
                <a:lnTo>
                  <a:pt x="1469558" y="110150"/>
                </a:lnTo>
                <a:lnTo>
                  <a:pt x="1489161" y="110150"/>
                </a:lnTo>
                <a:lnTo>
                  <a:pt x="1489678" y="110146"/>
                </a:lnTo>
                <a:lnTo>
                  <a:pt x="1490182" y="110133"/>
                </a:lnTo>
                <a:lnTo>
                  <a:pt x="1490674" y="110112"/>
                </a:lnTo>
                <a:lnTo>
                  <a:pt x="1491153" y="110083"/>
                </a:lnTo>
                <a:lnTo>
                  <a:pt x="1491619" y="110045"/>
                </a:lnTo>
                <a:lnTo>
                  <a:pt x="1492073" y="109998"/>
                </a:lnTo>
                <a:lnTo>
                  <a:pt x="1492514" y="109943"/>
                </a:lnTo>
                <a:lnTo>
                  <a:pt x="1492942" y="109880"/>
                </a:lnTo>
                <a:lnTo>
                  <a:pt x="1493358" y="109808"/>
                </a:lnTo>
                <a:lnTo>
                  <a:pt x="1493761" y="109728"/>
                </a:lnTo>
                <a:lnTo>
                  <a:pt x="1494151" y="109640"/>
                </a:lnTo>
                <a:lnTo>
                  <a:pt x="1494529" y="109543"/>
                </a:lnTo>
                <a:lnTo>
                  <a:pt x="1494893" y="109437"/>
                </a:lnTo>
                <a:lnTo>
                  <a:pt x="1495246" y="109323"/>
                </a:lnTo>
                <a:lnTo>
                  <a:pt x="1495585" y="109201"/>
                </a:lnTo>
                <a:lnTo>
                  <a:pt x="1495912" y="109070"/>
                </a:lnTo>
                <a:lnTo>
                  <a:pt x="1496226" y="108931"/>
                </a:lnTo>
                <a:lnTo>
                  <a:pt x="1496528" y="108784"/>
                </a:lnTo>
                <a:lnTo>
                  <a:pt x="1496817" y="108628"/>
                </a:lnTo>
                <a:lnTo>
                  <a:pt x="1497093" y="108463"/>
                </a:lnTo>
                <a:lnTo>
                  <a:pt x="1497357" y="108290"/>
                </a:lnTo>
                <a:lnTo>
                  <a:pt x="1497608" y="108109"/>
                </a:lnTo>
                <a:lnTo>
                  <a:pt x="1497846" y="107919"/>
                </a:lnTo>
                <a:lnTo>
                  <a:pt x="1498071" y="107721"/>
                </a:lnTo>
                <a:lnTo>
                  <a:pt x="1498286" y="107515"/>
                </a:lnTo>
                <a:lnTo>
                  <a:pt x="1498492" y="107305"/>
                </a:lnTo>
                <a:lnTo>
                  <a:pt x="1498688" y="107088"/>
                </a:lnTo>
                <a:lnTo>
                  <a:pt x="1498875" y="106866"/>
                </a:lnTo>
                <a:lnTo>
                  <a:pt x="1499053" y="106639"/>
                </a:lnTo>
                <a:lnTo>
                  <a:pt x="1499222" y="106406"/>
                </a:lnTo>
                <a:lnTo>
                  <a:pt x="1499382" y="106168"/>
                </a:lnTo>
                <a:lnTo>
                  <a:pt x="1499533" y="105925"/>
                </a:lnTo>
                <a:lnTo>
                  <a:pt x="1499675" y="105675"/>
                </a:lnTo>
                <a:lnTo>
                  <a:pt x="1499807" y="105421"/>
                </a:lnTo>
                <a:lnTo>
                  <a:pt x="1499930" y="105161"/>
                </a:lnTo>
                <a:lnTo>
                  <a:pt x="1500045" y="104895"/>
                </a:lnTo>
                <a:lnTo>
                  <a:pt x="1500150" y="104624"/>
                </a:lnTo>
                <a:lnTo>
                  <a:pt x="1500245" y="104348"/>
                </a:lnTo>
                <a:lnTo>
                  <a:pt x="1500332" y="104066"/>
                </a:lnTo>
                <a:lnTo>
                  <a:pt x="1500410" y="103778"/>
                </a:lnTo>
                <a:lnTo>
                  <a:pt x="1500478" y="103485"/>
                </a:lnTo>
                <a:lnTo>
                  <a:pt x="1500538" y="103187"/>
                </a:lnTo>
                <a:lnTo>
                  <a:pt x="1500588" y="102883"/>
                </a:lnTo>
                <a:lnTo>
                  <a:pt x="1500629" y="102574"/>
                </a:lnTo>
                <a:lnTo>
                  <a:pt x="1500661" y="102259"/>
                </a:lnTo>
                <a:lnTo>
                  <a:pt x="1500684" y="101939"/>
                </a:lnTo>
                <a:lnTo>
                  <a:pt x="1500698" y="101613"/>
                </a:lnTo>
                <a:lnTo>
                  <a:pt x="1500702" y="101282"/>
                </a:lnTo>
                <a:lnTo>
                  <a:pt x="1500699" y="101007"/>
                </a:lnTo>
                <a:lnTo>
                  <a:pt x="1500690" y="100736"/>
                </a:lnTo>
                <a:lnTo>
                  <a:pt x="1500675" y="100469"/>
                </a:lnTo>
                <a:lnTo>
                  <a:pt x="1500654" y="100207"/>
                </a:lnTo>
                <a:lnTo>
                  <a:pt x="1500627" y="99948"/>
                </a:lnTo>
                <a:lnTo>
                  <a:pt x="1500593" y="99694"/>
                </a:lnTo>
                <a:lnTo>
                  <a:pt x="1500554" y="99444"/>
                </a:lnTo>
                <a:lnTo>
                  <a:pt x="1500509" y="99198"/>
                </a:lnTo>
                <a:lnTo>
                  <a:pt x="1500458" y="98956"/>
                </a:lnTo>
                <a:lnTo>
                  <a:pt x="1500400" y="98718"/>
                </a:lnTo>
                <a:lnTo>
                  <a:pt x="1500337" y="98484"/>
                </a:lnTo>
                <a:lnTo>
                  <a:pt x="1500267" y="98255"/>
                </a:lnTo>
                <a:lnTo>
                  <a:pt x="1500192" y="98029"/>
                </a:lnTo>
                <a:lnTo>
                  <a:pt x="1500110" y="97808"/>
                </a:lnTo>
                <a:lnTo>
                  <a:pt x="1500023" y="97591"/>
                </a:lnTo>
                <a:lnTo>
                  <a:pt x="1499929" y="97378"/>
                </a:lnTo>
                <a:lnTo>
                  <a:pt x="1499829" y="97170"/>
                </a:lnTo>
                <a:lnTo>
                  <a:pt x="1499724" y="96965"/>
                </a:lnTo>
                <a:lnTo>
                  <a:pt x="1499612" y="96765"/>
                </a:lnTo>
                <a:lnTo>
                  <a:pt x="1499494" y="96568"/>
                </a:lnTo>
                <a:lnTo>
                  <a:pt x="1499370" y="96376"/>
                </a:lnTo>
                <a:lnTo>
                  <a:pt x="1499240" y="96188"/>
                </a:lnTo>
                <a:lnTo>
                  <a:pt x="1499104" y="96004"/>
                </a:lnTo>
                <a:lnTo>
                  <a:pt x="1498963" y="95824"/>
                </a:lnTo>
                <a:lnTo>
                  <a:pt x="1498814" y="95649"/>
                </a:lnTo>
                <a:lnTo>
                  <a:pt x="1498657" y="95477"/>
                </a:lnTo>
                <a:lnTo>
                  <a:pt x="1498492" y="95309"/>
                </a:lnTo>
                <a:lnTo>
                  <a:pt x="1498320" y="95144"/>
                </a:lnTo>
                <a:lnTo>
                  <a:pt x="1498140" y="94984"/>
                </a:lnTo>
                <a:lnTo>
                  <a:pt x="1497952" y="94828"/>
                </a:lnTo>
                <a:lnTo>
                  <a:pt x="1497756" y="94675"/>
                </a:lnTo>
                <a:lnTo>
                  <a:pt x="1497553" y="94526"/>
                </a:lnTo>
                <a:lnTo>
                  <a:pt x="1497342" y="94381"/>
                </a:lnTo>
                <a:lnTo>
                  <a:pt x="1497122" y="94240"/>
                </a:lnTo>
                <a:lnTo>
                  <a:pt x="1496895" y="94103"/>
                </a:lnTo>
                <a:lnTo>
                  <a:pt x="1496661" y="93969"/>
                </a:lnTo>
                <a:lnTo>
                  <a:pt x="1496418" y="93840"/>
                </a:lnTo>
                <a:lnTo>
                  <a:pt x="1496168" y="93714"/>
                </a:lnTo>
                <a:lnTo>
                  <a:pt x="1495910" y="93592"/>
                </a:lnTo>
                <a:lnTo>
                  <a:pt x="1495644" y="93474"/>
                </a:lnTo>
                <a:lnTo>
                  <a:pt x="1495370" y="93360"/>
                </a:lnTo>
                <a:lnTo>
                  <a:pt x="1495088" y="93250"/>
                </a:lnTo>
                <a:lnTo>
                  <a:pt x="1494799" y="93143"/>
                </a:lnTo>
                <a:lnTo>
                  <a:pt x="1494501" y="93041"/>
                </a:lnTo>
                <a:lnTo>
                  <a:pt x="1494196" y="92942"/>
                </a:lnTo>
                <a:lnTo>
                  <a:pt x="1493884" y="92847"/>
                </a:lnTo>
                <a:lnTo>
                  <a:pt x="1493563" y="92756"/>
                </a:lnTo>
                <a:lnTo>
                  <a:pt x="1493234" y="92669"/>
                </a:lnTo>
                <a:lnTo>
                  <a:pt x="1506356" y="81427"/>
                </a:lnTo>
                <a:lnTo>
                  <a:pt x="1519457" y="92669"/>
                </a:lnTo>
                <a:lnTo>
                  <a:pt x="1519183" y="92742"/>
                </a:lnTo>
                <a:lnTo>
                  <a:pt x="1518915" y="92821"/>
                </a:lnTo>
                <a:lnTo>
                  <a:pt x="1518651" y="92905"/>
                </a:lnTo>
                <a:lnTo>
                  <a:pt x="1518392" y="92995"/>
                </a:lnTo>
                <a:lnTo>
                  <a:pt x="1518138" y="93089"/>
                </a:lnTo>
                <a:lnTo>
                  <a:pt x="1517889" y="93189"/>
                </a:lnTo>
                <a:lnTo>
                  <a:pt x="1517645" y="93293"/>
                </a:lnTo>
                <a:lnTo>
                  <a:pt x="1517406" y="93403"/>
                </a:lnTo>
                <a:lnTo>
                  <a:pt x="1517171" y="93519"/>
                </a:lnTo>
                <a:lnTo>
                  <a:pt x="1516942" y="93639"/>
                </a:lnTo>
                <a:lnTo>
                  <a:pt x="1516717" y="93764"/>
                </a:lnTo>
                <a:lnTo>
                  <a:pt x="1516497" y="93895"/>
                </a:lnTo>
                <a:lnTo>
                  <a:pt x="1516282" y="94031"/>
                </a:lnTo>
                <a:lnTo>
                  <a:pt x="1516072" y="94172"/>
                </a:lnTo>
                <a:lnTo>
                  <a:pt x="1515867" y="94318"/>
                </a:lnTo>
                <a:lnTo>
                  <a:pt x="1515666" y="94470"/>
                </a:lnTo>
                <a:lnTo>
                  <a:pt x="1515470" y="94626"/>
                </a:lnTo>
                <a:lnTo>
                  <a:pt x="1515280" y="94788"/>
                </a:lnTo>
                <a:lnTo>
                  <a:pt x="1515094" y="94955"/>
                </a:lnTo>
                <a:lnTo>
                  <a:pt x="1514913" y="95127"/>
                </a:lnTo>
                <a:lnTo>
                  <a:pt x="1514737" y="95304"/>
                </a:lnTo>
                <a:lnTo>
                  <a:pt x="1514566" y="95486"/>
                </a:lnTo>
                <a:lnTo>
                  <a:pt x="1514399" y="95674"/>
                </a:lnTo>
                <a:lnTo>
                  <a:pt x="1514238" y="95867"/>
                </a:lnTo>
                <a:lnTo>
                  <a:pt x="1514082" y="96063"/>
                </a:lnTo>
                <a:lnTo>
                  <a:pt x="1513933" y="96263"/>
                </a:lnTo>
                <a:lnTo>
                  <a:pt x="1513790" y="96464"/>
                </a:lnTo>
                <a:lnTo>
                  <a:pt x="1513654" y="96668"/>
                </a:lnTo>
                <a:lnTo>
                  <a:pt x="1513525" y="96875"/>
                </a:lnTo>
                <a:lnTo>
                  <a:pt x="1513402" y="97084"/>
                </a:lnTo>
                <a:lnTo>
                  <a:pt x="1513286" y="97296"/>
                </a:lnTo>
                <a:lnTo>
                  <a:pt x="1513177" y="97510"/>
                </a:lnTo>
                <a:lnTo>
                  <a:pt x="1513074" y="97727"/>
                </a:lnTo>
                <a:lnTo>
                  <a:pt x="1512978" y="97947"/>
                </a:lnTo>
                <a:lnTo>
                  <a:pt x="1512888" y="98168"/>
                </a:lnTo>
                <a:lnTo>
                  <a:pt x="1512806" y="98393"/>
                </a:lnTo>
                <a:lnTo>
                  <a:pt x="1512729" y="98620"/>
                </a:lnTo>
                <a:lnTo>
                  <a:pt x="1512660" y="98849"/>
                </a:lnTo>
                <a:lnTo>
                  <a:pt x="1512597" y="99081"/>
                </a:lnTo>
                <a:lnTo>
                  <a:pt x="1512540" y="99315"/>
                </a:lnTo>
                <a:lnTo>
                  <a:pt x="1512491" y="99552"/>
                </a:lnTo>
                <a:lnTo>
                  <a:pt x="1512448" y="99792"/>
                </a:lnTo>
                <a:lnTo>
                  <a:pt x="1512411" y="100034"/>
                </a:lnTo>
                <a:lnTo>
                  <a:pt x="1512381" y="100279"/>
                </a:lnTo>
                <a:lnTo>
                  <a:pt x="1512358" y="100526"/>
                </a:lnTo>
                <a:lnTo>
                  <a:pt x="1512341" y="100775"/>
                </a:lnTo>
                <a:lnTo>
                  <a:pt x="1512332" y="101027"/>
                </a:lnTo>
                <a:lnTo>
                  <a:pt x="1512328" y="101282"/>
                </a:lnTo>
                <a:lnTo>
                  <a:pt x="1512333" y="101613"/>
                </a:lnTo>
                <a:lnTo>
                  <a:pt x="1512347" y="101939"/>
                </a:lnTo>
                <a:lnTo>
                  <a:pt x="1512370" y="102259"/>
                </a:lnTo>
                <a:lnTo>
                  <a:pt x="1512402" y="102574"/>
                </a:lnTo>
                <a:lnTo>
                  <a:pt x="1512444" y="102883"/>
                </a:lnTo>
                <a:lnTo>
                  <a:pt x="1512495" y="103187"/>
                </a:lnTo>
                <a:lnTo>
                  <a:pt x="1512556" y="103485"/>
                </a:lnTo>
                <a:lnTo>
                  <a:pt x="1512625" y="103778"/>
                </a:lnTo>
                <a:lnTo>
                  <a:pt x="1512704" y="104066"/>
                </a:lnTo>
                <a:lnTo>
                  <a:pt x="1512792" y="104348"/>
                </a:lnTo>
                <a:lnTo>
                  <a:pt x="1512890" y="104624"/>
                </a:lnTo>
                <a:lnTo>
                  <a:pt x="1512996" y="104895"/>
                </a:lnTo>
                <a:lnTo>
                  <a:pt x="1513112" y="105161"/>
                </a:lnTo>
                <a:lnTo>
                  <a:pt x="1513238" y="105421"/>
                </a:lnTo>
                <a:lnTo>
                  <a:pt x="1513372" y="105675"/>
                </a:lnTo>
                <a:lnTo>
                  <a:pt x="1513516" y="105925"/>
                </a:lnTo>
                <a:lnTo>
                  <a:pt x="1513669" y="106168"/>
                </a:lnTo>
                <a:lnTo>
                  <a:pt x="1513832" y="106406"/>
                </a:lnTo>
                <a:lnTo>
                  <a:pt x="1514004" y="106639"/>
                </a:lnTo>
                <a:lnTo>
                  <a:pt x="1514185" y="106866"/>
                </a:lnTo>
                <a:lnTo>
                  <a:pt x="1514375" y="107088"/>
                </a:lnTo>
                <a:lnTo>
                  <a:pt x="1514574" y="107305"/>
                </a:lnTo>
                <a:lnTo>
                  <a:pt x="1514783" y="107515"/>
                </a:lnTo>
                <a:lnTo>
                  <a:pt x="1515001" y="107721"/>
                </a:lnTo>
                <a:lnTo>
                  <a:pt x="1515230" y="107919"/>
                </a:lnTo>
                <a:lnTo>
                  <a:pt x="1515472" y="108109"/>
                </a:lnTo>
                <a:lnTo>
                  <a:pt x="1515726" y="108290"/>
                </a:lnTo>
                <a:lnTo>
                  <a:pt x="1515993" y="108463"/>
                </a:lnTo>
                <a:lnTo>
                  <a:pt x="1516272" y="108628"/>
                </a:lnTo>
                <a:lnTo>
                  <a:pt x="1516563" y="108784"/>
                </a:lnTo>
                <a:lnTo>
                  <a:pt x="1516867" y="108931"/>
                </a:lnTo>
                <a:lnTo>
                  <a:pt x="1517184" y="109070"/>
                </a:lnTo>
                <a:lnTo>
                  <a:pt x="1517513" y="109201"/>
                </a:lnTo>
                <a:lnTo>
                  <a:pt x="1517855" y="109323"/>
                </a:lnTo>
                <a:lnTo>
                  <a:pt x="1518209" y="109437"/>
                </a:lnTo>
                <a:lnTo>
                  <a:pt x="1518576" y="109543"/>
                </a:lnTo>
                <a:lnTo>
                  <a:pt x="1518955" y="109640"/>
                </a:lnTo>
                <a:lnTo>
                  <a:pt x="1519347" y="109728"/>
                </a:lnTo>
                <a:lnTo>
                  <a:pt x="1519752" y="109808"/>
                </a:lnTo>
                <a:lnTo>
                  <a:pt x="1520168" y="109880"/>
                </a:lnTo>
                <a:lnTo>
                  <a:pt x="1520598" y="109943"/>
                </a:lnTo>
                <a:lnTo>
                  <a:pt x="1521040" y="109998"/>
                </a:lnTo>
                <a:lnTo>
                  <a:pt x="1521494" y="110045"/>
                </a:lnTo>
                <a:lnTo>
                  <a:pt x="1521961" y="110083"/>
                </a:lnTo>
                <a:lnTo>
                  <a:pt x="1522441" y="110112"/>
                </a:lnTo>
                <a:lnTo>
                  <a:pt x="1522933" y="110133"/>
                </a:lnTo>
                <a:lnTo>
                  <a:pt x="1523437" y="110146"/>
                </a:lnTo>
                <a:lnTo>
                  <a:pt x="1523954" y="110150"/>
                </a:lnTo>
                <a:lnTo>
                  <a:pt x="1543727" y="110150"/>
                </a:lnTo>
                <a:lnTo>
                  <a:pt x="1544244" y="110146"/>
                </a:lnTo>
                <a:lnTo>
                  <a:pt x="1544748" y="110133"/>
                </a:lnTo>
                <a:lnTo>
                  <a:pt x="1545240" y="110112"/>
                </a:lnTo>
                <a:lnTo>
                  <a:pt x="1545720" y="110083"/>
                </a:lnTo>
                <a:lnTo>
                  <a:pt x="1546187" y="110045"/>
                </a:lnTo>
                <a:lnTo>
                  <a:pt x="1546641" y="109998"/>
                </a:lnTo>
                <a:lnTo>
                  <a:pt x="1547083" y="109943"/>
                </a:lnTo>
                <a:lnTo>
                  <a:pt x="1547513" y="109880"/>
                </a:lnTo>
                <a:lnTo>
                  <a:pt x="1547929" y="109808"/>
                </a:lnTo>
                <a:lnTo>
                  <a:pt x="1548334" y="109728"/>
                </a:lnTo>
                <a:lnTo>
                  <a:pt x="1548726" y="109640"/>
                </a:lnTo>
                <a:lnTo>
                  <a:pt x="1549105" y="109543"/>
                </a:lnTo>
                <a:lnTo>
                  <a:pt x="1549472" y="109437"/>
                </a:lnTo>
                <a:lnTo>
                  <a:pt x="1549826" y="109323"/>
                </a:lnTo>
                <a:lnTo>
                  <a:pt x="1550168" y="109201"/>
                </a:lnTo>
                <a:lnTo>
                  <a:pt x="1550497" y="109070"/>
                </a:lnTo>
                <a:lnTo>
                  <a:pt x="1550814" y="108931"/>
                </a:lnTo>
                <a:lnTo>
                  <a:pt x="1551118" y="108784"/>
                </a:lnTo>
                <a:lnTo>
                  <a:pt x="1551409" y="108628"/>
                </a:lnTo>
                <a:lnTo>
                  <a:pt x="1551689" y="108463"/>
                </a:lnTo>
                <a:lnTo>
                  <a:pt x="1551955" y="108290"/>
                </a:lnTo>
                <a:lnTo>
                  <a:pt x="1552209" y="108109"/>
                </a:lnTo>
                <a:lnTo>
                  <a:pt x="1552451" y="107919"/>
                </a:lnTo>
                <a:lnTo>
                  <a:pt x="1552680" y="107721"/>
                </a:lnTo>
                <a:lnTo>
                  <a:pt x="1552898" y="107516"/>
                </a:lnTo>
                <a:lnTo>
                  <a:pt x="1553107" y="107306"/>
                </a:lnTo>
                <a:lnTo>
                  <a:pt x="1553306" y="107091"/>
                </a:lnTo>
                <a:lnTo>
                  <a:pt x="1553497" y="106871"/>
                </a:lnTo>
                <a:lnTo>
                  <a:pt x="1553678" y="106647"/>
                </a:lnTo>
                <a:lnTo>
                  <a:pt x="1553849" y="106417"/>
                </a:lnTo>
                <a:lnTo>
                  <a:pt x="1554012" y="106183"/>
                </a:lnTo>
                <a:lnTo>
                  <a:pt x="1554165" y="105943"/>
                </a:lnTo>
                <a:lnTo>
                  <a:pt x="1554309" y="105699"/>
                </a:lnTo>
                <a:lnTo>
                  <a:pt x="1554443" y="105450"/>
                </a:lnTo>
                <a:lnTo>
                  <a:pt x="1554569" y="105196"/>
                </a:lnTo>
                <a:lnTo>
                  <a:pt x="1554685" y="104938"/>
                </a:lnTo>
                <a:lnTo>
                  <a:pt x="1554791" y="104674"/>
                </a:lnTo>
                <a:lnTo>
                  <a:pt x="1554889" y="104405"/>
                </a:lnTo>
                <a:lnTo>
                  <a:pt x="1554977" y="104132"/>
                </a:lnTo>
                <a:lnTo>
                  <a:pt x="1555056" y="103854"/>
                </a:lnTo>
                <a:lnTo>
                  <a:pt x="1555125" y="103571"/>
                </a:lnTo>
                <a:lnTo>
                  <a:pt x="1555186" y="103283"/>
                </a:lnTo>
                <a:lnTo>
                  <a:pt x="1555237" y="102990"/>
                </a:lnTo>
                <a:lnTo>
                  <a:pt x="1555279" y="102692"/>
                </a:lnTo>
                <a:lnTo>
                  <a:pt x="1555311" y="102389"/>
                </a:lnTo>
                <a:lnTo>
                  <a:pt x="1555334" y="102082"/>
                </a:lnTo>
                <a:lnTo>
                  <a:pt x="1555348" y="101769"/>
                </a:lnTo>
                <a:lnTo>
                  <a:pt x="1555353" y="101452"/>
                </a:lnTo>
                <a:lnTo>
                  <a:pt x="1555349" y="101148"/>
                </a:lnTo>
                <a:lnTo>
                  <a:pt x="1555336" y="100849"/>
                </a:lnTo>
                <a:lnTo>
                  <a:pt x="1555316" y="100554"/>
                </a:lnTo>
                <a:lnTo>
                  <a:pt x="1555287" y="100264"/>
                </a:lnTo>
                <a:lnTo>
                  <a:pt x="1555250" y="99977"/>
                </a:lnTo>
                <a:lnTo>
                  <a:pt x="1555204" y="99695"/>
                </a:lnTo>
                <a:lnTo>
                  <a:pt x="1555151" y="99418"/>
                </a:lnTo>
                <a:lnTo>
                  <a:pt x="1555089" y="99144"/>
                </a:lnTo>
                <a:lnTo>
                  <a:pt x="1555019" y="98875"/>
                </a:lnTo>
                <a:lnTo>
                  <a:pt x="1554940" y="98610"/>
                </a:lnTo>
                <a:lnTo>
                  <a:pt x="1554854" y="98350"/>
                </a:lnTo>
                <a:lnTo>
                  <a:pt x="1554759" y="98094"/>
                </a:lnTo>
                <a:lnTo>
                  <a:pt x="1554656" y="97842"/>
                </a:lnTo>
                <a:lnTo>
                  <a:pt x="1554544" y="97594"/>
                </a:lnTo>
                <a:lnTo>
                  <a:pt x="1554425" y="97351"/>
                </a:lnTo>
                <a:lnTo>
                  <a:pt x="1554297" y="97112"/>
                </a:lnTo>
                <a:lnTo>
                  <a:pt x="1554161" y="96877"/>
                </a:lnTo>
                <a:lnTo>
                  <a:pt x="1554016" y="96647"/>
                </a:lnTo>
                <a:lnTo>
                  <a:pt x="1553864" y="96421"/>
                </a:lnTo>
                <a:lnTo>
                  <a:pt x="1553703" y="96199"/>
                </a:lnTo>
                <a:lnTo>
                  <a:pt x="1553534" y="95982"/>
                </a:lnTo>
                <a:lnTo>
                  <a:pt x="1553356" y="95768"/>
                </a:lnTo>
                <a:lnTo>
                  <a:pt x="1553171" y="95560"/>
                </a:lnTo>
                <a:lnTo>
                  <a:pt x="1552977" y="95355"/>
                </a:lnTo>
                <a:lnTo>
                  <a:pt x="1552775" y="95156"/>
                </a:lnTo>
                <a:lnTo>
                  <a:pt x="1552564" y="94965"/>
                </a:lnTo>
                <a:lnTo>
                  <a:pt x="1552346" y="94781"/>
                </a:lnTo>
                <a:lnTo>
                  <a:pt x="1552119" y="94605"/>
                </a:lnTo>
                <a:lnTo>
                  <a:pt x="1551884" y="94436"/>
                </a:lnTo>
                <a:lnTo>
                  <a:pt x="1551640" y="94275"/>
                </a:lnTo>
                <a:lnTo>
                  <a:pt x="1551389" y="94122"/>
                </a:lnTo>
                <a:lnTo>
                  <a:pt x="1551129" y="93976"/>
                </a:lnTo>
                <a:lnTo>
                  <a:pt x="1550861" y="93837"/>
                </a:lnTo>
                <a:lnTo>
                  <a:pt x="1550584" y="93706"/>
                </a:lnTo>
                <a:lnTo>
                  <a:pt x="1550300" y="93583"/>
                </a:lnTo>
                <a:lnTo>
                  <a:pt x="1550007" y="93467"/>
                </a:lnTo>
                <a:lnTo>
                  <a:pt x="1549705" y="93359"/>
                </a:lnTo>
                <a:lnTo>
                  <a:pt x="1549396" y="93259"/>
                </a:lnTo>
                <a:lnTo>
                  <a:pt x="1549078" y="93166"/>
                </a:lnTo>
                <a:lnTo>
                  <a:pt x="1548753" y="93080"/>
                </a:lnTo>
                <a:lnTo>
                  <a:pt x="1548418" y="93002"/>
                </a:lnTo>
                <a:lnTo>
                  <a:pt x="1548076" y="92932"/>
                </a:lnTo>
                <a:lnTo>
                  <a:pt x="1547725" y="92869"/>
                </a:lnTo>
                <a:lnTo>
                  <a:pt x="1547366" y="92814"/>
                </a:lnTo>
                <a:lnTo>
                  <a:pt x="1546999" y="92766"/>
                </a:lnTo>
                <a:lnTo>
                  <a:pt x="1546624" y="92726"/>
                </a:lnTo>
                <a:lnTo>
                  <a:pt x="1546240" y="92694"/>
                </a:lnTo>
                <a:lnTo>
                  <a:pt x="1545848" y="92669"/>
                </a:lnTo>
                <a:lnTo>
                  <a:pt x="1519571" y="70106"/>
                </a:lnTo>
                <a:lnTo>
                  <a:pt x="1542369" y="50577"/>
                </a:lnTo>
                <a:lnTo>
                  <a:pt x="1542747" y="50545"/>
                </a:lnTo>
                <a:lnTo>
                  <a:pt x="1543117" y="50506"/>
                </a:lnTo>
                <a:lnTo>
                  <a:pt x="1543480" y="50459"/>
                </a:lnTo>
                <a:close/>
                <a:moveTo>
                  <a:pt x="1440169" y="110083"/>
                </a:moveTo>
                <a:lnTo>
                  <a:pt x="1440636" y="110045"/>
                </a:lnTo>
                <a:lnTo>
                  <a:pt x="1441091" y="109999"/>
                </a:lnTo>
                <a:lnTo>
                  <a:pt x="1441533" y="109944"/>
                </a:lnTo>
                <a:lnTo>
                  <a:pt x="1441962" y="109881"/>
                </a:lnTo>
                <a:lnTo>
                  <a:pt x="1442379" y="109810"/>
                </a:lnTo>
                <a:lnTo>
                  <a:pt x="1442783" y="109730"/>
                </a:lnTo>
                <a:lnTo>
                  <a:pt x="1443175" y="109642"/>
                </a:lnTo>
                <a:lnTo>
                  <a:pt x="1443554" y="109545"/>
                </a:lnTo>
                <a:lnTo>
                  <a:pt x="1443921" y="109440"/>
                </a:lnTo>
                <a:lnTo>
                  <a:pt x="1444275" y="109327"/>
                </a:lnTo>
                <a:lnTo>
                  <a:pt x="1444617" y="109205"/>
                </a:lnTo>
                <a:lnTo>
                  <a:pt x="1444946" y="109075"/>
                </a:lnTo>
                <a:lnTo>
                  <a:pt x="1445263" y="108937"/>
                </a:lnTo>
                <a:lnTo>
                  <a:pt x="1445567" y="108790"/>
                </a:lnTo>
                <a:lnTo>
                  <a:pt x="1445859" y="108634"/>
                </a:lnTo>
                <a:lnTo>
                  <a:pt x="1446138" y="108470"/>
                </a:lnTo>
                <a:lnTo>
                  <a:pt x="1446405" y="108298"/>
                </a:lnTo>
                <a:lnTo>
                  <a:pt x="1446659" y="108118"/>
                </a:lnTo>
                <a:lnTo>
                  <a:pt x="1446900" y="107929"/>
                </a:lnTo>
                <a:lnTo>
                  <a:pt x="1447129" y="107731"/>
                </a:lnTo>
                <a:lnTo>
                  <a:pt x="1447347" y="107527"/>
                </a:lnTo>
                <a:lnTo>
                  <a:pt x="1447556" y="107318"/>
                </a:lnTo>
                <a:lnTo>
                  <a:pt x="1447756" y="107104"/>
                </a:lnTo>
                <a:lnTo>
                  <a:pt x="1447946" y="106884"/>
                </a:lnTo>
                <a:lnTo>
                  <a:pt x="1448127" y="106659"/>
                </a:lnTo>
                <a:lnTo>
                  <a:pt x="1448299" y="106429"/>
                </a:lnTo>
                <a:lnTo>
                  <a:pt x="1448461" y="106194"/>
                </a:lnTo>
                <a:lnTo>
                  <a:pt x="1448614" y="105954"/>
                </a:lnTo>
                <a:lnTo>
                  <a:pt x="1448758" y="105709"/>
                </a:lnTo>
                <a:lnTo>
                  <a:pt x="1448893" y="105458"/>
                </a:lnTo>
                <a:lnTo>
                  <a:pt x="1449018" y="105202"/>
                </a:lnTo>
                <a:lnTo>
                  <a:pt x="1449134" y="104942"/>
                </a:lnTo>
                <a:lnTo>
                  <a:pt x="1449241" y="104676"/>
                </a:lnTo>
                <a:lnTo>
                  <a:pt x="1449338" y="104404"/>
                </a:lnTo>
                <a:lnTo>
                  <a:pt x="1449426" y="104128"/>
                </a:lnTo>
                <a:lnTo>
                  <a:pt x="1449505" y="103847"/>
                </a:lnTo>
                <a:lnTo>
                  <a:pt x="1449575" y="103560"/>
                </a:lnTo>
                <a:lnTo>
                  <a:pt x="1449635" y="103268"/>
                </a:lnTo>
                <a:lnTo>
                  <a:pt x="1449686" y="102971"/>
                </a:lnTo>
                <a:lnTo>
                  <a:pt x="1449728" y="102669"/>
                </a:lnTo>
                <a:lnTo>
                  <a:pt x="1449761" y="102362"/>
                </a:lnTo>
                <a:lnTo>
                  <a:pt x="1449784" y="102050"/>
                </a:lnTo>
                <a:lnTo>
                  <a:pt x="1449798" y="101732"/>
                </a:lnTo>
                <a:lnTo>
                  <a:pt x="1449802" y="101409"/>
                </a:lnTo>
                <a:lnTo>
                  <a:pt x="1449798" y="101087"/>
                </a:lnTo>
                <a:lnTo>
                  <a:pt x="1449784" y="100769"/>
                </a:lnTo>
                <a:lnTo>
                  <a:pt x="1449761" y="100457"/>
                </a:lnTo>
                <a:lnTo>
                  <a:pt x="1449728" y="100149"/>
                </a:lnTo>
                <a:lnTo>
                  <a:pt x="1449686" y="99847"/>
                </a:lnTo>
                <a:lnTo>
                  <a:pt x="1449635" y="99550"/>
                </a:lnTo>
                <a:lnTo>
                  <a:pt x="1449575" y="99259"/>
                </a:lnTo>
                <a:lnTo>
                  <a:pt x="1449505" y="98972"/>
                </a:lnTo>
                <a:lnTo>
                  <a:pt x="1449426" y="98690"/>
                </a:lnTo>
                <a:lnTo>
                  <a:pt x="1449338" y="98414"/>
                </a:lnTo>
                <a:lnTo>
                  <a:pt x="1449241" y="98143"/>
                </a:lnTo>
                <a:lnTo>
                  <a:pt x="1449134" y="97877"/>
                </a:lnTo>
                <a:lnTo>
                  <a:pt x="1449018" y="97616"/>
                </a:lnTo>
                <a:lnTo>
                  <a:pt x="1448893" y="97360"/>
                </a:lnTo>
                <a:lnTo>
                  <a:pt x="1448758" y="97110"/>
                </a:lnTo>
                <a:lnTo>
                  <a:pt x="1448614" y="96864"/>
                </a:lnTo>
                <a:lnTo>
                  <a:pt x="1448461" y="96624"/>
                </a:lnTo>
                <a:lnTo>
                  <a:pt x="1448299" y="96389"/>
                </a:lnTo>
                <a:lnTo>
                  <a:pt x="1448127" y="96159"/>
                </a:lnTo>
                <a:lnTo>
                  <a:pt x="1447946" y="95935"/>
                </a:lnTo>
                <a:lnTo>
                  <a:pt x="1447756" y="95715"/>
                </a:lnTo>
                <a:lnTo>
                  <a:pt x="1447556" y="95501"/>
                </a:lnTo>
                <a:lnTo>
                  <a:pt x="1447347" y="95291"/>
                </a:lnTo>
                <a:lnTo>
                  <a:pt x="1447129" y="95087"/>
                </a:lnTo>
                <a:lnTo>
                  <a:pt x="1446900" y="94890"/>
                </a:lnTo>
                <a:lnTo>
                  <a:pt x="1446659" y="94701"/>
                </a:lnTo>
                <a:lnTo>
                  <a:pt x="1446405" y="94520"/>
                </a:lnTo>
                <a:lnTo>
                  <a:pt x="1446138" y="94348"/>
                </a:lnTo>
                <a:lnTo>
                  <a:pt x="1445859" y="94184"/>
                </a:lnTo>
                <a:lnTo>
                  <a:pt x="1445567" y="94029"/>
                </a:lnTo>
                <a:lnTo>
                  <a:pt x="1445263" y="93882"/>
                </a:lnTo>
                <a:lnTo>
                  <a:pt x="1444946" y="93743"/>
                </a:lnTo>
                <a:lnTo>
                  <a:pt x="1444617" y="93613"/>
                </a:lnTo>
                <a:lnTo>
                  <a:pt x="1444275" y="93492"/>
                </a:lnTo>
                <a:lnTo>
                  <a:pt x="1443921" y="93378"/>
                </a:lnTo>
                <a:lnTo>
                  <a:pt x="1443554" y="93273"/>
                </a:lnTo>
                <a:lnTo>
                  <a:pt x="1443175" y="93177"/>
                </a:lnTo>
                <a:lnTo>
                  <a:pt x="1442783" y="93088"/>
                </a:lnTo>
                <a:lnTo>
                  <a:pt x="1442379" y="93009"/>
                </a:lnTo>
                <a:lnTo>
                  <a:pt x="1441962" y="92937"/>
                </a:lnTo>
                <a:lnTo>
                  <a:pt x="1441533" y="92874"/>
                </a:lnTo>
                <a:lnTo>
                  <a:pt x="1441091" y="92820"/>
                </a:lnTo>
                <a:lnTo>
                  <a:pt x="1440636" y="92774"/>
                </a:lnTo>
                <a:lnTo>
                  <a:pt x="1440169" y="92736"/>
                </a:lnTo>
                <a:lnTo>
                  <a:pt x="1439690" y="92706"/>
                </a:lnTo>
                <a:lnTo>
                  <a:pt x="1439198" y="92685"/>
                </a:lnTo>
                <a:lnTo>
                  <a:pt x="1438693" y="92673"/>
                </a:lnTo>
                <a:lnTo>
                  <a:pt x="1438176" y="92669"/>
                </a:lnTo>
                <a:lnTo>
                  <a:pt x="1435206" y="92669"/>
                </a:lnTo>
                <a:lnTo>
                  <a:pt x="1435206" y="56857"/>
                </a:lnTo>
                <a:lnTo>
                  <a:pt x="1435191" y="55855"/>
                </a:lnTo>
                <a:lnTo>
                  <a:pt x="1435144" y="54870"/>
                </a:lnTo>
                <a:lnTo>
                  <a:pt x="1435066" y="53904"/>
                </a:lnTo>
                <a:lnTo>
                  <a:pt x="1434958" y="52955"/>
                </a:lnTo>
                <a:lnTo>
                  <a:pt x="1434818" y="52024"/>
                </a:lnTo>
                <a:lnTo>
                  <a:pt x="1434647" y="51110"/>
                </a:lnTo>
                <a:lnTo>
                  <a:pt x="1434445" y="50215"/>
                </a:lnTo>
                <a:lnTo>
                  <a:pt x="1434211" y="49337"/>
                </a:lnTo>
                <a:lnTo>
                  <a:pt x="1433947" y="48478"/>
                </a:lnTo>
                <a:lnTo>
                  <a:pt x="1433652" y="47636"/>
                </a:lnTo>
                <a:lnTo>
                  <a:pt x="1433325" y="46812"/>
                </a:lnTo>
                <a:lnTo>
                  <a:pt x="1432968" y="46005"/>
                </a:lnTo>
                <a:lnTo>
                  <a:pt x="1432579" y="45217"/>
                </a:lnTo>
                <a:lnTo>
                  <a:pt x="1432160" y="44446"/>
                </a:lnTo>
                <a:lnTo>
                  <a:pt x="1431709" y="43694"/>
                </a:lnTo>
                <a:lnTo>
                  <a:pt x="1431227" y="42959"/>
                </a:lnTo>
                <a:lnTo>
                  <a:pt x="1430714" y="42242"/>
                </a:lnTo>
                <a:lnTo>
                  <a:pt x="1430170" y="41542"/>
                </a:lnTo>
                <a:lnTo>
                  <a:pt x="1429595" y="40861"/>
                </a:lnTo>
                <a:lnTo>
                  <a:pt x="1428989" y="40197"/>
                </a:lnTo>
                <a:lnTo>
                  <a:pt x="1428352" y="39551"/>
                </a:lnTo>
                <a:lnTo>
                  <a:pt x="1427683" y="38923"/>
                </a:lnTo>
                <a:lnTo>
                  <a:pt x="1426984" y="38313"/>
                </a:lnTo>
                <a:lnTo>
                  <a:pt x="1426253" y="37721"/>
                </a:lnTo>
                <a:lnTo>
                  <a:pt x="1425495" y="37150"/>
                </a:lnTo>
                <a:lnTo>
                  <a:pt x="1424711" y="36603"/>
                </a:lnTo>
                <a:lnTo>
                  <a:pt x="1423902" y="36080"/>
                </a:lnTo>
                <a:lnTo>
                  <a:pt x="1423067" y="35582"/>
                </a:lnTo>
                <a:lnTo>
                  <a:pt x="1422208" y="35108"/>
                </a:lnTo>
                <a:lnTo>
                  <a:pt x="1421323" y="34658"/>
                </a:lnTo>
                <a:lnTo>
                  <a:pt x="1420414" y="34232"/>
                </a:lnTo>
                <a:lnTo>
                  <a:pt x="1419479" y="33831"/>
                </a:lnTo>
                <a:lnTo>
                  <a:pt x="1418518" y="33455"/>
                </a:lnTo>
                <a:lnTo>
                  <a:pt x="1417533" y="33102"/>
                </a:lnTo>
                <a:lnTo>
                  <a:pt x="1416522" y="32774"/>
                </a:lnTo>
                <a:lnTo>
                  <a:pt x="1415487" y="32470"/>
                </a:lnTo>
                <a:lnTo>
                  <a:pt x="1414426" y="32191"/>
                </a:lnTo>
                <a:lnTo>
                  <a:pt x="1413339" y="31935"/>
                </a:lnTo>
                <a:lnTo>
                  <a:pt x="1412228" y="31704"/>
                </a:lnTo>
                <a:lnTo>
                  <a:pt x="1411091" y="31498"/>
                </a:lnTo>
                <a:lnTo>
                  <a:pt x="1409930" y="31315"/>
                </a:lnTo>
                <a:lnTo>
                  <a:pt x="1408743" y="31157"/>
                </a:lnTo>
                <a:lnTo>
                  <a:pt x="1407531" y="31024"/>
                </a:lnTo>
                <a:lnTo>
                  <a:pt x="1406293" y="30914"/>
                </a:lnTo>
                <a:lnTo>
                  <a:pt x="1405031" y="30829"/>
                </a:lnTo>
                <a:lnTo>
                  <a:pt x="1403743" y="30768"/>
                </a:lnTo>
                <a:lnTo>
                  <a:pt x="1402430" y="30732"/>
                </a:lnTo>
                <a:lnTo>
                  <a:pt x="1401092" y="30720"/>
                </a:lnTo>
                <a:lnTo>
                  <a:pt x="1400637" y="30722"/>
                </a:lnTo>
                <a:lnTo>
                  <a:pt x="1400178" y="30727"/>
                </a:lnTo>
                <a:lnTo>
                  <a:pt x="1399714" y="30736"/>
                </a:lnTo>
                <a:lnTo>
                  <a:pt x="1399246" y="30749"/>
                </a:lnTo>
                <a:lnTo>
                  <a:pt x="1398774" y="30766"/>
                </a:lnTo>
                <a:lnTo>
                  <a:pt x="1398297" y="30786"/>
                </a:lnTo>
                <a:lnTo>
                  <a:pt x="1397816" y="30810"/>
                </a:lnTo>
                <a:lnTo>
                  <a:pt x="1397330" y="30838"/>
                </a:lnTo>
                <a:lnTo>
                  <a:pt x="1396840" y="30869"/>
                </a:lnTo>
                <a:lnTo>
                  <a:pt x="1396345" y="30904"/>
                </a:lnTo>
                <a:lnTo>
                  <a:pt x="1395846" y="30943"/>
                </a:lnTo>
                <a:lnTo>
                  <a:pt x="1395343" y="30985"/>
                </a:lnTo>
                <a:lnTo>
                  <a:pt x="1394835" y="31031"/>
                </a:lnTo>
                <a:lnTo>
                  <a:pt x="1394322" y="31081"/>
                </a:lnTo>
                <a:lnTo>
                  <a:pt x="1393806" y="31134"/>
                </a:lnTo>
                <a:lnTo>
                  <a:pt x="1393285" y="31191"/>
                </a:lnTo>
                <a:lnTo>
                  <a:pt x="1392759" y="31252"/>
                </a:lnTo>
                <a:lnTo>
                  <a:pt x="1392229" y="31316"/>
                </a:lnTo>
                <a:lnTo>
                  <a:pt x="1391695" y="31385"/>
                </a:lnTo>
                <a:lnTo>
                  <a:pt x="1391156" y="31456"/>
                </a:lnTo>
                <a:lnTo>
                  <a:pt x="1390613" y="31532"/>
                </a:lnTo>
                <a:lnTo>
                  <a:pt x="1390065" y="31611"/>
                </a:lnTo>
                <a:lnTo>
                  <a:pt x="1389513" y="31694"/>
                </a:lnTo>
                <a:lnTo>
                  <a:pt x="1388957" y="31781"/>
                </a:lnTo>
                <a:lnTo>
                  <a:pt x="1388399" y="31870"/>
                </a:lnTo>
                <a:lnTo>
                  <a:pt x="1387841" y="31962"/>
                </a:lnTo>
                <a:lnTo>
                  <a:pt x="1387285" y="32057"/>
                </a:lnTo>
                <a:lnTo>
                  <a:pt x="1386729" y="32154"/>
                </a:lnTo>
                <a:lnTo>
                  <a:pt x="1386174" y="32254"/>
                </a:lnTo>
                <a:lnTo>
                  <a:pt x="1385621" y="32356"/>
                </a:lnTo>
                <a:lnTo>
                  <a:pt x="1385068" y="32461"/>
                </a:lnTo>
                <a:lnTo>
                  <a:pt x="1384516" y="32568"/>
                </a:lnTo>
                <a:lnTo>
                  <a:pt x="1383965" y="32678"/>
                </a:lnTo>
                <a:lnTo>
                  <a:pt x="1383414" y="32790"/>
                </a:lnTo>
                <a:lnTo>
                  <a:pt x="1382865" y="32904"/>
                </a:lnTo>
                <a:lnTo>
                  <a:pt x="1382316" y="33022"/>
                </a:lnTo>
                <a:lnTo>
                  <a:pt x="1381769" y="33141"/>
                </a:lnTo>
                <a:lnTo>
                  <a:pt x="1381222" y="33264"/>
                </a:lnTo>
                <a:lnTo>
                  <a:pt x="1380676" y="33388"/>
                </a:lnTo>
                <a:lnTo>
                  <a:pt x="1380131" y="33516"/>
                </a:lnTo>
                <a:lnTo>
                  <a:pt x="1379587" y="33645"/>
                </a:lnTo>
                <a:lnTo>
                  <a:pt x="1379044" y="33777"/>
                </a:lnTo>
                <a:lnTo>
                  <a:pt x="1378502" y="33912"/>
                </a:lnTo>
                <a:lnTo>
                  <a:pt x="1377960" y="34049"/>
                </a:lnTo>
                <a:lnTo>
                  <a:pt x="1377420" y="34189"/>
                </a:lnTo>
                <a:lnTo>
                  <a:pt x="1376880" y="34331"/>
                </a:lnTo>
                <a:lnTo>
                  <a:pt x="1376341" y="34476"/>
                </a:lnTo>
                <a:lnTo>
                  <a:pt x="1375803" y="34623"/>
                </a:lnTo>
                <a:lnTo>
                  <a:pt x="1375406" y="34736"/>
                </a:lnTo>
                <a:lnTo>
                  <a:pt x="1375020" y="34847"/>
                </a:lnTo>
                <a:lnTo>
                  <a:pt x="1374646" y="34957"/>
                </a:lnTo>
                <a:lnTo>
                  <a:pt x="1374283" y="35065"/>
                </a:lnTo>
                <a:lnTo>
                  <a:pt x="1373931" y="35173"/>
                </a:lnTo>
                <a:lnTo>
                  <a:pt x="1373592" y="35278"/>
                </a:lnTo>
                <a:lnTo>
                  <a:pt x="1373263" y="35383"/>
                </a:lnTo>
                <a:lnTo>
                  <a:pt x="1372946" y="35486"/>
                </a:lnTo>
                <a:lnTo>
                  <a:pt x="1372641" y="35588"/>
                </a:lnTo>
                <a:lnTo>
                  <a:pt x="1372347" y="35689"/>
                </a:lnTo>
                <a:lnTo>
                  <a:pt x="1372065" y="35788"/>
                </a:lnTo>
                <a:lnTo>
                  <a:pt x="1371794" y="35886"/>
                </a:lnTo>
                <a:lnTo>
                  <a:pt x="1371534" y="35982"/>
                </a:lnTo>
                <a:lnTo>
                  <a:pt x="1371286" y="36078"/>
                </a:lnTo>
                <a:lnTo>
                  <a:pt x="1371050" y="36171"/>
                </a:lnTo>
                <a:lnTo>
                  <a:pt x="1370825" y="36264"/>
                </a:lnTo>
                <a:lnTo>
                  <a:pt x="1370611" y="36355"/>
                </a:lnTo>
                <a:lnTo>
                  <a:pt x="1370409" y="36445"/>
                </a:lnTo>
                <a:lnTo>
                  <a:pt x="1370219" y="36534"/>
                </a:lnTo>
                <a:lnTo>
                  <a:pt x="1370040" y="36621"/>
                </a:lnTo>
                <a:lnTo>
                  <a:pt x="1369872" y="36707"/>
                </a:lnTo>
                <a:lnTo>
                  <a:pt x="1369716" y="36792"/>
                </a:lnTo>
                <a:lnTo>
                  <a:pt x="1369572" y="36875"/>
                </a:lnTo>
                <a:lnTo>
                  <a:pt x="1369439" y="36957"/>
                </a:lnTo>
                <a:lnTo>
                  <a:pt x="1369313" y="37040"/>
                </a:lnTo>
                <a:lnTo>
                  <a:pt x="1369189" y="37124"/>
                </a:lnTo>
                <a:lnTo>
                  <a:pt x="1369067" y="37211"/>
                </a:lnTo>
                <a:lnTo>
                  <a:pt x="1368948" y="37300"/>
                </a:lnTo>
                <a:lnTo>
                  <a:pt x="1368832" y="37391"/>
                </a:lnTo>
                <a:lnTo>
                  <a:pt x="1368717" y="37485"/>
                </a:lnTo>
                <a:lnTo>
                  <a:pt x="1368605" y="37581"/>
                </a:lnTo>
                <a:lnTo>
                  <a:pt x="1368496" y="37678"/>
                </a:lnTo>
                <a:lnTo>
                  <a:pt x="1368389" y="37779"/>
                </a:lnTo>
                <a:lnTo>
                  <a:pt x="1368284" y="37881"/>
                </a:lnTo>
                <a:lnTo>
                  <a:pt x="1368181" y="37985"/>
                </a:lnTo>
                <a:lnTo>
                  <a:pt x="1368081" y="38092"/>
                </a:lnTo>
                <a:lnTo>
                  <a:pt x="1367983" y="38201"/>
                </a:lnTo>
                <a:lnTo>
                  <a:pt x="1367888" y="38312"/>
                </a:lnTo>
                <a:lnTo>
                  <a:pt x="1367794" y="38426"/>
                </a:lnTo>
                <a:lnTo>
                  <a:pt x="1367704" y="38541"/>
                </a:lnTo>
                <a:lnTo>
                  <a:pt x="1367615" y="38659"/>
                </a:lnTo>
                <a:lnTo>
                  <a:pt x="1367529" y="38779"/>
                </a:lnTo>
                <a:lnTo>
                  <a:pt x="1367446" y="38901"/>
                </a:lnTo>
                <a:lnTo>
                  <a:pt x="1367364" y="39026"/>
                </a:lnTo>
                <a:lnTo>
                  <a:pt x="1367285" y="39152"/>
                </a:lnTo>
                <a:lnTo>
                  <a:pt x="1367209" y="39281"/>
                </a:lnTo>
                <a:lnTo>
                  <a:pt x="1367134" y="39412"/>
                </a:lnTo>
                <a:lnTo>
                  <a:pt x="1367063" y="39545"/>
                </a:lnTo>
                <a:lnTo>
                  <a:pt x="1366993" y="39681"/>
                </a:lnTo>
                <a:lnTo>
                  <a:pt x="1366927" y="39818"/>
                </a:lnTo>
                <a:lnTo>
                  <a:pt x="1366864" y="39958"/>
                </a:lnTo>
                <a:lnTo>
                  <a:pt x="1366803" y="40099"/>
                </a:lnTo>
                <a:lnTo>
                  <a:pt x="1366746" y="40243"/>
                </a:lnTo>
                <a:lnTo>
                  <a:pt x="1366691" y="40389"/>
                </a:lnTo>
                <a:lnTo>
                  <a:pt x="1366640" y="40536"/>
                </a:lnTo>
                <a:lnTo>
                  <a:pt x="1366591" y="40686"/>
                </a:lnTo>
                <a:lnTo>
                  <a:pt x="1366545" y="40838"/>
                </a:lnTo>
                <a:lnTo>
                  <a:pt x="1366503" y="40992"/>
                </a:lnTo>
                <a:lnTo>
                  <a:pt x="1366463" y="41148"/>
                </a:lnTo>
                <a:lnTo>
                  <a:pt x="1366426" y="41306"/>
                </a:lnTo>
                <a:lnTo>
                  <a:pt x="1366392" y="41466"/>
                </a:lnTo>
                <a:lnTo>
                  <a:pt x="1366361" y="41629"/>
                </a:lnTo>
                <a:lnTo>
                  <a:pt x="1366333" y="41793"/>
                </a:lnTo>
                <a:lnTo>
                  <a:pt x="1366308" y="41959"/>
                </a:lnTo>
                <a:lnTo>
                  <a:pt x="1366286" y="42128"/>
                </a:lnTo>
                <a:lnTo>
                  <a:pt x="1366267" y="42298"/>
                </a:lnTo>
                <a:lnTo>
                  <a:pt x="1366251" y="42471"/>
                </a:lnTo>
                <a:lnTo>
                  <a:pt x="1366238" y="42645"/>
                </a:lnTo>
                <a:lnTo>
                  <a:pt x="1366227" y="42822"/>
                </a:lnTo>
                <a:lnTo>
                  <a:pt x="1366220" y="43001"/>
                </a:lnTo>
                <a:lnTo>
                  <a:pt x="1366215" y="43181"/>
                </a:lnTo>
                <a:lnTo>
                  <a:pt x="1366214" y="43364"/>
                </a:lnTo>
                <a:lnTo>
                  <a:pt x="1366218" y="43687"/>
                </a:lnTo>
                <a:lnTo>
                  <a:pt x="1366231" y="44005"/>
                </a:lnTo>
                <a:lnTo>
                  <a:pt x="1366252" y="44318"/>
                </a:lnTo>
                <a:lnTo>
                  <a:pt x="1366281" y="44626"/>
                </a:lnTo>
                <a:lnTo>
                  <a:pt x="1366319" y="44930"/>
                </a:lnTo>
                <a:lnTo>
                  <a:pt x="1366365" y="45228"/>
                </a:lnTo>
                <a:lnTo>
                  <a:pt x="1366420" y="45522"/>
                </a:lnTo>
                <a:lnTo>
                  <a:pt x="1366483" y="45811"/>
                </a:lnTo>
                <a:lnTo>
                  <a:pt x="1366554" y="46095"/>
                </a:lnTo>
                <a:lnTo>
                  <a:pt x="1366634" y="46374"/>
                </a:lnTo>
                <a:lnTo>
                  <a:pt x="1366722" y="46648"/>
                </a:lnTo>
                <a:lnTo>
                  <a:pt x="1366819" y="46918"/>
                </a:lnTo>
                <a:lnTo>
                  <a:pt x="1366924" y="47182"/>
                </a:lnTo>
                <a:lnTo>
                  <a:pt x="1367037" y="47442"/>
                </a:lnTo>
                <a:lnTo>
                  <a:pt x="1367159" y="47697"/>
                </a:lnTo>
                <a:lnTo>
                  <a:pt x="1367289" y="47947"/>
                </a:lnTo>
                <a:lnTo>
                  <a:pt x="1367427" y="48192"/>
                </a:lnTo>
                <a:lnTo>
                  <a:pt x="1367574" y="48432"/>
                </a:lnTo>
                <a:lnTo>
                  <a:pt x="1367730" y="48667"/>
                </a:lnTo>
                <a:lnTo>
                  <a:pt x="1367893" y="48898"/>
                </a:lnTo>
                <a:lnTo>
                  <a:pt x="1368066" y="49123"/>
                </a:lnTo>
                <a:lnTo>
                  <a:pt x="1368246" y="49344"/>
                </a:lnTo>
                <a:lnTo>
                  <a:pt x="1368435" y="49560"/>
                </a:lnTo>
                <a:lnTo>
                  <a:pt x="1368632" y="49771"/>
                </a:lnTo>
                <a:lnTo>
                  <a:pt x="1368836" y="49975"/>
                </a:lnTo>
                <a:lnTo>
                  <a:pt x="1369043" y="50171"/>
                </a:lnTo>
                <a:lnTo>
                  <a:pt x="1369254" y="50358"/>
                </a:lnTo>
                <a:lnTo>
                  <a:pt x="1369468" y="50536"/>
                </a:lnTo>
                <a:lnTo>
                  <a:pt x="1369686" y="50706"/>
                </a:lnTo>
                <a:lnTo>
                  <a:pt x="1369908" y="50866"/>
                </a:lnTo>
                <a:lnTo>
                  <a:pt x="1370134" y="51019"/>
                </a:lnTo>
                <a:lnTo>
                  <a:pt x="1370363" y="51162"/>
                </a:lnTo>
                <a:lnTo>
                  <a:pt x="1370596" y="51297"/>
                </a:lnTo>
                <a:lnTo>
                  <a:pt x="1370832" y="51423"/>
                </a:lnTo>
                <a:lnTo>
                  <a:pt x="1371072" y="51540"/>
                </a:lnTo>
                <a:lnTo>
                  <a:pt x="1371316" y="51649"/>
                </a:lnTo>
                <a:lnTo>
                  <a:pt x="1371564" y="51749"/>
                </a:lnTo>
                <a:lnTo>
                  <a:pt x="1371815" y="51840"/>
                </a:lnTo>
                <a:lnTo>
                  <a:pt x="1372070" y="51923"/>
                </a:lnTo>
                <a:lnTo>
                  <a:pt x="1372329" y="51996"/>
                </a:lnTo>
                <a:lnTo>
                  <a:pt x="1372591" y="52062"/>
                </a:lnTo>
                <a:lnTo>
                  <a:pt x="1372857" y="52118"/>
                </a:lnTo>
                <a:lnTo>
                  <a:pt x="1373127" y="52166"/>
                </a:lnTo>
                <a:lnTo>
                  <a:pt x="1373400" y="52205"/>
                </a:lnTo>
                <a:lnTo>
                  <a:pt x="1373677" y="52235"/>
                </a:lnTo>
                <a:lnTo>
                  <a:pt x="1373958" y="52257"/>
                </a:lnTo>
                <a:lnTo>
                  <a:pt x="1374242" y="52270"/>
                </a:lnTo>
                <a:lnTo>
                  <a:pt x="1374530" y="52275"/>
                </a:lnTo>
                <a:lnTo>
                  <a:pt x="1374746" y="52273"/>
                </a:lnTo>
                <a:lnTo>
                  <a:pt x="1374969" y="52267"/>
                </a:lnTo>
                <a:lnTo>
                  <a:pt x="1375199" y="52258"/>
                </a:lnTo>
                <a:lnTo>
                  <a:pt x="1375436" y="52245"/>
                </a:lnTo>
                <a:lnTo>
                  <a:pt x="1375680" y="52228"/>
                </a:lnTo>
                <a:lnTo>
                  <a:pt x="1375931" y="52207"/>
                </a:lnTo>
                <a:lnTo>
                  <a:pt x="1376189" y="52183"/>
                </a:lnTo>
                <a:lnTo>
                  <a:pt x="1376454" y="52154"/>
                </a:lnTo>
                <a:lnTo>
                  <a:pt x="1376726" y="52122"/>
                </a:lnTo>
                <a:lnTo>
                  <a:pt x="1377005" y="52087"/>
                </a:lnTo>
                <a:lnTo>
                  <a:pt x="1377292" y="52047"/>
                </a:lnTo>
                <a:lnTo>
                  <a:pt x="1377585" y="52004"/>
                </a:lnTo>
                <a:lnTo>
                  <a:pt x="1377886" y="51957"/>
                </a:lnTo>
                <a:lnTo>
                  <a:pt x="1378194" y="51906"/>
                </a:lnTo>
                <a:lnTo>
                  <a:pt x="1378508" y="51852"/>
                </a:lnTo>
                <a:lnTo>
                  <a:pt x="1378830" y="51794"/>
                </a:lnTo>
                <a:lnTo>
                  <a:pt x="1379159" y="51732"/>
                </a:lnTo>
                <a:lnTo>
                  <a:pt x="1379495" y="51666"/>
                </a:lnTo>
                <a:lnTo>
                  <a:pt x="1379838" y="51596"/>
                </a:lnTo>
                <a:lnTo>
                  <a:pt x="1380188" y="51523"/>
                </a:lnTo>
                <a:lnTo>
                  <a:pt x="1380545" y="51446"/>
                </a:lnTo>
                <a:lnTo>
                  <a:pt x="1380909" y="51365"/>
                </a:lnTo>
                <a:lnTo>
                  <a:pt x="1381280" y="51281"/>
                </a:lnTo>
                <a:lnTo>
                  <a:pt x="1381659" y="51193"/>
                </a:lnTo>
                <a:lnTo>
                  <a:pt x="1382676" y="50949"/>
                </a:lnTo>
                <a:lnTo>
                  <a:pt x="1383678" y="50715"/>
                </a:lnTo>
                <a:lnTo>
                  <a:pt x="1384663" y="50491"/>
                </a:lnTo>
                <a:lnTo>
                  <a:pt x="1385633" y="50279"/>
                </a:lnTo>
                <a:lnTo>
                  <a:pt x="1386587" y="50076"/>
                </a:lnTo>
                <a:lnTo>
                  <a:pt x="1387525" y="49884"/>
                </a:lnTo>
                <a:lnTo>
                  <a:pt x="1388447" y="49702"/>
                </a:lnTo>
                <a:lnTo>
                  <a:pt x="1389353" y="49531"/>
                </a:lnTo>
                <a:lnTo>
                  <a:pt x="1390243" y="49370"/>
                </a:lnTo>
                <a:lnTo>
                  <a:pt x="1391117" y="49219"/>
                </a:lnTo>
                <a:lnTo>
                  <a:pt x="1391976" y="49079"/>
                </a:lnTo>
                <a:lnTo>
                  <a:pt x="1392818" y="48949"/>
                </a:lnTo>
                <a:lnTo>
                  <a:pt x="1393644" y="48830"/>
                </a:lnTo>
                <a:lnTo>
                  <a:pt x="1394455" y="48721"/>
                </a:lnTo>
                <a:lnTo>
                  <a:pt x="1395250" y="48622"/>
                </a:lnTo>
                <a:lnTo>
                  <a:pt x="1396029" y="48534"/>
                </a:lnTo>
                <a:lnTo>
                  <a:pt x="1396791" y="48456"/>
                </a:lnTo>
                <a:lnTo>
                  <a:pt x="1397538" y="48388"/>
                </a:lnTo>
                <a:lnTo>
                  <a:pt x="1398269" y="48331"/>
                </a:lnTo>
                <a:lnTo>
                  <a:pt x="1398985" y="48284"/>
                </a:lnTo>
                <a:lnTo>
                  <a:pt x="1399684" y="48248"/>
                </a:lnTo>
                <a:lnTo>
                  <a:pt x="1400367" y="48222"/>
                </a:lnTo>
                <a:lnTo>
                  <a:pt x="1401034" y="48206"/>
                </a:lnTo>
                <a:lnTo>
                  <a:pt x="1401686" y="48201"/>
                </a:lnTo>
                <a:lnTo>
                  <a:pt x="1402460" y="48205"/>
                </a:lnTo>
                <a:lnTo>
                  <a:pt x="1403214" y="48218"/>
                </a:lnTo>
                <a:lnTo>
                  <a:pt x="1403946" y="48239"/>
                </a:lnTo>
                <a:lnTo>
                  <a:pt x="1404657" y="48269"/>
                </a:lnTo>
                <a:lnTo>
                  <a:pt x="1405347" y="48307"/>
                </a:lnTo>
                <a:lnTo>
                  <a:pt x="1406017" y="48354"/>
                </a:lnTo>
                <a:lnTo>
                  <a:pt x="1406665" y="48409"/>
                </a:lnTo>
                <a:lnTo>
                  <a:pt x="1407292" y="48473"/>
                </a:lnTo>
                <a:lnTo>
                  <a:pt x="1407897" y="48545"/>
                </a:lnTo>
                <a:lnTo>
                  <a:pt x="1408482" y="48626"/>
                </a:lnTo>
                <a:lnTo>
                  <a:pt x="1409046" y="48715"/>
                </a:lnTo>
                <a:lnTo>
                  <a:pt x="1409589" y="48813"/>
                </a:lnTo>
                <a:lnTo>
                  <a:pt x="1410110" y="48919"/>
                </a:lnTo>
                <a:lnTo>
                  <a:pt x="1410611" y="49033"/>
                </a:lnTo>
                <a:lnTo>
                  <a:pt x="1411090" y="49156"/>
                </a:lnTo>
                <a:lnTo>
                  <a:pt x="1411549" y="49288"/>
                </a:lnTo>
                <a:lnTo>
                  <a:pt x="1411986" y="49428"/>
                </a:lnTo>
                <a:lnTo>
                  <a:pt x="1412402" y="49577"/>
                </a:lnTo>
                <a:lnTo>
                  <a:pt x="1412798" y="49734"/>
                </a:lnTo>
                <a:lnTo>
                  <a:pt x="1413172" y="49899"/>
                </a:lnTo>
                <a:lnTo>
                  <a:pt x="1413525" y="50073"/>
                </a:lnTo>
                <a:lnTo>
                  <a:pt x="1413857" y="50256"/>
                </a:lnTo>
                <a:lnTo>
                  <a:pt x="1414168" y="50447"/>
                </a:lnTo>
                <a:lnTo>
                  <a:pt x="1414458" y="50646"/>
                </a:lnTo>
                <a:lnTo>
                  <a:pt x="1414731" y="50853"/>
                </a:lnTo>
                <a:lnTo>
                  <a:pt x="1414993" y="51064"/>
                </a:lnTo>
                <a:lnTo>
                  <a:pt x="1415243" y="51280"/>
                </a:lnTo>
                <a:lnTo>
                  <a:pt x="1415482" y="51501"/>
                </a:lnTo>
                <a:lnTo>
                  <a:pt x="1415709" y="51727"/>
                </a:lnTo>
                <a:lnTo>
                  <a:pt x="1415924" y="51958"/>
                </a:lnTo>
                <a:lnTo>
                  <a:pt x="1416128" y="52194"/>
                </a:lnTo>
                <a:lnTo>
                  <a:pt x="1416320" y="52435"/>
                </a:lnTo>
                <a:lnTo>
                  <a:pt x="1416500" y="52681"/>
                </a:lnTo>
                <a:lnTo>
                  <a:pt x="1416669" y="52932"/>
                </a:lnTo>
                <a:lnTo>
                  <a:pt x="1416826" y="53188"/>
                </a:lnTo>
                <a:lnTo>
                  <a:pt x="1416972" y="53449"/>
                </a:lnTo>
                <a:lnTo>
                  <a:pt x="1417105" y="53715"/>
                </a:lnTo>
                <a:lnTo>
                  <a:pt x="1417228" y="53986"/>
                </a:lnTo>
                <a:lnTo>
                  <a:pt x="1417338" y="54262"/>
                </a:lnTo>
                <a:lnTo>
                  <a:pt x="1417437" y="54543"/>
                </a:lnTo>
                <a:lnTo>
                  <a:pt x="1417524" y="54829"/>
                </a:lnTo>
                <a:lnTo>
                  <a:pt x="1417600" y="55119"/>
                </a:lnTo>
                <a:lnTo>
                  <a:pt x="1417664" y="55415"/>
                </a:lnTo>
                <a:lnTo>
                  <a:pt x="1417717" y="55716"/>
                </a:lnTo>
                <a:lnTo>
                  <a:pt x="1417757" y="56022"/>
                </a:lnTo>
                <a:lnTo>
                  <a:pt x="1417786" y="56332"/>
                </a:lnTo>
                <a:lnTo>
                  <a:pt x="1417804" y="56648"/>
                </a:lnTo>
                <a:lnTo>
                  <a:pt x="1417810" y="56968"/>
                </a:lnTo>
                <a:lnTo>
                  <a:pt x="1417810" y="61100"/>
                </a:lnTo>
                <a:lnTo>
                  <a:pt x="1416951" y="60962"/>
                </a:lnTo>
                <a:lnTo>
                  <a:pt x="1416101" y="60829"/>
                </a:lnTo>
                <a:lnTo>
                  <a:pt x="1415260" y="60702"/>
                </a:lnTo>
                <a:lnTo>
                  <a:pt x="1414427" y="60582"/>
                </a:lnTo>
                <a:lnTo>
                  <a:pt x="1413603" y="60467"/>
                </a:lnTo>
                <a:lnTo>
                  <a:pt x="1412787" y="60358"/>
                </a:lnTo>
                <a:lnTo>
                  <a:pt x="1411980" y="60254"/>
                </a:lnTo>
                <a:lnTo>
                  <a:pt x="1411181" y="60157"/>
                </a:lnTo>
                <a:lnTo>
                  <a:pt x="1410391" y="60066"/>
                </a:lnTo>
                <a:lnTo>
                  <a:pt x="1409609" y="59980"/>
                </a:lnTo>
                <a:lnTo>
                  <a:pt x="1408836" y="59901"/>
                </a:lnTo>
                <a:lnTo>
                  <a:pt x="1408072" y="59827"/>
                </a:lnTo>
                <a:lnTo>
                  <a:pt x="1407316" y="59759"/>
                </a:lnTo>
                <a:lnTo>
                  <a:pt x="1406568" y="59698"/>
                </a:lnTo>
                <a:lnTo>
                  <a:pt x="1405830" y="59642"/>
                </a:lnTo>
                <a:lnTo>
                  <a:pt x="1405099" y="59592"/>
                </a:lnTo>
                <a:lnTo>
                  <a:pt x="1404378" y="59547"/>
                </a:lnTo>
                <a:lnTo>
                  <a:pt x="1403664" y="59509"/>
                </a:lnTo>
                <a:lnTo>
                  <a:pt x="1402960" y="59477"/>
                </a:lnTo>
                <a:lnTo>
                  <a:pt x="1402264" y="59450"/>
                </a:lnTo>
                <a:lnTo>
                  <a:pt x="1401576" y="59429"/>
                </a:lnTo>
                <a:lnTo>
                  <a:pt x="1400897" y="59415"/>
                </a:lnTo>
                <a:lnTo>
                  <a:pt x="1400226" y="59406"/>
                </a:lnTo>
                <a:lnTo>
                  <a:pt x="1399564" y="59403"/>
                </a:lnTo>
                <a:lnTo>
                  <a:pt x="1397939" y="59419"/>
                </a:lnTo>
                <a:lnTo>
                  <a:pt x="1396342" y="59468"/>
                </a:lnTo>
                <a:lnTo>
                  <a:pt x="1394776" y="59549"/>
                </a:lnTo>
                <a:lnTo>
                  <a:pt x="1393239" y="59663"/>
                </a:lnTo>
                <a:lnTo>
                  <a:pt x="1391731" y="59809"/>
                </a:lnTo>
                <a:lnTo>
                  <a:pt x="1390254" y="59988"/>
                </a:lnTo>
                <a:lnTo>
                  <a:pt x="1388805" y="60200"/>
                </a:lnTo>
                <a:lnTo>
                  <a:pt x="1387387" y="60443"/>
                </a:lnTo>
                <a:lnTo>
                  <a:pt x="1385998" y="60720"/>
                </a:lnTo>
                <a:lnTo>
                  <a:pt x="1384639" y="61029"/>
                </a:lnTo>
                <a:lnTo>
                  <a:pt x="1383309" y="61370"/>
                </a:lnTo>
                <a:lnTo>
                  <a:pt x="1382009" y="61744"/>
                </a:lnTo>
                <a:lnTo>
                  <a:pt x="1380738" y="62150"/>
                </a:lnTo>
                <a:lnTo>
                  <a:pt x="1379497" y="62589"/>
                </a:lnTo>
                <a:lnTo>
                  <a:pt x="1378286" y="63061"/>
                </a:lnTo>
                <a:lnTo>
                  <a:pt x="1377104" y="63565"/>
                </a:lnTo>
                <a:lnTo>
                  <a:pt x="1375952" y="64101"/>
                </a:lnTo>
                <a:lnTo>
                  <a:pt x="1374830" y="64670"/>
                </a:lnTo>
                <a:lnTo>
                  <a:pt x="1373737" y="65272"/>
                </a:lnTo>
                <a:lnTo>
                  <a:pt x="1372674" y="65906"/>
                </a:lnTo>
                <a:lnTo>
                  <a:pt x="1371640" y="66572"/>
                </a:lnTo>
                <a:lnTo>
                  <a:pt x="1370636" y="67271"/>
                </a:lnTo>
                <a:lnTo>
                  <a:pt x="1369662" y="68003"/>
                </a:lnTo>
                <a:lnTo>
                  <a:pt x="1368717" y="68767"/>
                </a:lnTo>
                <a:lnTo>
                  <a:pt x="1367807" y="69550"/>
                </a:lnTo>
                <a:lnTo>
                  <a:pt x="1366935" y="70338"/>
                </a:lnTo>
                <a:lnTo>
                  <a:pt x="1366102" y="71132"/>
                </a:lnTo>
                <a:lnTo>
                  <a:pt x="1365308" y="71931"/>
                </a:lnTo>
                <a:lnTo>
                  <a:pt x="1364552" y="72735"/>
                </a:lnTo>
                <a:lnTo>
                  <a:pt x="1363835" y="73545"/>
                </a:lnTo>
                <a:lnTo>
                  <a:pt x="1363157" y="74361"/>
                </a:lnTo>
                <a:lnTo>
                  <a:pt x="1362518" y="75182"/>
                </a:lnTo>
                <a:lnTo>
                  <a:pt x="1361917" y="76008"/>
                </a:lnTo>
                <a:lnTo>
                  <a:pt x="1361355" y="76840"/>
                </a:lnTo>
                <a:lnTo>
                  <a:pt x="1360832" y="77677"/>
                </a:lnTo>
                <a:lnTo>
                  <a:pt x="1360348" y="78520"/>
                </a:lnTo>
                <a:lnTo>
                  <a:pt x="1359902" y="79368"/>
                </a:lnTo>
                <a:lnTo>
                  <a:pt x="1359495" y="80222"/>
                </a:lnTo>
                <a:lnTo>
                  <a:pt x="1359127" y="81081"/>
                </a:lnTo>
                <a:lnTo>
                  <a:pt x="1358798" y="81945"/>
                </a:lnTo>
                <a:lnTo>
                  <a:pt x="1358507" y="82815"/>
                </a:lnTo>
                <a:lnTo>
                  <a:pt x="1358256" y="83690"/>
                </a:lnTo>
                <a:lnTo>
                  <a:pt x="1358042" y="84571"/>
                </a:lnTo>
                <a:lnTo>
                  <a:pt x="1357868" y="85457"/>
                </a:lnTo>
                <a:lnTo>
                  <a:pt x="1357732" y="86349"/>
                </a:lnTo>
                <a:lnTo>
                  <a:pt x="1357636" y="87246"/>
                </a:lnTo>
                <a:lnTo>
                  <a:pt x="1357577" y="88149"/>
                </a:lnTo>
                <a:lnTo>
                  <a:pt x="1357558" y="89057"/>
                </a:lnTo>
                <a:lnTo>
                  <a:pt x="1357573" y="89802"/>
                </a:lnTo>
                <a:lnTo>
                  <a:pt x="1357619" y="90543"/>
                </a:lnTo>
                <a:lnTo>
                  <a:pt x="1357695" y="91278"/>
                </a:lnTo>
                <a:lnTo>
                  <a:pt x="1357801" y="92007"/>
                </a:lnTo>
                <a:lnTo>
                  <a:pt x="1357937" y="92731"/>
                </a:lnTo>
                <a:lnTo>
                  <a:pt x="1358104" y="93450"/>
                </a:lnTo>
                <a:lnTo>
                  <a:pt x="1358302" y="94163"/>
                </a:lnTo>
                <a:lnTo>
                  <a:pt x="1358529" y="94871"/>
                </a:lnTo>
                <a:lnTo>
                  <a:pt x="1358787" y="95573"/>
                </a:lnTo>
                <a:lnTo>
                  <a:pt x="1359076" y="96270"/>
                </a:lnTo>
                <a:lnTo>
                  <a:pt x="1359394" y="96961"/>
                </a:lnTo>
                <a:lnTo>
                  <a:pt x="1359743" y="97647"/>
                </a:lnTo>
                <a:lnTo>
                  <a:pt x="1360123" y="98327"/>
                </a:lnTo>
                <a:lnTo>
                  <a:pt x="1360532" y="99002"/>
                </a:lnTo>
                <a:lnTo>
                  <a:pt x="1360972" y="99672"/>
                </a:lnTo>
                <a:lnTo>
                  <a:pt x="1361443" y="100336"/>
                </a:lnTo>
                <a:lnTo>
                  <a:pt x="1361944" y="100995"/>
                </a:lnTo>
                <a:lnTo>
                  <a:pt x="1362475" y="101648"/>
                </a:lnTo>
                <a:lnTo>
                  <a:pt x="1363036" y="102296"/>
                </a:lnTo>
                <a:lnTo>
                  <a:pt x="1363628" y="102938"/>
                </a:lnTo>
                <a:lnTo>
                  <a:pt x="1364250" y="103575"/>
                </a:lnTo>
                <a:lnTo>
                  <a:pt x="1364903" y="104207"/>
                </a:lnTo>
                <a:lnTo>
                  <a:pt x="1365586" y="104833"/>
                </a:lnTo>
                <a:lnTo>
                  <a:pt x="1366299" y="105453"/>
                </a:lnTo>
                <a:lnTo>
                  <a:pt x="1367036" y="106058"/>
                </a:lnTo>
                <a:lnTo>
                  <a:pt x="1367792" y="106637"/>
                </a:lnTo>
                <a:lnTo>
                  <a:pt x="1368566" y="107191"/>
                </a:lnTo>
                <a:lnTo>
                  <a:pt x="1369359" y="107718"/>
                </a:lnTo>
                <a:lnTo>
                  <a:pt x="1370169" y="108220"/>
                </a:lnTo>
                <a:lnTo>
                  <a:pt x="1370998" y="108696"/>
                </a:lnTo>
                <a:lnTo>
                  <a:pt x="1371845" y="109147"/>
                </a:lnTo>
                <a:lnTo>
                  <a:pt x="1372711" y="109571"/>
                </a:lnTo>
                <a:lnTo>
                  <a:pt x="1373594" y="109970"/>
                </a:lnTo>
                <a:lnTo>
                  <a:pt x="1374496" y="110343"/>
                </a:lnTo>
                <a:lnTo>
                  <a:pt x="1375416" y="110691"/>
                </a:lnTo>
                <a:lnTo>
                  <a:pt x="1376355" y="111013"/>
                </a:lnTo>
                <a:lnTo>
                  <a:pt x="1377312" y="111309"/>
                </a:lnTo>
                <a:lnTo>
                  <a:pt x="1378287" y="111579"/>
                </a:lnTo>
                <a:lnTo>
                  <a:pt x="1379280" y="111823"/>
                </a:lnTo>
                <a:lnTo>
                  <a:pt x="1380292" y="112042"/>
                </a:lnTo>
                <a:lnTo>
                  <a:pt x="1381321" y="112235"/>
                </a:lnTo>
                <a:lnTo>
                  <a:pt x="1382369" y="112402"/>
                </a:lnTo>
                <a:lnTo>
                  <a:pt x="1383436" y="112544"/>
                </a:lnTo>
                <a:lnTo>
                  <a:pt x="1384520" y="112660"/>
                </a:lnTo>
                <a:lnTo>
                  <a:pt x="1385623" y="112750"/>
                </a:lnTo>
                <a:lnTo>
                  <a:pt x="1386744" y="112814"/>
                </a:lnTo>
                <a:lnTo>
                  <a:pt x="1387884" y="112853"/>
                </a:lnTo>
                <a:lnTo>
                  <a:pt x="1389042" y="112866"/>
                </a:lnTo>
                <a:lnTo>
                  <a:pt x="1389582" y="112863"/>
                </a:lnTo>
                <a:lnTo>
                  <a:pt x="1390127" y="112854"/>
                </a:lnTo>
                <a:lnTo>
                  <a:pt x="1390677" y="112839"/>
                </a:lnTo>
                <a:lnTo>
                  <a:pt x="1391232" y="112818"/>
                </a:lnTo>
                <a:lnTo>
                  <a:pt x="1391792" y="112792"/>
                </a:lnTo>
                <a:lnTo>
                  <a:pt x="1392357" y="112759"/>
                </a:lnTo>
                <a:lnTo>
                  <a:pt x="1392927" y="112721"/>
                </a:lnTo>
                <a:lnTo>
                  <a:pt x="1393502" y="112677"/>
                </a:lnTo>
                <a:lnTo>
                  <a:pt x="1394082" y="112627"/>
                </a:lnTo>
                <a:lnTo>
                  <a:pt x="1394667" y="112571"/>
                </a:lnTo>
                <a:lnTo>
                  <a:pt x="1395257" y="112509"/>
                </a:lnTo>
                <a:lnTo>
                  <a:pt x="1395852" y="112441"/>
                </a:lnTo>
                <a:lnTo>
                  <a:pt x="1396452" y="112368"/>
                </a:lnTo>
                <a:lnTo>
                  <a:pt x="1397057" y="112288"/>
                </a:lnTo>
                <a:lnTo>
                  <a:pt x="1397667" y="112203"/>
                </a:lnTo>
                <a:lnTo>
                  <a:pt x="1398282" y="112111"/>
                </a:lnTo>
                <a:lnTo>
                  <a:pt x="1398902" y="112014"/>
                </a:lnTo>
                <a:lnTo>
                  <a:pt x="1399527" y="111911"/>
                </a:lnTo>
                <a:lnTo>
                  <a:pt x="1400157" y="111802"/>
                </a:lnTo>
                <a:lnTo>
                  <a:pt x="1400793" y="111687"/>
                </a:lnTo>
                <a:lnTo>
                  <a:pt x="1401433" y="111566"/>
                </a:lnTo>
                <a:lnTo>
                  <a:pt x="1402078" y="111439"/>
                </a:lnTo>
                <a:lnTo>
                  <a:pt x="1402728" y="111307"/>
                </a:lnTo>
                <a:lnTo>
                  <a:pt x="1403383" y="111168"/>
                </a:lnTo>
                <a:lnTo>
                  <a:pt x="1404039" y="111024"/>
                </a:lnTo>
                <a:lnTo>
                  <a:pt x="1404689" y="110874"/>
                </a:lnTo>
                <a:lnTo>
                  <a:pt x="1405335" y="110718"/>
                </a:lnTo>
                <a:lnTo>
                  <a:pt x="1405976" y="110555"/>
                </a:lnTo>
                <a:lnTo>
                  <a:pt x="1406613" y="110387"/>
                </a:lnTo>
                <a:lnTo>
                  <a:pt x="1407244" y="110214"/>
                </a:lnTo>
                <a:lnTo>
                  <a:pt x="1407871" y="110034"/>
                </a:lnTo>
                <a:lnTo>
                  <a:pt x="1408494" y="109848"/>
                </a:lnTo>
                <a:lnTo>
                  <a:pt x="1409111" y="109657"/>
                </a:lnTo>
                <a:lnTo>
                  <a:pt x="1409724" y="109459"/>
                </a:lnTo>
                <a:lnTo>
                  <a:pt x="1410332" y="109256"/>
                </a:lnTo>
                <a:lnTo>
                  <a:pt x="1410936" y="109047"/>
                </a:lnTo>
                <a:lnTo>
                  <a:pt x="1411535" y="108832"/>
                </a:lnTo>
                <a:lnTo>
                  <a:pt x="1412129" y="108611"/>
                </a:lnTo>
                <a:lnTo>
                  <a:pt x="1412718" y="108384"/>
                </a:lnTo>
                <a:lnTo>
                  <a:pt x="1413303" y="108151"/>
                </a:lnTo>
                <a:lnTo>
                  <a:pt x="1413882" y="107912"/>
                </a:lnTo>
                <a:lnTo>
                  <a:pt x="1414458" y="107668"/>
                </a:lnTo>
                <a:lnTo>
                  <a:pt x="1415028" y="107417"/>
                </a:lnTo>
                <a:lnTo>
                  <a:pt x="1415594" y="107161"/>
                </a:lnTo>
                <a:lnTo>
                  <a:pt x="1416155" y="106899"/>
                </a:lnTo>
                <a:lnTo>
                  <a:pt x="1416711" y="106631"/>
                </a:lnTo>
                <a:lnTo>
                  <a:pt x="1417263" y="106357"/>
                </a:lnTo>
                <a:lnTo>
                  <a:pt x="1417810" y="106077"/>
                </a:lnTo>
                <a:lnTo>
                  <a:pt x="1417810" y="110150"/>
                </a:lnTo>
                <a:lnTo>
                  <a:pt x="1438176" y="110150"/>
                </a:lnTo>
                <a:lnTo>
                  <a:pt x="1438693" y="110146"/>
                </a:lnTo>
                <a:lnTo>
                  <a:pt x="1439198" y="110133"/>
                </a:lnTo>
                <a:lnTo>
                  <a:pt x="1439690" y="110112"/>
                </a:lnTo>
                <a:lnTo>
                  <a:pt x="1440169" y="110083"/>
                </a:lnTo>
                <a:close/>
                <a:moveTo>
                  <a:pt x="1415696" y="87654"/>
                </a:moveTo>
                <a:lnTo>
                  <a:pt x="1415153" y="87977"/>
                </a:lnTo>
                <a:lnTo>
                  <a:pt x="1414603" y="88294"/>
                </a:lnTo>
                <a:lnTo>
                  <a:pt x="1414048" y="88605"/>
                </a:lnTo>
                <a:lnTo>
                  <a:pt x="1413486" y="88909"/>
                </a:lnTo>
                <a:lnTo>
                  <a:pt x="1412919" y="89207"/>
                </a:lnTo>
                <a:lnTo>
                  <a:pt x="1412345" y="89500"/>
                </a:lnTo>
                <a:lnTo>
                  <a:pt x="1411766" y="89786"/>
                </a:lnTo>
                <a:lnTo>
                  <a:pt x="1411180" y="90066"/>
                </a:lnTo>
                <a:lnTo>
                  <a:pt x="1410588" y="90340"/>
                </a:lnTo>
                <a:lnTo>
                  <a:pt x="1409990" y="90607"/>
                </a:lnTo>
                <a:lnTo>
                  <a:pt x="1409386" y="90869"/>
                </a:lnTo>
                <a:lnTo>
                  <a:pt x="1408777" y="91124"/>
                </a:lnTo>
                <a:lnTo>
                  <a:pt x="1408161" y="91374"/>
                </a:lnTo>
                <a:lnTo>
                  <a:pt x="1407539" y="91617"/>
                </a:lnTo>
                <a:lnTo>
                  <a:pt x="1406911" y="91854"/>
                </a:lnTo>
                <a:lnTo>
                  <a:pt x="1406277" y="92085"/>
                </a:lnTo>
                <a:lnTo>
                  <a:pt x="1405637" y="92309"/>
                </a:lnTo>
                <a:lnTo>
                  <a:pt x="1404991" y="92528"/>
                </a:lnTo>
                <a:lnTo>
                  <a:pt x="1404338" y="92741"/>
                </a:lnTo>
                <a:lnTo>
                  <a:pt x="1403680" y="92947"/>
                </a:lnTo>
                <a:lnTo>
                  <a:pt x="1403022" y="93146"/>
                </a:lnTo>
                <a:lnTo>
                  <a:pt x="1402369" y="93336"/>
                </a:lnTo>
                <a:lnTo>
                  <a:pt x="1401722" y="93518"/>
                </a:lnTo>
                <a:lnTo>
                  <a:pt x="1401081" y="93692"/>
                </a:lnTo>
                <a:lnTo>
                  <a:pt x="1400446" y="93857"/>
                </a:lnTo>
                <a:lnTo>
                  <a:pt x="1399816" y="94013"/>
                </a:lnTo>
                <a:lnTo>
                  <a:pt x="1399193" y="94161"/>
                </a:lnTo>
                <a:lnTo>
                  <a:pt x="1398574" y="94301"/>
                </a:lnTo>
                <a:lnTo>
                  <a:pt x="1397962" y="94432"/>
                </a:lnTo>
                <a:lnTo>
                  <a:pt x="1397355" y="94555"/>
                </a:lnTo>
                <a:lnTo>
                  <a:pt x="1396755" y="94669"/>
                </a:lnTo>
                <a:lnTo>
                  <a:pt x="1396159" y="94775"/>
                </a:lnTo>
                <a:lnTo>
                  <a:pt x="1395570" y="94872"/>
                </a:lnTo>
                <a:lnTo>
                  <a:pt x="1394986" y="94961"/>
                </a:lnTo>
                <a:lnTo>
                  <a:pt x="1394408" y="95041"/>
                </a:lnTo>
                <a:lnTo>
                  <a:pt x="1393836" y="95113"/>
                </a:lnTo>
                <a:lnTo>
                  <a:pt x="1393270" y="95177"/>
                </a:lnTo>
                <a:lnTo>
                  <a:pt x="1392709" y="95232"/>
                </a:lnTo>
                <a:lnTo>
                  <a:pt x="1392154" y="95278"/>
                </a:lnTo>
                <a:lnTo>
                  <a:pt x="1391605" y="95316"/>
                </a:lnTo>
                <a:lnTo>
                  <a:pt x="1391062" y="95346"/>
                </a:lnTo>
                <a:lnTo>
                  <a:pt x="1390524" y="95367"/>
                </a:lnTo>
                <a:lnTo>
                  <a:pt x="1389992" y="95380"/>
                </a:lnTo>
                <a:lnTo>
                  <a:pt x="1389466" y="95384"/>
                </a:lnTo>
                <a:lnTo>
                  <a:pt x="1388856" y="95379"/>
                </a:lnTo>
                <a:lnTo>
                  <a:pt x="1388257" y="95365"/>
                </a:lnTo>
                <a:lnTo>
                  <a:pt x="1387669" y="95341"/>
                </a:lnTo>
                <a:lnTo>
                  <a:pt x="1387092" y="95307"/>
                </a:lnTo>
                <a:lnTo>
                  <a:pt x="1386526" y="95264"/>
                </a:lnTo>
                <a:lnTo>
                  <a:pt x="1385971" y="95211"/>
                </a:lnTo>
                <a:lnTo>
                  <a:pt x="1385426" y="95148"/>
                </a:lnTo>
                <a:lnTo>
                  <a:pt x="1384893" y="95076"/>
                </a:lnTo>
                <a:lnTo>
                  <a:pt x="1384370" y="94994"/>
                </a:lnTo>
                <a:lnTo>
                  <a:pt x="1383859" y="94903"/>
                </a:lnTo>
                <a:lnTo>
                  <a:pt x="1383358" y="94801"/>
                </a:lnTo>
                <a:lnTo>
                  <a:pt x="1382868" y="94691"/>
                </a:lnTo>
                <a:lnTo>
                  <a:pt x="1382389" y="94570"/>
                </a:lnTo>
                <a:lnTo>
                  <a:pt x="1381921" y="94440"/>
                </a:lnTo>
                <a:lnTo>
                  <a:pt x="1381464" y="94301"/>
                </a:lnTo>
                <a:lnTo>
                  <a:pt x="1381018" y="94151"/>
                </a:lnTo>
                <a:lnTo>
                  <a:pt x="1380582" y="93992"/>
                </a:lnTo>
                <a:lnTo>
                  <a:pt x="1380158" y="93824"/>
                </a:lnTo>
                <a:lnTo>
                  <a:pt x="1379744" y="93646"/>
                </a:lnTo>
                <a:lnTo>
                  <a:pt x="1379342" y="93458"/>
                </a:lnTo>
                <a:lnTo>
                  <a:pt x="1378950" y="93260"/>
                </a:lnTo>
                <a:lnTo>
                  <a:pt x="1378569" y="93053"/>
                </a:lnTo>
                <a:lnTo>
                  <a:pt x="1378199" y="92837"/>
                </a:lnTo>
                <a:lnTo>
                  <a:pt x="1377840" y="92610"/>
                </a:lnTo>
                <a:lnTo>
                  <a:pt x="1377653" y="92482"/>
                </a:lnTo>
                <a:lnTo>
                  <a:pt x="1377474" y="92351"/>
                </a:lnTo>
                <a:lnTo>
                  <a:pt x="1377303" y="92217"/>
                </a:lnTo>
                <a:lnTo>
                  <a:pt x="1377140" y="92080"/>
                </a:lnTo>
                <a:lnTo>
                  <a:pt x="1376985" y="91939"/>
                </a:lnTo>
                <a:lnTo>
                  <a:pt x="1376838" y="91795"/>
                </a:lnTo>
                <a:lnTo>
                  <a:pt x="1376698" y="91648"/>
                </a:lnTo>
                <a:lnTo>
                  <a:pt x="1376567" y="91498"/>
                </a:lnTo>
                <a:lnTo>
                  <a:pt x="1376444" y="91344"/>
                </a:lnTo>
                <a:lnTo>
                  <a:pt x="1376328" y="91188"/>
                </a:lnTo>
                <a:lnTo>
                  <a:pt x="1376221" y="91028"/>
                </a:lnTo>
                <a:lnTo>
                  <a:pt x="1376122" y="90865"/>
                </a:lnTo>
                <a:lnTo>
                  <a:pt x="1376030" y="90698"/>
                </a:lnTo>
                <a:lnTo>
                  <a:pt x="1375946" y="90529"/>
                </a:lnTo>
                <a:lnTo>
                  <a:pt x="1375871" y="90356"/>
                </a:lnTo>
                <a:lnTo>
                  <a:pt x="1375803" y="90180"/>
                </a:lnTo>
                <a:lnTo>
                  <a:pt x="1375744" y="90001"/>
                </a:lnTo>
                <a:lnTo>
                  <a:pt x="1375692" y="89818"/>
                </a:lnTo>
                <a:lnTo>
                  <a:pt x="1375648" y="89633"/>
                </a:lnTo>
                <a:lnTo>
                  <a:pt x="1375612" y="89444"/>
                </a:lnTo>
                <a:lnTo>
                  <a:pt x="1375584" y="89252"/>
                </a:lnTo>
                <a:lnTo>
                  <a:pt x="1375565" y="89056"/>
                </a:lnTo>
                <a:lnTo>
                  <a:pt x="1375553" y="88858"/>
                </a:lnTo>
                <a:lnTo>
                  <a:pt x="1375549" y="88656"/>
                </a:lnTo>
                <a:lnTo>
                  <a:pt x="1375557" y="88376"/>
                </a:lnTo>
                <a:lnTo>
                  <a:pt x="1375582" y="88096"/>
                </a:lnTo>
                <a:lnTo>
                  <a:pt x="1375623" y="87817"/>
                </a:lnTo>
                <a:lnTo>
                  <a:pt x="1375681" y="87538"/>
                </a:lnTo>
                <a:lnTo>
                  <a:pt x="1375755" y="87259"/>
                </a:lnTo>
                <a:lnTo>
                  <a:pt x="1375846" y="86980"/>
                </a:lnTo>
                <a:lnTo>
                  <a:pt x="1375953" y="86702"/>
                </a:lnTo>
                <a:lnTo>
                  <a:pt x="1376077" y="86424"/>
                </a:lnTo>
                <a:lnTo>
                  <a:pt x="1376217" y="86146"/>
                </a:lnTo>
                <a:lnTo>
                  <a:pt x="1376374" y="85868"/>
                </a:lnTo>
                <a:lnTo>
                  <a:pt x="1376547" y="85591"/>
                </a:lnTo>
                <a:lnTo>
                  <a:pt x="1376737" y="85314"/>
                </a:lnTo>
                <a:lnTo>
                  <a:pt x="1376943" y="85037"/>
                </a:lnTo>
                <a:lnTo>
                  <a:pt x="1377166" y="84761"/>
                </a:lnTo>
                <a:lnTo>
                  <a:pt x="1377405" y="84485"/>
                </a:lnTo>
                <a:lnTo>
                  <a:pt x="1377661" y="84209"/>
                </a:lnTo>
                <a:lnTo>
                  <a:pt x="1377933" y="83934"/>
                </a:lnTo>
                <a:lnTo>
                  <a:pt x="1378222" y="83659"/>
                </a:lnTo>
                <a:lnTo>
                  <a:pt x="1378527" y="83384"/>
                </a:lnTo>
                <a:lnTo>
                  <a:pt x="1378849" y="83109"/>
                </a:lnTo>
                <a:lnTo>
                  <a:pt x="1379187" y="82835"/>
                </a:lnTo>
                <a:lnTo>
                  <a:pt x="1379542" y="82560"/>
                </a:lnTo>
                <a:lnTo>
                  <a:pt x="1379913" y="82287"/>
                </a:lnTo>
                <a:lnTo>
                  <a:pt x="1380301" y="82013"/>
                </a:lnTo>
                <a:lnTo>
                  <a:pt x="1380943" y="81595"/>
                </a:lnTo>
                <a:lnTo>
                  <a:pt x="1381594" y="81194"/>
                </a:lnTo>
                <a:lnTo>
                  <a:pt x="1382257" y="80811"/>
                </a:lnTo>
                <a:lnTo>
                  <a:pt x="1382929" y="80446"/>
                </a:lnTo>
                <a:lnTo>
                  <a:pt x="1383612" y="80099"/>
                </a:lnTo>
                <a:lnTo>
                  <a:pt x="1384305" y="79769"/>
                </a:lnTo>
                <a:lnTo>
                  <a:pt x="1385009" y="79458"/>
                </a:lnTo>
                <a:lnTo>
                  <a:pt x="1385723" y="79164"/>
                </a:lnTo>
                <a:lnTo>
                  <a:pt x="1386447" y="78888"/>
                </a:lnTo>
                <a:lnTo>
                  <a:pt x="1387181" y="78630"/>
                </a:lnTo>
                <a:lnTo>
                  <a:pt x="1387926" y="78389"/>
                </a:lnTo>
                <a:lnTo>
                  <a:pt x="1388681" y="78167"/>
                </a:lnTo>
                <a:lnTo>
                  <a:pt x="1389446" y="77962"/>
                </a:lnTo>
                <a:lnTo>
                  <a:pt x="1390222" y="77775"/>
                </a:lnTo>
                <a:lnTo>
                  <a:pt x="1391008" y="77606"/>
                </a:lnTo>
                <a:lnTo>
                  <a:pt x="1391804" y="77454"/>
                </a:lnTo>
                <a:lnTo>
                  <a:pt x="1392611" y="77321"/>
                </a:lnTo>
                <a:lnTo>
                  <a:pt x="1393428" y="77205"/>
                </a:lnTo>
                <a:lnTo>
                  <a:pt x="1394255" y="77107"/>
                </a:lnTo>
                <a:lnTo>
                  <a:pt x="1395093" y="77027"/>
                </a:lnTo>
                <a:lnTo>
                  <a:pt x="1395941" y="76964"/>
                </a:lnTo>
                <a:lnTo>
                  <a:pt x="1396799" y="76920"/>
                </a:lnTo>
                <a:lnTo>
                  <a:pt x="1397667" y="76893"/>
                </a:lnTo>
                <a:lnTo>
                  <a:pt x="1398546" y="76884"/>
                </a:lnTo>
                <a:lnTo>
                  <a:pt x="1399284" y="76888"/>
                </a:lnTo>
                <a:lnTo>
                  <a:pt x="1400028" y="76898"/>
                </a:lnTo>
                <a:lnTo>
                  <a:pt x="1400778" y="76916"/>
                </a:lnTo>
                <a:lnTo>
                  <a:pt x="1401533" y="76940"/>
                </a:lnTo>
                <a:lnTo>
                  <a:pt x="1402293" y="76972"/>
                </a:lnTo>
                <a:lnTo>
                  <a:pt x="1403060" y="77010"/>
                </a:lnTo>
                <a:lnTo>
                  <a:pt x="1403832" y="77056"/>
                </a:lnTo>
                <a:lnTo>
                  <a:pt x="1404609" y="77109"/>
                </a:lnTo>
                <a:lnTo>
                  <a:pt x="1405392" y="77168"/>
                </a:lnTo>
                <a:lnTo>
                  <a:pt x="1406181" y="77235"/>
                </a:lnTo>
                <a:lnTo>
                  <a:pt x="1406975" y="77308"/>
                </a:lnTo>
                <a:lnTo>
                  <a:pt x="1407775" y="77389"/>
                </a:lnTo>
                <a:lnTo>
                  <a:pt x="1408580" y="77476"/>
                </a:lnTo>
                <a:lnTo>
                  <a:pt x="1409391" y="77571"/>
                </a:lnTo>
                <a:lnTo>
                  <a:pt x="1410208" y="77673"/>
                </a:lnTo>
                <a:lnTo>
                  <a:pt x="1411030" y="77781"/>
                </a:lnTo>
                <a:lnTo>
                  <a:pt x="1411858" y="77897"/>
                </a:lnTo>
                <a:lnTo>
                  <a:pt x="1412691" y="78020"/>
                </a:lnTo>
                <a:lnTo>
                  <a:pt x="1413530" y="78149"/>
                </a:lnTo>
                <a:lnTo>
                  <a:pt x="1414375" y="78286"/>
                </a:lnTo>
                <a:lnTo>
                  <a:pt x="1415225" y="78429"/>
                </a:lnTo>
                <a:lnTo>
                  <a:pt x="1416081" y="78580"/>
                </a:lnTo>
                <a:lnTo>
                  <a:pt x="1416943" y="78738"/>
                </a:lnTo>
                <a:lnTo>
                  <a:pt x="1417810" y="78902"/>
                </a:lnTo>
                <a:lnTo>
                  <a:pt x="1417810" y="86301"/>
                </a:lnTo>
                <a:lnTo>
                  <a:pt x="1417290" y="86649"/>
                </a:lnTo>
                <a:lnTo>
                  <a:pt x="1416765" y="86990"/>
                </a:lnTo>
                <a:lnTo>
                  <a:pt x="1416234" y="87325"/>
                </a:lnTo>
                <a:lnTo>
                  <a:pt x="1415696" y="87654"/>
                </a:lnTo>
                <a:close/>
                <a:moveTo>
                  <a:pt x="2065834" y="110083"/>
                </a:moveTo>
                <a:lnTo>
                  <a:pt x="2066301" y="110045"/>
                </a:lnTo>
                <a:lnTo>
                  <a:pt x="2066755" y="109999"/>
                </a:lnTo>
                <a:lnTo>
                  <a:pt x="2067197" y="109944"/>
                </a:lnTo>
                <a:lnTo>
                  <a:pt x="2067627" y="109881"/>
                </a:lnTo>
                <a:lnTo>
                  <a:pt x="2068043" y="109810"/>
                </a:lnTo>
                <a:lnTo>
                  <a:pt x="2068448" y="109730"/>
                </a:lnTo>
                <a:lnTo>
                  <a:pt x="2068840" y="109642"/>
                </a:lnTo>
                <a:lnTo>
                  <a:pt x="2069219" y="109545"/>
                </a:lnTo>
                <a:lnTo>
                  <a:pt x="2069586" y="109440"/>
                </a:lnTo>
                <a:lnTo>
                  <a:pt x="2069940" y="109327"/>
                </a:lnTo>
                <a:lnTo>
                  <a:pt x="2070282" y="109205"/>
                </a:lnTo>
                <a:lnTo>
                  <a:pt x="2070611" y="109075"/>
                </a:lnTo>
                <a:lnTo>
                  <a:pt x="2070928" y="108937"/>
                </a:lnTo>
                <a:lnTo>
                  <a:pt x="2071232" y="108790"/>
                </a:lnTo>
                <a:lnTo>
                  <a:pt x="2071523" y="108634"/>
                </a:lnTo>
                <a:lnTo>
                  <a:pt x="2071802" y="108470"/>
                </a:lnTo>
                <a:lnTo>
                  <a:pt x="2072069" y="108298"/>
                </a:lnTo>
                <a:lnTo>
                  <a:pt x="2072323" y="108118"/>
                </a:lnTo>
                <a:lnTo>
                  <a:pt x="2072565" y="107929"/>
                </a:lnTo>
                <a:lnTo>
                  <a:pt x="2072794" y="107731"/>
                </a:lnTo>
                <a:lnTo>
                  <a:pt x="2073012" y="107527"/>
                </a:lnTo>
                <a:lnTo>
                  <a:pt x="2073221" y="107318"/>
                </a:lnTo>
                <a:lnTo>
                  <a:pt x="2073420" y="107104"/>
                </a:lnTo>
                <a:lnTo>
                  <a:pt x="2073610" y="106884"/>
                </a:lnTo>
                <a:lnTo>
                  <a:pt x="2073791" y="106659"/>
                </a:lnTo>
                <a:lnTo>
                  <a:pt x="2073963" y="106429"/>
                </a:lnTo>
                <a:lnTo>
                  <a:pt x="2074126" y="106194"/>
                </a:lnTo>
                <a:lnTo>
                  <a:pt x="2074279" y="105954"/>
                </a:lnTo>
                <a:lnTo>
                  <a:pt x="2074423" y="105709"/>
                </a:lnTo>
                <a:lnTo>
                  <a:pt x="2074557" y="105458"/>
                </a:lnTo>
                <a:lnTo>
                  <a:pt x="2074683" y="105202"/>
                </a:lnTo>
                <a:lnTo>
                  <a:pt x="2074799" y="104942"/>
                </a:lnTo>
                <a:lnTo>
                  <a:pt x="2074905" y="104676"/>
                </a:lnTo>
                <a:lnTo>
                  <a:pt x="2075003" y="104404"/>
                </a:lnTo>
                <a:lnTo>
                  <a:pt x="2075091" y="104128"/>
                </a:lnTo>
                <a:lnTo>
                  <a:pt x="2075170" y="103847"/>
                </a:lnTo>
                <a:lnTo>
                  <a:pt x="2075239" y="103560"/>
                </a:lnTo>
                <a:lnTo>
                  <a:pt x="2075300" y="103268"/>
                </a:lnTo>
                <a:lnTo>
                  <a:pt x="2075351" y="102971"/>
                </a:lnTo>
                <a:lnTo>
                  <a:pt x="2075393" y="102669"/>
                </a:lnTo>
                <a:lnTo>
                  <a:pt x="2075425" y="102362"/>
                </a:lnTo>
                <a:lnTo>
                  <a:pt x="2075448" y="102050"/>
                </a:lnTo>
                <a:lnTo>
                  <a:pt x="2075462" y="101732"/>
                </a:lnTo>
                <a:lnTo>
                  <a:pt x="2075467" y="101409"/>
                </a:lnTo>
                <a:lnTo>
                  <a:pt x="2075462" y="101087"/>
                </a:lnTo>
                <a:lnTo>
                  <a:pt x="2075448" y="100769"/>
                </a:lnTo>
                <a:lnTo>
                  <a:pt x="2075425" y="100457"/>
                </a:lnTo>
                <a:lnTo>
                  <a:pt x="2075393" y="100149"/>
                </a:lnTo>
                <a:lnTo>
                  <a:pt x="2075351" y="99847"/>
                </a:lnTo>
                <a:lnTo>
                  <a:pt x="2075300" y="99550"/>
                </a:lnTo>
                <a:lnTo>
                  <a:pt x="2075239" y="99259"/>
                </a:lnTo>
                <a:lnTo>
                  <a:pt x="2075170" y="98972"/>
                </a:lnTo>
                <a:lnTo>
                  <a:pt x="2075091" y="98690"/>
                </a:lnTo>
                <a:lnTo>
                  <a:pt x="2075003" y="98414"/>
                </a:lnTo>
                <a:lnTo>
                  <a:pt x="2074905" y="98143"/>
                </a:lnTo>
                <a:lnTo>
                  <a:pt x="2074799" y="97877"/>
                </a:lnTo>
                <a:lnTo>
                  <a:pt x="2074683" y="97616"/>
                </a:lnTo>
                <a:lnTo>
                  <a:pt x="2074557" y="97360"/>
                </a:lnTo>
                <a:lnTo>
                  <a:pt x="2074423" y="97110"/>
                </a:lnTo>
                <a:lnTo>
                  <a:pt x="2074279" y="96864"/>
                </a:lnTo>
                <a:lnTo>
                  <a:pt x="2074126" y="96624"/>
                </a:lnTo>
                <a:lnTo>
                  <a:pt x="2073963" y="96389"/>
                </a:lnTo>
                <a:lnTo>
                  <a:pt x="2073791" y="96159"/>
                </a:lnTo>
                <a:lnTo>
                  <a:pt x="2073610" y="95935"/>
                </a:lnTo>
                <a:lnTo>
                  <a:pt x="2073420" y="95715"/>
                </a:lnTo>
                <a:lnTo>
                  <a:pt x="2073221" y="95501"/>
                </a:lnTo>
                <a:lnTo>
                  <a:pt x="2073012" y="95291"/>
                </a:lnTo>
                <a:lnTo>
                  <a:pt x="2072794" y="95087"/>
                </a:lnTo>
                <a:lnTo>
                  <a:pt x="2072565" y="94890"/>
                </a:lnTo>
                <a:lnTo>
                  <a:pt x="2072323" y="94701"/>
                </a:lnTo>
                <a:lnTo>
                  <a:pt x="2072069" y="94520"/>
                </a:lnTo>
                <a:lnTo>
                  <a:pt x="2071802" y="94348"/>
                </a:lnTo>
                <a:lnTo>
                  <a:pt x="2071523" y="94184"/>
                </a:lnTo>
                <a:lnTo>
                  <a:pt x="2071232" y="94029"/>
                </a:lnTo>
                <a:lnTo>
                  <a:pt x="2070928" y="93882"/>
                </a:lnTo>
                <a:lnTo>
                  <a:pt x="2070611" y="93743"/>
                </a:lnTo>
                <a:lnTo>
                  <a:pt x="2070282" y="93613"/>
                </a:lnTo>
                <a:lnTo>
                  <a:pt x="2069940" y="93492"/>
                </a:lnTo>
                <a:lnTo>
                  <a:pt x="2069586" y="93378"/>
                </a:lnTo>
                <a:lnTo>
                  <a:pt x="2069219" y="93273"/>
                </a:lnTo>
                <a:lnTo>
                  <a:pt x="2068840" y="93177"/>
                </a:lnTo>
                <a:lnTo>
                  <a:pt x="2068448" y="93088"/>
                </a:lnTo>
                <a:lnTo>
                  <a:pt x="2068043" y="93009"/>
                </a:lnTo>
                <a:lnTo>
                  <a:pt x="2067627" y="92937"/>
                </a:lnTo>
                <a:lnTo>
                  <a:pt x="2067197" y="92874"/>
                </a:lnTo>
                <a:lnTo>
                  <a:pt x="2066755" y="92820"/>
                </a:lnTo>
                <a:lnTo>
                  <a:pt x="2066301" y="92774"/>
                </a:lnTo>
                <a:lnTo>
                  <a:pt x="2065834" y="92736"/>
                </a:lnTo>
                <a:lnTo>
                  <a:pt x="2065354" y="92706"/>
                </a:lnTo>
                <a:lnTo>
                  <a:pt x="2064862" y="92685"/>
                </a:lnTo>
                <a:lnTo>
                  <a:pt x="2064358" y="92673"/>
                </a:lnTo>
                <a:lnTo>
                  <a:pt x="2063841" y="92669"/>
                </a:lnTo>
                <a:lnTo>
                  <a:pt x="2060871" y="92669"/>
                </a:lnTo>
                <a:lnTo>
                  <a:pt x="2060871" y="56857"/>
                </a:lnTo>
                <a:lnTo>
                  <a:pt x="2060855" y="55855"/>
                </a:lnTo>
                <a:lnTo>
                  <a:pt x="2060809" y="54870"/>
                </a:lnTo>
                <a:lnTo>
                  <a:pt x="2060731" y="53904"/>
                </a:lnTo>
                <a:lnTo>
                  <a:pt x="2060622" y="52955"/>
                </a:lnTo>
                <a:lnTo>
                  <a:pt x="2060482" y="52024"/>
                </a:lnTo>
                <a:lnTo>
                  <a:pt x="2060311" y="51110"/>
                </a:lnTo>
                <a:lnTo>
                  <a:pt x="2060109" y="50215"/>
                </a:lnTo>
                <a:lnTo>
                  <a:pt x="2059876" y="49337"/>
                </a:lnTo>
                <a:lnTo>
                  <a:pt x="2059612" y="48478"/>
                </a:lnTo>
                <a:lnTo>
                  <a:pt x="2059316" y="47636"/>
                </a:lnTo>
                <a:lnTo>
                  <a:pt x="2058990" y="46812"/>
                </a:lnTo>
                <a:lnTo>
                  <a:pt x="2058632" y="46005"/>
                </a:lnTo>
                <a:lnTo>
                  <a:pt x="2058244" y="45217"/>
                </a:lnTo>
                <a:lnTo>
                  <a:pt x="2057824" y="44446"/>
                </a:lnTo>
                <a:lnTo>
                  <a:pt x="2057373" y="43694"/>
                </a:lnTo>
                <a:lnTo>
                  <a:pt x="2056892" y="42959"/>
                </a:lnTo>
                <a:lnTo>
                  <a:pt x="2056379" y="42242"/>
                </a:lnTo>
                <a:lnTo>
                  <a:pt x="2055835" y="41542"/>
                </a:lnTo>
                <a:lnTo>
                  <a:pt x="2055260" y="40861"/>
                </a:lnTo>
                <a:lnTo>
                  <a:pt x="2054653" y="40197"/>
                </a:lnTo>
                <a:lnTo>
                  <a:pt x="2054016" y="39551"/>
                </a:lnTo>
                <a:lnTo>
                  <a:pt x="2053348" y="38923"/>
                </a:lnTo>
                <a:lnTo>
                  <a:pt x="2052648" y="38313"/>
                </a:lnTo>
                <a:lnTo>
                  <a:pt x="2051918" y="37721"/>
                </a:lnTo>
                <a:lnTo>
                  <a:pt x="2051159" y="37150"/>
                </a:lnTo>
                <a:lnTo>
                  <a:pt x="2050375" y="36603"/>
                </a:lnTo>
                <a:lnTo>
                  <a:pt x="2049566" y="36080"/>
                </a:lnTo>
                <a:lnTo>
                  <a:pt x="2048732" y="35582"/>
                </a:lnTo>
                <a:lnTo>
                  <a:pt x="2047873" y="35108"/>
                </a:lnTo>
                <a:lnTo>
                  <a:pt x="2046988" y="34658"/>
                </a:lnTo>
                <a:lnTo>
                  <a:pt x="2046078" y="34232"/>
                </a:lnTo>
                <a:lnTo>
                  <a:pt x="2045143" y="33831"/>
                </a:lnTo>
                <a:lnTo>
                  <a:pt x="2044183" y="33455"/>
                </a:lnTo>
                <a:lnTo>
                  <a:pt x="2043197" y="33102"/>
                </a:lnTo>
                <a:lnTo>
                  <a:pt x="2042187" y="32774"/>
                </a:lnTo>
                <a:lnTo>
                  <a:pt x="2041151" y="32470"/>
                </a:lnTo>
                <a:lnTo>
                  <a:pt x="2040090" y="32191"/>
                </a:lnTo>
                <a:lnTo>
                  <a:pt x="2039004" y="31935"/>
                </a:lnTo>
                <a:lnTo>
                  <a:pt x="2037892" y="31704"/>
                </a:lnTo>
                <a:lnTo>
                  <a:pt x="2036756" y="31498"/>
                </a:lnTo>
                <a:lnTo>
                  <a:pt x="2035594" y="31315"/>
                </a:lnTo>
                <a:lnTo>
                  <a:pt x="2034407" y="31157"/>
                </a:lnTo>
                <a:lnTo>
                  <a:pt x="2033195" y="31024"/>
                </a:lnTo>
                <a:lnTo>
                  <a:pt x="2031958" y="30914"/>
                </a:lnTo>
                <a:lnTo>
                  <a:pt x="2030695" y="30829"/>
                </a:lnTo>
                <a:lnTo>
                  <a:pt x="2029407" y="30768"/>
                </a:lnTo>
                <a:lnTo>
                  <a:pt x="2028095" y="30732"/>
                </a:lnTo>
                <a:lnTo>
                  <a:pt x="2026756" y="30720"/>
                </a:lnTo>
                <a:lnTo>
                  <a:pt x="2026302" y="30722"/>
                </a:lnTo>
                <a:lnTo>
                  <a:pt x="2025842" y="30727"/>
                </a:lnTo>
                <a:lnTo>
                  <a:pt x="2025379" y="30736"/>
                </a:lnTo>
                <a:lnTo>
                  <a:pt x="2024911" y="30749"/>
                </a:lnTo>
                <a:lnTo>
                  <a:pt x="2024438" y="30766"/>
                </a:lnTo>
                <a:lnTo>
                  <a:pt x="2023961" y="30786"/>
                </a:lnTo>
                <a:lnTo>
                  <a:pt x="2023480" y="30810"/>
                </a:lnTo>
                <a:lnTo>
                  <a:pt x="2022994" y="30838"/>
                </a:lnTo>
                <a:lnTo>
                  <a:pt x="2022504" y="30869"/>
                </a:lnTo>
                <a:lnTo>
                  <a:pt x="2022010" y="30904"/>
                </a:lnTo>
                <a:lnTo>
                  <a:pt x="2021511" y="30943"/>
                </a:lnTo>
                <a:lnTo>
                  <a:pt x="2021007" y="30985"/>
                </a:lnTo>
                <a:lnTo>
                  <a:pt x="2020499" y="31031"/>
                </a:lnTo>
                <a:lnTo>
                  <a:pt x="2019987" y="31081"/>
                </a:lnTo>
                <a:lnTo>
                  <a:pt x="2019470" y="31134"/>
                </a:lnTo>
                <a:lnTo>
                  <a:pt x="2018949" y="31191"/>
                </a:lnTo>
                <a:lnTo>
                  <a:pt x="2018424" y="31252"/>
                </a:lnTo>
                <a:lnTo>
                  <a:pt x="2017894" y="31316"/>
                </a:lnTo>
                <a:lnTo>
                  <a:pt x="2017359" y="31385"/>
                </a:lnTo>
                <a:lnTo>
                  <a:pt x="2016821" y="31456"/>
                </a:lnTo>
                <a:lnTo>
                  <a:pt x="2016277" y="31532"/>
                </a:lnTo>
                <a:lnTo>
                  <a:pt x="2015730" y="31611"/>
                </a:lnTo>
                <a:lnTo>
                  <a:pt x="2015178" y="31694"/>
                </a:lnTo>
                <a:lnTo>
                  <a:pt x="2014621" y="31781"/>
                </a:lnTo>
                <a:lnTo>
                  <a:pt x="2014063" y="31870"/>
                </a:lnTo>
                <a:lnTo>
                  <a:pt x="2013506" y="31962"/>
                </a:lnTo>
                <a:lnTo>
                  <a:pt x="2012949" y="32057"/>
                </a:lnTo>
                <a:lnTo>
                  <a:pt x="2012394" y="32154"/>
                </a:lnTo>
                <a:lnTo>
                  <a:pt x="2011839" y="32254"/>
                </a:lnTo>
                <a:lnTo>
                  <a:pt x="2011285" y="32356"/>
                </a:lnTo>
                <a:lnTo>
                  <a:pt x="2010732" y="32461"/>
                </a:lnTo>
                <a:lnTo>
                  <a:pt x="2010180" y="32568"/>
                </a:lnTo>
                <a:lnTo>
                  <a:pt x="2009629" y="32678"/>
                </a:lnTo>
                <a:lnTo>
                  <a:pt x="2009079" y="32790"/>
                </a:lnTo>
                <a:lnTo>
                  <a:pt x="2008529" y="32904"/>
                </a:lnTo>
                <a:lnTo>
                  <a:pt x="2007981" y="33022"/>
                </a:lnTo>
                <a:lnTo>
                  <a:pt x="2007433" y="33141"/>
                </a:lnTo>
                <a:lnTo>
                  <a:pt x="2006887" y="33264"/>
                </a:lnTo>
                <a:lnTo>
                  <a:pt x="2006341" y="33388"/>
                </a:lnTo>
                <a:lnTo>
                  <a:pt x="2005796" y="33516"/>
                </a:lnTo>
                <a:lnTo>
                  <a:pt x="2005252" y="33645"/>
                </a:lnTo>
                <a:lnTo>
                  <a:pt x="2004708" y="33777"/>
                </a:lnTo>
                <a:lnTo>
                  <a:pt x="2004166" y="33912"/>
                </a:lnTo>
                <a:lnTo>
                  <a:pt x="2003625" y="34049"/>
                </a:lnTo>
                <a:lnTo>
                  <a:pt x="2003084" y="34189"/>
                </a:lnTo>
                <a:lnTo>
                  <a:pt x="2002544" y="34331"/>
                </a:lnTo>
                <a:lnTo>
                  <a:pt x="2002006" y="34476"/>
                </a:lnTo>
                <a:lnTo>
                  <a:pt x="2001468" y="34623"/>
                </a:lnTo>
                <a:lnTo>
                  <a:pt x="2001070" y="34736"/>
                </a:lnTo>
                <a:lnTo>
                  <a:pt x="2000685" y="34847"/>
                </a:lnTo>
                <a:lnTo>
                  <a:pt x="2000310" y="34957"/>
                </a:lnTo>
                <a:lnTo>
                  <a:pt x="1999947" y="35065"/>
                </a:lnTo>
                <a:lnTo>
                  <a:pt x="1999596" y="35173"/>
                </a:lnTo>
                <a:lnTo>
                  <a:pt x="1999256" y="35278"/>
                </a:lnTo>
                <a:lnTo>
                  <a:pt x="1998928" y="35383"/>
                </a:lnTo>
                <a:lnTo>
                  <a:pt x="1998611" y="35486"/>
                </a:lnTo>
                <a:lnTo>
                  <a:pt x="1998305" y="35588"/>
                </a:lnTo>
                <a:lnTo>
                  <a:pt x="1998011" y="35689"/>
                </a:lnTo>
                <a:lnTo>
                  <a:pt x="1997729" y="35788"/>
                </a:lnTo>
                <a:lnTo>
                  <a:pt x="1997458" y="35886"/>
                </a:lnTo>
                <a:lnTo>
                  <a:pt x="1997199" y="35982"/>
                </a:lnTo>
                <a:lnTo>
                  <a:pt x="1996951" y="36078"/>
                </a:lnTo>
                <a:lnTo>
                  <a:pt x="1996714" y="36171"/>
                </a:lnTo>
                <a:lnTo>
                  <a:pt x="1996489" y="36264"/>
                </a:lnTo>
                <a:lnTo>
                  <a:pt x="1996276" y="36355"/>
                </a:lnTo>
                <a:lnTo>
                  <a:pt x="1996074" y="36445"/>
                </a:lnTo>
                <a:lnTo>
                  <a:pt x="1995883" y="36534"/>
                </a:lnTo>
                <a:lnTo>
                  <a:pt x="1995704" y="36621"/>
                </a:lnTo>
                <a:lnTo>
                  <a:pt x="1995537" y="36707"/>
                </a:lnTo>
                <a:lnTo>
                  <a:pt x="1995381" y="36792"/>
                </a:lnTo>
                <a:lnTo>
                  <a:pt x="1995236" y="36875"/>
                </a:lnTo>
                <a:lnTo>
                  <a:pt x="1995103" y="36957"/>
                </a:lnTo>
                <a:lnTo>
                  <a:pt x="1994977" y="37040"/>
                </a:lnTo>
                <a:lnTo>
                  <a:pt x="1994853" y="37124"/>
                </a:lnTo>
                <a:lnTo>
                  <a:pt x="1994732" y="37211"/>
                </a:lnTo>
                <a:lnTo>
                  <a:pt x="1994613" y="37300"/>
                </a:lnTo>
                <a:lnTo>
                  <a:pt x="1994496" y="37391"/>
                </a:lnTo>
                <a:lnTo>
                  <a:pt x="1994382" y="37485"/>
                </a:lnTo>
                <a:lnTo>
                  <a:pt x="1994270" y="37581"/>
                </a:lnTo>
                <a:lnTo>
                  <a:pt x="1994160" y="37678"/>
                </a:lnTo>
                <a:lnTo>
                  <a:pt x="1994053" y="37779"/>
                </a:lnTo>
                <a:lnTo>
                  <a:pt x="1993948" y="37881"/>
                </a:lnTo>
                <a:lnTo>
                  <a:pt x="1993846" y="37985"/>
                </a:lnTo>
                <a:lnTo>
                  <a:pt x="1993745" y="38092"/>
                </a:lnTo>
                <a:lnTo>
                  <a:pt x="1993648" y="38201"/>
                </a:lnTo>
                <a:lnTo>
                  <a:pt x="1993552" y="38312"/>
                </a:lnTo>
                <a:lnTo>
                  <a:pt x="1993459" y="38426"/>
                </a:lnTo>
                <a:lnTo>
                  <a:pt x="1993368" y="38541"/>
                </a:lnTo>
                <a:lnTo>
                  <a:pt x="1993280" y="38659"/>
                </a:lnTo>
                <a:lnTo>
                  <a:pt x="1993194" y="38779"/>
                </a:lnTo>
                <a:lnTo>
                  <a:pt x="1993110" y="38901"/>
                </a:lnTo>
                <a:lnTo>
                  <a:pt x="1993029" y="39026"/>
                </a:lnTo>
                <a:lnTo>
                  <a:pt x="1992950" y="39152"/>
                </a:lnTo>
                <a:lnTo>
                  <a:pt x="1992873" y="39281"/>
                </a:lnTo>
                <a:lnTo>
                  <a:pt x="1992799" y="39412"/>
                </a:lnTo>
                <a:lnTo>
                  <a:pt x="1992727" y="39545"/>
                </a:lnTo>
                <a:lnTo>
                  <a:pt x="1992658" y="39681"/>
                </a:lnTo>
                <a:lnTo>
                  <a:pt x="1992592" y="39818"/>
                </a:lnTo>
                <a:lnTo>
                  <a:pt x="1992528" y="39958"/>
                </a:lnTo>
                <a:lnTo>
                  <a:pt x="1992468" y="40099"/>
                </a:lnTo>
                <a:lnTo>
                  <a:pt x="1992410" y="40243"/>
                </a:lnTo>
                <a:lnTo>
                  <a:pt x="1992356" y="40389"/>
                </a:lnTo>
                <a:lnTo>
                  <a:pt x="1992304" y="40536"/>
                </a:lnTo>
                <a:lnTo>
                  <a:pt x="1992256" y="40686"/>
                </a:lnTo>
                <a:lnTo>
                  <a:pt x="1992210" y="40838"/>
                </a:lnTo>
                <a:lnTo>
                  <a:pt x="1992167" y="40992"/>
                </a:lnTo>
                <a:lnTo>
                  <a:pt x="1992127" y="41148"/>
                </a:lnTo>
                <a:lnTo>
                  <a:pt x="1992091" y="41306"/>
                </a:lnTo>
                <a:lnTo>
                  <a:pt x="1992057" y="41466"/>
                </a:lnTo>
                <a:lnTo>
                  <a:pt x="1992026" y="41629"/>
                </a:lnTo>
                <a:lnTo>
                  <a:pt x="1991998" y="41793"/>
                </a:lnTo>
                <a:lnTo>
                  <a:pt x="1991973" y="41959"/>
                </a:lnTo>
                <a:lnTo>
                  <a:pt x="1991951" y="42128"/>
                </a:lnTo>
                <a:lnTo>
                  <a:pt x="1991931" y="42298"/>
                </a:lnTo>
                <a:lnTo>
                  <a:pt x="1991915" y="42471"/>
                </a:lnTo>
                <a:lnTo>
                  <a:pt x="1991902" y="42645"/>
                </a:lnTo>
                <a:lnTo>
                  <a:pt x="1991892" y="42822"/>
                </a:lnTo>
                <a:lnTo>
                  <a:pt x="1991884" y="43001"/>
                </a:lnTo>
                <a:lnTo>
                  <a:pt x="1991880" y="43181"/>
                </a:lnTo>
                <a:lnTo>
                  <a:pt x="1991878" y="43364"/>
                </a:lnTo>
                <a:lnTo>
                  <a:pt x="1991883" y="43687"/>
                </a:lnTo>
                <a:lnTo>
                  <a:pt x="1991895" y="44005"/>
                </a:lnTo>
                <a:lnTo>
                  <a:pt x="1991916" y="44318"/>
                </a:lnTo>
                <a:lnTo>
                  <a:pt x="1991946" y="44626"/>
                </a:lnTo>
                <a:lnTo>
                  <a:pt x="1991983" y="44930"/>
                </a:lnTo>
                <a:lnTo>
                  <a:pt x="1992030" y="45228"/>
                </a:lnTo>
                <a:lnTo>
                  <a:pt x="1992084" y="45522"/>
                </a:lnTo>
                <a:lnTo>
                  <a:pt x="1992147" y="45811"/>
                </a:lnTo>
                <a:lnTo>
                  <a:pt x="1992219" y="46095"/>
                </a:lnTo>
                <a:lnTo>
                  <a:pt x="1992298" y="46374"/>
                </a:lnTo>
                <a:lnTo>
                  <a:pt x="1992386" y="46648"/>
                </a:lnTo>
                <a:lnTo>
                  <a:pt x="1992483" y="46918"/>
                </a:lnTo>
                <a:lnTo>
                  <a:pt x="1992588" y="47182"/>
                </a:lnTo>
                <a:lnTo>
                  <a:pt x="1992701" y="47442"/>
                </a:lnTo>
                <a:lnTo>
                  <a:pt x="1992823" y="47697"/>
                </a:lnTo>
                <a:lnTo>
                  <a:pt x="1992953" y="47947"/>
                </a:lnTo>
                <a:lnTo>
                  <a:pt x="1993092" y="48192"/>
                </a:lnTo>
                <a:lnTo>
                  <a:pt x="1993239" y="48432"/>
                </a:lnTo>
                <a:lnTo>
                  <a:pt x="1993394" y="48667"/>
                </a:lnTo>
                <a:lnTo>
                  <a:pt x="1993558" y="48898"/>
                </a:lnTo>
                <a:lnTo>
                  <a:pt x="1993730" y="49123"/>
                </a:lnTo>
                <a:lnTo>
                  <a:pt x="1993911" y="49344"/>
                </a:lnTo>
                <a:lnTo>
                  <a:pt x="1994100" y="49560"/>
                </a:lnTo>
                <a:lnTo>
                  <a:pt x="1994297" y="49771"/>
                </a:lnTo>
                <a:lnTo>
                  <a:pt x="1994500" y="49975"/>
                </a:lnTo>
                <a:lnTo>
                  <a:pt x="1994707" y="50171"/>
                </a:lnTo>
                <a:lnTo>
                  <a:pt x="1994918" y="50358"/>
                </a:lnTo>
                <a:lnTo>
                  <a:pt x="1995133" y="50536"/>
                </a:lnTo>
                <a:lnTo>
                  <a:pt x="1995351" y="50706"/>
                </a:lnTo>
                <a:lnTo>
                  <a:pt x="1995573" y="50866"/>
                </a:lnTo>
                <a:lnTo>
                  <a:pt x="1995798" y="51019"/>
                </a:lnTo>
                <a:lnTo>
                  <a:pt x="1996027" y="51162"/>
                </a:lnTo>
                <a:lnTo>
                  <a:pt x="1996260" y="51297"/>
                </a:lnTo>
                <a:lnTo>
                  <a:pt x="1996497" y="51423"/>
                </a:lnTo>
                <a:lnTo>
                  <a:pt x="1996737" y="51540"/>
                </a:lnTo>
                <a:lnTo>
                  <a:pt x="1996981" y="51649"/>
                </a:lnTo>
                <a:lnTo>
                  <a:pt x="1997228" y="51749"/>
                </a:lnTo>
                <a:lnTo>
                  <a:pt x="1997480" y="51840"/>
                </a:lnTo>
                <a:lnTo>
                  <a:pt x="1997735" y="51923"/>
                </a:lnTo>
                <a:lnTo>
                  <a:pt x="1997993" y="51996"/>
                </a:lnTo>
                <a:lnTo>
                  <a:pt x="1998255" y="52062"/>
                </a:lnTo>
                <a:lnTo>
                  <a:pt x="1998521" y="52118"/>
                </a:lnTo>
                <a:lnTo>
                  <a:pt x="1998791" y="52166"/>
                </a:lnTo>
                <a:lnTo>
                  <a:pt x="1999065" y="52205"/>
                </a:lnTo>
                <a:lnTo>
                  <a:pt x="1999342" y="52235"/>
                </a:lnTo>
                <a:lnTo>
                  <a:pt x="1999622" y="52257"/>
                </a:lnTo>
                <a:lnTo>
                  <a:pt x="1999907" y="52270"/>
                </a:lnTo>
                <a:lnTo>
                  <a:pt x="2000195" y="52275"/>
                </a:lnTo>
                <a:lnTo>
                  <a:pt x="2000411" y="52273"/>
                </a:lnTo>
                <a:lnTo>
                  <a:pt x="2000633" y="52267"/>
                </a:lnTo>
                <a:lnTo>
                  <a:pt x="2000863" y="52258"/>
                </a:lnTo>
                <a:lnTo>
                  <a:pt x="2001100" y="52245"/>
                </a:lnTo>
                <a:lnTo>
                  <a:pt x="2001344" y="52228"/>
                </a:lnTo>
                <a:lnTo>
                  <a:pt x="2001595" y="52207"/>
                </a:lnTo>
                <a:lnTo>
                  <a:pt x="2001853" y="52183"/>
                </a:lnTo>
                <a:lnTo>
                  <a:pt x="2002118" y="52154"/>
                </a:lnTo>
                <a:lnTo>
                  <a:pt x="2002391" y="52122"/>
                </a:lnTo>
                <a:lnTo>
                  <a:pt x="2002670" y="52087"/>
                </a:lnTo>
                <a:lnTo>
                  <a:pt x="2002956" y="52047"/>
                </a:lnTo>
                <a:lnTo>
                  <a:pt x="2003250" y="52004"/>
                </a:lnTo>
                <a:lnTo>
                  <a:pt x="2003550" y="51957"/>
                </a:lnTo>
                <a:lnTo>
                  <a:pt x="2003858" y="51906"/>
                </a:lnTo>
                <a:lnTo>
                  <a:pt x="2004173" y="51852"/>
                </a:lnTo>
                <a:lnTo>
                  <a:pt x="2004494" y="51794"/>
                </a:lnTo>
                <a:lnTo>
                  <a:pt x="2004823" y="51732"/>
                </a:lnTo>
                <a:lnTo>
                  <a:pt x="2005159" y="51666"/>
                </a:lnTo>
                <a:lnTo>
                  <a:pt x="2005502" y="51596"/>
                </a:lnTo>
                <a:lnTo>
                  <a:pt x="2005852" y="51523"/>
                </a:lnTo>
                <a:lnTo>
                  <a:pt x="2006209" y="51446"/>
                </a:lnTo>
                <a:lnTo>
                  <a:pt x="2006574" y="51365"/>
                </a:lnTo>
                <a:lnTo>
                  <a:pt x="2006945" y="51281"/>
                </a:lnTo>
                <a:lnTo>
                  <a:pt x="2007323" y="51193"/>
                </a:lnTo>
                <a:lnTo>
                  <a:pt x="2008341" y="50949"/>
                </a:lnTo>
                <a:lnTo>
                  <a:pt x="2009342" y="50715"/>
                </a:lnTo>
                <a:lnTo>
                  <a:pt x="2010328" y="50491"/>
                </a:lnTo>
                <a:lnTo>
                  <a:pt x="2011298" y="50279"/>
                </a:lnTo>
                <a:lnTo>
                  <a:pt x="2012251" y="50076"/>
                </a:lnTo>
                <a:lnTo>
                  <a:pt x="2013189" y="49884"/>
                </a:lnTo>
                <a:lnTo>
                  <a:pt x="2014111" y="49702"/>
                </a:lnTo>
                <a:lnTo>
                  <a:pt x="2015017" y="49531"/>
                </a:lnTo>
                <a:lnTo>
                  <a:pt x="2015907" y="49370"/>
                </a:lnTo>
                <a:lnTo>
                  <a:pt x="2016782" y="49219"/>
                </a:lnTo>
                <a:lnTo>
                  <a:pt x="2017640" y="49079"/>
                </a:lnTo>
                <a:lnTo>
                  <a:pt x="2018482" y="48949"/>
                </a:lnTo>
                <a:lnTo>
                  <a:pt x="2019309" y="48830"/>
                </a:lnTo>
                <a:lnTo>
                  <a:pt x="2020120" y="48721"/>
                </a:lnTo>
                <a:lnTo>
                  <a:pt x="2020914" y="48622"/>
                </a:lnTo>
                <a:lnTo>
                  <a:pt x="2021693" y="48534"/>
                </a:lnTo>
                <a:lnTo>
                  <a:pt x="2022456" y="48456"/>
                </a:lnTo>
                <a:lnTo>
                  <a:pt x="2023203" y="48388"/>
                </a:lnTo>
                <a:lnTo>
                  <a:pt x="2023934" y="48331"/>
                </a:lnTo>
                <a:lnTo>
                  <a:pt x="2024649" y="48284"/>
                </a:lnTo>
                <a:lnTo>
                  <a:pt x="2025348" y="48248"/>
                </a:lnTo>
                <a:lnTo>
                  <a:pt x="2026032" y="48222"/>
                </a:lnTo>
                <a:lnTo>
                  <a:pt x="2026699" y="48206"/>
                </a:lnTo>
                <a:lnTo>
                  <a:pt x="2027350" y="48201"/>
                </a:lnTo>
                <a:lnTo>
                  <a:pt x="2028125" y="48205"/>
                </a:lnTo>
                <a:lnTo>
                  <a:pt x="2028878" y="48218"/>
                </a:lnTo>
                <a:lnTo>
                  <a:pt x="2029611" y="48239"/>
                </a:lnTo>
                <a:lnTo>
                  <a:pt x="2030322" y="48269"/>
                </a:lnTo>
                <a:lnTo>
                  <a:pt x="2031012" y="48307"/>
                </a:lnTo>
                <a:lnTo>
                  <a:pt x="2031681" y="48354"/>
                </a:lnTo>
                <a:lnTo>
                  <a:pt x="2032329" y="48409"/>
                </a:lnTo>
                <a:lnTo>
                  <a:pt x="2032956" y="48473"/>
                </a:lnTo>
                <a:lnTo>
                  <a:pt x="2033562" y="48545"/>
                </a:lnTo>
                <a:lnTo>
                  <a:pt x="2034147" y="48626"/>
                </a:lnTo>
                <a:lnTo>
                  <a:pt x="2034710" y="48715"/>
                </a:lnTo>
                <a:lnTo>
                  <a:pt x="2035253" y="48813"/>
                </a:lnTo>
                <a:lnTo>
                  <a:pt x="2035775" y="48919"/>
                </a:lnTo>
                <a:lnTo>
                  <a:pt x="2036275" y="49033"/>
                </a:lnTo>
                <a:lnTo>
                  <a:pt x="2036755" y="49156"/>
                </a:lnTo>
                <a:lnTo>
                  <a:pt x="2037213" y="49288"/>
                </a:lnTo>
                <a:lnTo>
                  <a:pt x="2037651" y="49428"/>
                </a:lnTo>
                <a:lnTo>
                  <a:pt x="2038067" y="49577"/>
                </a:lnTo>
                <a:lnTo>
                  <a:pt x="2038462" y="49734"/>
                </a:lnTo>
                <a:lnTo>
                  <a:pt x="2038836" y="49899"/>
                </a:lnTo>
                <a:lnTo>
                  <a:pt x="2039189" y="50073"/>
                </a:lnTo>
                <a:lnTo>
                  <a:pt x="2039521" y="50256"/>
                </a:lnTo>
                <a:lnTo>
                  <a:pt x="2039832" y="50447"/>
                </a:lnTo>
                <a:lnTo>
                  <a:pt x="2040122" y="50646"/>
                </a:lnTo>
                <a:lnTo>
                  <a:pt x="2040396" y="50853"/>
                </a:lnTo>
                <a:lnTo>
                  <a:pt x="2040657" y="51064"/>
                </a:lnTo>
                <a:lnTo>
                  <a:pt x="2040908" y="51280"/>
                </a:lnTo>
                <a:lnTo>
                  <a:pt x="2041146" y="51501"/>
                </a:lnTo>
                <a:lnTo>
                  <a:pt x="2041373" y="51727"/>
                </a:lnTo>
                <a:lnTo>
                  <a:pt x="2041589" y="51958"/>
                </a:lnTo>
                <a:lnTo>
                  <a:pt x="2041792" y="52194"/>
                </a:lnTo>
                <a:lnTo>
                  <a:pt x="2041984" y="52435"/>
                </a:lnTo>
                <a:lnTo>
                  <a:pt x="2042165" y="52681"/>
                </a:lnTo>
                <a:lnTo>
                  <a:pt x="2042333" y="52932"/>
                </a:lnTo>
                <a:lnTo>
                  <a:pt x="2042491" y="53188"/>
                </a:lnTo>
                <a:lnTo>
                  <a:pt x="2042636" y="53449"/>
                </a:lnTo>
                <a:lnTo>
                  <a:pt x="2042770" y="53715"/>
                </a:lnTo>
                <a:lnTo>
                  <a:pt x="2042892" y="53986"/>
                </a:lnTo>
                <a:lnTo>
                  <a:pt x="2043003" y="54262"/>
                </a:lnTo>
                <a:lnTo>
                  <a:pt x="2043102" y="54543"/>
                </a:lnTo>
                <a:lnTo>
                  <a:pt x="2043189" y="54829"/>
                </a:lnTo>
                <a:lnTo>
                  <a:pt x="2043265" y="55119"/>
                </a:lnTo>
                <a:lnTo>
                  <a:pt x="2043329" y="55415"/>
                </a:lnTo>
                <a:lnTo>
                  <a:pt x="2043381" y="55716"/>
                </a:lnTo>
                <a:lnTo>
                  <a:pt x="2043422" y="56022"/>
                </a:lnTo>
                <a:lnTo>
                  <a:pt x="2043451" y="56332"/>
                </a:lnTo>
                <a:lnTo>
                  <a:pt x="2043468" y="56648"/>
                </a:lnTo>
                <a:lnTo>
                  <a:pt x="2043474" y="56968"/>
                </a:lnTo>
                <a:lnTo>
                  <a:pt x="2043474" y="61100"/>
                </a:lnTo>
                <a:lnTo>
                  <a:pt x="2042616" y="60962"/>
                </a:lnTo>
                <a:lnTo>
                  <a:pt x="2041766" y="60829"/>
                </a:lnTo>
                <a:lnTo>
                  <a:pt x="2040924" y="60702"/>
                </a:lnTo>
                <a:lnTo>
                  <a:pt x="2040091" y="60582"/>
                </a:lnTo>
                <a:lnTo>
                  <a:pt x="2039267" y="60467"/>
                </a:lnTo>
                <a:lnTo>
                  <a:pt x="2038451" y="60358"/>
                </a:lnTo>
                <a:lnTo>
                  <a:pt x="2037644" y="60254"/>
                </a:lnTo>
                <a:lnTo>
                  <a:pt x="2036846" y="60157"/>
                </a:lnTo>
                <a:lnTo>
                  <a:pt x="2036055" y="60066"/>
                </a:lnTo>
                <a:lnTo>
                  <a:pt x="2035274" y="59980"/>
                </a:lnTo>
                <a:lnTo>
                  <a:pt x="2034501" y="59901"/>
                </a:lnTo>
                <a:lnTo>
                  <a:pt x="2033736" y="59827"/>
                </a:lnTo>
                <a:lnTo>
                  <a:pt x="2032980" y="59759"/>
                </a:lnTo>
                <a:lnTo>
                  <a:pt x="2032233" y="59698"/>
                </a:lnTo>
                <a:lnTo>
                  <a:pt x="2031494" y="59642"/>
                </a:lnTo>
                <a:lnTo>
                  <a:pt x="2030764" y="59592"/>
                </a:lnTo>
                <a:lnTo>
                  <a:pt x="2030042" y="59547"/>
                </a:lnTo>
                <a:lnTo>
                  <a:pt x="2029329" y="59509"/>
                </a:lnTo>
                <a:lnTo>
                  <a:pt x="2028624" y="59477"/>
                </a:lnTo>
                <a:lnTo>
                  <a:pt x="2027928" y="59450"/>
                </a:lnTo>
                <a:lnTo>
                  <a:pt x="2027240" y="59429"/>
                </a:lnTo>
                <a:lnTo>
                  <a:pt x="2026561" y="59415"/>
                </a:lnTo>
                <a:lnTo>
                  <a:pt x="2025891" y="59406"/>
                </a:lnTo>
                <a:lnTo>
                  <a:pt x="2025229" y="59403"/>
                </a:lnTo>
                <a:lnTo>
                  <a:pt x="2023603" y="59419"/>
                </a:lnTo>
                <a:lnTo>
                  <a:pt x="2022007" y="59468"/>
                </a:lnTo>
                <a:lnTo>
                  <a:pt x="2020440" y="59549"/>
                </a:lnTo>
                <a:lnTo>
                  <a:pt x="2018903" y="59663"/>
                </a:lnTo>
                <a:lnTo>
                  <a:pt x="2017396" y="59809"/>
                </a:lnTo>
                <a:lnTo>
                  <a:pt x="2015918" y="59988"/>
                </a:lnTo>
                <a:lnTo>
                  <a:pt x="2014470" y="60200"/>
                </a:lnTo>
                <a:lnTo>
                  <a:pt x="2013051" y="60443"/>
                </a:lnTo>
                <a:lnTo>
                  <a:pt x="2011662" y="60720"/>
                </a:lnTo>
                <a:lnTo>
                  <a:pt x="2010303" y="61029"/>
                </a:lnTo>
                <a:lnTo>
                  <a:pt x="2008973" y="61370"/>
                </a:lnTo>
                <a:lnTo>
                  <a:pt x="2007673" y="61744"/>
                </a:lnTo>
                <a:lnTo>
                  <a:pt x="2006403" y="62150"/>
                </a:lnTo>
                <a:lnTo>
                  <a:pt x="2005162" y="62589"/>
                </a:lnTo>
                <a:lnTo>
                  <a:pt x="2003951" y="63061"/>
                </a:lnTo>
                <a:lnTo>
                  <a:pt x="2002769" y="63565"/>
                </a:lnTo>
                <a:lnTo>
                  <a:pt x="2001617" y="64101"/>
                </a:lnTo>
                <a:lnTo>
                  <a:pt x="2000495" y="64670"/>
                </a:lnTo>
                <a:lnTo>
                  <a:pt x="1999402" y="65272"/>
                </a:lnTo>
                <a:lnTo>
                  <a:pt x="1998339" y="65906"/>
                </a:lnTo>
                <a:lnTo>
                  <a:pt x="1997305" y="66572"/>
                </a:lnTo>
                <a:lnTo>
                  <a:pt x="1996301" y="67271"/>
                </a:lnTo>
                <a:lnTo>
                  <a:pt x="1995327" y="68003"/>
                </a:lnTo>
                <a:lnTo>
                  <a:pt x="1994382" y="68767"/>
                </a:lnTo>
                <a:lnTo>
                  <a:pt x="1993471" y="69550"/>
                </a:lnTo>
                <a:lnTo>
                  <a:pt x="1992599" y="70338"/>
                </a:lnTo>
                <a:lnTo>
                  <a:pt x="1991766" y="71132"/>
                </a:lnTo>
                <a:lnTo>
                  <a:pt x="1990972" y="71931"/>
                </a:lnTo>
                <a:lnTo>
                  <a:pt x="1990216" y="72735"/>
                </a:lnTo>
                <a:lnTo>
                  <a:pt x="1989500" y="73545"/>
                </a:lnTo>
                <a:lnTo>
                  <a:pt x="1988822" y="74361"/>
                </a:lnTo>
                <a:lnTo>
                  <a:pt x="1988182" y="75182"/>
                </a:lnTo>
                <a:lnTo>
                  <a:pt x="1987582" y="76008"/>
                </a:lnTo>
                <a:lnTo>
                  <a:pt x="1987020" y="76840"/>
                </a:lnTo>
                <a:lnTo>
                  <a:pt x="1986497" y="77677"/>
                </a:lnTo>
                <a:lnTo>
                  <a:pt x="1986012" y="78520"/>
                </a:lnTo>
                <a:lnTo>
                  <a:pt x="1985567" y="79368"/>
                </a:lnTo>
                <a:lnTo>
                  <a:pt x="1985160" y="80222"/>
                </a:lnTo>
                <a:lnTo>
                  <a:pt x="1984792" y="81081"/>
                </a:lnTo>
                <a:lnTo>
                  <a:pt x="1984462" y="81945"/>
                </a:lnTo>
                <a:lnTo>
                  <a:pt x="1984172" y="82815"/>
                </a:lnTo>
                <a:lnTo>
                  <a:pt x="1983920" y="83690"/>
                </a:lnTo>
                <a:lnTo>
                  <a:pt x="1983707" y="84571"/>
                </a:lnTo>
                <a:lnTo>
                  <a:pt x="1983533" y="85457"/>
                </a:lnTo>
                <a:lnTo>
                  <a:pt x="1983397" y="86349"/>
                </a:lnTo>
                <a:lnTo>
                  <a:pt x="1983300" y="87246"/>
                </a:lnTo>
                <a:lnTo>
                  <a:pt x="1983242" y="88149"/>
                </a:lnTo>
                <a:lnTo>
                  <a:pt x="1983223" y="89057"/>
                </a:lnTo>
                <a:lnTo>
                  <a:pt x="1983238" y="89802"/>
                </a:lnTo>
                <a:lnTo>
                  <a:pt x="1983283" y="90543"/>
                </a:lnTo>
                <a:lnTo>
                  <a:pt x="1983359" y="91278"/>
                </a:lnTo>
                <a:lnTo>
                  <a:pt x="1983465" y="92007"/>
                </a:lnTo>
                <a:lnTo>
                  <a:pt x="1983602" y="92731"/>
                </a:lnTo>
                <a:lnTo>
                  <a:pt x="1983769" y="93450"/>
                </a:lnTo>
                <a:lnTo>
                  <a:pt x="1983966" y="94163"/>
                </a:lnTo>
                <a:lnTo>
                  <a:pt x="1984194" y="94871"/>
                </a:lnTo>
                <a:lnTo>
                  <a:pt x="1984452" y="95573"/>
                </a:lnTo>
                <a:lnTo>
                  <a:pt x="1984740" y="96270"/>
                </a:lnTo>
                <a:lnTo>
                  <a:pt x="1985059" y="96961"/>
                </a:lnTo>
                <a:lnTo>
                  <a:pt x="1985408" y="97647"/>
                </a:lnTo>
                <a:lnTo>
                  <a:pt x="1985787" y="98327"/>
                </a:lnTo>
                <a:lnTo>
                  <a:pt x="1986197" y="99002"/>
                </a:lnTo>
                <a:lnTo>
                  <a:pt x="1986637" y="99672"/>
                </a:lnTo>
                <a:lnTo>
                  <a:pt x="1987107" y="100336"/>
                </a:lnTo>
                <a:lnTo>
                  <a:pt x="1987608" y="100995"/>
                </a:lnTo>
                <a:lnTo>
                  <a:pt x="1988139" y="101648"/>
                </a:lnTo>
                <a:lnTo>
                  <a:pt x="1988701" y="102296"/>
                </a:lnTo>
                <a:lnTo>
                  <a:pt x="1989293" y="102938"/>
                </a:lnTo>
                <a:lnTo>
                  <a:pt x="1989915" y="103575"/>
                </a:lnTo>
                <a:lnTo>
                  <a:pt x="1990567" y="104207"/>
                </a:lnTo>
                <a:lnTo>
                  <a:pt x="1991250" y="104833"/>
                </a:lnTo>
                <a:lnTo>
                  <a:pt x="1991963" y="105453"/>
                </a:lnTo>
                <a:lnTo>
                  <a:pt x="1992701" y="106058"/>
                </a:lnTo>
                <a:lnTo>
                  <a:pt x="1993457" y="106637"/>
                </a:lnTo>
                <a:lnTo>
                  <a:pt x="1994231" y="107191"/>
                </a:lnTo>
                <a:lnTo>
                  <a:pt x="1995023" y="107718"/>
                </a:lnTo>
                <a:lnTo>
                  <a:pt x="1995834" y="108220"/>
                </a:lnTo>
                <a:lnTo>
                  <a:pt x="1996662" y="108696"/>
                </a:lnTo>
                <a:lnTo>
                  <a:pt x="1997510" y="109147"/>
                </a:lnTo>
                <a:lnTo>
                  <a:pt x="1998375" y="109571"/>
                </a:lnTo>
                <a:lnTo>
                  <a:pt x="1999259" y="109970"/>
                </a:lnTo>
                <a:lnTo>
                  <a:pt x="2000161" y="110343"/>
                </a:lnTo>
                <a:lnTo>
                  <a:pt x="2001081" y="110691"/>
                </a:lnTo>
                <a:lnTo>
                  <a:pt x="2002019" y="111013"/>
                </a:lnTo>
                <a:lnTo>
                  <a:pt x="2002976" y="111309"/>
                </a:lnTo>
                <a:lnTo>
                  <a:pt x="2003951" y="111579"/>
                </a:lnTo>
                <a:lnTo>
                  <a:pt x="2004944" y="111823"/>
                </a:lnTo>
                <a:lnTo>
                  <a:pt x="2005956" y="112042"/>
                </a:lnTo>
                <a:lnTo>
                  <a:pt x="2006986" y="112235"/>
                </a:lnTo>
                <a:lnTo>
                  <a:pt x="2008034" y="112402"/>
                </a:lnTo>
                <a:lnTo>
                  <a:pt x="2009100" y="112544"/>
                </a:lnTo>
                <a:lnTo>
                  <a:pt x="2010185" y="112660"/>
                </a:lnTo>
                <a:lnTo>
                  <a:pt x="2011288" y="112750"/>
                </a:lnTo>
                <a:lnTo>
                  <a:pt x="2012409" y="112814"/>
                </a:lnTo>
                <a:lnTo>
                  <a:pt x="2013548" y="112853"/>
                </a:lnTo>
                <a:lnTo>
                  <a:pt x="2014706" y="112866"/>
                </a:lnTo>
                <a:lnTo>
                  <a:pt x="2015246" y="112863"/>
                </a:lnTo>
                <a:lnTo>
                  <a:pt x="2015791" y="112854"/>
                </a:lnTo>
                <a:lnTo>
                  <a:pt x="2016341" y="112839"/>
                </a:lnTo>
                <a:lnTo>
                  <a:pt x="2016896" y="112818"/>
                </a:lnTo>
                <a:lnTo>
                  <a:pt x="2017456" y="112792"/>
                </a:lnTo>
                <a:lnTo>
                  <a:pt x="2018021" y="112759"/>
                </a:lnTo>
                <a:lnTo>
                  <a:pt x="2018591" y="112721"/>
                </a:lnTo>
                <a:lnTo>
                  <a:pt x="2019166" y="112677"/>
                </a:lnTo>
                <a:lnTo>
                  <a:pt x="2019746" y="112627"/>
                </a:lnTo>
                <a:lnTo>
                  <a:pt x="2020331" y="112571"/>
                </a:lnTo>
                <a:lnTo>
                  <a:pt x="2020921" y="112509"/>
                </a:lnTo>
                <a:lnTo>
                  <a:pt x="2021516" y="112441"/>
                </a:lnTo>
                <a:lnTo>
                  <a:pt x="2022116" y="112368"/>
                </a:lnTo>
                <a:lnTo>
                  <a:pt x="2022721" y="112288"/>
                </a:lnTo>
                <a:lnTo>
                  <a:pt x="2023331" y="112203"/>
                </a:lnTo>
                <a:lnTo>
                  <a:pt x="2023947" y="112111"/>
                </a:lnTo>
                <a:lnTo>
                  <a:pt x="2024567" y="112014"/>
                </a:lnTo>
                <a:lnTo>
                  <a:pt x="2025192" y="111911"/>
                </a:lnTo>
                <a:lnTo>
                  <a:pt x="2025822" y="111802"/>
                </a:lnTo>
                <a:lnTo>
                  <a:pt x="2026457" y="111687"/>
                </a:lnTo>
                <a:lnTo>
                  <a:pt x="2027097" y="111566"/>
                </a:lnTo>
                <a:lnTo>
                  <a:pt x="2027742" y="111439"/>
                </a:lnTo>
                <a:lnTo>
                  <a:pt x="2028393" y="111307"/>
                </a:lnTo>
                <a:lnTo>
                  <a:pt x="2029048" y="111168"/>
                </a:lnTo>
                <a:lnTo>
                  <a:pt x="2029703" y="111024"/>
                </a:lnTo>
                <a:lnTo>
                  <a:pt x="2030354" y="110874"/>
                </a:lnTo>
                <a:lnTo>
                  <a:pt x="2031000" y="110718"/>
                </a:lnTo>
                <a:lnTo>
                  <a:pt x="2031641" y="110555"/>
                </a:lnTo>
                <a:lnTo>
                  <a:pt x="2032277" y="110387"/>
                </a:lnTo>
                <a:lnTo>
                  <a:pt x="2032909" y="110214"/>
                </a:lnTo>
                <a:lnTo>
                  <a:pt x="2033536" y="110034"/>
                </a:lnTo>
                <a:lnTo>
                  <a:pt x="2034158" y="109848"/>
                </a:lnTo>
                <a:lnTo>
                  <a:pt x="2034776" y="109657"/>
                </a:lnTo>
                <a:lnTo>
                  <a:pt x="2035389" y="109459"/>
                </a:lnTo>
                <a:lnTo>
                  <a:pt x="2035997" y="109256"/>
                </a:lnTo>
                <a:lnTo>
                  <a:pt x="2036600" y="109047"/>
                </a:lnTo>
                <a:lnTo>
                  <a:pt x="2037199" y="108832"/>
                </a:lnTo>
                <a:lnTo>
                  <a:pt x="2037793" y="108611"/>
                </a:lnTo>
                <a:lnTo>
                  <a:pt x="2038382" y="108384"/>
                </a:lnTo>
                <a:lnTo>
                  <a:pt x="2038967" y="108151"/>
                </a:lnTo>
                <a:lnTo>
                  <a:pt x="2039547" y="107912"/>
                </a:lnTo>
                <a:lnTo>
                  <a:pt x="2040122" y="107668"/>
                </a:lnTo>
                <a:lnTo>
                  <a:pt x="2040693" y="107417"/>
                </a:lnTo>
                <a:lnTo>
                  <a:pt x="2041258" y="107161"/>
                </a:lnTo>
                <a:lnTo>
                  <a:pt x="2041819" y="106899"/>
                </a:lnTo>
                <a:lnTo>
                  <a:pt x="2042376" y="106631"/>
                </a:lnTo>
                <a:lnTo>
                  <a:pt x="2042927" y="106357"/>
                </a:lnTo>
                <a:lnTo>
                  <a:pt x="2043474" y="106077"/>
                </a:lnTo>
                <a:lnTo>
                  <a:pt x="2043474" y="110150"/>
                </a:lnTo>
                <a:lnTo>
                  <a:pt x="2063841" y="110150"/>
                </a:lnTo>
                <a:lnTo>
                  <a:pt x="2064358" y="110146"/>
                </a:lnTo>
                <a:lnTo>
                  <a:pt x="2064862" y="110133"/>
                </a:lnTo>
                <a:lnTo>
                  <a:pt x="2065354" y="110112"/>
                </a:lnTo>
                <a:lnTo>
                  <a:pt x="2065834" y="110083"/>
                </a:lnTo>
                <a:close/>
                <a:moveTo>
                  <a:pt x="2041361" y="87654"/>
                </a:moveTo>
                <a:lnTo>
                  <a:pt x="2040817" y="87977"/>
                </a:lnTo>
                <a:lnTo>
                  <a:pt x="2040268" y="88294"/>
                </a:lnTo>
                <a:lnTo>
                  <a:pt x="2039712" y="88605"/>
                </a:lnTo>
                <a:lnTo>
                  <a:pt x="2039151" y="88909"/>
                </a:lnTo>
                <a:lnTo>
                  <a:pt x="2038583" y="89207"/>
                </a:lnTo>
                <a:lnTo>
                  <a:pt x="2038010" y="89500"/>
                </a:lnTo>
                <a:lnTo>
                  <a:pt x="2037430" y="89786"/>
                </a:lnTo>
                <a:lnTo>
                  <a:pt x="2036844" y="90066"/>
                </a:lnTo>
                <a:lnTo>
                  <a:pt x="2036253" y="90340"/>
                </a:lnTo>
                <a:lnTo>
                  <a:pt x="2035655" y="90607"/>
                </a:lnTo>
                <a:lnTo>
                  <a:pt x="2035051" y="90869"/>
                </a:lnTo>
                <a:lnTo>
                  <a:pt x="2034441" y="91124"/>
                </a:lnTo>
                <a:lnTo>
                  <a:pt x="2033825" y="91374"/>
                </a:lnTo>
                <a:lnTo>
                  <a:pt x="2033203" y="91617"/>
                </a:lnTo>
                <a:lnTo>
                  <a:pt x="2032575" y="91854"/>
                </a:lnTo>
                <a:lnTo>
                  <a:pt x="2031941" y="92085"/>
                </a:lnTo>
                <a:lnTo>
                  <a:pt x="2031301" y="92309"/>
                </a:lnTo>
                <a:lnTo>
                  <a:pt x="2030655" y="92528"/>
                </a:lnTo>
                <a:lnTo>
                  <a:pt x="2030003" y="92741"/>
                </a:lnTo>
                <a:lnTo>
                  <a:pt x="2029345" y="92947"/>
                </a:lnTo>
                <a:lnTo>
                  <a:pt x="2028686" y="93146"/>
                </a:lnTo>
                <a:lnTo>
                  <a:pt x="2028034" y="93336"/>
                </a:lnTo>
                <a:lnTo>
                  <a:pt x="2027387" y="93518"/>
                </a:lnTo>
                <a:lnTo>
                  <a:pt x="2026746" y="93692"/>
                </a:lnTo>
                <a:lnTo>
                  <a:pt x="2026110" y="93857"/>
                </a:lnTo>
                <a:lnTo>
                  <a:pt x="2025481" y="94013"/>
                </a:lnTo>
                <a:lnTo>
                  <a:pt x="2024857" y="94161"/>
                </a:lnTo>
                <a:lnTo>
                  <a:pt x="2024239" y="94301"/>
                </a:lnTo>
                <a:lnTo>
                  <a:pt x="2023627" y="94432"/>
                </a:lnTo>
                <a:lnTo>
                  <a:pt x="2023020" y="94555"/>
                </a:lnTo>
                <a:lnTo>
                  <a:pt x="2022419" y="94669"/>
                </a:lnTo>
                <a:lnTo>
                  <a:pt x="2021824" y="94775"/>
                </a:lnTo>
                <a:lnTo>
                  <a:pt x="2021234" y="94872"/>
                </a:lnTo>
                <a:lnTo>
                  <a:pt x="2020651" y="94961"/>
                </a:lnTo>
                <a:lnTo>
                  <a:pt x="2020073" y="95041"/>
                </a:lnTo>
                <a:lnTo>
                  <a:pt x="2019501" y="95113"/>
                </a:lnTo>
                <a:lnTo>
                  <a:pt x="2018934" y="95177"/>
                </a:lnTo>
                <a:lnTo>
                  <a:pt x="2018374" y="95232"/>
                </a:lnTo>
                <a:lnTo>
                  <a:pt x="2017819" y="95278"/>
                </a:lnTo>
                <a:lnTo>
                  <a:pt x="2017270" y="95316"/>
                </a:lnTo>
                <a:lnTo>
                  <a:pt x="2016726" y="95346"/>
                </a:lnTo>
                <a:lnTo>
                  <a:pt x="2016189" y="95367"/>
                </a:lnTo>
                <a:lnTo>
                  <a:pt x="2015657" y="95380"/>
                </a:lnTo>
                <a:lnTo>
                  <a:pt x="2015130" y="95384"/>
                </a:lnTo>
                <a:lnTo>
                  <a:pt x="2014521" y="95379"/>
                </a:lnTo>
                <a:lnTo>
                  <a:pt x="2013922" y="95365"/>
                </a:lnTo>
                <a:lnTo>
                  <a:pt x="2013334" y="95341"/>
                </a:lnTo>
                <a:lnTo>
                  <a:pt x="2012757" y="95307"/>
                </a:lnTo>
                <a:lnTo>
                  <a:pt x="2012190" y="95264"/>
                </a:lnTo>
                <a:lnTo>
                  <a:pt x="2011635" y="95211"/>
                </a:lnTo>
                <a:lnTo>
                  <a:pt x="2011091" y="95148"/>
                </a:lnTo>
                <a:lnTo>
                  <a:pt x="2010557" y="95076"/>
                </a:lnTo>
                <a:lnTo>
                  <a:pt x="2010035" y="94994"/>
                </a:lnTo>
                <a:lnTo>
                  <a:pt x="2009523" y="94903"/>
                </a:lnTo>
                <a:lnTo>
                  <a:pt x="2009022" y="94801"/>
                </a:lnTo>
                <a:lnTo>
                  <a:pt x="2008532" y="94691"/>
                </a:lnTo>
                <a:lnTo>
                  <a:pt x="2008054" y="94570"/>
                </a:lnTo>
                <a:lnTo>
                  <a:pt x="2007585" y="94440"/>
                </a:lnTo>
                <a:lnTo>
                  <a:pt x="2007128" y="94301"/>
                </a:lnTo>
                <a:lnTo>
                  <a:pt x="2006682" y="94151"/>
                </a:lnTo>
                <a:lnTo>
                  <a:pt x="2006247" y="93992"/>
                </a:lnTo>
                <a:lnTo>
                  <a:pt x="2005822" y="93824"/>
                </a:lnTo>
                <a:lnTo>
                  <a:pt x="2005409" y="93646"/>
                </a:lnTo>
                <a:lnTo>
                  <a:pt x="2005006" y="93458"/>
                </a:lnTo>
                <a:lnTo>
                  <a:pt x="2004614" y="93260"/>
                </a:lnTo>
                <a:lnTo>
                  <a:pt x="2004233" y="93053"/>
                </a:lnTo>
                <a:lnTo>
                  <a:pt x="2003863" y="92837"/>
                </a:lnTo>
                <a:lnTo>
                  <a:pt x="2003504" y="92610"/>
                </a:lnTo>
                <a:lnTo>
                  <a:pt x="2003317" y="92482"/>
                </a:lnTo>
                <a:lnTo>
                  <a:pt x="2003138" y="92351"/>
                </a:lnTo>
                <a:lnTo>
                  <a:pt x="2002967" y="92217"/>
                </a:lnTo>
                <a:lnTo>
                  <a:pt x="2002804" y="92080"/>
                </a:lnTo>
                <a:lnTo>
                  <a:pt x="2002649" y="91939"/>
                </a:lnTo>
                <a:lnTo>
                  <a:pt x="2002502" y="91795"/>
                </a:lnTo>
                <a:lnTo>
                  <a:pt x="2002363" y="91648"/>
                </a:lnTo>
                <a:lnTo>
                  <a:pt x="2002232" y="91498"/>
                </a:lnTo>
                <a:lnTo>
                  <a:pt x="2002108" y="91344"/>
                </a:lnTo>
                <a:lnTo>
                  <a:pt x="2001993" y="91188"/>
                </a:lnTo>
                <a:lnTo>
                  <a:pt x="2001885" y="91028"/>
                </a:lnTo>
                <a:lnTo>
                  <a:pt x="2001786" y="90865"/>
                </a:lnTo>
                <a:lnTo>
                  <a:pt x="2001695" y="90698"/>
                </a:lnTo>
                <a:lnTo>
                  <a:pt x="2001611" y="90529"/>
                </a:lnTo>
                <a:lnTo>
                  <a:pt x="2001535" y="90356"/>
                </a:lnTo>
                <a:lnTo>
                  <a:pt x="2001468" y="90180"/>
                </a:lnTo>
                <a:lnTo>
                  <a:pt x="2001408" y="90001"/>
                </a:lnTo>
                <a:lnTo>
                  <a:pt x="2001356" y="89818"/>
                </a:lnTo>
                <a:lnTo>
                  <a:pt x="2001313" y="89633"/>
                </a:lnTo>
                <a:lnTo>
                  <a:pt x="2001277" y="89444"/>
                </a:lnTo>
                <a:lnTo>
                  <a:pt x="2001249" y="89252"/>
                </a:lnTo>
                <a:lnTo>
                  <a:pt x="2001229" y="89056"/>
                </a:lnTo>
                <a:lnTo>
                  <a:pt x="2001217" y="88858"/>
                </a:lnTo>
                <a:lnTo>
                  <a:pt x="2001213" y="88656"/>
                </a:lnTo>
                <a:lnTo>
                  <a:pt x="2001221" y="88376"/>
                </a:lnTo>
                <a:lnTo>
                  <a:pt x="2001246" y="88096"/>
                </a:lnTo>
                <a:lnTo>
                  <a:pt x="2001287" y="87817"/>
                </a:lnTo>
                <a:lnTo>
                  <a:pt x="2001345" y="87538"/>
                </a:lnTo>
                <a:lnTo>
                  <a:pt x="2001419" y="87259"/>
                </a:lnTo>
                <a:lnTo>
                  <a:pt x="2001510" y="86980"/>
                </a:lnTo>
                <a:lnTo>
                  <a:pt x="2001617" y="86702"/>
                </a:lnTo>
                <a:lnTo>
                  <a:pt x="2001741" y="86424"/>
                </a:lnTo>
                <a:lnTo>
                  <a:pt x="2001881" y="86146"/>
                </a:lnTo>
                <a:lnTo>
                  <a:pt x="2002038" y="85868"/>
                </a:lnTo>
                <a:lnTo>
                  <a:pt x="2002211" y="85591"/>
                </a:lnTo>
                <a:lnTo>
                  <a:pt x="2002401" y="85314"/>
                </a:lnTo>
                <a:lnTo>
                  <a:pt x="2002607" y="85037"/>
                </a:lnTo>
                <a:lnTo>
                  <a:pt x="2002830" y="84761"/>
                </a:lnTo>
                <a:lnTo>
                  <a:pt x="2003070" y="84485"/>
                </a:lnTo>
                <a:lnTo>
                  <a:pt x="2003325" y="84209"/>
                </a:lnTo>
                <a:lnTo>
                  <a:pt x="2003598" y="83934"/>
                </a:lnTo>
                <a:lnTo>
                  <a:pt x="2003886" y="83659"/>
                </a:lnTo>
                <a:lnTo>
                  <a:pt x="2004192" y="83384"/>
                </a:lnTo>
                <a:lnTo>
                  <a:pt x="2004513" y="83109"/>
                </a:lnTo>
                <a:lnTo>
                  <a:pt x="2004852" y="82835"/>
                </a:lnTo>
                <a:lnTo>
                  <a:pt x="2005206" y="82560"/>
                </a:lnTo>
                <a:lnTo>
                  <a:pt x="2005578" y="82287"/>
                </a:lnTo>
                <a:lnTo>
                  <a:pt x="2005965" y="82013"/>
                </a:lnTo>
                <a:lnTo>
                  <a:pt x="2006607" y="81595"/>
                </a:lnTo>
                <a:lnTo>
                  <a:pt x="2007259" y="81194"/>
                </a:lnTo>
                <a:lnTo>
                  <a:pt x="2007921" y="80811"/>
                </a:lnTo>
                <a:lnTo>
                  <a:pt x="2008594" y="80446"/>
                </a:lnTo>
                <a:lnTo>
                  <a:pt x="2009277" y="80099"/>
                </a:lnTo>
                <a:lnTo>
                  <a:pt x="2009970" y="79769"/>
                </a:lnTo>
                <a:lnTo>
                  <a:pt x="2010673" y="79458"/>
                </a:lnTo>
                <a:lnTo>
                  <a:pt x="2011387" y="79164"/>
                </a:lnTo>
                <a:lnTo>
                  <a:pt x="2012111" y="78888"/>
                </a:lnTo>
                <a:lnTo>
                  <a:pt x="2012846" y="78630"/>
                </a:lnTo>
                <a:lnTo>
                  <a:pt x="2013590" y="78389"/>
                </a:lnTo>
                <a:lnTo>
                  <a:pt x="2014345" y="78167"/>
                </a:lnTo>
                <a:lnTo>
                  <a:pt x="2015111" y="77962"/>
                </a:lnTo>
                <a:lnTo>
                  <a:pt x="2015887" y="77775"/>
                </a:lnTo>
                <a:lnTo>
                  <a:pt x="2016673" y="77606"/>
                </a:lnTo>
                <a:lnTo>
                  <a:pt x="2017469" y="77454"/>
                </a:lnTo>
                <a:lnTo>
                  <a:pt x="2018275" y="77321"/>
                </a:lnTo>
                <a:lnTo>
                  <a:pt x="2019092" y="77205"/>
                </a:lnTo>
                <a:lnTo>
                  <a:pt x="2019920" y="77107"/>
                </a:lnTo>
                <a:lnTo>
                  <a:pt x="2020757" y="77027"/>
                </a:lnTo>
                <a:lnTo>
                  <a:pt x="2021605" y="76964"/>
                </a:lnTo>
                <a:lnTo>
                  <a:pt x="2022463" y="76920"/>
                </a:lnTo>
                <a:lnTo>
                  <a:pt x="2023332" y="76893"/>
                </a:lnTo>
                <a:lnTo>
                  <a:pt x="2024211" y="76884"/>
                </a:lnTo>
                <a:lnTo>
                  <a:pt x="2024949" y="76888"/>
                </a:lnTo>
                <a:lnTo>
                  <a:pt x="2025693" y="76898"/>
                </a:lnTo>
                <a:lnTo>
                  <a:pt x="2026442" y="76916"/>
                </a:lnTo>
                <a:lnTo>
                  <a:pt x="2027197" y="76940"/>
                </a:lnTo>
                <a:lnTo>
                  <a:pt x="2027958" y="76972"/>
                </a:lnTo>
                <a:lnTo>
                  <a:pt x="2028724" y="77010"/>
                </a:lnTo>
                <a:lnTo>
                  <a:pt x="2029496" y="77056"/>
                </a:lnTo>
                <a:lnTo>
                  <a:pt x="2030273" y="77109"/>
                </a:lnTo>
                <a:lnTo>
                  <a:pt x="2031057" y="77168"/>
                </a:lnTo>
                <a:lnTo>
                  <a:pt x="2031845" y="77235"/>
                </a:lnTo>
                <a:lnTo>
                  <a:pt x="2032639" y="77308"/>
                </a:lnTo>
                <a:lnTo>
                  <a:pt x="2033439" y="77389"/>
                </a:lnTo>
                <a:lnTo>
                  <a:pt x="2034245" y="77476"/>
                </a:lnTo>
                <a:lnTo>
                  <a:pt x="2035056" y="77571"/>
                </a:lnTo>
                <a:lnTo>
                  <a:pt x="2035872" y="77673"/>
                </a:lnTo>
                <a:lnTo>
                  <a:pt x="2036695" y="77781"/>
                </a:lnTo>
                <a:lnTo>
                  <a:pt x="2037522" y="77897"/>
                </a:lnTo>
                <a:lnTo>
                  <a:pt x="2038356" y="78020"/>
                </a:lnTo>
                <a:lnTo>
                  <a:pt x="2039195" y="78149"/>
                </a:lnTo>
                <a:lnTo>
                  <a:pt x="2040040" y="78286"/>
                </a:lnTo>
                <a:lnTo>
                  <a:pt x="2040890" y="78429"/>
                </a:lnTo>
                <a:lnTo>
                  <a:pt x="2041746" y="78580"/>
                </a:lnTo>
                <a:lnTo>
                  <a:pt x="2042607" y="78738"/>
                </a:lnTo>
                <a:lnTo>
                  <a:pt x="2043474" y="78902"/>
                </a:lnTo>
                <a:lnTo>
                  <a:pt x="2043474" y="86301"/>
                </a:lnTo>
                <a:lnTo>
                  <a:pt x="2042955" y="86649"/>
                </a:lnTo>
                <a:lnTo>
                  <a:pt x="2042430" y="86990"/>
                </a:lnTo>
                <a:lnTo>
                  <a:pt x="2041898" y="87325"/>
                </a:lnTo>
                <a:lnTo>
                  <a:pt x="2041361" y="87654"/>
                </a:lnTo>
                <a:close/>
                <a:moveTo>
                  <a:pt x="1128610" y="85644"/>
                </a:moveTo>
                <a:lnTo>
                  <a:pt x="1129077" y="85606"/>
                </a:lnTo>
                <a:lnTo>
                  <a:pt x="1129532" y="85561"/>
                </a:lnTo>
                <a:lnTo>
                  <a:pt x="1129974" y="85507"/>
                </a:lnTo>
                <a:lnTo>
                  <a:pt x="1130403" y="85445"/>
                </a:lnTo>
                <a:lnTo>
                  <a:pt x="1130820" y="85374"/>
                </a:lnTo>
                <a:lnTo>
                  <a:pt x="1131224" y="85296"/>
                </a:lnTo>
                <a:lnTo>
                  <a:pt x="1131616" y="85209"/>
                </a:lnTo>
                <a:lnTo>
                  <a:pt x="1131995" y="85113"/>
                </a:lnTo>
                <a:lnTo>
                  <a:pt x="1132362" y="85010"/>
                </a:lnTo>
                <a:lnTo>
                  <a:pt x="1132716" y="84898"/>
                </a:lnTo>
                <a:lnTo>
                  <a:pt x="1133058" y="84778"/>
                </a:lnTo>
                <a:lnTo>
                  <a:pt x="1133387" y="84649"/>
                </a:lnTo>
                <a:lnTo>
                  <a:pt x="1133704" y="84512"/>
                </a:lnTo>
                <a:lnTo>
                  <a:pt x="1134008" y="84367"/>
                </a:lnTo>
                <a:lnTo>
                  <a:pt x="1134300" y="84214"/>
                </a:lnTo>
                <a:lnTo>
                  <a:pt x="1134579" y="84052"/>
                </a:lnTo>
                <a:lnTo>
                  <a:pt x="1134846" y="83883"/>
                </a:lnTo>
                <a:lnTo>
                  <a:pt x="1135100" y="83704"/>
                </a:lnTo>
                <a:lnTo>
                  <a:pt x="1135341" y="83518"/>
                </a:lnTo>
                <a:lnTo>
                  <a:pt x="1135570" y="83323"/>
                </a:lnTo>
                <a:lnTo>
                  <a:pt x="1135788" y="83121"/>
                </a:lnTo>
                <a:lnTo>
                  <a:pt x="1135997" y="82914"/>
                </a:lnTo>
                <a:lnTo>
                  <a:pt x="1136197" y="82702"/>
                </a:lnTo>
                <a:lnTo>
                  <a:pt x="1136387" y="82484"/>
                </a:lnTo>
                <a:lnTo>
                  <a:pt x="1136568" y="82261"/>
                </a:lnTo>
                <a:lnTo>
                  <a:pt x="1136740" y="82033"/>
                </a:lnTo>
                <a:lnTo>
                  <a:pt x="1136902" y="81799"/>
                </a:lnTo>
                <a:lnTo>
                  <a:pt x="1137055" y="81560"/>
                </a:lnTo>
                <a:lnTo>
                  <a:pt x="1137199" y="81316"/>
                </a:lnTo>
                <a:lnTo>
                  <a:pt x="1137334" y="81066"/>
                </a:lnTo>
                <a:lnTo>
                  <a:pt x="1137459" y="80811"/>
                </a:lnTo>
                <a:lnTo>
                  <a:pt x="1137575" y="80551"/>
                </a:lnTo>
                <a:lnTo>
                  <a:pt x="1137682" y="80285"/>
                </a:lnTo>
                <a:lnTo>
                  <a:pt x="1137779" y="80014"/>
                </a:lnTo>
                <a:lnTo>
                  <a:pt x="1137867" y="79738"/>
                </a:lnTo>
                <a:lnTo>
                  <a:pt x="1137946" y="79456"/>
                </a:lnTo>
                <a:lnTo>
                  <a:pt x="1138016" y="79169"/>
                </a:lnTo>
                <a:lnTo>
                  <a:pt x="1138076" y="78877"/>
                </a:lnTo>
                <a:lnTo>
                  <a:pt x="1138127" y="78579"/>
                </a:lnTo>
                <a:lnTo>
                  <a:pt x="1138169" y="78276"/>
                </a:lnTo>
                <a:lnTo>
                  <a:pt x="1138202" y="77968"/>
                </a:lnTo>
                <a:lnTo>
                  <a:pt x="1138225" y="77655"/>
                </a:lnTo>
                <a:lnTo>
                  <a:pt x="1138239" y="77336"/>
                </a:lnTo>
                <a:lnTo>
                  <a:pt x="1138243" y="77012"/>
                </a:lnTo>
                <a:lnTo>
                  <a:pt x="1138239" y="76687"/>
                </a:lnTo>
                <a:lnTo>
                  <a:pt x="1138225" y="76368"/>
                </a:lnTo>
                <a:lnTo>
                  <a:pt x="1138202" y="76054"/>
                </a:lnTo>
                <a:lnTo>
                  <a:pt x="1138169" y="75746"/>
                </a:lnTo>
                <a:lnTo>
                  <a:pt x="1138127" y="75442"/>
                </a:lnTo>
                <a:lnTo>
                  <a:pt x="1138076" y="75144"/>
                </a:lnTo>
                <a:lnTo>
                  <a:pt x="1138016" y="74851"/>
                </a:lnTo>
                <a:lnTo>
                  <a:pt x="1137946" y="74563"/>
                </a:lnTo>
                <a:lnTo>
                  <a:pt x="1137867" y="74280"/>
                </a:lnTo>
                <a:lnTo>
                  <a:pt x="1137779" y="74002"/>
                </a:lnTo>
                <a:lnTo>
                  <a:pt x="1137682" y="73730"/>
                </a:lnTo>
                <a:lnTo>
                  <a:pt x="1137575" y="73463"/>
                </a:lnTo>
                <a:lnTo>
                  <a:pt x="1137459" y="73201"/>
                </a:lnTo>
                <a:lnTo>
                  <a:pt x="1137334" y="72944"/>
                </a:lnTo>
                <a:lnTo>
                  <a:pt x="1137199" y="72692"/>
                </a:lnTo>
                <a:lnTo>
                  <a:pt x="1137055" y="72446"/>
                </a:lnTo>
                <a:lnTo>
                  <a:pt x="1136902" y="72204"/>
                </a:lnTo>
                <a:lnTo>
                  <a:pt x="1136740" y="71968"/>
                </a:lnTo>
                <a:lnTo>
                  <a:pt x="1136568" y="71737"/>
                </a:lnTo>
                <a:lnTo>
                  <a:pt x="1136387" y="71512"/>
                </a:lnTo>
                <a:lnTo>
                  <a:pt x="1136197" y="71291"/>
                </a:lnTo>
                <a:lnTo>
                  <a:pt x="1135997" y="71076"/>
                </a:lnTo>
                <a:lnTo>
                  <a:pt x="1135788" y="70865"/>
                </a:lnTo>
                <a:lnTo>
                  <a:pt x="1135570" y="70660"/>
                </a:lnTo>
                <a:lnTo>
                  <a:pt x="1135341" y="70462"/>
                </a:lnTo>
                <a:lnTo>
                  <a:pt x="1135100" y="70272"/>
                </a:lnTo>
                <a:lnTo>
                  <a:pt x="1134846" y="70090"/>
                </a:lnTo>
                <a:lnTo>
                  <a:pt x="1134579" y="69917"/>
                </a:lnTo>
                <a:lnTo>
                  <a:pt x="1134300" y="69753"/>
                </a:lnTo>
                <a:lnTo>
                  <a:pt x="1134008" y="69596"/>
                </a:lnTo>
                <a:lnTo>
                  <a:pt x="1133704" y="69449"/>
                </a:lnTo>
                <a:lnTo>
                  <a:pt x="1133387" y="69309"/>
                </a:lnTo>
                <a:lnTo>
                  <a:pt x="1133058" y="69178"/>
                </a:lnTo>
                <a:lnTo>
                  <a:pt x="1132716" y="69056"/>
                </a:lnTo>
                <a:lnTo>
                  <a:pt x="1132362" y="68942"/>
                </a:lnTo>
                <a:lnTo>
                  <a:pt x="1131995" y="68836"/>
                </a:lnTo>
                <a:lnTo>
                  <a:pt x="1131616" y="68739"/>
                </a:lnTo>
                <a:lnTo>
                  <a:pt x="1131224" y="68651"/>
                </a:lnTo>
                <a:lnTo>
                  <a:pt x="1130820" y="68570"/>
                </a:lnTo>
                <a:lnTo>
                  <a:pt x="1130403" y="68499"/>
                </a:lnTo>
                <a:lnTo>
                  <a:pt x="1129974" y="68435"/>
                </a:lnTo>
                <a:lnTo>
                  <a:pt x="1129532" y="68380"/>
                </a:lnTo>
                <a:lnTo>
                  <a:pt x="1129077" y="68334"/>
                </a:lnTo>
                <a:lnTo>
                  <a:pt x="1128610" y="68296"/>
                </a:lnTo>
                <a:lnTo>
                  <a:pt x="1128131" y="68267"/>
                </a:lnTo>
                <a:lnTo>
                  <a:pt x="1127639" y="68245"/>
                </a:lnTo>
                <a:lnTo>
                  <a:pt x="1127134" y="68233"/>
                </a:lnTo>
                <a:lnTo>
                  <a:pt x="1126617" y="68229"/>
                </a:lnTo>
                <a:lnTo>
                  <a:pt x="1052279" y="68229"/>
                </a:lnTo>
                <a:lnTo>
                  <a:pt x="1051762" y="68233"/>
                </a:lnTo>
                <a:lnTo>
                  <a:pt x="1051257" y="68245"/>
                </a:lnTo>
                <a:lnTo>
                  <a:pt x="1050765" y="68267"/>
                </a:lnTo>
                <a:lnTo>
                  <a:pt x="1050286" y="68296"/>
                </a:lnTo>
                <a:lnTo>
                  <a:pt x="1049819" y="68334"/>
                </a:lnTo>
                <a:lnTo>
                  <a:pt x="1049364" y="68380"/>
                </a:lnTo>
                <a:lnTo>
                  <a:pt x="1048922" y="68435"/>
                </a:lnTo>
                <a:lnTo>
                  <a:pt x="1048493" y="68499"/>
                </a:lnTo>
                <a:lnTo>
                  <a:pt x="1048076" y="68570"/>
                </a:lnTo>
                <a:lnTo>
                  <a:pt x="1047672" y="68651"/>
                </a:lnTo>
                <a:lnTo>
                  <a:pt x="1047280" y="68739"/>
                </a:lnTo>
                <a:lnTo>
                  <a:pt x="1046901" y="68836"/>
                </a:lnTo>
                <a:lnTo>
                  <a:pt x="1046534" y="68942"/>
                </a:lnTo>
                <a:lnTo>
                  <a:pt x="1046180" y="69056"/>
                </a:lnTo>
                <a:lnTo>
                  <a:pt x="1045838" y="69178"/>
                </a:lnTo>
                <a:lnTo>
                  <a:pt x="1045509" y="69309"/>
                </a:lnTo>
                <a:lnTo>
                  <a:pt x="1045192" y="69449"/>
                </a:lnTo>
                <a:lnTo>
                  <a:pt x="1044888" y="69596"/>
                </a:lnTo>
                <a:lnTo>
                  <a:pt x="1044596" y="69753"/>
                </a:lnTo>
                <a:lnTo>
                  <a:pt x="1044317" y="69917"/>
                </a:lnTo>
                <a:lnTo>
                  <a:pt x="1044051" y="70090"/>
                </a:lnTo>
                <a:lnTo>
                  <a:pt x="1043796" y="70272"/>
                </a:lnTo>
                <a:lnTo>
                  <a:pt x="1043555" y="70462"/>
                </a:lnTo>
                <a:lnTo>
                  <a:pt x="1043326" y="70660"/>
                </a:lnTo>
                <a:lnTo>
                  <a:pt x="1043108" y="70865"/>
                </a:lnTo>
                <a:lnTo>
                  <a:pt x="1042899" y="71076"/>
                </a:lnTo>
                <a:lnTo>
                  <a:pt x="1042699" y="71291"/>
                </a:lnTo>
                <a:lnTo>
                  <a:pt x="1042509" y="71512"/>
                </a:lnTo>
                <a:lnTo>
                  <a:pt x="1042328" y="71737"/>
                </a:lnTo>
                <a:lnTo>
                  <a:pt x="1042156" y="71968"/>
                </a:lnTo>
                <a:lnTo>
                  <a:pt x="1041994" y="72204"/>
                </a:lnTo>
                <a:lnTo>
                  <a:pt x="1041841" y="72446"/>
                </a:lnTo>
                <a:lnTo>
                  <a:pt x="1041697" y="72692"/>
                </a:lnTo>
                <a:lnTo>
                  <a:pt x="1041562" y="72944"/>
                </a:lnTo>
                <a:lnTo>
                  <a:pt x="1041437" y="73201"/>
                </a:lnTo>
                <a:lnTo>
                  <a:pt x="1041321" y="73463"/>
                </a:lnTo>
                <a:lnTo>
                  <a:pt x="1041214" y="73730"/>
                </a:lnTo>
                <a:lnTo>
                  <a:pt x="1041117" y="74002"/>
                </a:lnTo>
                <a:lnTo>
                  <a:pt x="1041029" y="74280"/>
                </a:lnTo>
                <a:lnTo>
                  <a:pt x="1040950" y="74563"/>
                </a:lnTo>
                <a:lnTo>
                  <a:pt x="1040880" y="74851"/>
                </a:lnTo>
                <a:lnTo>
                  <a:pt x="1040820" y="75144"/>
                </a:lnTo>
                <a:lnTo>
                  <a:pt x="1040769" y="75442"/>
                </a:lnTo>
                <a:lnTo>
                  <a:pt x="1040727" y="75746"/>
                </a:lnTo>
                <a:lnTo>
                  <a:pt x="1040695" y="76054"/>
                </a:lnTo>
                <a:lnTo>
                  <a:pt x="1040671" y="76368"/>
                </a:lnTo>
                <a:lnTo>
                  <a:pt x="1040657" y="76687"/>
                </a:lnTo>
                <a:lnTo>
                  <a:pt x="1040653" y="77012"/>
                </a:lnTo>
                <a:lnTo>
                  <a:pt x="1040657" y="77336"/>
                </a:lnTo>
                <a:lnTo>
                  <a:pt x="1040671" y="77655"/>
                </a:lnTo>
                <a:lnTo>
                  <a:pt x="1040695" y="77968"/>
                </a:lnTo>
                <a:lnTo>
                  <a:pt x="1040727" y="78276"/>
                </a:lnTo>
                <a:lnTo>
                  <a:pt x="1040769" y="78579"/>
                </a:lnTo>
                <a:lnTo>
                  <a:pt x="1040820" y="78877"/>
                </a:lnTo>
                <a:lnTo>
                  <a:pt x="1040880" y="79169"/>
                </a:lnTo>
                <a:lnTo>
                  <a:pt x="1040950" y="79456"/>
                </a:lnTo>
                <a:lnTo>
                  <a:pt x="1041029" y="79738"/>
                </a:lnTo>
                <a:lnTo>
                  <a:pt x="1041117" y="80014"/>
                </a:lnTo>
                <a:lnTo>
                  <a:pt x="1041214" y="80285"/>
                </a:lnTo>
                <a:lnTo>
                  <a:pt x="1041321" y="80551"/>
                </a:lnTo>
                <a:lnTo>
                  <a:pt x="1041437" y="80811"/>
                </a:lnTo>
                <a:lnTo>
                  <a:pt x="1041562" y="81066"/>
                </a:lnTo>
                <a:lnTo>
                  <a:pt x="1041697" y="81316"/>
                </a:lnTo>
                <a:lnTo>
                  <a:pt x="1041841" y="81560"/>
                </a:lnTo>
                <a:lnTo>
                  <a:pt x="1041994" y="81799"/>
                </a:lnTo>
                <a:lnTo>
                  <a:pt x="1042156" y="82033"/>
                </a:lnTo>
                <a:lnTo>
                  <a:pt x="1042328" y="82261"/>
                </a:lnTo>
                <a:lnTo>
                  <a:pt x="1042509" y="82484"/>
                </a:lnTo>
                <a:lnTo>
                  <a:pt x="1042699" y="82702"/>
                </a:lnTo>
                <a:lnTo>
                  <a:pt x="1042899" y="82914"/>
                </a:lnTo>
                <a:lnTo>
                  <a:pt x="1043108" y="83121"/>
                </a:lnTo>
                <a:lnTo>
                  <a:pt x="1043326" y="83323"/>
                </a:lnTo>
                <a:lnTo>
                  <a:pt x="1043555" y="83518"/>
                </a:lnTo>
                <a:lnTo>
                  <a:pt x="1043796" y="83704"/>
                </a:lnTo>
                <a:lnTo>
                  <a:pt x="1044051" y="83883"/>
                </a:lnTo>
                <a:lnTo>
                  <a:pt x="1044317" y="84052"/>
                </a:lnTo>
                <a:lnTo>
                  <a:pt x="1044596" y="84214"/>
                </a:lnTo>
                <a:lnTo>
                  <a:pt x="1044888" y="84367"/>
                </a:lnTo>
                <a:lnTo>
                  <a:pt x="1045192" y="84512"/>
                </a:lnTo>
                <a:lnTo>
                  <a:pt x="1045509" y="84649"/>
                </a:lnTo>
                <a:lnTo>
                  <a:pt x="1045838" y="84778"/>
                </a:lnTo>
                <a:lnTo>
                  <a:pt x="1046180" y="84898"/>
                </a:lnTo>
                <a:lnTo>
                  <a:pt x="1046534" y="85010"/>
                </a:lnTo>
                <a:lnTo>
                  <a:pt x="1046901" y="85113"/>
                </a:lnTo>
                <a:lnTo>
                  <a:pt x="1047280" y="85209"/>
                </a:lnTo>
                <a:lnTo>
                  <a:pt x="1047672" y="85296"/>
                </a:lnTo>
                <a:lnTo>
                  <a:pt x="1048076" y="85374"/>
                </a:lnTo>
                <a:lnTo>
                  <a:pt x="1048493" y="85445"/>
                </a:lnTo>
                <a:lnTo>
                  <a:pt x="1048922" y="85507"/>
                </a:lnTo>
                <a:lnTo>
                  <a:pt x="1049364" y="85561"/>
                </a:lnTo>
                <a:lnTo>
                  <a:pt x="1049819" y="85606"/>
                </a:lnTo>
                <a:lnTo>
                  <a:pt x="1050286" y="85644"/>
                </a:lnTo>
                <a:lnTo>
                  <a:pt x="1050765" y="85673"/>
                </a:lnTo>
                <a:lnTo>
                  <a:pt x="1051257" y="85693"/>
                </a:lnTo>
                <a:lnTo>
                  <a:pt x="1051762" y="85706"/>
                </a:lnTo>
                <a:lnTo>
                  <a:pt x="1052279" y="85710"/>
                </a:lnTo>
                <a:lnTo>
                  <a:pt x="1126617" y="85710"/>
                </a:lnTo>
                <a:lnTo>
                  <a:pt x="1127134" y="85706"/>
                </a:lnTo>
                <a:lnTo>
                  <a:pt x="1127639" y="85693"/>
                </a:lnTo>
                <a:lnTo>
                  <a:pt x="1128131" y="85673"/>
                </a:lnTo>
                <a:lnTo>
                  <a:pt x="1128610" y="85644"/>
                </a:lnTo>
                <a:close/>
                <a:moveTo>
                  <a:pt x="1869723" y="38304"/>
                </a:moveTo>
                <a:lnTo>
                  <a:pt x="1869607" y="38043"/>
                </a:lnTo>
                <a:lnTo>
                  <a:pt x="1869482" y="37788"/>
                </a:lnTo>
                <a:lnTo>
                  <a:pt x="1869347" y="37537"/>
                </a:lnTo>
                <a:lnTo>
                  <a:pt x="1869203" y="37292"/>
                </a:lnTo>
                <a:lnTo>
                  <a:pt x="1869050" y="37052"/>
                </a:lnTo>
                <a:lnTo>
                  <a:pt x="1868888" y="36817"/>
                </a:lnTo>
                <a:lnTo>
                  <a:pt x="1868716" y="36587"/>
                </a:lnTo>
                <a:lnTo>
                  <a:pt x="1868535" y="36362"/>
                </a:lnTo>
                <a:lnTo>
                  <a:pt x="1868345" y="36142"/>
                </a:lnTo>
                <a:lnTo>
                  <a:pt x="1868145" y="35928"/>
                </a:lnTo>
                <a:lnTo>
                  <a:pt x="1867936" y="35719"/>
                </a:lnTo>
                <a:lnTo>
                  <a:pt x="1867718" y="35514"/>
                </a:lnTo>
                <a:lnTo>
                  <a:pt x="1867489" y="35317"/>
                </a:lnTo>
                <a:lnTo>
                  <a:pt x="1867248" y="35128"/>
                </a:lnTo>
                <a:lnTo>
                  <a:pt x="1866994" y="34948"/>
                </a:lnTo>
                <a:lnTo>
                  <a:pt x="1866727" y="34775"/>
                </a:lnTo>
                <a:lnTo>
                  <a:pt x="1866448" y="34612"/>
                </a:lnTo>
                <a:lnTo>
                  <a:pt x="1866156" y="34456"/>
                </a:lnTo>
                <a:lnTo>
                  <a:pt x="1865852" y="34309"/>
                </a:lnTo>
                <a:lnTo>
                  <a:pt x="1865536" y="34171"/>
                </a:lnTo>
                <a:lnTo>
                  <a:pt x="1865206" y="34041"/>
                </a:lnTo>
                <a:lnTo>
                  <a:pt x="1864865" y="33919"/>
                </a:lnTo>
                <a:lnTo>
                  <a:pt x="1864510" y="33806"/>
                </a:lnTo>
                <a:lnTo>
                  <a:pt x="1864144" y="33701"/>
                </a:lnTo>
                <a:lnTo>
                  <a:pt x="1863764" y="33604"/>
                </a:lnTo>
                <a:lnTo>
                  <a:pt x="1863372" y="33516"/>
                </a:lnTo>
                <a:lnTo>
                  <a:pt x="1862968" y="33436"/>
                </a:lnTo>
                <a:lnTo>
                  <a:pt x="1862551" y="33365"/>
                </a:lnTo>
                <a:lnTo>
                  <a:pt x="1862122" y="33302"/>
                </a:lnTo>
                <a:lnTo>
                  <a:pt x="1861680" y="33247"/>
                </a:lnTo>
                <a:lnTo>
                  <a:pt x="1861226" y="33201"/>
                </a:lnTo>
                <a:lnTo>
                  <a:pt x="1860759" y="33163"/>
                </a:lnTo>
                <a:lnTo>
                  <a:pt x="1860279" y="33134"/>
                </a:lnTo>
                <a:lnTo>
                  <a:pt x="1859787" y="33113"/>
                </a:lnTo>
                <a:lnTo>
                  <a:pt x="1859283" y="33100"/>
                </a:lnTo>
                <a:lnTo>
                  <a:pt x="1858766" y="33096"/>
                </a:lnTo>
                <a:lnTo>
                  <a:pt x="1838399" y="33096"/>
                </a:lnTo>
                <a:lnTo>
                  <a:pt x="1838399" y="38357"/>
                </a:lnTo>
                <a:lnTo>
                  <a:pt x="1837945" y="38032"/>
                </a:lnTo>
                <a:lnTo>
                  <a:pt x="1837490" y="37714"/>
                </a:lnTo>
                <a:lnTo>
                  <a:pt x="1837032" y="37402"/>
                </a:lnTo>
                <a:lnTo>
                  <a:pt x="1836573" y="37098"/>
                </a:lnTo>
                <a:lnTo>
                  <a:pt x="1836112" y="36801"/>
                </a:lnTo>
                <a:lnTo>
                  <a:pt x="1835649" y="36510"/>
                </a:lnTo>
                <a:lnTo>
                  <a:pt x="1835184" y="36227"/>
                </a:lnTo>
                <a:lnTo>
                  <a:pt x="1834717" y="35951"/>
                </a:lnTo>
                <a:lnTo>
                  <a:pt x="1834248" y="35681"/>
                </a:lnTo>
                <a:lnTo>
                  <a:pt x="1833777" y="35419"/>
                </a:lnTo>
                <a:lnTo>
                  <a:pt x="1833304" y="35163"/>
                </a:lnTo>
                <a:lnTo>
                  <a:pt x="1832830" y="34915"/>
                </a:lnTo>
                <a:lnTo>
                  <a:pt x="1832353" y="34674"/>
                </a:lnTo>
                <a:lnTo>
                  <a:pt x="1831875" y="34439"/>
                </a:lnTo>
                <a:lnTo>
                  <a:pt x="1831394" y="34212"/>
                </a:lnTo>
                <a:lnTo>
                  <a:pt x="1830912" y="33992"/>
                </a:lnTo>
                <a:lnTo>
                  <a:pt x="1830428" y="33778"/>
                </a:lnTo>
                <a:lnTo>
                  <a:pt x="1829942" y="33572"/>
                </a:lnTo>
                <a:lnTo>
                  <a:pt x="1829454" y="33373"/>
                </a:lnTo>
                <a:lnTo>
                  <a:pt x="1828964" y="33180"/>
                </a:lnTo>
                <a:lnTo>
                  <a:pt x="1828472" y="32995"/>
                </a:lnTo>
                <a:lnTo>
                  <a:pt x="1827978" y="32816"/>
                </a:lnTo>
                <a:lnTo>
                  <a:pt x="1827483" y="32645"/>
                </a:lnTo>
                <a:lnTo>
                  <a:pt x="1826985" y="32481"/>
                </a:lnTo>
                <a:lnTo>
                  <a:pt x="1826485" y="32323"/>
                </a:lnTo>
                <a:lnTo>
                  <a:pt x="1825983" y="32172"/>
                </a:lnTo>
                <a:lnTo>
                  <a:pt x="1825479" y="32028"/>
                </a:lnTo>
                <a:lnTo>
                  <a:pt x="1824973" y="31891"/>
                </a:lnTo>
                <a:lnTo>
                  <a:pt x="1824465" y="31760"/>
                </a:lnTo>
                <a:lnTo>
                  <a:pt x="1823954" y="31636"/>
                </a:lnTo>
                <a:lnTo>
                  <a:pt x="1823441" y="31519"/>
                </a:lnTo>
                <a:lnTo>
                  <a:pt x="1822926" y="31408"/>
                </a:lnTo>
                <a:lnTo>
                  <a:pt x="1822408" y="31304"/>
                </a:lnTo>
                <a:lnTo>
                  <a:pt x="1821889" y="31207"/>
                </a:lnTo>
                <a:lnTo>
                  <a:pt x="1821367" y="31117"/>
                </a:lnTo>
                <a:lnTo>
                  <a:pt x="1820843" y="31033"/>
                </a:lnTo>
                <a:lnTo>
                  <a:pt x="1820317" y="30956"/>
                </a:lnTo>
                <a:lnTo>
                  <a:pt x="1819789" y="30885"/>
                </a:lnTo>
                <a:lnTo>
                  <a:pt x="1819258" y="30822"/>
                </a:lnTo>
                <a:lnTo>
                  <a:pt x="1818725" y="30765"/>
                </a:lnTo>
                <a:lnTo>
                  <a:pt x="1818190" y="30714"/>
                </a:lnTo>
                <a:lnTo>
                  <a:pt x="1817653" y="30671"/>
                </a:lnTo>
                <a:lnTo>
                  <a:pt x="1817113" y="30634"/>
                </a:lnTo>
                <a:lnTo>
                  <a:pt x="1816572" y="30604"/>
                </a:lnTo>
                <a:lnTo>
                  <a:pt x="1816028" y="30580"/>
                </a:lnTo>
                <a:lnTo>
                  <a:pt x="1815482" y="30563"/>
                </a:lnTo>
                <a:lnTo>
                  <a:pt x="1814934" y="30553"/>
                </a:lnTo>
                <a:lnTo>
                  <a:pt x="1814383" y="30550"/>
                </a:lnTo>
                <a:lnTo>
                  <a:pt x="1812915" y="30571"/>
                </a:lnTo>
                <a:lnTo>
                  <a:pt x="1811467" y="30632"/>
                </a:lnTo>
                <a:lnTo>
                  <a:pt x="1810039" y="30735"/>
                </a:lnTo>
                <a:lnTo>
                  <a:pt x="1808631" y="30879"/>
                </a:lnTo>
                <a:lnTo>
                  <a:pt x="1807243" y="31064"/>
                </a:lnTo>
                <a:lnTo>
                  <a:pt x="1805876" y="31291"/>
                </a:lnTo>
                <a:lnTo>
                  <a:pt x="1804528" y="31558"/>
                </a:lnTo>
                <a:lnTo>
                  <a:pt x="1803200" y="31867"/>
                </a:lnTo>
                <a:lnTo>
                  <a:pt x="1801893" y="32217"/>
                </a:lnTo>
                <a:lnTo>
                  <a:pt x="1800605" y="32608"/>
                </a:lnTo>
                <a:lnTo>
                  <a:pt x="1799337" y="33040"/>
                </a:lnTo>
                <a:lnTo>
                  <a:pt x="1798090" y="33513"/>
                </a:lnTo>
                <a:lnTo>
                  <a:pt x="1796862" y="34027"/>
                </a:lnTo>
                <a:lnTo>
                  <a:pt x="1795655" y="34583"/>
                </a:lnTo>
                <a:lnTo>
                  <a:pt x="1794467" y="35180"/>
                </a:lnTo>
                <a:lnTo>
                  <a:pt x="1793300" y="35817"/>
                </a:lnTo>
                <a:lnTo>
                  <a:pt x="1792152" y="36496"/>
                </a:lnTo>
                <a:lnTo>
                  <a:pt x="1791025" y="37216"/>
                </a:lnTo>
                <a:lnTo>
                  <a:pt x="1789918" y="37978"/>
                </a:lnTo>
                <a:lnTo>
                  <a:pt x="1788830" y="38780"/>
                </a:lnTo>
                <a:lnTo>
                  <a:pt x="1787763" y="39624"/>
                </a:lnTo>
                <a:lnTo>
                  <a:pt x="1786716" y="40509"/>
                </a:lnTo>
                <a:lnTo>
                  <a:pt x="1785689" y="41434"/>
                </a:lnTo>
                <a:lnTo>
                  <a:pt x="1784682" y="42401"/>
                </a:lnTo>
                <a:lnTo>
                  <a:pt x="1783705" y="43399"/>
                </a:lnTo>
                <a:lnTo>
                  <a:pt x="1782770" y="44416"/>
                </a:lnTo>
                <a:lnTo>
                  <a:pt x="1781877" y="45452"/>
                </a:lnTo>
                <a:lnTo>
                  <a:pt x="1781025" y="46508"/>
                </a:lnTo>
                <a:lnTo>
                  <a:pt x="1780215" y="47584"/>
                </a:lnTo>
                <a:lnTo>
                  <a:pt x="1779447" y="48679"/>
                </a:lnTo>
                <a:lnTo>
                  <a:pt x="1778720" y="49794"/>
                </a:lnTo>
                <a:lnTo>
                  <a:pt x="1778034" y="50929"/>
                </a:lnTo>
                <a:lnTo>
                  <a:pt x="1777390" y="52083"/>
                </a:lnTo>
                <a:lnTo>
                  <a:pt x="1776788" y="53257"/>
                </a:lnTo>
                <a:lnTo>
                  <a:pt x="1776227" y="54450"/>
                </a:lnTo>
                <a:lnTo>
                  <a:pt x="1775707" y="55663"/>
                </a:lnTo>
                <a:lnTo>
                  <a:pt x="1775230" y="56896"/>
                </a:lnTo>
                <a:lnTo>
                  <a:pt x="1774793" y="58148"/>
                </a:lnTo>
                <a:lnTo>
                  <a:pt x="1774399" y="59420"/>
                </a:lnTo>
                <a:lnTo>
                  <a:pt x="1774046" y="60711"/>
                </a:lnTo>
                <a:lnTo>
                  <a:pt x="1773734" y="62023"/>
                </a:lnTo>
                <a:lnTo>
                  <a:pt x="1773464" y="63353"/>
                </a:lnTo>
                <a:lnTo>
                  <a:pt x="1773235" y="64704"/>
                </a:lnTo>
                <a:lnTo>
                  <a:pt x="1773049" y="66074"/>
                </a:lnTo>
                <a:lnTo>
                  <a:pt x="1772903" y="67464"/>
                </a:lnTo>
                <a:lnTo>
                  <a:pt x="1772799" y="68873"/>
                </a:lnTo>
                <a:lnTo>
                  <a:pt x="1772737" y="70302"/>
                </a:lnTo>
                <a:lnTo>
                  <a:pt x="1772716" y="71750"/>
                </a:lnTo>
                <a:lnTo>
                  <a:pt x="1772737" y="73192"/>
                </a:lnTo>
                <a:lnTo>
                  <a:pt x="1772799" y="74614"/>
                </a:lnTo>
                <a:lnTo>
                  <a:pt x="1772903" y="76017"/>
                </a:lnTo>
                <a:lnTo>
                  <a:pt x="1773049" y="77401"/>
                </a:lnTo>
                <a:lnTo>
                  <a:pt x="1773235" y="78765"/>
                </a:lnTo>
                <a:lnTo>
                  <a:pt x="1773464" y="80110"/>
                </a:lnTo>
                <a:lnTo>
                  <a:pt x="1773734" y="81436"/>
                </a:lnTo>
                <a:lnTo>
                  <a:pt x="1774046" y="82742"/>
                </a:lnTo>
                <a:lnTo>
                  <a:pt x="1774399" y="84029"/>
                </a:lnTo>
                <a:lnTo>
                  <a:pt x="1774793" y="85297"/>
                </a:lnTo>
                <a:lnTo>
                  <a:pt x="1775230" y="86545"/>
                </a:lnTo>
                <a:lnTo>
                  <a:pt x="1775707" y="87774"/>
                </a:lnTo>
                <a:lnTo>
                  <a:pt x="1776227" y="88984"/>
                </a:lnTo>
                <a:lnTo>
                  <a:pt x="1776788" y="90175"/>
                </a:lnTo>
                <a:lnTo>
                  <a:pt x="1777390" y="91346"/>
                </a:lnTo>
                <a:lnTo>
                  <a:pt x="1778034" y="92498"/>
                </a:lnTo>
                <a:lnTo>
                  <a:pt x="1778720" y="93630"/>
                </a:lnTo>
                <a:lnTo>
                  <a:pt x="1779447" y="94743"/>
                </a:lnTo>
                <a:lnTo>
                  <a:pt x="1780215" y="95837"/>
                </a:lnTo>
                <a:lnTo>
                  <a:pt x="1781025" y="96912"/>
                </a:lnTo>
                <a:lnTo>
                  <a:pt x="1781877" y="97967"/>
                </a:lnTo>
                <a:lnTo>
                  <a:pt x="1782770" y="99003"/>
                </a:lnTo>
                <a:lnTo>
                  <a:pt x="1783705" y="100020"/>
                </a:lnTo>
                <a:lnTo>
                  <a:pt x="1784682" y="101017"/>
                </a:lnTo>
                <a:lnTo>
                  <a:pt x="1785689" y="101984"/>
                </a:lnTo>
                <a:lnTo>
                  <a:pt x="1786716" y="102909"/>
                </a:lnTo>
                <a:lnTo>
                  <a:pt x="1787763" y="103794"/>
                </a:lnTo>
                <a:lnTo>
                  <a:pt x="1788830" y="104637"/>
                </a:lnTo>
                <a:lnTo>
                  <a:pt x="1789918" y="105440"/>
                </a:lnTo>
                <a:lnTo>
                  <a:pt x="1791025" y="106201"/>
                </a:lnTo>
                <a:lnTo>
                  <a:pt x="1792152" y="106921"/>
                </a:lnTo>
                <a:lnTo>
                  <a:pt x="1793300" y="107599"/>
                </a:lnTo>
                <a:lnTo>
                  <a:pt x="1794467" y="108237"/>
                </a:lnTo>
                <a:lnTo>
                  <a:pt x="1795655" y="108834"/>
                </a:lnTo>
                <a:lnTo>
                  <a:pt x="1796862" y="109389"/>
                </a:lnTo>
                <a:lnTo>
                  <a:pt x="1798090" y="109903"/>
                </a:lnTo>
                <a:lnTo>
                  <a:pt x="1799337" y="110376"/>
                </a:lnTo>
                <a:lnTo>
                  <a:pt x="1800605" y="110808"/>
                </a:lnTo>
                <a:lnTo>
                  <a:pt x="1801893" y="111199"/>
                </a:lnTo>
                <a:lnTo>
                  <a:pt x="1803200" y="111549"/>
                </a:lnTo>
                <a:lnTo>
                  <a:pt x="1804528" y="111858"/>
                </a:lnTo>
                <a:lnTo>
                  <a:pt x="1805876" y="112125"/>
                </a:lnTo>
                <a:lnTo>
                  <a:pt x="1807243" y="112351"/>
                </a:lnTo>
                <a:lnTo>
                  <a:pt x="1808631" y="112536"/>
                </a:lnTo>
                <a:lnTo>
                  <a:pt x="1810039" y="112680"/>
                </a:lnTo>
                <a:lnTo>
                  <a:pt x="1811467" y="112783"/>
                </a:lnTo>
                <a:lnTo>
                  <a:pt x="1812915" y="112845"/>
                </a:lnTo>
                <a:lnTo>
                  <a:pt x="1814383" y="112866"/>
                </a:lnTo>
                <a:lnTo>
                  <a:pt x="1814906" y="112862"/>
                </a:lnTo>
                <a:lnTo>
                  <a:pt x="1815428" y="112853"/>
                </a:lnTo>
                <a:lnTo>
                  <a:pt x="1815948" y="112836"/>
                </a:lnTo>
                <a:lnTo>
                  <a:pt x="1816468" y="112814"/>
                </a:lnTo>
                <a:lnTo>
                  <a:pt x="1816987" y="112785"/>
                </a:lnTo>
                <a:lnTo>
                  <a:pt x="1817504" y="112749"/>
                </a:lnTo>
                <a:lnTo>
                  <a:pt x="1818021" y="112707"/>
                </a:lnTo>
                <a:lnTo>
                  <a:pt x="1818537" y="112658"/>
                </a:lnTo>
                <a:lnTo>
                  <a:pt x="1819051" y="112603"/>
                </a:lnTo>
                <a:lnTo>
                  <a:pt x="1819565" y="112541"/>
                </a:lnTo>
                <a:lnTo>
                  <a:pt x="1820077" y="112473"/>
                </a:lnTo>
                <a:lnTo>
                  <a:pt x="1820589" y="112399"/>
                </a:lnTo>
                <a:lnTo>
                  <a:pt x="1821099" y="112318"/>
                </a:lnTo>
                <a:lnTo>
                  <a:pt x="1821608" y="112230"/>
                </a:lnTo>
                <a:lnTo>
                  <a:pt x="1822117" y="112136"/>
                </a:lnTo>
                <a:lnTo>
                  <a:pt x="1822624" y="112036"/>
                </a:lnTo>
                <a:lnTo>
                  <a:pt x="1823130" y="111929"/>
                </a:lnTo>
                <a:lnTo>
                  <a:pt x="1823636" y="111815"/>
                </a:lnTo>
                <a:lnTo>
                  <a:pt x="1824140" y="111695"/>
                </a:lnTo>
                <a:lnTo>
                  <a:pt x="1824643" y="111569"/>
                </a:lnTo>
                <a:lnTo>
                  <a:pt x="1825145" y="111436"/>
                </a:lnTo>
                <a:lnTo>
                  <a:pt x="1825646" y="111297"/>
                </a:lnTo>
                <a:lnTo>
                  <a:pt x="1826146" y="111151"/>
                </a:lnTo>
                <a:lnTo>
                  <a:pt x="1826646" y="110999"/>
                </a:lnTo>
                <a:lnTo>
                  <a:pt x="1827144" y="110840"/>
                </a:lnTo>
                <a:lnTo>
                  <a:pt x="1827641" y="110674"/>
                </a:lnTo>
                <a:lnTo>
                  <a:pt x="1828138" y="110503"/>
                </a:lnTo>
                <a:lnTo>
                  <a:pt x="1828634" y="110324"/>
                </a:lnTo>
                <a:lnTo>
                  <a:pt x="1829129" y="110140"/>
                </a:lnTo>
                <a:lnTo>
                  <a:pt x="1829624" y="109948"/>
                </a:lnTo>
                <a:lnTo>
                  <a:pt x="1830117" y="109751"/>
                </a:lnTo>
                <a:lnTo>
                  <a:pt x="1830610" y="109547"/>
                </a:lnTo>
                <a:lnTo>
                  <a:pt x="1831103" y="109336"/>
                </a:lnTo>
                <a:lnTo>
                  <a:pt x="1831594" y="109119"/>
                </a:lnTo>
                <a:lnTo>
                  <a:pt x="1832085" y="108895"/>
                </a:lnTo>
                <a:lnTo>
                  <a:pt x="1832575" y="108665"/>
                </a:lnTo>
                <a:lnTo>
                  <a:pt x="1833065" y="108428"/>
                </a:lnTo>
                <a:lnTo>
                  <a:pt x="1833553" y="108185"/>
                </a:lnTo>
                <a:lnTo>
                  <a:pt x="1834041" y="107936"/>
                </a:lnTo>
                <a:lnTo>
                  <a:pt x="1834528" y="107680"/>
                </a:lnTo>
                <a:lnTo>
                  <a:pt x="1835015" y="107417"/>
                </a:lnTo>
                <a:lnTo>
                  <a:pt x="1835500" y="107148"/>
                </a:lnTo>
                <a:lnTo>
                  <a:pt x="1835985" y="106873"/>
                </a:lnTo>
                <a:lnTo>
                  <a:pt x="1836469" y="106591"/>
                </a:lnTo>
                <a:lnTo>
                  <a:pt x="1836953" y="106302"/>
                </a:lnTo>
                <a:lnTo>
                  <a:pt x="1837436" y="106007"/>
                </a:lnTo>
                <a:lnTo>
                  <a:pt x="1837918" y="105706"/>
                </a:lnTo>
                <a:lnTo>
                  <a:pt x="1838399" y="105398"/>
                </a:lnTo>
                <a:lnTo>
                  <a:pt x="1838399" y="113823"/>
                </a:lnTo>
                <a:lnTo>
                  <a:pt x="1838391" y="114367"/>
                </a:lnTo>
                <a:lnTo>
                  <a:pt x="1838368" y="114902"/>
                </a:lnTo>
                <a:lnTo>
                  <a:pt x="1838330" y="115430"/>
                </a:lnTo>
                <a:lnTo>
                  <a:pt x="1838276" y="115950"/>
                </a:lnTo>
                <a:lnTo>
                  <a:pt x="1838207" y="116462"/>
                </a:lnTo>
                <a:lnTo>
                  <a:pt x="1838123" y="116966"/>
                </a:lnTo>
                <a:lnTo>
                  <a:pt x="1838023" y="117463"/>
                </a:lnTo>
                <a:lnTo>
                  <a:pt x="1837908" y="117951"/>
                </a:lnTo>
                <a:lnTo>
                  <a:pt x="1837778" y="118432"/>
                </a:lnTo>
                <a:lnTo>
                  <a:pt x="1837633" y="118904"/>
                </a:lnTo>
                <a:lnTo>
                  <a:pt x="1837472" y="119369"/>
                </a:lnTo>
                <a:lnTo>
                  <a:pt x="1837296" y="119826"/>
                </a:lnTo>
                <a:lnTo>
                  <a:pt x="1837104" y="120274"/>
                </a:lnTo>
                <a:lnTo>
                  <a:pt x="1836897" y="120715"/>
                </a:lnTo>
                <a:lnTo>
                  <a:pt x="1836675" y="121148"/>
                </a:lnTo>
                <a:lnTo>
                  <a:pt x="1836438" y="121574"/>
                </a:lnTo>
                <a:lnTo>
                  <a:pt x="1836185" y="121991"/>
                </a:lnTo>
                <a:lnTo>
                  <a:pt x="1835917" y="122400"/>
                </a:lnTo>
                <a:lnTo>
                  <a:pt x="1835633" y="122802"/>
                </a:lnTo>
                <a:lnTo>
                  <a:pt x="1835334" y="123195"/>
                </a:lnTo>
                <a:lnTo>
                  <a:pt x="1835020" y="123581"/>
                </a:lnTo>
                <a:lnTo>
                  <a:pt x="1834691" y="123959"/>
                </a:lnTo>
                <a:lnTo>
                  <a:pt x="1834346" y="124328"/>
                </a:lnTo>
                <a:lnTo>
                  <a:pt x="1833986" y="124690"/>
                </a:lnTo>
                <a:lnTo>
                  <a:pt x="1833612" y="125041"/>
                </a:lnTo>
                <a:lnTo>
                  <a:pt x="1833226" y="125377"/>
                </a:lnTo>
                <a:lnTo>
                  <a:pt x="1832827" y="125698"/>
                </a:lnTo>
                <a:lnTo>
                  <a:pt x="1832416" y="126004"/>
                </a:lnTo>
                <a:lnTo>
                  <a:pt x="1831993" y="126295"/>
                </a:lnTo>
                <a:lnTo>
                  <a:pt x="1831557" y="126571"/>
                </a:lnTo>
                <a:lnTo>
                  <a:pt x="1831109" y="126832"/>
                </a:lnTo>
                <a:lnTo>
                  <a:pt x="1830648" y="127079"/>
                </a:lnTo>
                <a:lnTo>
                  <a:pt x="1830175" y="127310"/>
                </a:lnTo>
                <a:lnTo>
                  <a:pt x="1829690" y="127526"/>
                </a:lnTo>
                <a:lnTo>
                  <a:pt x="1829192" y="127728"/>
                </a:lnTo>
                <a:lnTo>
                  <a:pt x="1828682" y="127915"/>
                </a:lnTo>
                <a:lnTo>
                  <a:pt x="1828160" y="128086"/>
                </a:lnTo>
                <a:lnTo>
                  <a:pt x="1827625" y="128243"/>
                </a:lnTo>
                <a:lnTo>
                  <a:pt x="1827078" y="128385"/>
                </a:lnTo>
                <a:lnTo>
                  <a:pt x="1826518" y="128512"/>
                </a:lnTo>
                <a:lnTo>
                  <a:pt x="1825946" y="128624"/>
                </a:lnTo>
                <a:lnTo>
                  <a:pt x="1825362" y="128721"/>
                </a:lnTo>
                <a:lnTo>
                  <a:pt x="1824765" y="128803"/>
                </a:lnTo>
                <a:lnTo>
                  <a:pt x="1824156" y="128870"/>
                </a:lnTo>
                <a:lnTo>
                  <a:pt x="1823535" y="128922"/>
                </a:lnTo>
                <a:lnTo>
                  <a:pt x="1822901" y="128959"/>
                </a:lnTo>
                <a:lnTo>
                  <a:pt x="1822255" y="128982"/>
                </a:lnTo>
                <a:lnTo>
                  <a:pt x="1821596" y="128989"/>
                </a:lnTo>
                <a:lnTo>
                  <a:pt x="1802418" y="128989"/>
                </a:lnTo>
                <a:lnTo>
                  <a:pt x="1801901" y="128993"/>
                </a:lnTo>
                <a:lnTo>
                  <a:pt x="1801396" y="129006"/>
                </a:lnTo>
                <a:lnTo>
                  <a:pt x="1800904" y="129027"/>
                </a:lnTo>
                <a:lnTo>
                  <a:pt x="1800425" y="129057"/>
                </a:lnTo>
                <a:lnTo>
                  <a:pt x="1799958" y="129095"/>
                </a:lnTo>
                <a:lnTo>
                  <a:pt x="1799503" y="129141"/>
                </a:lnTo>
                <a:lnTo>
                  <a:pt x="1799061" y="129196"/>
                </a:lnTo>
                <a:lnTo>
                  <a:pt x="1798632" y="129259"/>
                </a:lnTo>
                <a:lnTo>
                  <a:pt x="1798215" y="129331"/>
                </a:lnTo>
                <a:lnTo>
                  <a:pt x="1797811" y="129411"/>
                </a:lnTo>
                <a:lnTo>
                  <a:pt x="1797419" y="129499"/>
                </a:lnTo>
                <a:lnTo>
                  <a:pt x="1797040" y="129596"/>
                </a:lnTo>
                <a:lnTo>
                  <a:pt x="1796673" y="129702"/>
                </a:lnTo>
                <a:lnTo>
                  <a:pt x="1796318" y="129816"/>
                </a:lnTo>
                <a:lnTo>
                  <a:pt x="1795977" y="129938"/>
                </a:lnTo>
                <a:lnTo>
                  <a:pt x="1795648" y="130069"/>
                </a:lnTo>
                <a:lnTo>
                  <a:pt x="1795331" y="130208"/>
                </a:lnTo>
                <a:lnTo>
                  <a:pt x="1795027" y="130356"/>
                </a:lnTo>
                <a:lnTo>
                  <a:pt x="1794735" y="130512"/>
                </a:lnTo>
                <a:lnTo>
                  <a:pt x="1794456" y="130676"/>
                </a:lnTo>
                <a:lnTo>
                  <a:pt x="1794189" y="130849"/>
                </a:lnTo>
                <a:lnTo>
                  <a:pt x="1793935" y="131030"/>
                </a:lnTo>
                <a:lnTo>
                  <a:pt x="1793694" y="131220"/>
                </a:lnTo>
                <a:lnTo>
                  <a:pt x="1793465" y="131418"/>
                </a:lnTo>
                <a:lnTo>
                  <a:pt x="1793247" y="131624"/>
                </a:lnTo>
                <a:lnTo>
                  <a:pt x="1793038" y="131834"/>
                </a:lnTo>
                <a:lnTo>
                  <a:pt x="1792838" y="132050"/>
                </a:lnTo>
                <a:lnTo>
                  <a:pt x="1792648" y="132270"/>
                </a:lnTo>
                <a:lnTo>
                  <a:pt x="1792467" y="132496"/>
                </a:lnTo>
                <a:lnTo>
                  <a:pt x="1792295" y="132727"/>
                </a:lnTo>
                <a:lnTo>
                  <a:pt x="1792133" y="132964"/>
                </a:lnTo>
                <a:lnTo>
                  <a:pt x="1791980" y="133205"/>
                </a:lnTo>
                <a:lnTo>
                  <a:pt x="1791836" y="133452"/>
                </a:lnTo>
                <a:lnTo>
                  <a:pt x="1791701" y="133704"/>
                </a:lnTo>
                <a:lnTo>
                  <a:pt x="1791576" y="133961"/>
                </a:lnTo>
                <a:lnTo>
                  <a:pt x="1791460" y="134223"/>
                </a:lnTo>
                <a:lnTo>
                  <a:pt x="1791353" y="134490"/>
                </a:lnTo>
                <a:lnTo>
                  <a:pt x="1791256" y="134763"/>
                </a:lnTo>
                <a:lnTo>
                  <a:pt x="1791168" y="135040"/>
                </a:lnTo>
                <a:lnTo>
                  <a:pt x="1791089" y="135323"/>
                </a:lnTo>
                <a:lnTo>
                  <a:pt x="1791019" y="135611"/>
                </a:lnTo>
                <a:lnTo>
                  <a:pt x="1790959" y="135904"/>
                </a:lnTo>
                <a:lnTo>
                  <a:pt x="1790908" y="136203"/>
                </a:lnTo>
                <a:lnTo>
                  <a:pt x="1790866" y="136506"/>
                </a:lnTo>
                <a:lnTo>
                  <a:pt x="1790833" y="136815"/>
                </a:lnTo>
                <a:lnTo>
                  <a:pt x="1790810" y="137129"/>
                </a:lnTo>
                <a:lnTo>
                  <a:pt x="1790796" y="137448"/>
                </a:lnTo>
                <a:lnTo>
                  <a:pt x="1790792" y="137772"/>
                </a:lnTo>
                <a:lnTo>
                  <a:pt x="1790796" y="138090"/>
                </a:lnTo>
                <a:lnTo>
                  <a:pt x="1790810" y="138402"/>
                </a:lnTo>
                <a:lnTo>
                  <a:pt x="1790833" y="138710"/>
                </a:lnTo>
                <a:lnTo>
                  <a:pt x="1790866" y="139012"/>
                </a:lnTo>
                <a:lnTo>
                  <a:pt x="1790908" y="139310"/>
                </a:lnTo>
                <a:lnTo>
                  <a:pt x="1790959" y="139603"/>
                </a:lnTo>
                <a:lnTo>
                  <a:pt x="1791019" y="139891"/>
                </a:lnTo>
                <a:lnTo>
                  <a:pt x="1791089" y="140174"/>
                </a:lnTo>
                <a:lnTo>
                  <a:pt x="1791168" y="140452"/>
                </a:lnTo>
                <a:lnTo>
                  <a:pt x="1791256" y="140726"/>
                </a:lnTo>
                <a:lnTo>
                  <a:pt x="1791353" y="140994"/>
                </a:lnTo>
                <a:lnTo>
                  <a:pt x="1791460" y="141258"/>
                </a:lnTo>
                <a:lnTo>
                  <a:pt x="1791576" y="141516"/>
                </a:lnTo>
                <a:lnTo>
                  <a:pt x="1791701" y="141770"/>
                </a:lnTo>
                <a:lnTo>
                  <a:pt x="1791836" y="142019"/>
                </a:lnTo>
                <a:lnTo>
                  <a:pt x="1791980" y="142263"/>
                </a:lnTo>
                <a:lnTo>
                  <a:pt x="1792133" y="142502"/>
                </a:lnTo>
                <a:lnTo>
                  <a:pt x="1792295" y="142736"/>
                </a:lnTo>
                <a:lnTo>
                  <a:pt x="1792467" y="142966"/>
                </a:lnTo>
                <a:lnTo>
                  <a:pt x="1792648" y="143190"/>
                </a:lnTo>
                <a:lnTo>
                  <a:pt x="1792838" y="143410"/>
                </a:lnTo>
                <a:lnTo>
                  <a:pt x="1793038" y="143624"/>
                </a:lnTo>
                <a:lnTo>
                  <a:pt x="1793247" y="143834"/>
                </a:lnTo>
                <a:lnTo>
                  <a:pt x="1793465" y="144039"/>
                </a:lnTo>
                <a:lnTo>
                  <a:pt x="1793694" y="144237"/>
                </a:lnTo>
                <a:lnTo>
                  <a:pt x="1793935" y="144427"/>
                </a:lnTo>
                <a:lnTo>
                  <a:pt x="1794189" y="144609"/>
                </a:lnTo>
                <a:lnTo>
                  <a:pt x="1794456" y="144782"/>
                </a:lnTo>
                <a:lnTo>
                  <a:pt x="1794735" y="144947"/>
                </a:lnTo>
                <a:lnTo>
                  <a:pt x="1795027" y="145103"/>
                </a:lnTo>
                <a:lnTo>
                  <a:pt x="1795331" y="145251"/>
                </a:lnTo>
                <a:lnTo>
                  <a:pt x="1795648" y="145390"/>
                </a:lnTo>
                <a:lnTo>
                  <a:pt x="1795977" y="145521"/>
                </a:lnTo>
                <a:lnTo>
                  <a:pt x="1796318" y="145643"/>
                </a:lnTo>
                <a:lnTo>
                  <a:pt x="1796673" y="145757"/>
                </a:lnTo>
                <a:lnTo>
                  <a:pt x="1797040" y="145863"/>
                </a:lnTo>
                <a:lnTo>
                  <a:pt x="1797419" y="145960"/>
                </a:lnTo>
                <a:lnTo>
                  <a:pt x="1797811" y="146048"/>
                </a:lnTo>
                <a:lnTo>
                  <a:pt x="1798215" y="146129"/>
                </a:lnTo>
                <a:lnTo>
                  <a:pt x="1798632" y="146200"/>
                </a:lnTo>
                <a:lnTo>
                  <a:pt x="1799061" y="146264"/>
                </a:lnTo>
                <a:lnTo>
                  <a:pt x="1799503" y="146319"/>
                </a:lnTo>
                <a:lnTo>
                  <a:pt x="1799958" y="146365"/>
                </a:lnTo>
                <a:lnTo>
                  <a:pt x="1800425" y="146403"/>
                </a:lnTo>
                <a:lnTo>
                  <a:pt x="1800904" y="146433"/>
                </a:lnTo>
                <a:lnTo>
                  <a:pt x="1801396" y="146454"/>
                </a:lnTo>
                <a:lnTo>
                  <a:pt x="1801901" y="146466"/>
                </a:lnTo>
                <a:lnTo>
                  <a:pt x="1802418" y="146471"/>
                </a:lnTo>
                <a:lnTo>
                  <a:pt x="1822105" y="146471"/>
                </a:lnTo>
                <a:lnTo>
                  <a:pt x="1822936" y="146462"/>
                </a:lnTo>
                <a:lnTo>
                  <a:pt x="1823760" y="146436"/>
                </a:lnTo>
                <a:lnTo>
                  <a:pt x="1824577" y="146394"/>
                </a:lnTo>
                <a:lnTo>
                  <a:pt x="1825387" y="146334"/>
                </a:lnTo>
                <a:lnTo>
                  <a:pt x="1826189" y="146257"/>
                </a:lnTo>
                <a:lnTo>
                  <a:pt x="1826985" y="146163"/>
                </a:lnTo>
                <a:lnTo>
                  <a:pt x="1827773" y="146052"/>
                </a:lnTo>
                <a:lnTo>
                  <a:pt x="1828555" y="145924"/>
                </a:lnTo>
                <a:lnTo>
                  <a:pt x="1829329" y="145779"/>
                </a:lnTo>
                <a:lnTo>
                  <a:pt x="1830097" y="145617"/>
                </a:lnTo>
                <a:lnTo>
                  <a:pt x="1830857" y="145437"/>
                </a:lnTo>
                <a:lnTo>
                  <a:pt x="1831610" y="145241"/>
                </a:lnTo>
                <a:lnTo>
                  <a:pt x="1832356" y="145027"/>
                </a:lnTo>
                <a:lnTo>
                  <a:pt x="1833095" y="144797"/>
                </a:lnTo>
                <a:lnTo>
                  <a:pt x="1833827" y="144549"/>
                </a:lnTo>
                <a:lnTo>
                  <a:pt x="1834552" y="144284"/>
                </a:lnTo>
                <a:lnTo>
                  <a:pt x="1835270" y="144002"/>
                </a:lnTo>
                <a:lnTo>
                  <a:pt x="1835980" y="143704"/>
                </a:lnTo>
                <a:lnTo>
                  <a:pt x="1836684" y="143388"/>
                </a:lnTo>
                <a:lnTo>
                  <a:pt x="1837380" y="143054"/>
                </a:lnTo>
                <a:lnTo>
                  <a:pt x="1838070" y="142704"/>
                </a:lnTo>
                <a:lnTo>
                  <a:pt x="1838752" y="142337"/>
                </a:lnTo>
                <a:lnTo>
                  <a:pt x="1839428" y="141953"/>
                </a:lnTo>
                <a:lnTo>
                  <a:pt x="1840096" y="141551"/>
                </a:lnTo>
                <a:lnTo>
                  <a:pt x="1840754" y="141138"/>
                </a:lnTo>
                <a:lnTo>
                  <a:pt x="1841397" y="140719"/>
                </a:lnTo>
                <a:lnTo>
                  <a:pt x="1842026" y="140292"/>
                </a:lnTo>
                <a:lnTo>
                  <a:pt x="1842641" y="139859"/>
                </a:lnTo>
                <a:lnTo>
                  <a:pt x="1843241" y="139420"/>
                </a:lnTo>
                <a:lnTo>
                  <a:pt x="1843827" y="138974"/>
                </a:lnTo>
                <a:lnTo>
                  <a:pt x="1844399" y="138521"/>
                </a:lnTo>
                <a:lnTo>
                  <a:pt x="1844957" y="138061"/>
                </a:lnTo>
                <a:lnTo>
                  <a:pt x="1845500" y="137595"/>
                </a:lnTo>
                <a:lnTo>
                  <a:pt x="1846029" y="137123"/>
                </a:lnTo>
                <a:lnTo>
                  <a:pt x="1846544" y="136643"/>
                </a:lnTo>
                <a:lnTo>
                  <a:pt x="1847044" y="136157"/>
                </a:lnTo>
                <a:lnTo>
                  <a:pt x="1847530" y="135665"/>
                </a:lnTo>
                <a:lnTo>
                  <a:pt x="1848002" y="135166"/>
                </a:lnTo>
                <a:lnTo>
                  <a:pt x="1848460" y="134660"/>
                </a:lnTo>
                <a:lnTo>
                  <a:pt x="1848903" y="134147"/>
                </a:lnTo>
                <a:lnTo>
                  <a:pt x="1849332" y="133628"/>
                </a:lnTo>
                <a:lnTo>
                  <a:pt x="1849746" y="133102"/>
                </a:lnTo>
                <a:lnTo>
                  <a:pt x="1850147" y="132570"/>
                </a:lnTo>
                <a:lnTo>
                  <a:pt x="1850533" y="132031"/>
                </a:lnTo>
                <a:lnTo>
                  <a:pt x="1850905" y="131485"/>
                </a:lnTo>
                <a:lnTo>
                  <a:pt x="1851262" y="130933"/>
                </a:lnTo>
                <a:lnTo>
                  <a:pt x="1851605" y="130374"/>
                </a:lnTo>
                <a:lnTo>
                  <a:pt x="1851934" y="129809"/>
                </a:lnTo>
                <a:lnTo>
                  <a:pt x="1852249" y="129236"/>
                </a:lnTo>
                <a:lnTo>
                  <a:pt x="1852551" y="128655"/>
                </a:lnTo>
                <a:lnTo>
                  <a:pt x="1852839" y="128066"/>
                </a:lnTo>
                <a:lnTo>
                  <a:pt x="1853114" y="127469"/>
                </a:lnTo>
                <a:lnTo>
                  <a:pt x="1853375" y="126864"/>
                </a:lnTo>
                <a:lnTo>
                  <a:pt x="1853623" y="126251"/>
                </a:lnTo>
                <a:lnTo>
                  <a:pt x="1853858" y="125630"/>
                </a:lnTo>
                <a:lnTo>
                  <a:pt x="1854079" y="125000"/>
                </a:lnTo>
                <a:lnTo>
                  <a:pt x="1854287" y="124363"/>
                </a:lnTo>
                <a:lnTo>
                  <a:pt x="1854481" y="123717"/>
                </a:lnTo>
                <a:lnTo>
                  <a:pt x="1854662" y="123064"/>
                </a:lnTo>
                <a:lnTo>
                  <a:pt x="1854830" y="122402"/>
                </a:lnTo>
                <a:lnTo>
                  <a:pt x="1854984" y="121732"/>
                </a:lnTo>
                <a:lnTo>
                  <a:pt x="1855125" y="121054"/>
                </a:lnTo>
                <a:lnTo>
                  <a:pt x="1855252" y="120368"/>
                </a:lnTo>
                <a:lnTo>
                  <a:pt x="1855366" y="119674"/>
                </a:lnTo>
                <a:lnTo>
                  <a:pt x="1855467" y="118971"/>
                </a:lnTo>
                <a:lnTo>
                  <a:pt x="1855554" y="118261"/>
                </a:lnTo>
                <a:lnTo>
                  <a:pt x="1855628" y="117542"/>
                </a:lnTo>
                <a:lnTo>
                  <a:pt x="1855688" y="116816"/>
                </a:lnTo>
                <a:lnTo>
                  <a:pt x="1855735" y="116081"/>
                </a:lnTo>
                <a:lnTo>
                  <a:pt x="1855769" y="115338"/>
                </a:lnTo>
                <a:lnTo>
                  <a:pt x="1855789" y="114587"/>
                </a:lnTo>
                <a:lnTo>
                  <a:pt x="1855795" y="113828"/>
                </a:lnTo>
                <a:lnTo>
                  <a:pt x="1855795" y="50577"/>
                </a:lnTo>
                <a:lnTo>
                  <a:pt x="1858766" y="50577"/>
                </a:lnTo>
                <a:lnTo>
                  <a:pt x="1859283" y="50573"/>
                </a:lnTo>
                <a:lnTo>
                  <a:pt x="1859787" y="50561"/>
                </a:lnTo>
                <a:lnTo>
                  <a:pt x="1860279" y="50540"/>
                </a:lnTo>
                <a:lnTo>
                  <a:pt x="1860759" y="50510"/>
                </a:lnTo>
                <a:lnTo>
                  <a:pt x="1861226" y="50472"/>
                </a:lnTo>
                <a:lnTo>
                  <a:pt x="1861680" y="50426"/>
                </a:lnTo>
                <a:lnTo>
                  <a:pt x="1862122" y="50372"/>
                </a:lnTo>
                <a:lnTo>
                  <a:pt x="1862551" y="50309"/>
                </a:lnTo>
                <a:lnTo>
                  <a:pt x="1862968" y="50237"/>
                </a:lnTo>
                <a:lnTo>
                  <a:pt x="1863372" y="50157"/>
                </a:lnTo>
                <a:lnTo>
                  <a:pt x="1863764" y="50069"/>
                </a:lnTo>
                <a:lnTo>
                  <a:pt x="1864144" y="49973"/>
                </a:lnTo>
                <a:lnTo>
                  <a:pt x="1864510" y="49868"/>
                </a:lnTo>
                <a:lnTo>
                  <a:pt x="1864865" y="49754"/>
                </a:lnTo>
                <a:lnTo>
                  <a:pt x="1865206" y="49633"/>
                </a:lnTo>
                <a:lnTo>
                  <a:pt x="1865536" y="49502"/>
                </a:lnTo>
                <a:lnTo>
                  <a:pt x="1865852" y="49364"/>
                </a:lnTo>
                <a:lnTo>
                  <a:pt x="1866156" y="49217"/>
                </a:lnTo>
                <a:lnTo>
                  <a:pt x="1866448" y="49062"/>
                </a:lnTo>
                <a:lnTo>
                  <a:pt x="1866727" y="48898"/>
                </a:lnTo>
                <a:lnTo>
                  <a:pt x="1866994" y="48726"/>
                </a:lnTo>
                <a:lnTo>
                  <a:pt x="1867248" y="48545"/>
                </a:lnTo>
                <a:lnTo>
                  <a:pt x="1867489" y="48356"/>
                </a:lnTo>
                <a:lnTo>
                  <a:pt x="1867718" y="48159"/>
                </a:lnTo>
                <a:lnTo>
                  <a:pt x="1867936" y="47955"/>
                </a:lnTo>
                <a:lnTo>
                  <a:pt x="1868145" y="47745"/>
                </a:lnTo>
                <a:lnTo>
                  <a:pt x="1868345" y="47531"/>
                </a:lnTo>
                <a:lnTo>
                  <a:pt x="1868535" y="47311"/>
                </a:lnTo>
                <a:lnTo>
                  <a:pt x="1868716" y="47087"/>
                </a:lnTo>
                <a:lnTo>
                  <a:pt x="1868888" y="46857"/>
                </a:lnTo>
                <a:lnTo>
                  <a:pt x="1869050" y="46622"/>
                </a:lnTo>
                <a:lnTo>
                  <a:pt x="1869203" y="46381"/>
                </a:lnTo>
                <a:lnTo>
                  <a:pt x="1869347" y="46136"/>
                </a:lnTo>
                <a:lnTo>
                  <a:pt x="1869482" y="45886"/>
                </a:lnTo>
                <a:lnTo>
                  <a:pt x="1869607" y="45630"/>
                </a:lnTo>
                <a:lnTo>
                  <a:pt x="1869723" y="45369"/>
                </a:lnTo>
                <a:lnTo>
                  <a:pt x="1869830" y="45103"/>
                </a:lnTo>
                <a:lnTo>
                  <a:pt x="1869927" y="44832"/>
                </a:lnTo>
                <a:lnTo>
                  <a:pt x="1870016" y="44556"/>
                </a:lnTo>
                <a:lnTo>
                  <a:pt x="1870094" y="44274"/>
                </a:lnTo>
                <a:lnTo>
                  <a:pt x="1870164" y="43987"/>
                </a:lnTo>
                <a:lnTo>
                  <a:pt x="1870179" y="43915"/>
                </a:lnTo>
                <a:lnTo>
                  <a:pt x="1870247" y="44194"/>
                </a:lnTo>
                <a:lnTo>
                  <a:pt x="1870326" y="44477"/>
                </a:lnTo>
                <a:lnTo>
                  <a:pt x="1870414" y="44754"/>
                </a:lnTo>
                <a:lnTo>
                  <a:pt x="1870511" y="45027"/>
                </a:lnTo>
                <a:lnTo>
                  <a:pt x="1870618" y="45295"/>
                </a:lnTo>
                <a:lnTo>
                  <a:pt x="1870734" y="45557"/>
                </a:lnTo>
                <a:lnTo>
                  <a:pt x="1870859" y="45815"/>
                </a:lnTo>
                <a:lnTo>
                  <a:pt x="1870994" y="46068"/>
                </a:lnTo>
                <a:lnTo>
                  <a:pt x="1871138" y="46315"/>
                </a:lnTo>
                <a:lnTo>
                  <a:pt x="1871291" y="46558"/>
                </a:lnTo>
                <a:lnTo>
                  <a:pt x="1871453" y="46796"/>
                </a:lnTo>
                <a:lnTo>
                  <a:pt x="1871625" y="47028"/>
                </a:lnTo>
                <a:lnTo>
                  <a:pt x="1871806" y="47256"/>
                </a:lnTo>
                <a:lnTo>
                  <a:pt x="1871996" y="47479"/>
                </a:lnTo>
                <a:lnTo>
                  <a:pt x="1872196" y="47696"/>
                </a:lnTo>
                <a:lnTo>
                  <a:pt x="1872405" y="47909"/>
                </a:lnTo>
                <a:lnTo>
                  <a:pt x="1872623" y="48116"/>
                </a:lnTo>
                <a:lnTo>
                  <a:pt x="1872852" y="48317"/>
                </a:lnTo>
                <a:lnTo>
                  <a:pt x="1873093" y="48509"/>
                </a:lnTo>
                <a:lnTo>
                  <a:pt x="1873347" y="48693"/>
                </a:lnTo>
                <a:lnTo>
                  <a:pt x="1873614" y="48868"/>
                </a:lnTo>
                <a:lnTo>
                  <a:pt x="1873893" y="49035"/>
                </a:lnTo>
                <a:lnTo>
                  <a:pt x="1874185" y="49193"/>
                </a:lnTo>
                <a:lnTo>
                  <a:pt x="1874489" y="49343"/>
                </a:lnTo>
                <a:lnTo>
                  <a:pt x="1874806" y="49484"/>
                </a:lnTo>
                <a:lnTo>
                  <a:pt x="1875135" y="49616"/>
                </a:lnTo>
                <a:lnTo>
                  <a:pt x="1875477" y="49740"/>
                </a:lnTo>
                <a:lnTo>
                  <a:pt x="1875831" y="49855"/>
                </a:lnTo>
                <a:lnTo>
                  <a:pt x="1876198" y="49962"/>
                </a:lnTo>
                <a:lnTo>
                  <a:pt x="1876577" y="50060"/>
                </a:lnTo>
                <a:lnTo>
                  <a:pt x="1876969" y="50150"/>
                </a:lnTo>
                <a:lnTo>
                  <a:pt x="1877373" y="50231"/>
                </a:lnTo>
                <a:lnTo>
                  <a:pt x="1877790" y="50304"/>
                </a:lnTo>
                <a:lnTo>
                  <a:pt x="1878219" y="50368"/>
                </a:lnTo>
                <a:lnTo>
                  <a:pt x="1878661" y="50424"/>
                </a:lnTo>
                <a:lnTo>
                  <a:pt x="1879116" y="50471"/>
                </a:lnTo>
                <a:lnTo>
                  <a:pt x="1879583" y="50509"/>
                </a:lnTo>
                <a:lnTo>
                  <a:pt x="1880062" y="50539"/>
                </a:lnTo>
                <a:lnTo>
                  <a:pt x="1880554" y="50560"/>
                </a:lnTo>
                <a:lnTo>
                  <a:pt x="1881059" y="50573"/>
                </a:lnTo>
                <a:lnTo>
                  <a:pt x="1881576" y="50577"/>
                </a:lnTo>
                <a:lnTo>
                  <a:pt x="1884546" y="50577"/>
                </a:lnTo>
                <a:lnTo>
                  <a:pt x="1884546" y="128989"/>
                </a:lnTo>
                <a:lnTo>
                  <a:pt x="1881576" y="128989"/>
                </a:lnTo>
                <a:lnTo>
                  <a:pt x="1881065" y="128993"/>
                </a:lnTo>
                <a:lnTo>
                  <a:pt x="1880567" y="129006"/>
                </a:lnTo>
                <a:lnTo>
                  <a:pt x="1880081" y="129028"/>
                </a:lnTo>
                <a:lnTo>
                  <a:pt x="1879607" y="129058"/>
                </a:lnTo>
                <a:lnTo>
                  <a:pt x="1879145" y="129096"/>
                </a:lnTo>
                <a:lnTo>
                  <a:pt x="1878696" y="129143"/>
                </a:lnTo>
                <a:lnTo>
                  <a:pt x="1878258" y="129199"/>
                </a:lnTo>
                <a:lnTo>
                  <a:pt x="1877832" y="129263"/>
                </a:lnTo>
                <a:lnTo>
                  <a:pt x="1877419" y="129335"/>
                </a:lnTo>
                <a:lnTo>
                  <a:pt x="1877017" y="129416"/>
                </a:lnTo>
                <a:lnTo>
                  <a:pt x="1876628" y="129506"/>
                </a:lnTo>
                <a:lnTo>
                  <a:pt x="1876251" y="129604"/>
                </a:lnTo>
                <a:lnTo>
                  <a:pt x="1875885" y="129711"/>
                </a:lnTo>
                <a:lnTo>
                  <a:pt x="1875532" y="129827"/>
                </a:lnTo>
                <a:lnTo>
                  <a:pt x="1875191" y="129951"/>
                </a:lnTo>
                <a:lnTo>
                  <a:pt x="1874862" y="130083"/>
                </a:lnTo>
                <a:lnTo>
                  <a:pt x="1874545" y="130224"/>
                </a:lnTo>
                <a:lnTo>
                  <a:pt x="1874240" y="130374"/>
                </a:lnTo>
                <a:lnTo>
                  <a:pt x="1873948" y="130532"/>
                </a:lnTo>
                <a:lnTo>
                  <a:pt x="1873667" y="130698"/>
                </a:lnTo>
                <a:lnTo>
                  <a:pt x="1873398" y="130873"/>
                </a:lnTo>
                <a:lnTo>
                  <a:pt x="1873142" y="131057"/>
                </a:lnTo>
                <a:lnTo>
                  <a:pt x="1872898" y="131249"/>
                </a:lnTo>
                <a:lnTo>
                  <a:pt x="1872665" y="131450"/>
                </a:lnTo>
                <a:lnTo>
                  <a:pt x="1872444" y="131658"/>
                </a:lnTo>
                <a:lnTo>
                  <a:pt x="1872232" y="131870"/>
                </a:lnTo>
                <a:lnTo>
                  <a:pt x="1872029" y="132088"/>
                </a:lnTo>
                <a:lnTo>
                  <a:pt x="1871835" y="132311"/>
                </a:lnTo>
                <a:lnTo>
                  <a:pt x="1871652" y="132538"/>
                </a:lnTo>
                <a:lnTo>
                  <a:pt x="1871477" y="132771"/>
                </a:lnTo>
                <a:lnTo>
                  <a:pt x="1871312" y="133008"/>
                </a:lnTo>
                <a:lnTo>
                  <a:pt x="1871157" y="133251"/>
                </a:lnTo>
                <a:lnTo>
                  <a:pt x="1871010" y="133499"/>
                </a:lnTo>
                <a:lnTo>
                  <a:pt x="1870874" y="133751"/>
                </a:lnTo>
                <a:lnTo>
                  <a:pt x="1870746" y="134009"/>
                </a:lnTo>
                <a:lnTo>
                  <a:pt x="1870629" y="134272"/>
                </a:lnTo>
                <a:lnTo>
                  <a:pt x="1870520" y="134540"/>
                </a:lnTo>
                <a:lnTo>
                  <a:pt x="1870421" y="134812"/>
                </a:lnTo>
                <a:lnTo>
                  <a:pt x="1870332" y="135090"/>
                </a:lnTo>
                <a:lnTo>
                  <a:pt x="1870251" y="135373"/>
                </a:lnTo>
                <a:lnTo>
                  <a:pt x="1870181" y="135660"/>
                </a:lnTo>
                <a:lnTo>
                  <a:pt x="1870119" y="135953"/>
                </a:lnTo>
                <a:lnTo>
                  <a:pt x="1870068" y="136251"/>
                </a:lnTo>
                <a:lnTo>
                  <a:pt x="1870025" y="136554"/>
                </a:lnTo>
                <a:lnTo>
                  <a:pt x="1869992" y="136861"/>
                </a:lnTo>
                <a:lnTo>
                  <a:pt x="1869969" y="137174"/>
                </a:lnTo>
                <a:lnTo>
                  <a:pt x="1869954" y="137492"/>
                </a:lnTo>
                <a:lnTo>
                  <a:pt x="1869950" y="137815"/>
                </a:lnTo>
                <a:lnTo>
                  <a:pt x="1869954" y="138137"/>
                </a:lnTo>
                <a:lnTo>
                  <a:pt x="1869968" y="138455"/>
                </a:lnTo>
                <a:lnTo>
                  <a:pt x="1869991" y="138767"/>
                </a:lnTo>
                <a:lnTo>
                  <a:pt x="1870024" y="139074"/>
                </a:lnTo>
                <a:lnTo>
                  <a:pt x="1870066" y="139375"/>
                </a:lnTo>
                <a:lnTo>
                  <a:pt x="1870117" y="139671"/>
                </a:lnTo>
                <a:lnTo>
                  <a:pt x="1870177" y="139962"/>
                </a:lnTo>
                <a:lnTo>
                  <a:pt x="1870247" y="140247"/>
                </a:lnTo>
                <a:lnTo>
                  <a:pt x="1870326" y="140528"/>
                </a:lnTo>
                <a:lnTo>
                  <a:pt x="1870414" y="140803"/>
                </a:lnTo>
                <a:lnTo>
                  <a:pt x="1870511" y="141072"/>
                </a:lnTo>
                <a:lnTo>
                  <a:pt x="1870618" y="141337"/>
                </a:lnTo>
                <a:lnTo>
                  <a:pt x="1870734" y="141596"/>
                </a:lnTo>
                <a:lnTo>
                  <a:pt x="1870859" y="141849"/>
                </a:lnTo>
                <a:lnTo>
                  <a:pt x="1870994" y="142098"/>
                </a:lnTo>
                <a:lnTo>
                  <a:pt x="1871138" y="142341"/>
                </a:lnTo>
                <a:lnTo>
                  <a:pt x="1871291" y="142579"/>
                </a:lnTo>
                <a:lnTo>
                  <a:pt x="1871453" y="142811"/>
                </a:lnTo>
                <a:lnTo>
                  <a:pt x="1871625" y="143038"/>
                </a:lnTo>
                <a:lnTo>
                  <a:pt x="1871806" y="143260"/>
                </a:lnTo>
                <a:lnTo>
                  <a:pt x="1871996" y="143477"/>
                </a:lnTo>
                <a:lnTo>
                  <a:pt x="1872196" y="143688"/>
                </a:lnTo>
                <a:lnTo>
                  <a:pt x="1872405" y="143894"/>
                </a:lnTo>
                <a:lnTo>
                  <a:pt x="1872623" y="144095"/>
                </a:lnTo>
                <a:lnTo>
                  <a:pt x="1872852" y="144288"/>
                </a:lnTo>
                <a:lnTo>
                  <a:pt x="1873093" y="144474"/>
                </a:lnTo>
                <a:lnTo>
                  <a:pt x="1873347" y="144651"/>
                </a:lnTo>
                <a:lnTo>
                  <a:pt x="1873614" y="144821"/>
                </a:lnTo>
                <a:lnTo>
                  <a:pt x="1873893" y="144981"/>
                </a:lnTo>
                <a:lnTo>
                  <a:pt x="1874185" y="145134"/>
                </a:lnTo>
                <a:lnTo>
                  <a:pt x="1874489" y="145278"/>
                </a:lnTo>
                <a:lnTo>
                  <a:pt x="1874806" y="145415"/>
                </a:lnTo>
                <a:lnTo>
                  <a:pt x="1875135" y="145542"/>
                </a:lnTo>
                <a:lnTo>
                  <a:pt x="1875477" y="145662"/>
                </a:lnTo>
                <a:lnTo>
                  <a:pt x="1875831" y="145773"/>
                </a:lnTo>
                <a:lnTo>
                  <a:pt x="1876198" y="145877"/>
                </a:lnTo>
                <a:lnTo>
                  <a:pt x="1876577" y="145971"/>
                </a:lnTo>
                <a:lnTo>
                  <a:pt x="1876969" y="146058"/>
                </a:lnTo>
                <a:lnTo>
                  <a:pt x="1877373" y="146136"/>
                </a:lnTo>
                <a:lnTo>
                  <a:pt x="1877790" y="146207"/>
                </a:lnTo>
                <a:lnTo>
                  <a:pt x="1878219" y="146269"/>
                </a:lnTo>
                <a:lnTo>
                  <a:pt x="1878661" y="146322"/>
                </a:lnTo>
                <a:lnTo>
                  <a:pt x="1879116" y="146368"/>
                </a:lnTo>
                <a:lnTo>
                  <a:pt x="1879583" y="146405"/>
                </a:lnTo>
                <a:lnTo>
                  <a:pt x="1880062" y="146434"/>
                </a:lnTo>
                <a:lnTo>
                  <a:pt x="1880554" y="146454"/>
                </a:lnTo>
                <a:lnTo>
                  <a:pt x="1881059" y="146467"/>
                </a:lnTo>
                <a:lnTo>
                  <a:pt x="1881576" y="146471"/>
                </a:lnTo>
                <a:lnTo>
                  <a:pt x="1912380" y="146471"/>
                </a:lnTo>
                <a:lnTo>
                  <a:pt x="1912897" y="146467"/>
                </a:lnTo>
                <a:lnTo>
                  <a:pt x="1913402" y="146454"/>
                </a:lnTo>
                <a:lnTo>
                  <a:pt x="1913894" y="146434"/>
                </a:lnTo>
                <a:lnTo>
                  <a:pt x="1914373" y="146405"/>
                </a:lnTo>
                <a:lnTo>
                  <a:pt x="1914840" y="146368"/>
                </a:lnTo>
                <a:lnTo>
                  <a:pt x="1915295" y="146322"/>
                </a:lnTo>
                <a:lnTo>
                  <a:pt x="1915737" y="146269"/>
                </a:lnTo>
                <a:lnTo>
                  <a:pt x="1916166" y="146207"/>
                </a:lnTo>
                <a:lnTo>
                  <a:pt x="1916583" y="146136"/>
                </a:lnTo>
                <a:lnTo>
                  <a:pt x="1916987" y="146058"/>
                </a:lnTo>
                <a:lnTo>
                  <a:pt x="1917379" y="145971"/>
                </a:lnTo>
                <a:lnTo>
                  <a:pt x="1917758" y="145877"/>
                </a:lnTo>
                <a:lnTo>
                  <a:pt x="1918125" y="145773"/>
                </a:lnTo>
                <a:lnTo>
                  <a:pt x="1918479" y="145662"/>
                </a:lnTo>
                <a:lnTo>
                  <a:pt x="1918821" y="145542"/>
                </a:lnTo>
                <a:lnTo>
                  <a:pt x="1919150" y="145415"/>
                </a:lnTo>
                <a:lnTo>
                  <a:pt x="1919467" y="145278"/>
                </a:lnTo>
                <a:lnTo>
                  <a:pt x="1919771" y="145134"/>
                </a:lnTo>
                <a:lnTo>
                  <a:pt x="1920063" y="144981"/>
                </a:lnTo>
                <a:lnTo>
                  <a:pt x="1920342" y="144821"/>
                </a:lnTo>
                <a:lnTo>
                  <a:pt x="1920609" y="144651"/>
                </a:lnTo>
                <a:lnTo>
                  <a:pt x="1920863" y="144474"/>
                </a:lnTo>
                <a:lnTo>
                  <a:pt x="1921104" y="144288"/>
                </a:lnTo>
                <a:lnTo>
                  <a:pt x="1921333" y="144095"/>
                </a:lnTo>
                <a:lnTo>
                  <a:pt x="1921551" y="143894"/>
                </a:lnTo>
                <a:lnTo>
                  <a:pt x="1921760" y="143688"/>
                </a:lnTo>
                <a:lnTo>
                  <a:pt x="1921960" y="143477"/>
                </a:lnTo>
                <a:lnTo>
                  <a:pt x="1922150" y="143260"/>
                </a:lnTo>
                <a:lnTo>
                  <a:pt x="1922331" y="143038"/>
                </a:lnTo>
                <a:lnTo>
                  <a:pt x="1922503" y="142811"/>
                </a:lnTo>
                <a:lnTo>
                  <a:pt x="1922665" y="142579"/>
                </a:lnTo>
                <a:lnTo>
                  <a:pt x="1922818" y="142341"/>
                </a:lnTo>
                <a:lnTo>
                  <a:pt x="1922962" y="142098"/>
                </a:lnTo>
                <a:lnTo>
                  <a:pt x="1923097" y="141849"/>
                </a:lnTo>
                <a:lnTo>
                  <a:pt x="1923222" y="141596"/>
                </a:lnTo>
                <a:lnTo>
                  <a:pt x="1923338" y="141337"/>
                </a:lnTo>
                <a:lnTo>
                  <a:pt x="1923445" y="141072"/>
                </a:lnTo>
                <a:lnTo>
                  <a:pt x="1923542" y="140803"/>
                </a:lnTo>
                <a:lnTo>
                  <a:pt x="1923630" y="140528"/>
                </a:lnTo>
                <a:lnTo>
                  <a:pt x="1923709" y="140247"/>
                </a:lnTo>
                <a:lnTo>
                  <a:pt x="1923779" y="139962"/>
                </a:lnTo>
                <a:lnTo>
                  <a:pt x="1923839" y="139671"/>
                </a:lnTo>
                <a:lnTo>
                  <a:pt x="1923890" y="139375"/>
                </a:lnTo>
                <a:lnTo>
                  <a:pt x="1923932" y="139074"/>
                </a:lnTo>
                <a:lnTo>
                  <a:pt x="1923965" y="138767"/>
                </a:lnTo>
                <a:lnTo>
                  <a:pt x="1923988" y="138455"/>
                </a:lnTo>
                <a:lnTo>
                  <a:pt x="1924002" y="138137"/>
                </a:lnTo>
                <a:lnTo>
                  <a:pt x="1924006" y="137815"/>
                </a:lnTo>
                <a:lnTo>
                  <a:pt x="1924002" y="137492"/>
                </a:lnTo>
                <a:lnTo>
                  <a:pt x="1923988" y="137174"/>
                </a:lnTo>
                <a:lnTo>
                  <a:pt x="1923965" y="136861"/>
                </a:lnTo>
                <a:lnTo>
                  <a:pt x="1923932" y="136554"/>
                </a:lnTo>
                <a:lnTo>
                  <a:pt x="1923890" y="136251"/>
                </a:lnTo>
                <a:lnTo>
                  <a:pt x="1923839" y="135953"/>
                </a:lnTo>
                <a:lnTo>
                  <a:pt x="1923779" y="135660"/>
                </a:lnTo>
                <a:lnTo>
                  <a:pt x="1923709" y="135373"/>
                </a:lnTo>
                <a:lnTo>
                  <a:pt x="1923630" y="135090"/>
                </a:lnTo>
                <a:lnTo>
                  <a:pt x="1923542" y="134812"/>
                </a:lnTo>
                <a:lnTo>
                  <a:pt x="1923445" y="134540"/>
                </a:lnTo>
                <a:lnTo>
                  <a:pt x="1923338" y="134272"/>
                </a:lnTo>
                <a:lnTo>
                  <a:pt x="1923222" y="134009"/>
                </a:lnTo>
                <a:lnTo>
                  <a:pt x="1923097" y="133751"/>
                </a:lnTo>
                <a:lnTo>
                  <a:pt x="1922962" y="133499"/>
                </a:lnTo>
                <a:lnTo>
                  <a:pt x="1922818" y="133251"/>
                </a:lnTo>
                <a:lnTo>
                  <a:pt x="1922665" y="133008"/>
                </a:lnTo>
                <a:lnTo>
                  <a:pt x="1922503" y="132771"/>
                </a:lnTo>
                <a:lnTo>
                  <a:pt x="1922331" y="132538"/>
                </a:lnTo>
                <a:lnTo>
                  <a:pt x="1922150" y="132311"/>
                </a:lnTo>
                <a:lnTo>
                  <a:pt x="1921960" y="132088"/>
                </a:lnTo>
                <a:lnTo>
                  <a:pt x="1921760" y="131870"/>
                </a:lnTo>
                <a:lnTo>
                  <a:pt x="1921551" y="131658"/>
                </a:lnTo>
                <a:lnTo>
                  <a:pt x="1921333" y="131450"/>
                </a:lnTo>
                <a:lnTo>
                  <a:pt x="1921104" y="131249"/>
                </a:lnTo>
                <a:lnTo>
                  <a:pt x="1920863" y="131057"/>
                </a:lnTo>
                <a:lnTo>
                  <a:pt x="1920609" y="130873"/>
                </a:lnTo>
                <a:lnTo>
                  <a:pt x="1920342" y="130698"/>
                </a:lnTo>
                <a:lnTo>
                  <a:pt x="1920063" y="130532"/>
                </a:lnTo>
                <a:lnTo>
                  <a:pt x="1919771" y="130374"/>
                </a:lnTo>
                <a:lnTo>
                  <a:pt x="1919467" y="130224"/>
                </a:lnTo>
                <a:lnTo>
                  <a:pt x="1919150" y="130083"/>
                </a:lnTo>
                <a:lnTo>
                  <a:pt x="1918821" y="129951"/>
                </a:lnTo>
                <a:lnTo>
                  <a:pt x="1918479" y="129827"/>
                </a:lnTo>
                <a:lnTo>
                  <a:pt x="1918125" y="129711"/>
                </a:lnTo>
                <a:lnTo>
                  <a:pt x="1917758" y="129604"/>
                </a:lnTo>
                <a:lnTo>
                  <a:pt x="1917379" y="129506"/>
                </a:lnTo>
                <a:lnTo>
                  <a:pt x="1916987" y="129416"/>
                </a:lnTo>
                <a:lnTo>
                  <a:pt x="1916583" y="129335"/>
                </a:lnTo>
                <a:lnTo>
                  <a:pt x="1916166" y="129263"/>
                </a:lnTo>
                <a:lnTo>
                  <a:pt x="1915737" y="129199"/>
                </a:lnTo>
                <a:lnTo>
                  <a:pt x="1915295" y="129143"/>
                </a:lnTo>
                <a:lnTo>
                  <a:pt x="1914840" y="129096"/>
                </a:lnTo>
                <a:lnTo>
                  <a:pt x="1914373" y="129058"/>
                </a:lnTo>
                <a:lnTo>
                  <a:pt x="1913894" y="129028"/>
                </a:lnTo>
                <a:lnTo>
                  <a:pt x="1913402" y="129006"/>
                </a:lnTo>
                <a:lnTo>
                  <a:pt x="1912897" y="128993"/>
                </a:lnTo>
                <a:lnTo>
                  <a:pt x="1912380" y="128989"/>
                </a:lnTo>
                <a:lnTo>
                  <a:pt x="1901942" y="128989"/>
                </a:lnTo>
                <a:lnTo>
                  <a:pt x="1901942" y="100476"/>
                </a:lnTo>
                <a:lnTo>
                  <a:pt x="1902480" y="100798"/>
                </a:lnTo>
                <a:lnTo>
                  <a:pt x="1903018" y="101113"/>
                </a:lnTo>
                <a:lnTo>
                  <a:pt x="1903556" y="101421"/>
                </a:lnTo>
                <a:lnTo>
                  <a:pt x="1904095" y="101723"/>
                </a:lnTo>
                <a:lnTo>
                  <a:pt x="1904633" y="102018"/>
                </a:lnTo>
                <a:lnTo>
                  <a:pt x="1905172" y="102306"/>
                </a:lnTo>
                <a:lnTo>
                  <a:pt x="1905712" y="102587"/>
                </a:lnTo>
                <a:lnTo>
                  <a:pt x="1906251" y="102861"/>
                </a:lnTo>
                <a:lnTo>
                  <a:pt x="1906791" y="103129"/>
                </a:lnTo>
                <a:lnTo>
                  <a:pt x="1907332" y="103390"/>
                </a:lnTo>
                <a:lnTo>
                  <a:pt x="1907872" y="103644"/>
                </a:lnTo>
                <a:lnTo>
                  <a:pt x="1908413" y="103891"/>
                </a:lnTo>
                <a:lnTo>
                  <a:pt x="1908954" y="104132"/>
                </a:lnTo>
                <a:lnTo>
                  <a:pt x="1909496" y="104366"/>
                </a:lnTo>
                <a:lnTo>
                  <a:pt x="1910037" y="104593"/>
                </a:lnTo>
                <a:lnTo>
                  <a:pt x="1910579" y="104813"/>
                </a:lnTo>
                <a:lnTo>
                  <a:pt x="1911122" y="105027"/>
                </a:lnTo>
                <a:lnTo>
                  <a:pt x="1911664" y="105233"/>
                </a:lnTo>
                <a:lnTo>
                  <a:pt x="1912207" y="105433"/>
                </a:lnTo>
                <a:lnTo>
                  <a:pt x="1912750" y="105626"/>
                </a:lnTo>
                <a:lnTo>
                  <a:pt x="1913294" y="105813"/>
                </a:lnTo>
                <a:lnTo>
                  <a:pt x="1913838" y="105992"/>
                </a:lnTo>
                <a:lnTo>
                  <a:pt x="1914382" y="106165"/>
                </a:lnTo>
                <a:lnTo>
                  <a:pt x="1914926" y="106331"/>
                </a:lnTo>
                <a:lnTo>
                  <a:pt x="1915471" y="106490"/>
                </a:lnTo>
                <a:lnTo>
                  <a:pt x="1916016" y="106643"/>
                </a:lnTo>
                <a:lnTo>
                  <a:pt x="1916562" y="106789"/>
                </a:lnTo>
                <a:lnTo>
                  <a:pt x="1917109" y="106928"/>
                </a:lnTo>
                <a:lnTo>
                  <a:pt x="1917656" y="107060"/>
                </a:lnTo>
                <a:lnTo>
                  <a:pt x="1918204" y="107185"/>
                </a:lnTo>
                <a:lnTo>
                  <a:pt x="1918752" y="107304"/>
                </a:lnTo>
                <a:lnTo>
                  <a:pt x="1919301" y="107416"/>
                </a:lnTo>
                <a:lnTo>
                  <a:pt x="1919851" y="107521"/>
                </a:lnTo>
                <a:lnTo>
                  <a:pt x="1920401" y="107619"/>
                </a:lnTo>
                <a:lnTo>
                  <a:pt x="1920952" y="107710"/>
                </a:lnTo>
                <a:lnTo>
                  <a:pt x="1921503" y="107795"/>
                </a:lnTo>
                <a:lnTo>
                  <a:pt x="1922055" y="107873"/>
                </a:lnTo>
                <a:lnTo>
                  <a:pt x="1922607" y="107944"/>
                </a:lnTo>
                <a:lnTo>
                  <a:pt x="1923160" y="108009"/>
                </a:lnTo>
                <a:lnTo>
                  <a:pt x="1923714" y="108066"/>
                </a:lnTo>
                <a:lnTo>
                  <a:pt x="1924268" y="108117"/>
                </a:lnTo>
                <a:lnTo>
                  <a:pt x="1924823" y="108161"/>
                </a:lnTo>
                <a:lnTo>
                  <a:pt x="1925379" y="108198"/>
                </a:lnTo>
                <a:lnTo>
                  <a:pt x="1925935" y="108229"/>
                </a:lnTo>
                <a:lnTo>
                  <a:pt x="1926491" y="108253"/>
                </a:lnTo>
                <a:lnTo>
                  <a:pt x="1927048" y="108269"/>
                </a:lnTo>
                <a:lnTo>
                  <a:pt x="1927606" y="108280"/>
                </a:lnTo>
                <a:lnTo>
                  <a:pt x="1928165" y="108283"/>
                </a:lnTo>
                <a:lnTo>
                  <a:pt x="1929453" y="108267"/>
                </a:lnTo>
                <a:lnTo>
                  <a:pt x="1930731" y="108218"/>
                </a:lnTo>
                <a:lnTo>
                  <a:pt x="1931998" y="108137"/>
                </a:lnTo>
                <a:lnTo>
                  <a:pt x="1933254" y="108024"/>
                </a:lnTo>
                <a:lnTo>
                  <a:pt x="1934499" y="107878"/>
                </a:lnTo>
                <a:lnTo>
                  <a:pt x="1935733" y="107700"/>
                </a:lnTo>
                <a:lnTo>
                  <a:pt x="1936956" y="107489"/>
                </a:lnTo>
                <a:lnTo>
                  <a:pt x="1938169" y="107246"/>
                </a:lnTo>
                <a:lnTo>
                  <a:pt x="1939370" y="106970"/>
                </a:lnTo>
                <a:lnTo>
                  <a:pt x="1940561" y="106662"/>
                </a:lnTo>
                <a:lnTo>
                  <a:pt x="1941740" y="106322"/>
                </a:lnTo>
                <a:lnTo>
                  <a:pt x="1942909" y="105949"/>
                </a:lnTo>
                <a:lnTo>
                  <a:pt x="1944067" y="105544"/>
                </a:lnTo>
                <a:lnTo>
                  <a:pt x="1945214" y="105107"/>
                </a:lnTo>
                <a:lnTo>
                  <a:pt x="1946350" y="104637"/>
                </a:lnTo>
                <a:lnTo>
                  <a:pt x="1947475" y="104134"/>
                </a:lnTo>
                <a:lnTo>
                  <a:pt x="1948589" y="103599"/>
                </a:lnTo>
                <a:lnTo>
                  <a:pt x="1949693" y="103032"/>
                </a:lnTo>
                <a:lnTo>
                  <a:pt x="1950785" y="102433"/>
                </a:lnTo>
                <a:lnTo>
                  <a:pt x="1951867" y="101801"/>
                </a:lnTo>
                <a:lnTo>
                  <a:pt x="1952937" y="101136"/>
                </a:lnTo>
                <a:lnTo>
                  <a:pt x="1953997" y="100439"/>
                </a:lnTo>
                <a:lnTo>
                  <a:pt x="1955046" y="99710"/>
                </a:lnTo>
                <a:lnTo>
                  <a:pt x="1956084" y="98948"/>
                </a:lnTo>
                <a:lnTo>
                  <a:pt x="1957296" y="98004"/>
                </a:lnTo>
                <a:lnTo>
                  <a:pt x="1958456" y="97040"/>
                </a:lnTo>
                <a:lnTo>
                  <a:pt x="1959565" y="96054"/>
                </a:lnTo>
                <a:lnTo>
                  <a:pt x="1960622" y="95047"/>
                </a:lnTo>
                <a:lnTo>
                  <a:pt x="1961627" y="94019"/>
                </a:lnTo>
                <a:lnTo>
                  <a:pt x="1962581" y="92971"/>
                </a:lnTo>
                <a:lnTo>
                  <a:pt x="1963483" y="91901"/>
                </a:lnTo>
                <a:lnTo>
                  <a:pt x="1964334" y="90811"/>
                </a:lnTo>
                <a:lnTo>
                  <a:pt x="1965134" y="89700"/>
                </a:lnTo>
                <a:lnTo>
                  <a:pt x="1965881" y="88568"/>
                </a:lnTo>
                <a:lnTo>
                  <a:pt x="1966577" y="87414"/>
                </a:lnTo>
                <a:lnTo>
                  <a:pt x="1967222" y="86240"/>
                </a:lnTo>
                <a:lnTo>
                  <a:pt x="1967815" y="85045"/>
                </a:lnTo>
                <a:lnTo>
                  <a:pt x="1968356" y="83829"/>
                </a:lnTo>
                <a:lnTo>
                  <a:pt x="1968846" y="82593"/>
                </a:lnTo>
                <a:lnTo>
                  <a:pt x="1969285" y="81335"/>
                </a:lnTo>
                <a:lnTo>
                  <a:pt x="1969671" y="80056"/>
                </a:lnTo>
                <a:lnTo>
                  <a:pt x="1970006" y="78757"/>
                </a:lnTo>
                <a:lnTo>
                  <a:pt x="1970290" y="77436"/>
                </a:lnTo>
                <a:lnTo>
                  <a:pt x="1970522" y="76095"/>
                </a:lnTo>
                <a:lnTo>
                  <a:pt x="1970703" y="74732"/>
                </a:lnTo>
                <a:lnTo>
                  <a:pt x="1970832" y="73349"/>
                </a:lnTo>
                <a:lnTo>
                  <a:pt x="1970909" y="71945"/>
                </a:lnTo>
                <a:lnTo>
                  <a:pt x="1970935" y="70520"/>
                </a:lnTo>
                <a:lnTo>
                  <a:pt x="1970913" y="69225"/>
                </a:lnTo>
                <a:lnTo>
                  <a:pt x="1970847" y="67942"/>
                </a:lnTo>
                <a:lnTo>
                  <a:pt x="1970738" y="66671"/>
                </a:lnTo>
                <a:lnTo>
                  <a:pt x="1970586" y="65413"/>
                </a:lnTo>
                <a:lnTo>
                  <a:pt x="1970390" y="64167"/>
                </a:lnTo>
                <a:lnTo>
                  <a:pt x="1970150" y="62933"/>
                </a:lnTo>
                <a:lnTo>
                  <a:pt x="1969866" y="61711"/>
                </a:lnTo>
                <a:lnTo>
                  <a:pt x="1969539" y="60501"/>
                </a:lnTo>
                <a:lnTo>
                  <a:pt x="1969168" y="59304"/>
                </a:lnTo>
                <a:lnTo>
                  <a:pt x="1968754" y="58119"/>
                </a:lnTo>
                <a:lnTo>
                  <a:pt x="1968296" y="56946"/>
                </a:lnTo>
                <a:lnTo>
                  <a:pt x="1967795" y="55786"/>
                </a:lnTo>
                <a:lnTo>
                  <a:pt x="1967250" y="54637"/>
                </a:lnTo>
                <a:lnTo>
                  <a:pt x="1966661" y="53501"/>
                </a:lnTo>
                <a:lnTo>
                  <a:pt x="1966029" y="52377"/>
                </a:lnTo>
                <a:lnTo>
                  <a:pt x="1965353" y="51266"/>
                </a:lnTo>
                <a:lnTo>
                  <a:pt x="1964633" y="50166"/>
                </a:lnTo>
                <a:lnTo>
                  <a:pt x="1963870" y="49079"/>
                </a:lnTo>
                <a:lnTo>
                  <a:pt x="1963063" y="48004"/>
                </a:lnTo>
                <a:lnTo>
                  <a:pt x="1962213" y="46941"/>
                </a:lnTo>
                <a:lnTo>
                  <a:pt x="1961319" y="45891"/>
                </a:lnTo>
                <a:lnTo>
                  <a:pt x="1960381" y="44852"/>
                </a:lnTo>
                <a:lnTo>
                  <a:pt x="1959400" y="43826"/>
                </a:lnTo>
                <a:lnTo>
                  <a:pt x="1958375" y="42813"/>
                </a:lnTo>
                <a:lnTo>
                  <a:pt x="1957319" y="41826"/>
                </a:lnTo>
                <a:lnTo>
                  <a:pt x="1956245" y="40881"/>
                </a:lnTo>
                <a:lnTo>
                  <a:pt x="1955153" y="39978"/>
                </a:lnTo>
                <a:lnTo>
                  <a:pt x="1954043" y="39118"/>
                </a:lnTo>
                <a:lnTo>
                  <a:pt x="1952914" y="38299"/>
                </a:lnTo>
                <a:lnTo>
                  <a:pt x="1951767" y="37522"/>
                </a:lnTo>
                <a:lnTo>
                  <a:pt x="1950601" y="36787"/>
                </a:lnTo>
                <a:lnTo>
                  <a:pt x="1949418" y="36094"/>
                </a:lnTo>
                <a:lnTo>
                  <a:pt x="1948216" y="35444"/>
                </a:lnTo>
                <a:lnTo>
                  <a:pt x="1946996" y="34835"/>
                </a:lnTo>
                <a:lnTo>
                  <a:pt x="1945757" y="34268"/>
                </a:lnTo>
                <a:lnTo>
                  <a:pt x="1944500" y="33743"/>
                </a:lnTo>
                <a:lnTo>
                  <a:pt x="1943225" y="33260"/>
                </a:lnTo>
                <a:lnTo>
                  <a:pt x="1941932" y="32819"/>
                </a:lnTo>
                <a:lnTo>
                  <a:pt x="1940621" y="32420"/>
                </a:lnTo>
                <a:lnTo>
                  <a:pt x="1939291" y="32063"/>
                </a:lnTo>
                <a:lnTo>
                  <a:pt x="1937943" y="31749"/>
                </a:lnTo>
                <a:lnTo>
                  <a:pt x="1936576" y="31476"/>
                </a:lnTo>
                <a:lnTo>
                  <a:pt x="1935192" y="31245"/>
                </a:lnTo>
                <a:lnTo>
                  <a:pt x="1933789" y="31056"/>
                </a:lnTo>
                <a:lnTo>
                  <a:pt x="1932368" y="30909"/>
                </a:lnTo>
                <a:lnTo>
                  <a:pt x="1930928" y="30804"/>
                </a:lnTo>
                <a:lnTo>
                  <a:pt x="1929471" y="30741"/>
                </a:lnTo>
                <a:lnTo>
                  <a:pt x="1927995" y="30720"/>
                </a:lnTo>
                <a:lnTo>
                  <a:pt x="1927423" y="30723"/>
                </a:lnTo>
                <a:lnTo>
                  <a:pt x="1926852" y="30734"/>
                </a:lnTo>
                <a:lnTo>
                  <a:pt x="1926282" y="30752"/>
                </a:lnTo>
                <a:lnTo>
                  <a:pt x="1925713" y="30777"/>
                </a:lnTo>
                <a:lnTo>
                  <a:pt x="1925145" y="30809"/>
                </a:lnTo>
                <a:lnTo>
                  <a:pt x="1924579" y="30848"/>
                </a:lnTo>
                <a:lnTo>
                  <a:pt x="1924014" y="30895"/>
                </a:lnTo>
                <a:lnTo>
                  <a:pt x="1923450" y="30948"/>
                </a:lnTo>
                <a:lnTo>
                  <a:pt x="1922887" y="31009"/>
                </a:lnTo>
                <a:lnTo>
                  <a:pt x="1922326" y="31077"/>
                </a:lnTo>
                <a:lnTo>
                  <a:pt x="1921765" y="31152"/>
                </a:lnTo>
                <a:lnTo>
                  <a:pt x="1921206" y="31234"/>
                </a:lnTo>
                <a:lnTo>
                  <a:pt x="1920648" y="31324"/>
                </a:lnTo>
                <a:lnTo>
                  <a:pt x="1920091" y="31420"/>
                </a:lnTo>
                <a:lnTo>
                  <a:pt x="1919535" y="31524"/>
                </a:lnTo>
                <a:lnTo>
                  <a:pt x="1918981" y="31634"/>
                </a:lnTo>
                <a:lnTo>
                  <a:pt x="1918427" y="31752"/>
                </a:lnTo>
                <a:lnTo>
                  <a:pt x="1917875" y="31877"/>
                </a:lnTo>
                <a:lnTo>
                  <a:pt x="1917324" y="32010"/>
                </a:lnTo>
                <a:lnTo>
                  <a:pt x="1916774" y="32149"/>
                </a:lnTo>
                <a:lnTo>
                  <a:pt x="1916226" y="32295"/>
                </a:lnTo>
                <a:lnTo>
                  <a:pt x="1915678" y="32449"/>
                </a:lnTo>
                <a:lnTo>
                  <a:pt x="1915132" y="32610"/>
                </a:lnTo>
                <a:lnTo>
                  <a:pt x="1914587" y="32778"/>
                </a:lnTo>
                <a:lnTo>
                  <a:pt x="1914043" y="32953"/>
                </a:lnTo>
                <a:lnTo>
                  <a:pt x="1913501" y="33136"/>
                </a:lnTo>
                <a:lnTo>
                  <a:pt x="1912960" y="33326"/>
                </a:lnTo>
                <a:lnTo>
                  <a:pt x="1912420" y="33523"/>
                </a:lnTo>
                <a:lnTo>
                  <a:pt x="1911883" y="33728"/>
                </a:lnTo>
                <a:lnTo>
                  <a:pt x="1911346" y="33941"/>
                </a:lnTo>
                <a:lnTo>
                  <a:pt x="1910811" y="34160"/>
                </a:lnTo>
                <a:lnTo>
                  <a:pt x="1910278" y="34388"/>
                </a:lnTo>
                <a:lnTo>
                  <a:pt x="1909746" y="34622"/>
                </a:lnTo>
                <a:lnTo>
                  <a:pt x="1909215" y="34865"/>
                </a:lnTo>
                <a:lnTo>
                  <a:pt x="1908686" y="35114"/>
                </a:lnTo>
                <a:lnTo>
                  <a:pt x="1908158" y="35371"/>
                </a:lnTo>
                <a:lnTo>
                  <a:pt x="1907632" y="35636"/>
                </a:lnTo>
                <a:lnTo>
                  <a:pt x="1907108" y="35908"/>
                </a:lnTo>
                <a:lnTo>
                  <a:pt x="1906585" y="36187"/>
                </a:lnTo>
                <a:lnTo>
                  <a:pt x="1906063" y="36474"/>
                </a:lnTo>
                <a:lnTo>
                  <a:pt x="1905543" y="36768"/>
                </a:lnTo>
                <a:lnTo>
                  <a:pt x="1905024" y="37070"/>
                </a:lnTo>
                <a:lnTo>
                  <a:pt x="1904507" y="37379"/>
                </a:lnTo>
                <a:lnTo>
                  <a:pt x="1903991" y="37696"/>
                </a:lnTo>
                <a:lnTo>
                  <a:pt x="1903477" y="38020"/>
                </a:lnTo>
                <a:lnTo>
                  <a:pt x="1902964" y="38351"/>
                </a:lnTo>
                <a:lnTo>
                  <a:pt x="1902452" y="38690"/>
                </a:lnTo>
                <a:lnTo>
                  <a:pt x="1901942" y="39036"/>
                </a:lnTo>
                <a:lnTo>
                  <a:pt x="1901942" y="33096"/>
                </a:lnTo>
                <a:lnTo>
                  <a:pt x="1881576" y="33096"/>
                </a:lnTo>
                <a:lnTo>
                  <a:pt x="1881059" y="33100"/>
                </a:lnTo>
                <a:lnTo>
                  <a:pt x="1880554" y="33112"/>
                </a:lnTo>
                <a:lnTo>
                  <a:pt x="1880062" y="33133"/>
                </a:lnTo>
                <a:lnTo>
                  <a:pt x="1879583" y="33162"/>
                </a:lnTo>
                <a:lnTo>
                  <a:pt x="1879116" y="33199"/>
                </a:lnTo>
                <a:lnTo>
                  <a:pt x="1878661" y="33244"/>
                </a:lnTo>
                <a:lnTo>
                  <a:pt x="1878219" y="33298"/>
                </a:lnTo>
                <a:lnTo>
                  <a:pt x="1877790" y="33360"/>
                </a:lnTo>
                <a:lnTo>
                  <a:pt x="1877373" y="33430"/>
                </a:lnTo>
                <a:lnTo>
                  <a:pt x="1876969" y="33508"/>
                </a:lnTo>
                <a:lnTo>
                  <a:pt x="1876577" y="33595"/>
                </a:lnTo>
                <a:lnTo>
                  <a:pt x="1876198" y="33690"/>
                </a:lnTo>
                <a:lnTo>
                  <a:pt x="1875831" y="33793"/>
                </a:lnTo>
                <a:lnTo>
                  <a:pt x="1875477" y="33904"/>
                </a:lnTo>
                <a:lnTo>
                  <a:pt x="1875135" y="34024"/>
                </a:lnTo>
                <a:lnTo>
                  <a:pt x="1874806" y="34152"/>
                </a:lnTo>
                <a:lnTo>
                  <a:pt x="1874489" y="34288"/>
                </a:lnTo>
                <a:lnTo>
                  <a:pt x="1874185" y="34432"/>
                </a:lnTo>
                <a:lnTo>
                  <a:pt x="1873893" y="34585"/>
                </a:lnTo>
                <a:lnTo>
                  <a:pt x="1873614" y="34746"/>
                </a:lnTo>
                <a:lnTo>
                  <a:pt x="1873347" y="34915"/>
                </a:lnTo>
                <a:lnTo>
                  <a:pt x="1873093" y="35093"/>
                </a:lnTo>
                <a:lnTo>
                  <a:pt x="1872852" y="35278"/>
                </a:lnTo>
                <a:lnTo>
                  <a:pt x="1872623" y="35472"/>
                </a:lnTo>
                <a:lnTo>
                  <a:pt x="1872405" y="35673"/>
                </a:lnTo>
                <a:lnTo>
                  <a:pt x="1872196" y="35879"/>
                </a:lnTo>
                <a:lnTo>
                  <a:pt x="1871996" y="36090"/>
                </a:lnTo>
                <a:lnTo>
                  <a:pt x="1871806" y="36307"/>
                </a:lnTo>
                <a:lnTo>
                  <a:pt x="1871625" y="36528"/>
                </a:lnTo>
                <a:lnTo>
                  <a:pt x="1871453" y="36756"/>
                </a:lnTo>
                <a:lnTo>
                  <a:pt x="1871291" y="36988"/>
                </a:lnTo>
                <a:lnTo>
                  <a:pt x="1871138" y="37226"/>
                </a:lnTo>
                <a:lnTo>
                  <a:pt x="1870994" y="37469"/>
                </a:lnTo>
                <a:lnTo>
                  <a:pt x="1870859" y="37717"/>
                </a:lnTo>
                <a:lnTo>
                  <a:pt x="1870734" y="37971"/>
                </a:lnTo>
                <a:lnTo>
                  <a:pt x="1870618" y="38230"/>
                </a:lnTo>
                <a:lnTo>
                  <a:pt x="1870511" y="38494"/>
                </a:lnTo>
                <a:lnTo>
                  <a:pt x="1870414" y="38764"/>
                </a:lnTo>
                <a:lnTo>
                  <a:pt x="1870326" y="39039"/>
                </a:lnTo>
                <a:lnTo>
                  <a:pt x="1870247" y="39319"/>
                </a:lnTo>
                <a:lnTo>
                  <a:pt x="1870177" y="39605"/>
                </a:lnTo>
                <a:lnTo>
                  <a:pt x="1870162" y="39677"/>
                </a:lnTo>
                <a:lnTo>
                  <a:pt x="1870094" y="39399"/>
                </a:lnTo>
                <a:lnTo>
                  <a:pt x="1870016" y="39118"/>
                </a:lnTo>
                <a:lnTo>
                  <a:pt x="1869927" y="38841"/>
                </a:lnTo>
                <a:lnTo>
                  <a:pt x="1869830" y="38570"/>
                </a:lnTo>
                <a:lnTo>
                  <a:pt x="1869723" y="38304"/>
                </a:lnTo>
                <a:close/>
                <a:moveTo>
                  <a:pt x="1838006" y="75623"/>
                </a:moveTo>
                <a:lnTo>
                  <a:pt x="1837871" y="76378"/>
                </a:lnTo>
                <a:lnTo>
                  <a:pt x="1837711" y="77124"/>
                </a:lnTo>
                <a:lnTo>
                  <a:pt x="1837527" y="77860"/>
                </a:lnTo>
                <a:lnTo>
                  <a:pt x="1837317" y="78588"/>
                </a:lnTo>
                <a:lnTo>
                  <a:pt x="1837084" y="79306"/>
                </a:lnTo>
                <a:lnTo>
                  <a:pt x="1836825" y="80014"/>
                </a:lnTo>
                <a:lnTo>
                  <a:pt x="1836542" y="80714"/>
                </a:lnTo>
                <a:lnTo>
                  <a:pt x="1836235" y="81404"/>
                </a:lnTo>
                <a:lnTo>
                  <a:pt x="1835903" y="82085"/>
                </a:lnTo>
                <a:lnTo>
                  <a:pt x="1835546" y="82756"/>
                </a:lnTo>
                <a:lnTo>
                  <a:pt x="1835165" y="83419"/>
                </a:lnTo>
                <a:lnTo>
                  <a:pt x="1834759" y="84072"/>
                </a:lnTo>
                <a:lnTo>
                  <a:pt x="1834328" y="84715"/>
                </a:lnTo>
                <a:lnTo>
                  <a:pt x="1833873" y="85350"/>
                </a:lnTo>
                <a:lnTo>
                  <a:pt x="1833393" y="85975"/>
                </a:lnTo>
                <a:lnTo>
                  <a:pt x="1832889" y="86591"/>
                </a:lnTo>
                <a:lnTo>
                  <a:pt x="1832360" y="87198"/>
                </a:lnTo>
                <a:lnTo>
                  <a:pt x="1831806" y="87795"/>
                </a:lnTo>
                <a:lnTo>
                  <a:pt x="1831228" y="88383"/>
                </a:lnTo>
                <a:lnTo>
                  <a:pt x="1830633" y="88954"/>
                </a:lnTo>
                <a:lnTo>
                  <a:pt x="1830027" y="89501"/>
                </a:lnTo>
                <a:lnTo>
                  <a:pt x="1829412" y="90024"/>
                </a:lnTo>
                <a:lnTo>
                  <a:pt x="1828787" y="90522"/>
                </a:lnTo>
                <a:lnTo>
                  <a:pt x="1828152" y="90996"/>
                </a:lnTo>
                <a:lnTo>
                  <a:pt x="1827507" y="91446"/>
                </a:lnTo>
                <a:lnTo>
                  <a:pt x="1826853" y="91871"/>
                </a:lnTo>
                <a:lnTo>
                  <a:pt x="1826188" y="92273"/>
                </a:lnTo>
                <a:lnTo>
                  <a:pt x="1825514" y="92649"/>
                </a:lnTo>
                <a:lnTo>
                  <a:pt x="1824830" y="93002"/>
                </a:lnTo>
                <a:lnTo>
                  <a:pt x="1824135" y="93330"/>
                </a:lnTo>
                <a:lnTo>
                  <a:pt x="1823431" y="93634"/>
                </a:lnTo>
                <a:lnTo>
                  <a:pt x="1822717" y="93913"/>
                </a:lnTo>
                <a:lnTo>
                  <a:pt x="1821994" y="94169"/>
                </a:lnTo>
                <a:lnTo>
                  <a:pt x="1821260" y="94400"/>
                </a:lnTo>
                <a:lnTo>
                  <a:pt x="1820517" y="94606"/>
                </a:lnTo>
                <a:lnTo>
                  <a:pt x="1819763" y="94789"/>
                </a:lnTo>
                <a:lnTo>
                  <a:pt x="1819000" y="94947"/>
                </a:lnTo>
                <a:lnTo>
                  <a:pt x="1818227" y="95080"/>
                </a:lnTo>
                <a:lnTo>
                  <a:pt x="1817444" y="95190"/>
                </a:lnTo>
                <a:lnTo>
                  <a:pt x="1816651" y="95275"/>
                </a:lnTo>
                <a:lnTo>
                  <a:pt x="1815848" y="95336"/>
                </a:lnTo>
                <a:lnTo>
                  <a:pt x="1815036" y="95372"/>
                </a:lnTo>
                <a:lnTo>
                  <a:pt x="1814213" y="95384"/>
                </a:lnTo>
                <a:lnTo>
                  <a:pt x="1813391" y="95372"/>
                </a:lnTo>
                <a:lnTo>
                  <a:pt x="1812578" y="95336"/>
                </a:lnTo>
                <a:lnTo>
                  <a:pt x="1811776" y="95275"/>
                </a:lnTo>
                <a:lnTo>
                  <a:pt x="1810983" y="95190"/>
                </a:lnTo>
                <a:lnTo>
                  <a:pt x="1810200" y="95080"/>
                </a:lnTo>
                <a:lnTo>
                  <a:pt x="1809427" y="94947"/>
                </a:lnTo>
                <a:lnTo>
                  <a:pt x="1808663" y="94789"/>
                </a:lnTo>
                <a:lnTo>
                  <a:pt x="1807910" y="94606"/>
                </a:lnTo>
                <a:lnTo>
                  <a:pt x="1807167" y="94400"/>
                </a:lnTo>
                <a:lnTo>
                  <a:pt x="1806433" y="94169"/>
                </a:lnTo>
                <a:lnTo>
                  <a:pt x="1805709" y="93913"/>
                </a:lnTo>
                <a:lnTo>
                  <a:pt x="1804995" y="93634"/>
                </a:lnTo>
                <a:lnTo>
                  <a:pt x="1804291" y="93330"/>
                </a:lnTo>
                <a:lnTo>
                  <a:pt x="1803597" y="93002"/>
                </a:lnTo>
                <a:lnTo>
                  <a:pt x="1802913" y="92649"/>
                </a:lnTo>
                <a:lnTo>
                  <a:pt x="1802238" y="92273"/>
                </a:lnTo>
                <a:lnTo>
                  <a:pt x="1801574" y="91871"/>
                </a:lnTo>
                <a:lnTo>
                  <a:pt x="1800919" y="91446"/>
                </a:lnTo>
                <a:lnTo>
                  <a:pt x="1800274" y="90996"/>
                </a:lnTo>
                <a:lnTo>
                  <a:pt x="1799640" y="90522"/>
                </a:lnTo>
                <a:lnTo>
                  <a:pt x="1799015" y="90024"/>
                </a:lnTo>
                <a:lnTo>
                  <a:pt x="1798399" y="89501"/>
                </a:lnTo>
                <a:lnTo>
                  <a:pt x="1797794" y="88954"/>
                </a:lnTo>
                <a:lnTo>
                  <a:pt x="1797199" y="88383"/>
                </a:lnTo>
                <a:lnTo>
                  <a:pt x="1796620" y="87795"/>
                </a:lnTo>
                <a:lnTo>
                  <a:pt x="1796067" y="87198"/>
                </a:lnTo>
                <a:lnTo>
                  <a:pt x="1795538" y="86591"/>
                </a:lnTo>
                <a:lnTo>
                  <a:pt x="1795033" y="85975"/>
                </a:lnTo>
                <a:lnTo>
                  <a:pt x="1794554" y="85350"/>
                </a:lnTo>
                <a:lnTo>
                  <a:pt x="1794099" y="84715"/>
                </a:lnTo>
                <a:lnTo>
                  <a:pt x="1793668" y="84072"/>
                </a:lnTo>
                <a:lnTo>
                  <a:pt x="1793262" y="83419"/>
                </a:lnTo>
                <a:lnTo>
                  <a:pt x="1792881" y="82756"/>
                </a:lnTo>
                <a:lnTo>
                  <a:pt x="1792524" y="82085"/>
                </a:lnTo>
                <a:lnTo>
                  <a:pt x="1792192" y="81404"/>
                </a:lnTo>
                <a:lnTo>
                  <a:pt x="1791884" y="80714"/>
                </a:lnTo>
                <a:lnTo>
                  <a:pt x="1791601" y="80014"/>
                </a:lnTo>
                <a:lnTo>
                  <a:pt x="1791343" y="79306"/>
                </a:lnTo>
                <a:lnTo>
                  <a:pt x="1791109" y="78588"/>
                </a:lnTo>
                <a:lnTo>
                  <a:pt x="1790900" y="77860"/>
                </a:lnTo>
                <a:lnTo>
                  <a:pt x="1790715" y="77124"/>
                </a:lnTo>
                <a:lnTo>
                  <a:pt x="1790556" y="76378"/>
                </a:lnTo>
                <a:lnTo>
                  <a:pt x="1790420" y="75623"/>
                </a:lnTo>
                <a:lnTo>
                  <a:pt x="1790310" y="74858"/>
                </a:lnTo>
                <a:lnTo>
                  <a:pt x="1790223" y="74085"/>
                </a:lnTo>
                <a:lnTo>
                  <a:pt x="1790162" y="73302"/>
                </a:lnTo>
                <a:lnTo>
                  <a:pt x="1790125" y="72509"/>
                </a:lnTo>
                <a:lnTo>
                  <a:pt x="1790113" y="71708"/>
                </a:lnTo>
                <a:lnTo>
                  <a:pt x="1790125" y="70913"/>
                </a:lnTo>
                <a:lnTo>
                  <a:pt x="1790162" y="70127"/>
                </a:lnTo>
                <a:lnTo>
                  <a:pt x="1790223" y="69350"/>
                </a:lnTo>
                <a:lnTo>
                  <a:pt x="1790310" y="68582"/>
                </a:lnTo>
                <a:lnTo>
                  <a:pt x="1790420" y="67823"/>
                </a:lnTo>
                <a:lnTo>
                  <a:pt x="1790556" y="67072"/>
                </a:lnTo>
                <a:lnTo>
                  <a:pt x="1790715" y="66331"/>
                </a:lnTo>
                <a:lnTo>
                  <a:pt x="1790900" y="65598"/>
                </a:lnTo>
                <a:lnTo>
                  <a:pt x="1791109" y="64874"/>
                </a:lnTo>
                <a:lnTo>
                  <a:pt x="1791343" y="64159"/>
                </a:lnTo>
                <a:lnTo>
                  <a:pt x="1791601" y="63452"/>
                </a:lnTo>
                <a:lnTo>
                  <a:pt x="1791884" y="62755"/>
                </a:lnTo>
                <a:lnTo>
                  <a:pt x="1792192" y="62066"/>
                </a:lnTo>
                <a:lnTo>
                  <a:pt x="1792524" y="61387"/>
                </a:lnTo>
                <a:lnTo>
                  <a:pt x="1792881" y="60716"/>
                </a:lnTo>
                <a:lnTo>
                  <a:pt x="1793262" y="60054"/>
                </a:lnTo>
                <a:lnTo>
                  <a:pt x="1793668" y="59400"/>
                </a:lnTo>
                <a:lnTo>
                  <a:pt x="1794099" y="58756"/>
                </a:lnTo>
                <a:lnTo>
                  <a:pt x="1794554" y="58120"/>
                </a:lnTo>
                <a:lnTo>
                  <a:pt x="1795033" y="57494"/>
                </a:lnTo>
                <a:lnTo>
                  <a:pt x="1795538" y="56876"/>
                </a:lnTo>
                <a:lnTo>
                  <a:pt x="1796067" y="56267"/>
                </a:lnTo>
                <a:lnTo>
                  <a:pt x="1796620" y="55666"/>
                </a:lnTo>
                <a:lnTo>
                  <a:pt x="1797199" y="55075"/>
                </a:lnTo>
                <a:lnTo>
                  <a:pt x="1797794" y="54500"/>
                </a:lnTo>
                <a:lnTo>
                  <a:pt x="1798399" y="53950"/>
                </a:lnTo>
                <a:lnTo>
                  <a:pt x="1799015" y="53424"/>
                </a:lnTo>
                <a:lnTo>
                  <a:pt x="1799640" y="52923"/>
                </a:lnTo>
                <a:lnTo>
                  <a:pt x="1800274" y="52446"/>
                </a:lnTo>
                <a:lnTo>
                  <a:pt x="1800919" y="51993"/>
                </a:lnTo>
                <a:lnTo>
                  <a:pt x="1801574" y="51565"/>
                </a:lnTo>
                <a:lnTo>
                  <a:pt x="1802238" y="51162"/>
                </a:lnTo>
                <a:lnTo>
                  <a:pt x="1802913" y="50783"/>
                </a:lnTo>
                <a:lnTo>
                  <a:pt x="1803597" y="50428"/>
                </a:lnTo>
                <a:lnTo>
                  <a:pt x="1804291" y="50098"/>
                </a:lnTo>
                <a:lnTo>
                  <a:pt x="1804995" y="49792"/>
                </a:lnTo>
                <a:lnTo>
                  <a:pt x="1805709" y="49511"/>
                </a:lnTo>
                <a:lnTo>
                  <a:pt x="1806433" y="49254"/>
                </a:lnTo>
                <a:lnTo>
                  <a:pt x="1807167" y="49022"/>
                </a:lnTo>
                <a:lnTo>
                  <a:pt x="1807910" y="48814"/>
                </a:lnTo>
                <a:lnTo>
                  <a:pt x="1808663" y="48631"/>
                </a:lnTo>
                <a:lnTo>
                  <a:pt x="1809427" y="48472"/>
                </a:lnTo>
                <a:lnTo>
                  <a:pt x="1810200" y="48337"/>
                </a:lnTo>
                <a:lnTo>
                  <a:pt x="1810983" y="48227"/>
                </a:lnTo>
                <a:lnTo>
                  <a:pt x="1811776" y="48142"/>
                </a:lnTo>
                <a:lnTo>
                  <a:pt x="1812578" y="48080"/>
                </a:lnTo>
                <a:lnTo>
                  <a:pt x="1813391" y="48044"/>
                </a:lnTo>
                <a:lnTo>
                  <a:pt x="1814213" y="48032"/>
                </a:lnTo>
                <a:lnTo>
                  <a:pt x="1815036" y="48044"/>
                </a:lnTo>
                <a:lnTo>
                  <a:pt x="1815848" y="48080"/>
                </a:lnTo>
                <a:lnTo>
                  <a:pt x="1816651" y="48142"/>
                </a:lnTo>
                <a:lnTo>
                  <a:pt x="1817444" y="48227"/>
                </a:lnTo>
                <a:lnTo>
                  <a:pt x="1818227" y="48337"/>
                </a:lnTo>
                <a:lnTo>
                  <a:pt x="1819000" y="48472"/>
                </a:lnTo>
                <a:lnTo>
                  <a:pt x="1819763" y="48631"/>
                </a:lnTo>
                <a:lnTo>
                  <a:pt x="1820517" y="48814"/>
                </a:lnTo>
                <a:lnTo>
                  <a:pt x="1821260" y="49022"/>
                </a:lnTo>
                <a:lnTo>
                  <a:pt x="1821994" y="49254"/>
                </a:lnTo>
                <a:lnTo>
                  <a:pt x="1822717" y="49511"/>
                </a:lnTo>
                <a:lnTo>
                  <a:pt x="1823431" y="49792"/>
                </a:lnTo>
                <a:lnTo>
                  <a:pt x="1824135" y="50098"/>
                </a:lnTo>
                <a:lnTo>
                  <a:pt x="1824830" y="50428"/>
                </a:lnTo>
                <a:lnTo>
                  <a:pt x="1825514" y="50783"/>
                </a:lnTo>
                <a:lnTo>
                  <a:pt x="1826188" y="51162"/>
                </a:lnTo>
                <a:lnTo>
                  <a:pt x="1826853" y="51565"/>
                </a:lnTo>
                <a:lnTo>
                  <a:pt x="1827507" y="51993"/>
                </a:lnTo>
                <a:lnTo>
                  <a:pt x="1828152" y="52446"/>
                </a:lnTo>
                <a:lnTo>
                  <a:pt x="1828787" y="52923"/>
                </a:lnTo>
                <a:lnTo>
                  <a:pt x="1829412" y="53424"/>
                </a:lnTo>
                <a:lnTo>
                  <a:pt x="1830027" y="53950"/>
                </a:lnTo>
                <a:lnTo>
                  <a:pt x="1830633" y="54500"/>
                </a:lnTo>
                <a:lnTo>
                  <a:pt x="1831228" y="55075"/>
                </a:lnTo>
                <a:lnTo>
                  <a:pt x="1831806" y="55666"/>
                </a:lnTo>
                <a:lnTo>
                  <a:pt x="1832360" y="56267"/>
                </a:lnTo>
                <a:lnTo>
                  <a:pt x="1832889" y="56876"/>
                </a:lnTo>
                <a:lnTo>
                  <a:pt x="1833393" y="57494"/>
                </a:lnTo>
                <a:lnTo>
                  <a:pt x="1833873" y="58120"/>
                </a:lnTo>
                <a:lnTo>
                  <a:pt x="1834328" y="58756"/>
                </a:lnTo>
                <a:lnTo>
                  <a:pt x="1834759" y="59400"/>
                </a:lnTo>
                <a:lnTo>
                  <a:pt x="1835165" y="60054"/>
                </a:lnTo>
                <a:lnTo>
                  <a:pt x="1835546" y="60716"/>
                </a:lnTo>
                <a:lnTo>
                  <a:pt x="1835903" y="61387"/>
                </a:lnTo>
                <a:lnTo>
                  <a:pt x="1836235" y="62066"/>
                </a:lnTo>
                <a:lnTo>
                  <a:pt x="1836542" y="62755"/>
                </a:lnTo>
                <a:lnTo>
                  <a:pt x="1836825" y="63452"/>
                </a:lnTo>
                <a:lnTo>
                  <a:pt x="1837084" y="64159"/>
                </a:lnTo>
                <a:lnTo>
                  <a:pt x="1837317" y="64874"/>
                </a:lnTo>
                <a:lnTo>
                  <a:pt x="1837527" y="65598"/>
                </a:lnTo>
                <a:lnTo>
                  <a:pt x="1837711" y="66331"/>
                </a:lnTo>
                <a:lnTo>
                  <a:pt x="1837871" y="67072"/>
                </a:lnTo>
                <a:lnTo>
                  <a:pt x="1838006" y="67823"/>
                </a:lnTo>
                <a:lnTo>
                  <a:pt x="1838117" y="68582"/>
                </a:lnTo>
                <a:lnTo>
                  <a:pt x="1838203" y="69350"/>
                </a:lnTo>
                <a:lnTo>
                  <a:pt x="1838265" y="70127"/>
                </a:lnTo>
                <a:lnTo>
                  <a:pt x="1838302" y="70913"/>
                </a:lnTo>
                <a:lnTo>
                  <a:pt x="1838314" y="71708"/>
                </a:lnTo>
                <a:lnTo>
                  <a:pt x="1838302" y="72509"/>
                </a:lnTo>
                <a:lnTo>
                  <a:pt x="1838265" y="73302"/>
                </a:lnTo>
                <a:lnTo>
                  <a:pt x="1838203" y="74085"/>
                </a:lnTo>
                <a:lnTo>
                  <a:pt x="1838117" y="74858"/>
                </a:lnTo>
                <a:lnTo>
                  <a:pt x="1838006" y="75623"/>
                </a:lnTo>
                <a:close/>
                <a:moveTo>
                  <a:pt x="1953218" y="73564"/>
                </a:moveTo>
                <a:lnTo>
                  <a:pt x="1953077" y="74150"/>
                </a:lnTo>
                <a:lnTo>
                  <a:pt x="1952910" y="74734"/>
                </a:lnTo>
                <a:lnTo>
                  <a:pt x="1952718" y="75315"/>
                </a:lnTo>
                <a:lnTo>
                  <a:pt x="1952500" y="75894"/>
                </a:lnTo>
                <a:lnTo>
                  <a:pt x="1952256" y="76470"/>
                </a:lnTo>
                <a:lnTo>
                  <a:pt x="1951987" y="77045"/>
                </a:lnTo>
                <a:lnTo>
                  <a:pt x="1951692" y="77616"/>
                </a:lnTo>
                <a:lnTo>
                  <a:pt x="1951372" y="78186"/>
                </a:lnTo>
                <a:lnTo>
                  <a:pt x="1951026" y="78753"/>
                </a:lnTo>
                <a:lnTo>
                  <a:pt x="1950654" y="79317"/>
                </a:lnTo>
                <a:lnTo>
                  <a:pt x="1950257" y="79880"/>
                </a:lnTo>
                <a:lnTo>
                  <a:pt x="1949834" y="80440"/>
                </a:lnTo>
                <a:lnTo>
                  <a:pt x="1949385" y="80997"/>
                </a:lnTo>
                <a:lnTo>
                  <a:pt x="1948911" y="81553"/>
                </a:lnTo>
                <a:lnTo>
                  <a:pt x="1948411" y="82106"/>
                </a:lnTo>
                <a:lnTo>
                  <a:pt x="1947886" y="82656"/>
                </a:lnTo>
                <a:lnTo>
                  <a:pt x="1947334" y="83204"/>
                </a:lnTo>
                <a:lnTo>
                  <a:pt x="1946758" y="83750"/>
                </a:lnTo>
                <a:lnTo>
                  <a:pt x="1946155" y="84294"/>
                </a:lnTo>
                <a:lnTo>
                  <a:pt x="1945534" y="84825"/>
                </a:lnTo>
                <a:lnTo>
                  <a:pt x="1944899" y="85333"/>
                </a:lnTo>
                <a:lnTo>
                  <a:pt x="1944252" y="85819"/>
                </a:lnTo>
                <a:lnTo>
                  <a:pt x="1943593" y="86282"/>
                </a:lnTo>
                <a:lnTo>
                  <a:pt x="1942921" y="86723"/>
                </a:lnTo>
                <a:lnTo>
                  <a:pt x="1942236" y="87141"/>
                </a:lnTo>
                <a:lnTo>
                  <a:pt x="1941538" y="87536"/>
                </a:lnTo>
                <a:lnTo>
                  <a:pt x="1940828" y="87909"/>
                </a:lnTo>
                <a:lnTo>
                  <a:pt x="1940105" y="88260"/>
                </a:lnTo>
                <a:lnTo>
                  <a:pt x="1939369" y="88587"/>
                </a:lnTo>
                <a:lnTo>
                  <a:pt x="1938621" y="88892"/>
                </a:lnTo>
                <a:lnTo>
                  <a:pt x="1937860" y="89175"/>
                </a:lnTo>
                <a:lnTo>
                  <a:pt x="1937086" y="89435"/>
                </a:lnTo>
                <a:lnTo>
                  <a:pt x="1936300" y="89672"/>
                </a:lnTo>
                <a:lnTo>
                  <a:pt x="1935501" y="89886"/>
                </a:lnTo>
                <a:lnTo>
                  <a:pt x="1934689" y="90079"/>
                </a:lnTo>
                <a:lnTo>
                  <a:pt x="1933865" y="90248"/>
                </a:lnTo>
                <a:lnTo>
                  <a:pt x="1933028" y="90395"/>
                </a:lnTo>
                <a:lnTo>
                  <a:pt x="1932179" y="90519"/>
                </a:lnTo>
                <a:lnTo>
                  <a:pt x="1931316" y="90621"/>
                </a:lnTo>
                <a:lnTo>
                  <a:pt x="1930441" y="90700"/>
                </a:lnTo>
                <a:lnTo>
                  <a:pt x="1929554" y="90756"/>
                </a:lnTo>
                <a:lnTo>
                  <a:pt x="1928653" y="90790"/>
                </a:lnTo>
                <a:lnTo>
                  <a:pt x="1927740" y="90802"/>
                </a:lnTo>
                <a:lnTo>
                  <a:pt x="1926834" y="90790"/>
                </a:lnTo>
                <a:lnTo>
                  <a:pt x="1925940" y="90756"/>
                </a:lnTo>
                <a:lnTo>
                  <a:pt x="1925058" y="90699"/>
                </a:lnTo>
                <a:lnTo>
                  <a:pt x="1924189" y="90620"/>
                </a:lnTo>
                <a:lnTo>
                  <a:pt x="1923332" y="90517"/>
                </a:lnTo>
                <a:lnTo>
                  <a:pt x="1922487" y="90392"/>
                </a:lnTo>
                <a:lnTo>
                  <a:pt x="1921654" y="90244"/>
                </a:lnTo>
                <a:lnTo>
                  <a:pt x="1920833" y="90074"/>
                </a:lnTo>
                <a:lnTo>
                  <a:pt x="1920025" y="89880"/>
                </a:lnTo>
                <a:lnTo>
                  <a:pt x="1919229" y="89664"/>
                </a:lnTo>
                <a:lnTo>
                  <a:pt x="1918445" y="89426"/>
                </a:lnTo>
                <a:lnTo>
                  <a:pt x="1917674" y="89164"/>
                </a:lnTo>
                <a:lnTo>
                  <a:pt x="1916914" y="88880"/>
                </a:lnTo>
                <a:lnTo>
                  <a:pt x="1916167" y="88573"/>
                </a:lnTo>
                <a:lnTo>
                  <a:pt x="1915432" y="88243"/>
                </a:lnTo>
                <a:lnTo>
                  <a:pt x="1914709" y="87890"/>
                </a:lnTo>
                <a:lnTo>
                  <a:pt x="1913999" y="87515"/>
                </a:lnTo>
                <a:lnTo>
                  <a:pt x="1913301" y="87117"/>
                </a:lnTo>
                <a:lnTo>
                  <a:pt x="1912615" y="86696"/>
                </a:lnTo>
                <a:lnTo>
                  <a:pt x="1911941" y="86253"/>
                </a:lnTo>
                <a:lnTo>
                  <a:pt x="1911279" y="85787"/>
                </a:lnTo>
                <a:lnTo>
                  <a:pt x="1910630" y="85298"/>
                </a:lnTo>
                <a:lnTo>
                  <a:pt x="1909993" y="84786"/>
                </a:lnTo>
                <a:lnTo>
                  <a:pt x="1909368" y="84251"/>
                </a:lnTo>
                <a:lnTo>
                  <a:pt x="1908762" y="83705"/>
                </a:lnTo>
                <a:lnTo>
                  <a:pt x="1908182" y="83157"/>
                </a:lnTo>
                <a:lnTo>
                  <a:pt x="1907627" y="82608"/>
                </a:lnTo>
                <a:lnTo>
                  <a:pt x="1907099" y="82057"/>
                </a:lnTo>
                <a:lnTo>
                  <a:pt x="1906596" y="81506"/>
                </a:lnTo>
                <a:lnTo>
                  <a:pt x="1906119" y="80952"/>
                </a:lnTo>
                <a:lnTo>
                  <a:pt x="1905668" y="80398"/>
                </a:lnTo>
                <a:lnTo>
                  <a:pt x="1905243" y="79842"/>
                </a:lnTo>
                <a:lnTo>
                  <a:pt x="1904843" y="79285"/>
                </a:lnTo>
                <a:lnTo>
                  <a:pt x="1904469" y="78727"/>
                </a:lnTo>
                <a:lnTo>
                  <a:pt x="1904121" y="78167"/>
                </a:lnTo>
                <a:lnTo>
                  <a:pt x="1903799" y="77606"/>
                </a:lnTo>
                <a:lnTo>
                  <a:pt x="1903502" y="77043"/>
                </a:lnTo>
                <a:lnTo>
                  <a:pt x="1903232" y="76479"/>
                </a:lnTo>
                <a:lnTo>
                  <a:pt x="1902987" y="75914"/>
                </a:lnTo>
                <a:lnTo>
                  <a:pt x="1902767" y="75348"/>
                </a:lnTo>
                <a:lnTo>
                  <a:pt x="1902574" y="74780"/>
                </a:lnTo>
                <a:lnTo>
                  <a:pt x="1902406" y="74211"/>
                </a:lnTo>
                <a:lnTo>
                  <a:pt x="1902265" y="73641"/>
                </a:lnTo>
                <a:lnTo>
                  <a:pt x="1902149" y="73069"/>
                </a:lnTo>
                <a:lnTo>
                  <a:pt x="1902058" y="72496"/>
                </a:lnTo>
                <a:lnTo>
                  <a:pt x="1901994" y="71922"/>
                </a:lnTo>
                <a:lnTo>
                  <a:pt x="1901955" y="71346"/>
                </a:lnTo>
                <a:lnTo>
                  <a:pt x="1901942" y="70769"/>
                </a:lnTo>
                <a:lnTo>
                  <a:pt x="1901951" y="70254"/>
                </a:lnTo>
                <a:lnTo>
                  <a:pt x="1901978" y="69737"/>
                </a:lnTo>
                <a:lnTo>
                  <a:pt x="1902023" y="69218"/>
                </a:lnTo>
                <a:lnTo>
                  <a:pt x="1902086" y="68698"/>
                </a:lnTo>
                <a:lnTo>
                  <a:pt x="1902167" y="68176"/>
                </a:lnTo>
                <a:lnTo>
                  <a:pt x="1902266" y="67652"/>
                </a:lnTo>
                <a:lnTo>
                  <a:pt x="1902383" y="67126"/>
                </a:lnTo>
                <a:lnTo>
                  <a:pt x="1902518" y="66599"/>
                </a:lnTo>
                <a:lnTo>
                  <a:pt x="1902670" y="66070"/>
                </a:lnTo>
                <a:lnTo>
                  <a:pt x="1902841" y="65539"/>
                </a:lnTo>
                <a:lnTo>
                  <a:pt x="1903030" y="65006"/>
                </a:lnTo>
                <a:lnTo>
                  <a:pt x="1903237" y="64471"/>
                </a:lnTo>
                <a:lnTo>
                  <a:pt x="1903461" y="63935"/>
                </a:lnTo>
                <a:lnTo>
                  <a:pt x="1903704" y="63397"/>
                </a:lnTo>
                <a:lnTo>
                  <a:pt x="1903964" y="62857"/>
                </a:lnTo>
                <a:lnTo>
                  <a:pt x="1904243" y="62316"/>
                </a:lnTo>
                <a:lnTo>
                  <a:pt x="1904540" y="61773"/>
                </a:lnTo>
                <a:lnTo>
                  <a:pt x="1904854" y="61228"/>
                </a:lnTo>
                <a:lnTo>
                  <a:pt x="1905187" y="60681"/>
                </a:lnTo>
                <a:lnTo>
                  <a:pt x="1905537" y="60132"/>
                </a:lnTo>
                <a:lnTo>
                  <a:pt x="1905906" y="59582"/>
                </a:lnTo>
                <a:lnTo>
                  <a:pt x="1906292" y="59030"/>
                </a:lnTo>
                <a:lnTo>
                  <a:pt x="1906697" y="58476"/>
                </a:lnTo>
                <a:lnTo>
                  <a:pt x="1907119" y="57921"/>
                </a:lnTo>
                <a:lnTo>
                  <a:pt x="1907765" y="57127"/>
                </a:lnTo>
                <a:lnTo>
                  <a:pt x="1908429" y="56368"/>
                </a:lnTo>
                <a:lnTo>
                  <a:pt x="1909112" y="55643"/>
                </a:lnTo>
                <a:lnTo>
                  <a:pt x="1909813" y="54951"/>
                </a:lnTo>
                <a:lnTo>
                  <a:pt x="1910533" y="54293"/>
                </a:lnTo>
                <a:lnTo>
                  <a:pt x="1911272" y="53668"/>
                </a:lnTo>
                <a:lnTo>
                  <a:pt x="1912029" y="53078"/>
                </a:lnTo>
                <a:lnTo>
                  <a:pt x="1912805" y="52521"/>
                </a:lnTo>
                <a:lnTo>
                  <a:pt x="1913599" y="51998"/>
                </a:lnTo>
                <a:lnTo>
                  <a:pt x="1914412" y="51508"/>
                </a:lnTo>
                <a:lnTo>
                  <a:pt x="1915243" y="51053"/>
                </a:lnTo>
                <a:lnTo>
                  <a:pt x="1916093" y="50631"/>
                </a:lnTo>
                <a:lnTo>
                  <a:pt x="1916962" y="50243"/>
                </a:lnTo>
                <a:lnTo>
                  <a:pt x="1917849" y="49889"/>
                </a:lnTo>
                <a:lnTo>
                  <a:pt x="1918754" y="49568"/>
                </a:lnTo>
                <a:lnTo>
                  <a:pt x="1919678" y="49281"/>
                </a:lnTo>
                <a:lnTo>
                  <a:pt x="1920621" y="49028"/>
                </a:lnTo>
                <a:lnTo>
                  <a:pt x="1921582" y="48809"/>
                </a:lnTo>
                <a:lnTo>
                  <a:pt x="1922562" y="48623"/>
                </a:lnTo>
                <a:lnTo>
                  <a:pt x="1923561" y="48471"/>
                </a:lnTo>
                <a:lnTo>
                  <a:pt x="1924578" y="48353"/>
                </a:lnTo>
                <a:lnTo>
                  <a:pt x="1925613" y="48269"/>
                </a:lnTo>
                <a:lnTo>
                  <a:pt x="1926668" y="48218"/>
                </a:lnTo>
                <a:lnTo>
                  <a:pt x="1927740" y="48201"/>
                </a:lnTo>
                <a:lnTo>
                  <a:pt x="1928408" y="48208"/>
                </a:lnTo>
                <a:lnTo>
                  <a:pt x="1929069" y="48227"/>
                </a:lnTo>
                <a:lnTo>
                  <a:pt x="1929723" y="48260"/>
                </a:lnTo>
                <a:lnTo>
                  <a:pt x="1930370" y="48306"/>
                </a:lnTo>
                <a:lnTo>
                  <a:pt x="1931009" y="48365"/>
                </a:lnTo>
                <a:lnTo>
                  <a:pt x="1931641" y="48436"/>
                </a:lnTo>
                <a:lnTo>
                  <a:pt x="1932266" y="48521"/>
                </a:lnTo>
                <a:lnTo>
                  <a:pt x="1932884" y="48619"/>
                </a:lnTo>
                <a:lnTo>
                  <a:pt x="1933494" y="48730"/>
                </a:lnTo>
                <a:lnTo>
                  <a:pt x="1934097" y="48855"/>
                </a:lnTo>
                <a:lnTo>
                  <a:pt x="1934693" y="48992"/>
                </a:lnTo>
                <a:lnTo>
                  <a:pt x="1935282" y="49142"/>
                </a:lnTo>
                <a:lnTo>
                  <a:pt x="1935864" y="49305"/>
                </a:lnTo>
                <a:lnTo>
                  <a:pt x="1936438" y="49482"/>
                </a:lnTo>
                <a:lnTo>
                  <a:pt x="1937005" y="49671"/>
                </a:lnTo>
                <a:lnTo>
                  <a:pt x="1937565" y="49874"/>
                </a:lnTo>
                <a:lnTo>
                  <a:pt x="1938118" y="50089"/>
                </a:lnTo>
                <a:lnTo>
                  <a:pt x="1938663" y="50318"/>
                </a:lnTo>
                <a:lnTo>
                  <a:pt x="1939202" y="50560"/>
                </a:lnTo>
                <a:lnTo>
                  <a:pt x="1939733" y="50814"/>
                </a:lnTo>
                <a:lnTo>
                  <a:pt x="1940257" y="51082"/>
                </a:lnTo>
                <a:lnTo>
                  <a:pt x="1940773" y="51363"/>
                </a:lnTo>
                <a:lnTo>
                  <a:pt x="1941283" y="51657"/>
                </a:lnTo>
                <a:lnTo>
                  <a:pt x="1941785" y="51964"/>
                </a:lnTo>
                <a:lnTo>
                  <a:pt x="1942278" y="52281"/>
                </a:lnTo>
                <a:lnTo>
                  <a:pt x="1942760" y="52604"/>
                </a:lnTo>
                <a:lnTo>
                  <a:pt x="1943232" y="52933"/>
                </a:lnTo>
                <a:lnTo>
                  <a:pt x="1943693" y="53269"/>
                </a:lnTo>
                <a:lnTo>
                  <a:pt x="1944143" y="53612"/>
                </a:lnTo>
                <a:lnTo>
                  <a:pt x="1944583" y="53961"/>
                </a:lnTo>
                <a:lnTo>
                  <a:pt x="1945011" y="54316"/>
                </a:lnTo>
                <a:lnTo>
                  <a:pt x="1945429" y="54678"/>
                </a:lnTo>
                <a:lnTo>
                  <a:pt x="1945836" y="55046"/>
                </a:lnTo>
                <a:lnTo>
                  <a:pt x="1946233" y="55421"/>
                </a:lnTo>
                <a:lnTo>
                  <a:pt x="1946618" y="55802"/>
                </a:lnTo>
                <a:lnTo>
                  <a:pt x="1946993" y="56190"/>
                </a:lnTo>
                <a:lnTo>
                  <a:pt x="1947357" y="56584"/>
                </a:lnTo>
                <a:lnTo>
                  <a:pt x="1947711" y="56985"/>
                </a:lnTo>
                <a:lnTo>
                  <a:pt x="1948053" y="57392"/>
                </a:lnTo>
                <a:lnTo>
                  <a:pt x="1948385" y="57806"/>
                </a:lnTo>
                <a:lnTo>
                  <a:pt x="1948706" y="58226"/>
                </a:lnTo>
                <a:lnTo>
                  <a:pt x="1949017" y="58652"/>
                </a:lnTo>
                <a:lnTo>
                  <a:pt x="1949316" y="59085"/>
                </a:lnTo>
                <a:lnTo>
                  <a:pt x="1949605" y="59524"/>
                </a:lnTo>
                <a:lnTo>
                  <a:pt x="1949883" y="59970"/>
                </a:lnTo>
                <a:lnTo>
                  <a:pt x="1950150" y="60423"/>
                </a:lnTo>
                <a:lnTo>
                  <a:pt x="1950407" y="60882"/>
                </a:lnTo>
                <a:lnTo>
                  <a:pt x="1950653" y="61347"/>
                </a:lnTo>
                <a:lnTo>
                  <a:pt x="1950888" y="61812"/>
                </a:lnTo>
                <a:lnTo>
                  <a:pt x="1951114" y="62270"/>
                </a:lnTo>
                <a:lnTo>
                  <a:pt x="1951329" y="62721"/>
                </a:lnTo>
                <a:lnTo>
                  <a:pt x="1951534" y="63165"/>
                </a:lnTo>
                <a:lnTo>
                  <a:pt x="1951730" y="63602"/>
                </a:lnTo>
                <a:lnTo>
                  <a:pt x="1951915" y="64032"/>
                </a:lnTo>
                <a:lnTo>
                  <a:pt x="1952090" y="64456"/>
                </a:lnTo>
                <a:lnTo>
                  <a:pt x="1952256" y="64872"/>
                </a:lnTo>
                <a:lnTo>
                  <a:pt x="1952411" y="65282"/>
                </a:lnTo>
                <a:lnTo>
                  <a:pt x="1952556" y="65685"/>
                </a:lnTo>
                <a:lnTo>
                  <a:pt x="1952692" y="66081"/>
                </a:lnTo>
                <a:lnTo>
                  <a:pt x="1952817" y="66470"/>
                </a:lnTo>
                <a:lnTo>
                  <a:pt x="1952932" y="66852"/>
                </a:lnTo>
                <a:lnTo>
                  <a:pt x="1953037" y="67227"/>
                </a:lnTo>
                <a:lnTo>
                  <a:pt x="1953132" y="67595"/>
                </a:lnTo>
                <a:lnTo>
                  <a:pt x="1953217" y="67957"/>
                </a:lnTo>
                <a:lnTo>
                  <a:pt x="1953293" y="68311"/>
                </a:lnTo>
                <a:lnTo>
                  <a:pt x="1953358" y="68659"/>
                </a:lnTo>
                <a:lnTo>
                  <a:pt x="1953413" y="68999"/>
                </a:lnTo>
                <a:lnTo>
                  <a:pt x="1953458" y="69333"/>
                </a:lnTo>
                <a:lnTo>
                  <a:pt x="1953493" y="69660"/>
                </a:lnTo>
                <a:lnTo>
                  <a:pt x="1953518" y="69980"/>
                </a:lnTo>
                <a:lnTo>
                  <a:pt x="1953533" y="70293"/>
                </a:lnTo>
                <a:lnTo>
                  <a:pt x="1953538" y="70599"/>
                </a:lnTo>
                <a:lnTo>
                  <a:pt x="1953525" y="71197"/>
                </a:lnTo>
                <a:lnTo>
                  <a:pt x="1953487" y="71792"/>
                </a:lnTo>
                <a:lnTo>
                  <a:pt x="1953423" y="72385"/>
                </a:lnTo>
                <a:lnTo>
                  <a:pt x="1953333" y="72976"/>
                </a:lnTo>
                <a:lnTo>
                  <a:pt x="1953218" y="73564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12.">
            <a:extLst xmlns:a="http://schemas.openxmlformats.org/drawingml/2006/main">
              <a:ext uri="{FF2B5EF4-FFF2-40B4-BE49-F238E27FC236}">
                <a16:creationId xmlns:a16="http://schemas.microsoft.com/office/drawing/2014/main" id="{21CF80A5-BAAB-4778-97ED-D5258CC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976" y="2840660"/>
            <a:ext cx="259641" cy="115411"/>
          </a:xfrm>
          <a:custGeom xmlns:a="http://schemas.openxmlformats.org/drawingml/2006/main">
            <a:pathLst>
              <a:path w="259641" h="115411">
                <a:moveTo>
                  <a:pt x="46674" y="0"/>
                </a:moveTo>
                <a:lnTo>
                  <a:pt x="46674" y="95214"/>
                </a:lnTo>
                <a:lnTo>
                  <a:pt x="64240" y="95214"/>
                </a:lnTo>
                <a:cubicBezTo>
                  <a:pt x="68427" y="95214"/>
                  <a:pt x="71411" y="96021"/>
                  <a:pt x="73193" y="97633"/>
                </a:cubicBezTo>
                <a:cubicBezTo>
                  <a:pt x="74975" y="99245"/>
                  <a:pt x="75866" y="101353"/>
                  <a:pt x="75866" y="103955"/>
                </a:cubicBezTo>
                <a:cubicBezTo>
                  <a:pt x="75866" y="106558"/>
                  <a:pt x="74975" y="108665"/>
                  <a:pt x="73193" y="110277"/>
                </a:cubicBezTo>
                <a:cubicBezTo>
                  <a:pt x="71411" y="111890"/>
                  <a:pt x="68427" y="112696"/>
                  <a:pt x="64240" y="112696"/>
                </a:cubicBezTo>
                <a:lnTo>
                  <a:pt x="11711" y="112696"/>
                </a:lnTo>
                <a:cubicBezTo>
                  <a:pt x="7524" y="112696"/>
                  <a:pt x="4540" y="111876"/>
                  <a:pt x="2758" y="110235"/>
                </a:cubicBezTo>
                <a:cubicBezTo>
                  <a:pt x="976" y="108594"/>
                  <a:pt x="85" y="106473"/>
                  <a:pt x="85" y="103870"/>
                </a:cubicBezTo>
                <a:cubicBezTo>
                  <a:pt x="85" y="101268"/>
                  <a:pt x="976" y="99175"/>
                  <a:pt x="2758" y="97591"/>
                </a:cubicBezTo>
                <a:cubicBezTo>
                  <a:pt x="4540" y="96006"/>
                  <a:pt x="7524" y="95214"/>
                  <a:pt x="11711" y="95214"/>
                </a:cubicBezTo>
                <a:lnTo>
                  <a:pt x="29277" y="95214"/>
                </a:lnTo>
                <a:lnTo>
                  <a:pt x="29277" y="22727"/>
                </a:lnTo>
                <a:lnTo>
                  <a:pt x="13748" y="26814"/>
                </a:lnTo>
                <a:cubicBezTo>
                  <a:pt x="11258" y="27494"/>
                  <a:pt x="9391" y="27835"/>
                  <a:pt x="8147" y="27835"/>
                </a:cubicBezTo>
                <a:cubicBezTo>
                  <a:pt x="5940" y="27835"/>
                  <a:pt x="4031" y="26955"/>
                  <a:pt x="2419" y="25196"/>
                </a:cubicBezTo>
                <a:cubicBezTo>
                  <a:pt x="806" y="23437"/>
                  <a:pt x="0" y="21281"/>
                  <a:pt x="0" y="18728"/>
                </a:cubicBezTo>
                <a:cubicBezTo>
                  <a:pt x="0" y="16401"/>
                  <a:pt x="594" y="14571"/>
                  <a:pt x="1782" y="13238"/>
                </a:cubicBezTo>
                <a:cubicBezTo>
                  <a:pt x="2970" y="11904"/>
                  <a:pt x="5459" y="10725"/>
                  <a:pt x="9250" y="9703"/>
                </a:cubicBezTo>
                <a:lnTo>
                  <a:pt x="46674" y="0"/>
                </a:lnTo>
                <a:close/>
                <a:moveTo>
                  <a:pt x="125832" y="95214"/>
                </a:moveTo>
                <a:lnTo>
                  <a:pt x="163935" y="95214"/>
                </a:lnTo>
                <a:cubicBezTo>
                  <a:pt x="166028" y="93517"/>
                  <a:pt x="168008" y="92669"/>
                  <a:pt x="169875" y="92669"/>
                </a:cubicBezTo>
                <a:cubicBezTo>
                  <a:pt x="172534" y="92669"/>
                  <a:pt x="174641" y="93552"/>
                  <a:pt x="176197" y="95318"/>
                </a:cubicBezTo>
                <a:cubicBezTo>
                  <a:pt x="177753" y="97084"/>
                  <a:pt x="178531" y="100105"/>
                  <a:pt x="178531" y="104379"/>
                </a:cubicBezTo>
                <a:lnTo>
                  <a:pt x="178531" y="112696"/>
                </a:lnTo>
                <a:lnTo>
                  <a:pt x="99270" y="112696"/>
                </a:lnTo>
                <a:lnTo>
                  <a:pt x="99270" y="94196"/>
                </a:lnTo>
                <a:cubicBezTo>
                  <a:pt x="130612" y="68370"/>
                  <a:pt x="149536" y="51756"/>
                  <a:pt x="156042" y="44353"/>
                </a:cubicBezTo>
                <a:cubicBezTo>
                  <a:pt x="159324" y="40566"/>
                  <a:pt x="160964" y="36977"/>
                  <a:pt x="160964" y="33587"/>
                </a:cubicBezTo>
                <a:cubicBezTo>
                  <a:pt x="160964" y="29349"/>
                  <a:pt x="159112" y="25605"/>
                  <a:pt x="155406" y="22356"/>
                </a:cubicBezTo>
                <a:cubicBezTo>
                  <a:pt x="151700" y="19106"/>
                  <a:pt x="146764" y="17481"/>
                  <a:pt x="140598" y="17481"/>
                </a:cubicBezTo>
                <a:cubicBezTo>
                  <a:pt x="134375" y="17481"/>
                  <a:pt x="129198" y="19285"/>
                  <a:pt x="125068" y="22891"/>
                </a:cubicBezTo>
                <a:cubicBezTo>
                  <a:pt x="122918" y="24806"/>
                  <a:pt x="121193" y="27651"/>
                  <a:pt x="119892" y="31425"/>
                </a:cubicBezTo>
                <a:cubicBezTo>
                  <a:pt x="119099" y="33792"/>
                  <a:pt x="118010" y="35484"/>
                  <a:pt x="116624" y="36498"/>
                </a:cubicBezTo>
                <a:cubicBezTo>
                  <a:pt x="115238" y="37511"/>
                  <a:pt x="113527" y="38018"/>
                  <a:pt x="111490" y="38018"/>
                </a:cubicBezTo>
                <a:cubicBezTo>
                  <a:pt x="109114" y="38018"/>
                  <a:pt x="107063" y="37169"/>
                  <a:pt x="105338" y="35472"/>
                </a:cubicBezTo>
                <a:cubicBezTo>
                  <a:pt x="103612" y="33775"/>
                  <a:pt x="102750" y="31795"/>
                  <a:pt x="102750" y="29532"/>
                </a:cubicBezTo>
                <a:cubicBezTo>
                  <a:pt x="102750" y="26137"/>
                  <a:pt x="104319" y="21894"/>
                  <a:pt x="107459" y="16803"/>
                </a:cubicBezTo>
                <a:cubicBezTo>
                  <a:pt x="110599" y="11711"/>
                  <a:pt x="115182" y="7638"/>
                  <a:pt x="121207" y="4583"/>
                </a:cubicBezTo>
                <a:cubicBezTo>
                  <a:pt x="127232" y="1527"/>
                  <a:pt x="133780" y="0"/>
                  <a:pt x="140852" y="0"/>
                </a:cubicBezTo>
                <a:cubicBezTo>
                  <a:pt x="151828" y="0"/>
                  <a:pt x="160823" y="3324"/>
                  <a:pt x="167838" y="9971"/>
                </a:cubicBezTo>
                <a:cubicBezTo>
                  <a:pt x="174853" y="16619"/>
                  <a:pt x="178361" y="24666"/>
                  <a:pt x="178361" y="34114"/>
                </a:cubicBezTo>
                <a:cubicBezTo>
                  <a:pt x="178361" y="38923"/>
                  <a:pt x="177357" y="43378"/>
                  <a:pt x="175348" y="47480"/>
                </a:cubicBezTo>
                <a:cubicBezTo>
                  <a:pt x="173340" y="51582"/>
                  <a:pt x="168517" y="57253"/>
                  <a:pt x="160880" y="64495"/>
                </a:cubicBezTo>
                <a:cubicBezTo>
                  <a:pt x="154883" y="70209"/>
                  <a:pt x="143200" y="80449"/>
                  <a:pt x="125832" y="95214"/>
                </a:cubicBezTo>
                <a:close/>
                <a:moveTo>
                  <a:pt x="259641" y="103870"/>
                </a:moveTo>
                <a:cubicBezTo>
                  <a:pt x="259641" y="107152"/>
                  <a:pt x="258481" y="109895"/>
                  <a:pt x="256162" y="112102"/>
                </a:cubicBezTo>
                <a:cubicBezTo>
                  <a:pt x="253842" y="114308"/>
                  <a:pt x="250646" y="115411"/>
                  <a:pt x="246573" y="115411"/>
                </a:cubicBezTo>
                <a:cubicBezTo>
                  <a:pt x="242499" y="115411"/>
                  <a:pt x="239303" y="114308"/>
                  <a:pt x="236983" y="112102"/>
                </a:cubicBezTo>
                <a:cubicBezTo>
                  <a:pt x="234664" y="109895"/>
                  <a:pt x="233504" y="107152"/>
                  <a:pt x="233504" y="103870"/>
                </a:cubicBezTo>
                <a:cubicBezTo>
                  <a:pt x="233504" y="100589"/>
                  <a:pt x="234664" y="97845"/>
                  <a:pt x="236983" y="95639"/>
                </a:cubicBezTo>
                <a:cubicBezTo>
                  <a:pt x="239303" y="93432"/>
                  <a:pt x="242499" y="92329"/>
                  <a:pt x="246573" y="92329"/>
                </a:cubicBezTo>
                <a:cubicBezTo>
                  <a:pt x="250646" y="92329"/>
                  <a:pt x="253842" y="93432"/>
                  <a:pt x="256162" y="95639"/>
                </a:cubicBezTo>
                <a:cubicBezTo>
                  <a:pt x="258481" y="97845"/>
                  <a:pt x="259641" y="100589"/>
                  <a:pt x="259641" y="10387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perform">
            <a:extLst xmlns:a="http://schemas.openxmlformats.org/drawingml/2006/main">
              <a:ext uri="{FF2B5EF4-FFF2-40B4-BE49-F238E27FC236}">
                <a16:creationId xmlns:a16="http://schemas.microsoft.com/office/drawing/2014/main" id="{D11BB0C1-B511-4895-A8D1-E1574BF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11" y="2843206"/>
            <a:ext cx="735814" cy="146471"/>
          </a:xfrm>
          <a:custGeom xmlns:a="http://schemas.openxmlformats.org/drawingml/2006/main">
            <a:pathLst>
              <a:path w="735814" h="146471">
                <a:moveTo>
                  <a:pt x="31993" y="100476"/>
                </a:moveTo>
                <a:lnTo>
                  <a:pt x="31993" y="128989"/>
                </a:lnTo>
                <a:lnTo>
                  <a:pt x="42431" y="128989"/>
                </a:lnTo>
                <a:cubicBezTo>
                  <a:pt x="46617" y="128989"/>
                  <a:pt x="49601" y="129810"/>
                  <a:pt x="51384" y="131450"/>
                </a:cubicBezTo>
                <a:cubicBezTo>
                  <a:pt x="53166" y="133091"/>
                  <a:pt x="54057" y="135212"/>
                  <a:pt x="54057" y="137815"/>
                </a:cubicBezTo>
                <a:cubicBezTo>
                  <a:pt x="54057" y="140417"/>
                  <a:pt x="53166" y="142510"/>
                  <a:pt x="51384" y="144095"/>
                </a:cubicBezTo>
                <a:cubicBezTo>
                  <a:pt x="49601" y="145679"/>
                  <a:pt x="46617" y="146471"/>
                  <a:pt x="42431" y="146471"/>
                </a:cubicBezTo>
                <a:lnTo>
                  <a:pt x="11626" y="146471"/>
                </a:lnTo>
                <a:cubicBezTo>
                  <a:pt x="7440" y="146471"/>
                  <a:pt x="4455" y="145679"/>
                  <a:pt x="2673" y="144095"/>
                </a:cubicBezTo>
                <a:cubicBezTo>
                  <a:pt x="891" y="142510"/>
                  <a:pt x="0" y="140417"/>
                  <a:pt x="0" y="137815"/>
                </a:cubicBezTo>
                <a:cubicBezTo>
                  <a:pt x="0" y="135212"/>
                  <a:pt x="905" y="133091"/>
                  <a:pt x="2716" y="131450"/>
                </a:cubicBezTo>
                <a:cubicBezTo>
                  <a:pt x="4526" y="129810"/>
                  <a:pt x="7496" y="128989"/>
                  <a:pt x="11626" y="128989"/>
                </a:cubicBezTo>
                <a:lnTo>
                  <a:pt x="14596" y="128989"/>
                </a:lnTo>
                <a:lnTo>
                  <a:pt x="14596" y="50577"/>
                </a:lnTo>
                <a:lnTo>
                  <a:pt x="11626" y="50577"/>
                </a:lnTo>
                <a:cubicBezTo>
                  <a:pt x="7440" y="50577"/>
                  <a:pt x="4455" y="49757"/>
                  <a:pt x="2673" y="48116"/>
                </a:cubicBezTo>
                <a:cubicBezTo>
                  <a:pt x="891" y="46476"/>
                  <a:pt x="0" y="44354"/>
                  <a:pt x="0" y="41752"/>
                </a:cubicBezTo>
                <a:cubicBezTo>
                  <a:pt x="0" y="39149"/>
                  <a:pt x="891" y="37056"/>
                  <a:pt x="2673" y="35472"/>
                </a:cubicBezTo>
                <a:cubicBezTo>
                  <a:pt x="4455" y="33888"/>
                  <a:pt x="7440" y="33096"/>
                  <a:pt x="11626" y="33096"/>
                </a:cubicBezTo>
                <a:lnTo>
                  <a:pt x="31993" y="33096"/>
                </a:lnTo>
                <a:lnTo>
                  <a:pt x="31993" y="39036"/>
                </a:lnTo>
                <a:cubicBezTo>
                  <a:pt x="36066" y="36236"/>
                  <a:pt x="40281" y="34150"/>
                  <a:pt x="44637" y="32778"/>
                </a:cubicBezTo>
                <a:cubicBezTo>
                  <a:pt x="48993" y="31406"/>
                  <a:pt x="53463" y="30720"/>
                  <a:pt x="58045" y="30720"/>
                </a:cubicBezTo>
                <a:cubicBezTo>
                  <a:pt x="69926" y="30720"/>
                  <a:pt x="80053" y="34751"/>
                  <a:pt x="88425" y="42813"/>
                </a:cubicBezTo>
                <a:cubicBezTo>
                  <a:pt x="96798" y="50874"/>
                  <a:pt x="100985" y="60110"/>
                  <a:pt x="100985" y="70520"/>
                </a:cubicBezTo>
                <a:cubicBezTo>
                  <a:pt x="100985" y="82004"/>
                  <a:pt x="96035" y="91481"/>
                  <a:pt x="86134" y="98948"/>
                </a:cubicBezTo>
                <a:cubicBezTo>
                  <a:pt x="77874" y="105171"/>
                  <a:pt x="68568" y="108283"/>
                  <a:pt x="58215" y="108283"/>
                </a:cubicBezTo>
                <a:cubicBezTo>
                  <a:pt x="53745" y="108283"/>
                  <a:pt x="49333" y="107632"/>
                  <a:pt x="44976" y="106331"/>
                </a:cubicBezTo>
                <a:cubicBezTo>
                  <a:pt x="40620" y="105030"/>
                  <a:pt x="36292" y="103078"/>
                  <a:pt x="31993" y="100476"/>
                </a:cubicBezTo>
                <a:moveTo>
                  <a:pt x="83588" y="70599"/>
                </a:moveTo>
                <a:cubicBezTo>
                  <a:pt x="83588" y="68177"/>
                  <a:pt x="82627" y="65093"/>
                  <a:pt x="80703" y="61347"/>
                </a:cubicBezTo>
                <a:cubicBezTo>
                  <a:pt x="78780" y="57599"/>
                  <a:pt x="75824" y="54471"/>
                  <a:pt x="71835" y="51964"/>
                </a:cubicBezTo>
                <a:cubicBezTo>
                  <a:pt x="67847" y="49456"/>
                  <a:pt x="63165" y="48201"/>
                  <a:pt x="57791" y="48201"/>
                </a:cubicBezTo>
                <a:cubicBezTo>
                  <a:pt x="49135" y="48201"/>
                  <a:pt x="42261" y="51441"/>
                  <a:pt x="37169" y="57921"/>
                </a:cubicBezTo>
                <a:cubicBezTo>
                  <a:pt x="33718" y="62372"/>
                  <a:pt x="31993" y="66655"/>
                  <a:pt x="31993" y="70769"/>
                </a:cubicBezTo>
                <a:cubicBezTo>
                  <a:pt x="31993" y="75390"/>
                  <a:pt x="34468" y="79885"/>
                  <a:pt x="39418" y="84251"/>
                </a:cubicBezTo>
                <a:cubicBezTo>
                  <a:pt x="44368" y="88618"/>
                  <a:pt x="50492" y="90802"/>
                  <a:pt x="57791" y="90802"/>
                </a:cubicBezTo>
                <a:cubicBezTo>
                  <a:pt x="65145" y="90802"/>
                  <a:pt x="71284" y="88632"/>
                  <a:pt x="76205" y="84294"/>
                </a:cubicBezTo>
                <a:cubicBezTo>
                  <a:pt x="81127" y="79955"/>
                  <a:pt x="83588" y="75390"/>
                  <a:pt x="83588" y="70599"/>
                </a:cubicBezTo>
                <a:close/>
                <a:moveTo>
                  <a:pt x="201528" y="80279"/>
                </a:moveTo>
                <a:lnTo>
                  <a:pt x="130160" y="80279"/>
                </a:lnTo>
                <a:cubicBezTo>
                  <a:pt x="131970" y="84805"/>
                  <a:pt x="135181" y="88454"/>
                  <a:pt x="139791" y="91226"/>
                </a:cubicBezTo>
                <a:cubicBezTo>
                  <a:pt x="144402" y="93998"/>
                  <a:pt x="150640" y="95384"/>
                  <a:pt x="158503" y="95384"/>
                </a:cubicBezTo>
                <a:cubicBezTo>
                  <a:pt x="164953" y="95384"/>
                  <a:pt x="173524" y="94018"/>
                  <a:pt x="184216" y="91287"/>
                </a:cubicBezTo>
                <a:cubicBezTo>
                  <a:pt x="188629" y="90171"/>
                  <a:pt x="191684" y="89614"/>
                  <a:pt x="193381" y="89614"/>
                </a:cubicBezTo>
                <a:cubicBezTo>
                  <a:pt x="195701" y="89614"/>
                  <a:pt x="197653" y="90434"/>
                  <a:pt x="199237" y="92075"/>
                </a:cubicBezTo>
                <a:cubicBezTo>
                  <a:pt x="200821" y="93715"/>
                  <a:pt x="201613" y="95780"/>
                  <a:pt x="201613" y="98269"/>
                </a:cubicBezTo>
                <a:cubicBezTo>
                  <a:pt x="201613" y="100532"/>
                  <a:pt x="200764" y="102456"/>
                  <a:pt x="199067" y="104040"/>
                </a:cubicBezTo>
                <a:cubicBezTo>
                  <a:pt x="196804" y="106133"/>
                  <a:pt x="191288" y="108127"/>
                  <a:pt x="182519" y="110023"/>
                </a:cubicBezTo>
                <a:cubicBezTo>
                  <a:pt x="173750" y="111918"/>
                  <a:pt x="165321" y="112866"/>
                  <a:pt x="157230" y="112866"/>
                </a:cubicBezTo>
                <a:cubicBezTo>
                  <a:pt x="143313" y="112866"/>
                  <a:pt x="132182" y="108934"/>
                  <a:pt x="123838" y="101070"/>
                </a:cubicBezTo>
                <a:cubicBezTo>
                  <a:pt x="115493" y="93206"/>
                  <a:pt x="111321" y="83532"/>
                  <a:pt x="111321" y="72047"/>
                </a:cubicBezTo>
                <a:cubicBezTo>
                  <a:pt x="111321" y="59827"/>
                  <a:pt x="115832" y="49884"/>
                  <a:pt x="124856" y="42219"/>
                </a:cubicBezTo>
                <a:cubicBezTo>
                  <a:pt x="133879" y="34553"/>
                  <a:pt x="144275" y="30720"/>
                  <a:pt x="156042" y="30720"/>
                </a:cubicBezTo>
                <a:cubicBezTo>
                  <a:pt x="163114" y="30720"/>
                  <a:pt x="169606" y="31963"/>
                  <a:pt x="175518" y="34448"/>
                </a:cubicBezTo>
                <a:cubicBezTo>
                  <a:pt x="181430" y="36932"/>
                  <a:pt x="185829" y="39614"/>
                  <a:pt x="188714" y="42494"/>
                </a:cubicBezTo>
                <a:cubicBezTo>
                  <a:pt x="192787" y="46674"/>
                  <a:pt x="196154" y="51841"/>
                  <a:pt x="198813" y="57997"/>
                </a:cubicBezTo>
                <a:cubicBezTo>
                  <a:pt x="200623" y="62290"/>
                  <a:pt x="201528" y="67261"/>
                  <a:pt x="201528" y="72909"/>
                </a:cubicBezTo>
                <a:lnTo>
                  <a:pt x="201528" y="80279"/>
                </a:lnTo>
                <a:moveTo>
                  <a:pt x="182265" y="62797"/>
                </a:moveTo>
                <a:cubicBezTo>
                  <a:pt x="179606" y="57904"/>
                  <a:pt x="176126" y="54248"/>
                  <a:pt x="171827" y="51829"/>
                </a:cubicBezTo>
                <a:cubicBezTo>
                  <a:pt x="167527" y="49411"/>
                  <a:pt x="162407" y="48201"/>
                  <a:pt x="156467" y="48201"/>
                </a:cubicBezTo>
                <a:cubicBezTo>
                  <a:pt x="150583" y="48201"/>
                  <a:pt x="145491" y="49411"/>
                  <a:pt x="141192" y="51829"/>
                </a:cubicBezTo>
                <a:cubicBezTo>
                  <a:pt x="136892" y="54248"/>
                  <a:pt x="133384" y="57904"/>
                  <a:pt x="130669" y="62797"/>
                </a:cubicBezTo>
                <a:lnTo>
                  <a:pt x="182265" y="62797"/>
                </a:lnTo>
                <a:close/>
                <a:moveTo>
                  <a:pt x="258538" y="33096"/>
                </a:moveTo>
                <a:lnTo>
                  <a:pt x="258538" y="43958"/>
                </a:lnTo>
                <a:cubicBezTo>
                  <a:pt x="265836" y="38663"/>
                  <a:pt x="271593" y="35133"/>
                  <a:pt x="275808" y="33369"/>
                </a:cubicBezTo>
                <a:cubicBezTo>
                  <a:pt x="280022" y="31603"/>
                  <a:pt x="283968" y="30720"/>
                  <a:pt x="287646" y="30720"/>
                </a:cubicBezTo>
                <a:cubicBezTo>
                  <a:pt x="293303" y="30720"/>
                  <a:pt x="298791" y="32820"/>
                  <a:pt x="304109" y="37021"/>
                </a:cubicBezTo>
                <a:cubicBezTo>
                  <a:pt x="307730" y="39860"/>
                  <a:pt x="309540" y="42756"/>
                  <a:pt x="309540" y="45708"/>
                </a:cubicBezTo>
                <a:cubicBezTo>
                  <a:pt x="309540" y="48207"/>
                  <a:pt x="308677" y="50322"/>
                  <a:pt x="306952" y="52054"/>
                </a:cubicBezTo>
                <a:cubicBezTo>
                  <a:pt x="305226" y="53785"/>
                  <a:pt x="303147" y="54651"/>
                  <a:pt x="300714" y="54651"/>
                </a:cubicBezTo>
                <a:cubicBezTo>
                  <a:pt x="298564" y="54651"/>
                  <a:pt x="296302" y="53576"/>
                  <a:pt x="293925" y="51426"/>
                </a:cubicBezTo>
                <a:cubicBezTo>
                  <a:pt x="291549" y="49276"/>
                  <a:pt x="289428" y="48201"/>
                  <a:pt x="287561" y="48201"/>
                </a:cubicBezTo>
                <a:cubicBezTo>
                  <a:pt x="285128" y="48201"/>
                  <a:pt x="281493" y="49729"/>
                  <a:pt x="276656" y="52784"/>
                </a:cubicBezTo>
                <a:cubicBezTo>
                  <a:pt x="271819" y="55839"/>
                  <a:pt x="265780" y="60421"/>
                  <a:pt x="258538" y="66531"/>
                </a:cubicBezTo>
                <a:lnTo>
                  <a:pt x="258538" y="92669"/>
                </a:lnTo>
                <a:lnTo>
                  <a:pt x="283318" y="92669"/>
                </a:lnTo>
                <a:cubicBezTo>
                  <a:pt x="287504" y="92669"/>
                  <a:pt x="290489" y="93475"/>
                  <a:pt x="292271" y="95087"/>
                </a:cubicBezTo>
                <a:cubicBezTo>
                  <a:pt x="294053" y="96699"/>
                  <a:pt x="294944" y="98807"/>
                  <a:pt x="294944" y="101409"/>
                </a:cubicBezTo>
                <a:cubicBezTo>
                  <a:pt x="294944" y="104012"/>
                  <a:pt x="294053" y="106119"/>
                  <a:pt x="292271" y="107731"/>
                </a:cubicBezTo>
                <a:cubicBezTo>
                  <a:pt x="290489" y="109344"/>
                  <a:pt x="287504" y="110150"/>
                  <a:pt x="283318" y="110150"/>
                </a:cubicBezTo>
                <a:lnTo>
                  <a:pt x="230789" y="110150"/>
                </a:lnTo>
                <a:cubicBezTo>
                  <a:pt x="226602" y="110150"/>
                  <a:pt x="223618" y="109330"/>
                  <a:pt x="221836" y="107689"/>
                </a:cubicBezTo>
                <a:cubicBezTo>
                  <a:pt x="220054" y="106048"/>
                  <a:pt x="219163" y="103927"/>
                  <a:pt x="219163" y="101324"/>
                </a:cubicBezTo>
                <a:cubicBezTo>
                  <a:pt x="219163" y="98722"/>
                  <a:pt x="220054" y="96629"/>
                  <a:pt x="221836" y="95045"/>
                </a:cubicBezTo>
                <a:cubicBezTo>
                  <a:pt x="223618" y="93461"/>
                  <a:pt x="226602" y="92669"/>
                  <a:pt x="230789" y="92669"/>
                </a:cubicBezTo>
                <a:lnTo>
                  <a:pt x="241142" y="92669"/>
                </a:lnTo>
                <a:lnTo>
                  <a:pt x="241142" y="50577"/>
                </a:lnTo>
                <a:lnTo>
                  <a:pt x="234862" y="50577"/>
                </a:lnTo>
                <a:cubicBezTo>
                  <a:pt x="230675" y="50577"/>
                  <a:pt x="227691" y="49757"/>
                  <a:pt x="225909" y="48116"/>
                </a:cubicBezTo>
                <a:cubicBezTo>
                  <a:pt x="224127" y="46476"/>
                  <a:pt x="223236" y="44354"/>
                  <a:pt x="223236" y="41752"/>
                </a:cubicBezTo>
                <a:cubicBezTo>
                  <a:pt x="223236" y="39149"/>
                  <a:pt x="224127" y="37056"/>
                  <a:pt x="225909" y="35472"/>
                </a:cubicBezTo>
                <a:cubicBezTo>
                  <a:pt x="227691" y="33888"/>
                  <a:pt x="230675" y="33096"/>
                  <a:pt x="234862" y="33096"/>
                </a:cubicBezTo>
                <a:lnTo>
                  <a:pt x="258538" y="33096"/>
                </a:lnTo>
                <a:close/>
                <a:moveTo>
                  <a:pt x="366295" y="50577"/>
                </a:moveTo>
                <a:lnTo>
                  <a:pt x="366295" y="92669"/>
                </a:lnTo>
                <a:lnTo>
                  <a:pt x="391074" y="92669"/>
                </a:lnTo>
                <a:cubicBezTo>
                  <a:pt x="395261" y="92669"/>
                  <a:pt x="398245" y="93475"/>
                  <a:pt x="400027" y="95087"/>
                </a:cubicBezTo>
                <a:cubicBezTo>
                  <a:pt x="401809" y="96699"/>
                  <a:pt x="402700" y="98807"/>
                  <a:pt x="402700" y="101409"/>
                </a:cubicBezTo>
                <a:cubicBezTo>
                  <a:pt x="402700" y="104012"/>
                  <a:pt x="401809" y="106119"/>
                  <a:pt x="400027" y="107731"/>
                </a:cubicBezTo>
                <a:cubicBezTo>
                  <a:pt x="398245" y="109344"/>
                  <a:pt x="395261" y="110150"/>
                  <a:pt x="391074" y="110150"/>
                </a:cubicBezTo>
                <a:lnTo>
                  <a:pt x="338545" y="110150"/>
                </a:lnTo>
                <a:cubicBezTo>
                  <a:pt x="334358" y="110150"/>
                  <a:pt x="331374" y="109330"/>
                  <a:pt x="329592" y="107689"/>
                </a:cubicBezTo>
                <a:cubicBezTo>
                  <a:pt x="327810" y="106048"/>
                  <a:pt x="326919" y="103927"/>
                  <a:pt x="326919" y="101324"/>
                </a:cubicBezTo>
                <a:cubicBezTo>
                  <a:pt x="326919" y="98722"/>
                  <a:pt x="327810" y="96629"/>
                  <a:pt x="329592" y="95045"/>
                </a:cubicBezTo>
                <a:cubicBezTo>
                  <a:pt x="331374" y="93461"/>
                  <a:pt x="334358" y="92669"/>
                  <a:pt x="338545" y="92669"/>
                </a:cubicBezTo>
                <a:lnTo>
                  <a:pt x="348898" y="92669"/>
                </a:lnTo>
                <a:lnTo>
                  <a:pt x="348898" y="50577"/>
                </a:lnTo>
                <a:lnTo>
                  <a:pt x="340582" y="50577"/>
                </a:lnTo>
                <a:cubicBezTo>
                  <a:pt x="336395" y="50577"/>
                  <a:pt x="333411" y="49757"/>
                  <a:pt x="331629" y="48116"/>
                </a:cubicBezTo>
                <a:cubicBezTo>
                  <a:pt x="329847" y="46476"/>
                  <a:pt x="328956" y="44354"/>
                  <a:pt x="328956" y="41752"/>
                </a:cubicBezTo>
                <a:cubicBezTo>
                  <a:pt x="328956" y="39149"/>
                  <a:pt x="329847" y="37056"/>
                  <a:pt x="331629" y="35472"/>
                </a:cubicBezTo>
                <a:cubicBezTo>
                  <a:pt x="333411" y="33888"/>
                  <a:pt x="336395" y="33096"/>
                  <a:pt x="340582" y="33096"/>
                </a:cubicBezTo>
                <a:lnTo>
                  <a:pt x="348898" y="33096"/>
                </a:lnTo>
                <a:lnTo>
                  <a:pt x="348898" y="26461"/>
                </a:lnTo>
                <a:cubicBezTo>
                  <a:pt x="348898" y="18860"/>
                  <a:pt x="351741" y="12551"/>
                  <a:pt x="357427" y="7531"/>
                </a:cubicBezTo>
                <a:cubicBezTo>
                  <a:pt x="363112" y="2510"/>
                  <a:pt x="371358" y="0"/>
                  <a:pt x="382164" y="0"/>
                </a:cubicBezTo>
                <a:cubicBezTo>
                  <a:pt x="386972" y="0"/>
                  <a:pt x="392531" y="440"/>
                  <a:pt x="398839" y="1321"/>
                </a:cubicBezTo>
                <a:cubicBezTo>
                  <a:pt x="405147" y="2201"/>
                  <a:pt x="409192" y="3437"/>
                  <a:pt x="410974" y="5028"/>
                </a:cubicBezTo>
                <a:cubicBezTo>
                  <a:pt x="412756" y="6619"/>
                  <a:pt x="413647" y="8665"/>
                  <a:pt x="413647" y="11165"/>
                </a:cubicBezTo>
                <a:cubicBezTo>
                  <a:pt x="413647" y="13834"/>
                  <a:pt x="412855" y="16007"/>
                  <a:pt x="411271" y="17683"/>
                </a:cubicBezTo>
                <a:cubicBezTo>
                  <a:pt x="409687" y="19359"/>
                  <a:pt x="407735" y="20197"/>
                  <a:pt x="405416" y="20197"/>
                </a:cubicBezTo>
                <a:cubicBezTo>
                  <a:pt x="404341" y="20197"/>
                  <a:pt x="402728" y="19999"/>
                  <a:pt x="400579" y="19603"/>
                </a:cubicBezTo>
                <a:cubicBezTo>
                  <a:pt x="393394" y="18189"/>
                  <a:pt x="387029" y="17481"/>
                  <a:pt x="381485" y="17481"/>
                </a:cubicBezTo>
                <a:cubicBezTo>
                  <a:pt x="375714" y="17481"/>
                  <a:pt x="371740" y="18344"/>
                  <a:pt x="369562" y="20070"/>
                </a:cubicBezTo>
                <a:cubicBezTo>
                  <a:pt x="367384" y="21795"/>
                  <a:pt x="366295" y="23931"/>
                  <a:pt x="366295" y="26477"/>
                </a:cubicBezTo>
                <a:lnTo>
                  <a:pt x="366295" y="33096"/>
                </a:lnTo>
                <a:lnTo>
                  <a:pt x="393111" y="33096"/>
                </a:lnTo>
                <a:cubicBezTo>
                  <a:pt x="397297" y="33096"/>
                  <a:pt x="400282" y="33902"/>
                  <a:pt x="402064" y="35514"/>
                </a:cubicBezTo>
                <a:cubicBezTo>
                  <a:pt x="403846" y="37127"/>
                  <a:pt x="404737" y="39234"/>
                  <a:pt x="404737" y="41837"/>
                </a:cubicBezTo>
                <a:cubicBezTo>
                  <a:pt x="404737" y="44439"/>
                  <a:pt x="403846" y="46546"/>
                  <a:pt x="402064" y="48159"/>
                </a:cubicBezTo>
                <a:cubicBezTo>
                  <a:pt x="400282" y="49771"/>
                  <a:pt x="397297" y="50577"/>
                  <a:pt x="393111" y="50577"/>
                </a:cubicBezTo>
                <a:lnTo>
                  <a:pt x="366295" y="50577"/>
                </a:lnTo>
                <a:close/>
                <a:moveTo>
                  <a:pt x="515888" y="72981"/>
                </a:moveTo>
                <a:cubicBezTo>
                  <a:pt x="515888" y="79656"/>
                  <a:pt x="514035" y="86120"/>
                  <a:pt x="510330" y="92372"/>
                </a:cubicBezTo>
                <a:cubicBezTo>
                  <a:pt x="506624" y="98623"/>
                  <a:pt x="501108" y="103602"/>
                  <a:pt x="493782" y="107307"/>
                </a:cubicBezTo>
                <a:cubicBezTo>
                  <a:pt x="486455" y="111013"/>
                  <a:pt x="478804" y="112866"/>
                  <a:pt x="470827" y="112866"/>
                </a:cubicBezTo>
                <a:cubicBezTo>
                  <a:pt x="462906" y="112866"/>
                  <a:pt x="455325" y="111041"/>
                  <a:pt x="448084" y="107392"/>
                </a:cubicBezTo>
                <a:cubicBezTo>
                  <a:pt x="440842" y="103743"/>
                  <a:pt x="435326" y="98779"/>
                  <a:pt x="431536" y="92499"/>
                </a:cubicBezTo>
                <a:cubicBezTo>
                  <a:pt x="427746" y="86219"/>
                  <a:pt x="425850" y="79656"/>
                  <a:pt x="425850" y="72811"/>
                </a:cubicBezTo>
                <a:cubicBezTo>
                  <a:pt x="425850" y="65852"/>
                  <a:pt x="427774" y="59021"/>
                  <a:pt x="431621" y="52317"/>
                </a:cubicBezTo>
                <a:cubicBezTo>
                  <a:pt x="435468" y="45613"/>
                  <a:pt x="440998" y="40337"/>
                  <a:pt x="448211" y="36490"/>
                </a:cubicBezTo>
                <a:cubicBezTo>
                  <a:pt x="455424" y="32643"/>
                  <a:pt x="462963" y="30720"/>
                  <a:pt x="470827" y="30720"/>
                </a:cubicBezTo>
                <a:cubicBezTo>
                  <a:pt x="478747" y="30720"/>
                  <a:pt x="486371" y="32686"/>
                  <a:pt x="493697" y="36618"/>
                </a:cubicBezTo>
                <a:cubicBezTo>
                  <a:pt x="501023" y="40550"/>
                  <a:pt x="506553" y="45839"/>
                  <a:pt x="510287" y="52487"/>
                </a:cubicBezTo>
                <a:cubicBezTo>
                  <a:pt x="514021" y="59134"/>
                  <a:pt x="515888" y="65966"/>
                  <a:pt x="515888" y="72981"/>
                </a:cubicBezTo>
                <a:moveTo>
                  <a:pt x="498492" y="73060"/>
                </a:moveTo>
                <a:cubicBezTo>
                  <a:pt x="498492" y="67481"/>
                  <a:pt x="496483" y="62351"/>
                  <a:pt x="492466" y="57671"/>
                </a:cubicBezTo>
                <a:cubicBezTo>
                  <a:pt x="486979" y="51358"/>
                  <a:pt x="479766" y="48201"/>
                  <a:pt x="470827" y="48201"/>
                </a:cubicBezTo>
                <a:cubicBezTo>
                  <a:pt x="462963" y="48201"/>
                  <a:pt x="456400" y="50710"/>
                  <a:pt x="451139" y="55727"/>
                </a:cubicBezTo>
                <a:cubicBezTo>
                  <a:pt x="445878" y="60745"/>
                  <a:pt x="443247" y="66551"/>
                  <a:pt x="443247" y="73145"/>
                </a:cubicBezTo>
                <a:cubicBezTo>
                  <a:pt x="443247" y="78557"/>
                  <a:pt x="445906" y="83617"/>
                  <a:pt x="451224" y="88325"/>
                </a:cubicBezTo>
                <a:cubicBezTo>
                  <a:pt x="456542" y="93031"/>
                  <a:pt x="463076" y="95384"/>
                  <a:pt x="470827" y="95384"/>
                </a:cubicBezTo>
                <a:cubicBezTo>
                  <a:pt x="478634" y="95384"/>
                  <a:pt x="485197" y="93031"/>
                  <a:pt x="490515" y="88325"/>
                </a:cubicBezTo>
                <a:cubicBezTo>
                  <a:pt x="495833" y="83617"/>
                  <a:pt x="498492" y="78529"/>
                  <a:pt x="498492" y="73060"/>
                </a:cubicBezTo>
                <a:close/>
                <a:moveTo>
                  <a:pt x="571370" y="33096"/>
                </a:moveTo>
                <a:lnTo>
                  <a:pt x="571370" y="43958"/>
                </a:lnTo>
                <a:cubicBezTo>
                  <a:pt x="578668" y="38663"/>
                  <a:pt x="584425" y="35133"/>
                  <a:pt x="588639" y="33369"/>
                </a:cubicBezTo>
                <a:cubicBezTo>
                  <a:pt x="592854" y="31603"/>
                  <a:pt x="596800" y="30720"/>
                  <a:pt x="600478" y="30720"/>
                </a:cubicBezTo>
                <a:cubicBezTo>
                  <a:pt x="606135" y="30720"/>
                  <a:pt x="611623" y="32820"/>
                  <a:pt x="616941" y="37021"/>
                </a:cubicBezTo>
                <a:cubicBezTo>
                  <a:pt x="620561" y="39860"/>
                  <a:pt x="622372" y="42756"/>
                  <a:pt x="622372" y="45708"/>
                </a:cubicBezTo>
                <a:cubicBezTo>
                  <a:pt x="622372" y="48207"/>
                  <a:pt x="621509" y="50322"/>
                  <a:pt x="619784" y="52054"/>
                </a:cubicBezTo>
                <a:cubicBezTo>
                  <a:pt x="618058" y="53785"/>
                  <a:pt x="615979" y="54651"/>
                  <a:pt x="613546" y="54651"/>
                </a:cubicBezTo>
                <a:cubicBezTo>
                  <a:pt x="611396" y="54651"/>
                  <a:pt x="609133" y="53576"/>
                  <a:pt x="606757" y="51426"/>
                </a:cubicBezTo>
                <a:cubicBezTo>
                  <a:pt x="604381" y="49276"/>
                  <a:pt x="602260" y="48201"/>
                  <a:pt x="600393" y="48201"/>
                </a:cubicBezTo>
                <a:cubicBezTo>
                  <a:pt x="597960" y="48201"/>
                  <a:pt x="594325" y="49729"/>
                  <a:pt x="589488" y="52784"/>
                </a:cubicBezTo>
                <a:cubicBezTo>
                  <a:pt x="584651" y="55839"/>
                  <a:pt x="578612" y="60421"/>
                  <a:pt x="571370" y="66531"/>
                </a:cubicBezTo>
                <a:lnTo>
                  <a:pt x="571370" y="92669"/>
                </a:lnTo>
                <a:lnTo>
                  <a:pt x="596150" y="92669"/>
                </a:lnTo>
                <a:cubicBezTo>
                  <a:pt x="600336" y="92669"/>
                  <a:pt x="603320" y="93475"/>
                  <a:pt x="605103" y="95087"/>
                </a:cubicBezTo>
                <a:cubicBezTo>
                  <a:pt x="606885" y="96699"/>
                  <a:pt x="607776" y="98807"/>
                  <a:pt x="607776" y="101409"/>
                </a:cubicBezTo>
                <a:cubicBezTo>
                  <a:pt x="607776" y="104012"/>
                  <a:pt x="606885" y="106119"/>
                  <a:pt x="605103" y="107731"/>
                </a:cubicBezTo>
                <a:cubicBezTo>
                  <a:pt x="603320" y="109344"/>
                  <a:pt x="600336" y="110150"/>
                  <a:pt x="596150" y="110150"/>
                </a:cubicBezTo>
                <a:lnTo>
                  <a:pt x="543621" y="110150"/>
                </a:lnTo>
                <a:cubicBezTo>
                  <a:pt x="539434" y="110150"/>
                  <a:pt x="536450" y="109330"/>
                  <a:pt x="534668" y="107689"/>
                </a:cubicBezTo>
                <a:cubicBezTo>
                  <a:pt x="532886" y="106048"/>
                  <a:pt x="531995" y="103927"/>
                  <a:pt x="531995" y="101324"/>
                </a:cubicBezTo>
                <a:cubicBezTo>
                  <a:pt x="531995" y="98722"/>
                  <a:pt x="532886" y="96629"/>
                  <a:pt x="534668" y="95045"/>
                </a:cubicBezTo>
                <a:cubicBezTo>
                  <a:pt x="536450" y="93461"/>
                  <a:pt x="539434" y="92669"/>
                  <a:pt x="543621" y="92669"/>
                </a:cubicBezTo>
                <a:lnTo>
                  <a:pt x="553974" y="92669"/>
                </a:lnTo>
                <a:lnTo>
                  <a:pt x="553974" y="50577"/>
                </a:lnTo>
                <a:lnTo>
                  <a:pt x="547694" y="50577"/>
                </a:lnTo>
                <a:cubicBezTo>
                  <a:pt x="543507" y="50577"/>
                  <a:pt x="540523" y="49757"/>
                  <a:pt x="538741" y="48116"/>
                </a:cubicBezTo>
                <a:cubicBezTo>
                  <a:pt x="536959" y="46476"/>
                  <a:pt x="536068" y="44354"/>
                  <a:pt x="536068" y="41752"/>
                </a:cubicBezTo>
                <a:cubicBezTo>
                  <a:pt x="536068" y="39149"/>
                  <a:pt x="536959" y="37056"/>
                  <a:pt x="538741" y="35472"/>
                </a:cubicBezTo>
                <a:cubicBezTo>
                  <a:pt x="540523" y="33888"/>
                  <a:pt x="543507" y="33096"/>
                  <a:pt x="547694" y="33096"/>
                </a:cubicBezTo>
                <a:lnTo>
                  <a:pt x="571370" y="33096"/>
                </a:lnTo>
                <a:close/>
                <a:moveTo>
                  <a:pt x="652396" y="33096"/>
                </a:moveTo>
                <a:lnTo>
                  <a:pt x="652396" y="38018"/>
                </a:lnTo>
                <a:cubicBezTo>
                  <a:pt x="655225" y="35182"/>
                  <a:pt x="657784" y="33229"/>
                  <a:pt x="660076" y="32157"/>
                </a:cubicBezTo>
                <a:cubicBezTo>
                  <a:pt x="662367" y="31086"/>
                  <a:pt x="665012" y="30550"/>
                  <a:pt x="668010" y="30550"/>
                </a:cubicBezTo>
                <a:cubicBezTo>
                  <a:pt x="670556" y="30550"/>
                  <a:pt x="673074" y="31187"/>
                  <a:pt x="675563" y="32459"/>
                </a:cubicBezTo>
                <a:cubicBezTo>
                  <a:pt x="678052" y="33732"/>
                  <a:pt x="680485" y="35642"/>
                  <a:pt x="682861" y="38188"/>
                </a:cubicBezTo>
                <a:cubicBezTo>
                  <a:pt x="685859" y="35670"/>
                  <a:pt x="688900" y="33796"/>
                  <a:pt x="691984" y="32566"/>
                </a:cubicBezTo>
                <a:cubicBezTo>
                  <a:pt x="695067" y="31335"/>
                  <a:pt x="698221" y="30720"/>
                  <a:pt x="701446" y="30720"/>
                </a:cubicBezTo>
                <a:cubicBezTo>
                  <a:pt x="707895" y="30720"/>
                  <a:pt x="713128" y="32445"/>
                  <a:pt x="717145" y="35896"/>
                </a:cubicBezTo>
                <a:cubicBezTo>
                  <a:pt x="722463" y="40422"/>
                  <a:pt x="725122" y="46363"/>
                  <a:pt x="725122" y="53717"/>
                </a:cubicBezTo>
                <a:lnTo>
                  <a:pt x="725122" y="92669"/>
                </a:lnTo>
                <a:cubicBezTo>
                  <a:pt x="728743" y="92669"/>
                  <a:pt x="731430" y="93475"/>
                  <a:pt x="733184" y="95087"/>
                </a:cubicBezTo>
                <a:cubicBezTo>
                  <a:pt x="734938" y="96699"/>
                  <a:pt x="735814" y="98807"/>
                  <a:pt x="735814" y="101409"/>
                </a:cubicBezTo>
                <a:cubicBezTo>
                  <a:pt x="735814" y="104012"/>
                  <a:pt x="734938" y="106119"/>
                  <a:pt x="733184" y="107731"/>
                </a:cubicBezTo>
                <a:cubicBezTo>
                  <a:pt x="731430" y="109344"/>
                  <a:pt x="728460" y="110150"/>
                  <a:pt x="724273" y="110150"/>
                </a:cubicBezTo>
                <a:lnTo>
                  <a:pt x="707725" y="110150"/>
                </a:lnTo>
                <a:lnTo>
                  <a:pt x="707725" y="55245"/>
                </a:lnTo>
                <a:cubicBezTo>
                  <a:pt x="707725" y="52586"/>
                  <a:pt x="707244" y="50747"/>
                  <a:pt x="706283" y="49729"/>
                </a:cubicBezTo>
                <a:cubicBezTo>
                  <a:pt x="705321" y="48710"/>
                  <a:pt x="703850" y="48201"/>
                  <a:pt x="701870" y="48201"/>
                </a:cubicBezTo>
                <a:cubicBezTo>
                  <a:pt x="699946" y="48201"/>
                  <a:pt x="698164" y="48702"/>
                  <a:pt x="696524" y="49705"/>
                </a:cubicBezTo>
                <a:cubicBezTo>
                  <a:pt x="694430" y="51098"/>
                  <a:pt x="691885" y="53717"/>
                  <a:pt x="688886" y="57562"/>
                </a:cubicBezTo>
                <a:lnTo>
                  <a:pt x="688886" y="92669"/>
                </a:lnTo>
                <a:cubicBezTo>
                  <a:pt x="692507" y="92669"/>
                  <a:pt x="695194" y="93475"/>
                  <a:pt x="696948" y="95087"/>
                </a:cubicBezTo>
                <a:cubicBezTo>
                  <a:pt x="698702" y="96699"/>
                  <a:pt x="699579" y="98807"/>
                  <a:pt x="699579" y="101409"/>
                </a:cubicBezTo>
                <a:cubicBezTo>
                  <a:pt x="699579" y="104012"/>
                  <a:pt x="698702" y="106119"/>
                  <a:pt x="696948" y="107731"/>
                </a:cubicBezTo>
                <a:cubicBezTo>
                  <a:pt x="695194" y="109344"/>
                  <a:pt x="692224" y="110150"/>
                  <a:pt x="688038" y="110150"/>
                </a:cubicBezTo>
                <a:lnTo>
                  <a:pt x="671490" y="110150"/>
                </a:lnTo>
                <a:lnTo>
                  <a:pt x="671490" y="55094"/>
                </a:lnTo>
                <a:cubicBezTo>
                  <a:pt x="671490" y="52484"/>
                  <a:pt x="670995" y="50655"/>
                  <a:pt x="670005" y="49607"/>
                </a:cubicBezTo>
                <a:cubicBezTo>
                  <a:pt x="669014" y="48557"/>
                  <a:pt x="667529" y="48032"/>
                  <a:pt x="665549" y="48032"/>
                </a:cubicBezTo>
                <a:cubicBezTo>
                  <a:pt x="663513" y="48032"/>
                  <a:pt x="661504" y="48670"/>
                  <a:pt x="659524" y="49946"/>
                </a:cubicBezTo>
                <a:cubicBezTo>
                  <a:pt x="657544" y="51223"/>
                  <a:pt x="655168" y="53761"/>
                  <a:pt x="652396" y="57562"/>
                </a:cubicBezTo>
                <a:lnTo>
                  <a:pt x="652396" y="92669"/>
                </a:lnTo>
                <a:cubicBezTo>
                  <a:pt x="656017" y="92669"/>
                  <a:pt x="658718" y="93475"/>
                  <a:pt x="660500" y="95087"/>
                </a:cubicBezTo>
                <a:cubicBezTo>
                  <a:pt x="662282" y="96699"/>
                  <a:pt x="663173" y="98807"/>
                  <a:pt x="663173" y="101409"/>
                </a:cubicBezTo>
                <a:cubicBezTo>
                  <a:pt x="663173" y="104012"/>
                  <a:pt x="662282" y="106119"/>
                  <a:pt x="660500" y="107731"/>
                </a:cubicBezTo>
                <a:cubicBezTo>
                  <a:pt x="658718" y="109344"/>
                  <a:pt x="655734" y="110150"/>
                  <a:pt x="651547" y="110150"/>
                </a:cubicBezTo>
                <a:lnTo>
                  <a:pt x="635848" y="110150"/>
                </a:lnTo>
                <a:cubicBezTo>
                  <a:pt x="631661" y="110150"/>
                  <a:pt x="628677" y="109330"/>
                  <a:pt x="626895" y="107689"/>
                </a:cubicBezTo>
                <a:cubicBezTo>
                  <a:pt x="625113" y="106048"/>
                  <a:pt x="624222" y="103927"/>
                  <a:pt x="624222" y="101324"/>
                </a:cubicBezTo>
                <a:cubicBezTo>
                  <a:pt x="624222" y="98722"/>
                  <a:pt x="625099" y="96629"/>
                  <a:pt x="626853" y="95045"/>
                </a:cubicBezTo>
                <a:cubicBezTo>
                  <a:pt x="628606" y="93461"/>
                  <a:pt x="631322" y="92669"/>
                  <a:pt x="634999" y="92669"/>
                </a:cubicBezTo>
                <a:lnTo>
                  <a:pt x="634999" y="50577"/>
                </a:lnTo>
                <a:cubicBezTo>
                  <a:pt x="631322" y="50577"/>
                  <a:pt x="628606" y="49757"/>
                  <a:pt x="626853" y="48116"/>
                </a:cubicBezTo>
                <a:cubicBezTo>
                  <a:pt x="625099" y="46476"/>
                  <a:pt x="624222" y="44354"/>
                  <a:pt x="624222" y="41752"/>
                </a:cubicBezTo>
                <a:cubicBezTo>
                  <a:pt x="624222" y="39149"/>
                  <a:pt x="625113" y="37056"/>
                  <a:pt x="626895" y="35472"/>
                </a:cubicBezTo>
                <a:cubicBezTo>
                  <a:pt x="628677" y="33888"/>
                  <a:pt x="631661" y="33096"/>
                  <a:pt x="635848" y="33096"/>
                </a:cubicBezTo>
                <a:lnTo>
                  <a:pt x="652396" y="3309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_">
            <a:extLst xmlns:a="http://schemas.openxmlformats.org/drawingml/2006/main">
              <a:ext uri="{FF2B5EF4-FFF2-40B4-BE49-F238E27FC236}">
                <a16:creationId xmlns:a16="http://schemas.microsoft.com/office/drawing/2014/main" id="{925345A9-8BC7-4F3F-B8B9-EE9526B5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922" y="2988149"/>
            <a:ext cx="118721" cy="17481"/>
          </a:xfrm>
          <a:custGeom xmlns:a="http://schemas.openxmlformats.org/drawingml/2006/main">
            <a:pathLst>
              <a:path w="118721" h="17481">
                <a:moveTo>
                  <a:pt x="107180" y="17481"/>
                </a:moveTo>
                <a:lnTo>
                  <a:pt x="11626" y="17481"/>
                </a:lnTo>
                <a:cubicBezTo>
                  <a:pt x="7440" y="17481"/>
                  <a:pt x="4455" y="16685"/>
                  <a:pt x="2673" y="15092"/>
                </a:cubicBezTo>
                <a:cubicBezTo>
                  <a:pt x="891" y="13501"/>
                  <a:pt x="0" y="11398"/>
                  <a:pt x="0" y="8783"/>
                </a:cubicBezTo>
                <a:cubicBezTo>
                  <a:pt x="0" y="6168"/>
                  <a:pt x="891" y="4050"/>
                  <a:pt x="2673" y="2429"/>
                </a:cubicBezTo>
                <a:cubicBezTo>
                  <a:pt x="4455" y="810"/>
                  <a:pt x="7440" y="0"/>
                  <a:pt x="11626" y="0"/>
                </a:cubicBezTo>
                <a:lnTo>
                  <a:pt x="107180" y="0"/>
                </a:lnTo>
                <a:cubicBezTo>
                  <a:pt x="111310" y="0"/>
                  <a:pt x="114266" y="810"/>
                  <a:pt x="116048" y="2429"/>
                </a:cubicBezTo>
                <a:cubicBezTo>
                  <a:pt x="117830" y="4050"/>
                  <a:pt x="118721" y="6168"/>
                  <a:pt x="118721" y="8783"/>
                </a:cubicBezTo>
                <a:cubicBezTo>
                  <a:pt x="118721" y="11341"/>
                  <a:pt x="117844" y="13430"/>
                  <a:pt x="116090" y="15050"/>
                </a:cubicBezTo>
                <a:cubicBezTo>
                  <a:pt x="114336" y="16671"/>
                  <a:pt x="111366" y="17481"/>
                  <a:pt x="107180" y="17481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V">
            <a:extLst xmlns:a="http://schemas.openxmlformats.org/drawingml/2006/main">
              <a:ext uri="{FF2B5EF4-FFF2-40B4-BE49-F238E27FC236}">
                <a16:creationId xmlns:a16="http://schemas.microsoft.com/office/drawing/2014/main" id="{85EFF437-E1F8-441A-B027-7023A4C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084" y="2850334"/>
            <a:ext cx="112272" cy="103022"/>
          </a:xfrm>
          <a:custGeom xmlns:a="http://schemas.openxmlformats.org/drawingml/2006/main">
            <a:pathLst>
              <a:path w="112272" h="103022">
                <a:moveTo>
                  <a:pt x="56093" y="77648"/>
                </a:moveTo>
                <a:lnTo>
                  <a:pt x="81297" y="17481"/>
                </a:lnTo>
                <a:lnTo>
                  <a:pt x="77309" y="17481"/>
                </a:lnTo>
                <a:cubicBezTo>
                  <a:pt x="73122" y="17481"/>
                  <a:pt x="70138" y="16675"/>
                  <a:pt x="68356" y="15063"/>
                </a:cubicBezTo>
                <a:cubicBezTo>
                  <a:pt x="66574" y="13451"/>
                  <a:pt x="65683" y="11343"/>
                  <a:pt x="65683" y="8741"/>
                </a:cubicBezTo>
                <a:cubicBezTo>
                  <a:pt x="65683" y="6138"/>
                  <a:pt x="66574" y="4031"/>
                  <a:pt x="68356" y="2419"/>
                </a:cubicBezTo>
                <a:cubicBezTo>
                  <a:pt x="70138" y="806"/>
                  <a:pt x="73122" y="0"/>
                  <a:pt x="77309" y="0"/>
                </a:cubicBezTo>
                <a:lnTo>
                  <a:pt x="100646" y="170"/>
                </a:lnTo>
                <a:cubicBezTo>
                  <a:pt x="104832" y="170"/>
                  <a:pt x="107816" y="962"/>
                  <a:pt x="109598" y="2546"/>
                </a:cubicBezTo>
                <a:cubicBezTo>
                  <a:pt x="111380" y="4130"/>
                  <a:pt x="112272" y="6223"/>
                  <a:pt x="112272" y="8826"/>
                </a:cubicBezTo>
                <a:cubicBezTo>
                  <a:pt x="112272" y="11428"/>
                  <a:pt x="110914" y="13823"/>
                  <a:pt x="108198" y="16010"/>
                </a:cubicBezTo>
                <a:cubicBezTo>
                  <a:pt x="106897" y="17104"/>
                  <a:pt x="104238" y="17651"/>
                  <a:pt x="100221" y="17651"/>
                </a:cubicBezTo>
                <a:lnTo>
                  <a:pt x="64495" y="103022"/>
                </a:lnTo>
                <a:lnTo>
                  <a:pt x="47777" y="103022"/>
                </a:lnTo>
                <a:lnTo>
                  <a:pt x="12135" y="17481"/>
                </a:lnTo>
                <a:cubicBezTo>
                  <a:pt x="8062" y="17481"/>
                  <a:pt x="5375" y="16932"/>
                  <a:pt x="4073" y="15835"/>
                </a:cubicBezTo>
                <a:cubicBezTo>
                  <a:pt x="1358" y="13708"/>
                  <a:pt x="0" y="11343"/>
                  <a:pt x="0" y="8741"/>
                </a:cubicBezTo>
                <a:cubicBezTo>
                  <a:pt x="0" y="6138"/>
                  <a:pt x="891" y="4031"/>
                  <a:pt x="2673" y="2419"/>
                </a:cubicBezTo>
                <a:cubicBezTo>
                  <a:pt x="4455" y="806"/>
                  <a:pt x="7440" y="0"/>
                  <a:pt x="11626" y="0"/>
                </a:cubicBezTo>
                <a:lnTo>
                  <a:pt x="35133" y="170"/>
                </a:lnTo>
                <a:cubicBezTo>
                  <a:pt x="39263" y="170"/>
                  <a:pt x="42219" y="962"/>
                  <a:pt x="44001" y="2546"/>
                </a:cubicBezTo>
                <a:cubicBezTo>
                  <a:pt x="45783" y="4130"/>
                  <a:pt x="46674" y="6223"/>
                  <a:pt x="46674" y="8826"/>
                </a:cubicBezTo>
                <a:cubicBezTo>
                  <a:pt x="46674" y="11428"/>
                  <a:pt x="45797" y="13550"/>
                  <a:pt x="44043" y="15190"/>
                </a:cubicBezTo>
                <a:cubicBezTo>
                  <a:pt x="42289" y="16831"/>
                  <a:pt x="39319" y="17651"/>
                  <a:pt x="35133" y="17651"/>
                </a:cubicBezTo>
                <a:lnTo>
                  <a:pt x="31059" y="17651"/>
                </a:lnTo>
                <a:lnTo>
                  <a:pt x="56093" y="7764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MEXIT(ghcb)">
            <a:extLst xmlns:a="http://schemas.openxmlformats.org/drawingml/2006/main">
              <a:ext uri="{FF2B5EF4-FFF2-40B4-BE49-F238E27FC236}">
                <a16:creationId xmlns:a16="http://schemas.microsoft.com/office/drawing/2014/main" id="{00D8D9DE-14E7-4CD0-A68C-A160641F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125" y="2841678"/>
            <a:ext cx="1105572" cy="147998"/>
          </a:xfrm>
          <a:custGeom xmlns:a="http://schemas.openxmlformats.org/drawingml/2006/main">
            <a:pathLst>
              <a:path w="1105572" h="147998">
                <a:moveTo>
                  <a:pt x="109949" y="15921"/>
                </a:moveTo>
                <a:lnTo>
                  <a:pt x="109898" y="15625"/>
                </a:lnTo>
                <a:lnTo>
                  <a:pt x="109838" y="15334"/>
                </a:lnTo>
                <a:lnTo>
                  <a:pt x="109768" y="15049"/>
                </a:lnTo>
                <a:lnTo>
                  <a:pt x="109689" y="14769"/>
                </a:lnTo>
                <a:lnTo>
                  <a:pt x="109601" y="14494"/>
                </a:lnTo>
                <a:lnTo>
                  <a:pt x="109504" y="14224"/>
                </a:lnTo>
                <a:lnTo>
                  <a:pt x="109397" y="13960"/>
                </a:lnTo>
                <a:lnTo>
                  <a:pt x="109281" y="13701"/>
                </a:lnTo>
                <a:lnTo>
                  <a:pt x="109156" y="13447"/>
                </a:lnTo>
                <a:lnTo>
                  <a:pt x="109021" y="13199"/>
                </a:lnTo>
                <a:lnTo>
                  <a:pt x="108877" y="12955"/>
                </a:lnTo>
                <a:lnTo>
                  <a:pt x="108724" y="12718"/>
                </a:lnTo>
                <a:lnTo>
                  <a:pt x="108561" y="12485"/>
                </a:lnTo>
                <a:lnTo>
                  <a:pt x="108390" y="12258"/>
                </a:lnTo>
                <a:lnTo>
                  <a:pt x="108209" y="12036"/>
                </a:lnTo>
                <a:lnTo>
                  <a:pt x="108019" y="11820"/>
                </a:lnTo>
                <a:lnTo>
                  <a:pt x="107819" y="11608"/>
                </a:lnTo>
                <a:lnTo>
                  <a:pt x="107610" y="11402"/>
                </a:lnTo>
                <a:lnTo>
                  <a:pt x="107392" y="11202"/>
                </a:lnTo>
                <a:lnTo>
                  <a:pt x="107163" y="11008"/>
                </a:lnTo>
                <a:lnTo>
                  <a:pt x="106921" y="10822"/>
                </a:lnTo>
                <a:lnTo>
                  <a:pt x="106667" y="10645"/>
                </a:lnTo>
                <a:lnTo>
                  <a:pt x="106401" y="10476"/>
                </a:lnTo>
                <a:lnTo>
                  <a:pt x="106122" y="10315"/>
                </a:lnTo>
                <a:lnTo>
                  <a:pt x="105830" y="10162"/>
                </a:lnTo>
                <a:lnTo>
                  <a:pt x="105526" y="10018"/>
                </a:lnTo>
                <a:lnTo>
                  <a:pt x="105209" y="9882"/>
                </a:lnTo>
                <a:lnTo>
                  <a:pt x="104880" y="9754"/>
                </a:lnTo>
                <a:lnTo>
                  <a:pt x="104538" y="9634"/>
                </a:lnTo>
                <a:lnTo>
                  <a:pt x="104184" y="9523"/>
                </a:lnTo>
                <a:lnTo>
                  <a:pt x="103817" y="9420"/>
                </a:lnTo>
                <a:lnTo>
                  <a:pt x="103438" y="9325"/>
                </a:lnTo>
                <a:lnTo>
                  <a:pt x="103046" y="9238"/>
                </a:lnTo>
                <a:lnTo>
                  <a:pt x="102642" y="9160"/>
                </a:lnTo>
                <a:lnTo>
                  <a:pt x="102225" y="9090"/>
                </a:lnTo>
                <a:lnTo>
                  <a:pt x="101795" y="9028"/>
                </a:lnTo>
                <a:lnTo>
                  <a:pt x="101354" y="8974"/>
                </a:lnTo>
                <a:lnTo>
                  <a:pt x="100899" y="8929"/>
                </a:lnTo>
                <a:lnTo>
                  <a:pt x="100432" y="8892"/>
                </a:lnTo>
                <a:lnTo>
                  <a:pt x="99953" y="8863"/>
                </a:lnTo>
                <a:lnTo>
                  <a:pt x="99461" y="8842"/>
                </a:lnTo>
                <a:lnTo>
                  <a:pt x="98956" y="8830"/>
                </a:lnTo>
                <a:lnTo>
                  <a:pt x="98439" y="8826"/>
                </a:lnTo>
                <a:lnTo>
                  <a:pt x="79176" y="8656"/>
                </a:lnTo>
                <a:lnTo>
                  <a:pt x="55924" y="61100"/>
                </a:lnTo>
                <a:lnTo>
                  <a:pt x="32247" y="8826"/>
                </a:lnTo>
                <a:lnTo>
                  <a:pt x="13154" y="8656"/>
                </a:lnTo>
                <a:lnTo>
                  <a:pt x="12636" y="8660"/>
                </a:lnTo>
                <a:lnTo>
                  <a:pt x="12132" y="8673"/>
                </a:lnTo>
                <a:lnTo>
                  <a:pt x="11640" y="8694"/>
                </a:lnTo>
                <a:lnTo>
                  <a:pt x="11160" y="8723"/>
                </a:lnTo>
                <a:lnTo>
                  <a:pt x="10693" y="8761"/>
                </a:lnTo>
                <a:lnTo>
                  <a:pt x="10239" y="8807"/>
                </a:lnTo>
                <a:lnTo>
                  <a:pt x="9797" y="8862"/>
                </a:lnTo>
                <a:lnTo>
                  <a:pt x="9368" y="8925"/>
                </a:lnTo>
                <a:lnTo>
                  <a:pt x="8951" y="8996"/>
                </a:lnTo>
                <a:lnTo>
                  <a:pt x="8547" y="9076"/>
                </a:lnTo>
                <a:lnTo>
                  <a:pt x="8155" y="9164"/>
                </a:lnTo>
                <a:lnTo>
                  <a:pt x="7775" y="9260"/>
                </a:lnTo>
                <a:lnTo>
                  <a:pt x="7409" y="9365"/>
                </a:lnTo>
                <a:lnTo>
                  <a:pt x="7054" y="9479"/>
                </a:lnTo>
                <a:lnTo>
                  <a:pt x="6713" y="9601"/>
                </a:lnTo>
                <a:lnTo>
                  <a:pt x="6383" y="9731"/>
                </a:lnTo>
                <a:lnTo>
                  <a:pt x="6067" y="9869"/>
                </a:lnTo>
                <a:lnTo>
                  <a:pt x="5763" y="10016"/>
                </a:lnTo>
                <a:lnTo>
                  <a:pt x="5471" y="10172"/>
                </a:lnTo>
                <a:lnTo>
                  <a:pt x="5192" y="10335"/>
                </a:lnTo>
                <a:lnTo>
                  <a:pt x="4925" y="10508"/>
                </a:lnTo>
                <a:lnTo>
                  <a:pt x="4671" y="10688"/>
                </a:lnTo>
                <a:lnTo>
                  <a:pt x="4430" y="10877"/>
                </a:lnTo>
                <a:lnTo>
                  <a:pt x="4201" y="11074"/>
                </a:lnTo>
                <a:lnTo>
                  <a:pt x="3983" y="11279"/>
                </a:lnTo>
                <a:lnTo>
                  <a:pt x="3774" y="11488"/>
                </a:lnTo>
                <a:lnTo>
                  <a:pt x="3574" y="11702"/>
                </a:lnTo>
                <a:lnTo>
                  <a:pt x="3384" y="11922"/>
                </a:lnTo>
                <a:lnTo>
                  <a:pt x="3203" y="12147"/>
                </a:lnTo>
                <a:lnTo>
                  <a:pt x="3031" y="12376"/>
                </a:lnTo>
                <a:lnTo>
                  <a:pt x="2869" y="12612"/>
                </a:lnTo>
                <a:lnTo>
                  <a:pt x="2716" y="12852"/>
                </a:lnTo>
                <a:lnTo>
                  <a:pt x="2572" y="13097"/>
                </a:lnTo>
                <a:lnTo>
                  <a:pt x="2437" y="13348"/>
                </a:lnTo>
                <a:lnTo>
                  <a:pt x="2312" y="13603"/>
                </a:lnTo>
                <a:lnTo>
                  <a:pt x="2196" y="13864"/>
                </a:lnTo>
                <a:lnTo>
                  <a:pt x="2089" y="14130"/>
                </a:lnTo>
                <a:lnTo>
                  <a:pt x="1992" y="14401"/>
                </a:lnTo>
                <a:lnTo>
                  <a:pt x="1903" y="14678"/>
                </a:lnTo>
                <a:lnTo>
                  <a:pt x="1825" y="14959"/>
                </a:lnTo>
                <a:lnTo>
                  <a:pt x="1755" y="15246"/>
                </a:lnTo>
                <a:lnTo>
                  <a:pt x="1695" y="15538"/>
                </a:lnTo>
                <a:lnTo>
                  <a:pt x="1644" y="15835"/>
                </a:lnTo>
                <a:lnTo>
                  <a:pt x="1602" y="16137"/>
                </a:lnTo>
                <a:lnTo>
                  <a:pt x="1569" y="16444"/>
                </a:lnTo>
                <a:lnTo>
                  <a:pt x="1546" y="16756"/>
                </a:lnTo>
                <a:lnTo>
                  <a:pt x="1532" y="17074"/>
                </a:lnTo>
                <a:lnTo>
                  <a:pt x="1528" y="17397"/>
                </a:lnTo>
                <a:lnTo>
                  <a:pt x="1532" y="17719"/>
                </a:lnTo>
                <a:lnTo>
                  <a:pt x="1544" y="18037"/>
                </a:lnTo>
                <a:lnTo>
                  <a:pt x="1564" y="18349"/>
                </a:lnTo>
                <a:lnTo>
                  <a:pt x="1592" y="18657"/>
                </a:lnTo>
                <a:lnTo>
                  <a:pt x="1629" y="18959"/>
                </a:lnTo>
                <a:lnTo>
                  <a:pt x="1673" y="19256"/>
                </a:lnTo>
                <a:lnTo>
                  <a:pt x="1726" y="19547"/>
                </a:lnTo>
                <a:lnTo>
                  <a:pt x="1787" y="19834"/>
                </a:lnTo>
                <a:lnTo>
                  <a:pt x="1856" y="20115"/>
                </a:lnTo>
                <a:lnTo>
                  <a:pt x="1933" y="20392"/>
                </a:lnTo>
                <a:lnTo>
                  <a:pt x="2018" y="20663"/>
                </a:lnTo>
                <a:lnTo>
                  <a:pt x="2111" y="20929"/>
                </a:lnTo>
                <a:lnTo>
                  <a:pt x="2212" y="21190"/>
                </a:lnTo>
                <a:lnTo>
                  <a:pt x="2322" y="21445"/>
                </a:lnTo>
                <a:lnTo>
                  <a:pt x="2439" y="21696"/>
                </a:lnTo>
                <a:lnTo>
                  <a:pt x="2565" y="21941"/>
                </a:lnTo>
                <a:lnTo>
                  <a:pt x="2698" y="22182"/>
                </a:lnTo>
                <a:lnTo>
                  <a:pt x="2840" y="22417"/>
                </a:lnTo>
                <a:lnTo>
                  <a:pt x="2990" y="22647"/>
                </a:lnTo>
                <a:lnTo>
                  <a:pt x="3148" y="22871"/>
                </a:lnTo>
                <a:lnTo>
                  <a:pt x="3314" y="23091"/>
                </a:lnTo>
                <a:lnTo>
                  <a:pt x="3488" y="23305"/>
                </a:lnTo>
                <a:lnTo>
                  <a:pt x="3671" y="23515"/>
                </a:lnTo>
                <a:lnTo>
                  <a:pt x="3861" y="23719"/>
                </a:lnTo>
                <a:lnTo>
                  <a:pt x="4060" y="23916"/>
                </a:lnTo>
                <a:lnTo>
                  <a:pt x="4266" y="24105"/>
                </a:lnTo>
                <a:lnTo>
                  <a:pt x="4480" y="24286"/>
                </a:lnTo>
                <a:lnTo>
                  <a:pt x="4702" y="24458"/>
                </a:lnTo>
                <a:lnTo>
                  <a:pt x="4931" y="24621"/>
                </a:lnTo>
                <a:lnTo>
                  <a:pt x="5169" y="24777"/>
                </a:lnTo>
                <a:lnTo>
                  <a:pt x="5414" y="24924"/>
                </a:lnTo>
                <a:lnTo>
                  <a:pt x="5667" y="25062"/>
                </a:lnTo>
                <a:lnTo>
                  <a:pt x="5928" y="25193"/>
                </a:lnTo>
                <a:lnTo>
                  <a:pt x="6196" y="25314"/>
                </a:lnTo>
                <a:lnTo>
                  <a:pt x="6473" y="25428"/>
                </a:lnTo>
                <a:lnTo>
                  <a:pt x="6757" y="25533"/>
                </a:lnTo>
                <a:lnTo>
                  <a:pt x="7049" y="25629"/>
                </a:lnTo>
                <a:lnTo>
                  <a:pt x="7349" y="25717"/>
                </a:lnTo>
                <a:lnTo>
                  <a:pt x="7657" y="25797"/>
                </a:lnTo>
                <a:lnTo>
                  <a:pt x="7972" y="25869"/>
                </a:lnTo>
                <a:lnTo>
                  <a:pt x="8296" y="25932"/>
                </a:lnTo>
                <a:lnTo>
                  <a:pt x="8627" y="25986"/>
                </a:lnTo>
                <a:lnTo>
                  <a:pt x="8966" y="26032"/>
                </a:lnTo>
                <a:lnTo>
                  <a:pt x="9312" y="26070"/>
                </a:lnTo>
                <a:lnTo>
                  <a:pt x="9667" y="26099"/>
                </a:lnTo>
                <a:lnTo>
                  <a:pt x="10029" y="26120"/>
                </a:lnTo>
                <a:lnTo>
                  <a:pt x="10399" y="26133"/>
                </a:lnTo>
                <a:lnTo>
                  <a:pt x="10777" y="26137"/>
                </a:lnTo>
                <a:lnTo>
                  <a:pt x="10777" y="94196"/>
                </a:lnTo>
                <a:lnTo>
                  <a:pt x="10323" y="94200"/>
                </a:lnTo>
                <a:lnTo>
                  <a:pt x="9878" y="94213"/>
                </a:lnTo>
                <a:lnTo>
                  <a:pt x="9443" y="94233"/>
                </a:lnTo>
                <a:lnTo>
                  <a:pt x="9019" y="94262"/>
                </a:lnTo>
                <a:lnTo>
                  <a:pt x="8604" y="94299"/>
                </a:lnTo>
                <a:lnTo>
                  <a:pt x="8200" y="94345"/>
                </a:lnTo>
                <a:lnTo>
                  <a:pt x="7805" y="94398"/>
                </a:lnTo>
                <a:lnTo>
                  <a:pt x="7421" y="94460"/>
                </a:lnTo>
                <a:lnTo>
                  <a:pt x="7046" y="94530"/>
                </a:lnTo>
                <a:lnTo>
                  <a:pt x="6682" y="94609"/>
                </a:lnTo>
                <a:lnTo>
                  <a:pt x="6327" y="94695"/>
                </a:lnTo>
                <a:lnTo>
                  <a:pt x="5983" y="94790"/>
                </a:lnTo>
                <a:lnTo>
                  <a:pt x="5648" y="94893"/>
                </a:lnTo>
                <a:lnTo>
                  <a:pt x="5324" y="95005"/>
                </a:lnTo>
                <a:lnTo>
                  <a:pt x="5009" y="95124"/>
                </a:lnTo>
                <a:lnTo>
                  <a:pt x="4705" y="95252"/>
                </a:lnTo>
                <a:lnTo>
                  <a:pt x="4411" y="95388"/>
                </a:lnTo>
                <a:lnTo>
                  <a:pt x="4126" y="95533"/>
                </a:lnTo>
                <a:lnTo>
                  <a:pt x="3852" y="95685"/>
                </a:lnTo>
                <a:lnTo>
                  <a:pt x="3588" y="95846"/>
                </a:lnTo>
                <a:lnTo>
                  <a:pt x="3333" y="96015"/>
                </a:lnTo>
                <a:lnTo>
                  <a:pt x="3089" y="96193"/>
                </a:lnTo>
                <a:lnTo>
                  <a:pt x="2855" y="96378"/>
                </a:lnTo>
                <a:lnTo>
                  <a:pt x="2631" y="96572"/>
                </a:lnTo>
                <a:lnTo>
                  <a:pt x="2416" y="96773"/>
                </a:lnTo>
                <a:lnTo>
                  <a:pt x="2211" y="96979"/>
                </a:lnTo>
                <a:lnTo>
                  <a:pt x="2014" y="97190"/>
                </a:lnTo>
                <a:lnTo>
                  <a:pt x="1827" y="97407"/>
                </a:lnTo>
                <a:lnTo>
                  <a:pt x="1649" y="97629"/>
                </a:lnTo>
                <a:lnTo>
                  <a:pt x="1480" y="97856"/>
                </a:lnTo>
                <a:lnTo>
                  <a:pt x="1320" y="98088"/>
                </a:lnTo>
                <a:lnTo>
                  <a:pt x="1169" y="98326"/>
                </a:lnTo>
                <a:lnTo>
                  <a:pt x="1028" y="98569"/>
                </a:lnTo>
                <a:lnTo>
                  <a:pt x="895" y="98817"/>
                </a:lnTo>
                <a:lnTo>
                  <a:pt x="772" y="99071"/>
                </a:lnTo>
                <a:lnTo>
                  <a:pt x="658" y="99330"/>
                </a:lnTo>
                <a:lnTo>
                  <a:pt x="553" y="99594"/>
                </a:lnTo>
                <a:lnTo>
                  <a:pt x="457" y="99864"/>
                </a:lnTo>
                <a:lnTo>
                  <a:pt x="370" y="100139"/>
                </a:lnTo>
                <a:lnTo>
                  <a:pt x="292" y="100419"/>
                </a:lnTo>
                <a:lnTo>
                  <a:pt x="224" y="100705"/>
                </a:lnTo>
                <a:lnTo>
                  <a:pt x="164" y="100996"/>
                </a:lnTo>
                <a:lnTo>
                  <a:pt x="114" y="101292"/>
                </a:lnTo>
                <a:lnTo>
                  <a:pt x="73" y="101593"/>
                </a:lnTo>
                <a:lnTo>
                  <a:pt x="41" y="101900"/>
                </a:lnTo>
                <a:lnTo>
                  <a:pt x="18" y="102212"/>
                </a:lnTo>
                <a:lnTo>
                  <a:pt x="5" y="102529"/>
                </a:lnTo>
                <a:lnTo>
                  <a:pt x="0" y="102852"/>
                </a:lnTo>
                <a:lnTo>
                  <a:pt x="5" y="103175"/>
                </a:lnTo>
                <a:lnTo>
                  <a:pt x="19" y="103492"/>
                </a:lnTo>
                <a:lnTo>
                  <a:pt x="42" y="103805"/>
                </a:lnTo>
                <a:lnTo>
                  <a:pt x="74" y="104113"/>
                </a:lnTo>
                <a:lnTo>
                  <a:pt x="116" y="104416"/>
                </a:lnTo>
                <a:lnTo>
                  <a:pt x="167" y="104714"/>
                </a:lnTo>
                <a:lnTo>
                  <a:pt x="227" y="105006"/>
                </a:lnTo>
                <a:lnTo>
                  <a:pt x="297" y="105294"/>
                </a:lnTo>
                <a:lnTo>
                  <a:pt x="376" y="105577"/>
                </a:lnTo>
                <a:lnTo>
                  <a:pt x="464" y="105854"/>
                </a:lnTo>
                <a:lnTo>
                  <a:pt x="562" y="106127"/>
                </a:lnTo>
                <a:lnTo>
                  <a:pt x="668" y="106395"/>
                </a:lnTo>
                <a:lnTo>
                  <a:pt x="784" y="106658"/>
                </a:lnTo>
                <a:lnTo>
                  <a:pt x="910" y="106915"/>
                </a:lnTo>
                <a:lnTo>
                  <a:pt x="1044" y="107168"/>
                </a:lnTo>
                <a:lnTo>
                  <a:pt x="1188" y="107416"/>
                </a:lnTo>
                <a:lnTo>
                  <a:pt x="1341" y="107658"/>
                </a:lnTo>
                <a:lnTo>
                  <a:pt x="1504" y="107896"/>
                </a:lnTo>
                <a:lnTo>
                  <a:pt x="1675" y="108128"/>
                </a:lnTo>
                <a:lnTo>
                  <a:pt x="1856" y="108356"/>
                </a:lnTo>
                <a:lnTo>
                  <a:pt x="2047" y="108579"/>
                </a:lnTo>
                <a:lnTo>
                  <a:pt x="2246" y="108796"/>
                </a:lnTo>
                <a:lnTo>
                  <a:pt x="2455" y="109009"/>
                </a:lnTo>
                <a:lnTo>
                  <a:pt x="2673" y="109217"/>
                </a:lnTo>
                <a:lnTo>
                  <a:pt x="2902" y="109417"/>
                </a:lnTo>
                <a:lnTo>
                  <a:pt x="3144" y="109610"/>
                </a:lnTo>
                <a:lnTo>
                  <a:pt x="3398" y="109793"/>
                </a:lnTo>
                <a:lnTo>
                  <a:pt x="3664" y="109968"/>
                </a:lnTo>
                <a:lnTo>
                  <a:pt x="3943" y="110135"/>
                </a:lnTo>
                <a:lnTo>
                  <a:pt x="4235" y="110293"/>
                </a:lnTo>
                <a:lnTo>
                  <a:pt x="4539" y="110443"/>
                </a:lnTo>
                <a:lnTo>
                  <a:pt x="4856" y="110584"/>
                </a:lnTo>
                <a:lnTo>
                  <a:pt x="5185" y="110716"/>
                </a:lnTo>
                <a:lnTo>
                  <a:pt x="5527" y="110840"/>
                </a:lnTo>
                <a:lnTo>
                  <a:pt x="5881" y="110955"/>
                </a:lnTo>
                <a:lnTo>
                  <a:pt x="6248" y="111062"/>
                </a:lnTo>
                <a:lnTo>
                  <a:pt x="6627" y="111161"/>
                </a:lnTo>
                <a:lnTo>
                  <a:pt x="7019" y="111250"/>
                </a:lnTo>
                <a:lnTo>
                  <a:pt x="7423" y="111331"/>
                </a:lnTo>
                <a:lnTo>
                  <a:pt x="7840" y="111404"/>
                </a:lnTo>
                <a:lnTo>
                  <a:pt x="8270" y="111468"/>
                </a:lnTo>
                <a:lnTo>
                  <a:pt x="8712" y="111524"/>
                </a:lnTo>
                <a:lnTo>
                  <a:pt x="9166" y="111571"/>
                </a:lnTo>
                <a:lnTo>
                  <a:pt x="9633" y="111609"/>
                </a:lnTo>
                <a:lnTo>
                  <a:pt x="10112" y="111639"/>
                </a:lnTo>
                <a:lnTo>
                  <a:pt x="10604" y="111660"/>
                </a:lnTo>
                <a:lnTo>
                  <a:pt x="11109" y="111673"/>
                </a:lnTo>
                <a:lnTo>
                  <a:pt x="11626" y="111677"/>
                </a:lnTo>
                <a:lnTo>
                  <a:pt x="34454" y="111677"/>
                </a:lnTo>
                <a:lnTo>
                  <a:pt x="34971" y="111673"/>
                </a:lnTo>
                <a:lnTo>
                  <a:pt x="35475" y="111661"/>
                </a:lnTo>
                <a:lnTo>
                  <a:pt x="35967" y="111640"/>
                </a:lnTo>
                <a:lnTo>
                  <a:pt x="36447" y="111610"/>
                </a:lnTo>
                <a:lnTo>
                  <a:pt x="36914" y="111573"/>
                </a:lnTo>
                <a:lnTo>
                  <a:pt x="37368" y="111526"/>
                </a:lnTo>
                <a:lnTo>
                  <a:pt x="37810" y="111472"/>
                </a:lnTo>
                <a:lnTo>
                  <a:pt x="38239" y="111409"/>
                </a:lnTo>
                <a:lnTo>
                  <a:pt x="38656" y="111337"/>
                </a:lnTo>
                <a:lnTo>
                  <a:pt x="39061" y="111258"/>
                </a:lnTo>
                <a:lnTo>
                  <a:pt x="39452" y="111169"/>
                </a:lnTo>
                <a:lnTo>
                  <a:pt x="39832" y="111073"/>
                </a:lnTo>
                <a:lnTo>
                  <a:pt x="40199" y="110968"/>
                </a:lnTo>
                <a:lnTo>
                  <a:pt x="40553" y="110855"/>
                </a:lnTo>
                <a:lnTo>
                  <a:pt x="40895" y="110733"/>
                </a:lnTo>
                <a:lnTo>
                  <a:pt x="41224" y="110603"/>
                </a:lnTo>
                <a:lnTo>
                  <a:pt x="41540" y="110464"/>
                </a:lnTo>
                <a:lnTo>
                  <a:pt x="41845" y="110317"/>
                </a:lnTo>
                <a:lnTo>
                  <a:pt x="42136" y="110162"/>
                </a:lnTo>
                <a:lnTo>
                  <a:pt x="42415" y="109998"/>
                </a:lnTo>
                <a:lnTo>
                  <a:pt x="42682" y="109826"/>
                </a:lnTo>
                <a:lnTo>
                  <a:pt x="42936" y="109645"/>
                </a:lnTo>
                <a:lnTo>
                  <a:pt x="43178" y="109456"/>
                </a:lnTo>
                <a:lnTo>
                  <a:pt x="43407" y="109259"/>
                </a:lnTo>
                <a:lnTo>
                  <a:pt x="43625" y="109055"/>
                </a:lnTo>
                <a:lnTo>
                  <a:pt x="43834" y="108846"/>
                </a:lnTo>
                <a:lnTo>
                  <a:pt x="44033" y="108631"/>
                </a:lnTo>
                <a:lnTo>
                  <a:pt x="44223" y="108412"/>
                </a:lnTo>
                <a:lnTo>
                  <a:pt x="44404" y="108187"/>
                </a:lnTo>
                <a:lnTo>
                  <a:pt x="44576" y="107957"/>
                </a:lnTo>
                <a:lnTo>
                  <a:pt x="44738" y="107722"/>
                </a:lnTo>
                <a:lnTo>
                  <a:pt x="44892" y="107482"/>
                </a:lnTo>
                <a:lnTo>
                  <a:pt x="45036" y="107236"/>
                </a:lnTo>
                <a:lnTo>
                  <a:pt x="45170" y="106986"/>
                </a:lnTo>
                <a:lnTo>
                  <a:pt x="45295" y="106730"/>
                </a:lnTo>
                <a:lnTo>
                  <a:pt x="45411" y="106469"/>
                </a:lnTo>
                <a:lnTo>
                  <a:pt x="45518" y="106203"/>
                </a:lnTo>
                <a:lnTo>
                  <a:pt x="45616" y="105932"/>
                </a:lnTo>
                <a:lnTo>
                  <a:pt x="45704" y="105656"/>
                </a:lnTo>
                <a:lnTo>
                  <a:pt x="45783" y="105374"/>
                </a:lnTo>
                <a:lnTo>
                  <a:pt x="45852" y="105088"/>
                </a:lnTo>
                <a:lnTo>
                  <a:pt x="45913" y="104796"/>
                </a:lnTo>
                <a:lnTo>
                  <a:pt x="45964" y="104499"/>
                </a:lnTo>
                <a:lnTo>
                  <a:pt x="46005" y="104197"/>
                </a:lnTo>
                <a:lnTo>
                  <a:pt x="46038" y="103889"/>
                </a:lnTo>
                <a:lnTo>
                  <a:pt x="46061" y="103577"/>
                </a:lnTo>
                <a:lnTo>
                  <a:pt x="46075" y="103259"/>
                </a:lnTo>
                <a:lnTo>
                  <a:pt x="46080" y="102937"/>
                </a:lnTo>
                <a:lnTo>
                  <a:pt x="46075" y="102614"/>
                </a:lnTo>
                <a:lnTo>
                  <a:pt x="46061" y="102296"/>
                </a:lnTo>
                <a:lnTo>
                  <a:pt x="46038" y="101984"/>
                </a:lnTo>
                <a:lnTo>
                  <a:pt x="46005" y="101677"/>
                </a:lnTo>
                <a:lnTo>
                  <a:pt x="45964" y="101375"/>
                </a:lnTo>
                <a:lnTo>
                  <a:pt x="45913" y="101078"/>
                </a:lnTo>
                <a:lnTo>
                  <a:pt x="45852" y="100786"/>
                </a:lnTo>
                <a:lnTo>
                  <a:pt x="45783" y="100499"/>
                </a:lnTo>
                <a:lnTo>
                  <a:pt x="45704" y="100218"/>
                </a:lnTo>
                <a:lnTo>
                  <a:pt x="45616" y="99942"/>
                </a:lnTo>
                <a:lnTo>
                  <a:pt x="45518" y="99670"/>
                </a:lnTo>
                <a:lnTo>
                  <a:pt x="45411" y="99404"/>
                </a:lnTo>
                <a:lnTo>
                  <a:pt x="45295" y="99144"/>
                </a:lnTo>
                <a:lnTo>
                  <a:pt x="45170" y="98888"/>
                </a:lnTo>
                <a:lnTo>
                  <a:pt x="45036" y="98637"/>
                </a:lnTo>
                <a:lnTo>
                  <a:pt x="44892" y="98392"/>
                </a:lnTo>
                <a:lnTo>
                  <a:pt x="44738" y="98152"/>
                </a:lnTo>
                <a:lnTo>
                  <a:pt x="44576" y="97917"/>
                </a:lnTo>
                <a:lnTo>
                  <a:pt x="44404" y="97687"/>
                </a:lnTo>
                <a:lnTo>
                  <a:pt x="44223" y="97462"/>
                </a:lnTo>
                <a:lnTo>
                  <a:pt x="44033" y="97242"/>
                </a:lnTo>
                <a:lnTo>
                  <a:pt x="43834" y="97028"/>
                </a:lnTo>
                <a:lnTo>
                  <a:pt x="43625" y="96819"/>
                </a:lnTo>
                <a:lnTo>
                  <a:pt x="43407" y="96615"/>
                </a:lnTo>
                <a:lnTo>
                  <a:pt x="43178" y="96417"/>
                </a:lnTo>
                <a:lnTo>
                  <a:pt x="42936" y="96228"/>
                </a:lnTo>
                <a:lnTo>
                  <a:pt x="42682" y="96048"/>
                </a:lnTo>
                <a:lnTo>
                  <a:pt x="42415" y="95876"/>
                </a:lnTo>
                <a:lnTo>
                  <a:pt x="42136" y="95712"/>
                </a:lnTo>
                <a:lnTo>
                  <a:pt x="41845" y="95556"/>
                </a:lnTo>
                <a:lnTo>
                  <a:pt x="41540" y="95410"/>
                </a:lnTo>
                <a:lnTo>
                  <a:pt x="41224" y="95271"/>
                </a:lnTo>
                <a:lnTo>
                  <a:pt x="40895" y="95141"/>
                </a:lnTo>
                <a:lnTo>
                  <a:pt x="40553" y="95019"/>
                </a:lnTo>
                <a:lnTo>
                  <a:pt x="40199" y="94906"/>
                </a:lnTo>
                <a:lnTo>
                  <a:pt x="39832" y="94801"/>
                </a:lnTo>
                <a:lnTo>
                  <a:pt x="39452" y="94704"/>
                </a:lnTo>
                <a:lnTo>
                  <a:pt x="39061" y="94616"/>
                </a:lnTo>
                <a:lnTo>
                  <a:pt x="38656" y="94536"/>
                </a:lnTo>
                <a:lnTo>
                  <a:pt x="38239" y="94465"/>
                </a:lnTo>
                <a:lnTo>
                  <a:pt x="37810" y="94402"/>
                </a:lnTo>
                <a:lnTo>
                  <a:pt x="37368" y="94347"/>
                </a:lnTo>
                <a:lnTo>
                  <a:pt x="36914" y="94301"/>
                </a:lnTo>
                <a:lnTo>
                  <a:pt x="36447" y="94263"/>
                </a:lnTo>
                <a:lnTo>
                  <a:pt x="35967" y="94234"/>
                </a:lnTo>
                <a:lnTo>
                  <a:pt x="35475" y="94213"/>
                </a:lnTo>
                <a:lnTo>
                  <a:pt x="34971" y="94200"/>
                </a:lnTo>
                <a:lnTo>
                  <a:pt x="34454" y="94196"/>
                </a:lnTo>
                <a:lnTo>
                  <a:pt x="28174" y="94196"/>
                </a:lnTo>
                <a:lnTo>
                  <a:pt x="28174" y="42375"/>
                </a:lnTo>
                <a:lnTo>
                  <a:pt x="48371" y="87198"/>
                </a:lnTo>
                <a:lnTo>
                  <a:pt x="63476" y="87198"/>
                </a:lnTo>
                <a:lnTo>
                  <a:pt x="83419" y="42375"/>
                </a:lnTo>
                <a:lnTo>
                  <a:pt x="83419" y="94196"/>
                </a:lnTo>
                <a:lnTo>
                  <a:pt x="77054" y="94196"/>
                </a:lnTo>
                <a:lnTo>
                  <a:pt x="76544" y="94200"/>
                </a:lnTo>
                <a:lnTo>
                  <a:pt x="76046" y="94213"/>
                </a:lnTo>
                <a:lnTo>
                  <a:pt x="75560" y="94233"/>
                </a:lnTo>
                <a:lnTo>
                  <a:pt x="75087" y="94262"/>
                </a:lnTo>
                <a:lnTo>
                  <a:pt x="74626" y="94299"/>
                </a:lnTo>
                <a:lnTo>
                  <a:pt x="74177" y="94345"/>
                </a:lnTo>
                <a:lnTo>
                  <a:pt x="73740" y="94398"/>
                </a:lnTo>
                <a:lnTo>
                  <a:pt x="73315" y="94460"/>
                </a:lnTo>
                <a:lnTo>
                  <a:pt x="72903" y="94530"/>
                </a:lnTo>
                <a:lnTo>
                  <a:pt x="72503" y="94609"/>
                </a:lnTo>
                <a:lnTo>
                  <a:pt x="72115" y="94695"/>
                </a:lnTo>
                <a:lnTo>
                  <a:pt x="71740" y="94790"/>
                </a:lnTo>
                <a:lnTo>
                  <a:pt x="71376" y="94893"/>
                </a:lnTo>
                <a:lnTo>
                  <a:pt x="71025" y="95005"/>
                </a:lnTo>
                <a:lnTo>
                  <a:pt x="70686" y="95124"/>
                </a:lnTo>
                <a:lnTo>
                  <a:pt x="70359" y="95252"/>
                </a:lnTo>
                <a:lnTo>
                  <a:pt x="70045" y="95388"/>
                </a:lnTo>
                <a:lnTo>
                  <a:pt x="69743" y="95533"/>
                </a:lnTo>
                <a:lnTo>
                  <a:pt x="69453" y="95685"/>
                </a:lnTo>
                <a:lnTo>
                  <a:pt x="69175" y="95846"/>
                </a:lnTo>
                <a:lnTo>
                  <a:pt x="68909" y="96015"/>
                </a:lnTo>
                <a:lnTo>
                  <a:pt x="68656" y="96193"/>
                </a:lnTo>
                <a:lnTo>
                  <a:pt x="68415" y="96378"/>
                </a:lnTo>
                <a:lnTo>
                  <a:pt x="68186" y="96572"/>
                </a:lnTo>
                <a:lnTo>
                  <a:pt x="67968" y="96773"/>
                </a:lnTo>
                <a:lnTo>
                  <a:pt x="67759" y="96979"/>
                </a:lnTo>
                <a:lnTo>
                  <a:pt x="67560" y="97190"/>
                </a:lnTo>
                <a:lnTo>
                  <a:pt x="67369" y="97407"/>
                </a:lnTo>
                <a:lnTo>
                  <a:pt x="67188" y="97629"/>
                </a:lnTo>
                <a:lnTo>
                  <a:pt x="67017" y="97856"/>
                </a:lnTo>
                <a:lnTo>
                  <a:pt x="66854" y="98088"/>
                </a:lnTo>
                <a:lnTo>
                  <a:pt x="66701" y="98326"/>
                </a:lnTo>
                <a:lnTo>
                  <a:pt x="66557" y="98569"/>
                </a:lnTo>
                <a:lnTo>
                  <a:pt x="66423" y="98817"/>
                </a:lnTo>
                <a:lnTo>
                  <a:pt x="66297" y="99071"/>
                </a:lnTo>
                <a:lnTo>
                  <a:pt x="66181" y="99330"/>
                </a:lnTo>
                <a:lnTo>
                  <a:pt x="66074" y="99594"/>
                </a:lnTo>
                <a:lnTo>
                  <a:pt x="65977" y="99864"/>
                </a:lnTo>
                <a:lnTo>
                  <a:pt x="65889" y="100139"/>
                </a:lnTo>
                <a:lnTo>
                  <a:pt x="65810" y="100419"/>
                </a:lnTo>
                <a:lnTo>
                  <a:pt x="65740" y="100705"/>
                </a:lnTo>
                <a:lnTo>
                  <a:pt x="65680" y="100996"/>
                </a:lnTo>
                <a:lnTo>
                  <a:pt x="65629" y="101292"/>
                </a:lnTo>
                <a:lnTo>
                  <a:pt x="65587" y="101593"/>
                </a:lnTo>
                <a:lnTo>
                  <a:pt x="65555" y="101900"/>
                </a:lnTo>
                <a:lnTo>
                  <a:pt x="65532" y="102212"/>
                </a:lnTo>
                <a:lnTo>
                  <a:pt x="65518" y="102529"/>
                </a:lnTo>
                <a:lnTo>
                  <a:pt x="65513" y="102852"/>
                </a:lnTo>
                <a:lnTo>
                  <a:pt x="65518" y="103175"/>
                </a:lnTo>
                <a:lnTo>
                  <a:pt x="65532" y="103492"/>
                </a:lnTo>
                <a:lnTo>
                  <a:pt x="65555" y="103805"/>
                </a:lnTo>
                <a:lnTo>
                  <a:pt x="65587" y="104113"/>
                </a:lnTo>
                <a:lnTo>
                  <a:pt x="65629" y="104416"/>
                </a:lnTo>
                <a:lnTo>
                  <a:pt x="65680" y="104714"/>
                </a:lnTo>
                <a:lnTo>
                  <a:pt x="65740" y="105006"/>
                </a:lnTo>
                <a:lnTo>
                  <a:pt x="65810" y="105294"/>
                </a:lnTo>
                <a:lnTo>
                  <a:pt x="65889" y="105577"/>
                </a:lnTo>
                <a:lnTo>
                  <a:pt x="65977" y="105854"/>
                </a:lnTo>
                <a:lnTo>
                  <a:pt x="66074" y="106127"/>
                </a:lnTo>
                <a:lnTo>
                  <a:pt x="66181" y="106395"/>
                </a:lnTo>
                <a:lnTo>
                  <a:pt x="66297" y="106658"/>
                </a:lnTo>
                <a:lnTo>
                  <a:pt x="66423" y="106915"/>
                </a:lnTo>
                <a:lnTo>
                  <a:pt x="66557" y="107168"/>
                </a:lnTo>
                <a:lnTo>
                  <a:pt x="66701" y="107416"/>
                </a:lnTo>
                <a:lnTo>
                  <a:pt x="66854" y="107658"/>
                </a:lnTo>
                <a:lnTo>
                  <a:pt x="67017" y="107896"/>
                </a:lnTo>
                <a:lnTo>
                  <a:pt x="67188" y="108128"/>
                </a:lnTo>
                <a:lnTo>
                  <a:pt x="67369" y="108356"/>
                </a:lnTo>
                <a:lnTo>
                  <a:pt x="67560" y="108579"/>
                </a:lnTo>
                <a:lnTo>
                  <a:pt x="67759" y="108796"/>
                </a:lnTo>
                <a:lnTo>
                  <a:pt x="67968" y="109009"/>
                </a:lnTo>
                <a:lnTo>
                  <a:pt x="68186" y="109217"/>
                </a:lnTo>
                <a:lnTo>
                  <a:pt x="68415" y="109417"/>
                </a:lnTo>
                <a:lnTo>
                  <a:pt x="68656" y="109610"/>
                </a:lnTo>
                <a:lnTo>
                  <a:pt x="68909" y="109793"/>
                </a:lnTo>
                <a:lnTo>
                  <a:pt x="69175" y="109968"/>
                </a:lnTo>
                <a:lnTo>
                  <a:pt x="69453" y="110135"/>
                </a:lnTo>
                <a:lnTo>
                  <a:pt x="69743" y="110293"/>
                </a:lnTo>
                <a:lnTo>
                  <a:pt x="70045" y="110443"/>
                </a:lnTo>
                <a:lnTo>
                  <a:pt x="70359" y="110584"/>
                </a:lnTo>
                <a:lnTo>
                  <a:pt x="70686" y="110716"/>
                </a:lnTo>
                <a:lnTo>
                  <a:pt x="71025" y="110840"/>
                </a:lnTo>
                <a:lnTo>
                  <a:pt x="71376" y="110955"/>
                </a:lnTo>
                <a:lnTo>
                  <a:pt x="71740" y="111062"/>
                </a:lnTo>
                <a:lnTo>
                  <a:pt x="72115" y="111161"/>
                </a:lnTo>
                <a:lnTo>
                  <a:pt x="72503" y="111250"/>
                </a:lnTo>
                <a:lnTo>
                  <a:pt x="72903" y="111331"/>
                </a:lnTo>
                <a:lnTo>
                  <a:pt x="73315" y="111404"/>
                </a:lnTo>
                <a:lnTo>
                  <a:pt x="73740" y="111468"/>
                </a:lnTo>
                <a:lnTo>
                  <a:pt x="74177" y="111524"/>
                </a:lnTo>
                <a:lnTo>
                  <a:pt x="74626" y="111571"/>
                </a:lnTo>
                <a:lnTo>
                  <a:pt x="75087" y="111609"/>
                </a:lnTo>
                <a:lnTo>
                  <a:pt x="75560" y="111639"/>
                </a:lnTo>
                <a:lnTo>
                  <a:pt x="76046" y="111660"/>
                </a:lnTo>
                <a:lnTo>
                  <a:pt x="76544" y="111673"/>
                </a:lnTo>
                <a:lnTo>
                  <a:pt x="77054" y="111677"/>
                </a:lnTo>
                <a:lnTo>
                  <a:pt x="99967" y="111677"/>
                </a:lnTo>
                <a:lnTo>
                  <a:pt x="100484" y="111673"/>
                </a:lnTo>
                <a:lnTo>
                  <a:pt x="100988" y="111661"/>
                </a:lnTo>
                <a:lnTo>
                  <a:pt x="101480" y="111640"/>
                </a:lnTo>
                <a:lnTo>
                  <a:pt x="101960" y="111610"/>
                </a:lnTo>
                <a:lnTo>
                  <a:pt x="102427" y="111573"/>
                </a:lnTo>
                <a:lnTo>
                  <a:pt x="102881" y="111526"/>
                </a:lnTo>
                <a:lnTo>
                  <a:pt x="103323" y="111472"/>
                </a:lnTo>
                <a:lnTo>
                  <a:pt x="103752" y="111409"/>
                </a:lnTo>
                <a:lnTo>
                  <a:pt x="104169" y="111337"/>
                </a:lnTo>
                <a:lnTo>
                  <a:pt x="104574" y="111258"/>
                </a:lnTo>
                <a:lnTo>
                  <a:pt x="104965" y="111169"/>
                </a:lnTo>
                <a:lnTo>
                  <a:pt x="105345" y="111073"/>
                </a:lnTo>
                <a:lnTo>
                  <a:pt x="105711" y="110968"/>
                </a:lnTo>
                <a:lnTo>
                  <a:pt x="106066" y="110855"/>
                </a:lnTo>
                <a:lnTo>
                  <a:pt x="106407" y="110733"/>
                </a:lnTo>
                <a:lnTo>
                  <a:pt x="106737" y="110603"/>
                </a:lnTo>
                <a:lnTo>
                  <a:pt x="107053" y="110464"/>
                </a:lnTo>
                <a:lnTo>
                  <a:pt x="107358" y="110317"/>
                </a:lnTo>
                <a:lnTo>
                  <a:pt x="107649" y="110162"/>
                </a:lnTo>
                <a:lnTo>
                  <a:pt x="107928" y="109998"/>
                </a:lnTo>
                <a:lnTo>
                  <a:pt x="108195" y="109826"/>
                </a:lnTo>
                <a:lnTo>
                  <a:pt x="108449" y="109645"/>
                </a:lnTo>
                <a:lnTo>
                  <a:pt x="108690" y="109456"/>
                </a:lnTo>
                <a:lnTo>
                  <a:pt x="108920" y="109259"/>
                </a:lnTo>
                <a:lnTo>
                  <a:pt x="109138" y="109055"/>
                </a:lnTo>
                <a:lnTo>
                  <a:pt x="109346" y="108846"/>
                </a:lnTo>
                <a:lnTo>
                  <a:pt x="109546" y="108631"/>
                </a:lnTo>
                <a:lnTo>
                  <a:pt x="109736" y="108412"/>
                </a:lnTo>
                <a:lnTo>
                  <a:pt x="109917" y="108187"/>
                </a:lnTo>
                <a:lnTo>
                  <a:pt x="110089" y="107957"/>
                </a:lnTo>
                <a:lnTo>
                  <a:pt x="110251" y="107722"/>
                </a:lnTo>
                <a:lnTo>
                  <a:pt x="110405" y="107482"/>
                </a:lnTo>
                <a:lnTo>
                  <a:pt x="110548" y="107236"/>
                </a:lnTo>
                <a:lnTo>
                  <a:pt x="110683" y="106986"/>
                </a:lnTo>
                <a:lnTo>
                  <a:pt x="110808" y="106730"/>
                </a:lnTo>
                <a:lnTo>
                  <a:pt x="110837" y="106666"/>
                </a:lnTo>
                <a:lnTo>
                  <a:pt x="110958" y="106915"/>
                </a:lnTo>
                <a:lnTo>
                  <a:pt x="111093" y="107168"/>
                </a:lnTo>
                <a:lnTo>
                  <a:pt x="111237" y="107416"/>
                </a:lnTo>
                <a:lnTo>
                  <a:pt x="111390" y="107658"/>
                </a:lnTo>
                <a:lnTo>
                  <a:pt x="111552" y="107896"/>
                </a:lnTo>
                <a:lnTo>
                  <a:pt x="111724" y="108128"/>
                </a:lnTo>
                <a:lnTo>
                  <a:pt x="111905" y="108356"/>
                </a:lnTo>
                <a:lnTo>
                  <a:pt x="112095" y="108579"/>
                </a:lnTo>
                <a:lnTo>
                  <a:pt x="112295" y="108796"/>
                </a:lnTo>
                <a:lnTo>
                  <a:pt x="112503" y="109009"/>
                </a:lnTo>
                <a:lnTo>
                  <a:pt x="112722" y="109217"/>
                </a:lnTo>
                <a:lnTo>
                  <a:pt x="112951" y="109417"/>
                </a:lnTo>
                <a:lnTo>
                  <a:pt x="113192" y="109610"/>
                </a:lnTo>
                <a:lnTo>
                  <a:pt x="113446" y="109793"/>
                </a:lnTo>
                <a:lnTo>
                  <a:pt x="113713" y="109968"/>
                </a:lnTo>
                <a:lnTo>
                  <a:pt x="113992" y="110135"/>
                </a:lnTo>
                <a:lnTo>
                  <a:pt x="114284" y="110293"/>
                </a:lnTo>
                <a:lnTo>
                  <a:pt x="114588" y="110443"/>
                </a:lnTo>
                <a:lnTo>
                  <a:pt x="114904" y="110584"/>
                </a:lnTo>
                <a:lnTo>
                  <a:pt x="115234" y="110716"/>
                </a:lnTo>
                <a:lnTo>
                  <a:pt x="115575" y="110840"/>
                </a:lnTo>
                <a:lnTo>
                  <a:pt x="115930" y="110955"/>
                </a:lnTo>
                <a:lnTo>
                  <a:pt x="116296" y="111062"/>
                </a:lnTo>
                <a:lnTo>
                  <a:pt x="116676" y="111161"/>
                </a:lnTo>
                <a:lnTo>
                  <a:pt x="117067" y="111250"/>
                </a:lnTo>
                <a:lnTo>
                  <a:pt x="117472" y="111331"/>
                </a:lnTo>
                <a:lnTo>
                  <a:pt x="117889" y="111404"/>
                </a:lnTo>
                <a:lnTo>
                  <a:pt x="118318" y="111468"/>
                </a:lnTo>
                <a:lnTo>
                  <a:pt x="118760" y="111524"/>
                </a:lnTo>
                <a:lnTo>
                  <a:pt x="119214" y="111571"/>
                </a:lnTo>
                <a:lnTo>
                  <a:pt x="119681" y="111609"/>
                </a:lnTo>
                <a:lnTo>
                  <a:pt x="120161" y="111639"/>
                </a:lnTo>
                <a:lnTo>
                  <a:pt x="120653" y="111660"/>
                </a:lnTo>
                <a:lnTo>
                  <a:pt x="121157" y="111673"/>
                </a:lnTo>
                <a:lnTo>
                  <a:pt x="121674" y="111677"/>
                </a:lnTo>
                <a:lnTo>
                  <a:pt x="203566" y="111677"/>
                </a:lnTo>
                <a:lnTo>
                  <a:pt x="203566" y="84692"/>
                </a:lnTo>
                <a:lnTo>
                  <a:pt x="203561" y="84154"/>
                </a:lnTo>
                <a:lnTo>
                  <a:pt x="203549" y="83629"/>
                </a:lnTo>
                <a:lnTo>
                  <a:pt x="203528" y="83118"/>
                </a:lnTo>
                <a:lnTo>
                  <a:pt x="203498" y="82621"/>
                </a:lnTo>
                <a:lnTo>
                  <a:pt x="203461" y="82137"/>
                </a:lnTo>
                <a:lnTo>
                  <a:pt x="203414" y="81666"/>
                </a:lnTo>
                <a:lnTo>
                  <a:pt x="203360" y="81208"/>
                </a:lnTo>
                <a:lnTo>
                  <a:pt x="203297" y="80764"/>
                </a:lnTo>
                <a:lnTo>
                  <a:pt x="203226" y="80334"/>
                </a:lnTo>
                <a:lnTo>
                  <a:pt x="203146" y="79917"/>
                </a:lnTo>
                <a:lnTo>
                  <a:pt x="203058" y="79513"/>
                </a:lnTo>
                <a:lnTo>
                  <a:pt x="202961" y="79123"/>
                </a:lnTo>
                <a:lnTo>
                  <a:pt x="202856" y="78746"/>
                </a:lnTo>
                <a:lnTo>
                  <a:pt x="202743" y="78382"/>
                </a:lnTo>
                <a:lnTo>
                  <a:pt x="202621" y="78032"/>
                </a:lnTo>
                <a:lnTo>
                  <a:pt x="202491" y="77695"/>
                </a:lnTo>
                <a:lnTo>
                  <a:pt x="202352" y="77372"/>
                </a:lnTo>
                <a:lnTo>
                  <a:pt x="202205" y="77062"/>
                </a:lnTo>
                <a:lnTo>
                  <a:pt x="202050" y="76766"/>
                </a:lnTo>
                <a:lnTo>
                  <a:pt x="201886" y="76482"/>
                </a:lnTo>
                <a:lnTo>
                  <a:pt x="201714" y="76213"/>
                </a:lnTo>
                <a:lnTo>
                  <a:pt x="201533" y="75956"/>
                </a:lnTo>
                <a:lnTo>
                  <a:pt x="201344" y="75714"/>
                </a:lnTo>
                <a:lnTo>
                  <a:pt x="201147" y="75484"/>
                </a:lnTo>
                <a:lnTo>
                  <a:pt x="200943" y="75266"/>
                </a:lnTo>
                <a:lnTo>
                  <a:pt x="200734" y="75057"/>
                </a:lnTo>
                <a:lnTo>
                  <a:pt x="200521" y="74858"/>
                </a:lnTo>
                <a:lnTo>
                  <a:pt x="200302" y="74667"/>
                </a:lnTo>
                <a:lnTo>
                  <a:pt x="200079" y="74486"/>
                </a:lnTo>
                <a:lnTo>
                  <a:pt x="199850" y="74315"/>
                </a:lnTo>
                <a:lnTo>
                  <a:pt x="199617" y="74152"/>
                </a:lnTo>
                <a:lnTo>
                  <a:pt x="199379" y="73999"/>
                </a:lnTo>
                <a:lnTo>
                  <a:pt x="199136" y="73855"/>
                </a:lnTo>
                <a:lnTo>
                  <a:pt x="198889" y="73721"/>
                </a:lnTo>
                <a:lnTo>
                  <a:pt x="198636" y="73595"/>
                </a:lnTo>
                <a:lnTo>
                  <a:pt x="198378" y="73479"/>
                </a:lnTo>
                <a:lnTo>
                  <a:pt x="198116" y="73373"/>
                </a:lnTo>
                <a:lnTo>
                  <a:pt x="197849" y="73275"/>
                </a:lnTo>
                <a:lnTo>
                  <a:pt x="197577" y="73187"/>
                </a:lnTo>
                <a:lnTo>
                  <a:pt x="197300" y="73108"/>
                </a:lnTo>
                <a:lnTo>
                  <a:pt x="197018" y="73038"/>
                </a:lnTo>
                <a:lnTo>
                  <a:pt x="196732" y="72978"/>
                </a:lnTo>
                <a:lnTo>
                  <a:pt x="196440" y="72927"/>
                </a:lnTo>
                <a:lnTo>
                  <a:pt x="196144" y="72885"/>
                </a:lnTo>
                <a:lnTo>
                  <a:pt x="195843" y="72853"/>
                </a:lnTo>
                <a:lnTo>
                  <a:pt x="195537" y="72830"/>
                </a:lnTo>
                <a:lnTo>
                  <a:pt x="195226" y="72816"/>
                </a:lnTo>
                <a:lnTo>
                  <a:pt x="194910" y="72811"/>
                </a:lnTo>
                <a:lnTo>
                  <a:pt x="194587" y="72816"/>
                </a:lnTo>
                <a:lnTo>
                  <a:pt x="194269" y="72830"/>
                </a:lnTo>
                <a:lnTo>
                  <a:pt x="193957" y="72853"/>
                </a:lnTo>
                <a:lnTo>
                  <a:pt x="193650" y="72885"/>
                </a:lnTo>
                <a:lnTo>
                  <a:pt x="193348" y="72927"/>
                </a:lnTo>
                <a:lnTo>
                  <a:pt x="193051" y="72978"/>
                </a:lnTo>
                <a:lnTo>
                  <a:pt x="192759" y="73038"/>
                </a:lnTo>
                <a:lnTo>
                  <a:pt x="192472" y="73108"/>
                </a:lnTo>
                <a:lnTo>
                  <a:pt x="192191" y="73187"/>
                </a:lnTo>
                <a:lnTo>
                  <a:pt x="191915" y="73275"/>
                </a:lnTo>
                <a:lnTo>
                  <a:pt x="191643" y="73373"/>
                </a:lnTo>
                <a:lnTo>
                  <a:pt x="191377" y="73479"/>
                </a:lnTo>
                <a:lnTo>
                  <a:pt x="191117" y="73595"/>
                </a:lnTo>
                <a:lnTo>
                  <a:pt x="190861" y="73721"/>
                </a:lnTo>
                <a:lnTo>
                  <a:pt x="190610" y="73855"/>
                </a:lnTo>
                <a:lnTo>
                  <a:pt x="190365" y="73999"/>
                </a:lnTo>
                <a:lnTo>
                  <a:pt x="190125" y="74152"/>
                </a:lnTo>
                <a:lnTo>
                  <a:pt x="189890" y="74315"/>
                </a:lnTo>
                <a:lnTo>
                  <a:pt x="189660" y="74486"/>
                </a:lnTo>
                <a:lnTo>
                  <a:pt x="189435" y="74667"/>
                </a:lnTo>
                <a:lnTo>
                  <a:pt x="189215" y="74858"/>
                </a:lnTo>
                <a:lnTo>
                  <a:pt x="189001" y="75057"/>
                </a:lnTo>
                <a:lnTo>
                  <a:pt x="188792" y="75266"/>
                </a:lnTo>
                <a:lnTo>
                  <a:pt x="188588" y="75484"/>
                </a:lnTo>
                <a:lnTo>
                  <a:pt x="188390" y="75714"/>
                </a:lnTo>
                <a:lnTo>
                  <a:pt x="188201" y="75956"/>
                </a:lnTo>
                <a:lnTo>
                  <a:pt x="188021" y="76213"/>
                </a:lnTo>
                <a:lnTo>
                  <a:pt x="187849" y="76482"/>
                </a:lnTo>
                <a:lnTo>
                  <a:pt x="187685" y="76766"/>
                </a:lnTo>
                <a:lnTo>
                  <a:pt x="187529" y="77062"/>
                </a:lnTo>
                <a:lnTo>
                  <a:pt x="187383" y="77372"/>
                </a:lnTo>
                <a:lnTo>
                  <a:pt x="187244" y="77695"/>
                </a:lnTo>
                <a:lnTo>
                  <a:pt x="187114" y="78032"/>
                </a:lnTo>
                <a:lnTo>
                  <a:pt x="186992" y="78382"/>
                </a:lnTo>
                <a:lnTo>
                  <a:pt x="186879" y="78746"/>
                </a:lnTo>
                <a:lnTo>
                  <a:pt x="186774" y="79123"/>
                </a:lnTo>
                <a:lnTo>
                  <a:pt x="186677" y="79513"/>
                </a:lnTo>
                <a:lnTo>
                  <a:pt x="186589" y="79917"/>
                </a:lnTo>
                <a:lnTo>
                  <a:pt x="186509" y="80334"/>
                </a:lnTo>
                <a:lnTo>
                  <a:pt x="186438" y="80764"/>
                </a:lnTo>
                <a:lnTo>
                  <a:pt x="186375" y="81208"/>
                </a:lnTo>
                <a:lnTo>
                  <a:pt x="186320" y="81666"/>
                </a:lnTo>
                <a:lnTo>
                  <a:pt x="186274" y="82137"/>
                </a:lnTo>
                <a:lnTo>
                  <a:pt x="186236" y="82621"/>
                </a:lnTo>
                <a:lnTo>
                  <a:pt x="186207" y="83118"/>
                </a:lnTo>
                <a:lnTo>
                  <a:pt x="186186" y="83629"/>
                </a:lnTo>
                <a:lnTo>
                  <a:pt x="186173" y="84154"/>
                </a:lnTo>
                <a:lnTo>
                  <a:pt x="186169" y="84692"/>
                </a:lnTo>
                <a:lnTo>
                  <a:pt x="186169" y="94196"/>
                </a:lnTo>
                <a:lnTo>
                  <a:pt x="141787" y="94196"/>
                </a:lnTo>
                <a:lnTo>
                  <a:pt x="141787" y="68738"/>
                </a:lnTo>
                <a:lnTo>
                  <a:pt x="157062" y="68738"/>
                </a:lnTo>
                <a:lnTo>
                  <a:pt x="157064" y="69274"/>
                </a:lnTo>
                <a:lnTo>
                  <a:pt x="157070" y="69793"/>
                </a:lnTo>
                <a:lnTo>
                  <a:pt x="157082" y="70296"/>
                </a:lnTo>
                <a:lnTo>
                  <a:pt x="157097" y="70782"/>
                </a:lnTo>
                <a:lnTo>
                  <a:pt x="157117" y="71251"/>
                </a:lnTo>
                <a:lnTo>
                  <a:pt x="157141" y="71703"/>
                </a:lnTo>
                <a:lnTo>
                  <a:pt x="157170" y="72139"/>
                </a:lnTo>
                <a:lnTo>
                  <a:pt x="157203" y="72558"/>
                </a:lnTo>
                <a:lnTo>
                  <a:pt x="157241" y="72960"/>
                </a:lnTo>
                <a:lnTo>
                  <a:pt x="157283" y="73345"/>
                </a:lnTo>
                <a:lnTo>
                  <a:pt x="157329" y="73714"/>
                </a:lnTo>
                <a:lnTo>
                  <a:pt x="157380" y="74065"/>
                </a:lnTo>
                <a:lnTo>
                  <a:pt x="157435" y="74400"/>
                </a:lnTo>
                <a:lnTo>
                  <a:pt x="157495" y="74719"/>
                </a:lnTo>
                <a:lnTo>
                  <a:pt x="157559" y="75020"/>
                </a:lnTo>
                <a:lnTo>
                  <a:pt x="157627" y="75305"/>
                </a:lnTo>
                <a:lnTo>
                  <a:pt x="157700" y="75573"/>
                </a:lnTo>
                <a:lnTo>
                  <a:pt x="157778" y="75824"/>
                </a:lnTo>
                <a:lnTo>
                  <a:pt x="157859" y="76059"/>
                </a:lnTo>
                <a:lnTo>
                  <a:pt x="157946" y="76276"/>
                </a:lnTo>
                <a:lnTo>
                  <a:pt x="158036" y="76477"/>
                </a:lnTo>
                <a:lnTo>
                  <a:pt x="158131" y="76662"/>
                </a:lnTo>
                <a:lnTo>
                  <a:pt x="158231" y="76829"/>
                </a:lnTo>
                <a:lnTo>
                  <a:pt x="158335" y="76980"/>
                </a:lnTo>
                <a:lnTo>
                  <a:pt x="158558" y="77277"/>
                </a:lnTo>
                <a:lnTo>
                  <a:pt x="158788" y="77561"/>
                </a:lnTo>
                <a:lnTo>
                  <a:pt x="159027" y="77833"/>
                </a:lnTo>
                <a:lnTo>
                  <a:pt x="159273" y="78092"/>
                </a:lnTo>
                <a:lnTo>
                  <a:pt x="159526" y="78338"/>
                </a:lnTo>
                <a:lnTo>
                  <a:pt x="159788" y="78572"/>
                </a:lnTo>
                <a:lnTo>
                  <a:pt x="160057" y="78793"/>
                </a:lnTo>
                <a:lnTo>
                  <a:pt x="160334" y="79001"/>
                </a:lnTo>
                <a:lnTo>
                  <a:pt x="160618" y="79197"/>
                </a:lnTo>
                <a:lnTo>
                  <a:pt x="160910" y="79380"/>
                </a:lnTo>
                <a:lnTo>
                  <a:pt x="161210" y="79551"/>
                </a:lnTo>
                <a:lnTo>
                  <a:pt x="161517" y="79709"/>
                </a:lnTo>
                <a:lnTo>
                  <a:pt x="161832" y="79854"/>
                </a:lnTo>
                <a:lnTo>
                  <a:pt x="162154" y="79987"/>
                </a:lnTo>
                <a:lnTo>
                  <a:pt x="162485" y="80107"/>
                </a:lnTo>
                <a:lnTo>
                  <a:pt x="162823" y="80214"/>
                </a:lnTo>
                <a:lnTo>
                  <a:pt x="163168" y="80309"/>
                </a:lnTo>
                <a:lnTo>
                  <a:pt x="163522" y="80391"/>
                </a:lnTo>
                <a:lnTo>
                  <a:pt x="163883" y="80460"/>
                </a:lnTo>
                <a:lnTo>
                  <a:pt x="164251" y="80517"/>
                </a:lnTo>
                <a:lnTo>
                  <a:pt x="164628" y="80561"/>
                </a:lnTo>
                <a:lnTo>
                  <a:pt x="165011" y="80593"/>
                </a:lnTo>
                <a:lnTo>
                  <a:pt x="165403" y="80612"/>
                </a:lnTo>
                <a:lnTo>
                  <a:pt x="165802" y="80618"/>
                </a:lnTo>
                <a:lnTo>
                  <a:pt x="166181" y="80612"/>
                </a:lnTo>
                <a:lnTo>
                  <a:pt x="166553" y="80593"/>
                </a:lnTo>
                <a:lnTo>
                  <a:pt x="166919" y="80562"/>
                </a:lnTo>
                <a:lnTo>
                  <a:pt x="167278" y="80519"/>
                </a:lnTo>
                <a:lnTo>
                  <a:pt x="167631" y="80462"/>
                </a:lnTo>
                <a:lnTo>
                  <a:pt x="167977" y="80394"/>
                </a:lnTo>
                <a:lnTo>
                  <a:pt x="168317" y="80313"/>
                </a:lnTo>
                <a:lnTo>
                  <a:pt x="168650" y="80219"/>
                </a:lnTo>
                <a:lnTo>
                  <a:pt x="168977" y="80113"/>
                </a:lnTo>
                <a:lnTo>
                  <a:pt x="169297" y="79995"/>
                </a:lnTo>
                <a:lnTo>
                  <a:pt x="169611" y="79864"/>
                </a:lnTo>
                <a:lnTo>
                  <a:pt x="169918" y="79721"/>
                </a:lnTo>
                <a:lnTo>
                  <a:pt x="170219" y="79565"/>
                </a:lnTo>
                <a:lnTo>
                  <a:pt x="170513" y="79396"/>
                </a:lnTo>
                <a:lnTo>
                  <a:pt x="170801" y="79216"/>
                </a:lnTo>
                <a:lnTo>
                  <a:pt x="171083" y="79022"/>
                </a:lnTo>
                <a:lnTo>
                  <a:pt x="171358" y="78817"/>
                </a:lnTo>
                <a:lnTo>
                  <a:pt x="171626" y="78598"/>
                </a:lnTo>
                <a:lnTo>
                  <a:pt x="171888" y="78368"/>
                </a:lnTo>
                <a:lnTo>
                  <a:pt x="172143" y="78125"/>
                </a:lnTo>
                <a:lnTo>
                  <a:pt x="172392" y="77869"/>
                </a:lnTo>
                <a:lnTo>
                  <a:pt x="172635" y="77601"/>
                </a:lnTo>
                <a:lnTo>
                  <a:pt x="172871" y="77321"/>
                </a:lnTo>
                <a:lnTo>
                  <a:pt x="173100" y="77028"/>
                </a:lnTo>
                <a:lnTo>
                  <a:pt x="173211" y="76873"/>
                </a:lnTo>
                <a:lnTo>
                  <a:pt x="173317" y="76702"/>
                </a:lnTo>
                <a:lnTo>
                  <a:pt x="173419" y="76514"/>
                </a:lnTo>
                <a:lnTo>
                  <a:pt x="173515" y="76310"/>
                </a:lnTo>
                <a:lnTo>
                  <a:pt x="173607" y="76089"/>
                </a:lnTo>
                <a:lnTo>
                  <a:pt x="173694" y="75851"/>
                </a:lnTo>
                <a:lnTo>
                  <a:pt x="173777" y="75597"/>
                </a:lnTo>
                <a:lnTo>
                  <a:pt x="173855" y="75326"/>
                </a:lnTo>
                <a:lnTo>
                  <a:pt x="173928" y="75039"/>
                </a:lnTo>
                <a:lnTo>
                  <a:pt x="173996" y="74735"/>
                </a:lnTo>
                <a:lnTo>
                  <a:pt x="174060" y="74414"/>
                </a:lnTo>
                <a:lnTo>
                  <a:pt x="174119" y="74077"/>
                </a:lnTo>
                <a:lnTo>
                  <a:pt x="174173" y="73724"/>
                </a:lnTo>
                <a:lnTo>
                  <a:pt x="174222" y="73353"/>
                </a:lnTo>
                <a:lnTo>
                  <a:pt x="174267" y="72966"/>
                </a:lnTo>
                <a:lnTo>
                  <a:pt x="174307" y="72563"/>
                </a:lnTo>
                <a:lnTo>
                  <a:pt x="174343" y="72143"/>
                </a:lnTo>
                <a:lnTo>
                  <a:pt x="174373" y="71706"/>
                </a:lnTo>
                <a:lnTo>
                  <a:pt x="174399" y="71253"/>
                </a:lnTo>
                <a:lnTo>
                  <a:pt x="174420" y="70783"/>
                </a:lnTo>
                <a:lnTo>
                  <a:pt x="174437" y="70297"/>
                </a:lnTo>
                <a:lnTo>
                  <a:pt x="174449" y="69794"/>
                </a:lnTo>
                <a:lnTo>
                  <a:pt x="174456" y="69274"/>
                </a:lnTo>
                <a:lnTo>
                  <a:pt x="174458" y="68738"/>
                </a:lnTo>
                <a:lnTo>
                  <a:pt x="174458" y="51256"/>
                </a:lnTo>
                <a:lnTo>
                  <a:pt x="174454" y="50718"/>
                </a:lnTo>
                <a:lnTo>
                  <a:pt x="174441" y="50194"/>
                </a:lnTo>
                <a:lnTo>
                  <a:pt x="174420" y="49683"/>
                </a:lnTo>
                <a:lnTo>
                  <a:pt x="174391" y="49185"/>
                </a:lnTo>
                <a:lnTo>
                  <a:pt x="174353" y="48701"/>
                </a:lnTo>
                <a:lnTo>
                  <a:pt x="174307" y="48230"/>
                </a:lnTo>
                <a:lnTo>
                  <a:pt x="174252" y="47773"/>
                </a:lnTo>
                <a:lnTo>
                  <a:pt x="174189" y="47329"/>
                </a:lnTo>
                <a:lnTo>
                  <a:pt x="174118" y="46898"/>
                </a:lnTo>
                <a:lnTo>
                  <a:pt x="174038" y="46481"/>
                </a:lnTo>
                <a:lnTo>
                  <a:pt x="173950" y="46078"/>
                </a:lnTo>
                <a:lnTo>
                  <a:pt x="173854" y="45687"/>
                </a:lnTo>
                <a:lnTo>
                  <a:pt x="173749" y="45310"/>
                </a:lnTo>
                <a:lnTo>
                  <a:pt x="173635" y="44947"/>
                </a:lnTo>
                <a:lnTo>
                  <a:pt x="173513" y="44597"/>
                </a:lnTo>
                <a:lnTo>
                  <a:pt x="173383" y="44260"/>
                </a:lnTo>
                <a:lnTo>
                  <a:pt x="173245" y="43937"/>
                </a:lnTo>
                <a:lnTo>
                  <a:pt x="173098" y="43627"/>
                </a:lnTo>
                <a:lnTo>
                  <a:pt x="172942" y="43330"/>
                </a:lnTo>
                <a:lnTo>
                  <a:pt x="172779" y="43047"/>
                </a:lnTo>
                <a:lnTo>
                  <a:pt x="172607" y="42777"/>
                </a:lnTo>
                <a:lnTo>
                  <a:pt x="172426" y="42521"/>
                </a:lnTo>
                <a:lnTo>
                  <a:pt x="172237" y="42278"/>
                </a:lnTo>
                <a:lnTo>
                  <a:pt x="172040" y="42049"/>
                </a:lnTo>
                <a:lnTo>
                  <a:pt x="171836" y="41831"/>
                </a:lnTo>
                <a:lnTo>
                  <a:pt x="171627" y="41622"/>
                </a:lnTo>
                <a:lnTo>
                  <a:pt x="171413" y="41422"/>
                </a:lnTo>
                <a:lnTo>
                  <a:pt x="171195" y="41232"/>
                </a:lnTo>
                <a:lnTo>
                  <a:pt x="170971" y="41051"/>
                </a:lnTo>
                <a:lnTo>
                  <a:pt x="170743" y="40879"/>
                </a:lnTo>
                <a:lnTo>
                  <a:pt x="170510" y="40717"/>
                </a:lnTo>
                <a:lnTo>
                  <a:pt x="170272" y="40564"/>
                </a:lnTo>
                <a:lnTo>
                  <a:pt x="170029" y="40420"/>
                </a:lnTo>
                <a:lnTo>
                  <a:pt x="169781" y="40285"/>
                </a:lnTo>
                <a:lnTo>
                  <a:pt x="169529" y="40160"/>
                </a:lnTo>
                <a:lnTo>
                  <a:pt x="169271" y="40044"/>
                </a:lnTo>
                <a:lnTo>
                  <a:pt x="169009" y="39937"/>
                </a:lnTo>
                <a:lnTo>
                  <a:pt x="168742" y="39840"/>
                </a:lnTo>
                <a:lnTo>
                  <a:pt x="168470" y="39752"/>
                </a:lnTo>
                <a:lnTo>
                  <a:pt x="168193" y="39673"/>
                </a:lnTo>
                <a:lnTo>
                  <a:pt x="167911" y="39603"/>
                </a:lnTo>
                <a:lnTo>
                  <a:pt x="167624" y="39543"/>
                </a:lnTo>
                <a:lnTo>
                  <a:pt x="167333" y="39492"/>
                </a:lnTo>
                <a:lnTo>
                  <a:pt x="167036" y="39450"/>
                </a:lnTo>
                <a:lnTo>
                  <a:pt x="166735" y="39417"/>
                </a:lnTo>
                <a:lnTo>
                  <a:pt x="166429" y="39394"/>
                </a:lnTo>
                <a:lnTo>
                  <a:pt x="166118" y="39380"/>
                </a:lnTo>
                <a:lnTo>
                  <a:pt x="165802" y="39376"/>
                </a:lnTo>
                <a:lnTo>
                  <a:pt x="165403" y="39382"/>
                </a:lnTo>
                <a:lnTo>
                  <a:pt x="165011" y="39401"/>
                </a:lnTo>
                <a:lnTo>
                  <a:pt x="164628" y="39432"/>
                </a:lnTo>
                <a:lnTo>
                  <a:pt x="164251" y="39477"/>
                </a:lnTo>
                <a:lnTo>
                  <a:pt x="163883" y="39534"/>
                </a:lnTo>
                <a:lnTo>
                  <a:pt x="163522" y="39603"/>
                </a:lnTo>
                <a:lnTo>
                  <a:pt x="163168" y="39685"/>
                </a:lnTo>
                <a:lnTo>
                  <a:pt x="162823" y="39780"/>
                </a:lnTo>
                <a:lnTo>
                  <a:pt x="162485" y="39887"/>
                </a:lnTo>
                <a:lnTo>
                  <a:pt x="162154" y="40007"/>
                </a:lnTo>
                <a:lnTo>
                  <a:pt x="161832" y="40140"/>
                </a:lnTo>
                <a:lnTo>
                  <a:pt x="161517" y="40285"/>
                </a:lnTo>
                <a:lnTo>
                  <a:pt x="161210" y="40443"/>
                </a:lnTo>
                <a:lnTo>
                  <a:pt x="160910" y="40614"/>
                </a:lnTo>
                <a:lnTo>
                  <a:pt x="160618" y="40797"/>
                </a:lnTo>
                <a:lnTo>
                  <a:pt x="160334" y="40993"/>
                </a:lnTo>
                <a:lnTo>
                  <a:pt x="160057" y="41201"/>
                </a:lnTo>
                <a:lnTo>
                  <a:pt x="159788" y="41422"/>
                </a:lnTo>
                <a:lnTo>
                  <a:pt x="159526" y="41656"/>
                </a:lnTo>
                <a:lnTo>
                  <a:pt x="159273" y="41902"/>
                </a:lnTo>
                <a:lnTo>
                  <a:pt x="159027" y="42161"/>
                </a:lnTo>
                <a:lnTo>
                  <a:pt x="158788" y="42433"/>
                </a:lnTo>
                <a:lnTo>
                  <a:pt x="158558" y="42717"/>
                </a:lnTo>
                <a:lnTo>
                  <a:pt x="158335" y="43014"/>
                </a:lnTo>
                <a:lnTo>
                  <a:pt x="158231" y="43165"/>
                </a:lnTo>
                <a:lnTo>
                  <a:pt x="158131" y="43332"/>
                </a:lnTo>
                <a:lnTo>
                  <a:pt x="158036" y="43516"/>
                </a:lnTo>
                <a:lnTo>
                  <a:pt x="157946" y="43717"/>
                </a:lnTo>
                <a:lnTo>
                  <a:pt x="157859" y="43935"/>
                </a:lnTo>
                <a:lnTo>
                  <a:pt x="157778" y="44170"/>
                </a:lnTo>
                <a:lnTo>
                  <a:pt x="157700" y="44421"/>
                </a:lnTo>
                <a:lnTo>
                  <a:pt x="157627" y="44689"/>
                </a:lnTo>
                <a:lnTo>
                  <a:pt x="157559" y="44974"/>
                </a:lnTo>
                <a:lnTo>
                  <a:pt x="157495" y="45275"/>
                </a:lnTo>
                <a:lnTo>
                  <a:pt x="157435" y="45593"/>
                </a:lnTo>
                <a:lnTo>
                  <a:pt x="157380" y="45929"/>
                </a:lnTo>
                <a:lnTo>
                  <a:pt x="157329" y="46280"/>
                </a:lnTo>
                <a:lnTo>
                  <a:pt x="157283" y="46649"/>
                </a:lnTo>
                <a:lnTo>
                  <a:pt x="157241" y="47034"/>
                </a:lnTo>
                <a:lnTo>
                  <a:pt x="157203" y="47436"/>
                </a:lnTo>
                <a:lnTo>
                  <a:pt x="157170" y="47855"/>
                </a:lnTo>
                <a:lnTo>
                  <a:pt x="157141" y="48291"/>
                </a:lnTo>
                <a:lnTo>
                  <a:pt x="157117" y="48743"/>
                </a:lnTo>
                <a:lnTo>
                  <a:pt x="157097" y="49212"/>
                </a:lnTo>
                <a:lnTo>
                  <a:pt x="157082" y="49698"/>
                </a:lnTo>
                <a:lnTo>
                  <a:pt x="157070" y="50201"/>
                </a:lnTo>
                <a:lnTo>
                  <a:pt x="157064" y="50720"/>
                </a:lnTo>
                <a:lnTo>
                  <a:pt x="157062" y="51256"/>
                </a:lnTo>
                <a:lnTo>
                  <a:pt x="141787" y="51256"/>
                </a:lnTo>
                <a:lnTo>
                  <a:pt x="141787" y="26137"/>
                </a:lnTo>
                <a:lnTo>
                  <a:pt x="182350" y="26137"/>
                </a:lnTo>
                <a:lnTo>
                  <a:pt x="182350" y="35302"/>
                </a:lnTo>
                <a:lnTo>
                  <a:pt x="182355" y="35840"/>
                </a:lnTo>
                <a:lnTo>
                  <a:pt x="182367" y="36365"/>
                </a:lnTo>
                <a:lnTo>
                  <a:pt x="182388" y="36876"/>
                </a:lnTo>
                <a:lnTo>
                  <a:pt x="182417" y="37373"/>
                </a:lnTo>
                <a:lnTo>
                  <a:pt x="182455" y="37857"/>
                </a:lnTo>
                <a:lnTo>
                  <a:pt x="182501" y="38328"/>
                </a:lnTo>
                <a:lnTo>
                  <a:pt x="182556" y="38786"/>
                </a:lnTo>
                <a:lnTo>
                  <a:pt x="182619" y="39229"/>
                </a:lnTo>
                <a:lnTo>
                  <a:pt x="182690" y="39660"/>
                </a:lnTo>
                <a:lnTo>
                  <a:pt x="182770" y="40077"/>
                </a:lnTo>
                <a:lnTo>
                  <a:pt x="182858" y="40481"/>
                </a:lnTo>
                <a:lnTo>
                  <a:pt x="182955" y="40871"/>
                </a:lnTo>
                <a:lnTo>
                  <a:pt x="183060" y="41248"/>
                </a:lnTo>
                <a:lnTo>
                  <a:pt x="183173" y="41612"/>
                </a:lnTo>
                <a:lnTo>
                  <a:pt x="183295" y="41962"/>
                </a:lnTo>
                <a:lnTo>
                  <a:pt x="183425" y="42299"/>
                </a:lnTo>
                <a:lnTo>
                  <a:pt x="183564" y="42622"/>
                </a:lnTo>
                <a:lnTo>
                  <a:pt x="183711" y="42932"/>
                </a:lnTo>
                <a:lnTo>
                  <a:pt x="183866" y="43228"/>
                </a:lnTo>
                <a:lnTo>
                  <a:pt x="184030" y="43511"/>
                </a:lnTo>
                <a:lnTo>
                  <a:pt x="184202" y="43781"/>
                </a:lnTo>
                <a:lnTo>
                  <a:pt x="184383" y="44037"/>
                </a:lnTo>
                <a:lnTo>
                  <a:pt x="184572" y="44280"/>
                </a:lnTo>
                <a:lnTo>
                  <a:pt x="184769" y="44510"/>
                </a:lnTo>
                <a:lnTo>
                  <a:pt x="184973" y="44728"/>
                </a:lnTo>
                <a:lnTo>
                  <a:pt x="185182" y="44937"/>
                </a:lnTo>
                <a:lnTo>
                  <a:pt x="185397" y="45136"/>
                </a:lnTo>
                <a:lnTo>
                  <a:pt x="185616" y="45327"/>
                </a:lnTo>
                <a:lnTo>
                  <a:pt x="185841" y="45508"/>
                </a:lnTo>
                <a:lnTo>
                  <a:pt x="186071" y="45679"/>
                </a:lnTo>
                <a:lnTo>
                  <a:pt x="186306" y="45842"/>
                </a:lnTo>
                <a:lnTo>
                  <a:pt x="186546" y="45995"/>
                </a:lnTo>
                <a:lnTo>
                  <a:pt x="186792" y="46139"/>
                </a:lnTo>
                <a:lnTo>
                  <a:pt x="187042" y="46273"/>
                </a:lnTo>
                <a:lnTo>
                  <a:pt x="187298" y="46399"/>
                </a:lnTo>
                <a:lnTo>
                  <a:pt x="187559" y="46515"/>
                </a:lnTo>
                <a:lnTo>
                  <a:pt x="187825" y="46621"/>
                </a:lnTo>
                <a:lnTo>
                  <a:pt x="188096" y="46719"/>
                </a:lnTo>
                <a:lnTo>
                  <a:pt x="188372" y="46807"/>
                </a:lnTo>
                <a:lnTo>
                  <a:pt x="188654" y="46886"/>
                </a:lnTo>
                <a:lnTo>
                  <a:pt x="188940" y="46955"/>
                </a:lnTo>
                <a:lnTo>
                  <a:pt x="189232" y="47016"/>
                </a:lnTo>
                <a:lnTo>
                  <a:pt x="189529" y="47067"/>
                </a:lnTo>
                <a:lnTo>
                  <a:pt x="189831" y="47109"/>
                </a:lnTo>
                <a:lnTo>
                  <a:pt x="190138" y="47141"/>
                </a:lnTo>
                <a:lnTo>
                  <a:pt x="190451" y="47164"/>
                </a:lnTo>
                <a:lnTo>
                  <a:pt x="190768" y="47178"/>
                </a:lnTo>
                <a:lnTo>
                  <a:pt x="191091" y="47183"/>
                </a:lnTo>
                <a:lnTo>
                  <a:pt x="191414" y="47178"/>
                </a:lnTo>
                <a:lnTo>
                  <a:pt x="191731" y="47164"/>
                </a:lnTo>
                <a:lnTo>
                  <a:pt x="192043" y="47141"/>
                </a:lnTo>
                <a:lnTo>
                  <a:pt x="192350" y="47109"/>
                </a:lnTo>
                <a:lnTo>
                  <a:pt x="192651" y="47067"/>
                </a:lnTo>
                <a:lnTo>
                  <a:pt x="192947" y="47016"/>
                </a:lnTo>
                <a:lnTo>
                  <a:pt x="193238" y="46955"/>
                </a:lnTo>
                <a:lnTo>
                  <a:pt x="193524" y="46886"/>
                </a:lnTo>
                <a:lnTo>
                  <a:pt x="193804" y="46807"/>
                </a:lnTo>
                <a:lnTo>
                  <a:pt x="194079" y="46719"/>
                </a:lnTo>
                <a:lnTo>
                  <a:pt x="194348" y="46621"/>
                </a:lnTo>
                <a:lnTo>
                  <a:pt x="194613" y="46515"/>
                </a:lnTo>
                <a:lnTo>
                  <a:pt x="194872" y="46399"/>
                </a:lnTo>
                <a:lnTo>
                  <a:pt x="195125" y="46273"/>
                </a:lnTo>
                <a:lnTo>
                  <a:pt x="195374" y="46139"/>
                </a:lnTo>
                <a:lnTo>
                  <a:pt x="195617" y="45995"/>
                </a:lnTo>
                <a:lnTo>
                  <a:pt x="195855" y="45842"/>
                </a:lnTo>
                <a:lnTo>
                  <a:pt x="196087" y="45679"/>
                </a:lnTo>
                <a:lnTo>
                  <a:pt x="196314" y="45508"/>
                </a:lnTo>
                <a:lnTo>
                  <a:pt x="196536" y="45327"/>
                </a:lnTo>
                <a:lnTo>
                  <a:pt x="196753" y="45136"/>
                </a:lnTo>
                <a:lnTo>
                  <a:pt x="196964" y="44937"/>
                </a:lnTo>
                <a:lnTo>
                  <a:pt x="197170" y="44728"/>
                </a:lnTo>
                <a:lnTo>
                  <a:pt x="197371" y="44510"/>
                </a:lnTo>
                <a:lnTo>
                  <a:pt x="197565" y="44280"/>
                </a:lnTo>
                <a:lnTo>
                  <a:pt x="197750" y="44037"/>
                </a:lnTo>
                <a:lnTo>
                  <a:pt x="197928" y="43781"/>
                </a:lnTo>
                <a:lnTo>
                  <a:pt x="198097" y="43511"/>
                </a:lnTo>
                <a:lnTo>
                  <a:pt x="198258" y="43228"/>
                </a:lnTo>
                <a:lnTo>
                  <a:pt x="198410" y="42932"/>
                </a:lnTo>
                <a:lnTo>
                  <a:pt x="198555" y="42622"/>
                </a:lnTo>
                <a:lnTo>
                  <a:pt x="198691" y="42299"/>
                </a:lnTo>
                <a:lnTo>
                  <a:pt x="198819" y="41962"/>
                </a:lnTo>
                <a:lnTo>
                  <a:pt x="198938" y="41612"/>
                </a:lnTo>
                <a:lnTo>
                  <a:pt x="199050" y="41248"/>
                </a:lnTo>
                <a:lnTo>
                  <a:pt x="199153" y="40871"/>
                </a:lnTo>
                <a:lnTo>
                  <a:pt x="199248" y="40481"/>
                </a:lnTo>
                <a:lnTo>
                  <a:pt x="199334" y="40077"/>
                </a:lnTo>
                <a:lnTo>
                  <a:pt x="199413" y="39660"/>
                </a:lnTo>
                <a:lnTo>
                  <a:pt x="199483" y="39229"/>
                </a:lnTo>
                <a:lnTo>
                  <a:pt x="199545" y="38786"/>
                </a:lnTo>
                <a:lnTo>
                  <a:pt x="199598" y="38328"/>
                </a:lnTo>
                <a:lnTo>
                  <a:pt x="199644" y="37857"/>
                </a:lnTo>
                <a:lnTo>
                  <a:pt x="199681" y="37373"/>
                </a:lnTo>
                <a:lnTo>
                  <a:pt x="199710" y="36876"/>
                </a:lnTo>
                <a:lnTo>
                  <a:pt x="199730" y="36365"/>
                </a:lnTo>
                <a:lnTo>
                  <a:pt x="199743" y="35840"/>
                </a:lnTo>
                <a:lnTo>
                  <a:pt x="199747" y="35302"/>
                </a:lnTo>
                <a:lnTo>
                  <a:pt x="199747" y="8741"/>
                </a:lnTo>
                <a:lnTo>
                  <a:pt x="121674" y="8656"/>
                </a:lnTo>
                <a:lnTo>
                  <a:pt x="121157" y="8660"/>
                </a:lnTo>
                <a:lnTo>
                  <a:pt x="120653" y="8673"/>
                </a:lnTo>
                <a:lnTo>
                  <a:pt x="120161" y="8694"/>
                </a:lnTo>
                <a:lnTo>
                  <a:pt x="119681" y="8723"/>
                </a:lnTo>
                <a:lnTo>
                  <a:pt x="119214" y="8761"/>
                </a:lnTo>
                <a:lnTo>
                  <a:pt x="118760" y="8807"/>
                </a:lnTo>
                <a:lnTo>
                  <a:pt x="118318" y="8862"/>
                </a:lnTo>
                <a:lnTo>
                  <a:pt x="117889" y="8925"/>
                </a:lnTo>
                <a:lnTo>
                  <a:pt x="117472" y="8996"/>
                </a:lnTo>
                <a:lnTo>
                  <a:pt x="117067" y="9076"/>
                </a:lnTo>
                <a:lnTo>
                  <a:pt x="116676" y="9164"/>
                </a:lnTo>
                <a:lnTo>
                  <a:pt x="116296" y="9260"/>
                </a:lnTo>
                <a:lnTo>
                  <a:pt x="115930" y="9365"/>
                </a:lnTo>
                <a:lnTo>
                  <a:pt x="115575" y="9479"/>
                </a:lnTo>
                <a:lnTo>
                  <a:pt x="115234" y="9601"/>
                </a:lnTo>
                <a:lnTo>
                  <a:pt x="114904" y="9731"/>
                </a:lnTo>
                <a:lnTo>
                  <a:pt x="114588" y="9869"/>
                </a:lnTo>
                <a:lnTo>
                  <a:pt x="114284" y="10016"/>
                </a:lnTo>
                <a:lnTo>
                  <a:pt x="113992" y="10172"/>
                </a:lnTo>
                <a:lnTo>
                  <a:pt x="113713" y="10335"/>
                </a:lnTo>
                <a:lnTo>
                  <a:pt x="113446" y="10508"/>
                </a:lnTo>
                <a:lnTo>
                  <a:pt x="113192" y="10688"/>
                </a:lnTo>
                <a:lnTo>
                  <a:pt x="112951" y="10877"/>
                </a:lnTo>
                <a:lnTo>
                  <a:pt x="112722" y="11074"/>
                </a:lnTo>
                <a:lnTo>
                  <a:pt x="112503" y="11279"/>
                </a:lnTo>
                <a:lnTo>
                  <a:pt x="112295" y="11488"/>
                </a:lnTo>
                <a:lnTo>
                  <a:pt x="112095" y="11702"/>
                </a:lnTo>
                <a:lnTo>
                  <a:pt x="111905" y="11922"/>
                </a:lnTo>
                <a:lnTo>
                  <a:pt x="111724" y="12147"/>
                </a:lnTo>
                <a:lnTo>
                  <a:pt x="111552" y="12376"/>
                </a:lnTo>
                <a:lnTo>
                  <a:pt x="111390" y="12612"/>
                </a:lnTo>
                <a:lnTo>
                  <a:pt x="111237" y="12852"/>
                </a:lnTo>
                <a:lnTo>
                  <a:pt x="111093" y="13097"/>
                </a:lnTo>
                <a:lnTo>
                  <a:pt x="110958" y="13348"/>
                </a:lnTo>
                <a:lnTo>
                  <a:pt x="110833" y="13603"/>
                </a:lnTo>
                <a:lnTo>
                  <a:pt x="110717" y="13864"/>
                </a:lnTo>
                <a:lnTo>
                  <a:pt x="110610" y="14130"/>
                </a:lnTo>
                <a:lnTo>
                  <a:pt x="110513" y="14401"/>
                </a:lnTo>
                <a:lnTo>
                  <a:pt x="110424" y="14678"/>
                </a:lnTo>
                <a:lnTo>
                  <a:pt x="110345" y="14959"/>
                </a:lnTo>
                <a:lnTo>
                  <a:pt x="110276" y="15246"/>
                </a:lnTo>
                <a:lnTo>
                  <a:pt x="110216" y="15538"/>
                </a:lnTo>
                <a:lnTo>
                  <a:pt x="110164" y="15835"/>
                </a:lnTo>
                <a:lnTo>
                  <a:pt x="110123" y="16137"/>
                </a:lnTo>
                <a:lnTo>
                  <a:pt x="110090" y="16444"/>
                </a:lnTo>
                <a:lnTo>
                  <a:pt x="110067" y="16756"/>
                </a:lnTo>
                <a:lnTo>
                  <a:pt x="110055" y="17032"/>
                </a:lnTo>
                <a:lnTo>
                  <a:pt x="110047" y="16841"/>
                </a:lnTo>
                <a:lnTo>
                  <a:pt x="110023" y="16529"/>
                </a:lnTo>
                <a:lnTo>
                  <a:pt x="109991" y="16223"/>
                </a:lnTo>
                <a:lnTo>
                  <a:pt x="109949" y="15921"/>
                </a:lnTo>
                <a:close/>
                <a:moveTo>
                  <a:pt x="110565" y="98637"/>
                </a:moveTo>
                <a:lnTo>
                  <a:pt x="110423" y="98392"/>
                </a:lnTo>
                <a:lnTo>
                  <a:pt x="110273" y="98152"/>
                </a:lnTo>
                <a:lnTo>
                  <a:pt x="110113" y="97917"/>
                </a:lnTo>
                <a:lnTo>
                  <a:pt x="109944" y="97687"/>
                </a:lnTo>
                <a:lnTo>
                  <a:pt x="109766" y="97462"/>
                </a:lnTo>
                <a:lnTo>
                  <a:pt x="109579" y="97242"/>
                </a:lnTo>
                <a:lnTo>
                  <a:pt x="109382" y="97028"/>
                </a:lnTo>
                <a:lnTo>
                  <a:pt x="109177" y="96819"/>
                </a:lnTo>
                <a:lnTo>
                  <a:pt x="108962" y="96615"/>
                </a:lnTo>
                <a:lnTo>
                  <a:pt x="108738" y="96417"/>
                </a:lnTo>
                <a:lnTo>
                  <a:pt x="108503" y="96228"/>
                </a:lnTo>
                <a:lnTo>
                  <a:pt x="108259" y="96048"/>
                </a:lnTo>
                <a:lnTo>
                  <a:pt x="108005" y="95876"/>
                </a:lnTo>
                <a:lnTo>
                  <a:pt x="107741" y="95712"/>
                </a:lnTo>
                <a:lnTo>
                  <a:pt x="107466" y="95556"/>
                </a:lnTo>
                <a:lnTo>
                  <a:pt x="107182" y="95410"/>
                </a:lnTo>
                <a:lnTo>
                  <a:pt x="106888" y="95271"/>
                </a:lnTo>
                <a:lnTo>
                  <a:pt x="106583" y="95141"/>
                </a:lnTo>
                <a:lnTo>
                  <a:pt x="106269" y="95019"/>
                </a:lnTo>
                <a:lnTo>
                  <a:pt x="105944" y="94906"/>
                </a:lnTo>
                <a:lnTo>
                  <a:pt x="105610" y="94801"/>
                </a:lnTo>
                <a:lnTo>
                  <a:pt x="105265" y="94704"/>
                </a:lnTo>
                <a:lnTo>
                  <a:pt x="104911" y="94616"/>
                </a:lnTo>
                <a:lnTo>
                  <a:pt x="104546" y="94536"/>
                </a:lnTo>
                <a:lnTo>
                  <a:pt x="104172" y="94465"/>
                </a:lnTo>
                <a:lnTo>
                  <a:pt x="103787" y="94402"/>
                </a:lnTo>
                <a:lnTo>
                  <a:pt x="103393" y="94347"/>
                </a:lnTo>
                <a:lnTo>
                  <a:pt x="102988" y="94301"/>
                </a:lnTo>
                <a:lnTo>
                  <a:pt x="102574" y="94263"/>
                </a:lnTo>
                <a:lnTo>
                  <a:pt x="102149" y="94234"/>
                </a:lnTo>
                <a:lnTo>
                  <a:pt x="101715" y="94213"/>
                </a:lnTo>
                <a:lnTo>
                  <a:pt x="101270" y="94200"/>
                </a:lnTo>
                <a:lnTo>
                  <a:pt x="100815" y="94196"/>
                </a:lnTo>
                <a:lnTo>
                  <a:pt x="100815" y="26307"/>
                </a:lnTo>
                <a:lnTo>
                  <a:pt x="101186" y="26303"/>
                </a:lnTo>
                <a:lnTo>
                  <a:pt x="101550" y="26290"/>
                </a:lnTo>
                <a:lnTo>
                  <a:pt x="101907" y="26269"/>
                </a:lnTo>
                <a:lnTo>
                  <a:pt x="102256" y="26239"/>
                </a:lnTo>
                <a:lnTo>
                  <a:pt x="102597" y="26200"/>
                </a:lnTo>
                <a:lnTo>
                  <a:pt x="102931" y="26153"/>
                </a:lnTo>
                <a:lnTo>
                  <a:pt x="103258" y="26098"/>
                </a:lnTo>
                <a:lnTo>
                  <a:pt x="103578" y="26034"/>
                </a:lnTo>
                <a:lnTo>
                  <a:pt x="103890" y="25961"/>
                </a:lnTo>
                <a:lnTo>
                  <a:pt x="104195" y="25880"/>
                </a:lnTo>
                <a:lnTo>
                  <a:pt x="104492" y="25790"/>
                </a:lnTo>
                <a:lnTo>
                  <a:pt x="104783" y="25692"/>
                </a:lnTo>
                <a:lnTo>
                  <a:pt x="105065" y="25585"/>
                </a:lnTo>
                <a:lnTo>
                  <a:pt x="105341" y="25470"/>
                </a:lnTo>
                <a:lnTo>
                  <a:pt x="105609" y="25346"/>
                </a:lnTo>
                <a:lnTo>
                  <a:pt x="105869" y="25213"/>
                </a:lnTo>
                <a:lnTo>
                  <a:pt x="106122" y="25072"/>
                </a:lnTo>
                <a:lnTo>
                  <a:pt x="106368" y="24923"/>
                </a:lnTo>
                <a:lnTo>
                  <a:pt x="106607" y="24765"/>
                </a:lnTo>
                <a:lnTo>
                  <a:pt x="106838" y="24598"/>
                </a:lnTo>
                <a:lnTo>
                  <a:pt x="107062" y="24423"/>
                </a:lnTo>
                <a:lnTo>
                  <a:pt x="107278" y="24239"/>
                </a:lnTo>
                <a:lnTo>
                  <a:pt x="107487" y="24047"/>
                </a:lnTo>
                <a:lnTo>
                  <a:pt x="107689" y="23846"/>
                </a:lnTo>
                <a:lnTo>
                  <a:pt x="107883" y="23638"/>
                </a:lnTo>
                <a:lnTo>
                  <a:pt x="108069" y="23426"/>
                </a:lnTo>
                <a:lnTo>
                  <a:pt x="108246" y="23208"/>
                </a:lnTo>
                <a:lnTo>
                  <a:pt x="108415" y="22986"/>
                </a:lnTo>
                <a:lnTo>
                  <a:pt x="108576" y="22758"/>
                </a:lnTo>
                <a:lnTo>
                  <a:pt x="108729" y="22525"/>
                </a:lnTo>
                <a:lnTo>
                  <a:pt x="108873" y="22288"/>
                </a:lnTo>
                <a:lnTo>
                  <a:pt x="109009" y="22045"/>
                </a:lnTo>
                <a:lnTo>
                  <a:pt x="109137" y="21797"/>
                </a:lnTo>
                <a:lnTo>
                  <a:pt x="109257" y="21545"/>
                </a:lnTo>
                <a:lnTo>
                  <a:pt x="109368" y="21287"/>
                </a:lnTo>
                <a:lnTo>
                  <a:pt x="109471" y="21024"/>
                </a:lnTo>
                <a:lnTo>
                  <a:pt x="109566" y="20757"/>
                </a:lnTo>
                <a:lnTo>
                  <a:pt x="109653" y="20484"/>
                </a:lnTo>
                <a:lnTo>
                  <a:pt x="109731" y="20206"/>
                </a:lnTo>
                <a:lnTo>
                  <a:pt x="109801" y="19924"/>
                </a:lnTo>
                <a:lnTo>
                  <a:pt x="109863" y="19636"/>
                </a:lnTo>
                <a:lnTo>
                  <a:pt x="109917" y="19343"/>
                </a:lnTo>
                <a:lnTo>
                  <a:pt x="109962" y="19045"/>
                </a:lnTo>
                <a:lnTo>
                  <a:pt x="109999" y="18743"/>
                </a:lnTo>
                <a:lnTo>
                  <a:pt x="110028" y="18435"/>
                </a:lnTo>
                <a:lnTo>
                  <a:pt x="110049" y="18122"/>
                </a:lnTo>
                <a:lnTo>
                  <a:pt x="110059" y="17855"/>
                </a:lnTo>
                <a:lnTo>
                  <a:pt x="110067" y="18037"/>
                </a:lnTo>
                <a:lnTo>
                  <a:pt x="110090" y="18349"/>
                </a:lnTo>
                <a:lnTo>
                  <a:pt x="110123" y="18657"/>
                </a:lnTo>
                <a:lnTo>
                  <a:pt x="110164" y="18959"/>
                </a:lnTo>
                <a:lnTo>
                  <a:pt x="110216" y="19256"/>
                </a:lnTo>
                <a:lnTo>
                  <a:pt x="110276" y="19547"/>
                </a:lnTo>
                <a:lnTo>
                  <a:pt x="110345" y="19834"/>
                </a:lnTo>
                <a:lnTo>
                  <a:pt x="110424" y="20115"/>
                </a:lnTo>
                <a:lnTo>
                  <a:pt x="110513" y="20392"/>
                </a:lnTo>
                <a:lnTo>
                  <a:pt x="110610" y="20663"/>
                </a:lnTo>
                <a:lnTo>
                  <a:pt x="110717" y="20929"/>
                </a:lnTo>
                <a:lnTo>
                  <a:pt x="110833" y="21190"/>
                </a:lnTo>
                <a:lnTo>
                  <a:pt x="110958" y="21445"/>
                </a:lnTo>
                <a:lnTo>
                  <a:pt x="111093" y="21696"/>
                </a:lnTo>
                <a:lnTo>
                  <a:pt x="111237" y="21941"/>
                </a:lnTo>
                <a:lnTo>
                  <a:pt x="111390" y="22182"/>
                </a:lnTo>
                <a:lnTo>
                  <a:pt x="111552" y="22417"/>
                </a:lnTo>
                <a:lnTo>
                  <a:pt x="111724" y="22647"/>
                </a:lnTo>
                <a:lnTo>
                  <a:pt x="111905" y="22871"/>
                </a:lnTo>
                <a:lnTo>
                  <a:pt x="112095" y="23091"/>
                </a:lnTo>
                <a:lnTo>
                  <a:pt x="112295" y="23305"/>
                </a:lnTo>
                <a:lnTo>
                  <a:pt x="112503" y="23515"/>
                </a:lnTo>
                <a:lnTo>
                  <a:pt x="112722" y="23719"/>
                </a:lnTo>
                <a:lnTo>
                  <a:pt x="112951" y="23916"/>
                </a:lnTo>
                <a:lnTo>
                  <a:pt x="113192" y="24105"/>
                </a:lnTo>
                <a:lnTo>
                  <a:pt x="113446" y="24286"/>
                </a:lnTo>
                <a:lnTo>
                  <a:pt x="113713" y="24458"/>
                </a:lnTo>
                <a:lnTo>
                  <a:pt x="113992" y="24621"/>
                </a:lnTo>
                <a:lnTo>
                  <a:pt x="114284" y="24777"/>
                </a:lnTo>
                <a:lnTo>
                  <a:pt x="114588" y="24924"/>
                </a:lnTo>
                <a:lnTo>
                  <a:pt x="114904" y="25062"/>
                </a:lnTo>
                <a:lnTo>
                  <a:pt x="115234" y="25193"/>
                </a:lnTo>
                <a:lnTo>
                  <a:pt x="115575" y="25314"/>
                </a:lnTo>
                <a:lnTo>
                  <a:pt x="115930" y="25428"/>
                </a:lnTo>
                <a:lnTo>
                  <a:pt x="116296" y="25533"/>
                </a:lnTo>
                <a:lnTo>
                  <a:pt x="116676" y="25629"/>
                </a:lnTo>
                <a:lnTo>
                  <a:pt x="117067" y="25717"/>
                </a:lnTo>
                <a:lnTo>
                  <a:pt x="117472" y="25797"/>
                </a:lnTo>
                <a:lnTo>
                  <a:pt x="117889" y="25869"/>
                </a:lnTo>
                <a:lnTo>
                  <a:pt x="118318" y="25932"/>
                </a:lnTo>
                <a:lnTo>
                  <a:pt x="118760" y="25986"/>
                </a:lnTo>
                <a:lnTo>
                  <a:pt x="119214" y="26032"/>
                </a:lnTo>
                <a:lnTo>
                  <a:pt x="119681" y="26070"/>
                </a:lnTo>
                <a:lnTo>
                  <a:pt x="120161" y="26099"/>
                </a:lnTo>
                <a:lnTo>
                  <a:pt x="120653" y="26120"/>
                </a:lnTo>
                <a:lnTo>
                  <a:pt x="121157" y="26133"/>
                </a:lnTo>
                <a:lnTo>
                  <a:pt x="121674" y="26137"/>
                </a:lnTo>
                <a:lnTo>
                  <a:pt x="124390" y="26137"/>
                </a:lnTo>
                <a:lnTo>
                  <a:pt x="124390" y="94196"/>
                </a:lnTo>
                <a:lnTo>
                  <a:pt x="121674" y="94196"/>
                </a:lnTo>
                <a:lnTo>
                  <a:pt x="121164" y="94200"/>
                </a:lnTo>
                <a:lnTo>
                  <a:pt x="120666" y="94213"/>
                </a:lnTo>
                <a:lnTo>
                  <a:pt x="120180" y="94233"/>
                </a:lnTo>
                <a:lnTo>
                  <a:pt x="119706" y="94262"/>
                </a:lnTo>
                <a:lnTo>
                  <a:pt x="119244" y="94299"/>
                </a:lnTo>
                <a:lnTo>
                  <a:pt x="118794" y="94345"/>
                </a:lnTo>
                <a:lnTo>
                  <a:pt x="118357" y="94398"/>
                </a:lnTo>
                <a:lnTo>
                  <a:pt x="117931" y="94460"/>
                </a:lnTo>
                <a:lnTo>
                  <a:pt x="117518" y="94530"/>
                </a:lnTo>
                <a:lnTo>
                  <a:pt x="117116" y="94609"/>
                </a:lnTo>
                <a:lnTo>
                  <a:pt x="116727" y="94695"/>
                </a:lnTo>
                <a:lnTo>
                  <a:pt x="116349" y="94790"/>
                </a:lnTo>
                <a:lnTo>
                  <a:pt x="115984" y="94893"/>
                </a:lnTo>
                <a:lnTo>
                  <a:pt x="115631" y="95005"/>
                </a:lnTo>
                <a:lnTo>
                  <a:pt x="115290" y="95124"/>
                </a:lnTo>
                <a:lnTo>
                  <a:pt x="114961" y="95252"/>
                </a:lnTo>
                <a:lnTo>
                  <a:pt x="114644" y="95388"/>
                </a:lnTo>
                <a:lnTo>
                  <a:pt x="114339" y="95533"/>
                </a:lnTo>
                <a:lnTo>
                  <a:pt x="114047" y="95685"/>
                </a:lnTo>
                <a:lnTo>
                  <a:pt x="113766" y="95846"/>
                </a:lnTo>
                <a:lnTo>
                  <a:pt x="113497" y="96015"/>
                </a:lnTo>
                <a:lnTo>
                  <a:pt x="113241" y="96193"/>
                </a:lnTo>
                <a:lnTo>
                  <a:pt x="112996" y="96378"/>
                </a:lnTo>
                <a:lnTo>
                  <a:pt x="112764" y="96572"/>
                </a:lnTo>
                <a:lnTo>
                  <a:pt x="112542" y="96773"/>
                </a:lnTo>
                <a:lnTo>
                  <a:pt x="112330" y="96979"/>
                </a:lnTo>
                <a:lnTo>
                  <a:pt x="112128" y="97190"/>
                </a:lnTo>
                <a:lnTo>
                  <a:pt x="111934" y="97407"/>
                </a:lnTo>
                <a:lnTo>
                  <a:pt x="111750" y="97629"/>
                </a:lnTo>
                <a:lnTo>
                  <a:pt x="111576" y="97856"/>
                </a:lnTo>
                <a:lnTo>
                  <a:pt x="111411" y="98088"/>
                </a:lnTo>
                <a:lnTo>
                  <a:pt x="111255" y="98326"/>
                </a:lnTo>
                <a:lnTo>
                  <a:pt x="111109" y="98569"/>
                </a:lnTo>
                <a:lnTo>
                  <a:pt x="110973" y="98817"/>
                </a:lnTo>
                <a:lnTo>
                  <a:pt x="110845" y="99071"/>
                </a:lnTo>
                <a:lnTo>
                  <a:pt x="110816" y="99134"/>
                </a:lnTo>
                <a:lnTo>
                  <a:pt x="110697" y="98888"/>
                </a:lnTo>
                <a:lnTo>
                  <a:pt x="110565" y="98637"/>
                </a:lnTo>
                <a:close/>
                <a:moveTo>
                  <a:pt x="303301" y="26290"/>
                </a:moveTo>
                <a:lnTo>
                  <a:pt x="303690" y="26269"/>
                </a:lnTo>
                <a:lnTo>
                  <a:pt x="304072" y="26239"/>
                </a:lnTo>
                <a:lnTo>
                  <a:pt x="304446" y="26200"/>
                </a:lnTo>
                <a:lnTo>
                  <a:pt x="304812" y="26153"/>
                </a:lnTo>
                <a:lnTo>
                  <a:pt x="305169" y="26098"/>
                </a:lnTo>
                <a:lnTo>
                  <a:pt x="305518" y="26034"/>
                </a:lnTo>
                <a:lnTo>
                  <a:pt x="305860" y="25961"/>
                </a:lnTo>
                <a:lnTo>
                  <a:pt x="306193" y="25880"/>
                </a:lnTo>
                <a:lnTo>
                  <a:pt x="306518" y="25790"/>
                </a:lnTo>
                <a:lnTo>
                  <a:pt x="306835" y="25692"/>
                </a:lnTo>
                <a:lnTo>
                  <a:pt x="307144" y="25585"/>
                </a:lnTo>
                <a:lnTo>
                  <a:pt x="307445" y="25470"/>
                </a:lnTo>
                <a:lnTo>
                  <a:pt x="307737" y="25346"/>
                </a:lnTo>
                <a:lnTo>
                  <a:pt x="308022" y="25213"/>
                </a:lnTo>
                <a:lnTo>
                  <a:pt x="308298" y="25072"/>
                </a:lnTo>
                <a:lnTo>
                  <a:pt x="308567" y="24923"/>
                </a:lnTo>
                <a:lnTo>
                  <a:pt x="308827" y="24765"/>
                </a:lnTo>
                <a:lnTo>
                  <a:pt x="309079" y="24598"/>
                </a:lnTo>
                <a:lnTo>
                  <a:pt x="309323" y="24423"/>
                </a:lnTo>
                <a:lnTo>
                  <a:pt x="309559" y="24239"/>
                </a:lnTo>
                <a:lnTo>
                  <a:pt x="309787" y="24047"/>
                </a:lnTo>
                <a:lnTo>
                  <a:pt x="310007" y="23846"/>
                </a:lnTo>
                <a:lnTo>
                  <a:pt x="310218" y="23638"/>
                </a:lnTo>
                <a:lnTo>
                  <a:pt x="310420" y="23426"/>
                </a:lnTo>
                <a:lnTo>
                  <a:pt x="310613" y="23208"/>
                </a:lnTo>
                <a:lnTo>
                  <a:pt x="310797" y="22986"/>
                </a:lnTo>
                <a:lnTo>
                  <a:pt x="310973" y="22758"/>
                </a:lnTo>
                <a:lnTo>
                  <a:pt x="311139" y="22525"/>
                </a:lnTo>
                <a:lnTo>
                  <a:pt x="311296" y="22288"/>
                </a:lnTo>
                <a:lnTo>
                  <a:pt x="311445" y="22045"/>
                </a:lnTo>
                <a:lnTo>
                  <a:pt x="311584" y="21797"/>
                </a:lnTo>
                <a:lnTo>
                  <a:pt x="311714" y="21545"/>
                </a:lnTo>
                <a:lnTo>
                  <a:pt x="311835" y="21287"/>
                </a:lnTo>
                <a:lnTo>
                  <a:pt x="311948" y="21024"/>
                </a:lnTo>
                <a:lnTo>
                  <a:pt x="312051" y="20757"/>
                </a:lnTo>
                <a:lnTo>
                  <a:pt x="312146" y="20484"/>
                </a:lnTo>
                <a:lnTo>
                  <a:pt x="312231" y="20206"/>
                </a:lnTo>
                <a:lnTo>
                  <a:pt x="312307" y="19924"/>
                </a:lnTo>
                <a:lnTo>
                  <a:pt x="312375" y="19636"/>
                </a:lnTo>
                <a:lnTo>
                  <a:pt x="312433" y="19343"/>
                </a:lnTo>
                <a:lnTo>
                  <a:pt x="312483" y="19045"/>
                </a:lnTo>
                <a:lnTo>
                  <a:pt x="312523" y="18743"/>
                </a:lnTo>
                <a:lnTo>
                  <a:pt x="312554" y="18435"/>
                </a:lnTo>
                <a:lnTo>
                  <a:pt x="312577" y="18122"/>
                </a:lnTo>
                <a:lnTo>
                  <a:pt x="312590" y="17804"/>
                </a:lnTo>
                <a:lnTo>
                  <a:pt x="312595" y="17481"/>
                </a:lnTo>
                <a:lnTo>
                  <a:pt x="312590" y="17159"/>
                </a:lnTo>
                <a:lnTo>
                  <a:pt x="312576" y="16841"/>
                </a:lnTo>
                <a:lnTo>
                  <a:pt x="312553" y="16529"/>
                </a:lnTo>
                <a:lnTo>
                  <a:pt x="312521" y="16223"/>
                </a:lnTo>
                <a:lnTo>
                  <a:pt x="312479" y="15921"/>
                </a:lnTo>
                <a:lnTo>
                  <a:pt x="312428" y="15625"/>
                </a:lnTo>
                <a:lnTo>
                  <a:pt x="312367" y="15334"/>
                </a:lnTo>
                <a:lnTo>
                  <a:pt x="312298" y="15049"/>
                </a:lnTo>
                <a:lnTo>
                  <a:pt x="312219" y="14769"/>
                </a:lnTo>
                <a:lnTo>
                  <a:pt x="312131" y="14494"/>
                </a:lnTo>
                <a:lnTo>
                  <a:pt x="312033" y="14224"/>
                </a:lnTo>
                <a:lnTo>
                  <a:pt x="311927" y="13960"/>
                </a:lnTo>
                <a:lnTo>
                  <a:pt x="311811" y="13701"/>
                </a:lnTo>
                <a:lnTo>
                  <a:pt x="311685" y="13447"/>
                </a:lnTo>
                <a:lnTo>
                  <a:pt x="311551" y="13199"/>
                </a:lnTo>
                <a:lnTo>
                  <a:pt x="311407" y="12955"/>
                </a:lnTo>
                <a:lnTo>
                  <a:pt x="311254" y="12718"/>
                </a:lnTo>
                <a:lnTo>
                  <a:pt x="311091" y="12485"/>
                </a:lnTo>
                <a:lnTo>
                  <a:pt x="310920" y="12258"/>
                </a:lnTo>
                <a:lnTo>
                  <a:pt x="310739" y="12036"/>
                </a:lnTo>
                <a:lnTo>
                  <a:pt x="310548" y="11820"/>
                </a:lnTo>
                <a:lnTo>
                  <a:pt x="310349" y="11608"/>
                </a:lnTo>
                <a:lnTo>
                  <a:pt x="310140" y="11402"/>
                </a:lnTo>
                <a:lnTo>
                  <a:pt x="309922" y="11202"/>
                </a:lnTo>
                <a:lnTo>
                  <a:pt x="309693" y="11008"/>
                </a:lnTo>
                <a:lnTo>
                  <a:pt x="309451" y="10822"/>
                </a:lnTo>
                <a:lnTo>
                  <a:pt x="309197" y="10645"/>
                </a:lnTo>
                <a:lnTo>
                  <a:pt x="308931" y="10476"/>
                </a:lnTo>
                <a:lnTo>
                  <a:pt x="308651" y="10315"/>
                </a:lnTo>
                <a:lnTo>
                  <a:pt x="308360" y="10162"/>
                </a:lnTo>
                <a:lnTo>
                  <a:pt x="308056" y="10018"/>
                </a:lnTo>
                <a:lnTo>
                  <a:pt x="307739" y="9882"/>
                </a:lnTo>
                <a:lnTo>
                  <a:pt x="307410" y="9754"/>
                </a:lnTo>
                <a:lnTo>
                  <a:pt x="307068" y="9634"/>
                </a:lnTo>
                <a:lnTo>
                  <a:pt x="306714" y="9523"/>
                </a:lnTo>
                <a:lnTo>
                  <a:pt x="306347" y="9420"/>
                </a:lnTo>
                <a:lnTo>
                  <a:pt x="305968" y="9325"/>
                </a:lnTo>
                <a:lnTo>
                  <a:pt x="305576" y="9238"/>
                </a:lnTo>
                <a:lnTo>
                  <a:pt x="305172" y="9160"/>
                </a:lnTo>
                <a:lnTo>
                  <a:pt x="304755" y="9090"/>
                </a:lnTo>
                <a:lnTo>
                  <a:pt x="304325" y="9028"/>
                </a:lnTo>
                <a:lnTo>
                  <a:pt x="303883" y="8974"/>
                </a:lnTo>
                <a:lnTo>
                  <a:pt x="303429" y="8929"/>
                </a:lnTo>
                <a:lnTo>
                  <a:pt x="302962" y="8892"/>
                </a:lnTo>
                <a:lnTo>
                  <a:pt x="302482" y="8863"/>
                </a:lnTo>
                <a:lnTo>
                  <a:pt x="301990" y="8842"/>
                </a:lnTo>
                <a:lnTo>
                  <a:pt x="301486" y="8830"/>
                </a:lnTo>
                <a:lnTo>
                  <a:pt x="300969" y="8826"/>
                </a:lnTo>
                <a:lnTo>
                  <a:pt x="285015" y="8656"/>
                </a:lnTo>
                <a:lnTo>
                  <a:pt x="284498" y="8660"/>
                </a:lnTo>
                <a:lnTo>
                  <a:pt x="283993" y="8673"/>
                </a:lnTo>
                <a:lnTo>
                  <a:pt x="283501" y="8694"/>
                </a:lnTo>
                <a:lnTo>
                  <a:pt x="283022" y="8723"/>
                </a:lnTo>
                <a:lnTo>
                  <a:pt x="282555" y="8761"/>
                </a:lnTo>
                <a:lnTo>
                  <a:pt x="282101" y="8807"/>
                </a:lnTo>
                <a:lnTo>
                  <a:pt x="281659" y="8862"/>
                </a:lnTo>
                <a:lnTo>
                  <a:pt x="281229" y="8925"/>
                </a:lnTo>
                <a:lnTo>
                  <a:pt x="280812" y="8996"/>
                </a:lnTo>
                <a:lnTo>
                  <a:pt x="280408" y="9076"/>
                </a:lnTo>
                <a:lnTo>
                  <a:pt x="280016" y="9164"/>
                </a:lnTo>
                <a:lnTo>
                  <a:pt x="279637" y="9260"/>
                </a:lnTo>
                <a:lnTo>
                  <a:pt x="279270" y="9365"/>
                </a:lnTo>
                <a:lnTo>
                  <a:pt x="278916" y="9479"/>
                </a:lnTo>
                <a:lnTo>
                  <a:pt x="278574" y="9601"/>
                </a:lnTo>
                <a:lnTo>
                  <a:pt x="278245" y="9731"/>
                </a:lnTo>
                <a:lnTo>
                  <a:pt x="277928" y="9869"/>
                </a:lnTo>
                <a:lnTo>
                  <a:pt x="277624" y="10016"/>
                </a:lnTo>
                <a:lnTo>
                  <a:pt x="277332" y="10172"/>
                </a:lnTo>
                <a:lnTo>
                  <a:pt x="277053" y="10335"/>
                </a:lnTo>
                <a:lnTo>
                  <a:pt x="276787" y="10508"/>
                </a:lnTo>
                <a:lnTo>
                  <a:pt x="276533" y="10688"/>
                </a:lnTo>
                <a:lnTo>
                  <a:pt x="276291" y="10877"/>
                </a:lnTo>
                <a:lnTo>
                  <a:pt x="276062" y="11074"/>
                </a:lnTo>
                <a:lnTo>
                  <a:pt x="275844" y="11279"/>
                </a:lnTo>
                <a:lnTo>
                  <a:pt x="275635" y="11488"/>
                </a:lnTo>
                <a:lnTo>
                  <a:pt x="275436" y="11702"/>
                </a:lnTo>
                <a:lnTo>
                  <a:pt x="275245" y="11922"/>
                </a:lnTo>
                <a:lnTo>
                  <a:pt x="275064" y="12147"/>
                </a:lnTo>
                <a:lnTo>
                  <a:pt x="274893" y="12376"/>
                </a:lnTo>
                <a:lnTo>
                  <a:pt x="274730" y="12612"/>
                </a:lnTo>
                <a:lnTo>
                  <a:pt x="274577" y="12852"/>
                </a:lnTo>
                <a:lnTo>
                  <a:pt x="274433" y="13097"/>
                </a:lnTo>
                <a:lnTo>
                  <a:pt x="274299" y="13348"/>
                </a:lnTo>
                <a:lnTo>
                  <a:pt x="274173" y="13603"/>
                </a:lnTo>
                <a:lnTo>
                  <a:pt x="274057" y="13864"/>
                </a:lnTo>
                <a:lnTo>
                  <a:pt x="273951" y="14130"/>
                </a:lnTo>
                <a:lnTo>
                  <a:pt x="273853" y="14401"/>
                </a:lnTo>
                <a:lnTo>
                  <a:pt x="273765" y="14678"/>
                </a:lnTo>
                <a:lnTo>
                  <a:pt x="273686" y="14959"/>
                </a:lnTo>
                <a:lnTo>
                  <a:pt x="273616" y="15246"/>
                </a:lnTo>
                <a:lnTo>
                  <a:pt x="273556" y="15538"/>
                </a:lnTo>
                <a:lnTo>
                  <a:pt x="273505" y="15835"/>
                </a:lnTo>
                <a:lnTo>
                  <a:pt x="273463" y="16137"/>
                </a:lnTo>
                <a:lnTo>
                  <a:pt x="273431" y="16444"/>
                </a:lnTo>
                <a:lnTo>
                  <a:pt x="273408" y="16756"/>
                </a:lnTo>
                <a:lnTo>
                  <a:pt x="273394" y="17074"/>
                </a:lnTo>
                <a:lnTo>
                  <a:pt x="273389" y="17397"/>
                </a:lnTo>
                <a:lnTo>
                  <a:pt x="273392" y="17720"/>
                </a:lnTo>
                <a:lnTo>
                  <a:pt x="273401" y="18041"/>
                </a:lnTo>
                <a:lnTo>
                  <a:pt x="273415" y="18359"/>
                </a:lnTo>
                <a:lnTo>
                  <a:pt x="273436" y="18673"/>
                </a:lnTo>
                <a:lnTo>
                  <a:pt x="273463" y="18984"/>
                </a:lnTo>
                <a:lnTo>
                  <a:pt x="273495" y="19293"/>
                </a:lnTo>
                <a:lnTo>
                  <a:pt x="273533" y="19598"/>
                </a:lnTo>
                <a:lnTo>
                  <a:pt x="273578" y="19900"/>
                </a:lnTo>
                <a:lnTo>
                  <a:pt x="273628" y="20199"/>
                </a:lnTo>
                <a:lnTo>
                  <a:pt x="273684" y="20494"/>
                </a:lnTo>
                <a:lnTo>
                  <a:pt x="273746" y="20787"/>
                </a:lnTo>
                <a:lnTo>
                  <a:pt x="273813" y="21077"/>
                </a:lnTo>
                <a:lnTo>
                  <a:pt x="273887" y="21363"/>
                </a:lnTo>
                <a:lnTo>
                  <a:pt x="273966" y="21647"/>
                </a:lnTo>
                <a:lnTo>
                  <a:pt x="274052" y="21927"/>
                </a:lnTo>
                <a:lnTo>
                  <a:pt x="274143" y="22204"/>
                </a:lnTo>
                <a:lnTo>
                  <a:pt x="274241" y="22478"/>
                </a:lnTo>
                <a:lnTo>
                  <a:pt x="274344" y="22749"/>
                </a:lnTo>
                <a:lnTo>
                  <a:pt x="274453" y="23017"/>
                </a:lnTo>
                <a:lnTo>
                  <a:pt x="274568" y="23282"/>
                </a:lnTo>
                <a:lnTo>
                  <a:pt x="274688" y="23544"/>
                </a:lnTo>
                <a:lnTo>
                  <a:pt x="274815" y="23802"/>
                </a:lnTo>
                <a:lnTo>
                  <a:pt x="274948" y="24058"/>
                </a:lnTo>
                <a:lnTo>
                  <a:pt x="275086" y="24310"/>
                </a:lnTo>
                <a:lnTo>
                  <a:pt x="275183" y="24459"/>
                </a:lnTo>
                <a:lnTo>
                  <a:pt x="275289" y="24602"/>
                </a:lnTo>
                <a:lnTo>
                  <a:pt x="275404" y="24738"/>
                </a:lnTo>
                <a:lnTo>
                  <a:pt x="275529" y="24868"/>
                </a:lnTo>
                <a:lnTo>
                  <a:pt x="275664" y="24992"/>
                </a:lnTo>
                <a:lnTo>
                  <a:pt x="275808" y="25109"/>
                </a:lnTo>
                <a:lnTo>
                  <a:pt x="275961" y="25221"/>
                </a:lnTo>
                <a:lnTo>
                  <a:pt x="276123" y="25325"/>
                </a:lnTo>
                <a:lnTo>
                  <a:pt x="276295" y="25424"/>
                </a:lnTo>
                <a:lnTo>
                  <a:pt x="276477" y="25516"/>
                </a:lnTo>
                <a:lnTo>
                  <a:pt x="276668" y="25601"/>
                </a:lnTo>
                <a:lnTo>
                  <a:pt x="276868" y="25680"/>
                </a:lnTo>
                <a:lnTo>
                  <a:pt x="277078" y="25753"/>
                </a:lnTo>
                <a:lnTo>
                  <a:pt x="277297" y="25820"/>
                </a:lnTo>
                <a:lnTo>
                  <a:pt x="277526" y="25880"/>
                </a:lnTo>
                <a:lnTo>
                  <a:pt x="277764" y="25934"/>
                </a:lnTo>
                <a:lnTo>
                  <a:pt x="278012" y="25982"/>
                </a:lnTo>
                <a:lnTo>
                  <a:pt x="278268" y="26023"/>
                </a:lnTo>
                <a:lnTo>
                  <a:pt x="278535" y="26058"/>
                </a:lnTo>
                <a:lnTo>
                  <a:pt x="278811" y="26087"/>
                </a:lnTo>
                <a:lnTo>
                  <a:pt x="279096" y="26109"/>
                </a:lnTo>
                <a:lnTo>
                  <a:pt x="279391" y="26125"/>
                </a:lnTo>
                <a:lnTo>
                  <a:pt x="279695" y="26134"/>
                </a:lnTo>
                <a:lnTo>
                  <a:pt x="280008" y="26137"/>
                </a:lnTo>
                <a:lnTo>
                  <a:pt x="263980" y="45613"/>
                </a:lnTo>
                <a:lnTo>
                  <a:pt x="247931" y="26307"/>
                </a:lnTo>
                <a:lnTo>
                  <a:pt x="248244" y="26304"/>
                </a:lnTo>
                <a:lnTo>
                  <a:pt x="248548" y="26294"/>
                </a:lnTo>
                <a:lnTo>
                  <a:pt x="248843" y="26278"/>
                </a:lnTo>
                <a:lnTo>
                  <a:pt x="249128" y="26255"/>
                </a:lnTo>
                <a:lnTo>
                  <a:pt x="249404" y="26226"/>
                </a:lnTo>
                <a:lnTo>
                  <a:pt x="249670" y="26191"/>
                </a:lnTo>
                <a:lnTo>
                  <a:pt x="249927" y="26149"/>
                </a:lnTo>
                <a:lnTo>
                  <a:pt x="250175" y="26100"/>
                </a:lnTo>
                <a:lnTo>
                  <a:pt x="250413" y="26046"/>
                </a:lnTo>
                <a:lnTo>
                  <a:pt x="250641" y="25984"/>
                </a:lnTo>
                <a:lnTo>
                  <a:pt x="250861" y="25916"/>
                </a:lnTo>
                <a:lnTo>
                  <a:pt x="251070" y="25842"/>
                </a:lnTo>
                <a:lnTo>
                  <a:pt x="251271" y="25762"/>
                </a:lnTo>
                <a:lnTo>
                  <a:pt x="251462" y="25674"/>
                </a:lnTo>
                <a:lnTo>
                  <a:pt x="251643" y="25581"/>
                </a:lnTo>
                <a:lnTo>
                  <a:pt x="251815" y="25481"/>
                </a:lnTo>
                <a:lnTo>
                  <a:pt x="251978" y="25374"/>
                </a:lnTo>
                <a:lnTo>
                  <a:pt x="252131" y="25261"/>
                </a:lnTo>
                <a:lnTo>
                  <a:pt x="252275" y="25142"/>
                </a:lnTo>
                <a:lnTo>
                  <a:pt x="252409" y="25016"/>
                </a:lnTo>
                <a:lnTo>
                  <a:pt x="252534" y="24884"/>
                </a:lnTo>
                <a:lnTo>
                  <a:pt x="252650" y="24745"/>
                </a:lnTo>
                <a:lnTo>
                  <a:pt x="252756" y="24600"/>
                </a:lnTo>
                <a:lnTo>
                  <a:pt x="252853" y="24448"/>
                </a:lnTo>
                <a:lnTo>
                  <a:pt x="252991" y="24191"/>
                </a:lnTo>
                <a:lnTo>
                  <a:pt x="253124" y="23932"/>
                </a:lnTo>
                <a:lnTo>
                  <a:pt x="253250" y="23669"/>
                </a:lnTo>
                <a:lnTo>
                  <a:pt x="253371" y="23404"/>
                </a:lnTo>
                <a:lnTo>
                  <a:pt x="253486" y="23135"/>
                </a:lnTo>
                <a:lnTo>
                  <a:pt x="253595" y="22864"/>
                </a:lnTo>
                <a:lnTo>
                  <a:pt x="253698" y="22590"/>
                </a:lnTo>
                <a:lnTo>
                  <a:pt x="253795" y="22313"/>
                </a:lnTo>
                <a:lnTo>
                  <a:pt x="253887" y="22033"/>
                </a:lnTo>
                <a:lnTo>
                  <a:pt x="253972" y="21750"/>
                </a:lnTo>
                <a:lnTo>
                  <a:pt x="254052" y="21464"/>
                </a:lnTo>
                <a:lnTo>
                  <a:pt x="254125" y="21175"/>
                </a:lnTo>
                <a:lnTo>
                  <a:pt x="254193" y="20883"/>
                </a:lnTo>
                <a:lnTo>
                  <a:pt x="254255" y="20588"/>
                </a:lnTo>
                <a:lnTo>
                  <a:pt x="254311" y="20291"/>
                </a:lnTo>
                <a:lnTo>
                  <a:pt x="254361" y="19990"/>
                </a:lnTo>
                <a:lnTo>
                  <a:pt x="254405" y="19687"/>
                </a:lnTo>
                <a:lnTo>
                  <a:pt x="254444" y="19381"/>
                </a:lnTo>
                <a:lnTo>
                  <a:pt x="254476" y="19071"/>
                </a:lnTo>
                <a:lnTo>
                  <a:pt x="254503" y="18759"/>
                </a:lnTo>
                <a:lnTo>
                  <a:pt x="254523" y="18444"/>
                </a:lnTo>
                <a:lnTo>
                  <a:pt x="254538" y="18126"/>
                </a:lnTo>
                <a:lnTo>
                  <a:pt x="254547" y="17805"/>
                </a:lnTo>
                <a:lnTo>
                  <a:pt x="254550" y="17481"/>
                </a:lnTo>
                <a:lnTo>
                  <a:pt x="254545" y="17159"/>
                </a:lnTo>
                <a:lnTo>
                  <a:pt x="254531" y="16841"/>
                </a:lnTo>
                <a:lnTo>
                  <a:pt x="254508" y="16529"/>
                </a:lnTo>
                <a:lnTo>
                  <a:pt x="254476" y="16223"/>
                </a:lnTo>
                <a:lnTo>
                  <a:pt x="254434" y="15921"/>
                </a:lnTo>
                <a:lnTo>
                  <a:pt x="254383" y="15625"/>
                </a:lnTo>
                <a:lnTo>
                  <a:pt x="254322" y="15334"/>
                </a:lnTo>
                <a:lnTo>
                  <a:pt x="254253" y="15049"/>
                </a:lnTo>
                <a:lnTo>
                  <a:pt x="254174" y="14769"/>
                </a:lnTo>
                <a:lnTo>
                  <a:pt x="254086" y="14494"/>
                </a:lnTo>
                <a:lnTo>
                  <a:pt x="253988" y="14224"/>
                </a:lnTo>
                <a:lnTo>
                  <a:pt x="253881" y="13960"/>
                </a:lnTo>
                <a:lnTo>
                  <a:pt x="253765" y="13701"/>
                </a:lnTo>
                <a:lnTo>
                  <a:pt x="253640" y="13447"/>
                </a:lnTo>
                <a:lnTo>
                  <a:pt x="253506" y="13199"/>
                </a:lnTo>
                <a:lnTo>
                  <a:pt x="253362" y="12955"/>
                </a:lnTo>
                <a:lnTo>
                  <a:pt x="253209" y="12718"/>
                </a:lnTo>
                <a:lnTo>
                  <a:pt x="253046" y="12485"/>
                </a:lnTo>
                <a:lnTo>
                  <a:pt x="252874" y="12258"/>
                </a:lnTo>
                <a:lnTo>
                  <a:pt x="252693" y="12036"/>
                </a:lnTo>
                <a:lnTo>
                  <a:pt x="252503" y="11820"/>
                </a:lnTo>
                <a:lnTo>
                  <a:pt x="252304" y="11608"/>
                </a:lnTo>
                <a:lnTo>
                  <a:pt x="252095" y="11402"/>
                </a:lnTo>
                <a:lnTo>
                  <a:pt x="251877" y="11202"/>
                </a:lnTo>
                <a:lnTo>
                  <a:pt x="251648" y="11008"/>
                </a:lnTo>
                <a:lnTo>
                  <a:pt x="251406" y="10822"/>
                </a:lnTo>
                <a:lnTo>
                  <a:pt x="251152" y="10645"/>
                </a:lnTo>
                <a:lnTo>
                  <a:pt x="250885" y="10476"/>
                </a:lnTo>
                <a:lnTo>
                  <a:pt x="250606" y="10315"/>
                </a:lnTo>
                <a:lnTo>
                  <a:pt x="250315" y="10162"/>
                </a:lnTo>
                <a:lnTo>
                  <a:pt x="250010" y="10018"/>
                </a:lnTo>
                <a:lnTo>
                  <a:pt x="249694" y="9882"/>
                </a:lnTo>
                <a:lnTo>
                  <a:pt x="249365" y="9754"/>
                </a:lnTo>
                <a:lnTo>
                  <a:pt x="249023" y="9634"/>
                </a:lnTo>
                <a:lnTo>
                  <a:pt x="248669" y="9523"/>
                </a:lnTo>
                <a:lnTo>
                  <a:pt x="248302" y="9420"/>
                </a:lnTo>
                <a:lnTo>
                  <a:pt x="247923" y="9325"/>
                </a:lnTo>
                <a:lnTo>
                  <a:pt x="247531" y="9238"/>
                </a:lnTo>
                <a:lnTo>
                  <a:pt x="247126" y="9160"/>
                </a:lnTo>
                <a:lnTo>
                  <a:pt x="246710" y="9090"/>
                </a:lnTo>
                <a:lnTo>
                  <a:pt x="246280" y="9028"/>
                </a:lnTo>
                <a:lnTo>
                  <a:pt x="245838" y="8974"/>
                </a:lnTo>
                <a:lnTo>
                  <a:pt x="245384" y="8929"/>
                </a:lnTo>
                <a:lnTo>
                  <a:pt x="244917" y="8892"/>
                </a:lnTo>
                <a:lnTo>
                  <a:pt x="244437" y="8863"/>
                </a:lnTo>
                <a:lnTo>
                  <a:pt x="243945" y="8842"/>
                </a:lnTo>
                <a:lnTo>
                  <a:pt x="243441" y="8830"/>
                </a:lnTo>
                <a:lnTo>
                  <a:pt x="242924" y="8826"/>
                </a:lnTo>
                <a:lnTo>
                  <a:pt x="226885" y="8656"/>
                </a:lnTo>
                <a:lnTo>
                  <a:pt x="226368" y="8660"/>
                </a:lnTo>
                <a:lnTo>
                  <a:pt x="225863" y="8673"/>
                </a:lnTo>
                <a:lnTo>
                  <a:pt x="225371" y="8694"/>
                </a:lnTo>
                <a:lnTo>
                  <a:pt x="224892" y="8723"/>
                </a:lnTo>
                <a:lnTo>
                  <a:pt x="224425" y="8761"/>
                </a:lnTo>
                <a:lnTo>
                  <a:pt x="223971" y="8807"/>
                </a:lnTo>
                <a:lnTo>
                  <a:pt x="223529" y="8862"/>
                </a:lnTo>
                <a:lnTo>
                  <a:pt x="223099" y="8925"/>
                </a:lnTo>
                <a:lnTo>
                  <a:pt x="222682" y="8996"/>
                </a:lnTo>
                <a:lnTo>
                  <a:pt x="222278" y="9076"/>
                </a:lnTo>
                <a:lnTo>
                  <a:pt x="221886" y="9164"/>
                </a:lnTo>
                <a:lnTo>
                  <a:pt x="221507" y="9260"/>
                </a:lnTo>
                <a:lnTo>
                  <a:pt x="221140" y="9365"/>
                </a:lnTo>
                <a:lnTo>
                  <a:pt x="220786" y="9479"/>
                </a:lnTo>
                <a:lnTo>
                  <a:pt x="220444" y="9601"/>
                </a:lnTo>
                <a:lnTo>
                  <a:pt x="220115" y="9731"/>
                </a:lnTo>
                <a:lnTo>
                  <a:pt x="219798" y="9869"/>
                </a:lnTo>
                <a:lnTo>
                  <a:pt x="219494" y="10016"/>
                </a:lnTo>
                <a:lnTo>
                  <a:pt x="219202" y="10172"/>
                </a:lnTo>
                <a:lnTo>
                  <a:pt x="218923" y="10335"/>
                </a:lnTo>
                <a:lnTo>
                  <a:pt x="218657" y="10508"/>
                </a:lnTo>
                <a:lnTo>
                  <a:pt x="218403" y="10688"/>
                </a:lnTo>
                <a:lnTo>
                  <a:pt x="218161" y="10877"/>
                </a:lnTo>
                <a:lnTo>
                  <a:pt x="217932" y="11074"/>
                </a:lnTo>
                <a:lnTo>
                  <a:pt x="217714" y="11279"/>
                </a:lnTo>
                <a:lnTo>
                  <a:pt x="217505" y="11488"/>
                </a:lnTo>
                <a:lnTo>
                  <a:pt x="217306" y="11702"/>
                </a:lnTo>
                <a:lnTo>
                  <a:pt x="217115" y="11922"/>
                </a:lnTo>
                <a:lnTo>
                  <a:pt x="216934" y="12147"/>
                </a:lnTo>
                <a:lnTo>
                  <a:pt x="216763" y="12376"/>
                </a:lnTo>
                <a:lnTo>
                  <a:pt x="216600" y="12612"/>
                </a:lnTo>
                <a:lnTo>
                  <a:pt x="216447" y="12852"/>
                </a:lnTo>
                <a:lnTo>
                  <a:pt x="216303" y="13097"/>
                </a:lnTo>
                <a:lnTo>
                  <a:pt x="216169" y="13348"/>
                </a:lnTo>
                <a:lnTo>
                  <a:pt x="216043" y="13603"/>
                </a:lnTo>
                <a:lnTo>
                  <a:pt x="215927" y="13864"/>
                </a:lnTo>
                <a:lnTo>
                  <a:pt x="215821" y="14130"/>
                </a:lnTo>
                <a:lnTo>
                  <a:pt x="215723" y="14401"/>
                </a:lnTo>
                <a:lnTo>
                  <a:pt x="215635" y="14678"/>
                </a:lnTo>
                <a:lnTo>
                  <a:pt x="215556" y="14959"/>
                </a:lnTo>
                <a:lnTo>
                  <a:pt x="215486" y="15246"/>
                </a:lnTo>
                <a:lnTo>
                  <a:pt x="215426" y="15538"/>
                </a:lnTo>
                <a:lnTo>
                  <a:pt x="215375" y="15835"/>
                </a:lnTo>
                <a:lnTo>
                  <a:pt x="215333" y="16137"/>
                </a:lnTo>
                <a:lnTo>
                  <a:pt x="215301" y="16444"/>
                </a:lnTo>
                <a:lnTo>
                  <a:pt x="215278" y="16756"/>
                </a:lnTo>
                <a:lnTo>
                  <a:pt x="215264" y="17074"/>
                </a:lnTo>
                <a:lnTo>
                  <a:pt x="215259" y="17397"/>
                </a:lnTo>
                <a:lnTo>
                  <a:pt x="215263" y="17719"/>
                </a:lnTo>
                <a:lnTo>
                  <a:pt x="215276" y="18037"/>
                </a:lnTo>
                <a:lnTo>
                  <a:pt x="215298" y="18349"/>
                </a:lnTo>
                <a:lnTo>
                  <a:pt x="215329" y="18657"/>
                </a:lnTo>
                <a:lnTo>
                  <a:pt x="215368" y="18959"/>
                </a:lnTo>
                <a:lnTo>
                  <a:pt x="215415" y="19256"/>
                </a:lnTo>
                <a:lnTo>
                  <a:pt x="215472" y="19547"/>
                </a:lnTo>
                <a:lnTo>
                  <a:pt x="215537" y="19834"/>
                </a:lnTo>
                <a:lnTo>
                  <a:pt x="215611" y="20115"/>
                </a:lnTo>
                <a:lnTo>
                  <a:pt x="215694" y="20392"/>
                </a:lnTo>
                <a:lnTo>
                  <a:pt x="215785" y="20663"/>
                </a:lnTo>
                <a:lnTo>
                  <a:pt x="215885" y="20929"/>
                </a:lnTo>
                <a:lnTo>
                  <a:pt x="215993" y="21190"/>
                </a:lnTo>
                <a:lnTo>
                  <a:pt x="216111" y="21445"/>
                </a:lnTo>
                <a:lnTo>
                  <a:pt x="216237" y="21696"/>
                </a:lnTo>
                <a:lnTo>
                  <a:pt x="216372" y="21941"/>
                </a:lnTo>
                <a:lnTo>
                  <a:pt x="216515" y="22182"/>
                </a:lnTo>
                <a:lnTo>
                  <a:pt x="216667" y="22417"/>
                </a:lnTo>
                <a:lnTo>
                  <a:pt x="216828" y="22647"/>
                </a:lnTo>
                <a:lnTo>
                  <a:pt x="216997" y="22871"/>
                </a:lnTo>
                <a:lnTo>
                  <a:pt x="217176" y="23091"/>
                </a:lnTo>
                <a:lnTo>
                  <a:pt x="217363" y="23305"/>
                </a:lnTo>
                <a:lnTo>
                  <a:pt x="217558" y="23515"/>
                </a:lnTo>
                <a:lnTo>
                  <a:pt x="217762" y="23719"/>
                </a:lnTo>
                <a:lnTo>
                  <a:pt x="217975" y="23916"/>
                </a:lnTo>
                <a:lnTo>
                  <a:pt x="218198" y="24105"/>
                </a:lnTo>
                <a:lnTo>
                  <a:pt x="218429" y="24286"/>
                </a:lnTo>
                <a:lnTo>
                  <a:pt x="218669" y="24458"/>
                </a:lnTo>
                <a:lnTo>
                  <a:pt x="218918" y="24621"/>
                </a:lnTo>
                <a:lnTo>
                  <a:pt x="219176" y="24777"/>
                </a:lnTo>
                <a:lnTo>
                  <a:pt x="219443" y="24924"/>
                </a:lnTo>
                <a:lnTo>
                  <a:pt x="219719" y="25062"/>
                </a:lnTo>
                <a:lnTo>
                  <a:pt x="220004" y="25193"/>
                </a:lnTo>
                <a:lnTo>
                  <a:pt x="220298" y="25314"/>
                </a:lnTo>
                <a:lnTo>
                  <a:pt x="220601" y="25428"/>
                </a:lnTo>
                <a:lnTo>
                  <a:pt x="220913" y="25533"/>
                </a:lnTo>
                <a:lnTo>
                  <a:pt x="221234" y="25629"/>
                </a:lnTo>
                <a:lnTo>
                  <a:pt x="221564" y="25717"/>
                </a:lnTo>
                <a:lnTo>
                  <a:pt x="221903" y="25797"/>
                </a:lnTo>
                <a:lnTo>
                  <a:pt x="222251" y="25869"/>
                </a:lnTo>
                <a:lnTo>
                  <a:pt x="222608" y="25932"/>
                </a:lnTo>
                <a:lnTo>
                  <a:pt x="222973" y="25986"/>
                </a:lnTo>
                <a:lnTo>
                  <a:pt x="223348" y="26032"/>
                </a:lnTo>
                <a:lnTo>
                  <a:pt x="223732" y="26070"/>
                </a:lnTo>
                <a:lnTo>
                  <a:pt x="224125" y="26099"/>
                </a:lnTo>
                <a:lnTo>
                  <a:pt x="224527" y="26120"/>
                </a:lnTo>
                <a:lnTo>
                  <a:pt x="224938" y="26133"/>
                </a:lnTo>
                <a:lnTo>
                  <a:pt x="225357" y="26137"/>
                </a:lnTo>
                <a:lnTo>
                  <a:pt x="252786" y="59217"/>
                </a:lnTo>
                <a:lnTo>
                  <a:pt x="224000" y="94196"/>
                </a:lnTo>
                <a:lnTo>
                  <a:pt x="223580" y="94200"/>
                </a:lnTo>
                <a:lnTo>
                  <a:pt x="223168" y="94213"/>
                </a:lnTo>
                <a:lnTo>
                  <a:pt x="222765" y="94233"/>
                </a:lnTo>
                <a:lnTo>
                  <a:pt x="222371" y="94262"/>
                </a:lnTo>
                <a:lnTo>
                  <a:pt x="221985" y="94299"/>
                </a:lnTo>
                <a:lnTo>
                  <a:pt x="221608" y="94345"/>
                </a:lnTo>
                <a:lnTo>
                  <a:pt x="221239" y="94398"/>
                </a:lnTo>
                <a:lnTo>
                  <a:pt x="220879" y="94460"/>
                </a:lnTo>
                <a:lnTo>
                  <a:pt x="220527" y="94530"/>
                </a:lnTo>
                <a:lnTo>
                  <a:pt x="220184" y="94609"/>
                </a:lnTo>
                <a:lnTo>
                  <a:pt x="219849" y="94695"/>
                </a:lnTo>
                <a:lnTo>
                  <a:pt x="219523" y="94790"/>
                </a:lnTo>
                <a:lnTo>
                  <a:pt x="219206" y="94893"/>
                </a:lnTo>
                <a:lnTo>
                  <a:pt x="218897" y="95005"/>
                </a:lnTo>
                <a:lnTo>
                  <a:pt x="218596" y="95124"/>
                </a:lnTo>
                <a:lnTo>
                  <a:pt x="218305" y="95252"/>
                </a:lnTo>
                <a:lnTo>
                  <a:pt x="218021" y="95388"/>
                </a:lnTo>
                <a:lnTo>
                  <a:pt x="217746" y="95533"/>
                </a:lnTo>
                <a:lnTo>
                  <a:pt x="217480" y="95685"/>
                </a:lnTo>
                <a:lnTo>
                  <a:pt x="217223" y="95846"/>
                </a:lnTo>
                <a:lnTo>
                  <a:pt x="216973" y="96015"/>
                </a:lnTo>
                <a:lnTo>
                  <a:pt x="216733" y="96193"/>
                </a:lnTo>
                <a:lnTo>
                  <a:pt x="216501" y="96378"/>
                </a:lnTo>
                <a:lnTo>
                  <a:pt x="216277" y="96572"/>
                </a:lnTo>
                <a:lnTo>
                  <a:pt x="216063" y="96773"/>
                </a:lnTo>
                <a:lnTo>
                  <a:pt x="215857" y="96979"/>
                </a:lnTo>
                <a:lnTo>
                  <a:pt x="215661" y="97190"/>
                </a:lnTo>
                <a:lnTo>
                  <a:pt x="215473" y="97407"/>
                </a:lnTo>
                <a:lnTo>
                  <a:pt x="215295" y="97629"/>
                </a:lnTo>
                <a:lnTo>
                  <a:pt x="215126" y="97856"/>
                </a:lnTo>
                <a:lnTo>
                  <a:pt x="214967" y="98088"/>
                </a:lnTo>
                <a:lnTo>
                  <a:pt x="214816" y="98326"/>
                </a:lnTo>
                <a:lnTo>
                  <a:pt x="214674" y="98569"/>
                </a:lnTo>
                <a:lnTo>
                  <a:pt x="214542" y="98817"/>
                </a:lnTo>
                <a:lnTo>
                  <a:pt x="214418" y="99071"/>
                </a:lnTo>
                <a:lnTo>
                  <a:pt x="214304" y="99330"/>
                </a:lnTo>
                <a:lnTo>
                  <a:pt x="214199" y="99594"/>
                </a:lnTo>
                <a:lnTo>
                  <a:pt x="214103" y="99864"/>
                </a:lnTo>
                <a:lnTo>
                  <a:pt x="214017" y="100139"/>
                </a:lnTo>
                <a:lnTo>
                  <a:pt x="213939" y="100419"/>
                </a:lnTo>
                <a:lnTo>
                  <a:pt x="213870" y="100705"/>
                </a:lnTo>
                <a:lnTo>
                  <a:pt x="213811" y="100996"/>
                </a:lnTo>
                <a:lnTo>
                  <a:pt x="213761" y="101292"/>
                </a:lnTo>
                <a:lnTo>
                  <a:pt x="213720" y="101593"/>
                </a:lnTo>
                <a:lnTo>
                  <a:pt x="213688" y="101900"/>
                </a:lnTo>
                <a:lnTo>
                  <a:pt x="213665" y="102212"/>
                </a:lnTo>
                <a:lnTo>
                  <a:pt x="213651" y="102529"/>
                </a:lnTo>
                <a:lnTo>
                  <a:pt x="213647" y="102852"/>
                </a:lnTo>
                <a:lnTo>
                  <a:pt x="213651" y="103175"/>
                </a:lnTo>
                <a:lnTo>
                  <a:pt x="213665" y="103492"/>
                </a:lnTo>
                <a:lnTo>
                  <a:pt x="213688" y="103805"/>
                </a:lnTo>
                <a:lnTo>
                  <a:pt x="213721" y="104113"/>
                </a:lnTo>
                <a:lnTo>
                  <a:pt x="213763" y="104416"/>
                </a:lnTo>
                <a:lnTo>
                  <a:pt x="213814" y="104714"/>
                </a:lnTo>
                <a:lnTo>
                  <a:pt x="213874" y="105006"/>
                </a:lnTo>
                <a:lnTo>
                  <a:pt x="213944" y="105294"/>
                </a:lnTo>
                <a:lnTo>
                  <a:pt x="214023" y="105577"/>
                </a:lnTo>
                <a:lnTo>
                  <a:pt x="214111" y="105854"/>
                </a:lnTo>
                <a:lnTo>
                  <a:pt x="214208" y="106127"/>
                </a:lnTo>
                <a:lnTo>
                  <a:pt x="214315" y="106395"/>
                </a:lnTo>
                <a:lnTo>
                  <a:pt x="214431" y="106658"/>
                </a:lnTo>
                <a:lnTo>
                  <a:pt x="214556" y="106915"/>
                </a:lnTo>
                <a:lnTo>
                  <a:pt x="214691" y="107168"/>
                </a:lnTo>
                <a:lnTo>
                  <a:pt x="214835" y="107416"/>
                </a:lnTo>
                <a:lnTo>
                  <a:pt x="214988" y="107658"/>
                </a:lnTo>
                <a:lnTo>
                  <a:pt x="215150" y="107896"/>
                </a:lnTo>
                <a:lnTo>
                  <a:pt x="215322" y="108128"/>
                </a:lnTo>
                <a:lnTo>
                  <a:pt x="215503" y="108356"/>
                </a:lnTo>
                <a:lnTo>
                  <a:pt x="215693" y="108579"/>
                </a:lnTo>
                <a:lnTo>
                  <a:pt x="215893" y="108796"/>
                </a:lnTo>
                <a:lnTo>
                  <a:pt x="216102" y="109009"/>
                </a:lnTo>
                <a:lnTo>
                  <a:pt x="216320" y="109217"/>
                </a:lnTo>
                <a:lnTo>
                  <a:pt x="216549" y="109417"/>
                </a:lnTo>
                <a:lnTo>
                  <a:pt x="216790" y="109610"/>
                </a:lnTo>
                <a:lnTo>
                  <a:pt x="217044" y="109793"/>
                </a:lnTo>
                <a:lnTo>
                  <a:pt x="217311" y="109968"/>
                </a:lnTo>
                <a:lnTo>
                  <a:pt x="217590" y="110135"/>
                </a:lnTo>
                <a:lnTo>
                  <a:pt x="217882" y="110293"/>
                </a:lnTo>
                <a:lnTo>
                  <a:pt x="218186" y="110443"/>
                </a:lnTo>
                <a:lnTo>
                  <a:pt x="218503" y="110584"/>
                </a:lnTo>
                <a:lnTo>
                  <a:pt x="218832" y="110716"/>
                </a:lnTo>
                <a:lnTo>
                  <a:pt x="219173" y="110840"/>
                </a:lnTo>
                <a:lnTo>
                  <a:pt x="219528" y="110955"/>
                </a:lnTo>
                <a:lnTo>
                  <a:pt x="219895" y="111062"/>
                </a:lnTo>
                <a:lnTo>
                  <a:pt x="220274" y="111161"/>
                </a:lnTo>
                <a:lnTo>
                  <a:pt x="220666" y="111250"/>
                </a:lnTo>
                <a:lnTo>
                  <a:pt x="221070" y="111331"/>
                </a:lnTo>
                <a:lnTo>
                  <a:pt x="221487" y="111404"/>
                </a:lnTo>
                <a:lnTo>
                  <a:pt x="221916" y="111468"/>
                </a:lnTo>
                <a:lnTo>
                  <a:pt x="222358" y="111524"/>
                </a:lnTo>
                <a:lnTo>
                  <a:pt x="222813" y="111571"/>
                </a:lnTo>
                <a:lnTo>
                  <a:pt x="223280" y="111609"/>
                </a:lnTo>
                <a:lnTo>
                  <a:pt x="223759" y="111639"/>
                </a:lnTo>
                <a:lnTo>
                  <a:pt x="224251" y="111660"/>
                </a:lnTo>
                <a:lnTo>
                  <a:pt x="224756" y="111673"/>
                </a:lnTo>
                <a:lnTo>
                  <a:pt x="225273" y="111677"/>
                </a:lnTo>
                <a:lnTo>
                  <a:pt x="244791" y="111677"/>
                </a:lnTo>
                <a:lnTo>
                  <a:pt x="245308" y="111673"/>
                </a:lnTo>
                <a:lnTo>
                  <a:pt x="245812" y="111661"/>
                </a:lnTo>
                <a:lnTo>
                  <a:pt x="246304" y="111640"/>
                </a:lnTo>
                <a:lnTo>
                  <a:pt x="246784" y="111610"/>
                </a:lnTo>
                <a:lnTo>
                  <a:pt x="247251" y="111573"/>
                </a:lnTo>
                <a:lnTo>
                  <a:pt x="247705" y="111526"/>
                </a:lnTo>
                <a:lnTo>
                  <a:pt x="248147" y="111472"/>
                </a:lnTo>
                <a:lnTo>
                  <a:pt x="248576" y="111409"/>
                </a:lnTo>
                <a:lnTo>
                  <a:pt x="248993" y="111337"/>
                </a:lnTo>
                <a:lnTo>
                  <a:pt x="249398" y="111258"/>
                </a:lnTo>
                <a:lnTo>
                  <a:pt x="249789" y="111169"/>
                </a:lnTo>
                <a:lnTo>
                  <a:pt x="250169" y="111073"/>
                </a:lnTo>
                <a:lnTo>
                  <a:pt x="250536" y="110968"/>
                </a:lnTo>
                <a:lnTo>
                  <a:pt x="250890" y="110855"/>
                </a:lnTo>
                <a:lnTo>
                  <a:pt x="251232" y="110733"/>
                </a:lnTo>
                <a:lnTo>
                  <a:pt x="251561" y="110603"/>
                </a:lnTo>
                <a:lnTo>
                  <a:pt x="251877" y="110464"/>
                </a:lnTo>
                <a:lnTo>
                  <a:pt x="252182" y="110317"/>
                </a:lnTo>
                <a:lnTo>
                  <a:pt x="252473" y="110162"/>
                </a:lnTo>
                <a:lnTo>
                  <a:pt x="252752" y="109998"/>
                </a:lnTo>
                <a:lnTo>
                  <a:pt x="253019" y="109826"/>
                </a:lnTo>
                <a:lnTo>
                  <a:pt x="253273" y="109645"/>
                </a:lnTo>
                <a:lnTo>
                  <a:pt x="253515" y="109456"/>
                </a:lnTo>
                <a:lnTo>
                  <a:pt x="253744" y="109259"/>
                </a:lnTo>
                <a:lnTo>
                  <a:pt x="253962" y="109055"/>
                </a:lnTo>
                <a:lnTo>
                  <a:pt x="254171" y="108846"/>
                </a:lnTo>
                <a:lnTo>
                  <a:pt x="254370" y="108631"/>
                </a:lnTo>
                <a:lnTo>
                  <a:pt x="254560" y="108412"/>
                </a:lnTo>
                <a:lnTo>
                  <a:pt x="254741" y="108187"/>
                </a:lnTo>
                <a:lnTo>
                  <a:pt x="254913" y="107957"/>
                </a:lnTo>
                <a:lnTo>
                  <a:pt x="255076" y="107722"/>
                </a:lnTo>
                <a:lnTo>
                  <a:pt x="255229" y="107482"/>
                </a:lnTo>
                <a:lnTo>
                  <a:pt x="255373" y="107236"/>
                </a:lnTo>
                <a:lnTo>
                  <a:pt x="255507" y="106986"/>
                </a:lnTo>
                <a:lnTo>
                  <a:pt x="255632" y="106730"/>
                </a:lnTo>
                <a:lnTo>
                  <a:pt x="255748" y="106469"/>
                </a:lnTo>
                <a:lnTo>
                  <a:pt x="255855" y="106203"/>
                </a:lnTo>
                <a:lnTo>
                  <a:pt x="255953" y="105932"/>
                </a:lnTo>
                <a:lnTo>
                  <a:pt x="256041" y="105656"/>
                </a:lnTo>
                <a:lnTo>
                  <a:pt x="256120" y="105374"/>
                </a:lnTo>
                <a:lnTo>
                  <a:pt x="256189" y="105088"/>
                </a:lnTo>
                <a:lnTo>
                  <a:pt x="256250" y="104796"/>
                </a:lnTo>
                <a:lnTo>
                  <a:pt x="256301" y="104499"/>
                </a:lnTo>
                <a:lnTo>
                  <a:pt x="256342" y="104197"/>
                </a:lnTo>
                <a:lnTo>
                  <a:pt x="256375" y="103889"/>
                </a:lnTo>
                <a:lnTo>
                  <a:pt x="256398" y="103577"/>
                </a:lnTo>
                <a:lnTo>
                  <a:pt x="256412" y="103259"/>
                </a:lnTo>
                <a:lnTo>
                  <a:pt x="256417" y="102937"/>
                </a:lnTo>
                <a:lnTo>
                  <a:pt x="256412" y="102614"/>
                </a:lnTo>
                <a:lnTo>
                  <a:pt x="256400" y="102296"/>
                </a:lnTo>
                <a:lnTo>
                  <a:pt x="256378" y="101984"/>
                </a:lnTo>
                <a:lnTo>
                  <a:pt x="256348" y="101677"/>
                </a:lnTo>
                <a:lnTo>
                  <a:pt x="256310" y="101375"/>
                </a:lnTo>
                <a:lnTo>
                  <a:pt x="256263" y="101078"/>
                </a:lnTo>
                <a:lnTo>
                  <a:pt x="256207" y="100786"/>
                </a:lnTo>
                <a:lnTo>
                  <a:pt x="256143" y="100499"/>
                </a:lnTo>
                <a:lnTo>
                  <a:pt x="256071" y="100218"/>
                </a:lnTo>
                <a:lnTo>
                  <a:pt x="255989" y="99942"/>
                </a:lnTo>
                <a:lnTo>
                  <a:pt x="255900" y="99670"/>
                </a:lnTo>
                <a:lnTo>
                  <a:pt x="255801" y="99404"/>
                </a:lnTo>
                <a:lnTo>
                  <a:pt x="255695" y="99144"/>
                </a:lnTo>
                <a:lnTo>
                  <a:pt x="255579" y="98888"/>
                </a:lnTo>
                <a:lnTo>
                  <a:pt x="255455" y="98637"/>
                </a:lnTo>
                <a:lnTo>
                  <a:pt x="255323" y="98392"/>
                </a:lnTo>
                <a:lnTo>
                  <a:pt x="255182" y="98152"/>
                </a:lnTo>
                <a:lnTo>
                  <a:pt x="255032" y="97917"/>
                </a:lnTo>
                <a:lnTo>
                  <a:pt x="254874" y="97687"/>
                </a:lnTo>
                <a:lnTo>
                  <a:pt x="254708" y="97462"/>
                </a:lnTo>
                <a:lnTo>
                  <a:pt x="254533" y="97242"/>
                </a:lnTo>
                <a:lnTo>
                  <a:pt x="254349" y="97028"/>
                </a:lnTo>
                <a:lnTo>
                  <a:pt x="254157" y="96819"/>
                </a:lnTo>
                <a:lnTo>
                  <a:pt x="253956" y="96615"/>
                </a:lnTo>
                <a:lnTo>
                  <a:pt x="253747" y="96417"/>
                </a:lnTo>
                <a:lnTo>
                  <a:pt x="253529" y="96228"/>
                </a:lnTo>
                <a:lnTo>
                  <a:pt x="253303" y="96048"/>
                </a:lnTo>
                <a:lnTo>
                  <a:pt x="253069" y="95876"/>
                </a:lnTo>
                <a:lnTo>
                  <a:pt x="252827" y="95712"/>
                </a:lnTo>
                <a:lnTo>
                  <a:pt x="252577" y="95556"/>
                </a:lnTo>
                <a:lnTo>
                  <a:pt x="252318" y="95410"/>
                </a:lnTo>
                <a:lnTo>
                  <a:pt x="252051" y="95271"/>
                </a:lnTo>
                <a:lnTo>
                  <a:pt x="251776" y="95141"/>
                </a:lnTo>
                <a:lnTo>
                  <a:pt x="251492" y="95019"/>
                </a:lnTo>
                <a:lnTo>
                  <a:pt x="251201" y="94906"/>
                </a:lnTo>
                <a:lnTo>
                  <a:pt x="250901" y="94801"/>
                </a:lnTo>
                <a:lnTo>
                  <a:pt x="250593" y="94704"/>
                </a:lnTo>
                <a:lnTo>
                  <a:pt x="250276" y="94616"/>
                </a:lnTo>
                <a:lnTo>
                  <a:pt x="249951" y="94536"/>
                </a:lnTo>
                <a:lnTo>
                  <a:pt x="249618" y="94465"/>
                </a:lnTo>
                <a:lnTo>
                  <a:pt x="249277" y="94402"/>
                </a:lnTo>
                <a:lnTo>
                  <a:pt x="248928" y="94347"/>
                </a:lnTo>
                <a:lnTo>
                  <a:pt x="248570" y="94301"/>
                </a:lnTo>
                <a:lnTo>
                  <a:pt x="248204" y="94263"/>
                </a:lnTo>
                <a:lnTo>
                  <a:pt x="247830" y="94234"/>
                </a:lnTo>
                <a:lnTo>
                  <a:pt x="247447" y="94213"/>
                </a:lnTo>
                <a:lnTo>
                  <a:pt x="247057" y="94200"/>
                </a:lnTo>
                <a:lnTo>
                  <a:pt x="246658" y="94196"/>
                </a:lnTo>
                <a:lnTo>
                  <a:pt x="264152" y="72925"/>
                </a:lnTo>
                <a:lnTo>
                  <a:pt x="281790" y="94196"/>
                </a:lnTo>
                <a:lnTo>
                  <a:pt x="281384" y="94200"/>
                </a:lnTo>
                <a:lnTo>
                  <a:pt x="280987" y="94213"/>
                </a:lnTo>
                <a:lnTo>
                  <a:pt x="280598" y="94233"/>
                </a:lnTo>
                <a:lnTo>
                  <a:pt x="280218" y="94262"/>
                </a:lnTo>
                <a:lnTo>
                  <a:pt x="279846" y="94299"/>
                </a:lnTo>
                <a:lnTo>
                  <a:pt x="279483" y="94345"/>
                </a:lnTo>
                <a:lnTo>
                  <a:pt x="279128" y="94398"/>
                </a:lnTo>
                <a:lnTo>
                  <a:pt x="278782" y="94460"/>
                </a:lnTo>
                <a:lnTo>
                  <a:pt x="278445" y="94530"/>
                </a:lnTo>
                <a:lnTo>
                  <a:pt x="278116" y="94609"/>
                </a:lnTo>
                <a:lnTo>
                  <a:pt x="277795" y="94695"/>
                </a:lnTo>
                <a:lnTo>
                  <a:pt x="277484" y="94790"/>
                </a:lnTo>
                <a:lnTo>
                  <a:pt x="277180" y="94893"/>
                </a:lnTo>
                <a:lnTo>
                  <a:pt x="276885" y="95005"/>
                </a:lnTo>
                <a:lnTo>
                  <a:pt x="276599" y="95124"/>
                </a:lnTo>
                <a:lnTo>
                  <a:pt x="276321" y="95252"/>
                </a:lnTo>
                <a:lnTo>
                  <a:pt x="276052" y="95388"/>
                </a:lnTo>
                <a:lnTo>
                  <a:pt x="275792" y="95533"/>
                </a:lnTo>
                <a:lnTo>
                  <a:pt x="275540" y="95685"/>
                </a:lnTo>
                <a:lnTo>
                  <a:pt x="275296" y="95846"/>
                </a:lnTo>
                <a:lnTo>
                  <a:pt x="275061" y="96015"/>
                </a:lnTo>
                <a:lnTo>
                  <a:pt x="274835" y="96193"/>
                </a:lnTo>
                <a:lnTo>
                  <a:pt x="274617" y="96378"/>
                </a:lnTo>
                <a:lnTo>
                  <a:pt x="274407" y="96572"/>
                </a:lnTo>
                <a:lnTo>
                  <a:pt x="274206" y="96773"/>
                </a:lnTo>
                <a:lnTo>
                  <a:pt x="274014" y="96979"/>
                </a:lnTo>
                <a:lnTo>
                  <a:pt x="273831" y="97190"/>
                </a:lnTo>
                <a:lnTo>
                  <a:pt x="273655" y="97407"/>
                </a:lnTo>
                <a:lnTo>
                  <a:pt x="273489" y="97629"/>
                </a:lnTo>
                <a:lnTo>
                  <a:pt x="273331" y="97856"/>
                </a:lnTo>
                <a:lnTo>
                  <a:pt x="273181" y="98088"/>
                </a:lnTo>
                <a:lnTo>
                  <a:pt x="273040" y="98326"/>
                </a:lnTo>
                <a:lnTo>
                  <a:pt x="272908" y="98569"/>
                </a:lnTo>
                <a:lnTo>
                  <a:pt x="272784" y="98817"/>
                </a:lnTo>
                <a:lnTo>
                  <a:pt x="272668" y="99071"/>
                </a:lnTo>
                <a:lnTo>
                  <a:pt x="272562" y="99330"/>
                </a:lnTo>
                <a:lnTo>
                  <a:pt x="272463" y="99594"/>
                </a:lnTo>
                <a:lnTo>
                  <a:pt x="272374" y="99864"/>
                </a:lnTo>
                <a:lnTo>
                  <a:pt x="272292" y="100139"/>
                </a:lnTo>
                <a:lnTo>
                  <a:pt x="272220" y="100419"/>
                </a:lnTo>
                <a:lnTo>
                  <a:pt x="272156" y="100705"/>
                </a:lnTo>
                <a:lnTo>
                  <a:pt x="272100" y="100996"/>
                </a:lnTo>
                <a:lnTo>
                  <a:pt x="272053" y="101292"/>
                </a:lnTo>
                <a:lnTo>
                  <a:pt x="272015" y="101593"/>
                </a:lnTo>
                <a:lnTo>
                  <a:pt x="271985" y="101900"/>
                </a:lnTo>
                <a:lnTo>
                  <a:pt x="271963" y="102212"/>
                </a:lnTo>
                <a:lnTo>
                  <a:pt x="271951" y="102529"/>
                </a:lnTo>
                <a:lnTo>
                  <a:pt x="271946" y="102852"/>
                </a:lnTo>
                <a:lnTo>
                  <a:pt x="271951" y="103175"/>
                </a:lnTo>
                <a:lnTo>
                  <a:pt x="271965" y="103492"/>
                </a:lnTo>
                <a:lnTo>
                  <a:pt x="271988" y="103805"/>
                </a:lnTo>
                <a:lnTo>
                  <a:pt x="272021" y="104113"/>
                </a:lnTo>
                <a:lnTo>
                  <a:pt x="272062" y="104416"/>
                </a:lnTo>
                <a:lnTo>
                  <a:pt x="272113" y="104714"/>
                </a:lnTo>
                <a:lnTo>
                  <a:pt x="272174" y="105006"/>
                </a:lnTo>
                <a:lnTo>
                  <a:pt x="272243" y="105294"/>
                </a:lnTo>
                <a:lnTo>
                  <a:pt x="272322" y="105577"/>
                </a:lnTo>
                <a:lnTo>
                  <a:pt x="272410" y="105854"/>
                </a:lnTo>
                <a:lnTo>
                  <a:pt x="272508" y="106127"/>
                </a:lnTo>
                <a:lnTo>
                  <a:pt x="272615" y="106395"/>
                </a:lnTo>
                <a:lnTo>
                  <a:pt x="272731" y="106658"/>
                </a:lnTo>
                <a:lnTo>
                  <a:pt x="272856" y="106915"/>
                </a:lnTo>
                <a:lnTo>
                  <a:pt x="272991" y="107168"/>
                </a:lnTo>
                <a:lnTo>
                  <a:pt x="273134" y="107416"/>
                </a:lnTo>
                <a:lnTo>
                  <a:pt x="273288" y="107658"/>
                </a:lnTo>
                <a:lnTo>
                  <a:pt x="273450" y="107896"/>
                </a:lnTo>
                <a:lnTo>
                  <a:pt x="273622" y="108128"/>
                </a:lnTo>
                <a:lnTo>
                  <a:pt x="273803" y="108356"/>
                </a:lnTo>
                <a:lnTo>
                  <a:pt x="273993" y="108579"/>
                </a:lnTo>
                <a:lnTo>
                  <a:pt x="274193" y="108796"/>
                </a:lnTo>
                <a:lnTo>
                  <a:pt x="274401" y="109009"/>
                </a:lnTo>
                <a:lnTo>
                  <a:pt x="274619" y="109217"/>
                </a:lnTo>
                <a:lnTo>
                  <a:pt x="274848" y="109417"/>
                </a:lnTo>
                <a:lnTo>
                  <a:pt x="275089" y="109610"/>
                </a:lnTo>
                <a:lnTo>
                  <a:pt x="275343" y="109793"/>
                </a:lnTo>
                <a:lnTo>
                  <a:pt x="275608" y="109968"/>
                </a:lnTo>
                <a:lnTo>
                  <a:pt x="275886" y="110135"/>
                </a:lnTo>
                <a:lnTo>
                  <a:pt x="276176" y="110293"/>
                </a:lnTo>
                <a:lnTo>
                  <a:pt x="276478" y="110443"/>
                </a:lnTo>
                <a:lnTo>
                  <a:pt x="276793" y="110584"/>
                </a:lnTo>
                <a:lnTo>
                  <a:pt x="277120" y="110716"/>
                </a:lnTo>
                <a:lnTo>
                  <a:pt x="277458" y="110840"/>
                </a:lnTo>
                <a:lnTo>
                  <a:pt x="277810" y="110955"/>
                </a:lnTo>
                <a:lnTo>
                  <a:pt x="278173" y="111062"/>
                </a:lnTo>
                <a:lnTo>
                  <a:pt x="278549" y="111161"/>
                </a:lnTo>
                <a:lnTo>
                  <a:pt x="278936" y="111250"/>
                </a:lnTo>
                <a:lnTo>
                  <a:pt x="279337" y="111331"/>
                </a:lnTo>
                <a:lnTo>
                  <a:pt x="279749" y="111404"/>
                </a:lnTo>
                <a:lnTo>
                  <a:pt x="280173" y="111468"/>
                </a:lnTo>
                <a:lnTo>
                  <a:pt x="280610" y="111524"/>
                </a:lnTo>
                <a:lnTo>
                  <a:pt x="281059" y="111571"/>
                </a:lnTo>
                <a:lnTo>
                  <a:pt x="281520" y="111609"/>
                </a:lnTo>
                <a:lnTo>
                  <a:pt x="281994" y="111639"/>
                </a:lnTo>
                <a:lnTo>
                  <a:pt x="282479" y="111660"/>
                </a:lnTo>
                <a:lnTo>
                  <a:pt x="282977" y="111673"/>
                </a:lnTo>
                <a:lnTo>
                  <a:pt x="283487" y="111677"/>
                </a:lnTo>
                <a:lnTo>
                  <a:pt x="303090" y="111677"/>
                </a:lnTo>
                <a:lnTo>
                  <a:pt x="303607" y="111673"/>
                </a:lnTo>
                <a:lnTo>
                  <a:pt x="304112" y="111661"/>
                </a:lnTo>
                <a:lnTo>
                  <a:pt x="304604" y="111640"/>
                </a:lnTo>
                <a:lnTo>
                  <a:pt x="305083" y="111610"/>
                </a:lnTo>
                <a:lnTo>
                  <a:pt x="305550" y="111573"/>
                </a:lnTo>
                <a:lnTo>
                  <a:pt x="306005" y="111526"/>
                </a:lnTo>
                <a:lnTo>
                  <a:pt x="306447" y="111472"/>
                </a:lnTo>
                <a:lnTo>
                  <a:pt x="306876" y="111409"/>
                </a:lnTo>
                <a:lnTo>
                  <a:pt x="307293" y="111337"/>
                </a:lnTo>
                <a:lnTo>
                  <a:pt x="307697" y="111258"/>
                </a:lnTo>
                <a:lnTo>
                  <a:pt x="308089" y="111169"/>
                </a:lnTo>
                <a:lnTo>
                  <a:pt x="308469" y="111073"/>
                </a:lnTo>
                <a:lnTo>
                  <a:pt x="308835" y="110968"/>
                </a:lnTo>
                <a:lnTo>
                  <a:pt x="309190" y="110855"/>
                </a:lnTo>
                <a:lnTo>
                  <a:pt x="309531" y="110733"/>
                </a:lnTo>
                <a:lnTo>
                  <a:pt x="309860" y="110603"/>
                </a:lnTo>
                <a:lnTo>
                  <a:pt x="310177" y="110464"/>
                </a:lnTo>
                <a:lnTo>
                  <a:pt x="310481" y="110317"/>
                </a:lnTo>
                <a:lnTo>
                  <a:pt x="310773" y="110162"/>
                </a:lnTo>
                <a:lnTo>
                  <a:pt x="311052" y="109998"/>
                </a:lnTo>
                <a:lnTo>
                  <a:pt x="311319" y="109826"/>
                </a:lnTo>
                <a:lnTo>
                  <a:pt x="311573" y="109645"/>
                </a:lnTo>
                <a:lnTo>
                  <a:pt x="311814" y="109456"/>
                </a:lnTo>
                <a:lnTo>
                  <a:pt x="312043" y="109259"/>
                </a:lnTo>
                <a:lnTo>
                  <a:pt x="312261" y="109055"/>
                </a:lnTo>
                <a:lnTo>
                  <a:pt x="312470" y="108846"/>
                </a:lnTo>
                <a:lnTo>
                  <a:pt x="312670" y="108631"/>
                </a:lnTo>
                <a:lnTo>
                  <a:pt x="312860" y="108412"/>
                </a:lnTo>
                <a:lnTo>
                  <a:pt x="313041" y="108187"/>
                </a:lnTo>
                <a:lnTo>
                  <a:pt x="313213" y="107957"/>
                </a:lnTo>
                <a:lnTo>
                  <a:pt x="313375" y="107722"/>
                </a:lnTo>
                <a:lnTo>
                  <a:pt x="313528" y="107482"/>
                </a:lnTo>
                <a:lnTo>
                  <a:pt x="313672" y="107236"/>
                </a:lnTo>
                <a:lnTo>
                  <a:pt x="313807" y="106986"/>
                </a:lnTo>
                <a:lnTo>
                  <a:pt x="313932" y="106730"/>
                </a:lnTo>
                <a:lnTo>
                  <a:pt x="314048" y="106469"/>
                </a:lnTo>
                <a:lnTo>
                  <a:pt x="314155" y="106203"/>
                </a:lnTo>
                <a:lnTo>
                  <a:pt x="314252" y="105932"/>
                </a:lnTo>
                <a:lnTo>
                  <a:pt x="314341" y="105656"/>
                </a:lnTo>
                <a:lnTo>
                  <a:pt x="314419" y="105374"/>
                </a:lnTo>
                <a:lnTo>
                  <a:pt x="314489" y="105088"/>
                </a:lnTo>
                <a:lnTo>
                  <a:pt x="314549" y="104796"/>
                </a:lnTo>
                <a:lnTo>
                  <a:pt x="314600" y="104499"/>
                </a:lnTo>
                <a:lnTo>
                  <a:pt x="314642" y="104197"/>
                </a:lnTo>
                <a:lnTo>
                  <a:pt x="314675" y="103889"/>
                </a:lnTo>
                <a:lnTo>
                  <a:pt x="314698" y="103577"/>
                </a:lnTo>
                <a:lnTo>
                  <a:pt x="314712" y="103259"/>
                </a:lnTo>
                <a:lnTo>
                  <a:pt x="314716" y="102937"/>
                </a:lnTo>
                <a:lnTo>
                  <a:pt x="314712" y="102614"/>
                </a:lnTo>
                <a:lnTo>
                  <a:pt x="314698" y="102296"/>
                </a:lnTo>
                <a:lnTo>
                  <a:pt x="314676" y="101984"/>
                </a:lnTo>
                <a:lnTo>
                  <a:pt x="314645" y="101677"/>
                </a:lnTo>
                <a:lnTo>
                  <a:pt x="314604" y="101375"/>
                </a:lnTo>
                <a:lnTo>
                  <a:pt x="314555" y="101078"/>
                </a:lnTo>
                <a:lnTo>
                  <a:pt x="314496" y="100786"/>
                </a:lnTo>
                <a:lnTo>
                  <a:pt x="314429" y="100499"/>
                </a:lnTo>
                <a:lnTo>
                  <a:pt x="314352" y="100218"/>
                </a:lnTo>
                <a:lnTo>
                  <a:pt x="314267" y="99942"/>
                </a:lnTo>
                <a:lnTo>
                  <a:pt x="314173" y="99670"/>
                </a:lnTo>
                <a:lnTo>
                  <a:pt x="314069" y="99404"/>
                </a:lnTo>
                <a:lnTo>
                  <a:pt x="313957" y="99144"/>
                </a:lnTo>
                <a:lnTo>
                  <a:pt x="313836" y="98888"/>
                </a:lnTo>
                <a:lnTo>
                  <a:pt x="313705" y="98637"/>
                </a:lnTo>
                <a:lnTo>
                  <a:pt x="313566" y="98392"/>
                </a:lnTo>
                <a:lnTo>
                  <a:pt x="313418" y="98152"/>
                </a:lnTo>
                <a:lnTo>
                  <a:pt x="313261" y="97917"/>
                </a:lnTo>
                <a:lnTo>
                  <a:pt x="313094" y="97687"/>
                </a:lnTo>
                <a:lnTo>
                  <a:pt x="312919" y="97462"/>
                </a:lnTo>
                <a:lnTo>
                  <a:pt x="312735" y="97242"/>
                </a:lnTo>
                <a:lnTo>
                  <a:pt x="312542" y="97028"/>
                </a:lnTo>
                <a:lnTo>
                  <a:pt x="312339" y="96819"/>
                </a:lnTo>
                <a:lnTo>
                  <a:pt x="312128" y="96615"/>
                </a:lnTo>
                <a:lnTo>
                  <a:pt x="311908" y="96417"/>
                </a:lnTo>
                <a:lnTo>
                  <a:pt x="311679" y="96228"/>
                </a:lnTo>
                <a:lnTo>
                  <a:pt x="311441" y="96048"/>
                </a:lnTo>
                <a:lnTo>
                  <a:pt x="311194" y="95876"/>
                </a:lnTo>
                <a:lnTo>
                  <a:pt x="310937" y="95712"/>
                </a:lnTo>
                <a:lnTo>
                  <a:pt x="310672" y="95556"/>
                </a:lnTo>
                <a:lnTo>
                  <a:pt x="310398" y="95410"/>
                </a:lnTo>
                <a:lnTo>
                  <a:pt x="310115" y="95271"/>
                </a:lnTo>
                <a:lnTo>
                  <a:pt x="309823" y="95141"/>
                </a:lnTo>
                <a:lnTo>
                  <a:pt x="309522" y="95019"/>
                </a:lnTo>
                <a:lnTo>
                  <a:pt x="309212" y="94906"/>
                </a:lnTo>
                <a:lnTo>
                  <a:pt x="308893" y="94801"/>
                </a:lnTo>
                <a:lnTo>
                  <a:pt x="308565" y="94704"/>
                </a:lnTo>
                <a:lnTo>
                  <a:pt x="308228" y="94616"/>
                </a:lnTo>
                <a:lnTo>
                  <a:pt x="307882" y="94536"/>
                </a:lnTo>
                <a:lnTo>
                  <a:pt x="307527" y="94465"/>
                </a:lnTo>
                <a:lnTo>
                  <a:pt x="307163" y="94402"/>
                </a:lnTo>
                <a:lnTo>
                  <a:pt x="306790" y="94347"/>
                </a:lnTo>
                <a:lnTo>
                  <a:pt x="306408" y="94301"/>
                </a:lnTo>
                <a:lnTo>
                  <a:pt x="306017" y="94263"/>
                </a:lnTo>
                <a:lnTo>
                  <a:pt x="305617" y="94234"/>
                </a:lnTo>
                <a:lnTo>
                  <a:pt x="305208" y="94213"/>
                </a:lnTo>
                <a:lnTo>
                  <a:pt x="304790" y="94200"/>
                </a:lnTo>
                <a:lnTo>
                  <a:pt x="304363" y="94196"/>
                </a:lnTo>
                <a:lnTo>
                  <a:pt x="275357" y="59302"/>
                </a:lnTo>
                <a:lnTo>
                  <a:pt x="302496" y="26307"/>
                </a:lnTo>
                <a:lnTo>
                  <a:pt x="302903" y="26303"/>
                </a:lnTo>
                <a:lnTo>
                  <a:pt x="303301" y="26290"/>
                </a:lnTo>
                <a:close/>
                <a:moveTo>
                  <a:pt x="395983" y="26269"/>
                </a:moveTo>
                <a:lnTo>
                  <a:pt x="396462" y="26239"/>
                </a:lnTo>
                <a:lnTo>
                  <a:pt x="396929" y="26200"/>
                </a:lnTo>
                <a:lnTo>
                  <a:pt x="397384" y="26153"/>
                </a:lnTo>
                <a:lnTo>
                  <a:pt x="397825" y="26098"/>
                </a:lnTo>
                <a:lnTo>
                  <a:pt x="398255" y="26034"/>
                </a:lnTo>
                <a:lnTo>
                  <a:pt x="398672" y="25961"/>
                </a:lnTo>
                <a:lnTo>
                  <a:pt x="399076" y="25880"/>
                </a:lnTo>
                <a:lnTo>
                  <a:pt x="399468" y="25790"/>
                </a:lnTo>
                <a:lnTo>
                  <a:pt x="399847" y="25692"/>
                </a:lnTo>
                <a:lnTo>
                  <a:pt x="400214" y="25585"/>
                </a:lnTo>
                <a:lnTo>
                  <a:pt x="400568" y="25470"/>
                </a:lnTo>
                <a:lnTo>
                  <a:pt x="400910" y="25346"/>
                </a:lnTo>
                <a:lnTo>
                  <a:pt x="401239" y="25213"/>
                </a:lnTo>
                <a:lnTo>
                  <a:pt x="401556" y="25072"/>
                </a:lnTo>
                <a:lnTo>
                  <a:pt x="401860" y="24923"/>
                </a:lnTo>
                <a:lnTo>
                  <a:pt x="402152" y="24765"/>
                </a:lnTo>
                <a:lnTo>
                  <a:pt x="402431" y="24598"/>
                </a:lnTo>
                <a:lnTo>
                  <a:pt x="402697" y="24423"/>
                </a:lnTo>
                <a:lnTo>
                  <a:pt x="402951" y="24239"/>
                </a:lnTo>
                <a:lnTo>
                  <a:pt x="403193" y="24047"/>
                </a:lnTo>
                <a:lnTo>
                  <a:pt x="403422" y="23846"/>
                </a:lnTo>
                <a:lnTo>
                  <a:pt x="403640" y="23638"/>
                </a:lnTo>
                <a:lnTo>
                  <a:pt x="403849" y="23426"/>
                </a:lnTo>
                <a:lnTo>
                  <a:pt x="404049" y="23208"/>
                </a:lnTo>
                <a:lnTo>
                  <a:pt x="404239" y="22986"/>
                </a:lnTo>
                <a:lnTo>
                  <a:pt x="404420" y="22758"/>
                </a:lnTo>
                <a:lnTo>
                  <a:pt x="404591" y="22525"/>
                </a:lnTo>
                <a:lnTo>
                  <a:pt x="404754" y="22288"/>
                </a:lnTo>
                <a:lnTo>
                  <a:pt x="404907" y="22045"/>
                </a:lnTo>
                <a:lnTo>
                  <a:pt x="405051" y="21797"/>
                </a:lnTo>
                <a:lnTo>
                  <a:pt x="405186" y="21545"/>
                </a:lnTo>
                <a:lnTo>
                  <a:pt x="405311" y="21287"/>
                </a:lnTo>
                <a:lnTo>
                  <a:pt x="405427" y="21024"/>
                </a:lnTo>
                <a:lnTo>
                  <a:pt x="405534" y="20757"/>
                </a:lnTo>
                <a:lnTo>
                  <a:pt x="405631" y="20484"/>
                </a:lnTo>
                <a:lnTo>
                  <a:pt x="405719" y="20206"/>
                </a:lnTo>
                <a:lnTo>
                  <a:pt x="405798" y="19924"/>
                </a:lnTo>
                <a:lnTo>
                  <a:pt x="405868" y="19636"/>
                </a:lnTo>
                <a:lnTo>
                  <a:pt x="405928" y="19343"/>
                </a:lnTo>
                <a:lnTo>
                  <a:pt x="405979" y="19045"/>
                </a:lnTo>
                <a:lnTo>
                  <a:pt x="406021" y="18743"/>
                </a:lnTo>
                <a:lnTo>
                  <a:pt x="406053" y="18435"/>
                </a:lnTo>
                <a:lnTo>
                  <a:pt x="406077" y="18122"/>
                </a:lnTo>
                <a:lnTo>
                  <a:pt x="406090" y="17804"/>
                </a:lnTo>
                <a:lnTo>
                  <a:pt x="406095" y="17481"/>
                </a:lnTo>
                <a:lnTo>
                  <a:pt x="406090" y="17159"/>
                </a:lnTo>
                <a:lnTo>
                  <a:pt x="406077" y="16841"/>
                </a:lnTo>
                <a:lnTo>
                  <a:pt x="406053" y="16529"/>
                </a:lnTo>
                <a:lnTo>
                  <a:pt x="406021" y="16223"/>
                </a:lnTo>
                <a:lnTo>
                  <a:pt x="405979" y="15921"/>
                </a:lnTo>
                <a:lnTo>
                  <a:pt x="405928" y="15625"/>
                </a:lnTo>
                <a:lnTo>
                  <a:pt x="405868" y="15334"/>
                </a:lnTo>
                <a:lnTo>
                  <a:pt x="405798" y="15049"/>
                </a:lnTo>
                <a:lnTo>
                  <a:pt x="405719" y="14769"/>
                </a:lnTo>
                <a:lnTo>
                  <a:pt x="405631" y="14494"/>
                </a:lnTo>
                <a:lnTo>
                  <a:pt x="405534" y="14224"/>
                </a:lnTo>
                <a:lnTo>
                  <a:pt x="405427" y="13960"/>
                </a:lnTo>
                <a:lnTo>
                  <a:pt x="405311" y="13701"/>
                </a:lnTo>
                <a:lnTo>
                  <a:pt x="405186" y="13447"/>
                </a:lnTo>
                <a:lnTo>
                  <a:pt x="405051" y="13199"/>
                </a:lnTo>
                <a:lnTo>
                  <a:pt x="404907" y="12955"/>
                </a:lnTo>
                <a:lnTo>
                  <a:pt x="404754" y="12718"/>
                </a:lnTo>
                <a:lnTo>
                  <a:pt x="404591" y="12485"/>
                </a:lnTo>
                <a:lnTo>
                  <a:pt x="404420" y="12258"/>
                </a:lnTo>
                <a:lnTo>
                  <a:pt x="404239" y="12036"/>
                </a:lnTo>
                <a:lnTo>
                  <a:pt x="404049" y="11820"/>
                </a:lnTo>
                <a:lnTo>
                  <a:pt x="403849" y="11608"/>
                </a:lnTo>
                <a:lnTo>
                  <a:pt x="403640" y="11402"/>
                </a:lnTo>
                <a:lnTo>
                  <a:pt x="403422" y="11202"/>
                </a:lnTo>
                <a:lnTo>
                  <a:pt x="403193" y="11008"/>
                </a:lnTo>
                <a:lnTo>
                  <a:pt x="402951" y="10822"/>
                </a:lnTo>
                <a:lnTo>
                  <a:pt x="402697" y="10645"/>
                </a:lnTo>
                <a:lnTo>
                  <a:pt x="402431" y="10476"/>
                </a:lnTo>
                <a:lnTo>
                  <a:pt x="402152" y="10315"/>
                </a:lnTo>
                <a:lnTo>
                  <a:pt x="401860" y="10162"/>
                </a:lnTo>
                <a:lnTo>
                  <a:pt x="401556" y="10018"/>
                </a:lnTo>
                <a:lnTo>
                  <a:pt x="401239" y="9882"/>
                </a:lnTo>
                <a:lnTo>
                  <a:pt x="400910" y="9754"/>
                </a:lnTo>
                <a:lnTo>
                  <a:pt x="400568" y="9634"/>
                </a:lnTo>
                <a:lnTo>
                  <a:pt x="400214" y="9523"/>
                </a:lnTo>
                <a:lnTo>
                  <a:pt x="399847" y="9420"/>
                </a:lnTo>
                <a:lnTo>
                  <a:pt x="399468" y="9325"/>
                </a:lnTo>
                <a:lnTo>
                  <a:pt x="399076" y="9238"/>
                </a:lnTo>
                <a:lnTo>
                  <a:pt x="398672" y="9160"/>
                </a:lnTo>
                <a:lnTo>
                  <a:pt x="398255" y="9090"/>
                </a:lnTo>
                <a:lnTo>
                  <a:pt x="397825" y="9028"/>
                </a:lnTo>
                <a:lnTo>
                  <a:pt x="397384" y="8974"/>
                </a:lnTo>
                <a:lnTo>
                  <a:pt x="396929" y="8929"/>
                </a:lnTo>
                <a:lnTo>
                  <a:pt x="396462" y="8892"/>
                </a:lnTo>
                <a:lnTo>
                  <a:pt x="395983" y="8863"/>
                </a:lnTo>
                <a:lnTo>
                  <a:pt x="395491" y="8842"/>
                </a:lnTo>
                <a:lnTo>
                  <a:pt x="394986" y="8830"/>
                </a:lnTo>
                <a:lnTo>
                  <a:pt x="394469" y="8826"/>
                </a:lnTo>
                <a:lnTo>
                  <a:pt x="341940" y="8656"/>
                </a:lnTo>
                <a:lnTo>
                  <a:pt x="341423" y="8660"/>
                </a:lnTo>
                <a:lnTo>
                  <a:pt x="340918" y="8673"/>
                </a:lnTo>
                <a:lnTo>
                  <a:pt x="340426" y="8694"/>
                </a:lnTo>
                <a:lnTo>
                  <a:pt x="339947" y="8723"/>
                </a:lnTo>
                <a:lnTo>
                  <a:pt x="339480" y="8761"/>
                </a:lnTo>
                <a:lnTo>
                  <a:pt x="339026" y="8807"/>
                </a:lnTo>
                <a:lnTo>
                  <a:pt x="338584" y="8862"/>
                </a:lnTo>
                <a:lnTo>
                  <a:pt x="338154" y="8925"/>
                </a:lnTo>
                <a:lnTo>
                  <a:pt x="337737" y="8996"/>
                </a:lnTo>
                <a:lnTo>
                  <a:pt x="337333" y="9076"/>
                </a:lnTo>
                <a:lnTo>
                  <a:pt x="336941" y="9164"/>
                </a:lnTo>
                <a:lnTo>
                  <a:pt x="336562" y="9260"/>
                </a:lnTo>
                <a:lnTo>
                  <a:pt x="336195" y="9365"/>
                </a:lnTo>
                <a:lnTo>
                  <a:pt x="335841" y="9479"/>
                </a:lnTo>
                <a:lnTo>
                  <a:pt x="335499" y="9601"/>
                </a:lnTo>
                <a:lnTo>
                  <a:pt x="335170" y="9731"/>
                </a:lnTo>
                <a:lnTo>
                  <a:pt x="334853" y="9869"/>
                </a:lnTo>
                <a:lnTo>
                  <a:pt x="334549" y="10016"/>
                </a:lnTo>
                <a:lnTo>
                  <a:pt x="334257" y="10172"/>
                </a:lnTo>
                <a:lnTo>
                  <a:pt x="333978" y="10335"/>
                </a:lnTo>
                <a:lnTo>
                  <a:pt x="333712" y="10508"/>
                </a:lnTo>
                <a:lnTo>
                  <a:pt x="333458" y="10688"/>
                </a:lnTo>
                <a:lnTo>
                  <a:pt x="333216" y="10877"/>
                </a:lnTo>
                <a:lnTo>
                  <a:pt x="332987" y="11074"/>
                </a:lnTo>
                <a:lnTo>
                  <a:pt x="332769" y="11279"/>
                </a:lnTo>
                <a:lnTo>
                  <a:pt x="332560" y="11488"/>
                </a:lnTo>
                <a:lnTo>
                  <a:pt x="332361" y="11702"/>
                </a:lnTo>
                <a:lnTo>
                  <a:pt x="332170" y="11922"/>
                </a:lnTo>
                <a:lnTo>
                  <a:pt x="331989" y="12147"/>
                </a:lnTo>
                <a:lnTo>
                  <a:pt x="331818" y="12376"/>
                </a:lnTo>
                <a:lnTo>
                  <a:pt x="331655" y="12612"/>
                </a:lnTo>
                <a:lnTo>
                  <a:pt x="331502" y="12852"/>
                </a:lnTo>
                <a:lnTo>
                  <a:pt x="331358" y="13097"/>
                </a:lnTo>
                <a:lnTo>
                  <a:pt x="331224" y="13348"/>
                </a:lnTo>
                <a:lnTo>
                  <a:pt x="331098" y="13603"/>
                </a:lnTo>
                <a:lnTo>
                  <a:pt x="330982" y="13864"/>
                </a:lnTo>
                <a:lnTo>
                  <a:pt x="330876" y="14130"/>
                </a:lnTo>
                <a:lnTo>
                  <a:pt x="330778" y="14401"/>
                </a:lnTo>
                <a:lnTo>
                  <a:pt x="330690" y="14678"/>
                </a:lnTo>
                <a:lnTo>
                  <a:pt x="330611" y="14959"/>
                </a:lnTo>
                <a:lnTo>
                  <a:pt x="330541" y="15246"/>
                </a:lnTo>
                <a:lnTo>
                  <a:pt x="330481" y="15538"/>
                </a:lnTo>
                <a:lnTo>
                  <a:pt x="330430" y="15835"/>
                </a:lnTo>
                <a:lnTo>
                  <a:pt x="330388" y="16137"/>
                </a:lnTo>
                <a:lnTo>
                  <a:pt x="330356" y="16444"/>
                </a:lnTo>
                <a:lnTo>
                  <a:pt x="330333" y="16756"/>
                </a:lnTo>
                <a:lnTo>
                  <a:pt x="330319" y="17074"/>
                </a:lnTo>
                <a:lnTo>
                  <a:pt x="330314" y="17397"/>
                </a:lnTo>
                <a:lnTo>
                  <a:pt x="330319" y="17719"/>
                </a:lnTo>
                <a:lnTo>
                  <a:pt x="330333" y="18037"/>
                </a:lnTo>
                <a:lnTo>
                  <a:pt x="330356" y="18349"/>
                </a:lnTo>
                <a:lnTo>
                  <a:pt x="330388" y="18657"/>
                </a:lnTo>
                <a:lnTo>
                  <a:pt x="330430" y="18959"/>
                </a:lnTo>
                <a:lnTo>
                  <a:pt x="330481" y="19256"/>
                </a:lnTo>
                <a:lnTo>
                  <a:pt x="330541" y="19547"/>
                </a:lnTo>
                <a:lnTo>
                  <a:pt x="330611" y="19834"/>
                </a:lnTo>
                <a:lnTo>
                  <a:pt x="330690" y="20115"/>
                </a:lnTo>
                <a:lnTo>
                  <a:pt x="330778" y="20392"/>
                </a:lnTo>
                <a:lnTo>
                  <a:pt x="330876" y="20663"/>
                </a:lnTo>
                <a:lnTo>
                  <a:pt x="330982" y="20929"/>
                </a:lnTo>
                <a:lnTo>
                  <a:pt x="331098" y="21190"/>
                </a:lnTo>
                <a:lnTo>
                  <a:pt x="331224" y="21445"/>
                </a:lnTo>
                <a:lnTo>
                  <a:pt x="331358" y="21696"/>
                </a:lnTo>
                <a:lnTo>
                  <a:pt x="331502" y="21941"/>
                </a:lnTo>
                <a:lnTo>
                  <a:pt x="331655" y="22182"/>
                </a:lnTo>
                <a:lnTo>
                  <a:pt x="331818" y="22417"/>
                </a:lnTo>
                <a:lnTo>
                  <a:pt x="331989" y="22647"/>
                </a:lnTo>
                <a:lnTo>
                  <a:pt x="332170" y="22871"/>
                </a:lnTo>
                <a:lnTo>
                  <a:pt x="332361" y="23091"/>
                </a:lnTo>
                <a:lnTo>
                  <a:pt x="332560" y="23305"/>
                </a:lnTo>
                <a:lnTo>
                  <a:pt x="332769" y="23515"/>
                </a:lnTo>
                <a:lnTo>
                  <a:pt x="332987" y="23719"/>
                </a:lnTo>
                <a:lnTo>
                  <a:pt x="333216" y="23916"/>
                </a:lnTo>
                <a:lnTo>
                  <a:pt x="333458" y="24105"/>
                </a:lnTo>
                <a:lnTo>
                  <a:pt x="333712" y="24286"/>
                </a:lnTo>
                <a:lnTo>
                  <a:pt x="333978" y="24458"/>
                </a:lnTo>
                <a:lnTo>
                  <a:pt x="334257" y="24621"/>
                </a:lnTo>
                <a:lnTo>
                  <a:pt x="334549" y="24777"/>
                </a:lnTo>
                <a:lnTo>
                  <a:pt x="334853" y="24924"/>
                </a:lnTo>
                <a:lnTo>
                  <a:pt x="335170" y="25062"/>
                </a:lnTo>
                <a:lnTo>
                  <a:pt x="335499" y="25193"/>
                </a:lnTo>
                <a:lnTo>
                  <a:pt x="335841" y="25314"/>
                </a:lnTo>
                <a:lnTo>
                  <a:pt x="336195" y="25428"/>
                </a:lnTo>
                <a:lnTo>
                  <a:pt x="336562" y="25533"/>
                </a:lnTo>
                <a:lnTo>
                  <a:pt x="336941" y="25629"/>
                </a:lnTo>
                <a:lnTo>
                  <a:pt x="337333" y="25717"/>
                </a:lnTo>
                <a:lnTo>
                  <a:pt x="337737" y="25797"/>
                </a:lnTo>
                <a:lnTo>
                  <a:pt x="338154" y="25869"/>
                </a:lnTo>
                <a:lnTo>
                  <a:pt x="338584" y="25932"/>
                </a:lnTo>
                <a:lnTo>
                  <a:pt x="339026" y="25986"/>
                </a:lnTo>
                <a:lnTo>
                  <a:pt x="339480" y="26032"/>
                </a:lnTo>
                <a:lnTo>
                  <a:pt x="339947" y="26070"/>
                </a:lnTo>
                <a:lnTo>
                  <a:pt x="340426" y="26099"/>
                </a:lnTo>
                <a:lnTo>
                  <a:pt x="340918" y="26120"/>
                </a:lnTo>
                <a:lnTo>
                  <a:pt x="341423" y="26133"/>
                </a:lnTo>
                <a:lnTo>
                  <a:pt x="341940" y="26137"/>
                </a:lnTo>
                <a:lnTo>
                  <a:pt x="359506" y="26137"/>
                </a:lnTo>
                <a:lnTo>
                  <a:pt x="359506" y="94196"/>
                </a:lnTo>
                <a:lnTo>
                  <a:pt x="341940" y="94196"/>
                </a:lnTo>
                <a:lnTo>
                  <a:pt x="341423" y="94200"/>
                </a:lnTo>
                <a:lnTo>
                  <a:pt x="340918" y="94213"/>
                </a:lnTo>
                <a:lnTo>
                  <a:pt x="340426" y="94233"/>
                </a:lnTo>
                <a:lnTo>
                  <a:pt x="339947" y="94262"/>
                </a:lnTo>
                <a:lnTo>
                  <a:pt x="339480" y="94299"/>
                </a:lnTo>
                <a:lnTo>
                  <a:pt x="339026" y="94345"/>
                </a:lnTo>
                <a:lnTo>
                  <a:pt x="338584" y="94398"/>
                </a:lnTo>
                <a:lnTo>
                  <a:pt x="338154" y="94460"/>
                </a:lnTo>
                <a:lnTo>
                  <a:pt x="337737" y="94530"/>
                </a:lnTo>
                <a:lnTo>
                  <a:pt x="337333" y="94609"/>
                </a:lnTo>
                <a:lnTo>
                  <a:pt x="336941" y="94695"/>
                </a:lnTo>
                <a:lnTo>
                  <a:pt x="336562" y="94790"/>
                </a:lnTo>
                <a:lnTo>
                  <a:pt x="336195" y="94893"/>
                </a:lnTo>
                <a:lnTo>
                  <a:pt x="335841" y="95005"/>
                </a:lnTo>
                <a:lnTo>
                  <a:pt x="335499" y="95124"/>
                </a:lnTo>
                <a:lnTo>
                  <a:pt x="335170" y="95252"/>
                </a:lnTo>
                <a:lnTo>
                  <a:pt x="334853" y="95388"/>
                </a:lnTo>
                <a:lnTo>
                  <a:pt x="334549" y="95533"/>
                </a:lnTo>
                <a:lnTo>
                  <a:pt x="334257" y="95685"/>
                </a:lnTo>
                <a:lnTo>
                  <a:pt x="333978" y="95846"/>
                </a:lnTo>
                <a:lnTo>
                  <a:pt x="333712" y="96015"/>
                </a:lnTo>
                <a:lnTo>
                  <a:pt x="333458" y="96193"/>
                </a:lnTo>
                <a:lnTo>
                  <a:pt x="333216" y="96378"/>
                </a:lnTo>
                <a:lnTo>
                  <a:pt x="332987" y="96572"/>
                </a:lnTo>
                <a:lnTo>
                  <a:pt x="332769" y="96773"/>
                </a:lnTo>
                <a:lnTo>
                  <a:pt x="332560" y="96979"/>
                </a:lnTo>
                <a:lnTo>
                  <a:pt x="332361" y="97190"/>
                </a:lnTo>
                <a:lnTo>
                  <a:pt x="332170" y="97407"/>
                </a:lnTo>
                <a:lnTo>
                  <a:pt x="331989" y="97629"/>
                </a:lnTo>
                <a:lnTo>
                  <a:pt x="331818" y="97856"/>
                </a:lnTo>
                <a:lnTo>
                  <a:pt x="331655" y="98088"/>
                </a:lnTo>
                <a:lnTo>
                  <a:pt x="331502" y="98326"/>
                </a:lnTo>
                <a:lnTo>
                  <a:pt x="331358" y="98569"/>
                </a:lnTo>
                <a:lnTo>
                  <a:pt x="331224" y="98817"/>
                </a:lnTo>
                <a:lnTo>
                  <a:pt x="331098" y="99071"/>
                </a:lnTo>
                <a:lnTo>
                  <a:pt x="330982" y="99330"/>
                </a:lnTo>
                <a:lnTo>
                  <a:pt x="330876" y="99594"/>
                </a:lnTo>
                <a:lnTo>
                  <a:pt x="330778" y="99864"/>
                </a:lnTo>
                <a:lnTo>
                  <a:pt x="330690" y="100139"/>
                </a:lnTo>
                <a:lnTo>
                  <a:pt x="330611" y="100419"/>
                </a:lnTo>
                <a:lnTo>
                  <a:pt x="330541" y="100705"/>
                </a:lnTo>
                <a:lnTo>
                  <a:pt x="330481" y="100996"/>
                </a:lnTo>
                <a:lnTo>
                  <a:pt x="330430" y="101292"/>
                </a:lnTo>
                <a:lnTo>
                  <a:pt x="330388" y="101593"/>
                </a:lnTo>
                <a:lnTo>
                  <a:pt x="330356" y="101900"/>
                </a:lnTo>
                <a:lnTo>
                  <a:pt x="330333" y="102212"/>
                </a:lnTo>
                <a:lnTo>
                  <a:pt x="330319" y="102529"/>
                </a:lnTo>
                <a:lnTo>
                  <a:pt x="330314" y="102852"/>
                </a:lnTo>
                <a:lnTo>
                  <a:pt x="330319" y="103175"/>
                </a:lnTo>
                <a:lnTo>
                  <a:pt x="330333" y="103492"/>
                </a:lnTo>
                <a:lnTo>
                  <a:pt x="330356" y="103805"/>
                </a:lnTo>
                <a:lnTo>
                  <a:pt x="330388" y="104113"/>
                </a:lnTo>
                <a:lnTo>
                  <a:pt x="330430" y="104416"/>
                </a:lnTo>
                <a:lnTo>
                  <a:pt x="330481" y="104714"/>
                </a:lnTo>
                <a:lnTo>
                  <a:pt x="330541" y="105006"/>
                </a:lnTo>
                <a:lnTo>
                  <a:pt x="330611" y="105294"/>
                </a:lnTo>
                <a:lnTo>
                  <a:pt x="330690" y="105577"/>
                </a:lnTo>
                <a:lnTo>
                  <a:pt x="330778" y="105854"/>
                </a:lnTo>
                <a:lnTo>
                  <a:pt x="330876" y="106127"/>
                </a:lnTo>
                <a:lnTo>
                  <a:pt x="330982" y="106395"/>
                </a:lnTo>
                <a:lnTo>
                  <a:pt x="331098" y="106658"/>
                </a:lnTo>
                <a:lnTo>
                  <a:pt x="331224" y="106915"/>
                </a:lnTo>
                <a:lnTo>
                  <a:pt x="331358" y="107168"/>
                </a:lnTo>
                <a:lnTo>
                  <a:pt x="331502" y="107416"/>
                </a:lnTo>
                <a:lnTo>
                  <a:pt x="331655" y="107658"/>
                </a:lnTo>
                <a:lnTo>
                  <a:pt x="331818" y="107896"/>
                </a:lnTo>
                <a:lnTo>
                  <a:pt x="331989" y="108128"/>
                </a:lnTo>
                <a:lnTo>
                  <a:pt x="332170" y="108356"/>
                </a:lnTo>
                <a:lnTo>
                  <a:pt x="332361" y="108579"/>
                </a:lnTo>
                <a:lnTo>
                  <a:pt x="332560" y="108796"/>
                </a:lnTo>
                <a:lnTo>
                  <a:pt x="332769" y="109009"/>
                </a:lnTo>
                <a:lnTo>
                  <a:pt x="332987" y="109217"/>
                </a:lnTo>
                <a:lnTo>
                  <a:pt x="333216" y="109417"/>
                </a:lnTo>
                <a:lnTo>
                  <a:pt x="333458" y="109610"/>
                </a:lnTo>
                <a:lnTo>
                  <a:pt x="333712" y="109793"/>
                </a:lnTo>
                <a:lnTo>
                  <a:pt x="333978" y="109968"/>
                </a:lnTo>
                <a:lnTo>
                  <a:pt x="334257" y="110135"/>
                </a:lnTo>
                <a:lnTo>
                  <a:pt x="334549" y="110293"/>
                </a:lnTo>
                <a:lnTo>
                  <a:pt x="334853" y="110443"/>
                </a:lnTo>
                <a:lnTo>
                  <a:pt x="335170" y="110584"/>
                </a:lnTo>
                <a:lnTo>
                  <a:pt x="335499" y="110716"/>
                </a:lnTo>
                <a:lnTo>
                  <a:pt x="335841" y="110840"/>
                </a:lnTo>
                <a:lnTo>
                  <a:pt x="336195" y="110955"/>
                </a:lnTo>
                <a:lnTo>
                  <a:pt x="336562" y="111062"/>
                </a:lnTo>
                <a:lnTo>
                  <a:pt x="336941" y="111161"/>
                </a:lnTo>
                <a:lnTo>
                  <a:pt x="337333" y="111250"/>
                </a:lnTo>
                <a:lnTo>
                  <a:pt x="337737" y="111331"/>
                </a:lnTo>
                <a:lnTo>
                  <a:pt x="338154" y="111404"/>
                </a:lnTo>
                <a:lnTo>
                  <a:pt x="338584" y="111468"/>
                </a:lnTo>
                <a:lnTo>
                  <a:pt x="339026" y="111524"/>
                </a:lnTo>
                <a:lnTo>
                  <a:pt x="339480" y="111571"/>
                </a:lnTo>
                <a:lnTo>
                  <a:pt x="339947" y="111609"/>
                </a:lnTo>
                <a:lnTo>
                  <a:pt x="340426" y="111639"/>
                </a:lnTo>
                <a:lnTo>
                  <a:pt x="340918" y="111660"/>
                </a:lnTo>
                <a:lnTo>
                  <a:pt x="341423" y="111673"/>
                </a:lnTo>
                <a:lnTo>
                  <a:pt x="341940" y="111677"/>
                </a:lnTo>
                <a:lnTo>
                  <a:pt x="394469" y="111677"/>
                </a:lnTo>
                <a:lnTo>
                  <a:pt x="394986" y="111673"/>
                </a:lnTo>
                <a:lnTo>
                  <a:pt x="395491" y="111661"/>
                </a:lnTo>
                <a:lnTo>
                  <a:pt x="395983" y="111640"/>
                </a:lnTo>
                <a:lnTo>
                  <a:pt x="396462" y="111610"/>
                </a:lnTo>
                <a:lnTo>
                  <a:pt x="396929" y="111573"/>
                </a:lnTo>
                <a:lnTo>
                  <a:pt x="397384" y="111526"/>
                </a:lnTo>
                <a:lnTo>
                  <a:pt x="397825" y="111472"/>
                </a:lnTo>
                <a:lnTo>
                  <a:pt x="398255" y="111409"/>
                </a:lnTo>
                <a:lnTo>
                  <a:pt x="398672" y="111337"/>
                </a:lnTo>
                <a:lnTo>
                  <a:pt x="399076" y="111258"/>
                </a:lnTo>
                <a:lnTo>
                  <a:pt x="399468" y="111169"/>
                </a:lnTo>
                <a:lnTo>
                  <a:pt x="399847" y="111073"/>
                </a:lnTo>
                <a:lnTo>
                  <a:pt x="400214" y="110968"/>
                </a:lnTo>
                <a:lnTo>
                  <a:pt x="400568" y="110855"/>
                </a:lnTo>
                <a:lnTo>
                  <a:pt x="400910" y="110733"/>
                </a:lnTo>
                <a:lnTo>
                  <a:pt x="401239" y="110603"/>
                </a:lnTo>
                <a:lnTo>
                  <a:pt x="401556" y="110464"/>
                </a:lnTo>
                <a:lnTo>
                  <a:pt x="401860" y="110317"/>
                </a:lnTo>
                <a:lnTo>
                  <a:pt x="402152" y="110162"/>
                </a:lnTo>
                <a:lnTo>
                  <a:pt x="402431" y="109998"/>
                </a:lnTo>
                <a:lnTo>
                  <a:pt x="402697" y="109826"/>
                </a:lnTo>
                <a:lnTo>
                  <a:pt x="402951" y="109645"/>
                </a:lnTo>
                <a:lnTo>
                  <a:pt x="403193" y="109456"/>
                </a:lnTo>
                <a:lnTo>
                  <a:pt x="403422" y="109259"/>
                </a:lnTo>
                <a:lnTo>
                  <a:pt x="403640" y="109055"/>
                </a:lnTo>
                <a:lnTo>
                  <a:pt x="403849" y="108846"/>
                </a:lnTo>
                <a:lnTo>
                  <a:pt x="404049" y="108631"/>
                </a:lnTo>
                <a:lnTo>
                  <a:pt x="404239" y="108412"/>
                </a:lnTo>
                <a:lnTo>
                  <a:pt x="404420" y="108187"/>
                </a:lnTo>
                <a:lnTo>
                  <a:pt x="404591" y="107957"/>
                </a:lnTo>
                <a:lnTo>
                  <a:pt x="404754" y="107722"/>
                </a:lnTo>
                <a:lnTo>
                  <a:pt x="404907" y="107482"/>
                </a:lnTo>
                <a:lnTo>
                  <a:pt x="405051" y="107236"/>
                </a:lnTo>
                <a:lnTo>
                  <a:pt x="405186" y="106986"/>
                </a:lnTo>
                <a:lnTo>
                  <a:pt x="405311" y="106730"/>
                </a:lnTo>
                <a:lnTo>
                  <a:pt x="405427" y="106469"/>
                </a:lnTo>
                <a:lnTo>
                  <a:pt x="405534" y="106203"/>
                </a:lnTo>
                <a:lnTo>
                  <a:pt x="405631" y="105932"/>
                </a:lnTo>
                <a:lnTo>
                  <a:pt x="405719" y="105656"/>
                </a:lnTo>
                <a:lnTo>
                  <a:pt x="405798" y="105374"/>
                </a:lnTo>
                <a:lnTo>
                  <a:pt x="405868" y="105088"/>
                </a:lnTo>
                <a:lnTo>
                  <a:pt x="405928" y="104796"/>
                </a:lnTo>
                <a:lnTo>
                  <a:pt x="405979" y="104499"/>
                </a:lnTo>
                <a:lnTo>
                  <a:pt x="406021" y="104197"/>
                </a:lnTo>
                <a:lnTo>
                  <a:pt x="406053" y="103889"/>
                </a:lnTo>
                <a:lnTo>
                  <a:pt x="406077" y="103577"/>
                </a:lnTo>
                <a:lnTo>
                  <a:pt x="406090" y="103259"/>
                </a:lnTo>
                <a:lnTo>
                  <a:pt x="406095" y="102937"/>
                </a:lnTo>
                <a:lnTo>
                  <a:pt x="406090" y="102614"/>
                </a:lnTo>
                <a:lnTo>
                  <a:pt x="406077" y="102296"/>
                </a:lnTo>
                <a:lnTo>
                  <a:pt x="406053" y="101984"/>
                </a:lnTo>
                <a:lnTo>
                  <a:pt x="406021" y="101677"/>
                </a:lnTo>
                <a:lnTo>
                  <a:pt x="405979" y="101375"/>
                </a:lnTo>
                <a:lnTo>
                  <a:pt x="405928" y="101078"/>
                </a:lnTo>
                <a:lnTo>
                  <a:pt x="405868" y="100786"/>
                </a:lnTo>
                <a:lnTo>
                  <a:pt x="405798" y="100499"/>
                </a:lnTo>
                <a:lnTo>
                  <a:pt x="405719" y="100218"/>
                </a:lnTo>
                <a:lnTo>
                  <a:pt x="405631" y="99942"/>
                </a:lnTo>
                <a:lnTo>
                  <a:pt x="405534" y="99670"/>
                </a:lnTo>
                <a:lnTo>
                  <a:pt x="405427" y="99404"/>
                </a:lnTo>
                <a:lnTo>
                  <a:pt x="405311" y="99144"/>
                </a:lnTo>
                <a:lnTo>
                  <a:pt x="405186" y="98888"/>
                </a:lnTo>
                <a:lnTo>
                  <a:pt x="405051" y="98637"/>
                </a:lnTo>
                <a:lnTo>
                  <a:pt x="404907" y="98392"/>
                </a:lnTo>
                <a:lnTo>
                  <a:pt x="404754" y="98152"/>
                </a:lnTo>
                <a:lnTo>
                  <a:pt x="404591" y="97917"/>
                </a:lnTo>
                <a:lnTo>
                  <a:pt x="404420" y="97687"/>
                </a:lnTo>
                <a:lnTo>
                  <a:pt x="404239" y="97462"/>
                </a:lnTo>
                <a:lnTo>
                  <a:pt x="404049" y="97242"/>
                </a:lnTo>
                <a:lnTo>
                  <a:pt x="403849" y="97028"/>
                </a:lnTo>
                <a:lnTo>
                  <a:pt x="403640" y="96819"/>
                </a:lnTo>
                <a:lnTo>
                  <a:pt x="403422" y="96615"/>
                </a:lnTo>
                <a:lnTo>
                  <a:pt x="403193" y="96417"/>
                </a:lnTo>
                <a:lnTo>
                  <a:pt x="402951" y="96228"/>
                </a:lnTo>
                <a:lnTo>
                  <a:pt x="402697" y="96048"/>
                </a:lnTo>
                <a:lnTo>
                  <a:pt x="402431" y="95876"/>
                </a:lnTo>
                <a:lnTo>
                  <a:pt x="402152" y="95712"/>
                </a:lnTo>
                <a:lnTo>
                  <a:pt x="401860" y="95556"/>
                </a:lnTo>
                <a:lnTo>
                  <a:pt x="401556" y="95410"/>
                </a:lnTo>
                <a:lnTo>
                  <a:pt x="401239" y="95271"/>
                </a:lnTo>
                <a:lnTo>
                  <a:pt x="400910" y="95141"/>
                </a:lnTo>
                <a:lnTo>
                  <a:pt x="400568" y="95019"/>
                </a:lnTo>
                <a:lnTo>
                  <a:pt x="400214" y="94906"/>
                </a:lnTo>
                <a:lnTo>
                  <a:pt x="399847" y="94801"/>
                </a:lnTo>
                <a:lnTo>
                  <a:pt x="399468" y="94704"/>
                </a:lnTo>
                <a:lnTo>
                  <a:pt x="399076" y="94616"/>
                </a:lnTo>
                <a:lnTo>
                  <a:pt x="398672" y="94536"/>
                </a:lnTo>
                <a:lnTo>
                  <a:pt x="398255" y="94465"/>
                </a:lnTo>
                <a:lnTo>
                  <a:pt x="397825" y="94402"/>
                </a:lnTo>
                <a:lnTo>
                  <a:pt x="397384" y="94347"/>
                </a:lnTo>
                <a:lnTo>
                  <a:pt x="396929" y="94301"/>
                </a:lnTo>
                <a:lnTo>
                  <a:pt x="396462" y="94263"/>
                </a:lnTo>
                <a:lnTo>
                  <a:pt x="395983" y="94234"/>
                </a:lnTo>
                <a:lnTo>
                  <a:pt x="395491" y="94213"/>
                </a:lnTo>
                <a:lnTo>
                  <a:pt x="394986" y="94200"/>
                </a:lnTo>
                <a:lnTo>
                  <a:pt x="394469" y="94196"/>
                </a:lnTo>
                <a:lnTo>
                  <a:pt x="376903" y="94196"/>
                </a:lnTo>
                <a:lnTo>
                  <a:pt x="376903" y="26307"/>
                </a:lnTo>
                <a:lnTo>
                  <a:pt x="394469" y="26307"/>
                </a:lnTo>
                <a:lnTo>
                  <a:pt x="394986" y="26303"/>
                </a:lnTo>
                <a:lnTo>
                  <a:pt x="395491" y="26290"/>
                </a:lnTo>
                <a:lnTo>
                  <a:pt x="395983" y="26269"/>
                </a:lnTo>
                <a:close/>
                <a:moveTo>
                  <a:pt x="500036" y="43663"/>
                </a:moveTo>
                <a:lnTo>
                  <a:pt x="500057" y="44174"/>
                </a:lnTo>
                <a:lnTo>
                  <a:pt x="500087" y="44671"/>
                </a:lnTo>
                <a:lnTo>
                  <a:pt x="500124" y="45155"/>
                </a:lnTo>
                <a:lnTo>
                  <a:pt x="500171" y="45626"/>
                </a:lnTo>
                <a:lnTo>
                  <a:pt x="500225" y="46084"/>
                </a:lnTo>
                <a:lnTo>
                  <a:pt x="500288" y="46528"/>
                </a:lnTo>
                <a:lnTo>
                  <a:pt x="500359" y="46958"/>
                </a:lnTo>
                <a:lnTo>
                  <a:pt x="500439" y="47375"/>
                </a:lnTo>
                <a:lnTo>
                  <a:pt x="500527" y="47779"/>
                </a:lnTo>
                <a:lnTo>
                  <a:pt x="500624" y="48169"/>
                </a:lnTo>
                <a:lnTo>
                  <a:pt x="500729" y="48546"/>
                </a:lnTo>
                <a:lnTo>
                  <a:pt x="500842" y="48910"/>
                </a:lnTo>
                <a:lnTo>
                  <a:pt x="500964" y="49260"/>
                </a:lnTo>
                <a:lnTo>
                  <a:pt x="501094" y="49597"/>
                </a:lnTo>
                <a:lnTo>
                  <a:pt x="501233" y="49920"/>
                </a:lnTo>
                <a:lnTo>
                  <a:pt x="501380" y="50230"/>
                </a:lnTo>
                <a:lnTo>
                  <a:pt x="501535" y="50526"/>
                </a:lnTo>
                <a:lnTo>
                  <a:pt x="501699" y="50810"/>
                </a:lnTo>
                <a:lnTo>
                  <a:pt x="501871" y="51079"/>
                </a:lnTo>
                <a:lnTo>
                  <a:pt x="502052" y="51335"/>
                </a:lnTo>
                <a:lnTo>
                  <a:pt x="502241" y="51578"/>
                </a:lnTo>
                <a:lnTo>
                  <a:pt x="502438" y="51808"/>
                </a:lnTo>
                <a:lnTo>
                  <a:pt x="502642" y="52026"/>
                </a:lnTo>
                <a:lnTo>
                  <a:pt x="502851" y="52235"/>
                </a:lnTo>
                <a:lnTo>
                  <a:pt x="503064" y="52434"/>
                </a:lnTo>
                <a:lnTo>
                  <a:pt x="503283" y="52625"/>
                </a:lnTo>
                <a:lnTo>
                  <a:pt x="503506" y="52806"/>
                </a:lnTo>
                <a:lnTo>
                  <a:pt x="503735" y="52977"/>
                </a:lnTo>
                <a:lnTo>
                  <a:pt x="503968" y="53140"/>
                </a:lnTo>
                <a:lnTo>
                  <a:pt x="504206" y="53293"/>
                </a:lnTo>
                <a:lnTo>
                  <a:pt x="504449" y="53437"/>
                </a:lnTo>
                <a:lnTo>
                  <a:pt x="504696" y="53571"/>
                </a:lnTo>
                <a:lnTo>
                  <a:pt x="504949" y="53697"/>
                </a:lnTo>
                <a:lnTo>
                  <a:pt x="505207" y="53813"/>
                </a:lnTo>
                <a:lnTo>
                  <a:pt x="505469" y="53919"/>
                </a:lnTo>
                <a:lnTo>
                  <a:pt x="505736" y="54017"/>
                </a:lnTo>
                <a:lnTo>
                  <a:pt x="506008" y="54105"/>
                </a:lnTo>
                <a:lnTo>
                  <a:pt x="506285" y="54184"/>
                </a:lnTo>
                <a:lnTo>
                  <a:pt x="506567" y="54254"/>
                </a:lnTo>
                <a:lnTo>
                  <a:pt x="506853" y="54314"/>
                </a:lnTo>
                <a:lnTo>
                  <a:pt x="507145" y="54365"/>
                </a:lnTo>
                <a:lnTo>
                  <a:pt x="507441" y="54407"/>
                </a:lnTo>
                <a:lnTo>
                  <a:pt x="507742" y="54439"/>
                </a:lnTo>
                <a:lnTo>
                  <a:pt x="508048" y="54462"/>
                </a:lnTo>
                <a:lnTo>
                  <a:pt x="508359" y="54476"/>
                </a:lnTo>
                <a:lnTo>
                  <a:pt x="508675" y="54481"/>
                </a:lnTo>
                <a:lnTo>
                  <a:pt x="508998" y="54476"/>
                </a:lnTo>
                <a:lnTo>
                  <a:pt x="509316" y="54462"/>
                </a:lnTo>
                <a:lnTo>
                  <a:pt x="509628" y="54439"/>
                </a:lnTo>
                <a:lnTo>
                  <a:pt x="509935" y="54407"/>
                </a:lnTo>
                <a:lnTo>
                  <a:pt x="510237" y="54365"/>
                </a:lnTo>
                <a:lnTo>
                  <a:pt x="510534" y="54314"/>
                </a:lnTo>
                <a:lnTo>
                  <a:pt x="510826" y="54254"/>
                </a:lnTo>
                <a:lnTo>
                  <a:pt x="511113" y="54184"/>
                </a:lnTo>
                <a:lnTo>
                  <a:pt x="511394" y="54105"/>
                </a:lnTo>
                <a:lnTo>
                  <a:pt x="511670" y="54017"/>
                </a:lnTo>
                <a:lnTo>
                  <a:pt x="511942" y="53919"/>
                </a:lnTo>
                <a:lnTo>
                  <a:pt x="512208" y="53813"/>
                </a:lnTo>
                <a:lnTo>
                  <a:pt x="512468" y="53697"/>
                </a:lnTo>
                <a:lnTo>
                  <a:pt x="512724" y="53571"/>
                </a:lnTo>
                <a:lnTo>
                  <a:pt x="512975" y="53437"/>
                </a:lnTo>
                <a:lnTo>
                  <a:pt x="513220" y="53293"/>
                </a:lnTo>
                <a:lnTo>
                  <a:pt x="513460" y="53140"/>
                </a:lnTo>
                <a:lnTo>
                  <a:pt x="513695" y="52977"/>
                </a:lnTo>
                <a:lnTo>
                  <a:pt x="513925" y="52806"/>
                </a:lnTo>
                <a:lnTo>
                  <a:pt x="514150" y="52625"/>
                </a:lnTo>
                <a:lnTo>
                  <a:pt x="514370" y="52434"/>
                </a:lnTo>
                <a:lnTo>
                  <a:pt x="514584" y="52235"/>
                </a:lnTo>
                <a:lnTo>
                  <a:pt x="514793" y="52026"/>
                </a:lnTo>
                <a:lnTo>
                  <a:pt x="514997" y="51808"/>
                </a:lnTo>
                <a:lnTo>
                  <a:pt x="515195" y="51578"/>
                </a:lnTo>
                <a:lnTo>
                  <a:pt x="515384" y="51335"/>
                </a:lnTo>
                <a:lnTo>
                  <a:pt x="515564" y="51079"/>
                </a:lnTo>
                <a:lnTo>
                  <a:pt x="515736" y="50810"/>
                </a:lnTo>
                <a:lnTo>
                  <a:pt x="515900" y="50526"/>
                </a:lnTo>
                <a:lnTo>
                  <a:pt x="516055" y="50230"/>
                </a:lnTo>
                <a:lnTo>
                  <a:pt x="516202" y="49920"/>
                </a:lnTo>
                <a:lnTo>
                  <a:pt x="516341" y="49597"/>
                </a:lnTo>
                <a:lnTo>
                  <a:pt x="516471" y="49260"/>
                </a:lnTo>
                <a:lnTo>
                  <a:pt x="516593" y="48910"/>
                </a:lnTo>
                <a:lnTo>
                  <a:pt x="516706" y="48546"/>
                </a:lnTo>
                <a:lnTo>
                  <a:pt x="516811" y="48169"/>
                </a:lnTo>
                <a:lnTo>
                  <a:pt x="516908" y="47779"/>
                </a:lnTo>
                <a:lnTo>
                  <a:pt x="516996" y="47375"/>
                </a:lnTo>
                <a:lnTo>
                  <a:pt x="517076" y="46958"/>
                </a:lnTo>
                <a:lnTo>
                  <a:pt x="517147" y="46528"/>
                </a:lnTo>
                <a:lnTo>
                  <a:pt x="517210" y="46084"/>
                </a:lnTo>
                <a:lnTo>
                  <a:pt x="517265" y="45626"/>
                </a:lnTo>
                <a:lnTo>
                  <a:pt x="517311" y="45155"/>
                </a:lnTo>
                <a:lnTo>
                  <a:pt x="517349" y="44671"/>
                </a:lnTo>
                <a:lnTo>
                  <a:pt x="517378" y="44174"/>
                </a:lnTo>
                <a:lnTo>
                  <a:pt x="517399" y="43663"/>
                </a:lnTo>
                <a:lnTo>
                  <a:pt x="517412" y="43138"/>
                </a:lnTo>
                <a:lnTo>
                  <a:pt x="517416" y="42600"/>
                </a:lnTo>
                <a:lnTo>
                  <a:pt x="517416" y="8656"/>
                </a:lnTo>
                <a:lnTo>
                  <a:pt x="427293" y="8656"/>
                </a:lnTo>
                <a:lnTo>
                  <a:pt x="427293" y="42600"/>
                </a:lnTo>
                <a:lnTo>
                  <a:pt x="427297" y="43138"/>
                </a:lnTo>
                <a:lnTo>
                  <a:pt x="427310" y="43663"/>
                </a:lnTo>
                <a:lnTo>
                  <a:pt x="427331" y="44174"/>
                </a:lnTo>
                <a:lnTo>
                  <a:pt x="427360" y="44671"/>
                </a:lnTo>
                <a:lnTo>
                  <a:pt x="427398" y="45155"/>
                </a:lnTo>
                <a:lnTo>
                  <a:pt x="427444" y="45626"/>
                </a:lnTo>
                <a:lnTo>
                  <a:pt x="427499" y="46084"/>
                </a:lnTo>
                <a:lnTo>
                  <a:pt x="427562" y="46528"/>
                </a:lnTo>
                <a:lnTo>
                  <a:pt x="427633" y="46958"/>
                </a:lnTo>
                <a:lnTo>
                  <a:pt x="427713" y="47375"/>
                </a:lnTo>
                <a:lnTo>
                  <a:pt x="427801" y="47779"/>
                </a:lnTo>
                <a:lnTo>
                  <a:pt x="427898" y="48169"/>
                </a:lnTo>
                <a:lnTo>
                  <a:pt x="428003" y="48546"/>
                </a:lnTo>
                <a:lnTo>
                  <a:pt x="428116" y="48910"/>
                </a:lnTo>
                <a:lnTo>
                  <a:pt x="428238" y="49260"/>
                </a:lnTo>
                <a:lnTo>
                  <a:pt x="428368" y="49597"/>
                </a:lnTo>
                <a:lnTo>
                  <a:pt x="428507" y="49920"/>
                </a:lnTo>
                <a:lnTo>
                  <a:pt x="428654" y="50230"/>
                </a:lnTo>
                <a:lnTo>
                  <a:pt x="428809" y="50526"/>
                </a:lnTo>
                <a:lnTo>
                  <a:pt x="428973" y="50810"/>
                </a:lnTo>
                <a:lnTo>
                  <a:pt x="429145" y="51079"/>
                </a:lnTo>
                <a:lnTo>
                  <a:pt x="429325" y="51335"/>
                </a:lnTo>
                <a:lnTo>
                  <a:pt x="429514" y="51578"/>
                </a:lnTo>
                <a:lnTo>
                  <a:pt x="429712" y="51808"/>
                </a:lnTo>
                <a:lnTo>
                  <a:pt x="429916" y="52026"/>
                </a:lnTo>
                <a:lnTo>
                  <a:pt x="430125" y="52235"/>
                </a:lnTo>
                <a:lnTo>
                  <a:pt x="430338" y="52434"/>
                </a:lnTo>
                <a:lnTo>
                  <a:pt x="430557" y="52625"/>
                </a:lnTo>
                <a:lnTo>
                  <a:pt x="430780" y="52806"/>
                </a:lnTo>
                <a:lnTo>
                  <a:pt x="431009" y="52977"/>
                </a:lnTo>
                <a:lnTo>
                  <a:pt x="431242" y="53140"/>
                </a:lnTo>
                <a:lnTo>
                  <a:pt x="431480" y="53293"/>
                </a:lnTo>
                <a:lnTo>
                  <a:pt x="431723" y="53437"/>
                </a:lnTo>
                <a:lnTo>
                  <a:pt x="431970" y="53571"/>
                </a:lnTo>
                <a:lnTo>
                  <a:pt x="432223" y="53697"/>
                </a:lnTo>
                <a:lnTo>
                  <a:pt x="432480" y="53813"/>
                </a:lnTo>
                <a:lnTo>
                  <a:pt x="432743" y="53919"/>
                </a:lnTo>
                <a:lnTo>
                  <a:pt x="433010" y="54017"/>
                </a:lnTo>
                <a:lnTo>
                  <a:pt x="433282" y="54105"/>
                </a:lnTo>
                <a:lnTo>
                  <a:pt x="433559" y="54184"/>
                </a:lnTo>
                <a:lnTo>
                  <a:pt x="433841" y="54254"/>
                </a:lnTo>
                <a:lnTo>
                  <a:pt x="434127" y="54314"/>
                </a:lnTo>
                <a:lnTo>
                  <a:pt x="434419" y="54365"/>
                </a:lnTo>
                <a:lnTo>
                  <a:pt x="434715" y="54407"/>
                </a:lnTo>
                <a:lnTo>
                  <a:pt x="435016" y="54439"/>
                </a:lnTo>
                <a:lnTo>
                  <a:pt x="435322" y="54462"/>
                </a:lnTo>
                <a:lnTo>
                  <a:pt x="435633" y="54476"/>
                </a:lnTo>
                <a:lnTo>
                  <a:pt x="435949" y="54481"/>
                </a:lnTo>
                <a:lnTo>
                  <a:pt x="436272" y="54476"/>
                </a:lnTo>
                <a:lnTo>
                  <a:pt x="436589" y="54462"/>
                </a:lnTo>
                <a:lnTo>
                  <a:pt x="436902" y="54439"/>
                </a:lnTo>
                <a:lnTo>
                  <a:pt x="437209" y="54407"/>
                </a:lnTo>
                <a:lnTo>
                  <a:pt x="437511" y="54365"/>
                </a:lnTo>
                <a:lnTo>
                  <a:pt x="437808" y="54314"/>
                </a:lnTo>
                <a:lnTo>
                  <a:pt x="438100" y="54254"/>
                </a:lnTo>
                <a:lnTo>
                  <a:pt x="438386" y="54184"/>
                </a:lnTo>
                <a:lnTo>
                  <a:pt x="438668" y="54105"/>
                </a:lnTo>
                <a:lnTo>
                  <a:pt x="438944" y="54017"/>
                </a:lnTo>
                <a:lnTo>
                  <a:pt x="439215" y="53919"/>
                </a:lnTo>
                <a:lnTo>
                  <a:pt x="439481" y="53813"/>
                </a:lnTo>
                <a:lnTo>
                  <a:pt x="439742" y="53697"/>
                </a:lnTo>
                <a:lnTo>
                  <a:pt x="439998" y="53571"/>
                </a:lnTo>
                <a:lnTo>
                  <a:pt x="440248" y="53437"/>
                </a:lnTo>
                <a:lnTo>
                  <a:pt x="440494" y="53293"/>
                </a:lnTo>
                <a:lnTo>
                  <a:pt x="440734" y="53140"/>
                </a:lnTo>
                <a:lnTo>
                  <a:pt x="440969" y="52977"/>
                </a:lnTo>
                <a:lnTo>
                  <a:pt x="441199" y="52806"/>
                </a:lnTo>
                <a:lnTo>
                  <a:pt x="441424" y="52625"/>
                </a:lnTo>
                <a:lnTo>
                  <a:pt x="441643" y="52434"/>
                </a:lnTo>
                <a:lnTo>
                  <a:pt x="441858" y="52235"/>
                </a:lnTo>
                <a:lnTo>
                  <a:pt x="442067" y="52026"/>
                </a:lnTo>
                <a:lnTo>
                  <a:pt x="442271" y="51808"/>
                </a:lnTo>
                <a:lnTo>
                  <a:pt x="442469" y="51578"/>
                </a:lnTo>
                <a:lnTo>
                  <a:pt x="442658" y="51335"/>
                </a:lnTo>
                <a:lnTo>
                  <a:pt x="442838" y="51079"/>
                </a:lnTo>
                <a:lnTo>
                  <a:pt x="443010" y="50810"/>
                </a:lnTo>
                <a:lnTo>
                  <a:pt x="443174" y="50526"/>
                </a:lnTo>
                <a:lnTo>
                  <a:pt x="443329" y="50230"/>
                </a:lnTo>
                <a:lnTo>
                  <a:pt x="443476" y="49920"/>
                </a:lnTo>
                <a:lnTo>
                  <a:pt x="443615" y="49597"/>
                </a:lnTo>
                <a:lnTo>
                  <a:pt x="443745" y="49260"/>
                </a:lnTo>
                <a:lnTo>
                  <a:pt x="443867" y="48910"/>
                </a:lnTo>
                <a:lnTo>
                  <a:pt x="443980" y="48546"/>
                </a:lnTo>
                <a:lnTo>
                  <a:pt x="444085" y="48169"/>
                </a:lnTo>
                <a:lnTo>
                  <a:pt x="444182" y="47779"/>
                </a:lnTo>
                <a:lnTo>
                  <a:pt x="444270" y="47375"/>
                </a:lnTo>
                <a:lnTo>
                  <a:pt x="444350" y="46958"/>
                </a:lnTo>
                <a:lnTo>
                  <a:pt x="444421" y="46528"/>
                </a:lnTo>
                <a:lnTo>
                  <a:pt x="444484" y="46084"/>
                </a:lnTo>
                <a:lnTo>
                  <a:pt x="444539" y="45626"/>
                </a:lnTo>
                <a:lnTo>
                  <a:pt x="444585" y="45155"/>
                </a:lnTo>
                <a:lnTo>
                  <a:pt x="444623" y="44671"/>
                </a:lnTo>
                <a:lnTo>
                  <a:pt x="444652" y="44174"/>
                </a:lnTo>
                <a:lnTo>
                  <a:pt x="444673" y="43663"/>
                </a:lnTo>
                <a:lnTo>
                  <a:pt x="444686" y="43138"/>
                </a:lnTo>
                <a:lnTo>
                  <a:pt x="444690" y="42600"/>
                </a:lnTo>
                <a:lnTo>
                  <a:pt x="444690" y="26137"/>
                </a:lnTo>
                <a:lnTo>
                  <a:pt x="463529" y="26137"/>
                </a:lnTo>
                <a:lnTo>
                  <a:pt x="463529" y="94196"/>
                </a:lnTo>
                <a:lnTo>
                  <a:pt x="451903" y="94196"/>
                </a:lnTo>
                <a:lnTo>
                  <a:pt x="451386" y="94200"/>
                </a:lnTo>
                <a:lnTo>
                  <a:pt x="450881" y="94213"/>
                </a:lnTo>
                <a:lnTo>
                  <a:pt x="450389" y="94233"/>
                </a:lnTo>
                <a:lnTo>
                  <a:pt x="449910" y="94262"/>
                </a:lnTo>
                <a:lnTo>
                  <a:pt x="449443" y="94299"/>
                </a:lnTo>
                <a:lnTo>
                  <a:pt x="448989" y="94345"/>
                </a:lnTo>
                <a:lnTo>
                  <a:pt x="448547" y="94398"/>
                </a:lnTo>
                <a:lnTo>
                  <a:pt x="448117" y="94460"/>
                </a:lnTo>
                <a:lnTo>
                  <a:pt x="447700" y="94530"/>
                </a:lnTo>
                <a:lnTo>
                  <a:pt x="447296" y="94609"/>
                </a:lnTo>
                <a:lnTo>
                  <a:pt x="446904" y="94695"/>
                </a:lnTo>
                <a:lnTo>
                  <a:pt x="446525" y="94790"/>
                </a:lnTo>
                <a:lnTo>
                  <a:pt x="446158" y="94893"/>
                </a:lnTo>
                <a:lnTo>
                  <a:pt x="445804" y="95005"/>
                </a:lnTo>
                <a:lnTo>
                  <a:pt x="445462" y="95124"/>
                </a:lnTo>
                <a:lnTo>
                  <a:pt x="445133" y="95252"/>
                </a:lnTo>
                <a:lnTo>
                  <a:pt x="444816" y="95388"/>
                </a:lnTo>
                <a:lnTo>
                  <a:pt x="444512" y="95533"/>
                </a:lnTo>
                <a:lnTo>
                  <a:pt x="444220" y="95685"/>
                </a:lnTo>
                <a:lnTo>
                  <a:pt x="443941" y="95846"/>
                </a:lnTo>
                <a:lnTo>
                  <a:pt x="443675" y="96015"/>
                </a:lnTo>
                <a:lnTo>
                  <a:pt x="443421" y="96193"/>
                </a:lnTo>
                <a:lnTo>
                  <a:pt x="443179" y="96378"/>
                </a:lnTo>
                <a:lnTo>
                  <a:pt x="442950" y="96572"/>
                </a:lnTo>
                <a:lnTo>
                  <a:pt x="442732" y="96773"/>
                </a:lnTo>
                <a:lnTo>
                  <a:pt x="442523" y="96979"/>
                </a:lnTo>
                <a:lnTo>
                  <a:pt x="442324" y="97190"/>
                </a:lnTo>
                <a:lnTo>
                  <a:pt x="442133" y="97407"/>
                </a:lnTo>
                <a:lnTo>
                  <a:pt x="441952" y="97629"/>
                </a:lnTo>
                <a:lnTo>
                  <a:pt x="441781" y="97856"/>
                </a:lnTo>
                <a:lnTo>
                  <a:pt x="441618" y="98088"/>
                </a:lnTo>
                <a:lnTo>
                  <a:pt x="441465" y="98326"/>
                </a:lnTo>
                <a:lnTo>
                  <a:pt x="441321" y="98569"/>
                </a:lnTo>
                <a:lnTo>
                  <a:pt x="441187" y="98817"/>
                </a:lnTo>
                <a:lnTo>
                  <a:pt x="441061" y="99071"/>
                </a:lnTo>
                <a:lnTo>
                  <a:pt x="440945" y="99330"/>
                </a:lnTo>
                <a:lnTo>
                  <a:pt x="440839" y="99594"/>
                </a:lnTo>
                <a:lnTo>
                  <a:pt x="440741" y="99864"/>
                </a:lnTo>
                <a:lnTo>
                  <a:pt x="440653" y="100139"/>
                </a:lnTo>
                <a:lnTo>
                  <a:pt x="440574" y="100419"/>
                </a:lnTo>
                <a:lnTo>
                  <a:pt x="440504" y="100705"/>
                </a:lnTo>
                <a:lnTo>
                  <a:pt x="440444" y="100996"/>
                </a:lnTo>
                <a:lnTo>
                  <a:pt x="440393" y="101292"/>
                </a:lnTo>
                <a:lnTo>
                  <a:pt x="440351" y="101593"/>
                </a:lnTo>
                <a:lnTo>
                  <a:pt x="440319" y="101900"/>
                </a:lnTo>
                <a:lnTo>
                  <a:pt x="440296" y="102212"/>
                </a:lnTo>
                <a:lnTo>
                  <a:pt x="440282" y="102529"/>
                </a:lnTo>
                <a:lnTo>
                  <a:pt x="440277" y="102852"/>
                </a:lnTo>
                <a:lnTo>
                  <a:pt x="440282" y="103175"/>
                </a:lnTo>
                <a:lnTo>
                  <a:pt x="440296" y="103492"/>
                </a:lnTo>
                <a:lnTo>
                  <a:pt x="440319" y="103805"/>
                </a:lnTo>
                <a:lnTo>
                  <a:pt x="440351" y="104113"/>
                </a:lnTo>
                <a:lnTo>
                  <a:pt x="440393" y="104416"/>
                </a:lnTo>
                <a:lnTo>
                  <a:pt x="440444" y="104714"/>
                </a:lnTo>
                <a:lnTo>
                  <a:pt x="440504" y="105006"/>
                </a:lnTo>
                <a:lnTo>
                  <a:pt x="440574" y="105294"/>
                </a:lnTo>
                <a:lnTo>
                  <a:pt x="440653" y="105577"/>
                </a:lnTo>
                <a:lnTo>
                  <a:pt x="440741" y="105854"/>
                </a:lnTo>
                <a:lnTo>
                  <a:pt x="440839" y="106127"/>
                </a:lnTo>
                <a:lnTo>
                  <a:pt x="440945" y="106395"/>
                </a:lnTo>
                <a:lnTo>
                  <a:pt x="441061" y="106658"/>
                </a:lnTo>
                <a:lnTo>
                  <a:pt x="441187" y="106915"/>
                </a:lnTo>
                <a:lnTo>
                  <a:pt x="441321" y="107168"/>
                </a:lnTo>
                <a:lnTo>
                  <a:pt x="441465" y="107416"/>
                </a:lnTo>
                <a:lnTo>
                  <a:pt x="441618" y="107658"/>
                </a:lnTo>
                <a:lnTo>
                  <a:pt x="441781" y="107896"/>
                </a:lnTo>
                <a:lnTo>
                  <a:pt x="441952" y="108128"/>
                </a:lnTo>
                <a:lnTo>
                  <a:pt x="442133" y="108356"/>
                </a:lnTo>
                <a:lnTo>
                  <a:pt x="442324" y="108579"/>
                </a:lnTo>
                <a:lnTo>
                  <a:pt x="442523" y="108796"/>
                </a:lnTo>
                <a:lnTo>
                  <a:pt x="442732" y="109009"/>
                </a:lnTo>
                <a:lnTo>
                  <a:pt x="442950" y="109217"/>
                </a:lnTo>
                <a:lnTo>
                  <a:pt x="443179" y="109417"/>
                </a:lnTo>
                <a:lnTo>
                  <a:pt x="443421" y="109610"/>
                </a:lnTo>
                <a:lnTo>
                  <a:pt x="443675" y="109793"/>
                </a:lnTo>
                <a:lnTo>
                  <a:pt x="443941" y="109968"/>
                </a:lnTo>
                <a:lnTo>
                  <a:pt x="444220" y="110135"/>
                </a:lnTo>
                <a:lnTo>
                  <a:pt x="444512" y="110293"/>
                </a:lnTo>
                <a:lnTo>
                  <a:pt x="444816" y="110443"/>
                </a:lnTo>
                <a:lnTo>
                  <a:pt x="445133" y="110584"/>
                </a:lnTo>
                <a:lnTo>
                  <a:pt x="445462" y="110716"/>
                </a:lnTo>
                <a:lnTo>
                  <a:pt x="445804" y="110840"/>
                </a:lnTo>
                <a:lnTo>
                  <a:pt x="446158" y="110955"/>
                </a:lnTo>
                <a:lnTo>
                  <a:pt x="446525" y="111062"/>
                </a:lnTo>
                <a:lnTo>
                  <a:pt x="446904" y="111161"/>
                </a:lnTo>
                <a:lnTo>
                  <a:pt x="447296" y="111250"/>
                </a:lnTo>
                <a:lnTo>
                  <a:pt x="447700" y="111331"/>
                </a:lnTo>
                <a:lnTo>
                  <a:pt x="448117" y="111404"/>
                </a:lnTo>
                <a:lnTo>
                  <a:pt x="448547" y="111468"/>
                </a:lnTo>
                <a:lnTo>
                  <a:pt x="448989" y="111524"/>
                </a:lnTo>
                <a:lnTo>
                  <a:pt x="449443" y="111571"/>
                </a:lnTo>
                <a:lnTo>
                  <a:pt x="449910" y="111609"/>
                </a:lnTo>
                <a:lnTo>
                  <a:pt x="450389" y="111639"/>
                </a:lnTo>
                <a:lnTo>
                  <a:pt x="450881" y="111660"/>
                </a:lnTo>
                <a:lnTo>
                  <a:pt x="451386" y="111673"/>
                </a:lnTo>
                <a:lnTo>
                  <a:pt x="451903" y="111677"/>
                </a:lnTo>
                <a:lnTo>
                  <a:pt x="492636" y="111677"/>
                </a:lnTo>
                <a:lnTo>
                  <a:pt x="493153" y="111673"/>
                </a:lnTo>
                <a:lnTo>
                  <a:pt x="493658" y="111661"/>
                </a:lnTo>
                <a:lnTo>
                  <a:pt x="494150" y="111640"/>
                </a:lnTo>
                <a:lnTo>
                  <a:pt x="494629" y="111610"/>
                </a:lnTo>
                <a:lnTo>
                  <a:pt x="495096" y="111573"/>
                </a:lnTo>
                <a:lnTo>
                  <a:pt x="495551" y="111526"/>
                </a:lnTo>
                <a:lnTo>
                  <a:pt x="495993" y="111472"/>
                </a:lnTo>
                <a:lnTo>
                  <a:pt x="496422" y="111409"/>
                </a:lnTo>
                <a:lnTo>
                  <a:pt x="496839" y="111337"/>
                </a:lnTo>
                <a:lnTo>
                  <a:pt x="497243" y="111258"/>
                </a:lnTo>
                <a:lnTo>
                  <a:pt x="497635" y="111169"/>
                </a:lnTo>
                <a:lnTo>
                  <a:pt x="498015" y="111073"/>
                </a:lnTo>
                <a:lnTo>
                  <a:pt x="498381" y="110968"/>
                </a:lnTo>
                <a:lnTo>
                  <a:pt x="498736" y="110855"/>
                </a:lnTo>
                <a:lnTo>
                  <a:pt x="499077" y="110733"/>
                </a:lnTo>
                <a:lnTo>
                  <a:pt x="499406" y="110603"/>
                </a:lnTo>
                <a:lnTo>
                  <a:pt x="499723" y="110464"/>
                </a:lnTo>
                <a:lnTo>
                  <a:pt x="500027" y="110317"/>
                </a:lnTo>
                <a:lnTo>
                  <a:pt x="500319" y="110162"/>
                </a:lnTo>
                <a:lnTo>
                  <a:pt x="500598" y="109998"/>
                </a:lnTo>
                <a:lnTo>
                  <a:pt x="500865" y="109826"/>
                </a:lnTo>
                <a:lnTo>
                  <a:pt x="501119" y="109645"/>
                </a:lnTo>
                <a:lnTo>
                  <a:pt x="501360" y="109456"/>
                </a:lnTo>
                <a:lnTo>
                  <a:pt x="501589" y="109259"/>
                </a:lnTo>
                <a:lnTo>
                  <a:pt x="501807" y="109055"/>
                </a:lnTo>
                <a:lnTo>
                  <a:pt x="502016" y="108846"/>
                </a:lnTo>
                <a:lnTo>
                  <a:pt x="502216" y="108631"/>
                </a:lnTo>
                <a:lnTo>
                  <a:pt x="502406" y="108412"/>
                </a:lnTo>
                <a:lnTo>
                  <a:pt x="502587" y="108187"/>
                </a:lnTo>
                <a:lnTo>
                  <a:pt x="502759" y="107957"/>
                </a:lnTo>
                <a:lnTo>
                  <a:pt x="502921" y="107722"/>
                </a:lnTo>
                <a:lnTo>
                  <a:pt x="503074" y="107482"/>
                </a:lnTo>
                <a:lnTo>
                  <a:pt x="503218" y="107236"/>
                </a:lnTo>
                <a:lnTo>
                  <a:pt x="503353" y="106986"/>
                </a:lnTo>
                <a:lnTo>
                  <a:pt x="503478" y="106730"/>
                </a:lnTo>
                <a:lnTo>
                  <a:pt x="503594" y="106469"/>
                </a:lnTo>
                <a:lnTo>
                  <a:pt x="503701" y="106203"/>
                </a:lnTo>
                <a:lnTo>
                  <a:pt x="503798" y="105932"/>
                </a:lnTo>
                <a:lnTo>
                  <a:pt x="503887" y="105656"/>
                </a:lnTo>
                <a:lnTo>
                  <a:pt x="503965" y="105374"/>
                </a:lnTo>
                <a:lnTo>
                  <a:pt x="504035" y="105088"/>
                </a:lnTo>
                <a:lnTo>
                  <a:pt x="504095" y="104796"/>
                </a:lnTo>
                <a:lnTo>
                  <a:pt x="504146" y="104499"/>
                </a:lnTo>
                <a:lnTo>
                  <a:pt x="504188" y="104197"/>
                </a:lnTo>
                <a:lnTo>
                  <a:pt x="504221" y="103889"/>
                </a:lnTo>
                <a:lnTo>
                  <a:pt x="504244" y="103577"/>
                </a:lnTo>
                <a:lnTo>
                  <a:pt x="504258" y="103259"/>
                </a:lnTo>
                <a:lnTo>
                  <a:pt x="504262" y="102937"/>
                </a:lnTo>
                <a:lnTo>
                  <a:pt x="504258" y="102614"/>
                </a:lnTo>
                <a:lnTo>
                  <a:pt x="504244" y="102296"/>
                </a:lnTo>
                <a:lnTo>
                  <a:pt x="504221" y="101984"/>
                </a:lnTo>
                <a:lnTo>
                  <a:pt x="504188" y="101677"/>
                </a:lnTo>
                <a:lnTo>
                  <a:pt x="504146" y="101375"/>
                </a:lnTo>
                <a:lnTo>
                  <a:pt x="504095" y="101078"/>
                </a:lnTo>
                <a:lnTo>
                  <a:pt x="504035" y="100786"/>
                </a:lnTo>
                <a:lnTo>
                  <a:pt x="503965" y="100499"/>
                </a:lnTo>
                <a:lnTo>
                  <a:pt x="503887" y="100218"/>
                </a:lnTo>
                <a:lnTo>
                  <a:pt x="503798" y="99942"/>
                </a:lnTo>
                <a:lnTo>
                  <a:pt x="503701" y="99670"/>
                </a:lnTo>
                <a:lnTo>
                  <a:pt x="503594" y="99404"/>
                </a:lnTo>
                <a:lnTo>
                  <a:pt x="503478" y="99144"/>
                </a:lnTo>
                <a:lnTo>
                  <a:pt x="503353" y="98888"/>
                </a:lnTo>
                <a:lnTo>
                  <a:pt x="503218" y="98637"/>
                </a:lnTo>
                <a:lnTo>
                  <a:pt x="503074" y="98392"/>
                </a:lnTo>
                <a:lnTo>
                  <a:pt x="502921" y="98152"/>
                </a:lnTo>
                <a:lnTo>
                  <a:pt x="502759" y="97917"/>
                </a:lnTo>
                <a:lnTo>
                  <a:pt x="502587" y="97687"/>
                </a:lnTo>
                <a:lnTo>
                  <a:pt x="502406" y="97462"/>
                </a:lnTo>
                <a:lnTo>
                  <a:pt x="502216" y="97242"/>
                </a:lnTo>
                <a:lnTo>
                  <a:pt x="502016" y="97028"/>
                </a:lnTo>
                <a:lnTo>
                  <a:pt x="501807" y="96819"/>
                </a:lnTo>
                <a:lnTo>
                  <a:pt x="501589" y="96615"/>
                </a:lnTo>
                <a:lnTo>
                  <a:pt x="501360" y="96417"/>
                </a:lnTo>
                <a:lnTo>
                  <a:pt x="501119" y="96228"/>
                </a:lnTo>
                <a:lnTo>
                  <a:pt x="500865" y="96048"/>
                </a:lnTo>
                <a:lnTo>
                  <a:pt x="500598" y="95876"/>
                </a:lnTo>
                <a:lnTo>
                  <a:pt x="500319" y="95712"/>
                </a:lnTo>
                <a:lnTo>
                  <a:pt x="500027" y="95556"/>
                </a:lnTo>
                <a:lnTo>
                  <a:pt x="499723" y="95410"/>
                </a:lnTo>
                <a:lnTo>
                  <a:pt x="499406" y="95271"/>
                </a:lnTo>
                <a:lnTo>
                  <a:pt x="499077" y="95141"/>
                </a:lnTo>
                <a:lnTo>
                  <a:pt x="498736" y="95019"/>
                </a:lnTo>
                <a:lnTo>
                  <a:pt x="498381" y="94906"/>
                </a:lnTo>
                <a:lnTo>
                  <a:pt x="498015" y="94801"/>
                </a:lnTo>
                <a:lnTo>
                  <a:pt x="497635" y="94704"/>
                </a:lnTo>
                <a:lnTo>
                  <a:pt x="497243" y="94616"/>
                </a:lnTo>
                <a:lnTo>
                  <a:pt x="496839" y="94536"/>
                </a:lnTo>
                <a:lnTo>
                  <a:pt x="496422" y="94465"/>
                </a:lnTo>
                <a:lnTo>
                  <a:pt x="495993" y="94402"/>
                </a:lnTo>
                <a:lnTo>
                  <a:pt x="495551" y="94347"/>
                </a:lnTo>
                <a:lnTo>
                  <a:pt x="495096" y="94301"/>
                </a:lnTo>
                <a:lnTo>
                  <a:pt x="494629" y="94263"/>
                </a:lnTo>
                <a:lnTo>
                  <a:pt x="494150" y="94234"/>
                </a:lnTo>
                <a:lnTo>
                  <a:pt x="493658" y="94213"/>
                </a:lnTo>
                <a:lnTo>
                  <a:pt x="493153" y="94200"/>
                </a:lnTo>
                <a:lnTo>
                  <a:pt x="492636" y="94196"/>
                </a:lnTo>
                <a:lnTo>
                  <a:pt x="480926" y="94196"/>
                </a:lnTo>
                <a:lnTo>
                  <a:pt x="480926" y="26137"/>
                </a:lnTo>
                <a:lnTo>
                  <a:pt x="500019" y="26137"/>
                </a:lnTo>
                <a:lnTo>
                  <a:pt x="500019" y="42600"/>
                </a:lnTo>
                <a:lnTo>
                  <a:pt x="500024" y="43138"/>
                </a:lnTo>
                <a:lnTo>
                  <a:pt x="500036" y="43663"/>
                </a:lnTo>
                <a:close/>
                <a:moveTo>
                  <a:pt x="745486" y="1565"/>
                </a:moveTo>
                <a:lnTo>
                  <a:pt x="745006" y="1593"/>
                </a:lnTo>
                <a:lnTo>
                  <a:pt x="744539" y="1631"/>
                </a:lnTo>
                <a:lnTo>
                  <a:pt x="744085" y="1676"/>
                </a:lnTo>
                <a:lnTo>
                  <a:pt x="743643" y="1730"/>
                </a:lnTo>
                <a:lnTo>
                  <a:pt x="743214" y="1792"/>
                </a:lnTo>
                <a:lnTo>
                  <a:pt x="742797" y="1862"/>
                </a:lnTo>
                <a:lnTo>
                  <a:pt x="742393" y="1940"/>
                </a:lnTo>
                <a:lnTo>
                  <a:pt x="742001" y="2027"/>
                </a:lnTo>
                <a:lnTo>
                  <a:pt x="741621" y="2122"/>
                </a:lnTo>
                <a:lnTo>
                  <a:pt x="741255" y="2225"/>
                </a:lnTo>
                <a:lnTo>
                  <a:pt x="740900" y="2336"/>
                </a:lnTo>
                <a:lnTo>
                  <a:pt x="740559" y="2456"/>
                </a:lnTo>
                <a:lnTo>
                  <a:pt x="740229" y="2584"/>
                </a:lnTo>
                <a:lnTo>
                  <a:pt x="739913" y="2720"/>
                </a:lnTo>
                <a:lnTo>
                  <a:pt x="739609" y="2864"/>
                </a:lnTo>
                <a:lnTo>
                  <a:pt x="739317" y="3017"/>
                </a:lnTo>
                <a:lnTo>
                  <a:pt x="739038" y="3178"/>
                </a:lnTo>
                <a:lnTo>
                  <a:pt x="738771" y="3347"/>
                </a:lnTo>
                <a:lnTo>
                  <a:pt x="738517" y="3524"/>
                </a:lnTo>
                <a:lnTo>
                  <a:pt x="738276" y="3710"/>
                </a:lnTo>
                <a:lnTo>
                  <a:pt x="738047" y="3904"/>
                </a:lnTo>
                <a:lnTo>
                  <a:pt x="737829" y="4104"/>
                </a:lnTo>
                <a:lnTo>
                  <a:pt x="737620" y="4310"/>
                </a:lnTo>
                <a:lnTo>
                  <a:pt x="737420" y="4522"/>
                </a:lnTo>
                <a:lnTo>
                  <a:pt x="737230" y="4738"/>
                </a:lnTo>
                <a:lnTo>
                  <a:pt x="737049" y="4960"/>
                </a:lnTo>
                <a:lnTo>
                  <a:pt x="736877" y="5187"/>
                </a:lnTo>
                <a:lnTo>
                  <a:pt x="736715" y="5420"/>
                </a:lnTo>
                <a:lnTo>
                  <a:pt x="736562" y="5657"/>
                </a:lnTo>
                <a:lnTo>
                  <a:pt x="736418" y="5901"/>
                </a:lnTo>
                <a:lnTo>
                  <a:pt x="736283" y="6149"/>
                </a:lnTo>
                <a:lnTo>
                  <a:pt x="736158" y="6403"/>
                </a:lnTo>
                <a:lnTo>
                  <a:pt x="736042" y="6662"/>
                </a:lnTo>
                <a:lnTo>
                  <a:pt x="735935" y="6926"/>
                </a:lnTo>
                <a:lnTo>
                  <a:pt x="735838" y="7196"/>
                </a:lnTo>
                <a:lnTo>
                  <a:pt x="735749" y="7470"/>
                </a:lnTo>
                <a:lnTo>
                  <a:pt x="735671" y="7751"/>
                </a:lnTo>
                <a:lnTo>
                  <a:pt x="735601" y="8036"/>
                </a:lnTo>
                <a:lnTo>
                  <a:pt x="735541" y="8327"/>
                </a:lnTo>
                <a:lnTo>
                  <a:pt x="735490" y="8623"/>
                </a:lnTo>
                <a:lnTo>
                  <a:pt x="735448" y="8925"/>
                </a:lnTo>
                <a:lnTo>
                  <a:pt x="735415" y="9231"/>
                </a:lnTo>
                <a:lnTo>
                  <a:pt x="735392" y="9543"/>
                </a:lnTo>
                <a:lnTo>
                  <a:pt x="735378" y="9861"/>
                </a:lnTo>
                <a:lnTo>
                  <a:pt x="735373" y="10183"/>
                </a:lnTo>
                <a:lnTo>
                  <a:pt x="735378" y="10506"/>
                </a:lnTo>
                <a:lnTo>
                  <a:pt x="735392" y="10824"/>
                </a:lnTo>
                <a:lnTo>
                  <a:pt x="735415" y="11137"/>
                </a:lnTo>
                <a:lnTo>
                  <a:pt x="735448" y="11444"/>
                </a:lnTo>
                <a:lnTo>
                  <a:pt x="735490" y="11747"/>
                </a:lnTo>
                <a:lnTo>
                  <a:pt x="735541" y="12045"/>
                </a:lnTo>
                <a:lnTo>
                  <a:pt x="735601" y="12338"/>
                </a:lnTo>
                <a:lnTo>
                  <a:pt x="735671" y="12625"/>
                </a:lnTo>
                <a:lnTo>
                  <a:pt x="735749" y="12908"/>
                </a:lnTo>
                <a:lnTo>
                  <a:pt x="735838" y="13186"/>
                </a:lnTo>
                <a:lnTo>
                  <a:pt x="735935" y="13459"/>
                </a:lnTo>
                <a:lnTo>
                  <a:pt x="736042" y="13726"/>
                </a:lnTo>
                <a:lnTo>
                  <a:pt x="736158" y="13989"/>
                </a:lnTo>
                <a:lnTo>
                  <a:pt x="736283" y="14247"/>
                </a:lnTo>
                <a:lnTo>
                  <a:pt x="736418" y="14499"/>
                </a:lnTo>
                <a:lnTo>
                  <a:pt x="736562" y="14747"/>
                </a:lnTo>
                <a:lnTo>
                  <a:pt x="736715" y="14990"/>
                </a:lnTo>
                <a:lnTo>
                  <a:pt x="736877" y="15227"/>
                </a:lnTo>
                <a:lnTo>
                  <a:pt x="737049" y="15460"/>
                </a:lnTo>
                <a:lnTo>
                  <a:pt x="737230" y="15688"/>
                </a:lnTo>
                <a:lnTo>
                  <a:pt x="737420" y="15910"/>
                </a:lnTo>
                <a:lnTo>
                  <a:pt x="737620" y="16128"/>
                </a:lnTo>
                <a:lnTo>
                  <a:pt x="737829" y="16340"/>
                </a:lnTo>
                <a:lnTo>
                  <a:pt x="738047" y="16548"/>
                </a:lnTo>
                <a:lnTo>
                  <a:pt x="738276" y="16749"/>
                </a:lnTo>
                <a:lnTo>
                  <a:pt x="738517" y="16941"/>
                </a:lnTo>
                <a:lnTo>
                  <a:pt x="738771" y="17125"/>
                </a:lnTo>
                <a:lnTo>
                  <a:pt x="739038" y="17300"/>
                </a:lnTo>
                <a:lnTo>
                  <a:pt x="739317" y="17467"/>
                </a:lnTo>
                <a:lnTo>
                  <a:pt x="739609" y="17625"/>
                </a:lnTo>
                <a:lnTo>
                  <a:pt x="739913" y="17774"/>
                </a:lnTo>
                <a:lnTo>
                  <a:pt x="740229" y="17915"/>
                </a:lnTo>
                <a:lnTo>
                  <a:pt x="740559" y="18048"/>
                </a:lnTo>
                <a:lnTo>
                  <a:pt x="740900" y="18172"/>
                </a:lnTo>
                <a:lnTo>
                  <a:pt x="741255" y="18287"/>
                </a:lnTo>
                <a:lnTo>
                  <a:pt x="741621" y="18394"/>
                </a:lnTo>
                <a:lnTo>
                  <a:pt x="742001" y="18492"/>
                </a:lnTo>
                <a:lnTo>
                  <a:pt x="742393" y="18582"/>
                </a:lnTo>
                <a:lnTo>
                  <a:pt x="742797" y="18663"/>
                </a:lnTo>
                <a:lnTo>
                  <a:pt x="743214" y="18735"/>
                </a:lnTo>
                <a:lnTo>
                  <a:pt x="743643" y="18800"/>
                </a:lnTo>
                <a:lnTo>
                  <a:pt x="744085" y="18855"/>
                </a:lnTo>
                <a:lnTo>
                  <a:pt x="744539" y="18902"/>
                </a:lnTo>
                <a:lnTo>
                  <a:pt x="745006" y="18941"/>
                </a:lnTo>
                <a:lnTo>
                  <a:pt x="745486" y="18970"/>
                </a:lnTo>
                <a:lnTo>
                  <a:pt x="745978" y="18992"/>
                </a:lnTo>
                <a:lnTo>
                  <a:pt x="746482" y="19005"/>
                </a:lnTo>
                <a:lnTo>
                  <a:pt x="746999" y="19009"/>
                </a:lnTo>
                <a:lnTo>
                  <a:pt x="749970" y="19009"/>
                </a:lnTo>
                <a:lnTo>
                  <a:pt x="749970" y="94196"/>
                </a:lnTo>
                <a:lnTo>
                  <a:pt x="749426" y="94199"/>
                </a:lnTo>
                <a:lnTo>
                  <a:pt x="748898" y="94207"/>
                </a:lnTo>
                <a:lnTo>
                  <a:pt x="748386" y="94221"/>
                </a:lnTo>
                <a:lnTo>
                  <a:pt x="747891" y="94241"/>
                </a:lnTo>
                <a:lnTo>
                  <a:pt x="747411" y="94266"/>
                </a:lnTo>
                <a:lnTo>
                  <a:pt x="746946" y="94297"/>
                </a:lnTo>
                <a:lnTo>
                  <a:pt x="746498" y="94334"/>
                </a:lnTo>
                <a:lnTo>
                  <a:pt x="746066" y="94376"/>
                </a:lnTo>
                <a:lnTo>
                  <a:pt x="745650" y="94424"/>
                </a:lnTo>
                <a:lnTo>
                  <a:pt x="745249" y="94477"/>
                </a:lnTo>
                <a:lnTo>
                  <a:pt x="744865" y="94536"/>
                </a:lnTo>
                <a:lnTo>
                  <a:pt x="744496" y="94600"/>
                </a:lnTo>
                <a:lnTo>
                  <a:pt x="744143" y="94671"/>
                </a:lnTo>
                <a:lnTo>
                  <a:pt x="743807" y="94747"/>
                </a:lnTo>
                <a:lnTo>
                  <a:pt x="743486" y="94828"/>
                </a:lnTo>
                <a:lnTo>
                  <a:pt x="743181" y="94915"/>
                </a:lnTo>
                <a:lnTo>
                  <a:pt x="742892" y="95008"/>
                </a:lnTo>
                <a:lnTo>
                  <a:pt x="742619" y="95106"/>
                </a:lnTo>
                <a:lnTo>
                  <a:pt x="742361" y="95210"/>
                </a:lnTo>
                <a:lnTo>
                  <a:pt x="742120" y="95319"/>
                </a:lnTo>
                <a:lnTo>
                  <a:pt x="741895" y="95435"/>
                </a:lnTo>
                <a:lnTo>
                  <a:pt x="741685" y="95555"/>
                </a:lnTo>
                <a:lnTo>
                  <a:pt x="741491" y="95682"/>
                </a:lnTo>
                <a:lnTo>
                  <a:pt x="741314" y="95814"/>
                </a:lnTo>
                <a:lnTo>
                  <a:pt x="740974" y="96076"/>
                </a:lnTo>
                <a:lnTo>
                  <a:pt x="740650" y="96341"/>
                </a:lnTo>
                <a:lnTo>
                  <a:pt x="740339" y="96609"/>
                </a:lnTo>
                <a:lnTo>
                  <a:pt x="740043" y="96880"/>
                </a:lnTo>
                <a:lnTo>
                  <a:pt x="739762" y="97153"/>
                </a:lnTo>
                <a:lnTo>
                  <a:pt x="739495" y="97429"/>
                </a:lnTo>
                <a:lnTo>
                  <a:pt x="739242" y="97708"/>
                </a:lnTo>
                <a:lnTo>
                  <a:pt x="739004" y="97989"/>
                </a:lnTo>
                <a:lnTo>
                  <a:pt x="738780" y="98273"/>
                </a:lnTo>
                <a:lnTo>
                  <a:pt x="738571" y="98559"/>
                </a:lnTo>
                <a:lnTo>
                  <a:pt x="738376" y="98849"/>
                </a:lnTo>
                <a:lnTo>
                  <a:pt x="738195" y="99141"/>
                </a:lnTo>
                <a:lnTo>
                  <a:pt x="738029" y="99435"/>
                </a:lnTo>
                <a:lnTo>
                  <a:pt x="737877" y="99732"/>
                </a:lnTo>
                <a:lnTo>
                  <a:pt x="737740" y="100032"/>
                </a:lnTo>
                <a:lnTo>
                  <a:pt x="737618" y="100335"/>
                </a:lnTo>
                <a:lnTo>
                  <a:pt x="737509" y="100640"/>
                </a:lnTo>
                <a:lnTo>
                  <a:pt x="737415" y="100948"/>
                </a:lnTo>
                <a:lnTo>
                  <a:pt x="737336" y="101259"/>
                </a:lnTo>
                <a:lnTo>
                  <a:pt x="737271" y="101572"/>
                </a:lnTo>
                <a:lnTo>
                  <a:pt x="737221" y="101888"/>
                </a:lnTo>
                <a:lnTo>
                  <a:pt x="737184" y="102207"/>
                </a:lnTo>
                <a:lnTo>
                  <a:pt x="737163" y="102528"/>
                </a:lnTo>
                <a:lnTo>
                  <a:pt x="737156" y="102852"/>
                </a:lnTo>
                <a:lnTo>
                  <a:pt x="737160" y="103175"/>
                </a:lnTo>
                <a:lnTo>
                  <a:pt x="737174" y="103492"/>
                </a:lnTo>
                <a:lnTo>
                  <a:pt x="737197" y="103805"/>
                </a:lnTo>
                <a:lnTo>
                  <a:pt x="737230" y="104113"/>
                </a:lnTo>
                <a:lnTo>
                  <a:pt x="737272" y="104416"/>
                </a:lnTo>
                <a:lnTo>
                  <a:pt x="737323" y="104714"/>
                </a:lnTo>
                <a:lnTo>
                  <a:pt x="737383" y="105006"/>
                </a:lnTo>
                <a:lnTo>
                  <a:pt x="737453" y="105294"/>
                </a:lnTo>
                <a:lnTo>
                  <a:pt x="737531" y="105577"/>
                </a:lnTo>
                <a:lnTo>
                  <a:pt x="737620" y="105854"/>
                </a:lnTo>
                <a:lnTo>
                  <a:pt x="737717" y="106127"/>
                </a:lnTo>
                <a:lnTo>
                  <a:pt x="737824" y="106395"/>
                </a:lnTo>
                <a:lnTo>
                  <a:pt x="737940" y="106658"/>
                </a:lnTo>
                <a:lnTo>
                  <a:pt x="738065" y="106915"/>
                </a:lnTo>
                <a:lnTo>
                  <a:pt x="738200" y="107168"/>
                </a:lnTo>
                <a:lnTo>
                  <a:pt x="738344" y="107416"/>
                </a:lnTo>
                <a:lnTo>
                  <a:pt x="738497" y="107658"/>
                </a:lnTo>
                <a:lnTo>
                  <a:pt x="738659" y="107896"/>
                </a:lnTo>
                <a:lnTo>
                  <a:pt x="738831" y="108128"/>
                </a:lnTo>
                <a:lnTo>
                  <a:pt x="739012" y="108356"/>
                </a:lnTo>
                <a:lnTo>
                  <a:pt x="739202" y="108579"/>
                </a:lnTo>
                <a:lnTo>
                  <a:pt x="739402" y="108796"/>
                </a:lnTo>
                <a:lnTo>
                  <a:pt x="739611" y="109009"/>
                </a:lnTo>
                <a:lnTo>
                  <a:pt x="739829" y="109217"/>
                </a:lnTo>
                <a:lnTo>
                  <a:pt x="740058" y="109417"/>
                </a:lnTo>
                <a:lnTo>
                  <a:pt x="740299" y="109610"/>
                </a:lnTo>
                <a:lnTo>
                  <a:pt x="740553" y="109793"/>
                </a:lnTo>
                <a:lnTo>
                  <a:pt x="740820" y="109968"/>
                </a:lnTo>
                <a:lnTo>
                  <a:pt x="741099" y="110135"/>
                </a:lnTo>
                <a:lnTo>
                  <a:pt x="741391" y="110293"/>
                </a:lnTo>
                <a:lnTo>
                  <a:pt x="741695" y="110443"/>
                </a:lnTo>
                <a:lnTo>
                  <a:pt x="742012" y="110584"/>
                </a:lnTo>
                <a:lnTo>
                  <a:pt x="742341" y="110716"/>
                </a:lnTo>
                <a:lnTo>
                  <a:pt x="742682" y="110840"/>
                </a:lnTo>
                <a:lnTo>
                  <a:pt x="743037" y="110955"/>
                </a:lnTo>
                <a:lnTo>
                  <a:pt x="743404" y="111062"/>
                </a:lnTo>
                <a:lnTo>
                  <a:pt x="743783" y="111161"/>
                </a:lnTo>
                <a:lnTo>
                  <a:pt x="744175" y="111250"/>
                </a:lnTo>
                <a:lnTo>
                  <a:pt x="744579" y="111331"/>
                </a:lnTo>
                <a:lnTo>
                  <a:pt x="744996" y="111404"/>
                </a:lnTo>
                <a:lnTo>
                  <a:pt x="745425" y="111468"/>
                </a:lnTo>
                <a:lnTo>
                  <a:pt x="745867" y="111524"/>
                </a:lnTo>
                <a:lnTo>
                  <a:pt x="746322" y="111571"/>
                </a:lnTo>
                <a:lnTo>
                  <a:pt x="746789" y="111609"/>
                </a:lnTo>
                <a:lnTo>
                  <a:pt x="747268" y="111639"/>
                </a:lnTo>
                <a:lnTo>
                  <a:pt x="747760" y="111660"/>
                </a:lnTo>
                <a:lnTo>
                  <a:pt x="748265" y="111673"/>
                </a:lnTo>
                <a:lnTo>
                  <a:pt x="748782" y="111677"/>
                </a:lnTo>
                <a:lnTo>
                  <a:pt x="768554" y="111677"/>
                </a:lnTo>
                <a:lnTo>
                  <a:pt x="769071" y="111673"/>
                </a:lnTo>
                <a:lnTo>
                  <a:pt x="769576" y="111661"/>
                </a:lnTo>
                <a:lnTo>
                  <a:pt x="770068" y="111640"/>
                </a:lnTo>
                <a:lnTo>
                  <a:pt x="770547" y="111610"/>
                </a:lnTo>
                <a:lnTo>
                  <a:pt x="771014" y="111573"/>
                </a:lnTo>
                <a:lnTo>
                  <a:pt x="771469" y="111526"/>
                </a:lnTo>
                <a:lnTo>
                  <a:pt x="771911" y="111472"/>
                </a:lnTo>
                <a:lnTo>
                  <a:pt x="772340" y="111409"/>
                </a:lnTo>
                <a:lnTo>
                  <a:pt x="772757" y="111337"/>
                </a:lnTo>
                <a:lnTo>
                  <a:pt x="773161" y="111258"/>
                </a:lnTo>
                <a:lnTo>
                  <a:pt x="773553" y="111169"/>
                </a:lnTo>
                <a:lnTo>
                  <a:pt x="773932" y="111073"/>
                </a:lnTo>
                <a:lnTo>
                  <a:pt x="774299" y="110968"/>
                </a:lnTo>
                <a:lnTo>
                  <a:pt x="774653" y="110855"/>
                </a:lnTo>
                <a:lnTo>
                  <a:pt x="774995" y="110733"/>
                </a:lnTo>
                <a:lnTo>
                  <a:pt x="775324" y="110603"/>
                </a:lnTo>
                <a:lnTo>
                  <a:pt x="775641" y="110464"/>
                </a:lnTo>
                <a:lnTo>
                  <a:pt x="775945" y="110317"/>
                </a:lnTo>
                <a:lnTo>
                  <a:pt x="776237" y="110162"/>
                </a:lnTo>
                <a:lnTo>
                  <a:pt x="776516" y="109998"/>
                </a:lnTo>
                <a:lnTo>
                  <a:pt x="776783" y="109826"/>
                </a:lnTo>
                <a:lnTo>
                  <a:pt x="777037" y="109645"/>
                </a:lnTo>
                <a:lnTo>
                  <a:pt x="777278" y="109456"/>
                </a:lnTo>
                <a:lnTo>
                  <a:pt x="777507" y="109259"/>
                </a:lnTo>
                <a:lnTo>
                  <a:pt x="777725" y="109055"/>
                </a:lnTo>
                <a:lnTo>
                  <a:pt x="777934" y="108846"/>
                </a:lnTo>
                <a:lnTo>
                  <a:pt x="778134" y="108631"/>
                </a:lnTo>
                <a:lnTo>
                  <a:pt x="778324" y="108412"/>
                </a:lnTo>
                <a:lnTo>
                  <a:pt x="778505" y="108187"/>
                </a:lnTo>
                <a:lnTo>
                  <a:pt x="778677" y="107957"/>
                </a:lnTo>
                <a:lnTo>
                  <a:pt x="778839" y="107722"/>
                </a:lnTo>
                <a:lnTo>
                  <a:pt x="778992" y="107482"/>
                </a:lnTo>
                <a:lnTo>
                  <a:pt x="779136" y="107236"/>
                </a:lnTo>
                <a:lnTo>
                  <a:pt x="779271" y="106986"/>
                </a:lnTo>
                <a:lnTo>
                  <a:pt x="779396" y="106730"/>
                </a:lnTo>
                <a:lnTo>
                  <a:pt x="779512" y="106469"/>
                </a:lnTo>
                <a:lnTo>
                  <a:pt x="779619" y="106203"/>
                </a:lnTo>
                <a:lnTo>
                  <a:pt x="779716" y="105932"/>
                </a:lnTo>
                <a:lnTo>
                  <a:pt x="779804" y="105656"/>
                </a:lnTo>
                <a:lnTo>
                  <a:pt x="779883" y="105374"/>
                </a:lnTo>
                <a:lnTo>
                  <a:pt x="779953" y="105088"/>
                </a:lnTo>
                <a:lnTo>
                  <a:pt x="780013" y="104796"/>
                </a:lnTo>
                <a:lnTo>
                  <a:pt x="780064" y="104499"/>
                </a:lnTo>
                <a:lnTo>
                  <a:pt x="780106" y="104197"/>
                </a:lnTo>
                <a:lnTo>
                  <a:pt x="780139" y="103889"/>
                </a:lnTo>
                <a:lnTo>
                  <a:pt x="780162" y="103577"/>
                </a:lnTo>
                <a:lnTo>
                  <a:pt x="780176" y="103259"/>
                </a:lnTo>
                <a:lnTo>
                  <a:pt x="780180" y="102937"/>
                </a:lnTo>
                <a:lnTo>
                  <a:pt x="780173" y="102613"/>
                </a:lnTo>
                <a:lnTo>
                  <a:pt x="780151" y="102291"/>
                </a:lnTo>
                <a:lnTo>
                  <a:pt x="780115" y="101971"/>
                </a:lnTo>
                <a:lnTo>
                  <a:pt x="780065" y="101653"/>
                </a:lnTo>
                <a:lnTo>
                  <a:pt x="780000" y="101338"/>
                </a:lnTo>
                <a:lnTo>
                  <a:pt x="779920" y="101025"/>
                </a:lnTo>
                <a:lnTo>
                  <a:pt x="779827" y="100714"/>
                </a:lnTo>
                <a:lnTo>
                  <a:pt x="779718" y="100406"/>
                </a:lnTo>
                <a:lnTo>
                  <a:pt x="779596" y="100100"/>
                </a:lnTo>
                <a:lnTo>
                  <a:pt x="779458" y="99796"/>
                </a:lnTo>
                <a:lnTo>
                  <a:pt x="779307" y="99494"/>
                </a:lnTo>
                <a:lnTo>
                  <a:pt x="779141" y="99194"/>
                </a:lnTo>
                <a:lnTo>
                  <a:pt x="778960" y="98897"/>
                </a:lnTo>
                <a:lnTo>
                  <a:pt x="778765" y="98602"/>
                </a:lnTo>
                <a:lnTo>
                  <a:pt x="778556" y="98309"/>
                </a:lnTo>
                <a:lnTo>
                  <a:pt x="778332" y="98018"/>
                </a:lnTo>
                <a:lnTo>
                  <a:pt x="778094" y="97730"/>
                </a:lnTo>
                <a:lnTo>
                  <a:pt x="777841" y="97444"/>
                </a:lnTo>
                <a:lnTo>
                  <a:pt x="777574" y="97160"/>
                </a:lnTo>
                <a:lnTo>
                  <a:pt x="777293" y="96878"/>
                </a:lnTo>
                <a:lnTo>
                  <a:pt x="776997" y="96599"/>
                </a:lnTo>
                <a:lnTo>
                  <a:pt x="776686" y="96322"/>
                </a:lnTo>
                <a:lnTo>
                  <a:pt x="776361" y="96047"/>
                </a:lnTo>
                <a:lnTo>
                  <a:pt x="776022" y="95774"/>
                </a:lnTo>
                <a:lnTo>
                  <a:pt x="775851" y="95645"/>
                </a:lnTo>
                <a:lnTo>
                  <a:pt x="775664" y="95522"/>
                </a:lnTo>
                <a:lnTo>
                  <a:pt x="775460" y="95404"/>
                </a:lnTo>
                <a:lnTo>
                  <a:pt x="775239" y="95292"/>
                </a:lnTo>
                <a:lnTo>
                  <a:pt x="775003" y="95185"/>
                </a:lnTo>
                <a:lnTo>
                  <a:pt x="774749" y="95084"/>
                </a:lnTo>
                <a:lnTo>
                  <a:pt x="774479" y="94988"/>
                </a:lnTo>
                <a:lnTo>
                  <a:pt x="774193" y="94897"/>
                </a:lnTo>
                <a:lnTo>
                  <a:pt x="773890" y="94812"/>
                </a:lnTo>
                <a:lnTo>
                  <a:pt x="773571" y="94733"/>
                </a:lnTo>
                <a:lnTo>
                  <a:pt x="773235" y="94659"/>
                </a:lnTo>
                <a:lnTo>
                  <a:pt x="772882" y="94591"/>
                </a:lnTo>
                <a:lnTo>
                  <a:pt x="772513" y="94528"/>
                </a:lnTo>
                <a:lnTo>
                  <a:pt x="772128" y="94470"/>
                </a:lnTo>
                <a:lnTo>
                  <a:pt x="771726" y="94418"/>
                </a:lnTo>
                <a:lnTo>
                  <a:pt x="771308" y="94371"/>
                </a:lnTo>
                <a:lnTo>
                  <a:pt x="770873" y="94330"/>
                </a:lnTo>
                <a:lnTo>
                  <a:pt x="770421" y="94295"/>
                </a:lnTo>
                <a:lnTo>
                  <a:pt x="769953" y="94265"/>
                </a:lnTo>
                <a:lnTo>
                  <a:pt x="769469" y="94240"/>
                </a:lnTo>
                <a:lnTo>
                  <a:pt x="768968" y="94221"/>
                </a:lnTo>
                <a:lnTo>
                  <a:pt x="768451" y="94207"/>
                </a:lnTo>
                <a:lnTo>
                  <a:pt x="767917" y="94199"/>
                </a:lnTo>
                <a:lnTo>
                  <a:pt x="767366" y="94196"/>
                </a:lnTo>
                <a:lnTo>
                  <a:pt x="767366" y="61779"/>
                </a:lnTo>
                <a:lnTo>
                  <a:pt x="767990" y="61161"/>
                </a:lnTo>
                <a:lnTo>
                  <a:pt x="768603" y="60562"/>
                </a:lnTo>
                <a:lnTo>
                  <a:pt x="769206" y="59981"/>
                </a:lnTo>
                <a:lnTo>
                  <a:pt x="769798" y="59418"/>
                </a:lnTo>
                <a:lnTo>
                  <a:pt x="770379" y="58873"/>
                </a:lnTo>
                <a:lnTo>
                  <a:pt x="770949" y="58347"/>
                </a:lnTo>
                <a:lnTo>
                  <a:pt x="771508" y="57839"/>
                </a:lnTo>
                <a:lnTo>
                  <a:pt x="772057" y="57349"/>
                </a:lnTo>
                <a:lnTo>
                  <a:pt x="772595" y="56878"/>
                </a:lnTo>
                <a:lnTo>
                  <a:pt x="773122" y="56424"/>
                </a:lnTo>
                <a:lnTo>
                  <a:pt x="773639" y="55989"/>
                </a:lnTo>
                <a:lnTo>
                  <a:pt x="774145" y="55572"/>
                </a:lnTo>
                <a:lnTo>
                  <a:pt x="774639" y="55174"/>
                </a:lnTo>
                <a:lnTo>
                  <a:pt x="775124" y="54793"/>
                </a:lnTo>
                <a:lnTo>
                  <a:pt x="775597" y="54431"/>
                </a:lnTo>
                <a:lnTo>
                  <a:pt x="776060" y="54087"/>
                </a:lnTo>
                <a:lnTo>
                  <a:pt x="776512" y="53762"/>
                </a:lnTo>
                <a:lnTo>
                  <a:pt x="776953" y="53454"/>
                </a:lnTo>
                <a:lnTo>
                  <a:pt x="777383" y="53165"/>
                </a:lnTo>
                <a:lnTo>
                  <a:pt x="777803" y="52894"/>
                </a:lnTo>
                <a:lnTo>
                  <a:pt x="778212" y="52642"/>
                </a:lnTo>
                <a:lnTo>
                  <a:pt x="778610" y="52407"/>
                </a:lnTo>
                <a:lnTo>
                  <a:pt x="778997" y="52191"/>
                </a:lnTo>
                <a:lnTo>
                  <a:pt x="779374" y="51993"/>
                </a:lnTo>
                <a:lnTo>
                  <a:pt x="779748" y="51809"/>
                </a:lnTo>
                <a:lnTo>
                  <a:pt x="780126" y="51632"/>
                </a:lnTo>
                <a:lnTo>
                  <a:pt x="780508" y="51463"/>
                </a:lnTo>
                <a:lnTo>
                  <a:pt x="780896" y="51301"/>
                </a:lnTo>
                <a:lnTo>
                  <a:pt x="781288" y="51148"/>
                </a:lnTo>
                <a:lnTo>
                  <a:pt x="781684" y="51003"/>
                </a:lnTo>
                <a:lnTo>
                  <a:pt x="782085" y="50865"/>
                </a:lnTo>
                <a:lnTo>
                  <a:pt x="782490" y="50735"/>
                </a:lnTo>
                <a:lnTo>
                  <a:pt x="782900" y="50613"/>
                </a:lnTo>
                <a:lnTo>
                  <a:pt x="783315" y="50499"/>
                </a:lnTo>
                <a:lnTo>
                  <a:pt x="783734" y="50393"/>
                </a:lnTo>
                <a:lnTo>
                  <a:pt x="784158" y="50295"/>
                </a:lnTo>
                <a:lnTo>
                  <a:pt x="784587" y="50204"/>
                </a:lnTo>
                <a:lnTo>
                  <a:pt x="785019" y="50122"/>
                </a:lnTo>
                <a:lnTo>
                  <a:pt x="785457" y="50047"/>
                </a:lnTo>
                <a:lnTo>
                  <a:pt x="785899" y="49980"/>
                </a:lnTo>
                <a:lnTo>
                  <a:pt x="786346" y="49921"/>
                </a:lnTo>
                <a:lnTo>
                  <a:pt x="786797" y="49870"/>
                </a:lnTo>
                <a:lnTo>
                  <a:pt x="787253" y="49827"/>
                </a:lnTo>
                <a:lnTo>
                  <a:pt x="787713" y="49792"/>
                </a:lnTo>
                <a:lnTo>
                  <a:pt x="788178" y="49764"/>
                </a:lnTo>
                <a:lnTo>
                  <a:pt x="788647" y="49744"/>
                </a:lnTo>
                <a:lnTo>
                  <a:pt x="789121" y="49733"/>
                </a:lnTo>
                <a:lnTo>
                  <a:pt x="789600" y="49729"/>
                </a:lnTo>
                <a:lnTo>
                  <a:pt x="790244" y="49735"/>
                </a:lnTo>
                <a:lnTo>
                  <a:pt x="790875" y="49754"/>
                </a:lnTo>
                <a:lnTo>
                  <a:pt x="791492" y="49786"/>
                </a:lnTo>
                <a:lnTo>
                  <a:pt x="792096" y="49830"/>
                </a:lnTo>
                <a:lnTo>
                  <a:pt x="792687" y="49887"/>
                </a:lnTo>
                <a:lnTo>
                  <a:pt x="793265" y="49956"/>
                </a:lnTo>
                <a:lnTo>
                  <a:pt x="793829" y="50038"/>
                </a:lnTo>
                <a:lnTo>
                  <a:pt x="794380" y="50133"/>
                </a:lnTo>
                <a:lnTo>
                  <a:pt x="794918" y="50241"/>
                </a:lnTo>
                <a:lnTo>
                  <a:pt x="795443" y="50361"/>
                </a:lnTo>
                <a:lnTo>
                  <a:pt x="795954" y="50494"/>
                </a:lnTo>
                <a:lnTo>
                  <a:pt x="796452" y="50639"/>
                </a:lnTo>
                <a:lnTo>
                  <a:pt x="796937" y="50797"/>
                </a:lnTo>
                <a:lnTo>
                  <a:pt x="797409" y="50968"/>
                </a:lnTo>
                <a:lnTo>
                  <a:pt x="797867" y="51151"/>
                </a:lnTo>
                <a:lnTo>
                  <a:pt x="798312" y="51347"/>
                </a:lnTo>
                <a:lnTo>
                  <a:pt x="798744" y="51556"/>
                </a:lnTo>
                <a:lnTo>
                  <a:pt x="799163" y="51777"/>
                </a:lnTo>
                <a:lnTo>
                  <a:pt x="799568" y="52011"/>
                </a:lnTo>
                <a:lnTo>
                  <a:pt x="799960" y="52257"/>
                </a:lnTo>
                <a:lnTo>
                  <a:pt x="800339" y="52516"/>
                </a:lnTo>
                <a:lnTo>
                  <a:pt x="800704" y="52788"/>
                </a:lnTo>
                <a:lnTo>
                  <a:pt x="801057" y="53073"/>
                </a:lnTo>
                <a:lnTo>
                  <a:pt x="801396" y="53370"/>
                </a:lnTo>
                <a:lnTo>
                  <a:pt x="801645" y="53603"/>
                </a:lnTo>
                <a:lnTo>
                  <a:pt x="801884" y="53849"/>
                </a:lnTo>
                <a:lnTo>
                  <a:pt x="802112" y="54110"/>
                </a:lnTo>
                <a:lnTo>
                  <a:pt x="802329" y="54384"/>
                </a:lnTo>
                <a:lnTo>
                  <a:pt x="802536" y="54672"/>
                </a:lnTo>
                <a:lnTo>
                  <a:pt x="802732" y="54974"/>
                </a:lnTo>
                <a:lnTo>
                  <a:pt x="802918" y="55290"/>
                </a:lnTo>
                <a:lnTo>
                  <a:pt x="803093" y="55619"/>
                </a:lnTo>
                <a:lnTo>
                  <a:pt x="803257" y="55963"/>
                </a:lnTo>
                <a:lnTo>
                  <a:pt x="803411" y="56320"/>
                </a:lnTo>
                <a:lnTo>
                  <a:pt x="803554" y="56691"/>
                </a:lnTo>
                <a:lnTo>
                  <a:pt x="803687" y="57076"/>
                </a:lnTo>
                <a:lnTo>
                  <a:pt x="803809" y="57475"/>
                </a:lnTo>
                <a:lnTo>
                  <a:pt x="803920" y="57887"/>
                </a:lnTo>
                <a:lnTo>
                  <a:pt x="804021" y="58314"/>
                </a:lnTo>
                <a:lnTo>
                  <a:pt x="804111" y="58754"/>
                </a:lnTo>
                <a:lnTo>
                  <a:pt x="804191" y="59208"/>
                </a:lnTo>
                <a:lnTo>
                  <a:pt x="804260" y="59676"/>
                </a:lnTo>
                <a:lnTo>
                  <a:pt x="804318" y="60157"/>
                </a:lnTo>
                <a:lnTo>
                  <a:pt x="804366" y="60653"/>
                </a:lnTo>
                <a:lnTo>
                  <a:pt x="804403" y="61162"/>
                </a:lnTo>
                <a:lnTo>
                  <a:pt x="804429" y="61686"/>
                </a:lnTo>
                <a:lnTo>
                  <a:pt x="804445" y="62223"/>
                </a:lnTo>
                <a:lnTo>
                  <a:pt x="804451" y="62774"/>
                </a:lnTo>
                <a:lnTo>
                  <a:pt x="804451" y="94196"/>
                </a:lnTo>
                <a:lnTo>
                  <a:pt x="803914" y="94199"/>
                </a:lnTo>
                <a:lnTo>
                  <a:pt x="803392" y="94207"/>
                </a:lnTo>
                <a:lnTo>
                  <a:pt x="802886" y="94221"/>
                </a:lnTo>
                <a:lnTo>
                  <a:pt x="802395" y="94241"/>
                </a:lnTo>
                <a:lnTo>
                  <a:pt x="801920" y="94266"/>
                </a:lnTo>
                <a:lnTo>
                  <a:pt x="801459" y="94297"/>
                </a:lnTo>
                <a:lnTo>
                  <a:pt x="801014" y="94334"/>
                </a:lnTo>
                <a:lnTo>
                  <a:pt x="800585" y="94376"/>
                </a:lnTo>
                <a:lnTo>
                  <a:pt x="800170" y="94424"/>
                </a:lnTo>
                <a:lnTo>
                  <a:pt x="799771" y="94477"/>
                </a:lnTo>
                <a:lnTo>
                  <a:pt x="799388" y="94536"/>
                </a:lnTo>
                <a:lnTo>
                  <a:pt x="799019" y="94600"/>
                </a:lnTo>
                <a:lnTo>
                  <a:pt x="798666" y="94671"/>
                </a:lnTo>
                <a:lnTo>
                  <a:pt x="798329" y="94747"/>
                </a:lnTo>
                <a:lnTo>
                  <a:pt x="798006" y="94828"/>
                </a:lnTo>
                <a:lnTo>
                  <a:pt x="797699" y="94915"/>
                </a:lnTo>
                <a:lnTo>
                  <a:pt x="797408" y="95008"/>
                </a:lnTo>
                <a:lnTo>
                  <a:pt x="797131" y="95106"/>
                </a:lnTo>
                <a:lnTo>
                  <a:pt x="796870" y="95210"/>
                </a:lnTo>
                <a:lnTo>
                  <a:pt x="796625" y="95319"/>
                </a:lnTo>
                <a:lnTo>
                  <a:pt x="796394" y="95435"/>
                </a:lnTo>
                <a:lnTo>
                  <a:pt x="796179" y="95555"/>
                </a:lnTo>
                <a:lnTo>
                  <a:pt x="795979" y="95682"/>
                </a:lnTo>
                <a:lnTo>
                  <a:pt x="795795" y="95814"/>
                </a:lnTo>
                <a:lnTo>
                  <a:pt x="795462" y="96076"/>
                </a:lnTo>
                <a:lnTo>
                  <a:pt x="795144" y="96341"/>
                </a:lnTo>
                <a:lnTo>
                  <a:pt x="794840" y="96609"/>
                </a:lnTo>
                <a:lnTo>
                  <a:pt x="794550" y="96880"/>
                </a:lnTo>
                <a:lnTo>
                  <a:pt x="794274" y="97153"/>
                </a:lnTo>
                <a:lnTo>
                  <a:pt x="794013" y="97429"/>
                </a:lnTo>
                <a:lnTo>
                  <a:pt x="793765" y="97708"/>
                </a:lnTo>
                <a:lnTo>
                  <a:pt x="793532" y="97989"/>
                </a:lnTo>
                <a:lnTo>
                  <a:pt x="793313" y="98273"/>
                </a:lnTo>
                <a:lnTo>
                  <a:pt x="793107" y="98559"/>
                </a:lnTo>
                <a:lnTo>
                  <a:pt x="792917" y="98849"/>
                </a:lnTo>
                <a:lnTo>
                  <a:pt x="792740" y="99141"/>
                </a:lnTo>
                <a:lnTo>
                  <a:pt x="792577" y="99435"/>
                </a:lnTo>
                <a:lnTo>
                  <a:pt x="792429" y="99732"/>
                </a:lnTo>
                <a:lnTo>
                  <a:pt x="792294" y="100032"/>
                </a:lnTo>
                <a:lnTo>
                  <a:pt x="792174" y="100335"/>
                </a:lnTo>
                <a:lnTo>
                  <a:pt x="792068" y="100640"/>
                </a:lnTo>
                <a:lnTo>
                  <a:pt x="791976" y="100948"/>
                </a:lnTo>
                <a:lnTo>
                  <a:pt x="791898" y="101259"/>
                </a:lnTo>
                <a:lnTo>
                  <a:pt x="791835" y="101572"/>
                </a:lnTo>
                <a:lnTo>
                  <a:pt x="791785" y="101888"/>
                </a:lnTo>
                <a:lnTo>
                  <a:pt x="791750" y="102207"/>
                </a:lnTo>
                <a:lnTo>
                  <a:pt x="791728" y="102528"/>
                </a:lnTo>
                <a:lnTo>
                  <a:pt x="791721" y="102852"/>
                </a:lnTo>
                <a:lnTo>
                  <a:pt x="791726" y="103175"/>
                </a:lnTo>
                <a:lnTo>
                  <a:pt x="791740" y="103492"/>
                </a:lnTo>
                <a:lnTo>
                  <a:pt x="791763" y="103805"/>
                </a:lnTo>
                <a:lnTo>
                  <a:pt x="791796" y="104113"/>
                </a:lnTo>
                <a:lnTo>
                  <a:pt x="791837" y="104416"/>
                </a:lnTo>
                <a:lnTo>
                  <a:pt x="791888" y="104714"/>
                </a:lnTo>
                <a:lnTo>
                  <a:pt x="791949" y="105006"/>
                </a:lnTo>
                <a:lnTo>
                  <a:pt x="792018" y="105294"/>
                </a:lnTo>
                <a:lnTo>
                  <a:pt x="792097" y="105577"/>
                </a:lnTo>
                <a:lnTo>
                  <a:pt x="792186" y="105854"/>
                </a:lnTo>
                <a:lnTo>
                  <a:pt x="792283" y="106127"/>
                </a:lnTo>
                <a:lnTo>
                  <a:pt x="792390" y="106395"/>
                </a:lnTo>
                <a:lnTo>
                  <a:pt x="792506" y="106658"/>
                </a:lnTo>
                <a:lnTo>
                  <a:pt x="792631" y="106915"/>
                </a:lnTo>
                <a:lnTo>
                  <a:pt x="792766" y="107168"/>
                </a:lnTo>
                <a:lnTo>
                  <a:pt x="792909" y="107416"/>
                </a:lnTo>
                <a:lnTo>
                  <a:pt x="793063" y="107658"/>
                </a:lnTo>
                <a:lnTo>
                  <a:pt x="793225" y="107896"/>
                </a:lnTo>
                <a:lnTo>
                  <a:pt x="793397" y="108128"/>
                </a:lnTo>
                <a:lnTo>
                  <a:pt x="793578" y="108356"/>
                </a:lnTo>
                <a:lnTo>
                  <a:pt x="793768" y="108579"/>
                </a:lnTo>
                <a:lnTo>
                  <a:pt x="793968" y="108796"/>
                </a:lnTo>
                <a:lnTo>
                  <a:pt x="794176" y="109009"/>
                </a:lnTo>
                <a:lnTo>
                  <a:pt x="794395" y="109217"/>
                </a:lnTo>
                <a:lnTo>
                  <a:pt x="794623" y="109417"/>
                </a:lnTo>
                <a:lnTo>
                  <a:pt x="794865" y="109610"/>
                </a:lnTo>
                <a:lnTo>
                  <a:pt x="795118" y="109793"/>
                </a:lnTo>
                <a:lnTo>
                  <a:pt x="795383" y="109968"/>
                </a:lnTo>
                <a:lnTo>
                  <a:pt x="795661" y="110135"/>
                </a:lnTo>
                <a:lnTo>
                  <a:pt x="795951" y="110293"/>
                </a:lnTo>
                <a:lnTo>
                  <a:pt x="796253" y="110443"/>
                </a:lnTo>
                <a:lnTo>
                  <a:pt x="796568" y="110584"/>
                </a:lnTo>
                <a:lnTo>
                  <a:pt x="796895" y="110716"/>
                </a:lnTo>
                <a:lnTo>
                  <a:pt x="797234" y="110840"/>
                </a:lnTo>
                <a:lnTo>
                  <a:pt x="797585" y="110955"/>
                </a:lnTo>
                <a:lnTo>
                  <a:pt x="797948" y="111062"/>
                </a:lnTo>
                <a:lnTo>
                  <a:pt x="798324" y="111161"/>
                </a:lnTo>
                <a:lnTo>
                  <a:pt x="798712" y="111250"/>
                </a:lnTo>
                <a:lnTo>
                  <a:pt x="799112" y="111331"/>
                </a:lnTo>
                <a:lnTo>
                  <a:pt x="799524" y="111404"/>
                </a:lnTo>
                <a:lnTo>
                  <a:pt x="799948" y="111468"/>
                </a:lnTo>
                <a:lnTo>
                  <a:pt x="800385" y="111524"/>
                </a:lnTo>
                <a:lnTo>
                  <a:pt x="800834" y="111571"/>
                </a:lnTo>
                <a:lnTo>
                  <a:pt x="801295" y="111609"/>
                </a:lnTo>
                <a:lnTo>
                  <a:pt x="801769" y="111639"/>
                </a:lnTo>
                <a:lnTo>
                  <a:pt x="802255" y="111660"/>
                </a:lnTo>
                <a:lnTo>
                  <a:pt x="802752" y="111673"/>
                </a:lnTo>
                <a:lnTo>
                  <a:pt x="803263" y="111677"/>
                </a:lnTo>
                <a:lnTo>
                  <a:pt x="823120" y="111677"/>
                </a:lnTo>
                <a:lnTo>
                  <a:pt x="823637" y="111673"/>
                </a:lnTo>
                <a:lnTo>
                  <a:pt x="824141" y="111661"/>
                </a:lnTo>
                <a:lnTo>
                  <a:pt x="824633" y="111640"/>
                </a:lnTo>
                <a:lnTo>
                  <a:pt x="825112" y="111610"/>
                </a:lnTo>
                <a:lnTo>
                  <a:pt x="825578" y="111573"/>
                </a:lnTo>
                <a:lnTo>
                  <a:pt x="826032" y="111526"/>
                </a:lnTo>
                <a:lnTo>
                  <a:pt x="826473" y="111472"/>
                </a:lnTo>
                <a:lnTo>
                  <a:pt x="826901" y="111409"/>
                </a:lnTo>
                <a:lnTo>
                  <a:pt x="827317" y="111337"/>
                </a:lnTo>
                <a:lnTo>
                  <a:pt x="827720" y="111258"/>
                </a:lnTo>
                <a:lnTo>
                  <a:pt x="828110" y="111169"/>
                </a:lnTo>
                <a:lnTo>
                  <a:pt x="828488" y="111073"/>
                </a:lnTo>
                <a:lnTo>
                  <a:pt x="828853" y="110968"/>
                </a:lnTo>
                <a:lnTo>
                  <a:pt x="829205" y="110855"/>
                </a:lnTo>
                <a:lnTo>
                  <a:pt x="829544" y="110733"/>
                </a:lnTo>
                <a:lnTo>
                  <a:pt x="829871" y="110603"/>
                </a:lnTo>
                <a:lnTo>
                  <a:pt x="830186" y="110464"/>
                </a:lnTo>
                <a:lnTo>
                  <a:pt x="830487" y="110317"/>
                </a:lnTo>
                <a:lnTo>
                  <a:pt x="830776" y="110162"/>
                </a:lnTo>
                <a:lnTo>
                  <a:pt x="831052" y="109998"/>
                </a:lnTo>
                <a:lnTo>
                  <a:pt x="831316" y="109826"/>
                </a:lnTo>
                <a:lnTo>
                  <a:pt x="831567" y="109645"/>
                </a:lnTo>
                <a:lnTo>
                  <a:pt x="831805" y="109456"/>
                </a:lnTo>
                <a:lnTo>
                  <a:pt x="832031" y="109259"/>
                </a:lnTo>
                <a:lnTo>
                  <a:pt x="832245" y="109055"/>
                </a:lnTo>
                <a:lnTo>
                  <a:pt x="832451" y="108846"/>
                </a:lnTo>
                <a:lnTo>
                  <a:pt x="832647" y="108631"/>
                </a:lnTo>
                <a:lnTo>
                  <a:pt x="832834" y="108412"/>
                </a:lnTo>
                <a:lnTo>
                  <a:pt x="833012" y="108187"/>
                </a:lnTo>
                <a:lnTo>
                  <a:pt x="833181" y="107957"/>
                </a:lnTo>
                <a:lnTo>
                  <a:pt x="833341" y="107722"/>
                </a:lnTo>
                <a:lnTo>
                  <a:pt x="833492" y="107482"/>
                </a:lnTo>
                <a:lnTo>
                  <a:pt x="833634" y="107236"/>
                </a:lnTo>
                <a:lnTo>
                  <a:pt x="833766" y="106986"/>
                </a:lnTo>
                <a:lnTo>
                  <a:pt x="833889" y="106730"/>
                </a:lnTo>
                <a:lnTo>
                  <a:pt x="834004" y="106469"/>
                </a:lnTo>
                <a:lnTo>
                  <a:pt x="834109" y="106203"/>
                </a:lnTo>
                <a:lnTo>
                  <a:pt x="834205" y="105932"/>
                </a:lnTo>
                <a:lnTo>
                  <a:pt x="834291" y="105656"/>
                </a:lnTo>
                <a:lnTo>
                  <a:pt x="834369" y="105374"/>
                </a:lnTo>
                <a:lnTo>
                  <a:pt x="834437" y="105088"/>
                </a:lnTo>
                <a:lnTo>
                  <a:pt x="834497" y="104796"/>
                </a:lnTo>
                <a:lnTo>
                  <a:pt x="834547" y="104499"/>
                </a:lnTo>
                <a:lnTo>
                  <a:pt x="834588" y="104197"/>
                </a:lnTo>
                <a:lnTo>
                  <a:pt x="834620" y="103889"/>
                </a:lnTo>
                <a:lnTo>
                  <a:pt x="834643" y="103577"/>
                </a:lnTo>
                <a:lnTo>
                  <a:pt x="834657" y="103259"/>
                </a:lnTo>
                <a:lnTo>
                  <a:pt x="834661" y="102937"/>
                </a:lnTo>
                <a:lnTo>
                  <a:pt x="834654" y="102613"/>
                </a:lnTo>
                <a:lnTo>
                  <a:pt x="834633" y="102291"/>
                </a:lnTo>
                <a:lnTo>
                  <a:pt x="834598" y="101971"/>
                </a:lnTo>
                <a:lnTo>
                  <a:pt x="834548" y="101653"/>
                </a:lnTo>
                <a:lnTo>
                  <a:pt x="834484" y="101338"/>
                </a:lnTo>
                <a:lnTo>
                  <a:pt x="834407" y="101025"/>
                </a:lnTo>
                <a:lnTo>
                  <a:pt x="834315" y="100714"/>
                </a:lnTo>
                <a:lnTo>
                  <a:pt x="834209" y="100406"/>
                </a:lnTo>
                <a:lnTo>
                  <a:pt x="834088" y="100100"/>
                </a:lnTo>
                <a:lnTo>
                  <a:pt x="833954" y="99796"/>
                </a:lnTo>
                <a:lnTo>
                  <a:pt x="833806" y="99494"/>
                </a:lnTo>
                <a:lnTo>
                  <a:pt x="833643" y="99194"/>
                </a:lnTo>
                <a:lnTo>
                  <a:pt x="833466" y="98897"/>
                </a:lnTo>
                <a:lnTo>
                  <a:pt x="833275" y="98602"/>
                </a:lnTo>
                <a:lnTo>
                  <a:pt x="833070" y="98309"/>
                </a:lnTo>
                <a:lnTo>
                  <a:pt x="832851" y="98018"/>
                </a:lnTo>
                <a:lnTo>
                  <a:pt x="832618" y="97730"/>
                </a:lnTo>
                <a:lnTo>
                  <a:pt x="832370" y="97444"/>
                </a:lnTo>
                <a:lnTo>
                  <a:pt x="832108" y="97160"/>
                </a:lnTo>
                <a:lnTo>
                  <a:pt x="831833" y="96878"/>
                </a:lnTo>
                <a:lnTo>
                  <a:pt x="831543" y="96599"/>
                </a:lnTo>
                <a:lnTo>
                  <a:pt x="831239" y="96322"/>
                </a:lnTo>
                <a:lnTo>
                  <a:pt x="830920" y="96047"/>
                </a:lnTo>
                <a:lnTo>
                  <a:pt x="830588" y="95774"/>
                </a:lnTo>
                <a:lnTo>
                  <a:pt x="830410" y="95645"/>
                </a:lnTo>
                <a:lnTo>
                  <a:pt x="830217" y="95522"/>
                </a:lnTo>
                <a:lnTo>
                  <a:pt x="830007" y="95404"/>
                </a:lnTo>
                <a:lnTo>
                  <a:pt x="829782" y="95292"/>
                </a:lnTo>
                <a:lnTo>
                  <a:pt x="829540" y="95185"/>
                </a:lnTo>
                <a:lnTo>
                  <a:pt x="829283" y="95084"/>
                </a:lnTo>
                <a:lnTo>
                  <a:pt x="829010" y="94988"/>
                </a:lnTo>
                <a:lnTo>
                  <a:pt x="828721" y="94897"/>
                </a:lnTo>
                <a:lnTo>
                  <a:pt x="828416" y="94812"/>
                </a:lnTo>
                <a:lnTo>
                  <a:pt x="828095" y="94733"/>
                </a:lnTo>
                <a:lnTo>
                  <a:pt x="827758" y="94659"/>
                </a:lnTo>
                <a:lnTo>
                  <a:pt x="827406" y="94591"/>
                </a:lnTo>
                <a:lnTo>
                  <a:pt x="827037" y="94528"/>
                </a:lnTo>
                <a:lnTo>
                  <a:pt x="826652" y="94470"/>
                </a:lnTo>
                <a:lnTo>
                  <a:pt x="826252" y="94418"/>
                </a:lnTo>
                <a:lnTo>
                  <a:pt x="825836" y="94371"/>
                </a:lnTo>
                <a:lnTo>
                  <a:pt x="825403" y="94330"/>
                </a:lnTo>
                <a:lnTo>
                  <a:pt x="824955" y="94295"/>
                </a:lnTo>
                <a:lnTo>
                  <a:pt x="824491" y="94265"/>
                </a:lnTo>
                <a:lnTo>
                  <a:pt x="824011" y="94240"/>
                </a:lnTo>
                <a:lnTo>
                  <a:pt x="823515" y="94221"/>
                </a:lnTo>
                <a:lnTo>
                  <a:pt x="823003" y="94207"/>
                </a:lnTo>
                <a:lnTo>
                  <a:pt x="822476" y="94199"/>
                </a:lnTo>
                <a:lnTo>
                  <a:pt x="821932" y="94196"/>
                </a:lnTo>
                <a:lnTo>
                  <a:pt x="821932" y="61524"/>
                </a:lnTo>
                <a:lnTo>
                  <a:pt x="821924" y="60696"/>
                </a:lnTo>
                <a:lnTo>
                  <a:pt x="821900" y="59879"/>
                </a:lnTo>
                <a:lnTo>
                  <a:pt x="821860" y="59075"/>
                </a:lnTo>
                <a:lnTo>
                  <a:pt x="821804" y="58282"/>
                </a:lnTo>
                <a:lnTo>
                  <a:pt x="821731" y="57501"/>
                </a:lnTo>
                <a:lnTo>
                  <a:pt x="821643" y="56732"/>
                </a:lnTo>
                <a:lnTo>
                  <a:pt x="821539" y="55976"/>
                </a:lnTo>
                <a:lnTo>
                  <a:pt x="821418" y="55231"/>
                </a:lnTo>
                <a:lnTo>
                  <a:pt x="821282" y="54498"/>
                </a:lnTo>
                <a:lnTo>
                  <a:pt x="821129" y="53776"/>
                </a:lnTo>
                <a:lnTo>
                  <a:pt x="820960" y="53067"/>
                </a:lnTo>
                <a:lnTo>
                  <a:pt x="820776" y="52370"/>
                </a:lnTo>
                <a:lnTo>
                  <a:pt x="820575" y="51685"/>
                </a:lnTo>
                <a:lnTo>
                  <a:pt x="820358" y="51011"/>
                </a:lnTo>
                <a:lnTo>
                  <a:pt x="820125" y="50350"/>
                </a:lnTo>
                <a:lnTo>
                  <a:pt x="819877" y="49700"/>
                </a:lnTo>
                <a:lnTo>
                  <a:pt x="819612" y="49063"/>
                </a:lnTo>
                <a:lnTo>
                  <a:pt x="819331" y="48437"/>
                </a:lnTo>
                <a:lnTo>
                  <a:pt x="819033" y="47824"/>
                </a:lnTo>
                <a:lnTo>
                  <a:pt x="818720" y="47222"/>
                </a:lnTo>
                <a:lnTo>
                  <a:pt x="818391" y="46632"/>
                </a:lnTo>
                <a:lnTo>
                  <a:pt x="818046" y="46054"/>
                </a:lnTo>
                <a:lnTo>
                  <a:pt x="817684" y="45488"/>
                </a:lnTo>
                <a:lnTo>
                  <a:pt x="817307" y="44934"/>
                </a:lnTo>
                <a:lnTo>
                  <a:pt x="816917" y="44392"/>
                </a:lnTo>
                <a:lnTo>
                  <a:pt x="816519" y="43862"/>
                </a:lnTo>
                <a:lnTo>
                  <a:pt x="816113" y="43345"/>
                </a:lnTo>
                <a:lnTo>
                  <a:pt x="815698" y="42840"/>
                </a:lnTo>
                <a:lnTo>
                  <a:pt x="815275" y="42347"/>
                </a:lnTo>
                <a:lnTo>
                  <a:pt x="814843" y="41866"/>
                </a:lnTo>
                <a:lnTo>
                  <a:pt x="814403" y="41397"/>
                </a:lnTo>
                <a:lnTo>
                  <a:pt x="813955" y="40941"/>
                </a:lnTo>
                <a:lnTo>
                  <a:pt x="813498" y="40497"/>
                </a:lnTo>
                <a:lnTo>
                  <a:pt x="813033" y="40065"/>
                </a:lnTo>
                <a:lnTo>
                  <a:pt x="812560" y="39645"/>
                </a:lnTo>
                <a:lnTo>
                  <a:pt x="812078" y="39238"/>
                </a:lnTo>
                <a:lnTo>
                  <a:pt x="811587" y="38843"/>
                </a:lnTo>
                <a:lnTo>
                  <a:pt x="811088" y="38460"/>
                </a:lnTo>
                <a:lnTo>
                  <a:pt x="810581" y="38089"/>
                </a:lnTo>
                <a:lnTo>
                  <a:pt x="810066" y="37730"/>
                </a:lnTo>
                <a:lnTo>
                  <a:pt x="809542" y="37384"/>
                </a:lnTo>
                <a:lnTo>
                  <a:pt x="809009" y="37050"/>
                </a:lnTo>
                <a:lnTo>
                  <a:pt x="808468" y="36728"/>
                </a:lnTo>
                <a:lnTo>
                  <a:pt x="807919" y="36418"/>
                </a:lnTo>
                <a:lnTo>
                  <a:pt x="807362" y="36121"/>
                </a:lnTo>
                <a:lnTo>
                  <a:pt x="806796" y="35836"/>
                </a:lnTo>
                <a:lnTo>
                  <a:pt x="806221" y="35563"/>
                </a:lnTo>
                <a:lnTo>
                  <a:pt x="805639" y="35302"/>
                </a:lnTo>
                <a:lnTo>
                  <a:pt x="805048" y="35053"/>
                </a:lnTo>
                <a:lnTo>
                  <a:pt x="804451" y="34814"/>
                </a:lnTo>
                <a:lnTo>
                  <a:pt x="803847" y="34586"/>
                </a:lnTo>
                <a:lnTo>
                  <a:pt x="803237" y="34369"/>
                </a:lnTo>
                <a:lnTo>
                  <a:pt x="802619" y="34162"/>
                </a:lnTo>
                <a:lnTo>
                  <a:pt x="801995" y="33966"/>
                </a:lnTo>
                <a:lnTo>
                  <a:pt x="801364" y="33780"/>
                </a:lnTo>
                <a:lnTo>
                  <a:pt x="800726" y="33605"/>
                </a:lnTo>
                <a:lnTo>
                  <a:pt x="800082" y="33441"/>
                </a:lnTo>
                <a:lnTo>
                  <a:pt x="799430" y="33287"/>
                </a:lnTo>
                <a:lnTo>
                  <a:pt x="798772" y="33144"/>
                </a:lnTo>
                <a:lnTo>
                  <a:pt x="798107" y="33011"/>
                </a:lnTo>
                <a:lnTo>
                  <a:pt x="797436" y="32889"/>
                </a:lnTo>
                <a:lnTo>
                  <a:pt x="796757" y="32778"/>
                </a:lnTo>
                <a:lnTo>
                  <a:pt x="796072" y="32677"/>
                </a:lnTo>
                <a:lnTo>
                  <a:pt x="795380" y="32587"/>
                </a:lnTo>
                <a:lnTo>
                  <a:pt x="794681" y="32507"/>
                </a:lnTo>
                <a:lnTo>
                  <a:pt x="793976" y="32438"/>
                </a:lnTo>
                <a:lnTo>
                  <a:pt x="793263" y="32380"/>
                </a:lnTo>
                <a:lnTo>
                  <a:pt x="792544" y="32332"/>
                </a:lnTo>
                <a:lnTo>
                  <a:pt x="791818" y="32295"/>
                </a:lnTo>
                <a:lnTo>
                  <a:pt x="791086" y="32269"/>
                </a:lnTo>
                <a:lnTo>
                  <a:pt x="790346" y="32253"/>
                </a:lnTo>
                <a:lnTo>
                  <a:pt x="789600" y="32247"/>
                </a:lnTo>
                <a:lnTo>
                  <a:pt x="789126" y="32250"/>
                </a:lnTo>
                <a:lnTo>
                  <a:pt x="788653" y="32258"/>
                </a:lnTo>
                <a:lnTo>
                  <a:pt x="788180" y="32272"/>
                </a:lnTo>
                <a:lnTo>
                  <a:pt x="787708" y="32291"/>
                </a:lnTo>
                <a:lnTo>
                  <a:pt x="787236" y="32316"/>
                </a:lnTo>
                <a:lnTo>
                  <a:pt x="786765" y="32347"/>
                </a:lnTo>
                <a:lnTo>
                  <a:pt x="786294" y="32383"/>
                </a:lnTo>
                <a:lnTo>
                  <a:pt x="785824" y="32424"/>
                </a:lnTo>
                <a:lnTo>
                  <a:pt x="785354" y="32471"/>
                </a:lnTo>
                <a:lnTo>
                  <a:pt x="784884" y="32524"/>
                </a:lnTo>
                <a:lnTo>
                  <a:pt x="784415" y="32582"/>
                </a:lnTo>
                <a:lnTo>
                  <a:pt x="783946" y="32645"/>
                </a:lnTo>
                <a:lnTo>
                  <a:pt x="783478" y="32714"/>
                </a:lnTo>
                <a:lnTo>
                  <a:pt x="783010" y="32789"/>
                </a:lnTo>
                <a:lnTo>
                  <a:pt x="782542" y="32869"/>
                </a:lnTo>
                <a:lnTo>
                  <a:pt x="782076" y="32954"/>
                </a:lnTo>
                <a:lnTo>
                  <a:pt x="781609" y="33046"/>
                </a:lnTo>
                <a:lnTo>
                  <a:pt x="781143" y="33142"/>
                </a:lnTo>
                <a:lnTo>
                  <a:pt x="780677" y="33245"/>
                </a:lnTo>
                <a:lnTo>
                  <a:pt x="780212" y="33352"/>
                </a:lnTo>
                <a:lnTo>
                  <a:pt x="779747" y="33466"/>
                </a:lnTo>
                <a:lnTo>
                  <a:pt x="779283" y="33584"/>
                </a:lnTo>
                <a:lnTo>
                  <a:pt x="778819" y="33709"/>
                </a:lnTo>
                <a:lnTo>
                  <a:pt x="778356" y="33838"/>
                </a:lnTo>
                <a:lnTo>
                  <a:pt x="777893" y="33974"/>
                </a:lnTo>
                <a:lnTo>
                  <a:pt x="777430" y="34115"/>
                </a:lnTo>
                <a:lnTo>
                  <a:pt x="776968" y="34262"/>
                </a:lnTo>
                <a:lnTo>
                  <a:pt x="776506" y="34415"/>
                </a:lnTo>
                <a:lnTo>
                  <a:pt x="776045" y="34574"/>
                </a:lnTo>
                <a:lnTo>
                  <a:pt x="775585" y="34739"/>
                </a:lnTo>
                <a:lnTo>
                  <a:pt x="775124" y="34909"/>
                </a:lnTo>
                <a:lnTo>
                  <a:pt x="774664" y="35085"/>
                </a:lnTo>
                <a:lnTo>
                  <a:pt x="774205" y="35267"/>
                </a:lnTo>
                <a:lnTo>
                  <a:pt x="773746" y="35455"/>
                </a:lnTo>
                <a:lnTo>
                  <a:pt x="773287" y="35649"/>
                </a:lnTo>
                <a:lnTo>
                  <a:pt x="772829" y="35849"/>
                </a:lnTo>
                <a:lnTo>
                  <a:pt x="772371" y="36054"/>
                </a:lnTo>
                <a:lnTo>
                  <a:pt x="771914" y="36265"/>
                </a:lnTo>
                <a:lnTo>
                  <a:pt x="771457" y="36482"/>
                </a:lnTo>
                <a:lnTo>
                  <a:pt x="771001" y="36705"/>
                </a:lnTo>
                <a:lnTo>
                  <a:pt x="770545" y="36933"/>
                </a:lnTo>
                <a:lnTo>
                  <a:pt x="770090" y="37168"/>
                </a:lnTo>
                <a:lnTo>
                  <a:pt x="769635" y="37408"/>
                </a:lnTo>
                <a:lnTo>
                  <a:pt x="769180" y="37654"/>
                </a:lnTo>
                <a:lnTo>
                  <a:pt x="768726" y="37906"/>
                </a:lnTo>
                <a:lnTo>
                  <a:pt x="768272" y="38164"/>
                </a:lnTo>
                <a:lnTo>
                  <a:pt x="767819" y="38427"/>
                </a:lnTo>
                <a:lnTo>
                  <a:pt x="767366" y="38697"/>
                </a:lnTo>
                <a:lnTo>
                  <a:pt x="767366" y="1527"/>
                </a:lnTo>
                <a:lnTo>
                  <a:pt x="746999" y="1527"/>
                </a:lnTo>
                <a:lnTo>
                  <a:pt x="746482" y="1532"/>
                </a:lnTo>
                <a:lnTo>
                  <a:pt x="745978" y="1544"/>
                </a:lnTo>
                <a:lnTo>
                  <a:pt x="745486" y="1565"/>
                </a:lnTo>
                <a:close/>
                <a:moveTo>
                  <a:pt x="950052" y="1565"/>
                </a:moveTo>
                <a:lnTo>
                  <a:pt x="949572" y="1593"/>
                </a:lnTo>
                <a:lnTo>
                  <a:pt x="949105" y="1631"/>
                </a:lnTo>
                <a:lnTo>
                  <a:pt x="948651" y="1676"/>
                </a:lnTo>
                <a:lnTo>
                  <a:pt x="948209" y="1730"/>
                </a:lnTo>
                <a:lnTo>
                  <a:pt x="947780" y="1792"/>
                </a:lnTo>
                <a:lnTo>
                  <a:pt x="947363" y="1862"/>
                </a:lnTo>
                <a:lnTo>
                  <a:pt x="946958" y="1940"/>
                </a:lnTo>
                <a:lnTo>
                  <a:pt x="946567" y="2027"/>
                </a:lnTo>
                <a:lnTo>
                  <a:pt x="946187" y="2122"/>
                </a:lnTo>
                <a:lnTo>
                  <a:pt x="945821" y="2225"/>
                </a:lnTo>
                <a:lnTo>
                  <a:pt x="945466" y="2336"/>
                </a:lnTo>
                <a:lnTo>
                  <a:pt x="945125" y="2456"/>
                </a:lnTo>
                <a:lnTo>
                  <a:pt x="944795" y="2584"/>
                </a:lnTo>
                <a:lnTo>
                  <a:pt x="944479" y="2720"/>
                </a:lnTo>
                <a:lnTo>
                  <a:pt x="944174" y="2864"/>
                </a:lnTo>
                <a:lnTo>
                  <a:pt x="943883" y="3017"/>
                </a:lnTo>
                <a:lnTo>
                  <a:pt x="943604" y="3178"/>
                </a:lnTo>
                <a:lnTo>
                  <a:pt x="943337" y="3347"/>
                </a:lnTo>
                <a:lnTo>
                  <a:pt x="943083" y="3524"/>
                </a:lnTo>
                <a:lnTo>
                  <a:pt x="942842" y="3710"/>
                </a:lnTo>
                <a:lnTo>
                  <a:pt x="942612" y="3904"/>
                </a:lnTo>
                <a:lnTo>
                  <a:pt x="942394" y="4104"/>
                </a:lnTo>
                <a:lnTo>
                  <a:pt x="942186" y="4310"/>
                </a:lnTo>
                <a:lnTo>
                  <a:pt x="941986" y="4522"/>
                </a:lnTo>
                <a:lnTo>
                  <a:pt x="941796" y="4738"/>
                </a:lnTo>
                <a:lnTo>
                  <a:pt x="941615" y="4960"/>
                </a:lnTo>
                <a:lnTo>
                  <a:pt x="941443" y="5187"/>
                </a:lnTo>
                <a:lnTo>
                  <a:pt x="941281" y="5420"/>
                </a:lnTo>
                <a:lnTo>
                  <a:pt x="941127" y="5657"/>
                </a:lnTo>
                <a:lnTo>
                  <a:pt x="940984" y="5901"/>
                </a:lnTo>
                <a:lnTo>
                  <a:pt x="940849" y="6149"/>
                </a:lnTo>
                <a:lnTo>
                  <a:pt x="940724" y="6403"/>
                </a:lnTo>
                <a:lnTo>
                  <a:pt x="940608" y="6662"/>
                </a:lnTo>
                <a:lnTo>
                  <a:pt x="940501" y="6926"/>
                </a:lnTo>
                <a:lnTo>
                  <a:pt x="940403" y="7196"/>
                </a:lnTo>
                <a:lnTo>
                  <a:pt x="940315" y="7470"/>
                </a:lnTo>
                <a:lnTo>
                  <a:pt x="940236" y="7751"/>
                </a:lnTo>
                <a:lnTo>
                  <a:pt x="940167" y="8036"/>
                </a:lnTo>
                <a:lnTo>
                  <a:pt x="940106" y="8327"/>
                </a:lnTo>
                <a:lnTo>
                  <a:pt x="940055" y="8623"/>
                </a:lnTo>
                <a:lnTo>
                  <a:pt x="940014" y="8925"/>
                </a:lnTo>
                <a:lnTo>
                  <a:pt x="939981" y="9231"/>
                </a:lnTo>
                <a:lnTo>
                  <a:pt x="939958" y="9543"/>
                </a:lnTo>
                <a:lnTo>
                  <a:pt x="939944" y="9861"/>
                </a:lnTo>
                <a:lnTo>
                  <a:pt x="939939" y="10183"/>
                </a:lnTo>
                <a:lnTo>
                  <a:pt x="939944" y="10506"/>
                </a:lnTo>
                <a:lnTo>
                  <a:pt x="939958" y="10824"/>
                </a:lnTo>
                <a:lnTo>
                  <a:pt x="939981" y="11137"/>
                </a:lnTo>
                <a:lnTo>
                  <a:pt x="940014" y="11444"/>
                </a:lnTo>
                <a:lnTo>
                  <a:pt x="940055" y="11747"/>
                </a:lnTo>
                <a:lnTo>
                  <a:pt x="940106" y="12045"/>
                </a:lnTo>
                <a:lnTo>
                  <a:pt x="940167" y="12338"/>
                </a:lnTo>
                <a:lnTo>
                  <a:pt x="940236" y="12625"/>
                </a:lnTo>
                <a:lnTo>
                  <a:pt x="940315" y="12908"/>
                </a:lnTo>
                <a:lnTo>
                  <a:pt x="940403" y="13186"/>
                </a:lnTo>
                <a:lnTo>
                  <a:pt x="940501" y="13459"/>
                </a:lnTo>
                <a:lnTo>
                  <a:pt x="940608" y="13726"/>
                </a:lnTo>
                <a:lnTo>
                  <a:pt x="940724" y="13989"/>
                </a:lnTo>
                <a:lnTo>
                  <a:pt x="940849" y="14247"/>
                </a:lnTo>
                <a:lnTo>
                  <a:pt x="940984" y="14499"/>
                </a:lnTo>
                <a:lnTo>
                  <a:pt x="941127" y="14747"/>
                </a:lnTo>
                <a:lnTo>
                  <a:pt x="941281" y="14990"/>
                </a:lnTo>
                <a:lnTo>
                  <a:pt x="941443" y="15227"/>
                </a:lnTo>
                <a:lnTo>
                  <a:pt x="941615" y="15460"/>
                </a:lnTo>
                <a:lnTo>
                  <a:pt x="941796" y="15688"/>
                </a:lnTo>
                <a:lnTo>
                  <a:pt x="941986" y="15910"/>
                </a:lnTo>
                <a:lnTo>
                  <a:pt x="942186" y="16128"/>
                </a:lnTo>
                <a:lnTo>
                  <a:pt x="942394" y="16340"/>
                </a:lnTo>
                <a:lnTo>
                  <a:pt x="942612" y="16548"/>
                </a:lnTo>
                <a:lnTo>
                  <a:pt x="942842" y="16749"/>
                </a:lnTo>
                <a:lnTo>
                  <a:pt x="943083" y="16941"/>
                </a:lnTo>
                <a:lnTo>
                  <a:pt x="943337" y="17125"/>
                </a:lnTo>
                <a:lnTo>
                  <a:pt x="943604" y="17300"/>
                </a:lnTo>
                <a:lnTo>
                  <a:pt x="943883" y="17467"/>
                </a:lnTo>
                <a:lnTo>
                  <a:pt x="944174" y="17625"/>
                </a:lnTo>
                <a:lnTo>
                  <a:pt x="944479" y="17774"/>
                </a:lnTo>
                <a:lnTo>
                  <a:pt x="944795" y="17915"/>
                </a:lnTo>
                <a:lnTo>
                  <a:pt x="945125" y="18048"/>
                </a:lnTo>
                <a:lnTo>
                  <a:pt x="945466" y="18172"/>
                </a:lnTo>
                <a:lnTo>
                  <a:pt x="945821" y="18287"/>
                </a:lnTo>
                <a:lnTo>
                  <a:pt x="946187" y="18394"/>
                </a:lnTo>
                <a:lnTo>
                  <a:pt x="946567" y="18492"/>
                </a:lnTo>
                <a:lnTo>
                  <a:pt x="946958" y="18582"/>
                </a:lnTo>
                <a:lnTo>
                  <a:pt x="947363" y="18663"/>
                </a:lnTo>
                <a:lnTo>
                  <a:pt x="947780" y="18735"/>
                </a:lnTo>
                <a:lnTo>
                  <a:pt x="948209" y="18800"/>
                </a:lnTo>
                <a:lnTo>
                  <a:pt x="948651" y="18855"/>
                </a:lnTo>
                <a:lnTo>
                  <a:pt x="949105" y="18902"/>
                </a:lnTo>
                <a:lnTo>
                  <a:pt x="949572" y="18941"/>
                </a:lnTo>
                <a:lnTo>
                  <a:pt x="950052" y="18970"/>
                </a:lnTo>
                <a:lnTo>
                  <a:pt x="950544" y="18992"/>
                </a:lnTo>
                <a:lnTo>
                  <a:pt x="951048" y="19005"/>
                </a:lnTo>
                <a:lnTo>
                  <a:pt x="951565" y="19009"/>
                </a:lnTo>
                <a:lnTo>
                  <a:pt x="954536" y="19009"/>
                </a:lnTo>
                <a:lnTo>
                  <a:pt x="954536" y="94196"/>
                </a:lnTo>
                <a:lnTo>
                  <a:pt x="951565" y="94196"/>
                </a:lnTo>
                <a:lnTo>
                  <a:pt x="951055" y="94200"/>
                </a:lnTo>
                <a:lnTo>
                  <a:pt x="950557" y="94213"/>
                </a:lnTo>
                <a:lnTo>
                  <a:pt x="950071" y="94233"/>
                </a:lnTo>
                <a:lnTo>
                  <a:pt x="949597" y="94262"/>
                </a:lnTo>
                <a:lnTo>
                  <a:pt x="949135" y="94299"/>
                </a:lnTo>
                <a:lnTo>
                  <a:pt x="948685" y="94345"/>
                </a:lnTo>
                <a:lnTo>
                  <a:pt x="948248" y="94398"/>
                </a:lnTo>
                <a:lnTo>
                  <a:pt x="947822" y="94460"/>
                </a:lnTo>
                <a:lnTo>
                  <a:pt x="947408" y="94530"/>
                </a:lnTo>
                <a:lnTo>
                  <a:pt x="947007" y="94609"/>
                </a:lnTo>
                <a:lnTo>
                  <a:pt x="946618" y="94695"/>
                </a:lnTo>
                <a:lnTo>
                  <a:pt x="946240" y="94790"/>
                </a:lnTo>
                <a:lnTo>
                  <a:pt x="945875" y="94893"/>
                </a:lnTo>
                <a:lnTo>
                  <a:pt x="945522" y="95005"/>
                </a:lnTo>
                <a:lnTo>
                  <a:pt x="945181" y="95124"/>
                </a:lnTo>
                <a:lnTo>
                  <a:pt x="944852" y="95252"/>
                </a:lnTo>
                <a:lnTo>
                  <a:pt x="944535" y="95388"/>
                </a:lnTo>
                <a:lnTo>
                  <a:pt x="944230" y="95533"/>
                </a:lnTo>
                <a:lnTo>
                  <a:pt x="943937" y="95685"/>
                </a:lnTo>
                <a:lnTo>
                  <a:pt x="943657" y="95846"/>
                </a:lnTo>
                <a:lnTo>
                  <a:pt x="943388" y="96015"/>
                </a:lnTo>
                <a:lnTo>
                  <a:pt x="943132" y="96193"/>
                </a:lnTo>
                <a:lnTo>
                  <a:pt x="942887" y="96378"/>
                </a:lnTo>
                <a:lnTo>
                  <a:pt x="942655" y="96572"/>
                </a:lnTo>
                <a:lnTo>
                  <a:pt x="942433" y="96773"/>
                </a:lnTo>
                <a:lnTo>
                  <a:pt x="942221" y="96979"/>
                </a:lnTo>
                <a:lnTo>
                  <a:pt x="942018" y="97190"/>
                </a:lnTo>
                <a:lnTo>
                  <a:pt x="941825" y="97407"/>
                </a:lnTo>
                <a:lnTo>
                  <a:pt x="941641" y="97629"/>
                </a:lnTo>
                <a:lnTo>
                  <a:pt x="941467" y="97856"/>
                </a:lnTo>
                <a:lnTo>
                  <a:pt x="941302" y="98088"/>
                </a:lnTo>
                <a:lnTo>
                  <a:pt x="941146" y="98326"/>
                </a:lnTo>
                <a:lnTo>
                  <a:pt x="941000" y="98569"/>
                </a:lnTo>
                <a:lnTo>
                  <a:pt x="940863" y="98817"/>
                </a:lnTo>
                <a:lnTo>
                  <a:pt x="940736" y="99071"/>
                </a:lnTo>
                <a:lnTo>
                  <a:pt x="940618" y="99330"/>
                </a:lnTo>
                <a:lnTo>
                  <a:pt x="940510" y="99594"/>
                </a:lnTo>
                <a:lnTo>
                  <a:pt x="940411" y="99864"/>
                </a:lnTo>
                <a:lnTo>
                  <a:pt x="940321" y="100139"/>
                </a:lnTo>
                <a:lnTo>
                  <a:pt x="940241" y="100419"/>
                </a:lnTo>
                <a:lnTo>
                  <a:pt x="940170" y="100705"/>
                </a:lnTo>
                <a:lnTo>
                  <a:pt x="940109" y="100996"/>
                </a:lnTo>
                <a:lnTo>
                  <a:pt x="940057" y="101292"/>
                </a:lnTo>
                <a:lnTo>
                  <a:pt x="940015" y="101593"/>
                </a:lnTo>
                <a:lnTo>
                  <a:pt x="939982" y="101900"/>
                </a:lnTo>
                <a:lnTo>
                  <a:pt x="939958" y="102212"/>
                </a:lnTo>
                <a:lnTo>
                  <a:pt x="939944" y="102529"/>
                </a:lnTo>
                <a:lnTo>
                  <a:pt x="939939" y="102852"/>
                </a:lnTo>
                <a:lnTo>
                  <a:pt x="939944" y="103175"/>
                </a:lnTo>
                <a:lnTo>
                  <a:pt x="939958" y="103492"/>
                </a:lnTo>
                <a:lnTo>
                  <a:pt x="939981" y="103805"/>
                </a:lnTo>
                <a:lnTo>
                  <a:pt x="940014" y="104113"/>
                </a:lnTo>
                <a:lnTo>
                  <a:pt x="940055" y="104416"/>
                </a:lnTo>
                <a:lnTo>
                  <a:pt x="940106" y="104714"/>
                </a:lnTo>
                <a:lnTo>
                  <a:pt x="940167" y="105006"/>
                </a:lnTo>
                <a:lnTo>
                  <a:pt x="940236" y="105294"/>
                </a:lnTo>
                <a:lnTo>
                  <a:pt x="940315" y="105577"/>
                </a:lnTo>
                <a:lnTo>
                  <a:pt x="940403" y="105854"/>
                </a:lnTo>
                <a:lnTo>
                  <a:pt x="940501" y="106127"/>
                </a:lnTo>
                <a:lnTo>
                  <a:pt x="940608" y="106395"/>
                </a:lnTo>
                <a:lnTo>
                  <a:pt x="940724" y="106658"/>
                </a:lnTo>
                <a:lnTo>
                  <a:pt x="940849" y="106915"/>
                </a:lnTo>
                <a:lnTo>
                  <a:pt x="940984" y="107168"/>
                </a:lnTo>
                <a:lnTo>
                  <a:pt x="941127" y="107416"/>
                </a:lnTo>
                <a:lnTo>
                  <a:pt x="941281" y="107658"/>
                </a:lnTo>
                <a:lnTo>
                  <a:pt x="941443" y="107896"/>
                </a:lnTo>
                <a:lnTo>
                  <a:pt x="941615" y="108128"/>
                </a:lnTo>
                <a:lnTo>
                  <a:pt x="941796" y="108356"/>
                </a:lnTo>
                <a:lnTo>
                  <a:pt x="941986" y="108579"/>
                </a:lnTo>
                <a:lnTo>
                  <a:pt x="942186" y="108796"/>
                </a:lnTo>
                <a:lnTo>
                  <a:pt x="942394" y="109009"/>
                </a:lnTo>
                <a:lnTo>
                  <a:pt x="942612" y="109217"/>
                </a:lnTo>
                <a:lnTo>
                  <a:pt x="942842" y="109417"/>
                </a:lnTo>
                <a:lnTo>
                  <a:pt x="943083" y="109610"/>
                </a:lnTo>
                <a:lnTo>
                  <a:pt x="943337" y="109793"/>
                </a:lnTo>
                <a:lnTo>
                  <a:pt x="943604" y="109968"/>
                </a:lnTo>
                <a:lnTo>
                  <a:pt x="943883" y="110135"/>
                </a:lnTo>
                <a:lnTo>
                  <a:pt x="944174" y="110293"/>
                </a:lnTo>
                <a:lnTo>
                  <a:pt x="944479" y="110443"/>
                </a:lnTo>
                <a:lnTo>
                  <a:pt x="944795" y="110584"/>
                </a:lnTo>
                <a:lnTo>
                  <a:pt x="945125" y="110716"/>
                </a:lnTo>
                <a:lnTo>
                  <a:pt x="945466" y="110840"/>
                </a:lnTo>
                <a:lnTo>
                  <a:pt x="945821" y="110955"/>
                </a:lnTo>
                <a:lnTo>
                  <a:pt x="946187" y="111062"/>
                </a:lnTo>
                <a:lnTo>
                  <a:pt x="946567" y="111161"/>
                </a:lnTo>
                <a:lnTo>
                  <a:pt x="946958" y="111250"/>
                </a:lnTo>
                <a:lnTo>
                  <a:pt x="947363" y="111331"/>
                </a:lnTo>
                <a:lnTo>
                  <a:pt x="947780" y="111404"/>
                </a:lnTo>
                <a:lnTo>
                  <a:pt x="948209" y="111468"/>
                </a:lnTo>
                <a:lnTo>
                  <a:pt x="948651" y="111524"/>
                </a:lnTo>
                <a:lnTo>
                  <a:pt x="949105" y="111571"/>
                </a:lnTo>
                <a:lnTo>
                  <a:pt x="949572" y="111609"/>
                </a:lnTo>
                <a:lnTo>
                  <a:pt x="950052" y="111639"/>
                </a:lnTo>
                <a:lnTo>
                  <a:pt x="950544" y="111660"/>
                </a:lnTo>
                <a:lnTo>
                  <a:pt x="951048" y="111673"/>
                </a:lnTo>
                <a:lnTo>
                  <a:pt x="951565" y="111677"/>
                </a:lnTo>
                <a:lnTo>
                  <a:pt x="971932" y="111677"/>
                </a:lnTo>
                <a:lnTo>
                  <a:pt x="971932" y="107299"/>
                </a:lnTo>
                <a:lnTo>
                  <a:pt x="972435" y="107588"/>
                </a:lnTo>
                <a:lnTo>
                  <a:pt x="972939" y="107871"/>
                </a:lnTo>
                <a:lnTo>
                  <a:pt x="973445" y="108148"/>
                </a:lnTo>
                <a:lnTo>
                  <a:pt x="973952" y="108419"/>
                </a:lnTo>
                <a:lnTo>
                  <a:pt x="974461" y="108685"/>
                </a:lnTo>
                <a:lnTo>
                  <a:pt x="974971" y="108944"/>
                </a:lnTo>
                <a:lnTo>
                  <a:pt x="975483" y="109197"/>
                </a:lnTo>
                <a:lnTo>
                  <a:pt x="975996" y="109445"/>
                </a:lnTo>
                <a:lnTo>
                  <a:pt x="976511" y="109686"/>
                </a:lnTo>
                <a:lnTo>
                  <a:pt x="977027" y="109922"/>
                </a:lnTo>
                <a:lnTo>
                  <a:pt x="977544" y="110152"/>
                </a:lnTo>
                <a:lnTo>
                  <a:pt x="978063" y="110375"/>
                </a:lnTo>
                <a:lnTo>
                  <a:pt x="978584" y="110593"/>
                </a:lnTo>
                <a:lnTo>
                  <a:pt x="979106" y="110805"/>
                </a:lnTo>
                <a:lnTo>
                  <a:pt x="979629" y="111011"/>
                </a:lnTo>
                <a:lnTo>
                  <a:pt x="980154" y="111211"/>
                </a:lnTo>
                <a:lnTo>
                  <a:pt x="980681" y="111405"/>
                </a:lnTo>
                <a:lnTo>
                  <a:pt x="981208" y="111593"/>
                </a:lnTo>
                <a:lnTo>
                  <a:pt x="981738" y="111776"/>
                </a:lnTo>
                <a:lnTo>
                  <a:pt x="982269" y="111952"/>
                </a:lnTo>
                <a:lnTo>
                  <a:pt x="982801" y="112122"/>
                </a:lnTo>
                <a:lnTo>
                  <a:pt x="983335" y="112287"/>
                </a:lnTo>
                <a:lnTo>
                  <a:pt x="983870" y="112445"/>
                </a:lnTo>
                <a:lnTo>
                  <a:pt x="984407" y="112598"/>
                </a:lnTo>
                <a:lnTo>
                  <a:pt x="984945" y="112744"/>
                </a:lnTo>
                <a:lnTo>
                  <a:pt x="985485" y="112884"/>
                </a:lnTo>
                <a:lnTo>
                  <a:pt x="986027" y="113018"/>
                </a:lnTo>
                <a:lnTo>
                  <a:pt x="986571" y="113146"/>
                </a:lnTo>
                <a:lnTo>
                  <a:pt x="987116" y="113268"/>
                </a:lnTo>
                <a:lnTo>
                  <a:pt x="987663" y="113383"/>
                </a:lnTo>
                <a:lnTo>
                  <a:pt x="988212" y="113492"/>
                </a:lnTo>
                <a:lnTo>
                  <a:pt x="988763" y="113595"/>
                </a:lnTo>
                <a:lnTo>
                  <a:pt x="989315" y="113692"/>
                </a:lnTo>
                <a:lnTo>
                  <a:pt x="989870" y="113782"/>
                </a:lnTo>
                <a:lnTo>
                  <a:pt x="990426" y="113866"/>
                </a:lnTo>
                <a:lnTo>
                  <a:pt x="990983" y="113944"/>
                </a:lnTo>
                <a:lnTo>
                  <a:pt x="991543" y="114016"/>
                </a:lnTo>
                <a:lnTo>
                  <a:pt x="992104" y="114081"/>
                </a:lnTo>
                <a:lnTo>
                  <a:pt x="992667" y="114141"/>
                </a:lnTo>
                <a:lnTo>
                  <a:pt x="993232" y="114194"/>
                </a:lnTo>
                <a:lnTo>
                  <a:pt x="993799" y="114240"/>
                </a:lnTo>
                <a:lnTo>
                  <a:pt x="994367" y="114281"/>
                </a:lnTo>
                <a:lnTo>
                  <a:pt x="994937" y="114315"/>
                </a:lnTo>
                <a:lnTo>
                  <a:pt x="995509" y="114343"/>
                </a:lnTo>
                <a:lnTo>
                  <a:pt x="996083" y="114365"/>
                </a:lnTo>
                <a:lnTo>
                  <a:pt x="996659" y="114381"/>
                </a:lnTo>
                <a:lnTo>
                  <a:pt x="997236" y="114390"/>
                </a:lnTo>
                <a:lnTo>
                  <a:pt x="997815" y="114393"/>
                </a:lnTo>
                <a:lnTo>
                  <a:pt x="999435" y="114373"/>
                </a:lnTo>
                <a:lnTo>
                  <a:pt x="1001029" y="114314"/>
                </a:lnTo>
                <a:lnTo>
                  <a:pt x="1002596" y="114216"/>
                </a:lnTo>
                <a:lnTo>
                  <a:pt x="1004137" y="114078"/>
                </a:lnTo>
                <a:lnTo>
                  <a:pt x="1005651" y="113901"/>
                </a:lnTo>
                <a:lnTo>
                  <a:pt x="1007139" y="113685"/>
                </a:lnTo>
                <a:lnTo>
                  <a:pt x="1008600" y="113429"/>
                </a:lnTo>
                <a:lnTo>
                  <a:pt x="1010035" y="113134"/>
                </a:lnTo>
                <a:lnTo>
                  <a:pt x="1011443" y="112800"/>
                </a:lnTo>
                <a:lnTo>
                  <a:pt x="1012825" y="112426"/>
                </a:lnTo>
                <a:lnTo>
                  <a:pt x="1014180" y="112013"/>
                </a:lnTo>
                <a:lnTo>
                  <a:pt x="1015508" y="111561"/>
                </a:lnTo>
                <a:lnTo>
                  <a:pt x="1016810" y="111069"/>
                </a:lnTo>
                <a:lnTo>
                  <a:pt x="1018086" y="110538"/>
                </a:lnTo>
                <a:lnTo>
                  <a:pt x="1019335" y="109968"/>
                </a:lnTo>
                <a:lnTo>
                  <a:pt x="1020558" y="109358"/>
                </a:lnTo>
                <a:lnTo>
                  <a:pt x="1021754" y="108709"/>
                </a:lnTo>
                <a:lnTo>
                  <a:pt x="1022923" y="108020"/>
                </a:lnTo>
                <a:lnTo>
                  <a:pt x="1024066" y="107293"/>
                </a:lnTo>
                <a:lnTo>
                  <a:pt x="1025183" y="106526"/>
                </a:lnTo>
                <a:lnTo>
                  <a:pt x="1026273" y="105719"/>
                </a:lnTo>
                <a:lnTo>
                  <a:pt x="1027336" y="104874"/>
                </a:lnTo>
                <a:lnTo>
                  <a:pt x="1028373" y="103988"/>
                </a:lnTo>
                <a:lnTo>
                  <a:pt x="1029383" y="103064"/>
                </a:lnTo>
                <a:lnTo>
                  <a:pt x="1030360" y="102110"/>
                </a:lnTo>
                <a:lnTo>
                  <a:pt x="1031294" y="101137"/>
                </a:lnTo>
                <a:lnTo>
                  <a:pt x="1032188" y="100145"/>
                </a:lnTo>
                <a:lnTo>
                  <a:pt x="1033039" y="99133"/>
                </a:lnTo>
                <a:lnTo>
                  <a:pt x="1033849" y="98102"/>
                </a:lnTo>
                <a:lnTo>
                  <a:pt x="1034618" y="97052"/>
                </a:lnTo>
                <a:lnTo>
                  <a:pt x="1035345" y="95983"/>
                </a:lnTo>
                <a:lnTo>
                  <a:pt x="1036031" y="94894"/>
                </a:lnTo>
                <a:lnTo>
                  <a:pt x="1036675" y="93786"/>
                </a:lnTo>
                <a:lnTo>
                  <a:pt x="1037277" y="92658"/>
                </a:lnTo>
                <a:lnTo>
                  <a:pt x="1037838" y="91512"/>
                </a:lnTo>
                <a:lnTo>
                  <a:pt x="1038357" y="90345"/>
                </a:lnTo>
                <a:lnTo>
                  <a:pt x="1038835" y="89160"/>
                </a:lnTo>
                <a:lnTo>
                  <a:pt x="1039271" y="87956"/>
                </a:lnTo>
                <a:lnTo>
                  <a:pt x="1039666" y="86732"/>
                </a:lnTo>
                <a:lnTo>
                  <a:pt x="1040019" y="85488"/>
                </a:lnTo>
                <a:lnTo>
                  <a:pt x="1040331" y="84226"/>
                </a:lnTo>
                <a:lnTo>
                  <a:pt x="1040601" y="82944"/>
                </a:lnTo>
                <a:lnTo>
                  <a:pt x="1040829" y="81643"/>
                </a:lnTo>
                <a:lnTo>
                  <a:pt x="1041016" y="80322"/>
                </a:lnTo>
                <a:lnTo>
                  <a:pt x="1041162" y="78983"/>
                </a:lnTo>
                <a:lnTo>
                  <a:pt x="1041266" y="77624"/>
                </a:lnTo>
                <a:lnTo>
                  <a:pt x="1041328" y="76245"/>
                </a:lnTo>
                <a:lnTo>
                  <a:pt x="1041349" y="74848"/>
                </a:lnTo>
                <a:lnTo>
                  <a:pt x="1041327" y="73386"/>
                </a:lnTo>
                <a:lnTo>
                  <a:pt x="1041261" y="71942"/>
                </a:lnTo>
                <a:lnTo>
                  <a:pt x="1041152" y="70516"/>
                </a:lnTo>
                <a:lnTo>
                  <a:pt x="1041000" y="69108"/>
                </a:lnTo>
                <a:lnTo>
                  <a:pt x="1040804" y="67718"/>
                </a:lnTo>
                <a:lnTo>
                  <a:pt x="1040564" y="66346"/>
                </a:lnTo>
                <a:lnTo>
                  <a:pt x="1040280" y="64992"/>
                </a:lnTo>
                <a:lnTo>
                  <a:pt x="1039953" y="63655"/>
                </a:lnTo>
                <a:lnTo>
                  <a:pt x="1039582" y="62337"/>
                </a:lnTo>
                <a:lnTo>
                  <a:pt x="1039168" y="61037"/>
                </a:lnTo>
                <a:lnTo>
                  <a:pt x="1038710" y="59755"/>
                </a:lnTo>
                <a:lnTo>
                  <a:pt x="1038209" y="58491"/>
                </a:lnTo>
                <a:lnTo>
                  <a:pt x="1037664" y="57244"/>
                </a:lnTo>
                <a:lnTo>
                  <a:pt x="1037075" y="56016"/>
                </a:lnTo>
                <a:lnTo>
                  <a:pt x="1036443" y="54806"/>
                </a:lnTo>
                <a:lnTo>
                  <a:pt x="1035767" y="53613"/>
                </a:lnTo>
                <a:lnTo>
                  <a:pt x="1035047" y="52439"/>
                </a:lnTo>
                <a:lnTo>
                  <a:pt x="1034284" y="51283"/>
                </a:lnTo>
                <a:lnTo>
                  <a:pt x="1033477" y="50144"/>
                </a:lnTo>
                <a:lnTo>
                  <a:pt x="1032627" y="49024"/>
                </a:lnTo>
                <a:lnTo>
                  <a:pt x="1031733" y="47921"/>
                </a:lnTo>
                <a:lnTo>
                  <a:pt x="1030795" y="46837"/>
                </a:lnTo>
                <a:lnTo>
                  <a:pt x="1029814" y="45770"/>
                </a:lnTo>
                <a:lnTo>
                  <a:pt x="1028789" y="44722"/>
                </a:lnTo>
                <a:lnTo>
                  <a:pt x="1027733" y="43704"/>
                </a:lnTo>
                <a:lnTo>
                  <a:pt x="1026658" y="42729"/>
                </a:lnTo>
                <a:lnTo>
                  <a:pt x="1025563" y="41798"/>
                </a:lnTo>
                <a:lnTo>
                  <a:pt x="1024449" y="40910"/>
                </a:lnTo>
                <a:lnTo>
                  <a:pt x="1023317" y="40066"/>
                </a:lnTo>
                <a:lnTo>
                  <a:pt x="1022165" y="39264"/>
                </a:lnTo>
                <a:lnTo>
                  <a:pt x="1020994" y="38506"/>
                </a:lnTo>
                <a:lnTo>
                  <a:pt x="1019803" y="37792"/>
                </a:lnTo>
                <a:lnTo>
                  <a:pt x="1018594" y="37120"/>
                </a:lnTo>
                <a:lnTo>
                  <a:pt x="1017365" y="36492"/>
                </a:lnTo>
                <a:lnTo>
                  <a:pt x="1016118" y="35907"/>
                </a:lnTo>
                <a:lnTo>
                  <a:pt x="1014851" y="35366"/>
                </a:lnTo>
                <a:lnTo>
                  <a:pt x="1013565" y="34868"/>
                </a:lnTo>
                <a:lnTo>
                  <a:pt x="1012259" y="34413"/>
                </a:lnTo>
                <a:lnTo>
                  <a:pt x="1010935" y="34002"/>
                </a:lnTo>
                <a:lnTo>
                  <a:pt x="1009592" y="33633"/>
                </a:lnTo>
                <a:lnTo>
                  <a:pt x="1008229" y="33309"/>
                </a:lnTo>
                <a:lnTo>
                  <a:pt x="1006847" y="33027"/>
                </a:lnTo>
                <a:lnTo>
                  <a:pt x="1005446" y="32789"/>
                </a:lnTo>
                <a:lnTo>
                  <a:pt x="1004026" y="32594"/>
                </a:lnTo>
                <a:lnTo>
                  <a:pt x="1002587" y="32442"/>
                </a:lnTo>
                <a:lnTo>
                  <a:pt x="1001129" y="32334"/>
                </a:lnTo>
                <a:lnTo>
                  <a:pt x="999651" y="32269"/>
                </a:lnTo>
                <a:lnTo>
                  <a:pt x="998154" y="32247"/>
                </a:lnTo>
                <a:lnTo>
                  <a:pt x="997596" y="32251"/>
                </a:lnTo>
                <a:lnTo>
                  <a:pt x="997038" y="32262"/>
                </a:lnTo>
                <a:lnTo>
                  <a:pt x="996480" y="32280"/>
                </a:lnTo>
                <a:lnTo>
                  <a:pt x="995923" y="32305"/>
                </a:lnTo>
                <a:lnTo>
                  <a:pt x="995366" y="32338"/>
                </a:lnTo>
                <a:lnTo>
                  <a:pt x="994810" y="32378"/>
                </a:lnTo>
                <a:lnTo>
                  <a:pt x="994254" y="32425"/>
                </a:lnTo>
                <a:lnTo>
                  <a:pt x="993699" y="32479"/>
                </a:lnTo>
                <a:lnTo>
                  <a:pt x="993144" y="32541"/>
                </a:lnTo>
                <a:lnTo>
                  <a:pt x="992590" y="32610"/>
                </a:lnTo>
                <a:lnTo>
                  <a:pt x="992036" y="32686"/>
                </a:lnTo>
                <a:lnTo>
                  <a:pt x="991482" y="32770"/>
                </a:lnTo>
                <a:lnTo>
                  <a:pt x="990929" y="32860"/>
                </a:lnTo>
                <a:lnTo>
                  <a:pt x="990376" y="32958"/>
                </a:lnTo>
                <a:lnTo>
                  <a:pt x="989824" y="33064"/>
                </a:lnTo>
                <a:lnTo>
                  <a:pt x="989272" y="33176"/>
                </a:lnTo>
                <a:lnTo>
                  <a:pt x="988721" y="33296"/>
                </a:lnTo>
                <a:lnTo>
                  <a:pt x="988170" y="33423"/>
                </a:lnTo>
                <a:lnTo>
                  <a:pt x="987619" y="33557"/>
                </a:lnTo>
                <a:lnTo>
                  <a:pt x="987069" y="33698"/>
                </a:lnTo>
                <a:lnTo>
                  <a:pt x="986520" y="33847"/>
                </a:lnTo>
                <a:lnTo>
                  <a:pt x="985970" y="34003"/>
                </a:lnTo>
                <a:lnTo>
                  <a:pt x="985422" y="34166"/>
                </a:lnTo>
                <a:lnTo>
                  <a:pt x="984873" y="34337"/>
                </a:lnTo>
                <a:lnTo>
                  <a:pt x="984326" y="34515"/>
                </a:lnTo>
                <a:lnTo>
                  <a:pt x="983779" y="34700"/>
                </a:lnTo>
                <a:lnTo>
                  <a:pt x="983233" y="34892"/>
                </a:lnTo>
                <a:lnTo>
                  <a:pt x="982687" y="35092"/>
                </a:lnTo>
                <a:lnTo>
                  <a:pt x="982142" y="35298"/>
                </a:lnTo>
                <a:lnTo>
                  <a:pt x="981598" y="35512"/>
                </a:lnTo>
                <a:lnTo>
                  <a:pt x="981055" y="35734"/>
                </a:lnTo>
                <a:lnTo>
                  <a:pt x="980513" y="35962"/>
                </a:lnTo>
                <a:lnTo>
                  <a:pt x="979971" y="36198"/>
                </a:lnTo>
                <a:lnTo>
                  <a:pt x="979430" y="36441"/>
                </a:lnTo>
                <a:lnTo>
                  <a:pt x="978889" y="36691"/>
                </a:lnTo>
                <a:lnTo>
                  <a:pt x="978350" y="36948"/>
                </a:lnTo>
                <a:lnTo>
                  <a:pt x="977811" y="37213"/>
                </a:lnTo>
                <a:lnTo>
                  <a:pt x="977273" y="37485"/>
                </a:lnTo>
                <a:lnTo>
                  <a:pt x="976735" y="37764"/>
                </a:lnTo>
                <a:lnTo>
                  <a:pt x="976199" y="38051"/>
                </a:lnTo>
                <a:lnTo>
                  <a:pt x="975663" y="38345"/>
                </a:lnTo>
                <a:lnTo>
                  <a:pt x="975128" y="38646"/>
                </a:lnTo>
                <a:lnTo>
                  <a:pt x="974593" y="38954"/>
                </a:lnTo>
                <a:lnTo>
                  <a:pt x="974060" y="39269"/>
                </a:lnTo>
                <a:lnTo>
                  <a:pt x="973527" y="39592"/>
                </a:lnTo>
                <a:lnTo>
                  <a:pt x="972994" y="39922"/>
                </a:lnTo>
                <a:lnTo>
                  <a:pt x="972463" y="40259"/>
                </a:lnTo>
                <a:lnTo>
                  <a:pt x="971932" y="40603"/>
                </a:lnTo>
                <a:lnTo>
                  <a:pt x="971932" y="1527"/>
                </a:lnTo>
                <a:lnTo>
                  <a:pt x="951565" y="1527"/>
                </a:lnTo>
                <a:lnTo>
                  <a:pt x="951048" y="1532"/>
                </a:lnTo>
                <a:lnTo>
                  <a:pt x="950544" y="1544"/>
                </a:lnTo>
                <a:lnTo>
                  <a:pt x="950052" y="1565"/>
                </a:lnTo>
                <a:close/>
                <a:moveTo>
                  <a:pt x="1023762" y="78362"/>
                </a:moveTo>
                <a:lnTo>
                  <a:pt x="1023656" y="79087"/>
                </a:lnTo>
                <a:lnTo>
                  <a:pt x="1023525" y="79802"/>
                </a:lnTo>
                <a:lnTo>
                  <a:pt x="1023371" y="80506"/>
                </a:lnTo>
                <a:lnTo>
                  <a:pt x="1023193" y="81198"/>
                </a:lnTo>
                <a:lnTo>
                  <a:pt x="1022991" y="81880"/>
                </a:lnTo>
                <a:lnTo>
                  <a:pt x="1022766" y="82551"/>
                </a:lnTo>
                <a:lnTo>
                  <a:pt x="1022517" y="83210"/>
                </a:lnTo>
                <a:lnTo>
                  <a:pt x="1022244" y="83859"/>
                </a:lnTo>
                <a:lnTo>
                  <a:pt x="1021948" y="84496"/>
                </a:lnTo>
                <a:lnTo>
                  <a:pt x="1021628" y="85123"/>
                </a:lnTo>
                <a:lnTo>
                  <a:pt x="1021284" y="85739"/>
                </a:lnTo>
                <a:lnTo>
                  <a:pt x="1020916" y="86343"/>
                </a:lnTo>
                <a:lnTo>
                  <a:pt x="1020525" y="86937"/>
                </a:lnTo>
                <a:lnTo>
                  <a:pt x="1020109" y="87519"/>
                </a:lnTo>
                <a:lnTo>
                  <a:pt x="1019671" y="88091"/>
                </a:lnTo>
                <a:lnTo>
                  <a:pt x="1019208" y="88651"/>
                </a:lnTo>
                <a:lnTo>
                  <a:pt x="1018722" y="89201"/>
                </a:lnTo>
                <a:lnTo>
                  <a:pt x="1018212" y="89739"/>
                </a:lnTo>
                <a:lnTo>
                  <a:pt x="1017678" y="90267"/>
                </a:lnTo>
                <a:lnTo>
                  <a:pt x="1017121" y="90783"/>
                </a:lnTo>
                <a:lnTo>
                  <a:pt x="1016542" y="91283"/>
                </a:lnTo>
                <a:lnTo>
                  <a:pt x="1015944" y="91762"/>
                </a:lnTo>
                <a:lnTo>
                  <a:pt x="1015326" y="92219"/>
                </a:lnTo>
                <a:lnTo>
                  <a:pt x="1014689" y="92656"/>
                </a:lnTo>
                <a:lnTo>
                  <a:pt x="1014033" y="93071"/>
                </a:lnTo>
                <a:lnTo>
                  <a:pt x="1013358" y="93464"/>
                </a:lnTo>
                <a:lnTo>
                  <a:pt x="1012663" y="93837"/>
                </a:lnTo>
                <a:lnTo>
                  <a:pt x="1011949" y="94188"/>
                </a:lnTo>
                <a:lnTo>
                  <a:pt x="1011216" y="94518"/>
                </a:lnTo>
                <a:lnTo>
                  <a:pt x="1010463" y="94826"/>
                </a:lnTo>
                <a:lnTo>
                  <a:pt x="1009691" y="95113"/>
                </a:lnTo>
                <a:lnTo>
                  <a:pt x="1008900" y="95379"/>
                </a:lnTo>
                <a:lnTo>
                  <a:pt x="1008089" y="95624"/>
                </a:lnTo>
                <a:lnTo>
                  <a:pt x="1007259" y="95848"/>
                </a:lnTo>
                <a:lnTo>
                  <a:pt x="1006410" y="96050"/>
                </a:lnTo>
                <a:lnTo>
                  <a:pt x="1005542" y="96231"/>
                </a:lnTo>
                <a:lnTo>
                  <a:pt x="1004654" y="96390"/>
                </a:lnTo>
                <a:lnTo>
                  <a:pt x="1003747" y="96529"/>
                </a:lnTo>
                <a:lnTo>
                  <a:pt x="1002821" y="96646"/>
                </a:lnTo>
                <a:lnTo>
                  <a:pt x="1001875" y="96741"/>
                </a:lnTo>
                <a:lnTo>
                  <a:pt x="1000910" y="96816"/>
                </a:lnTo>
                <a:lnTo>
                  <a:pt x="999926" y="96869"/>
                </a:lnTo>
                <a:lnTo>
                  <a:pt x="998922" y="96901"/>
                </a:lnTo>
                <a:lnTo>
                  <a:pt x="997900" y="96912"/>
                </a:lnTo>
                <a:lnTo>
                  <a:pt x="996877" y="96901"/>
                </a:lnTo>
                <a:lnTo>
                  <a:pt x="995874" y="96869"/>
                </a:lnTo>
                <a:lnTo>
                  <a:pt x="994890" y="96816"/>
                </a:lnTo>
                <a:lnTo>
                  <a:pt x="993925" y="96741"/>
                </a:lnTo>
                <a:lnTo>
                  <a:pt x="992980" y="96646"/>
                </a:lnTo>
                <a:lnTo>
                  <a:pt x="992055" y="96529"/>
                </a:lnTo>
                <a:lnTo>
                  <a:pt x="991149" y="96390"/>
                </a:lnTo>
                <a:lnTo>
                  <a:pt x="990262" y="96231"/>
                </a:lnTo>
                <a:lnTo>
                  <a:pt x="989395" y="96050"/>
                </a:lnTo>
                <a:lnTo>
                  <a:pt x="988547" y="95848"/>
                </a:lnTo>
                <a:lnTo>
                  <a:pt x="987719" y="95624"/>
                </a:lnTo>
                <a:lnTo>
                  <a:pt x="986910" y="95379"/>
                </a:lnTo>
                <a:lnTo>
                  <a:pt x="986121" y="95113"/>
                </a:lnTo>
                <a:lnTo>
                  <a:pt x="985351" y="94826"/>
                </a:lnTo>
                <a:lnTo>
                  <a:pt x="984600" y="94518"/>
                </a:lnTo>
                <a:lnTo>
                  <a:pt x="983869" y="94188"/>
                </a:lnTo>
                <a:lnTo>
                  <a:pt x="983158" y="93837"/>
                </a:lnTo>
                <a:lnTo>
                  <a:pt x="982465" y="93464"/>
                </a:lnTo>
                <a:lnTo>
                  <a:pt x="981793" y="93071"/>
                </a:lnTo>
                <a:lnTo>
                  <a:pt x="981140" y="92656"/>
                </a:lnTo>
                <a:lnTo>
                  <a:pt x="980506" y="92219"/>
                </a:lnTo>
                <a:lnTo>
                  <a:pt x="979891" y="91762"/>
                </a:lnTo>
                <a:lnTo>
                  <a:pt x="979296" y="91283"/>
                </a:lnTo>
                <a:lnTo>
                  <a:pt x="978721" y="90783"/>
                </a:lnTo>
                <a:lnTo>
                  <a:pt x="978167" y="90266"/>
                </a:lnTo>
                <a:lnTo>
                  <a:pt x="977637" y="89737"/>
                </a:lnTo>
                <a:lnTo>
                  <a:pt x="977130" y="89197"/>
                </a:lnTo>
                <a:lnTo>
                  <a:pt x="976647" y="88644"/>
                </a:lnTo>
                <a:lnTo>
                  <a:pt x="976187" y="88080"/>
                </a:lnTo>
                <a:lnTo>
                  <a:pt x="975751" y="87503"/>
                </a:lnTo>
                <a:lnTo>
                  <a:pt x="975338" y="86915"/>
                </a:lnTo>
                <a:lnTo>
                  <a:pt x="974949" y="86315"/>
                </a:lnTo>
                <a:lnTo>
                  <a:pt x="974584" y="85703"/>
                </a:lnTo>
                <a:lnTo>
                  <a:pt x="974242" y="85079"/>
                </a:lnTo>
                <a:lnTo>
                  <a:pt x="973924" y="84444"/>
                </a:lnTo>
                <a:lnTo>
                  <a:pt x="973629" y="83796"/>
                </a:lnTo>
                <a:lnTo>
                  <a:pt x="973358" y="83136"/>
                </a:lnTo>
                <a:lnTo>
                  <a:pt x="973111" y="82465"/>
                </a:lnTo>
                <a:lnTo>
                  <a:pt x="972887" y="81782"/>
                </a:lnTo>
                <a:lnTo>
                  <a:pt x="972686" y="81086"/>
                </a:lnTo>
                <a:lnTo>
                  <a:pt x="972510" y="80379"/>
                </a:lnTo>
                <a:lnTo>
                  <a:pt x="972356" y="79660"/>
                </a:lnTo>
                <a:lnTo>
                  <a:pt x="972227" y="78930"/>
                </a:lnTo>
                <a:lnTo>
                  <a:pt x="972121" y="78187"/>
                </a:lnTo>
                <a:lnTo>
                  <a:pt x="972038" y="77432"/>
                </a:lnTo>
                <a:lnTo>
                  <a:pt x="971979" y="76666"/>
                </a:lnTo>
                <a:lnTo>
                  <a:pt x="971944" y="75887"/>
                </a:lnTo>
                <a:lnTo>
                  <a:pt x="971932" y="75097"/>
                </a:lnTo>
                <a:lnTo>
                  <a:pt x="971945" y="74228"/>
                </a:lnTo>
                <a:lnTo>
                  <a:pt x="971985" y="73370"/>
                </a:lnTo>
                <a:lnTo>
                  <a:pt x="972050" y="72523"/>
                </a:lnTo>
                <a:lnTo>
                  <a:pt x="972142" y="71686"/>
                </a:lnTo>
                <a:lnTo>
                  <a:pt x="972260" y="70860"/>
                </a:lnTo>
                <a:lnTo>
                  <a:pt x="972404" y="70044"/>
                </a:lnTo>
                <a:lnTo>
                  <a:pt x="972575" y="69239"/>
                </a:lnTo>
                <a:lnTo>
                  <a:pt x="972771" y="68445"/>
                </a:lnTo>
                <a:lnTo>
                  <a:pt x="972994" y="67661"/>
                </a:lnTo>
                <a:lnTo>
                  <a:pt x="973243" y="66887"/>
                </a:lnTo>
                <a:lnTo>
                  <a:pt x="973519" y="66125"/>
                </a:lnTo>
                <a:lnTo>
                  <a:pt x="973820" y="65372"/>
                </a:lnTo>
                <a:lnTo>
                  <a:pt x="974148" y="64631"/>
                </a:lnTo>
                <a:lnTo>
                  <a:pt x="974502" y="63900"/>
                </a:lnTo>
                <a:lnTo>
                  <a:pt x="974882" y="63179"/>
                </a:lnTo>
                <a:lnTo>
                  <a:pt x="975289" y="62469"/>
                </a:lnTo>
                <a:lnTo>
                  <a:pt x="975722" y="61770"/>
                </a:lnTo>
                <a:lnTo>
                  <a:pt x="976180" y="61081"/>
                </a:lnTo>
                <a:lnTo>
                  <a:pt x="976666" y="60403"/>
                </a:lnTo>
                <a:lnTo>
                  <a:pt x="977177" y="59735"/>
                </a:lnTo>
                <a:lnTo>
                  <a:pt x="977715" y="59078"/>
                </a:lnTo>
                <a:lnTo>
                  <a:pt x="978278" y="58431"/>
                </a:lnTo>
                <a:lnTo>
                  <a:pt x="978868" y="57795"/>
                </a:lnTo>
                <a:lnTo>
                  <a:pt x="979485" y="57170"/>
                </a:lnTo>
                <a:lnTo>
                  <a:pt x="980120" y="56563"/>
                </a:lnTo>
                <a:lnTo>
                  <a:pt x="980767" y="55981"/>
                </a:lnTo>
                <a:lnTo>
                  <a:pt x="981425" y="55426"/>
                </a:lnTo>
                <a:lnTo>
                  <a:pt x="982094" y="54896"/>
                </a:lnTo>
                <a:lnTo>
                  <a:pt x="982775" y="54392"/>
                </a:lnTo>
                <a:lnTo>
                  <a:pt x="983468" y="53914"/>
                </a:lnTo>
                <a:lnTo>
                  <a:pt x="984172" y="53462"/>
                </a:lnTo>
                <a:lnTo>
                  <a:pt x="984888" y="53036"/>
                </a:lnTo>
                <a:lnTo>
                  <a:pt x="985615" y="52635"/>
                </a:lnTo>
                <a:lnTo>
                  <a:pt x="986353" y="52261"/>
                </a:lnTo>
                <a:lnTo>
                  <a:pt x="987103" y="51912"/>
                </a:lnTo>
                <a:lnTo>
                  <a:pt x="987865" y="51589"/>
                </a:lnTo>
                <a:lnTo>
                  <a:pt x="988638" y="51292"/>
                </a:lnTo>
                <a:lnTo>
                  <a:pt x="989422" y="51021"/>
                </a:lnTo>
                <a:lnTo>
                  <a:pt x="990218" y="50775"/>
                </a:lnTo>
                <a:lnTo>
                  <a:pt x="991026" y="50556"/>
                </a:lnTo>
                <a:lnTo>
                  <a:pt x="991845" y="50362"/>
                </a:lnTo>
                <a:lnTo>
                  <a:pt x="992675" y="50194"/>
                </a:lnTo>
                <a:lnTo>
                  <a:pt x="993517" y="50052"/>
                </a:lnTo>
                <a:lnTo>
                  <a:pt x="994371" y="49935"/>
                </a:lnTo>
                <a:lnTo>
                  <a:pt x="995236" y="49845"/>
                </a:lnTo>
                <a:lnTo>
                  <a:pt x="996112" y="49780"/>
                </a:lnTo>
                <a:lnTo>
                  <a:pt x="997000" y="49742"/>
                </a:lnTo>
                <a:lnTo>
                  <a:pt x="997900" y="49729"/>
                </a:lnTo>
                <a:lnTo>
                  <a:pt x="998806" y="49742"/>
                </a:lnTo>
                <a:lnTo>
                  <a:pt x="999701" y="49780"/>
                </a:lnTo>
                <a:lnTo>
                  <a:pt x="1000583" y="49845"/>
                </a:lnTo>
                <a:lnTo>
                  <a:pt x="1001454" y="49935"/>
                </a:lnTo>
                <a:lnTo>
                  <a:pt x="1002314" y="50052"/>
                </a:lnTo>
                <a:lnTo>
                  <a:pt x="1003161" y="50194"/>
                </a:lnTo>
                <a:lnTo>
                  <a:pt x="1003997" y="50362"/>
                </a:lnTo>
                <a:lnTo>
                  <a:pt x="1004821" y="50556"/>
                </a:lnTo>
                <a:lnTo>
                  <a:pt x="1005633" y="50775"/>
                </a:lnTo>
                <a:lnTo>
                  <a:pt x="1006433" y="51021"/>
                </a:lnTo>
                <a:lnTo>
                  <a:pt x="1007221" y="51292"/>
                </a:lnTo>
                <a:lnTo>
                  <a:pt x="1007998" y="51589"/>
                </a:lnTo>
                <a:lnTo>
                  <a:pt x="1008763" y="51912"/>
                </a:lnTo>
                <a:lnTo>
                  <a:pt x="1009516" y="52261"/>
                </a:lnTo>
                <a:lnTo>
                  <a:pt x="1010258" y="52635"/>
                </a:lnTo>
                <a:lnTo>
                  <a:pt x="1010987" y="53036"/>
                </a:lnTo>
                <a:lnTo>
                  <a:pt x="1011705" y="53462"/>
                </a:lnTo>
                <a:lnTo>
                  <a:pt x="1012411" y="53914"/>
                </a:lnTo>
                <a:lnTo>
                  <a:pt x="1013105" y="54392"/>
                </a:lnTo>
                <a:lnTo>
                  <a:pt x="1013788" y="54896"/>
                </a:lnTo>
                <a:lnTo>
                  <a:pt x="1014458" y="55426"/>
                </a:lnTo>
                <a:lnTo>
                  <a:pt x="1015117" y="55981"/>
                </a:lnTo>
                <a:lnTo>
                  <a:pt x="1015764" y="56563"/>
                </a:lnTo>
                <a:lnTo>
                  <a:pt x="1016399" y="57170"/>
                </a:lnTo>
                <a:lnTo>
                  <a:pt x="1017016" y="57796"/>
                </a:lnTo>
                <a:lnTo>
                  <a:pt x="1017606" y="58433"/>
                </a:lnTo>
                <a:lnTo>
                  <a:pt x="1018170" y="59082"/>
                </a:lnTo>
                <a:lnTo>
                  <a:pt x="1018707" y="59742"/>
                </a:lnTo>
                <a:lnTo>
                  <a:pt x="1019219" y="60414"/>
                </a:lnTo>
                <a:lnTo>
                  <a:pt x="1019704" y="61097"/>
                </a:lnTo>
                <a:lnTo>
                  <a:pt x="1020163" y="61791"/>
                </a:lnTo>
                <a:lnTo>
                  <a:pt x="1020595" y="62497"/>
                </a:lnTo>
                <a:lnTo>
                  <a:pt x="1021002" y="63215"/>
                </a:lnTo>
                <a:lnTo>
                  <a:pt x="1021382" y="63943"/>
                </a:lnTo>
                <a:lnTo>
                  <a:pt x="1021736" y="64684"/>
                </a:lnTo>
                <a:lnTo>
                  <a:pt x="1022064" y="65435"/>
                </a:lnTo>
                <a:lnTo>
                  <a:pt x="1022365" y="66199"/>
                </a:lnTo>
                <a:lnTo>
                  <a:pt x="1022641" y="66973"/>
                </a:lnTo>
                <a:lnTo>
                  <a:pt x="1022890" y="67759"/>
                </a:lnTo>
                <a:lnTo>
                  <a:pt x="1023113" y="68557"/>
                </a:lnTo>
                <a:lnTo>
                  <a:pt x="1023310" y="69366"/>
                </a:lnTo>
                <a:lnTo>
                  <a:pt x="1023480" y="70186"/>
                </a:lnTo>
                <a:lnTo>
                  <a:pt x="1023624" y="71018"/>
                </a:lnTo>
                <a:lnTo>
                  <a:pt x="1023742" y="71861"/>
                </a:lnTo>
                <a:lnTo>
                  <a:pt x="1023834" y="72716"/>
                </a:lnTo>
                <a:lnTo>
                  <a:pt x="1023900" y="73582"/>
                </a:lnTo>
                <a:lnTo>
                  <a:pt x="1023939" y="74460"/>
                </a:lnTo>
                <a:lnTo>
                  <a:pt x="1023952" y="75349"/>
                </a:lnTo>
                <a:lnTo>
                  <a:pt x="1023940" y="76119"/>
                </a:lnTo>
                <a:lnTo>
                  <a:pt x="1023905" y="76877"/>
                </a:lnTo>
                <a:lnTo>
                  <a:pt x="1023845" y="77625"/>
                </a:lnTo>
                <a:lnTo>
                  <a:pt x="1023762" y="78362"/>
                </a:lnTo>
                <a:close/>
                <a:moveTo>
                  <a:pt x="570652" y="74174"/>
                </a:moveTo>
                <a:lnTo>
                  <a:pt x="570725" y="75379"/>
                </a:lnTo>
                <a:lnTo>
                  <a:pt x="570814" y="76586"/>
                </a:lnTo>
                <a:lnTo>
                  <a:pt x="570919" y="77795"/>
                </a:lnTo>
                <a:lnTo>
                  <a:pt x="571041" y="79007"/>
                </a:lnTo>
                <a:lnTo>
                  <a:pt x="571179" y="80220"/>
                </a:lnTo>
                <a:lnTo>
                  <a:pt x="571332" y="81436"/>
                </a:lnTo>
                <a:lnTo>
                  <a:pt x="571503" y="82653"/>
                </a:lnTo>
                <a:lnTo>
                  <a:pt x="571689" y="83873"/>
                </a:lnTo>
                <a:lnTo>
                  <a:pt x="571892" y="85095"/>
                </a:lnTo>
                <a:lnTo>
                  <a:pt x="572110" y="86318"/>
                </a:lnTo>
                <a:lnTo>
                  <a:pt x="572345" y="87544"/>
                </a:lnTo>
                <a:lnTo>
                  <a:pt x="572597" y="88772"/>
                </a:lnTo>
                <a:lnTo>
                  <a:pt x="572864" y="90002"/>
                </a:lnTo>
                <a:lnTo>
                  <a:pt x="573148" y="91234"/>
                </a:lnTo>
                <a:lnTo>
                  <a:pt x="573447" y="92468"/>
                </a:lnTo>
                <a:lnTo>
                  <a:pt x="573763" y="93704"/>
                </a:lnTo>
                <a:lnTo>
                  <a:pt x="574096" y="94943"/>
                </a:lnTo>
                <a:lnTo>
                  <a:pt x="574444" y="96183"/>
                </a:lnTo>
                <a:lnTo>
                  <a:pt x="574809" y="97425"/>
                </a:lnTo>
                <a:lnTo>
                  <a:pt x="575190" y="98670"/>
                </a:lnTo>
                <a:lnTo>
                  <a:pt x="575446" y="99493"/>
                </a:lnTo>
                <a:lnTo>
                  <a:pt x="575720" y="100334"/>
                </a:lnTo>
                <a:lnTo>
                  <a:pt x="576012" y="101193"/>
                </a:lnTo>
                <a:lnTo>
                  <a:pt x="576321" y="102071"/>
                </a:lnTo>
                <a:lnTo>
                  <a:pt x="576648" y="102967"/>
                </a:lnTo>
                <a:lnTo>
                  <a:pt x="576993" y="103881"/>
                </a:lnTo>
                <a:lnTo>
                  <a:pt x="577355" y="104814"/>
                </a:lnTo>
                <a:lnTo>
                  <a:pt x="577735" y="105764"/>
                </a:lnTo>
                <a:lnTo>
                  <a:pt x="578133" y="106733"/>
                </a:lnTo>
                <a:lnTo>
                  <a:pt x="578549" y="107721"/>
                </a:lnTo>
                <a:lnTo>
                  <a:pt x="578982" y="108726"/>
                </a:lnTo>
                <a:lnTo>
                  <a:pt x="579433" y="109750"/>
                </a:lnTo>
                <a:lnTo>
                  <a:pt x="579901" y="110792"/>
                </a:lnTo>
                <a:lnTo>
                  <a:pt x="580387" y="111853"/>
                </a:lnTo>
                <a:lnTo>
                  <a:pt x="580891" y="112932"/>
                </a:lnTo>
                <a:lnTo>
                  <a:pt x="581413" y="114029"/>
                </a:lnTo>
                <a:lnTo>
                  <a:pt x="581952" y="115144"/>
                </a:lnTo>
                <a:lnTo>
                  <a:pt x="582509" y="116277"/>
                </a:lnTo>
                <a:lnTo>
                  <a:pt x="583083" y="117429"/>
                </a:lnTo>
                <a:lnTo>
                  <a:pt x="583676" y="118599"/>
                </a:lnTo>
                <a:lnTo>
                  <a:pt x="584286" y="119788"/>
                </a:lnTo>
                <a:lnTo>
                  <a:pt x="584913" y="120994"/>
                </a:lnTo>
                <a:lnTo>
                  <a:pt x="585559" y="122219"/>
                </a:lnTo>
                <a:lnTo>
                  <a:pt x="586222" y="123463"/>
                </a:lnTo>
                <a:lnTo>
                  <a:pt x="586684" y="124313"/>
                </a:lnTo>
                <a:lnTo>
                  <a:pt x="587140" y="125138"/>
                </a:lnTo>
                <a:lnTo>
                  <a:pt x="587587" y="125937"/>
                </a:lnTo>
                <a:lnTo>
                  <a:pt x="588027" y="126711"/>
                </a:lnTo>
                <a:lnTo>
                  <a:pt x="588459" y="127459"/>
                </a:lnTo>
                <a:lnTo>
                  <a:pt x="588884" y="128181"/>
                </a:lnTo>
                <a:lnTo>
                  <a:pt x="589301" y="128878"/>
                </a:lnTo>
                <a:lnTo>
                  <a:pt x="589710" y="129549"/>
                </a:lnTo>
                <a:lnTo>
                  <a:pt x="590112" y="130194"/>
                </a:lnTo>
                <a:lnTo>
                  <a:pt x="590506" y="130814"/>
                </a:lnTo>
                <a:lnTo>
                  <a:pt x="590892" y="131408"/>
                </a:lnTo>
                <a:lnTo>
                  <a:pt x="591271" y="131977"/>
                </a:lnTo>
                <a:lnTo>
                  <a:pt x="591642" y="132519"/>
                </a:lnTo>
                <a:lnTo>
                  <a:pt x="592005" y="133036"/>
                </a:lnTo>
                <a:lnTo>
                  <a:pt x="592361" y="133528"/>
                </a:lnTo>
                <a:lnTo>
                  <a:pt x="592709" y="133994"/>
                </a:lnTo>
                <a:lnTo>
                  <a:pt x="593049" y="134434"/>
                </a:lnTo>
                <a:lnTo>
                  <a:pt x="593382" y="134848"/>
                </a:lnTo>
                <a:lnTo>
                  <a:pt x="593707" y="135237"/>
                </a:lnTo>
                <a:lnTo>
                  <a:pt x="594024" y="135600"/>
                </a:lnTo>
                <a:lnTo>
                  <a:pt x="594334" y="135938"/>
                </a:lnTo>
                <a:lnTo>
                  <a:pt x="594636" y="136250"/>
                </a:lnTo>
                <a:lnTo>
                  <a:pt x="594930" y="136536"/>
                </a:lnTo>
                <a:lnTo>
                  <a:pt x="595217" y="136796"/>
                </a:lnTo>
                <a:lnTo>
                  <a:pt x="595416" y="136963"/>
                </a:lnTo>
                <a:lnTo>
                  <a:pt x="595618" y="137122"/>
                </a:lnTo>
                <a:lnTo>
                  <a:pt x="595823" y="137274"/>
                </a:lnTo>
                <a:lnTo>
                  <a:pt x="596030" y="137419"/>
                </a:lnTo>
                <a:lnTo>
                  <a:pt x="596240" y="137557"/>
                </a:lnTo>
                <a:lnTo>
                  <a:pt x="596453" y="137687"/>
                </a:lnTo>
                <a:lnTo>
                  <a:pt x="596668" y="137811"/>
                </a:lnTo>
                <a:lnTo>
                  <a:pt x="596886" y="137928"/>
                </a:lnTo>
                <a:lnTo>
                  <a:pt x="597106" y="138038"/>
                </a:lnTo>
                <a:lnTo>
                  <a:pt x="597329" y="138140"/>
                </a:lnTo>
                <a:lnTo>
                  <a:pt x="597555" y="138236"/>
                </a:lnTo>
                <a:lnTo>
                  <a:pt x="597784" y="138324"/>
                </a:lnTo>
                <a:lnTo>
                  <a:pt x="598015" y="138405"/>
                </a:lnTo>
                <a:lnTo>
                  <a:pt x="598249" y="138480"/>
                </a:lnTo>
                <a:lnTo>
                  <a:pt x="598485" y="138547"/>
                </a:lnTo>
                <a:lnTo>
                  <a:pt x="598724" y="138607"/>
                </a:lnTo>
                <a:lnTo>
                  <a:pt x="598966" y="138660"/>
                </a:lnTo>
                <a:lnTo>
                  <a:pt x="599211" y="138706"/>
                </a:lnTo>
                <a:lnTo>
                  <a:pt x="599458" y="138745"/>
                </a:lnTo>
                <a:lnTo>
                  <a:pt x="599707" y="138777"/>
                </a:lnTo>
                <a:lnTo>
                  <a:pt x="599960" y="138801"/>
                </a:lnTo>
                <a:lnTo>
                  <a:pt x="600215" y="138819"/>
                </a:lnTo>
                <a:lnTo>
                  <a:pt x="600472" y="138830"/>
                </a:lnTo>
                <a:lnTo>
                  <a:pt x="600733" y="138833"/>
                </a:lnTo>
                <a:lnTo>
                  <a:pt x="601042" y="138829"/>
                </a:lnTo>
                <a:lnTo>
                  <a:pt x="601347" y="138815"/>
                </a:lnTo>
                <a:lnTo>
                  <a:pt x="601648" y="138793"/>
                </a:lnTo>
                <a:lnTo>
                  <a:pt x="601944" y="138762"/>
                </a:lnTo>
                <a:lnTo>
                  <a:pt x="602237" y="138722"/>
                </a:lnTo>
                <a:lnTo>
                  <a:pt x="602525" y="138674"/>
                </a:lnTo>
                <a:lnTo>
                  <a:pt x="602810" y="138616"/>
                </a:lnTo>
                <a:lnTo>
                  <a:pt x="603090" y="138550"/>
                </a:lnTo>
                <a:lnTo>
                  <a:pt x="603366" y="138475"/>
                </a:lnTo>
                <a:lnTo>
                  <a:pt x="603638" y="138391"/>
                </a:lnTo>
                <a:lnTo>
                  <a:pt x="603906" y="138298"/>
                </a:lnTo>
                <a:lnTo>
                  <a:pt x="604170" y="138196"/>
                </a:lnTo>
                <a:lnTo>
                  <a:pt x="604429" y="138085"/>
                </a:lnTo>
                <a:lnTo>
                  <a:pt x="604685" y="137966"/>
                </a:lnTo>
                <a:lnTo>
                  <a:pt x="604936" y="137838"/>
                </a:lnTo>
                <a:lnTo>
                  <a:pt x="605183" y="137700"/>
                </a:lnTo>
                <a:lnTo>
                  <a:pt x="605426" y="137554"/>
                </a:lnTo>
                <a:lnTo>
                  <a:pt x="605665" y="137400"/>
                </a:lnTo>
                <a:lnTo>
                  <a:pt x="605900" y="137236"/>
                </a:lnTo>
                <a:lnTo>
                  <a:pt x="606131" y="137063"/>
                </a:lnTo>
                <a:lnTo>
                  <a:pt x="606357" y="136882"/>
                </a:lnTo>
                <a:lnTo>
                  <a:pt x="606580" y="136692"/>
                </a:lnTo>
                <a:lnTo>
                  <a:pt x="606798" y="136493"/>
                </a:lnTo>
                <a:lnTo>
                  <a:pt x="607013" y="136285"/>
                </a:lnTo>
                <a:lnTo>
                  <a:pt x="607220" y="136071"/>
                </a:lnTo>
                <a:lnTo>
                  <a:pt x="607419" y="135853"/>
                </a:lnTo>
                <a:lnTo>
                  <a:pt x="607609" y="135632"/>
                </a:lnTo>
                <a:lnTo>
                  <a:pt x="607790" y="135408"/>
                </a:lnTo>
                <a:lnTo>
                  <a:pt x="607963" y="135180"/>
                </a:lnTo>
                <a:lnTo>
                  <a:pt x="608126" y="134948"/>
                </a:lnTo>
                <a:lnTo>
                  <a:pt x="608281" y="134713"/>
                </a:lnTo>
                <a:lnTo>
                  <a:pt x="608427" y="134474"/>
                </a:lnTo>
                <a:lnTo>
                  <a:pt x="608564" y="134232"/>
                </a:lnTo>
                <a:lnTo>
                  <a:pt x="608692" y="133986"/>
                </a:lnTo>
                <a:lnTo>
                  <a:pt x="608811" y="133736"/>
                </a:lnTo>
                <a:lnTo>
                  <a:pt x="608922" y="133484"/>
                </a:lnTo>
                <a:lnTo>
                  <a:pt x="609024" y="133227"/>
                </a:lnTo>
                <a:lnTo>
                  <a:pt x="609116" y="132967"/>
                </a:lnTo>
                <a:lnTo>
                  <a:pt x="609200" y="132703"/>
                </a:lnTo>
                <a:lnTo>
                  <a:pt x="609275" y="132436"/>
                </a:lnTo>
                <a:lnTo>
                  <a:pt x="609342" y="132166"/>
                </a:lnTo>
                <a:lnTo>
                  <a:pt x="609399" y="131892"/>
                </a:lnTo>
                <a:lnTo>
                  <a:pt x="609448" y="131614"/>
                </a:lnTo>
                <a:lnTo>
                  <a:pt x="609488" y="131333"/>
                </a:lnTo>
                <a:lnTo>
                  <a:pt x="609519" y="131048"/>
                </a:lnTo>
                <a:lnTo>
                  <a:pt x="609541" y="130759"/>
                </a:lnTo>
                <a:lnTo>
                  <a:pt x="609554" y="130467"/>
                </a:lnTo>
                <a:lnTo>
                  <a:pt x="609558" y="130172"/>
                </a:lnTo>
                <a:lnTo>
                  <a:pt x="609555" y="129958"/>
                </a:lnTo>
                <a:lnTo>
                  <a:pt x="609544" y="129742"/>
                </a:lnTo>
                <a:lnTo>
                  <a:pt x="609527" y="129523"/>
                </a:lnTo>
                <a:lnTo>
                  <a:pt x="609502" y="129301"/>
                </a:lnTo>
                <a:lnTo>
                  <a:pt x="609470" y="129077"/>
                </a:lnTo>
                <a:lnTo>
                  <a:pt x="609431" y="128850"/>
                </a:lnTo>
                <a:lnTo>
                  <a:pt x="609385" y="128621"/>
                </a:lnTo>
                <a:lnTo>
                  <a:pt x="609332" y="128388"/>
                </a:lnTo>
                <a:lnTo>
                  <a:pt x="609272" y="128154"/>
                </a:lnTo>
                <a:lnTo>
                  <a:pt x="609205" y="127916"/>
                </a:lnTo>
                <a:lnTo>
                  <a:pt x="609131" y="127676"/>
                </a:lnTo>
                <a:lnTo>
                  <a:pt x="609049" y="127433"/>
                </a:lnTo>
                <a:lnTo>
                  <a:pt x="608961" y="127188"/>
                </a:lnTo>
                <a:lnTo>
                  <a:pt x="608865" y="126940"/>
                </a:lnTo>
                <a:lnTo>
                  <a:pt x="608763" y="126689"/>
                </a:lnTo>
                <a:lnTo>
                  <a:pt x="608653" y="126436"/>
                </a:lnTo>
                <a:lnTo>
                  <a:pt x="608536" y="126180"/>
                </a:lnTo>
                <a:lnTo>
                  <a:pt x="608413" y="125921"/>
                </a:lnTo>
                <a:lnTo>
                  <a:pt x="608282" y="125660"/>
                </a:lnTo>
                <a:lnTo>
                  <a:pt x="608144" y="125396"/>
                </a:lnTo>
                <a:lnTo>
                  <a:pt x="607999" y="125129"/>
                </a:lnTo>
                <a:lnTo>
                  <a:pt x="607847" y="124860"/>
                </a:lnTo>
                <a:lnTo>
                  <a:pt x="607688" y="124588"/>
                </a:lnTo>
                <a:lnTo>
                  <a:pt x="607522" y="124314"/>
                </a:lnTo>
                <a:lnTo>
                  <a:pt x="606767" y="123065"/>
                </a:lnTo>
                <a:lnTo>
                  <a:pt x="606029" y="121822"/>
                </a:lnTo>
                <a:lnTo>
                  <a:pt x="605308" y="120585"/>
                </a:lnTo>
                <a:lnTo>
                  <a:pt x="604605" y="119355"/>
                </a:lnTo>
                <a:lnTo>
                  <a:pt x="603918" y="118132"/>
                </a:lnTo>
                <a:lnTo>
                  <a:pt x="603249" y="116915"/>
                </a:lnTo>
                <a:lnTo>
                  <a:pt x="602598" y="115705"/>
                </a:lnTo>
                <a:lnTo>
                  <a:pt x="601963" y="114501"/>
                </a:lnTo>
                <a:lnTo>
                  <a:pt x="601346" y="113303"/>
                </a:lnTo>
                <a:lnTo>
                  <a:pt x="600746" y="112113"/>
                </a:lnTo>
                <a:lnTo>
                  <a:pt x="600163" y="110928"/>
                </a:lnTo>
                <a:lnTo>
                  <a:pt x="599598" y="109750"/>
                </a:lnTo>
                <a:lnTo>
                  <a:pt x="599049" y="108579"/>
                </a:lnTo>
                <a:lnTo>
                  <a:pt x="598518" y="107414"/>
                </a:lnTo>
                <a:lnTo>
                  <a:pt x="598005" y="106255"/>
                </a:lnTo>
                <a:lnTo>
                  <a:pt x="597508" y="105103"/>
                </a:lnTo>
                <a:lnTo>
                  <a:pt x="597029" y="103958"/>
                </a:lnTo>
                <a:lnTo>
                  <a:pt x="596567" y="102819"/>
                </a:lnTo>
                <a:lnTo>
                  <a:pt x="596122" y="101686"/>
                </a:lnTo>
                <a:lnTo>
                  <a:pt x="595694" y="100560"/>
                </a:lnTo>
                <a:lnTo>
                  <a:pt x="595284" y="99441"/>
                </a:lnTo>
                <a:lnTo>
                  <a:pt x="594891" y="98328"/>
                </a:lnTo>
                <a:lnTo>
                  <a:pt x="594515" y="97221"/>
                </a:lnTo>
                <a:lnTo>
                  <a:pt x="594156" y="96121"/>
                </a:lnTo>
                <a:lnTo>
                  <a:pt x="593813" y="95024"/>
                </a:lnTo>
                <a:lnTo>
                  <a:pt x="593485" y="93925"/>
                </a:lnTo>
                <a:lnTo>
                  <a:pt x="593172" y="92824"/>
                </a:lnTo>
                <a:lnTo>
                  <a:pt x="592873" y="91722"/>
                </a:lnTo>
                <a:lnTo>
                  <a:pt x="592588" y="90619"/>
                </a:lnTo>
                <a:lnTo>
                  <a:pt x="592318" y="89514"/>
                </a:lnTo>
                <a:lnTo>
                  <a:pt x="592063" y="88408"/>
                </a:lnTo>
                <a:lnTo>
                  <a:pt x="591822" y="87300"/>
                </a:lnTo>
                <a:lnTo>
                  <a:pt x="591596" y="86191"/>
                </a:lnTo>
                <a:lnTo>
                  <a:pt x="591385" y="85080"/>
                </a:lnTo>
                <a:lnTo>
                  <a:pt x="591188" y="83968"/>
                </a:lnTo>
                <a:lnTo>
                  <a:pt x="591006" y="82854"/>
                </a:lnTo>
                <a:lnTo>
                  <a:pt x="590838" y="81739"/>
                </a:lnTo>
                <a:lnTo>
                  <a:pt x="590685" y="80622"/>
                </a:lnTo>
                <a:lnTo>
                  <a:pt x="590546" y="79504"/>
                </a:lnTo>
                <a:lnTo>
                  <a:pt x="590422" y="78384"/>
                </a:lnTo>
                <a:lnTo>
                  <a:pt x="590313" y="77263"/>
                </a:lnTo>
                <a:lnTo>
                  <a:pt x="590218" y="76140"/>
                </a:lnTo>
                <a:lnTo>
                  <a:pt x="590138" y="75016"/>
                </a:lnTo>
                <a:lnTo>
                  <a:pt x="590072" y="73891"/>
                </a:lnTo>
                <a:lnTo>
                  <a:pt x="590021" y="72764"/>
                </a:lnTo>
                <a:lnTo>
                  <a:pt x="589985" y="71635"/>
                </a:lnTo>
                <a:lnTo>
                  <a:pt x="589963" y="70506"/>
                </a:lnTo>
                <a:lnTo>
                  <a:pt x="589955" y="69374"/>
                </a:lnTo>
                <a:lnTo>
                  <a:pt x="589963" y="68250"/>
                </a:lnTo>
                <a:lnTo>
                  <a:pt x="589985" y="67126"/>
                </a:lnTo>
                <a:lnTo>
                  <a:pt x="590021" y="66004"/>
                </a:lnTo>
                <a:lnTo>
                  <a:pt x="590072" y="64883"/>
                </a:lnTo>
                <a:lnTo>
                  <a:pt x="590138" y="63763"/>
                </a:lnTo>
                <a:lnTo>
                  <a:pt x="590218" y="62645"/>
                </a:lnTo>
                <a:lnTo>
                  <a:pt x="590313" y="61527"/>
                </a:lnTo>
                <a:lnTo>
                  <a:pt x="590422" y="60411"/>
                </a:lnTo>
                <a:lnTo>
                  <a:pt x="590546" y="59296"/>
                </a:lnTo>
                <a:lnTo>
                  <a:pt x="590685" y="58182"/>
                </a:lnTo>
                <a:lnTo>
                  <a:pt x="590838" y="57070"/>
                </a:lnTo>
                <a:lnTo>
                  <a:pt x="591006" y="55958"/>
                </a:lnTo>
                <a:lnTo>
                  <a:pt x="591188" y="54848"/>
                </a:lnTo>
                <a:lnTo>
                  <a:pt x="591385" y="53739"/>
                </a:lnTo>
                <a:lnTo>
                  <a:pt x="591596" y="52631"/>
                </a:lnTo>
                <a:lnTo>
                  <a:pt x="591822" y="51524"/>
                </a:lnTo>
                <a:lnTo>
                  <a:pt x="592063" y="50418"/>
                </a:lnTo>
                <a:lnTo>
                  <a:pt x="592318" y="49314"/>
                </a:lnTo>
                <a:lnTo>
                  <a:pt x="592588" y="48210"/>
                </a:lnTo>
                <a:lnTo>
                  <a:pt x="592873" y="47108"/>
                </a:lnTo>
                <a:lnTo>
                  <a:pt x="593172" y="46007"/>
                </a:lnTo>
                <a:lnTo>
                  <a:pt x="593485" y="44908"/>
                </a:lnTo>
                <a:lnTo>
                  <a:pt x="593813" y="43809"/>
                </a:lnTo>
                <a:lnTo>
                  <a:pt x="594156" y="42712"/>
                </a:lnTo>
                <a:lnTo>
                  <a:pt x="594515" y="41612"/>
                </a:lnTo>
                <a:lnTo>
                  <a:pt x="594891" y="40505"/>
                </a:lnTo>
                <a:lnTo>
                  <a:pt x="595284" y="39392"/>
                </a:lnTo>
                <a:lnTo>
                  <a:pt x="595694" y="38273"/>
                </a:lnTo>
                <a:lnTo>
                  <a:pt x="596122" y="37147"/>
                </a:lnTo>
                <a:lnTo>
                  <a:pt x="596567" y="36014"/>
                </a:lnTo>
                <a:lnTo>
                  <a:pt x="597029" y="34875"/>
                </a:lnTo>
                <a:lnTo>
                  <a:pt x="597508" y="33730"/>
                </a:lnTo>
                <a:lnTo>
                  <a:pt x="598005" y="32578"/>
                </a:lnTo>
                <a:lnTo>
                  <a:pt x="598518" y="31419"/>
                </a:lnTo>
                <a:lnTo>
                  <a:pt x="599049" y="30254"/>
                </a:lnTo>
                <a:lnTo>
                  <a:pt x="599598" y="29083"/>
                </a:lnTo>
                <a:lnTo>
                  <a:pt x="600163" y="27905"/>
                </a:lnTo>
                <a:lnTo>
                  <a:pt x="600746" y="26721"/>
                </a:lnTo>
                <a:lnTo>
                  <a:pt x="601346" y="25530"/>
                </a:lnTo>
                <a:lnTo>
                  <a:pt x="601963" y="24332"/>
                </a:lnTo>
                <a:lnTo>
                  <a:pt x="602598" y="23128"/>
                </a:lnTo>
                <a:lnTo>
                  <a:pt x="603249" y="21918"/>
                </a:lnTo>
                <a:lnTo>
                  <a:pt x="603918" y="20701"/>
                </a:lnTo>
                <a:lnTo>
                  <a:pt x="604605" y="19478"/>
                </a:lnTo>
                <a:lnTo>
                  <a:pt x="605308" y="18248"/>
                </a:lnTo>
                <a:lnTo>
                  <a:pt x="606029" y="17011"/>
                </a:lnTo>
                <a:lnTo>
                  <a:pt x="606767" y="15769"/>
                </a:lnTo>
                <a:lnTo>
                  <a:pt x="607522" y="14519"/>
                </a:lnTo>
                <a:lnTo>
                  <a:pt x="607688" y="14238"/>
                </a:lnTo>
                <a:lnTo>
                  <a:pt x="607847" y="13960"/>
                </a:lnTo>
                <a:lnTo>
                  <a:pt x="607999" y="13685"/>
                </a:lnTo>
                <a:lnTo>
                  <a:pt x="608144" y="13414"/>
                </a:lnTo>
                <a:lnTo>
                  <a:pt x="608282" y="13145"/>
                </a:lnTo>
                <a:lnTo>
                  <a:pt x="608413" y="12880"/>
                </a:lnTo>
                <a:lnTo>
                  <a:pt x="608536" y="12618"/>
                </a:lnTo>
                <a:lnTo>
                  <a:pt x="608653" y="12360"/>
                </a:lnTo>
                <a:lnTo>
                  <a:pt x="608763" y="12104"/>
                </a:lnTo>
                <a:lnTo>
                  <a:pt x="608865" y="11852"/>
                </a:lnTo>
                <a:lnTo>
                  <a:pt x="608961" y="11603"/>
                </a:lnTo>
                <a:lnTo>
                  <a:pt x="609049" y="11357"/>
                </a:lnTo>
                <a:lnTo>
                  <a:pt x="609131" y="11115"/>
                </a:lnTo>
                <a:lnTo>
                  <a:pt x="609205" y="10876"/>
                </a:lnTo>
                <a:lnTo>
                  <a:pt x="609272" y="10640"/>
                </a:lnTo>
                <a:lnTo>
                  <a:pt x="609332" y="10407"/>
                </a:lnTo>
                <a:lnTo>
                  <a:pt x="609385" y="10177"/>
                </a:lnTo>
                <a:lnTo>
                  <a:pt x="609431" y="9951"/>
                </a:lnTo>
                <a:lnTo>
                  <a:pt x="609470" y="9728"/>
                </a:lnTo>
                <a:lnTo>
                  <a:pt x="609502" y="9508"/>
                </a:lnTo>
                <a:lnTo>
                  <a:pt x="609527" y="9292"/>
                </a:lnTo>
                <a:lnTo>
                  <a:pt x="609544" y="9078"/>
                </a:lnTo>
                <a:lnTo>
                  <a:pt x="609555" y="8868"/>
                </a:lnTo>
                <a:lnTo>
                  <a:pt x="609558" y="8661"/>
                </a:lnTo>
                <a:lnTo>
                  <a:pt x="609554" y="8366"/>
                </a:lnTo>
                <a:lnTo>
                  <a:pt x="609541" y="8074"/>
                </a:lnTo>
                <a:lnTo>
                  <a:pt x="609519" y="7785"/>
                </a:lnTo>
                <a:lnTo>
                  <a:pt x="609488" y="7501"/>
                </a:lnTo>
                <a:lnTo>
                  <a:pt x="609448" y="7219"/>
                </a:lnTo>
                <a:lnTo>
                  <a:pt x="609399" y="6942"/>
                </a:lnTo>
                <a:lnTo>
                  <a:pt x="609342" y="6667"/>
                </a:lnTo>
                <a:lnTo>
                  <a:pt x="609275" y="6397"/>
                </a:lnTo>
                <a:lnTo>
                  <a:pt x="609200" y="6130"/>
                </a:lnTo>
                <a:lnTo>
                  <a:pt x="609116" y="5866"/>
                </a:lnTo>
                <a:lnTo>
                  <a:pt x="609024" y="5606"/>
                </a:lnTo>
                <a:lnTo>
                  <a:pt x="608922" y="5350"/>
                </a:lnTo>
                <a:lnTo>
                  <a:pt x="608811" y="5097"/>
                </a:lnTo>
                <a:lnTo>
                  <a:pt x="608692" y="4847"/>
                </a:lnTo>
                <a:lnTo>
                  <a:pt x="608564" y="4601"/>
                </a:lnTo>
                <a:lnTo>
                  <a:pt x="608427" y="4359"/>
                </a:lnTo>
                <a:lnTo>
                  <a:pt x="608281" y="4120"/>
                </a:lnTo>
                <a:lnTo>
                  <a:pt x="608126" y="3885"/>
                </a:lnTo>
                <a:lnTo>
                  <a:pt x="607963" y="3654"/>
                </a:lnTo>
                <a:lnTo>
                  <a:pt x="607790" y="3425"/>
                </a:lnTo>
                <a:lnTo>
                  <a:pt x="607609" y="3201"/>
                </a:lnTo>
                <a:lnTo>
                  <a:pt x="607419" y="2980"/>
                </a:lnTo>
                <a:lnTo>
                  <a:pt x="607220" y="2762"/>
                </a:lnTo>
                <a:lnTo>
                  <a:pt x="607013" y="2548"/>
                </a:lnTo>
                <a:lnTo>
                  <a:pt x="606798" y="2341"/>
                </a:lnTo>
                <a:lnTo>
                  <a:pt x="606580" y="2141"/>
                </a:lnTo>
                <a:lnTo>
                  <a:pt x="606357" y="1951"/>
                </a:lnTo>
                <a:lnTo>
                  <a:pt x="606131" y="1770"/>
                </a:lnTo>
                <a:lnTo>
                  <a:pt x="605900" y="1597"/>
                </a:lnTo>
                <a:lnTo>
                  <a:pt x="605665" y="1434"/>
                </a:lnTo>
                <a:lnTo>
                  <a:pt x="605426" y="1279"/>
                </a:lnTo>
                <a:lnTo>
                  <a:pt x="605183" y="1133"/>
                </a:lnTo>
                <a:lnTo>
                  <a:pt x="604936" y="995"/>
                </a:lnTo>
                <a:lnTo>
                  <a:pt x="604685" y="867"/>
                </a:lnTo>
                <a:lnTo>
                  <a:pt x="604429" y="748"/>
                </a:lnTo>
                <a:lnTo>
                  <a:pt x="604170" y="637"/>
                </a:lnTo>
                <a:lnTo>
                  <a:pt x="603906" y="535"/>
                </a:lnTo>
                <a:lnTo>
                  <a:pt x="603638" y="442"/>
                </a:lnTo>
                <a:lnTo>
                  <a:pt x="603366" y="358"/>
                </a:lnTo>
                <a:lnTo>
                  <a:pt x="603090" y="283"/>
                </a:lnTo>
                <a:lnTo>
                  <a:pt x="602810" y="217"/>
                </a:lnTo>
                <a:lnTo>
                  <a:pt x="602525" y="159"/>
                </a:lnTo>
                <a:lnTo>
                  <a:pt x="602237" y="111"/>
                </a:lnTo>
                <a:lnTo>
                  <a:pt x="601944" y="71"/>
                </a:lnTo>
                <a:lnTo>
                  <a:pt x="601648" y="40"/>
                </a:lnTo>
                <a:lnTo>
                  <a:pt x="601347" y="18"/>
                </a:lnTo>
                <a:lnTo>
                  <a:pt x="601042" y="4"/>
                </a:lnTo>
                <a:lnTo>
                  <a:pt x="600733" y="0"/>
                </a:lnTo>
                <a:lnTo>
                  <a:pt x="600465" y="4"/>
                </a:lnTo>
                <a:lnTo>
                  <a:pt x="600199" y="16"/>
                </a:lnTo>
                <a:lnTo>
                  <a:pt x="599936" y="35"/>
                </a:lnTo>
                <a:lnTo>
                  <a:pt x="599674" y="63"/>
                </a:lnTo>
                <a:lnTo>
                  <a:pt x="599415" y="98"/>
                </a:lnTo>
                <a:lnTo>
                  <a:pt x="599158" y="141"/>
                </a:lnTo>
                <a:lnTo>
                  <a:pt x="598902" y="192"/>
                </a:lnTo>
                <a:lnTo>
                  <a:pt x="598649" y="250"/>
                </a:lnTo>
                <a:lnTo>
                  <a:pt x="598398" y="317"/>
                </a:lnTo>
                <a:lnTo>
                  <a:pt x="598149" y="391"/>
                </a:lnTo>
                <a:lnTo>
                  <a:pt x="597902" y="473"/>
                </a:lnTo>
                <a:lnTo>
                  <a:pt x="597657" y="563"/>
                </a:lnTo>
                <a:lnTo>
                  <a:pt x="597414" y="661"/>
                </a:lnTo>
                <a:lnTo>
                  <a:pt x="597173" y="766"/>
                </a:lnTo>
                <a:lnTo>
                  <a:pt x="596934" y="879"/>
                </a:lnTo>
                <a:lnTo>
                  <a:pt x="596697" y="1001"/>
                </a:lnTo>
                <a:lnTo>
                  <a:pt x="596462" y="1130"/>
                </a:lnTo>
                <a:lnTo>
                  <a:pt x="596230" y="1266"/>
                </a:lnTo>
                <a:lnTo>
                  <a:pt x="595999" y="1411"/>
                </a:lnTo>
                <a:lnTo>
                  <a:pt x="595771" y="1564"/>
                </a:lnTo>
                <a:lnTo>
                  <a:pt x="595544" y="1724"/>
                </a:lnTo>
                <a:lnTo>
                  <a:pt x="595320" y="1892"/>
                </a:lnTo>
                <a:lnTo>
                  <a:pt x="595098" y="2068"/>
                </a:lnTo>
                <a:lnTo>
                  <a:pt x="594877" y="2251"/>
                </a:lnTo>
                <a:lnTo>
                  <a:pt x="594653" y="2452"/>
                </a:lnTo>
                <a:lnTo>
                  <a:pt x="594419" y="2679"/>
                </a:lnTo>
                <a:lnTo>
                  <a:pt x="594175" y="2932"/>
                </a:lnTo>
                <a:lnTo>
                  <a:pt x="593920" y="3212"/>
                </a:lnTo>
                <a:lnTo>
                  <a:pt x="593656" y="3518"/>
                </a:lnTo>
                <a:lnTo>
                  <a:pt x="593382" y="3851"/>
                </a:lnTo>
                <a:lnTo>
                  <a:pt x="593097" y="4210"/>
                </a:lnTo>
                <a:lnTo>
                  <a:pt x="592803" y="4595"/>
                </a:lnTo>
                <a:lnTo>
                  <a:pt x="592499" y="5007"/>
                </a:lnTo>
                <a:lnTo>
                  <a:pt x="592184" y="5445"/>
                </a:lnTo>
                <a:lnTo>
                  <a:pt x="591860" y="5910"/>
                </a:lnTo>
                <a:lnTo>
                  <a:pt x="591525" y="6400"/>
                </a:lnTo>
                <a:lnTo>
                  <a:pt x="591181" y="6918"/>
                </a:lnTo>
                <a:lnTo>
                  <a:pt x="590826" y="7461"/>
                </a:lnTo>
                <a:lnTo>
                  <a:pt x="590462" y="8031"/>
                </a:lnTo>
                <a:lnTo>
                  <a:pt x="590087" y="8628"/>
                </a:lnTo>
                <a:lnTo>
                  <a:pt x="589703" y="9251"/>
                </a:lnTo>
                <a:lnTo>
                  <a:pt x="589308" y="9900"/>
                </a:lnTo>
                <a:lnTo>
                  <a:pt x="588904" y="10576"/>
                </a:lnTo>
                <a:lnTo>
                  <a:pt x="588489" y="11278"/>
                </a:lnTo>
                <a:lnTo>
                  <a:pt x="588065" y="12006"/>
                </a:lnTo>
                <a:lnTo>
                  <a:pt x="587630" y="12761"/>
                </a:lnTo>
                <a:lnTo>
                  <a:pt x="587185" y="13542"/>
                </a:lnTo>
                <a:lnTo>
                  <a:pt x="586731" y="14350"/>
                </a:lnTo>
                <a:lnTo>
                  <a:pt x="586101" y="15491"/>
                </a:lnTo>
                <a:lnTo>
                  <a:pt x="585485" y="16624"/>
                </a:lnTo>
                <a:lnTo>
                  <a:pt x="584884" y="17749"/>
                </a:lnTo>
                <a:lnTo>
                  <a:pt x="584296" y="18864"/>
                </a:lnTo>
                <a:lnTo>
                  <a:pt x="583721" y="19970"/>
                </a:lnTo>
                <a:lnTo>
                  <a:pt x="583161" y="21068"/>
                </a:lnTo>
                <a:lnTo>
                  <a:pt x="582615" y="22157"/>
                </a:lnTo>
                <a:lnTo>
                  <a:pt x="582082" y="23237"/>
                </a:lnTo>
                <a:lnTo>
                  <a:pt x="581563" y="24308"/>
                </a:lnTo>
                <a:lnTo>
                  <a:pt x="581059" y="25370"/>
                </a:lnTo>
                <a:lnTo>
                  <a:pt x="580567" y="26424"/>
                </a:lnTo>
                <a:lnTo>
                  <a:pt x="580090" y="27469"/>
                </a:lnTo>
                <a:lnTo>
                  <a:pt x="579627" y="28504"/>
                </a:lnTo>
                <a:lnTo>
                  <a:pt x="579177" y="29531"/>
                </a:lnTo>
                <a:lnTo>
                  <a:pt x="578742" y="30549"/>
                </a:lnTo>
                <a:lnTo>
                  <a:pt x="578320" y="31559"/>
                </a:lnTo>
                <a:lnTo>
                  <a:pt x="577912" y="32559"/>
                </a:lnTo>
                <a:lnTo>
                  <a:pt x="577518" y="33551"/>
                </a:lnTo>
                <a:lnTo>
                  <a:pt x="577138" y="34533"/>
                </a:lnTo>
                <a:lnTo>
                  <a:pt x="576771" y="35507"/>
                </a:lnTo>
                <a:lnTo>
                  <a:pt x="576419" y="36472"/>
                </a:lnTo>
                <a:lnTo>
                  <a:pt x="576080" y="37429"/>
                </a:lnTo>
                <a:lnTo>
                  <a:pt x="575755" y="38376"/>
                </a:lnTo>
                <a:lnTo>
                  <a:pt x="575444" y="39315"/>
                </a:lnTo>
                <a:lnTo>
                  <a:pt x="575042" y="40581"/>
                </a:lnTo>
                <a:lnTo>
                  <a:pt x="574658" y="41846"/>
                </a:lnTo>
                <a:lnTo>
                  <a:pt x="574291" y="43110"/>
                </a:lnTo>
                <a:lnTo>
                  <a:pt x="573940" y="44372"/>
                </a:lnTo>
                <a:lnTo>
                  <a:pt x="573607" y="45633"/>
                </a:lnTo>
                <a:lnTo>
                  <a:pt x="573291" y="46894"/>
                </a:lnTo>
                <a:lnTo>
                  <a:pt x="572992" y="48153"/>
                </a:lnTo>
                <a:lnTo>
                  <a:pt x="572710" y="49410"/>
                </a:lnTo>
                <a:lnTo>
                  <a:pt x="572445" y="50667"/>
                </a:lnTo>
                <a:lnTo>
                  <a:pt x="572197" y="51923"/>
                </a:lnTo>
                <a:lnTo>
                  <a:pt x="571966" y="53177"/>
                </a:lnTo>
                <a:lnTo>
                  <a:pt x="571753" y="54430"/>
                </a:lnTo>
                <a:lnTo>
                  <a:pt x="571556" y="55682"/>
                </a:lnTo>
                <a:lnTo>
                  <a:pt x="571377" y="56932"/>
                </a:lnTo>
                <a:lnTo>
                  <a:pt x="571214" y="58182"/>
                </a:lnTo>
                <a:lnTo>
                  <a:pt x="571069" y="59430"/>
                </a:lnTo>
                <a:lnTo>
                  <a:pt x="570941" y="60677"/>
                </a:lnTo>
                <a:lnTo>
                  <a:pt x="570830" y="61923"/>
                </a:lnTo>
                <a:lnTo>
                  <a:pt x="570736" y="63168"/>
                </a:lnTo>
                <a:lnTo>
                  <a:pt x="570659" y="64412"/>
                </a:lnTo>
                <a:lnTo>
                  <a:pt x="570599" y="65654"/>
                </a:lnTo>
                <a:lnTo>
                  <a:pt x="570556" y="66895"/>
                </a:lnTo>
                <a:lnTo>
                  <a:pt x="570531" y="68135"/>
                </a:lnTo>
                <a:lnTo>
                  <a:pt x="570522" y="69374"/>
                </a:lnTo>
                <a:lnTo>
                  <a:pt x="570530" y="70571"/>
                </a:lnTo>
                <a:lnTo>
                  <a:pt x="570555" y="71770"/>
                </a:lnTo>
                <a:lnTo>
                  <a:pt x="570595" y="72971"/>
                </a:lnTo>
                <a:lnTo>
                  <a:pt x="570652" y="74174"/>
                </a:lnTo>
                <a:close/>
                <a:moveTo>
                  <a:pt x="1105442" y="64598"/>
                </a:moveTo>
                <a:lnTo>
                  <a:pt x="1105369" y="63397"/>
                </a:lnTo>
                <a:lnTo>
                  <a:pt x="1105280" y="62194"/>
                </a:lnTo>
                <a:lnTo>
                  <a:pt x="1105175" y="60988"/>
                </a:lnTo>
                <a:lnTo>
                  <a:pt x="1105053" y="59779"/>
                </a:lnTo>
                <a:lnTo>
                  <a:pt x="1104915" y="58568"/>
                </a:lnTo>
                <a:lnTo>
                  <a:pt x="1104761" y="57354"/>
                </a:lnTo>
                <a:lnTo>
                  <a:pt x="1104591" y="56137"/>
                </a:lnTo>
                <a:lnTo>
                  <a:pt x="1104405" y="54918"/>
                </a:lnTo>
                <a:lnTo>
                  <a:pt x="1104202" y="53696"/>
                </a:lnTo>
                <a:lnTo>
                  <a:pt x="1103984" y="52471"/>
                </a:lnTo>
                <a:lnTo>
                  <a:pt x="1103749" y="51244"/>
                </a:lnTo>
                <a:lnTo>
                  <a:pt x="1103497" y="50014"/>
                </a:lnTo>
                <a:lnTo>
                  <a:pt x="1103230" y="48781"/>
                </a:lnTo>
                <a:lnTo>
                  <a:pt x="1102946" y="47546"/>
                </a:lnTo>
                <a:lnTo>
                  <a:pt x="1102646" y="46308"/>
                </a:lnTo>
                <a:lnTo>
                  <a:pt x="1102330" y="45067"/>
                </a:lnTo>
                <a:lnTo>
                  <a:pt x="1101998" y="43824"/>
                </a:lnTo>
                <a:lnTo>
                  <a:pt x="1101650" y="42578"/>
                </a:lnTo>
                <a:lnTo>
                  <a:pt x="1101285" y="41330"/>
                </a:lnTo>
                <a:lnTo>
                  <a:pt x="1100904" y="40078"/>
                </a:lnTo>
                <a:lnTo>
                  <a:pt x="1100648" y="39262"/>
                </a:lnTo>
                <a:lnTo>
                  <a:pt x="1100374" y="38428"/>
                </a:lnTo>
                <a:lnTo>
                  <a:pt x="1100082" y="37575"/>
                </a:lnTo>
                <a:lnTo>
                  <a:pt x="1099773" y="36703"/>
                </a:lnTo>
                <a:lnTo>
                  <a:pt x="1099446" y="35813"/>
                </a:lnTo>
                <a:lnTo>
                  <a:pt x="1099101" y="34904"/>
                </a:lnTo>
                <a:lnTo>
                  <a:pt x="1098739" y="33977"/>
                </a:lnTo>
                <a:lnTo>
                  <a:pt x="1098358" y="33031"/>
                </a:lnTo>
                <a:lnTo>
                  <a:pt x="1097961" y="32067"/>
                </a:lnTo>
                <a:lnTo>
                  <a:pt x="1097545" y="31084"/>
                </a:lnTo>
                <a:lnTo>
                  <a:pt x="1097112" y="30082"/>
                </a:lnTo>
                <a:lnTo>
                  <a:pt x="1096661" y="29062"/>
                </a:lnTo>
                <a:lnTo>
                  <a:pt x="1096193" y="28023"/>
                </a:lnTo>
                <a:lnTo>
                  <a:pt x="1095707" y="26966"/>
                </a:lnTo>
                <a:lnTo>
                  <a:pt x="1095203" y="25890"/>
                </a:lnTo>
                <a:lnTo>
                  <a:pt x="1094681" y="24795"/>
                </a:lnTo>
                <a:lnTo>
                  <a:pt x="1094142" y="23682"/>
                </a:lnTo>
                <a:lnTo>
                  <a:pt x="1093585" y="22550"/>
                </a:lnTo>
                <a:lnTo>
                  <a:pt x="1093010" y="21400"/>
                </a:lnTo>
                <a:lnTo>
                  <a:pt x="1092418" y="20231"/>
                </a:lnTo>
                <a:lnTo>
                  <a:pt x="1091808" y="19044"/>
                </a:lnTo>
                <a:lnTo>
                  <a:pt x="1091181" y="17838"/>
                </a:lnTo>
                <a:lnTo>
                  <a:pt x="1090535" y="16614"/>
                </a:lnTo>
                <a:lnTo>
                  <a:pt x="1089872" y="15370"/>
                </a:lnTo>
                <a:lnTo>
                  <a:pt x="1089409" y="14513"/>
                </a:lnTo>
                <a:lnTo>
                  <a:pt x="1088954" y="13682"/>
                </a:lnTo>
                <a:lnTo>
                  <a:pt x="1088507" y="12877"/>
                </a:lnTo>
                <a:lnTo>
                  <a:pt x="1088067" y="12098"/>
                </a:lnTo>
                <a:lnTo>
                  <a:pt x="1087634" y="11346"/>
                </a:lnTo>
                <a:lnTo>
                  <a:pt x="1087210" y="10620"/>
                </a:lnTo>
                <a:lnTo>
                  <a:pt x="1086793" y="9920"/>
                </a:lnTo>
                <a:lnTo>
                  <a:pt x="1086384" y="9246"/>
                </a:lnTo>
                <a:lnTo>
                  <a:pt x="1085982" y="8599"/>
                </a:lnTo>
                <a:lnTo>
                  <a:pt x="1085588" y="7978"/>
                </a:lnTo>
                <a:lnTo>
                  <a:pt x="1085202" y="7383"/>
                </a:lnTo>
                <a:lnTo>
                  <a:pt x="1084823" y="6814"/>
                </a:lnTo>
                <a:lnTo>
                  <a:pt x="1084452" y="6272"/>
                </a:lnTo>
                <a:lnTo>
                  <a:pt x="1084089" y="5755"/>
                </a:lnTo>
                <a:lnTo>
                  <a:pt x="1083733" y="5265"/>
                </a:lnTo>
                <a:lnTo>
                  <a:pt x="1083385" y="4802"/>
                </a:lnTo>
                <a:lnTo>
                  <a:pt x="1083045" y="4364"/>
                </a:lnTo>
                <a:lnTo>
                  <a:pt x="1082712" y="3953"/>
                </a:lnTo>
                <a:lnTo>
                  <a:pt x="1082387" y="3568"/>
                </a:lnTo>
                <a:lnTo>
                  <a:pt x="1082070" y="3209"/>
                </a:lnTo>
                <a:lnTo>
                  <a:pt x="1081760" y="2877"/>
                </a:lnTo>
                <a:lnTo>
                  <a:pt x="1081458" y="2570"/>
                </a:lnTo>
                <a:lnTo>
                  <a:pt x="1081164" y="2290"/>
                </a:lnTo>
                <a:lnTo>
                  <a:pt x="1080877" y="2037"/>
                </a:lnTo>
                <a:lnTo>
                  <a:pt x="1080678" y="1870"/>
                </a:lnTo>
                <a:lnTo>
                  <a:pt x="1080476" y="1711"/>
                </a:lnTo>
                <a:lnTo>
                  <a:pt x="1080271" y="1559"/>
                </a:lnTo>
                <a:lnTo>
                  <a:pt x="1080064" y="1414"/>
                </a:lnTo>
                <a:lnTo>
                  <a:pt x="1079854" y="1276"/>
                </a:lnTo>
                <a:lnTo>
                  <a:pt x="1079641" y="1146"/>
                </a:lnTo>
                <a:lnTo>
                  <a:pt x="1079426" y="1022"/>
                </a:lnTo>
                <a:lnTo>
                  <a:pt x="1079208" y="905"/>
                </a:lnTo>
                <a:lnTo>
                  <a:pt x="1078988" y="796"/>
                </a:lnTo>
                <a:lnTo>
                  <a:pt x="1078764" y="693"/>
                </a:lnTo>
                <a:lnTo>
                  <a:pt x="1078539" y="598"/>
                </a:lnTo>
                <a:lnTo>
                  <a:pt x="1078310" y="509"/>
                </a:lnTo>
                <a:lnTo>
                  <a:pt x="1078079" y="428"/>
                </a:lnTo>
                <a:lnTo>
                  <a:pt x="1077845" y="354"/>
                </a:lnTo>
                <a:lnTo>
                  <a:pt x="1077609" y="286"/>
                </a:lnTo>
                <a:lnTo>
                  <a:pt x="1077369" y="226"/>
                </a:lnTo>
                <a:lnTo>
                  <a:pt x="1077128" y="173"/>
                </a:lnTo>
                <a:lnTo>
                  <a:pt x="1076883" y="127"/>
                </a:lnTo>
                <a:lnTo>
                  <a:pt x="1076636" y="88"/>
                </a:lnTo>
                <a:lnTo>
                  <a:pt x="1076386" y="57"/>
                </a:lnTo>
                <a:lnTo>
                  <a:pt x="1076134" y="32"/>
                </a:lnTo>
                <a:lnTo>
                  <a:pt x="1075879" y="14"/>
                </a:lnTo>
                <a:lnTo>
                  <a:pt x="1075621" y="4"/>
                </a:lnTo>
                <a:lnTo>
                  <a:pt x="1075361" y="0"/>
                </a:lnTo>
                <a:lnTo>
                  <a:pt x="1075052" y="4"/>
                </a:lnTo>
                <a:lnTo>
                  <a:pt x="1074747" y="18"/>
                </a:lnTo>
                <a:lnTo>
                  <a:pt x="1074446" y="40"/>
                </a:lnTo>
                <a:lnTo>
                  <a:pt x="1074149" y="71"/>
                </a:lnTo>
                <a:lnTo>
                  <a:pt x="1073857" y="111"/>
                </a:lnTo>
                <a:lnTo>
                  <a:pt x="1073568" y="159"/>
                </a:lnTo>
                <a:lnTo>
                  <a:pt x="1073284" y="217"/>
                </a:lnTo>
                <a:lnTo>
                  <a:pt x="1073004" y="283"/>
                </a:lnTo>
                <a:lnTo>
                  <a:pt x="1072728" y="358"/>
                </a:lnTo>
                <a:lnTo>
                  <a:pt x="1072456" y="442"/>
                </a:lnTo>
                <a:lnTo>
                  <a:pt x="1072188" y="535"/>
                </a:lnTo>
                <a:lnTo>
                  <a:pt x="1071924" y="637"/>
                </a:lnTo>
                <a:lnTo>
                  <a:pt x="1071665" y="748"/>
                </a:lnTo>
                <a:lnTo>
                  <a:pt x="1071409" y="867"/>
                </a:lnTo>
                <a:lnTo>
                  <a:pt x="1071158" y="995"/>
                </a:lnTo>
                <a:lnTo>
                  <a:pt x="1070911" y="1133"/>
                </a:lnTo>
                <a:lnTo>
                  <a:pt x="1070667" y="1279"/>
                </a:lnTo>
                <a:lnTo>
                  <a:pt x="1070429" y="1434"/>
                </a:lnTo>
                <a:lnTo>
                  <a:pt x="1070194" y="1597"/>
                </a:lnTo>
                <a:lnTo>
                  <a:pt x="1069963" y="1770"/>
                </a:lnTo>
                <a:lnTo>
                  <a:pt x="1069736" y="1951"/>
                </a:lnTo>
                <a:lnTo>
                  <a:pt x="1069514" y="2141"/>
                </a:lnTo>
                <a:lnTo>
                  <a:pt x="1069296" y="2341"/>
                </a:lnTo>
                <a:lnTo>
                  <a:pt x="1069081" y="2548"/>
                </a:lnTo>
                <a:lnTo>
                  <a:pt x="1068874" y="2762"/>
                </a:lnTo>
                <a:lnTo>
                  <a:pt x="1068675" y="2980"/>
                </a:lnTo>
                <a:lnTo>
                  <a:pt x="1068485" y="3201"/>
                </a:lnTo>
                <a:lnTo>
                  <a:pt x="1068303" y="3425"/>
                </a:lnTo>
                <a:lnTo>
                  <a:pt x="1068131" y="3654"/>
                </a:lnTo>
                <a:lnTo>
                  <a:pt x="1067968" y="3885"/>
                </a:lnTo>
                <a:lnTo>
                  <a:pt x="1067813" y="4120"/>
                </a:lnTo>
                <a:lnTo>
                  <a:pt x="1067667" y="4359"/>
                </a:lnTo>
                <a:lnTo>
                  <a:pt x="1067530" y="4601"/>
                </a:lnTo>
                <a:lnTo>
                  <a:pt x="1067402" y="4847"/>
                </a:lnTo>
                <a:lnTo>
                  <a:pt x="1067282" y="5097"/>
                </a:lnTo>
                <a:lnTo>
                  <a:pt x="1067172" y="5350"/>
                </a:lnTo>
                <a:lnTo>
                  <a:pt x="1067070" y="5606"/>
                </a:lnTo>
                <a:lnTo>
                  <a:pt x="1066977" y="5866"/>
                </a:lnTo>
                <a:lnTo>
                  <a:pt x="1066894" y="6130"/>
                </a:lnTo>
                <a:lnTo>
                  <a:pt x="1066818" y="6397"/>
                </a:lnTo>
                <a:lnTo>
                  <a:pt x="1066752" y="6667"/>
                </a:lnTo>
                <a:lnTo>
                  <a:pt x="1066695" y="6942"/>
                </a:lnTo>
                <a:lnTo>
                  <a:pt x="1066646" y="7219"/>
                </a:lnTo>
                <a:lnTo>
                  <a:pt x="1066606" y="7501"/>
                </a:lnTo>
                <a:lnTo>
                  <a:pt x="1066575" y="7785"/>
                </a:lnTo>
                <a:lnTo>
                  <a:pt x="1066553" y="8074"/>
                </a:lnTo>
                <a:lnTo>
                  <a:pt x="1066540" y="8366"/>
                </a:lnTo>
                <a:lnTo>
                  <a:pt x="1066535" y="8661"/>
                </a:lnTo>
                <a:lnTo>
                  <a:pt x="1066539" y="8868"/>
                </a:lnTo>
                <a:lnTo>
                  <a:pt x="1066550" y="9078"/>
                </a:lnTo>
                <a:lnTo>
                  <a:pt x="1066567" y="9292"/>
                </a:lnTo>
                <a:lnTo>
                  <a:pt x="1066592" y="9508"/>
                </a:lnTo>
                <a:lnTo>
                  <a:pt x="1066624" y="9728"/>
                </a:lnTo>
                <a:lnTo>
                  <a:pt x="1066663" y="9951"/>
                </a:lnTo>
                <a:lnTo>
                  <a:pt x="1066709" y="10177"/>
                </a:lnTo>
                <a:lnTo>
                  <a:pt x="1066762" y="10407"/>
                </a:lnTo>
                <a:lnTo>
                  <a:pt x="1066822" y="10640"/>
                </a:lnTo>
                <a:lnTo>
                  <a:pt x="1066889" y="10876"/>
                </a:lnTo>
                <a:lnTo>
                  <a:pt x="1066963" y="11115"/>
                </a:lnTo>
                <a:lnTo>
                  <a:pt x="1067045" y="11357"/>
                </a:lnTo>
                <a:lnTo>
                  <a:pt x="1067133" y="11603"/>
                </a:lnTo>
                <a:lnTo>
                  <a:pt x="1067229" y="11852"/>
                </a:lnTo>
                <a:lnTo>
                  <a:pt x="1067331" y="12104"/>
                </a:lnTo>
                <a:lnTo>
                  <a:pt x="1067441" y="12360"/>
                </a:lnTo>
                <a:lnTo>
                  <a:pt x="1067557" y="12618"/>
                </a:lnTo>
                <a:lnTo>
                  <a:pt x="1067681" y="12880"/>
                </a:lnTo>
                <a:lnTo>
                  <a:pt x="1067812" y="13145"/>
                </a:lnTo>
                <a:lnTo>
                  <a:pt x="1067950" y="13414"/>
                </a:lnTo>
                <a:lnTo>
                  <a:pt x="1068095" y="13685"/>
                </a:lnTo>
                <a:lnTo>
                  <a:pt x="1068247" y="13960"/>
                </a:lnTo>
                <a:lnTo>
                  <a:pt x="1068406" y="14238"/>
                </a:lnTo>
                <a:lnTo>
                  <a:pt x="1068572" y="14519"/>
                </a:lnTo>
                <a:lnTo>
                  <a:pt x="1069327" y="15769"/>
                </a:lnTo>
                <a:lnTo>
                  <a:pt x="1070065" y="17011"/>
                </a:lnTo>
                <a:lnTo>
                  <a:pt x="1070786" y="18248"/>
                </a:lnTo>
                <a:lnTo>
                  <a:pt x="1071489" y="19478"/>
                </a:lnTo>
                <a:lnTo>
                  <a:pt x="1072175" y="20701"/>
                </a:lnTo>
                <a:lnTo>
                  <a:pt x="1072844" y="21918"/>
                </a:lnTo>
                <a:lnTo>
                  <a:pt x="1073496" y="23128"/>
                </a:lnTo>
                <a:lnTo>
                  <a:pt x="1074131" y="24332"/>
                </a:lnTo>
                <a:lnTo>
                  <a:pt x="1074748" y="25530"/>
                </a:lnTo>
                <a:lnTo>
                  <a:pt x="1075348" y="26721"/>
                </a:lnTo>
                <a:lnTo>
                  <a:pt x="1075931" y="27905"/>
                </a:lnTo>
                <a:lnTo>
                  <a:pt x="1076496" y="29083"/>
                </a:lnTo>
                <a:lnTo>
                  <a:pt x="1077044" y="30254"/>
                </a:lnTo>
                <a:lnTo>
                  <a:pt x="1077575" y="31419"/>
                </a:lnTo>
                <a:lnTo>
                  <a:pt x="1078089" y="32578"/>
                </a:lnTo>
                <a:lnTo>
                  <a:pt x="1078586" y="33730"/>
                </a:lnTo>
                <a:lnTo>
                  <a:pt x="1079065" y="34875"/>
                </a:lnTo>
                <a:lnTo>
                  <a:pt x="1079527" y="36014"/>
                </a:lnTo>
                <a:lnTo>
                  <a:pt x="1079972" y="37147"/>
                </a:lnTo>
                <a:lnTo>
                  <a:pt x="1080400" y="38273"/>
                </a:lnTo>
                <a:lnTo>
                  <a:pt x="1080810" y="39392"/>
                </a:lnTo>
                <a:lnTo>
                  <a:pt x="1081203" y="40505"/>
                </a:lnTo>
                <a:lnTo>
                  <a:pt x="1081579" y="41612"/>
                </a:lnTo>
                <a:lnTo>
                  <a:pt x="1081938" y="42712"/>
                </a:lnTo>
                <a:lnTo>
                  <a:pt x="1082281" y="43809"/>
                </a:lnTo>
                <a:lnTo>
                  <a:pt x="1082609" y="44908"/>
                </a:lnTo>
                <a:lnTo>
                  <a:pt x="1082922" y="46007"/>
                </a:lnTo>
                <a:lnTo>
                  <a:pt x="1083221" y="47108"/>
                </a:lnTo>
                <a:lnTo>
                  <a:pt x="1083506" y="48210"/>
                </a:lnTo>
                <a:lnTo>
                  <a:pt x="1083776" y="49314"/>
                </a:lnTo>
                <a:lnTo>
                  <a:pt x="1084031" y="50418"/>
                </a:lnTo>
                <a:lnTo>
                  <a:pt x="1084272" y="51524"/>
                </a:lnTo>
                <a:lnTo>
                  <a:pt x="1084498" y="52631"/>
                </a:lnTo>
                <a:lnTo>
                  <a:pt x="1084709" y="53739"/>
                </a:lnTo>
                <a:lnTo>
                  <a:pt x="1084906" y="54848"/>
                </a:lnTo>
                <a:lnTo>
                  <a:pt x="1085088" y="55958"/>
                </a:lnTo>
                <a:lnTo>
                  <a:pt x="1085256" y="57070"/>
                </a:lnTo>
                <a:lnTo>
                  <a:pt x="1085409" y="58182"/>
                </a:lnTo>
                <a:lnTo>
                  <a:pt x="1085548" y="59296"/>
                </a:lnTo>
                <a:lnTo>
                  <a:pt x="1085672" y="60411"/>
                </a:lnTo>
                <a:lnTo>
                  <a:pt x="1085781" y="61527"/>
                </a:lnTo>
                <a:lnTo>
                  <a:pt x="1085876" y="62645"/>
                </a:lnTo>
                <a:lnTo>
                  <a:pt x="1085956" y="63763"/>
                </a:lnTo>
                <a:lnTo>
                  <a:pt x="1086022" y="64883"/>
                </a:lnTo>
                <a:lnTo>
                  <a:pt x="1086073" y="66004"/>
                </a:lnTo>
                <a:lnTo>
                  <a:pt x="1086109" y="67126"/>
                </a:lnTo>
                <a:lnTo>
                  <a:pt x="1086131" y="68250"/>
                </a:lnTo>
                <a:lnTo>
                  <a:pt x="1086138" y="69374"/>
                </a:lnTo>
                <a:lnTo>
                  <a:pt x="1086131" y="70506"/>
                </a:lnTo>
                <a:lnTo>
                  <a:pt x="1086109" y="71635"/>
                </a:lnTo>
                <a:lnTo>
                  <a:pt x="1086073" y="72764"/>
                </a:lnTo>
                <a:lnTo>
                  <a:pt x="1086022" y="73891"/>
                </a:lnTo>
                <a:lnTo>
                  <a:pt x="1085956" y="75016"/>
                </a:lnTo>
                <a:lnTo>
                  <a:pt x="1085876" y="76140"/>
                </a:lnTo>
                <a:lnTo>
                  <a:pt x="1085781" y="77263"/>
                </a:lnTo>
                <a:lnTo>
                  <a:pt x="1085672" y="78384"/>
                </a:lnTo>
                <a:lnTo>
                  <a:pt x="1085548" y="79504"/>
                </a:lnTo>
                <a:lnTo>
                  <a:pt x="1085409" y="80622"/>
                </a:lnTo>
                <a:lnTo>
                  <a:pt x="1085256" y="81739"/>
                </a:lnTo>
                <a:lnTo>
                  <a:pt x="1085088" y="82854"/>
                </a:lnTo>
                <a:lnTo>
                  <a:pt x="1084906" y="83968"/>
                </a:lnTo>
                <a:lnTo>
                  <a:pt x="1084709" y="85080"/>
                </a:lnTo>
                <a:lnTo>
                  <a:pt x="1084498" y="86191"/>
                </a:lnTo>
                <a:lnTo>
                  <a:pt x="1084272" y="87300"/>
                </a:lnTo>
                <a:lnTo>
                  <a:pt x="1084031" y="88408"/>
                </a:lnTo>
                <a:lnTo>
                  <a:pt x="1083776" y="89514"/>
                </a:lnTo>
                <a:lnTo>
                  <a:pt x="1083506" y="90619"/>
                </a:lnTo>
                <a:lnTo>
                  <a:pt x="1083221" y="91722"/>
                </a:lnTo>
                <a:lnTo>
                  <a:pt x="1082922" y="92824"/>
                </a:lnTo>
                <a:lnTo>
                  <a:pt x="1082609" y="93925"/>
                </a:lnTo>
                <a:lnTo>
                  <a:pt x="1082281" y="95024"/>
                </a:lnTo>
                <a:lnTo>
                  <a:pt x="1081938" y="96121"/>
                </a:lnTo>
                <a:lnTo>
                  <a:pt x="1081579" y="97221"/>
                </a:lnTo>
                <a:lnTo>
                  <a:pt x="1081203" y="98328"/>
                </a:lnTo>
                <a:lnTo>
                  <a:pt x="1080810" y="99441"/>
                </a:lnTo>
                <a:lnTo>
                  <a:pt x="1080400" y="100560"/>
                </a:lnTo>
                <a:lnTo>
                  <a:pt x="1079972" y="101686"/>
                </a:lnTo>
                <a:lnTo>
                  <a:pt x="1079527" y="102819"/>
                </a:lnTo>
                <a:lnTo>
                  <a:pt x="1079065" y="103958"/>
                </a:lnTo>
                <a:lnTo>
                  <a:pt x="1078586" y="105103"/>
                </a:lnTo>
                <a:lnTo>
                  <a:pt x="1078089" y="106255"/>
                </a:lnTo>
                <a:lnTo>
                  <a:pt x="1077575" y="107414"/>
                </a:lnTo>
                <a:lnTo>
                  <a:pt x="1077044" y="108579"/>
                </a:lnTo>
                <a:lnTo>
                  <a:pt x="1076496" y="109750"/>
                </a:lnTo>
                <a:lnTo>
                  <a:pt x="1075931" y="110928"/>
                </a:lnTo>
                <a:lnTo>
                  <a:pt x="1075348" y="112113"/>
                </a:lnTo>
                <a:lnTo>
                  <a:pt x="1074748" y="113303"/>
                </a:lnTo>
                <a:lnTo>
                  <a:pt x="1074131" y="114501"/>
                </a:lnTo>
                <a:lnTo>
                  <a:pt x="1073496" y="115705"/>
                </a:lnTo>
                <a:lnTo>
                  <a:pt x="1072844" y="116915"/>
                </a:lnTo>
                <a:lnTo>
                  <a:pt x="1072175" y="118132"/>
                </a:lnTo>
                <a:lnTo>
                  <a:pt x="1071489" y="119355"/>
                </a:lnTo>
                <a:lnTo>
                  <a:pt x="1070786" y="120585"/>
                </a:lnTo>
                <a:lnTo>
                  <a:pt x="1070065" y="121822"/>
                </a:lnTo>
                <a:lnTo>
                  <a:pt x="1069327" y="123065"/>
                </a:lnTo>
                <a:lnTo>
                  <a:pt x="1068572" y="124314"/>
                </a:lnTo>
                <a:lnTo>
                  <a:pt x="1068406" y="124588"/>
                </a:lnTo>
                <a:lnTo>
                  <a:pt x="1068247" y="124860"/>
                </a:lnTo>
                <a:lnTo>
                  <a:pt x="1068095" y="125129"/>
                </a:lnTo>
                <a:lnTo>
                  <a:pt x="1067950" y="125396"/>
                </a:lnTo>
                <a:lnTo>
                  <a:pt x="1067812" y="125660"/>
                </a:lnTo>
                <a:lnTo>
                  <a:pt x="1067681" y="125921"/>
                </a:lnTo>
                <a:lnTo>
                  <a:pt x="1067557" y="126180"/>
                </a:lnTo>
                <a:lnTo>
                  <a:pt x="1067441" y="126436"/>
                </a:lnTo>
                <a:lnTo>
                  <a:pt x="1067331" y="126689"/>
                </a:lnTo>
                <a:lnTo>
                  <a:pt x="1067229" y="126940"/>
                </a:lnTo>
                <a:lnTo>
                  <a:pt x="1067133" y="127188"/>
                </a:lnTo>
                <a:lnTo>
                  <a:pt x="1067045" y="127433"/>
                </a:lnTo>
                <a:lnTo>
                  <a:pt x="1066963" y="127676"/>
                </a:lnTo>
                <a:lnTo>
                  <a:pt x="1066889" y="127916"/>
                </a:lnTo>
                <a:lnTo>
                  <a:pt x="1066822" y="128154"/>
                </a:lnTo>
                <a:lnTo>
                  <a:pt x="1066762" y="128388"/>
                </a:lnTo>
                <a:lnTo>
                  <a:pt x="1066709" y="128621"/>
                </a:lnTo>
                <a:lnTo>
                  <a:pt x="1066663" y="128850"/>
                </a:lnTo>
                <a:lnTo>
                  <a:pt x="1066624" y="129077"/>
                </a:lnTo>
                <a:lnTo>
                  <a:pt x="1066592" y="129301"/>
                </a:lnTo>
                <a:lnTo>
                  <a:pt x="1066567" y="129523"/>
                </a:lnTo>
                <a:lnTo>
                  <a:pt x="1066550" y="129742"/>
                </a:lnTo>
                <a:lnTo>
                  <a:pt x="1066539" y="129958"/>
                </a:lnTo>
                <a:lnTo>
                  <a:pt x="1066535" y="130172"/>
                </a:lnTo>
                <a:lnTo>
                  <a:pt x="1066540" y="130467"/>
                </a:lnTo>
                <a:lnTo>
                  <a:pt x="1066553" y="130759"/>
                </a:lnTo>
                <a:lnTo>
                  <a:pt x="1066575" y="131048"/>
                </a:lnTo>
                <a:lnTo>
                  <a:pt x="1066606" y="131333"/>
                </a:lnTo>
                <a:lnTo>
                  <a:pt x="1066646" y="131614"/>
                </a:lnTo>
                <a:lnTo>
                  <a:pt x="1066695" y="131892"/>
                </a:lnTo>
                <a:lnTo>
                  <a:pt x="1066752" y="132166"/>
                </a:lnTo>
                <a:lnTo>
                  <a:pt x="1066818" y="132436"/>
                </a:lnTo>
                <a:lnTo>
                  <a:pt x="1066894" y="132703"/>
                </a:lnTo>
                <a:lnTo>
                  <a:pt x="1066977" y="132967"/>
                </a:lnTo>
                <a:lnTo>
                  <a:pt x="1067070" y="133227"/>
                </a:lnTo>
                <a:lnTo>
                  <a:pt x="1067172" y="133484"/>
                </a:lnTo>
                <a:lnTo>
                  <a:pt x="1067282" y="133736"/>
                </a:lnTo>
                <a:lnTo>
                  <a:pt x="1067402" y="133986"/>
                </a:lnTo>
                <a:lnTo>
                  <a:pt x="1067530" y="134232"/>
                </a:lnTo>
                <a:lnTo>
                  <a:pt x="1067667" y="134474"/>
                </a:lnTo>
                <a:lnTo>
                  <a:pt x="1067813" y="134713"/>
                </a:lnTo>
                <a:lnTo>
                  <a:pt x="1067968" y="134948"/>
                </a:lnTo>
                <a:lnTo>
                  <a:pt x="1068131" y="135180"/>
                </a:lnTo>
                <a:lnTo>
                  <a:pt x="1068303" y="135408"/>
                </a:lnTo>
                <a:lnTo>
                  <a:pt x="1068485" y="135632"/>
                </a:lnTo>
                <a:lnTo>
                  <a:pt x="1068675" y="135853"/>
                </a:lnTo>
                <a:lnTo>
                  <a:pt x="1068874" y="136071"/>
                </a:lnTo>
                <a:lnTo>
                  <a:pt x="1069081" y="136285"/>
                </a:lnTo>
                <a:lnTo>
                  <a:pt x="1069296" y="136493"/>
                </a:lnTo>
                <a:lnTo>
                  <a:pt x="1069514" y="136692"/>
                </a:lnTo>
                <a:lnTo>
                  <a:pt x="1069736" y="136882"/>
                </a:lnTo>
                <a:lnTo>
                  <a:pt x="1069963" y="137063"/>
                </a:lnTo>
                <a:lnTo>
                  <a:pt x="1070194" y="137236"/>
                </a:lnTo>
                <a:lnTo>
                  <a:pt x="1070429" y="137400"/>
                </a:lnTo>
                <a:lnTo>
                  <a:pt x="1070667" y="137554"/>
                </a:lnTo>
                <a:lnTo>
                  <a:pt x="1070911" y="137700"/>
                </a:lnTo>
                <a:lnTo>
                  <a:pt x="1071158" y="137838"/>
                </a:lnTo>
                <a:lnTo>
                  <a:pt x="1071409" y="137966"/>
                </a:lnTo>
                <a:lnTo>
                  <a:pt x="1071665" y="138085"/>
                </a:lnTo>
                <a:lnTo>
                  <a:pt x="1071924" y="138196"/>
                </a:lnTo>
                <a:lnTo>
                  <a:pt x="1072188" y="138298"/>
                </a:lnTo>
                <a:lnTo>
                  <a:pt x="1072456" y="138391"/>
                </a:lnTo>
                <a:lnTo>
                  <a:pt x="1072728" y="138475"/>
                </a:lnTo>
                <a:lnTo>
                  <a:pt x="1073004" y="138550"/>
                </a:lnTo>
                <a:lnTo>
                  <a:pt x="1073284" y="138616"/>
                </a:lnTo>
                <a:lnTo>
                  <a:pt x="1073568" y="138674"/>
                </a:lnTo>
                <a:lnTo>
                  <a:pt x="1073857" y="138722"/>
                </a:lnTo>
                <a:lnTo>
                  <a:pt x="1074149" y="138762"/>
                </a:lnTo>
                <a:lnTo>
                  <a:pt x="1074446" y="138793"/>
                </a:lnTo>
                <a:lnTo>
                  <a:pt x="1074747" y="138815"/>
                </a:lnTo>
                <a:lnTo>
                  <a:pt x="1075052" y="138829"/>
                </a:lnTo>
                <a:lnTo>
                  <a:pt x="1075361" y="138833"/>
                </a:lnTo>
                <a:lnTo>
                  <a:pt x="1075629" y="138829"/>
                </a:lnTo>
                <a:lnTo>
                  <a:pt x="1075894" y="138817"/>
                </a:lnTo>
                <a:lnTo>
                  <a:pt x="1076158" y="138797"/>
                </a:lnTo>
                <a:lnTo>
                  <a:pt x="1076419" y="138769"/>
                </a:lnTo>
                <a:lnTo>
                  <a:pt x="1076679" y="138734"/>
                </a:lnTo>
                <a:lnTo>
                  <a:pt x="1076936" y="138690"/>
                </a:lnTo>
                <a:lnTo>
                  <a:pt x="1077192" y="138638"/>
                </a:lnTo>
                <a:lnTo>
                  <a:pt x="1077445" y="138578"/>
                </a:lnTo>
                <a:lnTo>
                  <a:pt x="1077696" y="138511"/>
                </a:lnTo>
                <a:lnTo>
                  <a:pt x="1077945" y="138435"/>
                </a:lnTo>
                <a:lnTo>
                  <a:pt x="1078192" y="138351"/>
                </a:lnTo>
                <a:lnTo>
                  <a:pt x="1078437" y="138260"/>
                </a:lnTo>
                <a:lnTo>
                  <a:pt x="1078680" y="138160"/>
                </a:lnTo>
                <a:lnTo>
                  <a:pt x="1078921" y="138053"/>
                </a:lnTo>
                <a:lnTo>
                  <a:pt x="1079160" y="137937"/>
                </a:lnTo>
                <a:lnTo>
                  <a:pt x="1079397" y="137814"/>
                </a:lnTo>
                <a:lnTo>
                  <a:pt x="1079631" y="137682"/>
                </a:lnTo>
                <a:lnTo>
                  <a:pt x="1079864" y="137543"/>
                </a:lnTo>
                <a:lnTo>
                  <a:pt x="1080095" y="137395"/>
                </a:lnTo>
                <a:lnTo>
                  <a:pt x="1080323" y="137240"/>
                </a:lnTo>
                <a:lnTo>
                  <a:pt x="1080550" y="137077"/>
                </a:lnTo>
                <a:lnTo>
                  <a:pt x="1080774" y="136906"/>
                </a:lnTo>
                <a:lnTo>
                  <a:pt x="1080996" y="136726"/>
                </a:lnTo>
                <a:lnTo>
                  <a:pt x="1081217" y="136539"/>
                </a:lnTo>
                <a:lnTo>
                  <a:pt x="1081441" y="136335"/>
                </a:lnTo>
                <a:lnTo>
                  <a:pt x="1081675" y="136105"/>
                </a:lnTo>
                <a:lnTo>
                  <a:pt x="1081919" y="135848"/>
                </a:lnTo>
                <a:lnTo>
                  <a:pt x="1082174" y="135566"/>
                </a:lnTo>
                <a:lnTo>
                  <a:pt x="1082438" y="135256"/>
                </a:lnTo>
                <a:lnTo>
                  <a:pt x="1082712" y="134921"/>
                </a:lnTo>
                <a:lnTo>
                  <a:pt x="1082997" y="134560"/>
                </a:lnTo>
                <a:lnTo>
                  <a:pt x="1083291" y="134172"/>
                </a:lnTo>
                <a:lnTo>
                  <a:pt x="1083595" y="133758"/>
                </a:lnTo>
                <a:lnTo>
                  <a:pt x="1083910" y="133318"/>
                </a:lnTo>
                <a:lnTo>
                  <a:pt x="1084234" y="132851"/>
                </a:lnTo>
                <a:lnTo>
                  <a:pt x="1084569" y="132358"/>
                </a:lnTo>
                <a:lnTo>
                  <a:pt x="1084913" y="131839"/>
                </a:lnTo>
                <a:lnTo>
                  <a:pt x="1085267" y="131294"/>
                </a:lnTo>
                <a:lnTo>
                  <a:pt x="1085632" y="130723"/>
                </a:lnTo>
                <a:lnTo>
                  <a:pt x="1086006" y="130125"/>
                </a:lnTo>
                <a:lnTo>
                  <a:pt x="1086391" y="129501"/>
                </a:lnTo>
                <a:lnTo>
                  <a:pt x="1086786" y="128851"/>
                </a:lnTo>
                <a:lnTo>
                  <a:pt x="1087190" y="128175"/>
                </a:lnTo>
                <a:lnTo>
                  <a:pt x="1087605" y="127472"/>
                </a:lnTo>
                <a:lnTo>
                  <a:pt x="1088029" y="126743"/>
                </a:lnTo>
                <a:lnTo>
                  <a:pt x="1088464" y="125988"/>
                </a:lnTo>
                <a:lnTo>
                  <a:pt x="1088909" y="125206"/>
                </a:lnTo>
                <a:lnTo>
                  <a:pt x="1089363" y="124399"/>
                </a:lnTo>
                <a:lnTo>
                  <a:pt x="1089993" y="123264"/>
                </a:lnTo>
                <a:lnTo>
                  <a:pt x="1090608" y="122137"/>
                </a:lnTo>
                <a:lnTo>
                  <a:pt x="1091210" y="121020"/>
                </a:lnTo>
                <a:lnTo>
                  <a:pt x="1091798" y="119910"/>
                </a:lnTo>
                <a:lnTo>
                  <a:pt x="1092372" y="118809"/>
                </a:lnTo>
                <a:lnTo>
                  <a:pt x="1092933" y="117717"/>
                </a:lnTo>
                <a:lnTo>
                  <a:pt x="1093479" y="116634"/>
                </a:lnTo>
                <a:lnTo>
                  <a:pt x="1094012" y="115558"/>
                </a:lnTo>
                <a:lnTo>
                  <a:pt x="1094530" y="114492"/>
                </a:lnTo>
                <a:lnTo>
                  <a:pt x="1095035" y="113434"/>
                </a:lnTo>
                <a:lnTo>
                  <a:pt x="1095526" y="112384"/>
                </a:lnTo>
                <a:lnTo>
                  <a:pt x="1096004" y="111343"/>
                </a:lnTo>
                <a:lnTo>
                  <a:pt x="1096467" y="110311"/>
                </a:lnTo>
                <a:lnTo>
                  <a:pt x="1096916" y="109287"/>
                </a:lnTo>
                <a:lnTo>
                  <a:pt x="1097352" y="108272"/>
                </a:lnTo>
                <a:lnTo>
                  <a:pt x="1097774" y="107265"/>
                </a:lnTo>
                <a:lnTo>
                  <a:pt x="1098182" y="106267"/>
                </a:lnTo>
                <a:lnTo>
                  <a:pt x="1098576" y="105277"/>
                </a:lnTo>
                <a:lnTo>
                  <a:pt x="1098956" y="104296"/>
                </a:lnTo>
                <a:lnTo>
                  <a:pt x="1099323" y="103323"/>
                </a:lnTo>
                <a:lnTo>
                  <a:pt x="1099675" y="102359"/>
                </a:lnTo>
                <a:lnTo>
                  <a:pt x="1100014" y="101404"/>
                </a:lnTo>
                <a:lnTo>
                  <a:pt x="1100339" y="100457"/>
                </a:lnTo>
                <a:lnTo>
                  <a:pt x="1100650" y="99518"/>
                </a:lnTo>
                <a:lnTo>
                  <a:pt x="1101051" y="98245"/>
                </a:lnTo>
                <a:lnTo>
                  <a:pt x="1101436" y="96974"/>
                </a:lnTo>
                <a:lnTo>
                  <a:pt x="1101803" y="95704"/>
                </a:lnTo>
                <a:lnTo>
                  <a:pt x="1102154" y="94435"/>
                </a:lnTo>
                <a:lnTo>
                  <a:pt x="1102487" y="93168"/>
                </a:lnTo>
                <a:lnTo>
                  <a:pt x="1102803" y="91902"/>
                </a:lnTo>
                <a:lnTo>
                  <a:pt x="1103102" y="90638"/>
                </a:lnTo>
                <a:lnTo>
                  <a:pt x="1103384" y="89375"/>
                </a:lnTo>
                <a:lnTo>
                  <a:pt x="1103649" y="88114"/>
                </a:lnTo>
                <a:lnTo>
                  <a:pt x="1103897" y="86855"/>
                </a:lnTo>
                <a:lnTo>
                  <a:pt x="1104128" y="85596"/>
                </a:lnTo>
                <a:lnTo>
                  <a:pt x="1104341" y="84340"/>
                </a:lnTo>
                <a:lnTo>
                  <a:pt x="1104538" y="83084"/>
                </a:lnTo>
                <a:lnTo>
                  <a:pt x="1104717" y="81830"/>
                </a:lnTo>
                <a:lnTo>
                  <a:pt x="1104880" y="80578"/>
                </a:lnTo>
                <a:lnTo>
                  <a:pt x="1105025" y="79327"/>
                </a:lnTo>
                <a:lnTo>
                  <a:pt x="1105153" y="78078"/>
                </a:lnTo>
                <a:lnTo>
                  <a:pt x="1105264" y="76830"/>
                </a:lnTo>
                <a:lnTo>
                  <a:pt x="1105358" y="75584"/>
                </a:lnTo>
                <a:lnTo>
                  <a:pt x="1105435" y="74339"/>
                </a:lnTo>
                <a:lnTo>
                  <a:pt x="1105495" y="73095"/>
                </a:lnTo>
                <a:lnTo>
                  <a:pt x="1105538" y="71854"/>
                </a:lnTo>
                <a:lnTo>
                  <a:pt x="1105563" y="70613"/>
                </a:lnTo>
                <a:lnTo>
                  <a:pt x="1105572" y="69374"/>
                </a:lnTo>
                <a:lnTo>
                  <a:pt x="1105564" y="68184"/>
                </a:lnTo>
                <a:lnTo>
                  <a:pt x="1105539" y="66991"/>
                </a:lnTo>
                <a:lnTo>
                  <a:pt x="1105499" y="65796"/>
                </a:lnTo>
                <a:lnTo>
                  <a:pt x="1105442" y="64598"/>
                </a:lnTo>
                <a:close/>
                <a:moveTo>
                  <a:pt x="914925" y="36811"/>
                </a:moveTo>
                <a:lnTo>
                  <a:pt x="914472" y="36606"/>
                </a:lnTo>
                <a:lnTo>
                  <a:pt x="914016" y="36406"/>
                </a:lnTo>
                <a:lnTo>
                  <a:pt x="913556" y="36210"/>
                </a:lnTo>
                <a:lnTo>
                  <a:pt x="913094" y="36019"/>
                </a:lnTo>
                <a:lnTo>
                  <a:pt x="912628" y="35833"/>
                </a:lnTo>
                <a:lnTo>
                  <a:pt x="912158" y="35651"/>
                </a:lnTo>
                <a:lnTo>
                  <a:pt x="911686" y="35474"/>
                </a:lnTo>
                <a:lnTo>
                  <a:pt x="911210" y="35302"/>
                </a:lnTo>
                <a:lnTo>
                  <a:pt x="910731" y="35135"/>
                </a:lnTo>
                <a:lnTo>
                  <a:pt x="910249" y="34972"/>
                </a:lnTo>
                <a:lnTo>
                  <a:pt x="909764" y="34814"/>
                </a:lnTo>
                <a:lnTo>
                  <a:pt x="909275" y="34661"/>
                </a:lnTo>
                <a:lnTo>
                  <a:pt x="908783" y="34513"/>
                </a:lnTo>
                <a:lnTo>
                  <a:pt x="908288" y="34369"/>
                </a:lnTo>
                <a:lnTo>
                  <a:pt x="907789" y="34230"/>
                </a:lnTo>
                <a:lnTo>
                  <a:pt x="907288" y="34095"/>
                </a:lnTo>
                <a:lnTo>
                  <a:pt x="906783" y="33966"/>
                </a:lnTo>
                <a:lnTo>
                  <a:pt x="906275" y="33841"/>
                </a:lnTo>
                <a:lnTo>
                  <a:pt x="905763" y="33721"/>
                </a:lnTo>
                <a:lnTo>
                  <a:pt x="905249" y="33605"/>
                </a:lnTo>
                <a:lnTo>
                  <a:pt x="904731" y="33494"/>
                </a:lnTo>
                <a:lnTo>
                  <a:pt x="904209" y="33388"/>
                </a:lnTo>
                <a:lnTo>
                  <a:pt x="903684" y="33287"/>
                </a:lnTo>
                <a:lnTo>
                  <a:pt x="903155" y="33190"/>
                </a:lnTo>
                <a:lnTo>
                  <a:pt x="902623" y="33098"/>
                </a:lnTo>
                <a:lnTo>
                  <a:pt x="902088" y="33011"/>
                </a:lnTo>
                <a:lnTo>
                  <a:pt x="901548" y="32929"/>
                </a:lnTo>
                <a:lnTo>
                  <a:pt x="901006" y="32851"/>
                </a:lnTo>
                <a:lnTo>
                  <a:pt x="900459" y="32778"/>
                </a:lnTo>
                <a:lnTo>
                  <a:pt x="899909" y="32709"/>
                </a:lnTo>
                <a:lnTo>
                  <a:pt x="899356" y="32646"/>
                </a:lnTo>
                <a:lnTo>
                  <a:pt x="898799" y="32587"/>
                </a:lnTo>
                <a:lnTo>
                  <a:pt x="898239" y="32533"/>
                </a:lnTo>
                <a:lnTo>
                  <a:pt x="897675" y="32483"/>
                </a:lnTo>
                <a:lnTo>
                  <a:pt x="897107" y="32438"/>
                </a:lnTo>
                <a:lnTo>
                  <a:pt x="896536" y="32398"/>
                </a:lnTo>
                <a:lnTo>
                  <a:pt x="895962" y="32363"/>
                </a:lnTo>
                <a:lnTo>
                  <a:pt x="895383" y="32332"/>
                </a:lnTo>
                <a:lnTo>
                  <a:pt x="894802" y="32306"/>
                </a:lnTo>
                <a:lnTo>
                  <a:pt x="894217" y="32285"/>
                </a:lnTo>
                <a:lnTo>
                  <a:pt x="893628" y="32269"/>
                </a:lnTo>
                <a:lnTo>
                  <a:pt x="893036" y="32257"/>
                </a:lnTo>
                <a:lnTo>
                  <a:pt x="892440" y="32250"/>
                </a:lnTo>
                <a:lnTo>
                  <a:pt x="891841" y="32247"/>
                </a:lnTo>
                <a:lnTo>
                  <a:pt x="890192" y="32268"/>
                </a:lnTo>
                <a:lnTo>
                  <a:pt x="888569" y="32332"/>
                </a:lnTo>
                <a:lnTo>
                  <a:pt x="886973" y="32437"/>
                </a:lnTo>
                <a:lnTo>
                  <a:pt x="885403" y="32585"/>
                </a:lnTo>
                <a:lnTo>
                  <a:pt x="883859" y="32775"/>
                </a:lnTo>
                <a:lnTo>
                  <a:pt x="882341" y="33008"/>
                </a:lnTo>
                <a:lnTo>
                  <a:pt x="880850" y="33282"/>
                </a:lnTo>
                <a:lnTo>
                  <a:pt x="879385" y="33599"/>
                </a:lnTo>
                <a:lnTo>
                  <a:pt x="877946" y="33958"/>
                </a:lnTo>
                <a:lnTo>
                  <a:pt x="876533" y="34360"/>
                </a:lnTo>
                <a:lnTo>
                  <a:pt x="875147" y="34803"/>
                </a:lnTo>
                <a:lnTo>
                  <a:pt x="873786" y="35289"/>
                </a:lnTo>
                <a:lnTo>
                  <a:pt x="872452" y="35817"/>
                </a:lnTo>
                <a:lnTo>
                  <a:pt x="871144" y="36387"/>
                </a:lnTo>
                <a:lnTo>
                  <a:pt x="869863" y="37000"/>
                </a:lnTo>
                <a:lnTo>
                  <a:pt x="868607" y="37655"/>
                </a:lnTo>
                <a:lnTo>
                  <a:pt x="867378" y="38352"/>
                </a:lnTo>
                <a:lnTo>
                  <a:pt x="866175" y="39091"/>
                </a:lnTo>
                <a:lnTo>
                  <a:pt x="864999" y="39873"/>
                </a:lnTo>
                <a:lnTo>
                  <a:pt x="863848" y="40697"/>
                </a:lnTo>
                <a:lnTo>
                  <a:pt x="862724" y="41563"/>
                </a:lnTo>
                <a:lnTo>
                  <a:pt x="861626" y="42471"/>
                </a:lnTo>
                <a:lnTo>
                  <a:pt x="860554" y="43421"/>
                </a:lnTo>
                <a:lnTo>
                  <a:pt x="859508" y="44414"/>
                </a:lnTo>
                <a:lnTo>
                  <a:pt x="858497" y="45439"/>
                </a:lnTo>
                <a:lnTo>
                  <a:pt x="857529" y="46486"/>
                </a:lnTo>
                <a:lnTo>
                  <a:pt x="856605" y="47555"/>
                </a:lnTo>
                <a:lnTo>
                  <a:pt x="855723" y="48647"/>
                </a:lnTo>
                <a:lnTo>
                  <a:pt x="854884" y="49760"/>
                </a:lnTo>
                <a:lnTo>
                  <a:pt x="854088" y="50896"/>
                </a:lnTo>
                <a:lnTo>
                  <a:pt x="853335" y="52055"/>
                </a:lnTo>
                <a:lnTo>
                  <a:pt x="852625" y="53235"/>
                </a:lnTo>
                <a:lnTo>
                  <a:pt x="851958" y="54437"/>
                </a:lnTo>
                <a:lnTo>
                  <a:pt x="851335" y="55662"/>
                </a:lnTo>
                <a:lnTo>
                  <a:pt x="850754" y="56909"/>
                </a:lnTo>
                <a:lnTo>
                  <a:pt x="850216" y="58178"/>
                </a:lnTo>
                <a:lnTo>
                  <a:pt x="849721" y="59470"/>
                </a:lnTo>
                <a:lnTo>
                  <a:pt x="849270" y="60783"/>
                </a:lnTo>
                <a:lnTo>
                  <a:pt x="848861" y="62119"/>
                </a:lnTo>
                <a:lnTo>
                  <a:pt x="848495" y="63477"/>
                </a:lnTo>
                <a:lnTo>
                  <a:pt x="848173" y="64858"/>
                </a:lnTo>
                <a:lnTo>
                  <a:pt x="847893" y="66260"/>
                </a:lnTo>
                <a:lnTo>
                  <a:pt x="847656" y="67685"/>
                </a:lnTo>
                <a:lnTo>
                  <a:pt x="847463" y="69132"/>
                </a:lnTo>
                <a:lnTo>
                  <a:pt x="847312" y="70601"/>
                </a:lnTo>
                <a:lnTo>
                  <a:pt x="847205" y="72093"/>
                </a:lnTo>
                <a:lnTo>
                  <a:pt x="847140" y="73606"/>
                </a:lnTo>
                <a:lnTo>
                  <a:pt x="847119" y="75142"/>
                </a:lnTo>
                <a:lnTo>
                  <a:pt x="847145" y="76760"/>
                </a:lnTo>
                <a:lnTo>
                  <a:pt x="847225" y="78348"/>
                </a:lnTo>
                <a:lnTo>
                  <a:pt x="847357" y="79908"/>
                </a:lnTo>
                <a:lnTo>
                  <a:pt x="847543" y="81439"/>
                </a:lnTo>
                <a:lnTo>
                  <a:pt x="847782" y="82941"/>
                </a:lnTo>
                <a:lnTo>
                  <a:pt x="848073" y="84415"/>
                </a:lnTo>
                <a:lnTo>
                  <a:pt x="848418" y="85859"/>
                </a:lnTo>
                <a:lnTo>
                  <a:pt x="848816" y="87275"/>
                </a:lnTo>
                <a:lnTo>
                  <a:pt x="849267" y="88662"/>
                </a:lnTo>
                <a:lnTo>
                  <a:pt x="849771" y="90019"/>
                </a:lnTo>
                <a:lnTo>
                  <a:pt x="850327" y="91348"/>
                </a:lnTo>
                <a:lnTo>
                  <a:pt x="850937" y="92649"/>
                </a:lnTo>
                <a:lnTo>
                  <a:pt x="851600" y="93920"/>
                </a:lnTo>
                <a:lnTo>
                  <a:pt x="852316" y="95162"/>
                </a:lnTo>
                <a:lnTo>
                  <a:pt x="853085" y="96376"/>
                </a:lnTo>
                <a:lnTo>
                  <a:pt x="853908" y="97561"/>
                </a:lnTo>
                <a:lnTo>
                  <a:pt x="854783" y="98717"/>
                </a:lnTo>
                <a:lnTo>
                  <a:pt x="855711" y="99844"/>
                </a:lnTo>
                <a:lnTo>
                  <a:pt x="856692" y="100942"/>
                </a:lnTo>
                <a:lnTo>
                  <a:pt x="857726" y="102011"/>
                </a:lnTo>
                <a:lnTo>
                  <a:pt x="858814" y="103052"/>
                </a:lnTo>
                <a:lnTo>
                  <a:pt x="859954" y="104063"/>
                </a:lnTo>
                <a:lnTo>
                  <a:pt x="861147" y="105046"/>
                </a:lnTo>
                <a:lnTo>
                  <a:pt x="862394" y="106000"/>
                </a:lnTo>
                <a:lnTo>
                  <a:pt x="863350" y="106685"/>
                </a:lnTo>
                <a:lnTo>
                  <a:pt x="864337" y="107340"/>
                </a:lnTo>
                <a:lnTo>
                  <a:pt x="865356" y="107967"/>
                </a:lnTo>
                <a:lnTo>
                  <a:pt x="866406" y="108564"/>
                </a:lnTo>
                <a:lnTo>
                  <a:pt x="867487" y="109133"/>
                </a:lnTo>
                <a:lnTo>
                  <a:pt x="868599" y="109672"/>
                </a:lnTo>
                <a:lnTo>
                  <a:pt x="869743" y="110182"/>
                </a:lnTo>
                <a:lnTo>
                  <a:pt x="870917" y="110663"/>
                </a:lnTo>
                <a:lnTo>
                  <a:pt x="872124" y="111114"/>
                </a:lnTo>
                <a:lnTo>
                  <a:pt x="873361" y="111537"/>
                </a:lnTo>
                <a:lnTo>
                  <a:pt x="874629" y="111930"/>
                </a:lnTo>
                <a:lnTo>
                  <a:pt x="875929" y="112295"/>
                </a:lnTo>
                <a:lnTo>
                  <a:pt x="877260" y="112630"/>
                </a:lnTo>
                <a:lnTo>
                  <a:pt x="878622" y="112936"/>
                </a:lnTo>
                <a:lnTo>
                  <a:pt x="880016" y="113213"/>
                </a:lnTo>
                <a:lnTo>
                  <a:pt x="881440" y="113460"/>
                </a:lnTo>
                <a:lnTo>
                  <a:pt x="882896" y="113679"/>
                </a:lnTo>
                <a:lnTo>
                  <a:pt x="884383" y="113868"/>
                </a:lnTo>
                <a:lnTo>
                  <a:pt x="885902" y="114029"/>
                </a:lnTo>
                <a:lnTo>
                  <a:pt x="887451" y="114160"/>
                </a:lnTo>
                <a:lnTo>
                  <a:pt x="889032" y="114262"/>
                </a:lnTo>
                <a:lnTo>
                  <a:pt x="890644" y="114335"/>
                </a:lnTo>
                <a:lnTo>
                  <a:pt x="892288" y="114378"/>
                </a:lnTo>
                <a:lnTo>
                  <a:pt x="893962" y="114393"/>
                </a:lnTo>
                <a:lnTo>
                  <a:pt x="895824" y="114380"/>
                </a:lnTo>
                <a:lnTo>
                  <a:pt x="897649" y="114339"/>
                </a:lnTo>
                <a:lnTo>
                  <a:pt x="899436" y="114272"/>
                </a:lnTo>
                <a:lnTo>
                  <a:pt x="901185" y="114179"/>
                </a:lnTo>
                <a:lnTo>
                  <a:pt x="902896" y="114058"/>
                </a:lnTo>
                <a:lnTo>
                  <a:pt x="904570" y="113910"/>
                </a:lnTo>
                <a:lnTo>
                  <a:pt x="906206" y="113736"/>
                </a:lnTo>
                <a:lnTo>
                  <a:pt x="907804" y="113535"/>
                </a:lnTo>
                <a:lnTo>
                  <a:pt x="909364" y="113307"/>
                </a:lnTo>
                <a:lnTo>
                  <a:pt x="910887" y="113052"/>
                </a:lnTo>
                <a:lnTo>
                  <a:pt x="912372" y="112771"/>
                </a:lnTo>
                <a:lnTo>
                  <a:pt x="913820" y="112462"/>
                </a:lnTo>
                <a:lnTo>
                  <a:pt x="915229" y="112127"/>
                </a:lnTo>
                <a:lnTo>
                  <a:pt x="916601" y="111765"/>
                </a:lnTo>
                <a:lnTo>
                  <a:pt x="917935" y="111376"/>
                </a:lnTo>
                <a:lnTo>
                  <a:pt x="919232" y="110961"/>
                </a:lnTo>
                <a:lnTo>
                  <a:pt x="920491" y="110518"/>
                </a:lnTo>
                <a:lnTo>
                  <a:pt x="921712" y="110049"/>
                </a:lnTo>
                <a:lnTo>
                  <a:pt x="922895" y="109553"/>
                </a:lnTo>
                <a:lnTo>
                  <a:pt x="924041" y="109030"/>
                </a:lnTo>
                <a:lnTo>
                  <a:pt x="925149" y="108481"/>
                </a:lnTo>
                <a:lnTo>
                  <a:pt x="926219" y="107904"/>
                </a:lnTo>
                <a:lnTo>
                  <a:pt x="927251" y="107301"/>
                </a:lnTo>
                <a:lnTo>
                  <a:pt x="928246" y="106671"/>
                </a:lnTo>
                <a:lnTo>
                  <a:pt x="928890" y="106238"/>
                </a:lnTo>
                <a:lnTo>
                  <a:pt x="929507" y="105804"/>
                </a:lnTo>
                <a:lnTo>
                  <a:pt x="930096" y="105367"/>
                </a:lnTo>
                <a:lnTo>
                  <a:pt x="930658" y="104929"/>
                </a:lnTo>
                <a:lnTo>
                  <a:pt x="931192" y="104488"/>
                </a:lnTo>
                <a:lnTo>
                  <a:pt x="931699" y="104045"/>
                </a:lnTo>
                <a:lnTo>
                  <a:pt x="932178" y="103600"/>
                </a:lnTo>
                <a:lnTo>
                  <a:pt x="932631" y="103154"/>
                </a:lnTo>
                <a:lnTo>
                  <a:pt x="933055" y="102705"/>
                </a:lnTo>
                <a:lnTo>
                  <a:pt x="933453" y="102254"/>
                </a:lnTo>
                <a:lnTo>
                  <a:pt x="933823" y="101801"/>
                </a:lnTo>
                <a:lnTo>
                  <a:pt x="934165" y="101346"/>
                </a:lnTo>
                <a:lnTo>
                  <a:pt x="934480" y="100888"/>
                </a:lnTo>
                <a:lnTo>
                  <a:pt x="934768" y="100429"/>
                </a:lnTo>
                <a:lnTo>
                  <a:pt x="935028" y="99968"/>
                </a:lnTo>
                <a:lnTo>
                  <a:pt x="935261" y="99505"/>
                </a:lnTo>
                <a:lnTo>
                  <a:pt x="935467" y="99039"/>
                </a:lnTo>
                <a:lnTo>
                  <a:pt x="935645" y="98572"/>
                </a:lnTo>
                <a:lnTo>
                  <a:pt x="935796" y="98102"/>
                </a:lnTo>
                <a:lnTo>
                  <a:pt x="935919" y="97631"/>
                </a:lnTo>
                <a:lnTo>
                  <a:pt x="936015" y="97157"/>
                </a:lnTo>
                <a:lnTo>
                  <a:pt x="936083" y="96681"/>
                </a:lnTo>
                <a:lnTo>
                  <a:pt x="936124" y="96203"/>
                </a:lnTo>
                <a:lnTo>
                  <a:pt x="936138" y="95724"/>
                </a:lnTo>
                <a:lnTo>
                  <a:pt x="936134" y="95428"/>
                </a:lnTo>
                <a:lnTo>
                  <a:pt x="936120" y="95136"/>
                </a:lnTo>
                <a:lnTo>
                  <a:pt x="936098" y="94847"/>
                </a:lnTo>
                <a:lnTo>
                  <a:pt x="936066" y="94561"/>
                </a:lnTo>
                <a:lnTo>
                  <a:pt x="936026" y="94279"/>
                </a:lnTo>
                <a:lnTo>
                  <a:pt x="935976" y="94000"/>
                </a:lnTo>
                <a:lnTo>
                  <a:pt x="935918" y="93724"/>
                </a:lnTo>
                <a:lnTo>
                  <a:pt x="935851" y="93451"/>
                </a:lnTo>
                <a:lnTo>
                  <a:pt x="935774" y="93182"/>
                </a:lnTo>
                <a:lnTo>
                  <a:pt x="935689" y="92915"/>
                </a:lnTo>
                <a:lnTo>
                  <a:pt x="935594" y="92652"/>
                </a:lnTo>
                <a:lnTo>
                  <a:pt x="935491" y="92393"/>
                </a:lnTo>
                <a:lnTo>
                  <a:pt x="935379" y="92136"/>
                </a:lnTo>
                <a:lnTo>
                  <a:pt x="935257" y="91883"/>
                </a:lnTo>
                <a:lnTo>
                  <a:pt x="935127" y="91633"/>
                </a:lnTo>
                <a:lnTo>
                  <a:pt x="934988" y="91386"/>
                </a:lnTo>
                <a:lnTo>
                  <a:pt x="934840" y="91143"/>
                </a:lnTo>
                <a:lnTo>
                  <a:pt x="934682" y="90902"/>
                </a:lnTo>
                <a:lnTo>
                  <a:pt x="934516" y="90665"/>
                </a:lnTo>
                <a:lnTo>
                  <a:pt x="934341" y="90432"/>
                </a:lnTo>
                <a:lnTo>
                  <a:pt x="934156" y="90201"/>
                </a:lnTo>
                <a:lnTo>
                  <a:pt x="933963" y="89974"/>
                </a:lnTo>
                <a:lnTo>
                  <a:pt x="933761" y="89750"/>
                </a:lnTo>
                <a:lnTo>
                  <a:pt x="933550" y="89529"/>
                </a:lnTo>
                <a:lnTo>
                  <a:pt x="933332" y="89314"/>
                </a:lnTo>
                <a:lnTo>
                  <a:pt x="933112" y="89109"/>
                </a:lnTo>
                <a:lnTo>
                  <a:pt x="932888" y="88912"/>
                </a:lnTo>
                <a:lnTo>
                  <a:pt x="932660" y="88725"/>
                </a:lnTo>
                <a:lnTo>
                  <a:pt x="932429" y="88547"/>
                </a:lnTo>
                <a:lnTo>
                  <a:pt x="932195" y="88378"/>
                </a:lnTo>
                <a:lnTo>
                  <a:pt x="931957" y="88218"/>
                </a:lnTo>
                <a:lnTo>
                  <a:pt x="931716" y="88067"/>
                </a:lnTo>
                <a:lnTo>
                  <a:pt x="931471" y="87926"/>
                </a:lnTo>
                <a:lnTo>
                  <a:pt x="931224" y="87793"/>
                </a:lnTo>
                <a:lnTo>
                  <a:pt x="930972" y="87670"/>
                </a:lnTo>
                <a:lnTo>
                  <a:pt x="930718" y="87556"/>
                </a:lnTo>
                <a:lnTo>
                  <a:pt x="930460" y="87451"/>
                </a:lnTo>
                <a:lnTo>
                  <a:pt x="930198" y="87355"/>
                </a:lnTo>
                <a:lnTo>
                  <a:pt x="929933" y="87268"/>
                </a:lnTo>
                <a:lnTo>
                  <a:pt x="929665" y="87190"/>
                </a:lnTo>
                <a:lnTo>
                  <a:pt x="929394" y="87122"/>
                </a:lnTo>
                <a:lnTo>
                  <a:pt x="929119" y="87062"/>
                </a:lnTo>
                <a:lnTo>
                  <a:pt x="928840" y="87012"/>
                </a:lnTo>
                <a:lnTo>
                  <a:pt x="928558" y="86971"/>
                </a:lnTo>
                <a:lnTo>
                  <a:pt x="928273" y="86939"/>
                </a:lnTo>
                <a:lnTo>
                  <a:pt x="927985" y="86916"/>
                </a:lnTo>
                <a:lnTo>
                  <a:pt x="927693" y="86903"/>
                </a:lnTo>
                <a:lnTo>
                  <a:pt x="927397" y="86898"/>
                </a:lnTo>
                <a:lnTo>
                  <a:pt x="927149" y="86904"/>
                </a:lnTo>
                <a:lnTo>
                  <a:pt x="926898" y="86920"/>
                </a:lnTo>
                <a:lnTo>
                  <a:pt x="926644" y="86949"/>
                </a:lnTo>
                <a:lnTo>
                  <a:pt x="926389" y="86988"/>
                </a:lnTo>
                <a:lnTo>
                  <a:pt x="926130" y="87039"/>
                </a:lnTo>
                <a:lnTo>
                  <a:pt x="925870" y="87101"/>
                </a:lnTo>
                <a:lnTo>
                  <a:pt x="925607" y="87174"/>
                </a:lnTo>
                <a:lnTo>
                  <a:pt x="925342" y="87258"/>
                </a:lnTo>
                <a:lnTo>
                  <a:pt x="925074" y="87354"/>
                </a:lnTo>
                <a:lnTo>
                  <a:pt x="924804" y="87461"/>
                </a:lnTo>
                <a:lnTo>
                  <a:pt x="924532" y="87579"/>
                </a:lnTo>
                <a:lnTo>
                  <a:pt x="924258" y="87708"/>
                </a:lnTo>
                <a:lnTo>
                  <a:pt x="923981" y="87849"/>
                </a:lnTo>
                <a:lnTo>
                  <a:pt x="923701" y="88001"/>
                </a:lnTo>
                <a:lnTo>
                  <a:pt x="923420" y="88164"/>
                </a:lnTo>
                <a:lnTo>
                  <a:pt x="923135" y="88338"/>
                </a:lnTo>
                <a:lnTo>
                  <a:pt x="922849" y="88524"/>
                </a:lnTo>
                <a:lnTo>
                  <a:pt x="922560" y="88721"/>
                </a:lnTo>
                <a:lnTo>
                  <a:pt x="922269" y="88929"/>
                </a:lnTo>
                <a:lnTo>
                  <a:pt x="921976" y="89148"/>
                </a:lnTo>
                <a:lnTo>
                  <a:pt x="921680" y="89379"/>
                </a:lnTo>
                <a:lnTo>
                  <a:pt x="921382" y="89621"/>
                </a:lnTo>
                <a:lnTo>
                  <a:pt x="921081" y="89874"/>
                </a:lnTo>
                <a:lnTo>
                  <a:pt x="920778" y="90139"/>
                </a:lnTo>
                <a:lnTo>
                  <a:pt x="920473" y="90405"/>
                </a:lnTo>
                <a:lnTo>
                  <a:pt x="920167" y="90665"/>
                </a:lnTo>
                <a:lnTo>
                  <a:pt x="919859" y="90919"/>
                </a:lnTo>
                <a:lnTo>
                  <a:pt x="919550" y="91165"/>
                </a:lnTo>
                <a:lnTo>
                  <a:pt x="919239" y="91406"/>
                </a:lnTo>
                <a:lnTo>
                  <a:pt x="918927" y="91639"/>
                </a:lnTo>
                <a:lnTo>
                  <a:pt x="918614" y="91867"/>
                </a:lnTo>
                <a:lnTo>
                  <a:pt x="918298" y="92087"/>
                </a:lnTo>
                <a:lnTo>
                  <a:pt x="917982" y="92301"/>
                </a:lnTo>
                <a:lnTo>
                  <a:pt x="917664" y="92509"/>
                </a:lnTo>
                <a:lnTo>
                  <a:pt x="917344" y="92710"/>
                </a:lnTo>
                <a:lnTo>
                  <a:pt x="917023" y="92904"/>
                </a:lnTo>
                <a:lnTo>
                  <a:pt x="916701" y="93092"/>
                </a:lnTo>
                <a:lnTo>
                  <a:pt x="916377" y="93273"/>
                </a:lnTo>
                <a:lnTo>
                  <a:pt x="916051" y="93448"/>
                </a:lnTo>
                <a:lnTo>
                  <a:pt x="915724" y="93616"/>
                </a:lnTo>
                <a:lnTo>
                  <a:pt x="915396" y="93777"/>
                </a:lnTo>
                <a:lnTo>
                  <a:pt x="915066" y="93932"/>
                </a:lnTo>
                <a:lnTo>
                  <a:pt x="914735" y="94080"/>
                </a:lnTo>
                <a:lnTo>
                  <a:pt x="914402" y="94222"/>
                </a:lnTo>
                <a:lnTo>
                  <a:pt x="914068" y="94357"/>
                </a:lnTo>
                <a:lnTo>
                  <a:pt x="913732" y="94486"/>
                </a:lnTo>
                <a:lnTo>
                  <a:pt x="913395" y="94608"/>
                </a:lnTo>
                <a:lnTo>
                  <a:pt x="913056" y="94724"/>
                </a:lnTo>
                <a:lnTo>
                  <a:pt x="912476" y="94902"/>
                </a:lnTo>
                <a:lnTo>
                  <a:pt x="911883" y="95073"/>
                </a:lnTo>
                <a:lnTo>
                  <a:pt x="911275" y="95237"/>
                </a:lnTo>
                <a:lnTo>
                  <a:pt x="910654" y="95392"/>
                </a:lnTo>
                <a:lnTo>
                  <a:pt x="910019" y="95540"/>
                </a:lnTo>
                <a:lnTo>
                  <a:pt x="909370" y="95681"/>
                </a:lnTo>
                <a:lnTo>
                  <a:pt x="908707" y="95814"/>
                </a:lnTo>
                <a:lnTo>
                  <a:pt x="908030" y="95939"/>
                </a:lnTo>
                <a:lnTo>
                  <a:pt x="907340" y="96057"/>
                </a:lnTo>
                <a:lnTo>
                  <a:pt x="906635" y="96167"/>
                </a:lnTo>
                <a:lnTo>
                  <a:pt x="905917" y="96270"/>
                </a:lnTo>
                <a:lnTo>
                  <a:pt x="905185" y="96365"/>
                </a:lnTo>
                <a:lnTo>
                  <a:pt x="904439" y="96452"/>
                </a:lnTo>
                <a:lnTo>
                  <a:pt x="903679" y="96532"/>
                </a:lnTo>
                <a:lnTo>
                  <a:pt x="902906" y="96604"/>
                </a:lnTo>
                <a:lnTo>
                  <a:pt x="902118" y="96669"/>
                </a:lnTo>
                <a:lnTo>
                  <a:pt x="901317" y="96726"/>
                </a:lnTo>
                <a:lnTo>
                  <a:pt x="900502" y="96775"/>
                </a:lnTo>
                <a:lnTo>
                  <a:pt x="899673" y="96817"/>
                </a:lnTo>
                <a:lnTo>
                  <a:pt x="898830" y="96851"/>
                </a:lnTo>
                <a:lnTo>
                  <a:pt x="897973" y="96877"/>
                </a:lnTo>
                <a:lnTo>
                  <a:pt x="897103" y="96896"/>
                </a:lnTo>
                <a:lnTo>
                  <a:pt x="896218" y="96908"/>
                </a:lnTo>
                <a:lnTo>
                  <a:pt x="895320" y="96912"/>
                </a:lnTo>
                <a:lnTo>
                  <a:pt x="893957" y="96901"/>
                </a:lnTo>
                <a:lnTo>
                  <a:pt x="892627" y="96871"/>
                </a:lnTo>
                <a:lnTo>
                  <a:pt x="891330" y="96820"/>
                </a:lnTo>
                <a:lnTo>
                  <a:pt x="890066" y="96749"/>
                </a:lnTo>
                <a:lnTo>
                  <a:pt x="888834" y="96657"/>
                </a:lnTo>
                <a:lnTo>
                  <a:pt x="887635" y="96545"/>
                </a:lnTo>
                <a:lnTo>
                  <a:pt x="886468" y="96413"/>
                </a:lnTo>
                <a:lnTo>
                  <a:pt x="885334" y="96260"/>
                </a:lnTo>
                <a:lnTo>
                  <a:pt x="884234" y="96087"/>
                </a:lnTo>
                <a:lnTo>
                  <a:pt x="883165" y="95893"/>
                </a:lnTo>
                <a:lnTo>
                  <a:pt x="882130" y="95679"/>
                </a:lnTo>
                <a:lnTo>
                  <a:pt x="881127" y="95445"/>
                </a:lnTo>
                <a:lnTo>
                  <a:pt x="880157" y="95191"/>
                </a:lnTo>
                <a:lnTo>
                  <a:pt x="879219" y="94916"/>
                </a:lnTo>
                <a:lnTo>
                  <a:pt x="878314" y="94620"/>
                </a:lnTo>
                <a:lnTo>
                  <a:pt x="877442" y="94304"/>
                </a:lnTo>
                <a:lnTo>
                  <a:pt x="876603" y="93968"/>
                </a:lnTo>
                <a:lnTo>
                  <a:pt x="875796" y="93612"/>
                </a:lnTo>
                <a:lnTo>
                  <a:pt x="875023" y="93235"/>
                </a:lnTo>
                <a:lnTo>
                  <a:pt x="874281" y="92838"/>
                </a:lnTo>
                <a:lnTo>
                  <a:pt x="873573" y="92420"/>
                </a:lnTo>
                <a:lnTo>
                  <a:pt x="872897" y="91983"/>
                </a:lnTo>
                <a:lnTo>
                  <a:pt x="872254" y="91524"/>
                </a:lnTo>
                <a:lnTo>
                  <a:pt x="871644" y="91046"/>
                </a:lnTo>
                <a:lnTo>
                  <a:pt x="871062" y="90549"/>
                </a:lnTo>
                <a:lnTo>
                  <a:pt x="870505" y="90038"/>
                </a:lnTo>
                <a:lnTo>
                  <a:pt x="869973" y="89512"/>
                </a:lnTo>
                <a:lnTo>
                  <a:pt x="869465" y="88972"/>
                </a:lnTo>
                <a:lnTo>
                  <a:pt x="868983" y="88416"/>
                </a:lnTo>
                <a:lnTo>
                  <a:pt x="868525" y="87846"/>
                </a:lnTo>
                <a:lnTo>
                  <a:pt x="868092" y="87261"/>
                </a:lnTo>
                <a:lnTo>
                  <a:pt x="867683" y="86661"/>
                </a:lnTo>
                <a:lnTo>
                  <a:pt x="867300" y="86046"/>
                </a:lnTo>
                <a:lnTo>
                  <a:pt x="866941" y="85417"/>
                </a:lnTo>
                <a:lnTo>
                  <a:pt x="866607" y="84773"/>
                </a:lnTo>
                <a:lnTo>
                  <a:pt x="866297" y="84113"/>
                </a:lnTo>
                <a:lnTo>
                  <a:pt x="866013" y="83440"/>
                </a:lnTo>
                <a:lnTo>
                  <a:pt x="865753" y="82751"/>
                </a:lnTo>
                <a:lnTo>
                  <a:pt x="865518" y="82047"/>
                </a:lnTo>
                <a:lnTo>
                  <a:pt x="865307" y="81329"/>
                </a:lnTo>
                <a:lnTo>
                  <a:pt x="865122" y="80596"/>
                </a:lnTo>
                <a:lnTo>
                  <a:pt x="864961" y="79848"/>
                </a:lnTo>
                <a:lnTo>
                  <a:pt x="864825" y="79085"/>
                </a:lnTo>
                <a:lnTo>
                  <a:pt x="864713" y="78308"/>
                </a:lnTo>
                <a:lnTo>
                  <a:pt x="864627" y="77515"/>
                </a:lnTo>
                <a:lnTo>
                  <a:pt x="864565" y="76708"/>
                </a:lnTo>
                <a:lnTo>
                  <a:pt x="864528" y="75886"/>
                </a:lnTo>
                <a:lnTo>
                  <a:pt x="864515" y="75049"/>
                </a:lnTo>
                <a:lnTo>
                  <a:pt x="864528" y="74142"/>
                </a:lnTo>
                <a:lnTo>
                  <a:pt x="864567" y="73247"/>
                </a:lnTo>
                <a:lnTo>
                  <a:pt x="864631" y="72366"/>
                </a:lnTo>
                <a:lnTo>
                  <a:pt x="864721" y="71498"/>
                </a:lnTo>
                <a:lnTo>
                  <a:pt x="864837" y="70643"/>
                </a:lnTo>
                <a:lnTo>
                  <a:pt x="864979" y="69801"/>
                </a:lnTo>
                <a:lnTo>
                  <a:pt x="865147" y="68973"/>
                </a:lnTo>
                <a:lnTo>
                  <a:pt x="865340" y="68157"/>
                </a:lnTo>
                <a:lnTo>
                  <a:pt x="865559" y="67355"/>
                </a:lnTo>
                <a:lnTo>
                  <a:pt x="865804" y="66566"/>
                </a:lnTo>
                <a:lnTo>
                  <a:pt x="866075" y="65790"/>
                </a:lnTo>
                <a:lnTo>
                  <a:pt x="866372" y="65028"/>
                </a:lnTo>
                <a:lnTo>
                  <a:pt x="866694" y="64278"/>
                </a:lnTo>
                <a:lnTo>
                  <a:pt x="867042" y="63542"/>
                </a:lnTo>
                <a:lnTo>
                  <a:pt x="867416" y="62819"/>
                </a:lnTo>
                <a:lnTo>
                  <a:pt x="867815" y="62109"/>
                </a:lnTo>
                <a:lnTo>
                  <a:pt x="868241" y="61412"/>
                </a:lnTo>
                <a:lnTo>
                  <a:pt x="868692" y="60729"/>
                </a:lnTo>
                <a:lnTo>
                  <a:pt x="869169" y="60059"/>
                </a:lnTo>
                <a:lnTo>
                  <a:pt x="869672" y="59401"/>
                </a:lnTo>
                <a:lnTo>
                  <a:pt x="870200" y="58758"/>
                </a:lnTo>
                <a:lnTo>
                  <a:pt x="870755" y="58127"/>
                </a:lnTo>
                <a:lnTo>
                  <a:pt x="871335" y="57509"/>
                </a:lnTo>
                <a:lnTo>
                  <a:pt x="871941" y="56905"/>
                </a:lnTo>
                <a:lnTo>
                  <a:pt x="872568" y="56319"/>
                </a:lnTo>
                <a:lnTo>
                  <a:pt x="873212" y="55759"/>
                </a:lnTo>
                <a:lnTo>
                  <a:pt x="873873" y="55223"/>
                </a:lnTo>
                <a:lnTo>
                  <a:pt x="874551" y="54712"/>
                </a:lnTo>
                <a:lnTo>
                  <a:pt x="875246" y="54226"/>
                </a:lnTo>
                <a:lnTo>
                  <a:pt x="875958" y="53765"/>
                </a:lnTo>
                <a:lnTo>
                  <a:pt x="876687" y="53329"/>
                </a:lnTo>
                <a:lnTo>
                  <a:pt x="877433" y="52918"/>
                </a:lnTo>
                <a:lnTo>
                  <a:pt x="878196" y="52532"/>
                </a:lnTo>
                <a:lnTo>
                  <a:pt x="878975" y="52171"/>
                </a:lnTo>
                <a:lnTo>
                  <a:pt x="879772" y="51834"/>
                </a:lnTo>
                <a:lnTo>
                  <a:pt x="880586" y="51523"/>
                </a:lnTo>
                <a:lnTo>
                  <a:pt x="881416" y="51236"/>
                </a:lnTo>
                <a:lnTo>
                  <a:pt x="882264" y="50975"/>
                </a:lnTo>
                <a:lnTo>
                  <a:pt x="883128" y="50738"/>
                </a:lnTo>
                <a:lnTo>
                  <a:pt x="884010" y="50526"/>
                </a:lnTo>
                <a:lnTo>
                  <a:pt x="884908" y="50339"/>
                </a:lnTo>
                <a:lnTo>
                  <a:pt x="885823" y="50177"/>
                </a:lnTo>
                <a:lnTo>
                  <a:pt x="886756" y="50040"/>
                </a:lnTo>
                <a:lnTo>
                  <a:pt x="887705" y="49928"/>
                </a:lnTo>
                <a:lnTo>
                  <a:pt x="888671" y="49841"/>
                </a:lnTo>
                <a:lnTo>
                  <a:pt x="889654" y="49779"/>
                </a:lnTo>
                <a:lnTo>
                  <a:pt x="890654" y="49741"/>
                </a:lnTo>
                <a:lnTo>
                  <a:pt x="891671" y="49729"/>
                </a:lnTo>
                <a:lnTo>
                  <a:pt x="892555" y="49736"/>
                </a:lnTo>
                <a:lnTo>
                  <a:pt x="893426" y="49757"/>
                </a:lnTo>
                <a:lnTo>
                  <a:pt x="894284" y="49792"/>
                </a:lnTo>
                <a:lnTo>
                  <a:pt x="895129" y="49842"/>
                </a:lnTo>
                <a:lnTo>
                  <a:pt x="895960" y="49906"/>
                </a:lnTo>
                <a:lnTo>
                  <a:pt x="896778" y="49983"/>
                </a:lnTo>
                <a:lnTo>
                  <a:pt x="897583" y="50075"/>
                </a:lnTo>
                <a:lnTo>
                  <a:pt x="898375" y="50181"/>
                </a:lnTo>
                <a:lnTo>
                  <a:pt x="899153" y="50302"/>
                </a:lnTo>
                <a:lnTo>
                  <a:pt x="899918" y="50436"/>
                </a:lnTo>
                <a:lnTo>
                  <a:pt x="900670" y="50584"/>
                </a:lnTo>
                <a:lnTo>
                  <a:pt x="901409" y="50747"/>
                </a:lnTo>
                <a:lnTo>
                  <a:pt x="902134" y="50924"/>
                </a:lnTo>
                <a:lnTo>
                  <a:pt x="902846" y="51115"/>
                </a:lnTo>
                <a:lnTo>
                  <a:pt x="903545" y="51320"/>
                </a:lnTo>
                <a:lnTo>
                  <a:pt x="904230" y="51539"/>
                </a:lnTo>
                <a:lnTo>
                  <a:pt x="904903" y="51772"/>
                </a:lnTo>
                <a:lnTo>
                  <a:pt x="905562" y="52020"/>
                </a:lnTo>
                <a:lnTo>
                  <a:pt x="906207" y="52282"/>
                </a:lnTo>
                <a:lnTo>
                  <a:pt x="906840" y="52557"/>
                </a:lnTo>
                <a:lnTo>
                  <a:pt x="907459" y="52847"/>
                </a:lnTo>
                <a:lnTo>
                  <a:pt x="908065" y="53151"/>
                </a:lnTo>
                <a:lnTo>
                  <a:pt x="908658" y="53470"/>
                </a:lnTo>
                <a:lnTo>
                  <a:pt x="909237" y="53802"/>
                </a:lnTo>
                <a:lnTo>
                  <a:pt x="909557" y="53997"/>
                </a:lnTo>
                <a:lnTo>
                  <a:pt x="909868" y="54201"/>
                </a:lnTo>
                <a:lnTo>
                  <a:pt x="910168" y="54413"/>
                </a:lnTo>
                <a:lnTo>
                  <a:pt x="910458" y="54633"/>
                </a:lnTo>
                <a:lnTo>
                  <a:pt x="910738" y="54862"/>
                </a:lnTo>
                <a:lnTo>
                  <a:pt x="911009" y="55099"/>
                </a:lnTo>
                <a:lnTo>
                  <a:pt x="911269" y="55344"/>
                </a:lnTo>
                <a:lnTo>
                  <a:pt x="911519" y="55598"/>
                </a:lnTo>
                <a:lnTo>
                  <a:pt x="911759" y="55861"/>
                </a:lnTo>
                <a:lnTo>
                  <a:pt x="911989" y="56131"/>
                </a:lnTo>
                <a:lnTo>
                  <a:pt x="912209" y="56410"/>
                </a:lnTo>
                <a:lnTo>
                  <a:pt x="912419" y="56698"/>
                </a:lnTo>
                <a:lnTo>
                  <a:pt x="912619" y="56994"/>
                </a:lnTo>
                <a:lnTo>
                  <a:pt x="912810" y="57298"/>
                </a:lnTo>
                <a:lnTo>
                  <a:pt x="912990" y="57611"/>
                </a:lnTo>
                <a:lnTo>
                  <a:pt x="913160" y="57932"/>
                </a:lnTo>
                <a:lnTo>
                  <a:pt x="913320" y="58261"/>
                </a:lnTo>
                <a:lnTo>
                  <a:pt x="913470" y="58599"/>
                </a:lnTo>
                <a:lnTo>
                  <a:pt x="913610" y="58946"/>
                </a:lnTo>
                <a:lnTo>
                  <a:pt x="913739" y="59300"/>
                </a:lnTo>
                <a:lnTo>
                  <a:pt x="913859" y="59663"/>
                </a:lnTo>
                <a:lnTo>
                  <a:pt x="913969" y="60035"/>
                </a:lnTo>
                <a:lnTo>
                  <a:pt x="914069" y="60415"/>
                </a:lnTo>
                <a:lnTo>
                  <a:pt x="914159" y="60803"/>
                </a:lnTo>
                <a:lnTo>
                  <a:pt x="914245" y="61190"/>
                </a:lnTo>
                <a:lnTo>
                  <a:pt x="914334" y="61566"/>
                </a:lnTo>
                <a:lnTo>
                  <a:pt x="914426" y="61931"/>
                </a:lnTo>
                <a:lnTo>
                  <a:pt x="914520" y="62285"/>
                </a:lnTo>
                <a:lnTo>
                  <a:pt x="914617" y="62627"/>
                </a:lnTo>
                <a:lnTo>
                  <a:pt x="914716" y="62959"/>
                </a:lnTo>
                <a:lnTo>
                  <a:pt x="914818" y="63280"/>
                </a:lnTo>
                <a:lnTo>
                  <a:pt x="914923" y="63589"/>
                </a:lnTo>
                <a:lnTo>
                  <a:pt x="915030" y="63888"/>
                </a:lnTo>
                <a:lnTo>
                  <a:pt x="915140" y="64175"/>
                </a:lnTo>
                <a:lnTo>
                  <a:pt x="915253" y="64452"/>
                </a:lnTo>
                <a:lnTo>
                  <a:pt x="915368" y="64717"/>
                </a:lnTo>
                <a:lnTo>
                  <a:pt x="915486" y="64972"/>
                </a:lnTo>
                <a:lnTo>
                  <a:pt x="915607" y="65215"/>
                </a:lnTo>
                <a:lnTo>
                  <a:pt x="915730" y="65447"/>
                </a:lnTo>
                <a:lnTo>
                  <a:pt x="915856" y="65669"/>
                </a:lnTo>
                <a:lnTo>
                  <a:pt x="915985" y="65879"/>
                </a:lnTo>
                <a:lnTo>
                  <a:pt x="916116" y="66078"/>
                </a:lnTo>
                <a:lnTo>
                  <a:pt x="916250" y="66266"/>
                </a:lnTo>
                <a:lnTo>
                  <a:pt x="916387" y="66443"/>
                </a:lnTo>
                <a:lnTo>
                  <a:pt x="916526" y="66609"/>
                </a:lnTo>
                <a:lnTo>
                  <a:pt x="916668" y="66764"/>
                </a:lnTo>
                <a:lnTo>
                  <a:pt x="916812" y="66908"/>
                </a:lnTo>
                <a:lnTo>
                  <a:pt x="916959" y="67040"/>
                </a:lnTo>
                <a:lnTo>
                  <a:pt x="917166" y="67207"/>
                </a:lnTo>
                <a:lnTo>
                  <a:pt x="917377" y="67366"/>
                </a:lnTo>
                <a:lnTo>
                  <a:pt x="917592" y="67518"/>
                </a:lnTo>
                <a:lnTo>
                  <a:pt x="917810" y="67663"/>
                </a:lnTo>
                <a:lnTo>
                  <a:pt x="918033" y="67801"/>
                </a:lnTo>
                <a:lnTo>
                  <a:pt x="918259" y="67931"/>
                </a:lnTo>
                <a:lnTo>
                  <a:pt x="918489" y="68055"/>
                </a:lnTo>
                <a:lnTo>
                  <a:pt x="918723" y="68172"/>
                </a:lnTo>
                <a:lnTo>
                  <a:pt x="918960" y="68282"/>
                </a:lnTo>
                <a:lnTo>
                  <a:pt x="919202" y="68384"/>
                </a:lnTo>
                <a:lnTo>
                  <a:pt x="919447" y="68480"/>
                </a:lnTo>
                <a:lnTo>
                  <a:pt x="919696" y="68568"/>
                </a:lnTo>
                <a:lnTo>
                  <a:pt x="919949" y="68649"/>
                </a:lnTo>
                <a:lnTo>
                  <a:pt x="920206" y="68724"/>
                </a:lnTo>
                <a:lnTo>
                  <a:pt x="920467" y="68791"/>
                </a:lnTo>
                <a:lnTo>
                  <a:pt x="920731" y="68851"/>
                </a:lnTo>
                <a:lnTo>
                  <a:pt x="920999" y="68904"/>
                </a:lnTo>
                <a:lnTo>
                  <a:pt x="921271" y="68950"/>
                </a:lnTo>
                <a:lnTo>
                  <a:pt x="921547" y="68989"/>
                </a:lnTo>
                <a:lnTo>
                  <a:pt x="921827" y="69021"/>
                </a:lnTo>
                <a:lnTo>
                  <a:pt x="922111" y="69045"/>
                </a:lnTo>
                <a:lnTo>
                  <a:pt x="922398" y="69063"/>
                </a:lnTo>
                <a:lnTo>
                  <a:pt x="922690" y="69074"/>
                </a:lnTo>
                <a:lnTo>
                  <a:pt x="922985" y="69077"/>
                </a:lnTo>
                <a:lnTo>
                  <a:pt x="923307" y="69073"/>
                </a:lnTo>
                <a:lnTo>
                  <a:pt x="923625" y="69059"/>
                </a:lnTo>
                <a:lnTo>
                  <a:pt x="923937" y="69036"/>
                </a:lnTo>
                <a:lnTo>
                  <a:pt x="924245" y="69004"/>
                </a:lnTo>
                <a:lnTo>
                  <a:pt x="924547" y="68963"/>
                </a:lnTo>
                <a:lnTo>
                  <a:pt x="924844" y="68913"/>
                </a:lnTo>
                <a:lnTo>
                  <a:pt x="925135" y="68853"/>
                </a:lnTo>
                <a:lnTo>
                  <a:pt x="925422" y="68785"/>
                </a:lnTo>
                <a:lnTo>
                  <a:pt x="925704" y="68707"/>
                </a:lnTo>
                <a:lnTo>
                  <a:pt x="925980" y="68620"/>
                </a:lnTo>
                <a:lnTo>
                  <a:pt x="926251" y="68524"/>
                </a:lnTo>
                <a:lnTo>
                  <a:pt x="926517" y="68419"/>
                </a:lnTo>
                <a:lnTo>
                  <a:pt x="926778" y="68305"/>
                </a:lnTo>
                <a:lnTo>
                  <a:pt x="927034" y="68182"/>
                </a:lnTo>
                <a:lnTo>
                  <a:pt x="927284" y="68049"/>
                </a:lnTo>
                <a:lnTo>
                  <a:pt x="927529" y="67908"/>
                </a:lnTo>
                <a:lnTo>
                  <a:pt x="927770" y="67757"/>
                </a:lnTo>
                <a:lnTo>
                  <a:pt x="928005" y="67597"/>
                </a:lnTo>
                <a:lnTo>
                  <a:pt x="928235" y="67428"/>
                </a:lnTo>
                <a:lnTo>
                  <a:pt x="928459" y="67250"/>
                </a:lnTo>
                <a:lnTo>
                  <a:pt x="928679" y="67063"/>
                </a:lnTo>
                <a:lnTo>
                  <a:pt x="928893" y="66867"/>
                </a:lnTo>
                <a:lnTo>
                  <a:pt x="929103" y="66661"/>
                </a:lnTo>
                <a:lnTo>
                  <a:pt x="929307" y="66446"/>
                </a:lnTo>
                <a:lnTo>
                  <a:pt x="929504" y="66221"/>
                </a:lnTo>
                <a:lnTo>
                  <a:pt x="929693" y="65983"/>
                </a:lnTo>
                <a:lnTo>
                  <a:pt x="929874" y="65732"/>
                </a:lnTo>
                <a:lnTo>
                  <a:pt x="930046" y="65468"/>
                </a:lnTo>
                <a:lnTo>
                  <a:pt x="930210" y="65192"/>
                </a:lnTo>
                <a:lnTo>
                  <a:pt x="930365" y="64903"/>
                </a:lnTo>
                <a:lnTo>
                  <a:pt x="930512" y="64601"/>
                </a:lnTo>
                <a:lnTo>
                  <a:pt x="930650" y="64287"/>
                </a:lnTo>
                <a:lnTo>
                  <a:pt x="930781" y="63960"/>
                </a:lnTo>
                <a:lnTo>
                  <a:pt x="930902" y="63621"/>
                </a:lnTo>
                <a:lnTo>
                  <a:pt x="931016" y="63268"/>
                </a:lnTo>
                <a:lnTo>
                  <a:pt x="931121" y="62903"/>
                </a:lnTo>
                <a:lnTo>
                  <a:pt x="931217" y="62526"/>
                </a:lnTo>
                <a:lnTo>
                  <a:pt x="931305" y="62136"/>
                </a:lnTo>
                <a:lnTo>
                  <a:pt x="931385" y="61733"/>
                </a:lnTo>
                <a:lnTo>
                  <a:pt x="931457" y="61317"/>
                </a:lnTo>
                <a:lnTo>
                  <a:pt x="931520" y="60889"/>
                </a:lnTo>
                <a:lnTo>
                  <a:pt x="931574" y="60448"/>
                </a:lnTo>
                <a:lnTo>
                  <a:pt x="931620" y="59994"/>
                </a:lnTo>
                <a:lnTo>
                  <a:pt x="931658" y="59528"/>
                </a:lnTo>
                <a:lnTo>
                  <a:pt x="931688" y="59049"/>
                </a:lnTo>
                <a:lnTo>
                  <a:pt x="931709" y="58557"/>
                </a:lnTo>
                <a:lnTo>
                  <a:pt x="931721" y="58053"/>
                </a:lnTo>
                <a:lnTo>
                  <a:pt x="931725" y="57536"/>
                </a:lnTo>
                <a:lnTo>
                  <a:pt x="931725" y="46334"/>
                </a:lnTo>
                <a:lnTo>
                  <a:pt x="931721" y="45824"/>
                </a:lnTo>
                <a:lnTo>
                  <a:pt x="931709" y="45326"/>
                </a:lnTo>
                <a:lnTo>
                  <a:pt x="931688" y="44841"/>
                </a:lnTo>
                <a:lnTo>
                  <a:pt x="931658" y="44367"/>
                </a:lnTo>
                <a:lnTo>
                  <a:pt x="931620" y="43906"/>
                </a:lnTo>
                <a:lnTo>
                  <a:pt x="931574" y="43457"/>
                </a:lnTo>
                <a:lnTo>
                  <a:pt x="931520" y="43020"/>
                </a:lnTo>
                <a:lnTo>
                  <a:pt x="931457" y="42596"/>
                </a:lnTo>
                <a:lnTo>
                  <a:pt x="931385" y="42183"/>
                </a:lnTo>
                <a:lnTo>
                  <a:pt x="931305" y="41783"/>
                </a:lnTo>
                <a:lnTo>
                  <a:pt x="931217" y="41395"/>
                </a:lnTo>
                <a:lnTo>
                  <a:pt x="931121" y="41020"/>
                </a:lnTo>
                <a:lnTo>
                  <a:pt x="931016" y="40656"/>
                </a:lnTo>
                <a:lnTo>
                  <a:pt x="930902" y="40305"/>
                </a:lnTo>
                <a:lnTo>
                  <a:pt x="930781" y="39966"/>
                </a:lnTo>
                <a:lnTo>
                  <a:pt x="930650" y="39640"/>
                </a:lnTo>
                <a:lnTo>
                  <a:pt x="930512" y="39325"/>
                </a:lnTo>
                <a:lnTo>
                  <a:pt x="930365" y="39023"/>
                </a:lnTo>
                <a:lnTo>
                  <a:pt x="930210" y="38733"/>
                </a:lnTo>
                <a:lnTo>
                  <a:pt x="930046" y="38455"/>
                </a:lnTo>
                <a:lnTo>
                  <a:pt x="929874" y="38190"/>
                </a:lnTo>
                <a:lnTo>
                  <a:pt x="929693" y="37936"/>
                </a:lnTo>
                <a:lnTo>
                  <a:pt x="929504" y="37695"/>
                </a:lnTo>
                <a:lnTo>
                  <a:pt x="929307" y="37466"/>
                </a:lnTo>
                <a:lnTo>
                  <a:pt x="929103" y="37248"/>
                </a:lnTo>
                <a:lnTo>
                  <a:pt x="928895" y="37039"/>
                </a:lnTo>
                <a:lnTo>
                  <a:pt x="928682" y="36840"/>
                </a:lnTo>
                <a:lnTo>
                  <a:pt x="928464" y="36649"/>
                </a:lnTo>
                <a:lnTo>
                  <a:pt x="928242" y="36468"/>
                </a:lnTo>
                <a:lnTo>
                  <a:pt x="928015" y="36297"/>
                </a:lnTo>
                <a:lnTo>
                  <a:pt x="927784" y="36134"/>
                </a:lnTo>
                <a:lnTo>
                  <a:pt x="927548" y="35981"/>
                </a:lnTo>
                <a:lnTo>
                  <a:pt x="927308" y="35837"/>
                </a:lnTo>
                <a:lnTo>
                  <a:pt x="927063" y="35703"/>
                </a:lnTo>
                <a:lnTo>
                  <a:pt x="926813" y="35577"/>
                </a:lnTo>
                <a:lnTo>
                  <a:pt x="926559" y="35461"/>
                </a:lnTo>
                <a:lnTo>
                  <a:pt x="926301" y="35355"/>
                </a:lnTo>
                <a:lnTo>
                  <a:pt x="926038" y="35257"/>
                </a:lnTo>
                <a:lnTo>
                  <a:pt x="925770" y="35169"/>
                </a:lnTo>
                <a:lnTo>
                  <a:pt x="925497" y="35090"/>
                </a:lnTo>
                <a:lnTo>
                  <a:pt x="925221" y="35021"/>
                </a:lnTo>
                <a:lnTo>
                  <a:pt x="924939" y="34960"/>
                </a:lnTo>
                <a:lnTo>
                  <a:pt x="924653" y="34909"/>
                </a:lnTo>
                <a:lnTo>
                  <a:pt x="924362" y="34867"/>
                </a:lnTo>
                <a:lnTo>
                  <a:pt x="924067" y="34835"/>
                </a:lnTo>
                <a:lnTo>
                  <a:pt x="923768" y="34812"/>
                </a:lnTo>
                <a:lnTo>
                  <a:pt x="923463" y="34798"/>
                </a:lnTo>
                <a:lnTo>
                  <a:pt x="923154" y="34793"/>
                </a:lnTo>
                <a:lnTo>
                  <a:pt x="922879" y="34798"/>
                </a:lnTo>
                <a:lnTo>
                  <a:pt x="922604" y="34813"/>
                </a:lnTo>
                <a:lnTo>
                  <a:pt x="922330" y="34838"/>
                </a:lnTo>
                <a:lnTo>
                  <a:pt x="922056" y="34873"/>
                </a:lnTo>
                <a:lnTo>
                  <a:pt x="921783" y="34918"/>
                </a:lnTo>
                <a:lnTo>
                  <a:pt x="921510" y="34973"/>
                </a:lnTo>
                <a:lnTo>
                  <a:pt x="921238" y="35039"/>
                </a:lnTo>
                <a:lnTo>
                  <a:pt x="920967" y="35114"/>
                </a:lnTo>
                <a:lnTo>
                  <a:pt x="920696" y="35199"/>
                </a:lnTo>
                <a:lnTo>
                  <a:pt x="920426" y="35294"/>
                </a:lnTo>
                <a:lnTo>
                  <a:pt x="920156" y="35399"/>
                </a:lnTo>
                <a:lnTo>
                  <a:pt x="919887" y="35514"/>
                </a:lnTo>
                <a:lnTo>
                  <a:pt x="919619" y="35640"/>
                </a:lnTo>
                <a:lnTo>
                  <a:pt x="919351" y="35775"/>
                </a:lnTo>
                <a:lnTo>
                  <a:pt x="919084" y="35920"/>
                </a:lnTo>
                <a:lnTo>
                  <a:pt x="918817" y="36075"/>
                </a:lnTo>
                <a:lnTo>
                  <a:pt x="918551" y="36241"/>
                </a:lnTo>
                <a:lnTo>
                  <a:pt x="918285" y="36416"/>
                </a:lnTo>
                <a:lnTo>
                  <a:pt x="918021" y="36601"/>
                </a:lnTo>
                <a:lnTo>
                  <a:pt x="917756" y="36797"/>
                </a:lnTo>
                <a:lnTo>
                  <a:pt x="917493" y="37002"/>
                </a:lnTo>
                <a:lnTo>
                  <a:pt x="917229" y="37218"/>
                </a:lnTo>
                <a:lnTo>
                  <a:pt x="916967" y="37443"/>
                </a:lnTo>
                <a:lnTo>
                  <a:pt x="916705" y="37678"/>
                </a:lnTo>
                <a:lnTo>
                  <a:pt x="916265" y="37454"/>
                </a:lnTo>
                <a:lnTo>
                  <a:pt x="915822" y="37235"/>
                </a:lnTo>
                <a:lnTo>
                  <a:pt x="915375" y="37021"/>
                </a:lnTo>
                <a:lnTo>
                  <a:pt x="914925" y="36811"/>
                </a:lnTo>
                <a:close/>
                <a:moveTo>
                  <a:pt x="698347" y="38625"/>
                </a:moveTo>
                <a:lnTo>
                  <a:pt x="697886" y="38328"/>
                </a:lnTo>
                <a:lnTo>
                  <a:pt x="697423" y="38038"/>
                </a:lnTo>
                <a:lnTo>
                  <a:pt x="696958" y="37754"/>
                </a:lnTo>
                <a:lnTo>
                  <a:pt x="696491" y="37478"/>
                </a:lnTo>
                <a:lnTo>
                  <a:pt x="696022" y="37209"/>
                </a:lnTo>
                <a:lnTo>
                  <a:pt x="695551" y="36946"/>
                </a:lnTo>
                <a:lnTo>
                  <a:pt x="695079" y="36691"/>
                </a:lnTo>
                <a:lnTo>
                  <a:pt x="694604" y="36443"/>
                </a:lnTo>
                <a:lnTo>
                  <a:pt x="694127" y="36201"/>
                </a:lnTo>
                <a:lnTo>
                  <a:pt x="693649" y="35967"/>
                </a:lnTo>
                <a:lnTo>
                  <a:pt x="693169" y="35740"/>
                </a:lnTo>
                <a:lnTo>
                  <a:pt x="692686" y="35519"/>
                </a:lnTo>
                <a:lnTo>
                  <a:pt x="692202" y="35306"/>
                </a:lnTo>
                <a:lnTo>
                  <a:pt x="691716" y="35099"/>
                </a:lnTo>
                <a:lnTo>
                  <a:pt x="691228" y="34900"/>
                </a:lnTo>
                <a:lnTo>
                  <a:pt x="690738" y="34708"/>
                </a:lnTo>
                <a:lnTo>
                  <a:pt x="690246" y="34522"/>
                </a:lnTo>
                <a:lnTo>
                  <a:pt x="689752" y="34344"/>
                </a:lnTo>
                <a:lnTo>
                  <a:pt x="689257" y="34173"/>
                </a:lnTo>
                <a:lnTo>
                  <a:pt x="688759" y="34008"/>
                </a:lnTo>
                <a:lnTo>
                  <a:pt x="688259" y="33851"/>
                </a:lnTo>
                <a:lnTo>
                  <a:pt x="687758" y="33700"/>
                </a:lnTo>
                <a:lnTo>
                  <a:pt x="687254" y="33556"/>
                </a:lnTo>
                <a:lnTo>
                  <a:pt x="686747" y="33418"/>
                </a:lnTo>
                <a:lnTo>
                  <a:pt x="686239" y="33288"/>
                </a:lnTo>
                <a:lnTo>
                  <a:pt x="685728" y="33164"/>
                </a:lnTo>
                <a:lnTo>
                  <a:pt x="685215" y="33046"/>
                </a:lnTo>
                <a:lnTo>
                  <a:pt x="684700" y="32936"/>
                </a:lnTo>
                <a:lnTo>
                  <a:pt x="684183" y="32832"/>
                </a:lnTo>
                <a:lnTo>
                  <a:pt x="683663" y="32735"/>
                </a:lnTo>
                <a:lnTo>
                  <a:pt x="683141" y="32644"/>
                </a:lnTo>
                <a:lnTo>
                  <a:pt x="682617" y="32560"/>
                </a:lnTo>
                <a:lnTo>
                  <a:pt x="682091" y="32483"/>
                </a:lnTo>
                <a:lnTo>
                  <a:pt x="681563" y="32413"/>
                </a:lnTo>
                <a:lnTo>
                  <a:pt x="681032" y="32349"/>
                </a:lnTo>
                <a:lnTo>
                  <a:pt x="680499" y="32292"/>
                </a:lnTo>
                <a:lnTo>
                  <a:pt x="679964" y="32242"/>
                </a:lnTo>
                <a:lnTo>
                  <a:pt x="679427" y="32198"/>
                </a:lnTo>
                <a:lnTo>
                  <a:pt x="678888" y="32161"/>
                </a:lnTo>
                <a:lnTo>
                  <a:pt x="678346" y="32131"/>
                </a:lnTo>
                <a:lnTo>
                  <a:pt x="677802" y="32108"/>
                </a:lnTo>
                <a:lnTo>
                  <a:pt x="677256" y="32091"/>
                </a:lnTo>
                <a:lnTo>
                  <a:pt x="676708" y="32081"/>
                </a:lnTo>
                <a:lnTo>
                  <a:pt x="676157" y="32078"/>
                </a:lnTo>
                <a:lnTo>
                  <a:pt x="674689" y="32098"/>
                </a:lnTo>
                <a:lnTo>
                  <a:pt x="673241" y="32160"/>
                </a:lnTo>
                <a:lnTo>
                  <a:pt x="671813" y="32263"/>
                </a:lnTo>
                <a:lnTo>
                  <a:pt x="670406" y="32407"/>
                </a:lnTo>
                <a:lnTo>
                  <a:pt x="669018" y="32592"/>
                </a:lnTo>
                <a:lnTo>
                  <a:pt x="667650" y="32818"/>
                </a:lnTo>
                <a:lnTo>
                  <a:pt x="666302" y="33086"/>
                </a:lnTo>
                <a:lnTo>
                  <a:pt x="664974" y="33394"/>
                </a:lnTo>
                <a:lnTo>
                  <a:pt x="663667" y="33744"/>
                </a:lnTo>
                <a:lnTo>
                  <a:pt x="662379" y="34135"/>
                </a:lnTo>
                <a:lnTo>
                  <a:pt x="661111" y="34567"/>
                </a:lnTo>
                <a:lnTo>
                  <a:pt x="659864" y="35040"/>
                </a:lnTo>
                <a:lnTo>
                  <a:pt x="658636" y="35555"/>
                </a:lnTo>
                <a:lnTo>
                  <a:pt x="657429" y="36110"/>
                </a:lnTo>
                <a:lnTo>
                  <a:pt x="656241" y="36707"/>
                </a:lnTo>
                <a:lnTo>
                  <a:pt x="655074" y="37345"/>
                </a:lnTo>
                <a:lnTo>
                  <a:pt x="653927" y="38024"/>
                </a:lnTo>
                <a:lnTo>
                  <a:pt x="652799" y="38744"/>
                </a:lnTo>
                <a:lnTo>
                  <a:pt x="651692" y="39505"/>
                </a:lnTo>
                <a:lnTo>
                  <a:pt x="650605" y="40308"/>
                </a:lnTo>
                <a:lnTo>
                  <a:pt x="649537" y="41151"/>
                </a:lnTo>
                <a:lnTo>
                  <a:pt x="648490" y="42036"/>
                </a:lnTo>
                <a:lnTo>
                  <a:pt x="647463" y="42962"/>
                </a:lnTo>
                <a:lnTo>
                  <a:pt x="646456" y="43929"/>
                </a:lnTo>
                <a:lnTo>
                  <a:pt x="645479" y="44926"/>
                </a:lnTo>
                <a:lnTo>
                  <a:pt x="644545" y="45943"/>
                </a:lnTo>
                <a:lnTo>
                  <a:pt x="643651" y="46979"/>
                </a:lnTo>
                <a:lnTo>
                  <a:pt x="642800" y="48036"/>
                </a:lnTo>
                <a:lnTo>
                  <a:pt x="641990" y="49111"/>
                </a:lnTo>
                <a:lnTo>
                  <a:pt x="641221" y="50207"/>
                </a:lnTo>
                <a:lnTo>
                  <a:pt x="640494" y="51322"/>
                </a:lnTo>
                <a:lnTo>
                  <a:pt x="639808" y="52456"/>
                </a:lnTo>
                <a:lnTo>
                  <a:pt x="639164" y="53610"/>
                </a:lnTo>
                <a:lnTo>
                  <a:pt x="638562" y="54784"/>
                </a:lnTo>
                <a:lnTo>
                  <a:pt x="638001" y="55978"/>
                </a:lnTo>
                <a:lnTo>
                  <a:pt x="637482" y="57191"/>
                </a:lnTo>
                <a:lnTo>
                  <a:pt x="637004" y="58423"/>
                </a:lnTo>
                <a:lnTo>
                  <a:pt x="636568" y="59676"/>
                </a:lnTo>
                <a:lnTo>
                  <a:pt x="636173" y="60947"/>
                </a:lnTo>
                <a:lnTo>
                  <a:pt x="635820" y="62239"/>
                </a:lnTo>
                <a:lnTo>
                  <a:pt x="635508" y="63550"/>
                </a:lnTo>
                <a:lnTo>
                  <a:pt x="635238" y="64881"/>
                </a:lnTo>
                <a:lnTo>
                  <a:pt x="635010" y="66231"/>
                </a:lnTo>
                <a:lnTo>
                  <a:pt x="634823" y="67601"/>
                </a:lnTo>
                <a:lnTo>
                  <a:pt x="634677" y="68991"/>
                </a:lnTo>
                <a:lnTo>
                  <a:pt x="634573" y="70400"/>
                </a:lnTo>
                <a:lnTo>
                  <a:pt x="634511" y="71829"/>
                </a:lnTo>
                <a:lnTo>
                  <a:pt x="634490" y="73278"/>
                </a:lnTo>
                <a:lnTo>
                  <a:pt x="634511" y="74719"/>
                </a:lnTo>
                <a:lnTo>
                  <a:pt x="634573" y="76142"/>
                </a:lnTo>
                <a:lnTo>
                  <a:pt x="634677" y="77545"/>
                </a:lnTo>
                <a:lnTo>
                  <a:pt x="634823" y="78928"/>
                </a:lnTo>
                <a:lnTo>
                  <a:pt x="635010" y="80293"/>
                </a:lnTo>
                <a:lnTo>
                  <a:pt x="635238" y="81638"/>
                </a:lnTo>
                <a:lnTo>
                  <a:pt x="635508" y="82963"/>
                </a:lnTo>
                <a:lnTo>
                  <a:pt x="635820" y="84270"/>
                </a:lnTo>
                <a:lnTo>
                  <a:pt x="636173" y="85557"/>
                </a:lnTo>
                <a:lnTo>
                  <a:pt x="636568" y="86824"/>
                </a:lnTo>
                <a:lnTo>
                  <a:pt x="637004" y="88073"/>
                </a:lnTo>
                <a:lnTo>
                  <a:pt x="637482" y="89302"/>
                </a:lnTo>
                <a:lnTo>
                  <a:pt x="638001" y="90512"/>
                </a:lnTo>
                <a:lnTo>
                  <a:pt x="638562" y="91702"/>
                </a:lnTo>
                <a:lnTo>
                  <a:pt x="639164" y="92873"/>
                </a:lnTo>
                <a:lnTo>
                  <a:pt x="639808" y="94025"/>
                </a:lnTo>
                <a:lnTo>
                  <a:pt x="640494" y="95158"/>
                </a:lnTo>
                <a:lnTo>
                  <a:pt x="641221" y="96271"/>
                </a:lnTo>
                <a:lnTo>
                  <a:pt x="641990" y="97365"/>
                </a:lnTo>
                <a:lnTo>
                  <a:pt x="642800" y="98439"/>
                </a:lnTo>
                <a:lnTo>
                  <a:pt x="643651" y="99495"/>
                </a:lnTo>
                <a:lnTo>
                  <a:pt x="644545" y="100530"/>
                </a:lnTo>
                <a:lnTo>
                  <a:pt x="645479" y="101547"/>
                </a:lnTo>
                <a:lnTo>
                  <a:pt x="646456" y="102544"/>
                </a:lnTo>
                <a:lnTo>
                  <a:pt x="647463" y="103511"/>
                </a:lnTo>
                <a:lnTo>
                  <a:pt x="648490" y="104437"/>
                </a:lnTo>
                <a:lnTo>
                  <a:pt x="649537" y="105321"/>
                </a:lnTo>
                <a:lnTo>
                  <a:pt x="650605" y="106165"/>
                </a:lnTo>
                <a:lnTo>
                  <a:pt x="651692" y="106967"/>
                </a:lnTo>
                <a:lnTo>
                  <a:pt x="652799" y="107728"/>
                </a:lnTo>
                <a:lnTo>
                  <a:pt x="653927" y="108448"/>
                </a:lnTo>
                <a:lnTo>
                  <a:pt x="655074" y="109127"/>
                </a:lnTo>
                <a:lnTo>
                  <a:pt x="656241" y="109765"/>
                </a:lnTo>
                <a:lnTo>
                  <a:pt x="657429" y="110361"/>
                </a:lnTo>
                <a:lnTo>
                  <a:pt x="658636" y="110917"/>
                </a:lnTo>
                <a:lnTo>
                  <a:pt x="659864" y="111431"/>
                </a:lnTo>
                <a:lnTo>
                  <a:pt x="661111" y="111904"/>
                </a:lnTo>
                <a:lnTo>
                  <a:pt x="662379" y="112336"/>
                </a:lnTo>
                <a:lnTo>
                  <a:pt x="663667" y="112727"/>
                </a:lnTo>
                <a:lnTo>
                  <a:pt x="664974" y="113077"/>
                </a:lnTo>
                <a:lnTo>
                  <a:pt x="666302" y="113385"/>
                </a:lnTo>
                <a:lnTo>
                  <a:pt x="667650" y="113653"/>
                </a:lnTo>
                <a:lnTo>
                  <a:pt x="669018" y="113879"/>
                </a:lnTo>
                <a:lnTo>
                  <a:pt x="670406" y="114064"/>
                </a:lnTo>
                <a:lnTo>
                  <a:pt x="671813" y="114208"/>
                </a:lnTo>
                <a:lnTo>
                  <a:pt x="673241" y="114311"/>
                </a:lnTo>
                <a:lnTo>
                  <a:pt x="674689" y="114372"/>
                </a:lnTo>
                <a:lnTo>
                  <a:pt x="676157" y="114393"/>
                </a:lnTo>
                <a:lnTo>
                  <a:pt x="676680" y="114390"/>
                </a:lnTo>
                <a:lnTo>
                  <a:pt x="677202" y="114380"/>
                </a:lnTo>
                <a:lnTo>
                  <a:pt x="677723" y="114364"/>
                </a:lnTo>
                <a:lnTo>
                  <a:pt x="678242" y="114341"/>
                </a:lnTo>
                <a:lnTo>
                  <a:pt x="678761" y="114312"/>
                </a:lnTo>
                <a:lnTo>
                  <a:pt x="679279" y="114276"/>
                </a:lnTo>
                <a:lnTo>
                  <a:pt x="679795" y="114234"/>
                </a:lnTo>
                <a:lnTo>
                  <a:pt x="680311" y="114186"/>
                </a:lnTo>
                <a:lnTo>
                  <a:pt x="680825" y="114131"/>
                </a:lnTo>
                <a:lnTo>
                  <a:pt x="681339" y="114069"/>
                </a:lnTo>
                <a:lnTo>
                  <a:pt x="681851" y="114001"/>
                </a:lnTo>
                <a:lnTo>
                  <a:pt x="682363" y="113926"/>
                </a:lnTo>
                <a:lnTo>
                  <a:pt x="682873" y="113845"/>
                </a:lnTo>
                <a:lnTo>
                  <a:pt x="683383" y="113758"/>
                </a:lnTo>
                <a:lnTo>
                  <a:pt x="683891" y="113664"/>
                </a:lnTo>
                <a:lnTo>
                  <a:pt x="684398" y="113563"/>
                </a:lnTo>
                <a:lnTo>
                  <a:pt x="684905" y="113456"/>
                </a:lnTo>
                <a:lnTo>
                  <a:pt x="685410" y="113343"/>
                </a:lnTo>
                <a:lnTo>
                  <a:pt x="685914" y="113223"/>
                </a:lnTo>
                <a:lnTo>
                  <a:pt x="686417" y="113097"/>
                </a:lnTo>
                <a:lnTo>
                  <a:pt x="686919" y="112964"/>
                </a:lnTo>
                <a:lnTo>
                  <a:pt x="687421" y="112824"/>
                </a:lnTo>
                <a:lnTo>
                  <a:pt x="687921" y="112678"/>
                </a:lnTo>
                <a:lnTo>
                  <a:pt x="688420" y="112526"/>
                </a:lnTo>
                <a:lnTo>
                  <a:pt x="688918" y="112367"/>
                </a:lnTo>
                <a:lnTo>
                  <a:pt x="689415" y="112202"/>
                </a:lnTo>
                <a:lnTo>
                  <a:pt x="689912" y="112030"/>
                </a:lnTo>
                <a:lnTo>
                  <a:pt x="690408" y="111852"/>
                </a:lnTo>
                <a:lnTo>
                  <a:pt x="690903" y="111667"/>
                </a:lnTo>
                <a:lnTo>
                  <a:pt x="691398" y="111476"/>
                </a:lnTo>
                <a:lnTo>
                  <a:pt x="691892" y="111278"/>
                </a:lnTo>
                <a:lnTo>
                  <a:pt x="692385" y="111074"/>
                </a:lnTo>
                <a:lnTo>
                  <a:pt x="692877" y="110863"/>
                </a:lnTo>
                <a:lnTo>
                  <a:pt x="693368" y="110646"/>
                </a:lnTo>
                <a:lnTo>
                  <a:pt x="693859" y="110423"/>
                </a:lnTo>
                <a:lnTo>
                  <a:pt x="694349" y="110192"/>
                </a:lnTo>
                <a:lnTo>
                  <a:pt x="694839" y="109956"/>
                </a:lnTo>
                <a:lnTo>
                  <a:pt x="695327" y="109713"/>
                </a:lnTo>
                <a:lnTo>
                  <a:pt x="695815" y="109463"/>
                </a:lnTo>
                <a:lnTo>
                  <a:pt x="696302" y="109207"/>
                </a:lnTo>
                <a:lnTo>
                  <a:pt x="696789" y="108945"/>
                </a:lnTo>
                <a:lnTo>
                  <a:pt x="697274" y="108676"/>
                </a:lnTo>
                <a:lnTo>
                  <a:pt x="697759" y="108400"/>
                </a:lnTo>
                <a:lnTo>
                  <a:pt x="698244" y="108118"/>
                </a:lnTo>
                <a:lnTo>
                  <a:pt x="698727" y="107830"/>
                </a:lnTo>
                <a:lnTo>
                  <a:pt x="699210" y="107535"/>
                </a:lnTo>
                <a:lnTo>
                  <a:pt x="699692" y="107233"/>
                </a:lnTo>
                <a:lnTo>
                  <a:pt x="700173" y="106925"/>
                </a:lnTo>
                <a:lnTo>
                  <a:pt x="700173" y="115350"/>
                </a:lnTo>
                <a:lnTo>
                  <a:pt x="700165" y="115894"/>
                </a:lnTo>
                <a:lnTo>
                  <a:pt x="700142" y="116430"/>
                </a:lnTo>
                <a:lnTo>
                  <a:pt x="700104" y="116958"/>
                </a:lnTo>
                <a:lnTo>
                  <a:pt x="700050" y="117478"/>
                </a:lnTo>
                <a:lnTo>
                  <a:pt x="699981" y="117990"/>
                </a:lnTo>
                <a:lnTo>
                  <a:pt x="699897" y="118494"/>
                </a:lnTo>
                <a:lnTo>
                  <a:pt x="699798" y="118990"/>
                </a:lnTo>
                <a:lnTo>
                  <a:pt x="699683" y="119479"/>
                </a:lnTo>
                <a:lnTo>
                  <a:pt x="699552" y="119959"/>
                </a:lnTo>
                <a:lnTo>
                  <a:pt x="699407" y="120432"/>
                </a:lnTo>
                <a:lnTo>
                  <a:pt x="699246" y="120896"/>
                </a:lnTo>
                <a:lnTo>
                  <a:pt x="699070" y="121353"/>
                </a:lnTo>
                <a:lnTo>
                  <a:pt x="698878" y="121802"/>
                </a:lnTo>
                <a:lnTo>
                  <a:pt x="698671" y="122243"/>
                </a:lnTo>
                <a:lnTo>
                  <a:pt x="698449" y="122676"/>
                </a:lnTo>
                <a:lnTo>
                  <a:pt x="698212" y="123101"/>
                </a:lnTo>
                <a:lnTo>
                  <a:pt x="697959" y="123518"/>
                </a:lnTo>
                <a:lnTo>
                  <a:pt x="697691" y="123928"/>
                </a:lnTo>
                <a:lnTo>
                  <a:pt x="697407" y="124329"/>
                </a:lnTo>
                <a:lnTo>
                  <a:pt x="697109" y="124723"/>
                </a:lnTo>
                <a:lnTo>
                  <a:pt x="696794" y="125108"/>
                </a:lnTo>
                <a:lnTo>
                  <a:pt x="696465" y="125486"/>
                </a:lnTo>
                <a:lnTo>
                  <a:pt x="696120" y="125856"/>
                </a:lnTo>
                <a:lnTo>
                  <a:pt x="695760" y="126218"/>
                </a:lnTo>
                <a:lnTo>
                  <a:pt x="695386" y="126569"/>
                </a:lnTo>
                <a:lnTo>
                  <a:pt x="695000" y="126905"/>
                </a:lnTo>
                <a:lnTo>
                  <a:pt x="694601" y="127225"/>
                </a:lnTo>
                <a:lnTo>
                  <a:pt x="694190" y="127531"/>
                </a:lnTo>
                <a:lnTo>
                  <a:pt x="693767" y="127823"/>
                </a:lnTo>
                <a:lnTo>
                  <a:pt x="693331" y="128099"/>
                </a:lnTo>
                <a:lnTo>
                  <a:pt x="692883" y="128360"/>
                </a:lnTo>
                <a:lnTo>
                  <a:pt x="692422" y="128606"/>
                </a:lnTo>
                <a:lnTo>
                  <a:pt x="691949" y="128838"/>
                </a:lnTo>
                <a:lnTo>
                  <a:pt x="691464" y="129054"/>
                </a:lnTo>
                <a:lnTo>
                  <a:pt x="690966" y="129255"/>
                </a:lnTo>
                <a:lnTo>
                  <a:pt x="690456" y="129442"/>
                </a:lnTo>
                <a:lnTo>
                  <a:pt x="689934" y="129614"/>
                </a:lnTo>
                <a:lnTo>
                  <a:pt x="689399" y="129770"/>
                </a:lnTo>
                <a:lnTo>
                  <a:pt x="688852" y="129912"/>
                </a:lnTo>
                <a:lnTo>
                  <a:pt x="688292" y="130039"/>
                </a:lnTo>
                <a:lnTo>
                  <a:pt x="687720" y="130151"/>
                </a:lnTo>
                <a:lnTo>
                  <a:pt x="687136" y="130248"/>
                </a:lnTo>
                <a:lnTo>
                  <a:pt x="686540" y="130330"/>
                </a:lnTo>
                <a:lnTo>
                  <a:pt x="685930" y="130397"/>
                </a:lnTo>
                <a:lnTo>
                  <a:pt x="685309" y="130450"/>
                </a:lnTo>
                <a:lnTo>
                  <a:pt x="684675" y="130487"/>
                </a:lnTo>
                <a:lnTo>
                  <a:pt x="684029" y="130509"/>
                </a:lnTo>
                <a:lnTo>
                  <a:pt x="683370" y="130517"/>
                </a:lnTo>
                <a:lnTo>
                  <a:pt x="664192" y="130517"/>
                </a:lnTo>
                <a:lnTo>
                  <a:pt x="663675" y="130521"/>
                </a:lnTo>
                <a:lnTo>
                  <a:pt x="663170" y="130534"/>
                </a:lnTo>
                <a:lnTo>
                  <a:pt x="662678" y="130555"/>
                </a:lnTo>
                <a:lnTo>
                  <a:pt x="662199" y="130584"/>
                </a:lnTo>
                <a:lnTo>
                  <a:pt x="661732" y="130622"/>
                </a:lnTo>
                <a:lnTo>
                  <a:pt x="661277" y="130669"/>
                </a:lnTo>
                <a:lnTo>
                  <a:pt x="660835" y="130723"/>
                </a:lnTo>
                <a:lnTo>
                  <a:pt x="660406" y="130787"/>
                </a:lnTo>
                <a:lnTo>
                  <a:pt x="659989" y="130858"/>
                </a:lnTo>
                <a:lnTo>
                  <a:pt x="659585" y="130938"/>
                </a:lnTo>
                <a:lnTo>
                  <a:pt x="659193" y="131027"/>
                </a:lnTo>
                <a:lnTo>
                  <a:pt x="658814" y="131124"/>
                </a:lnTo>
                <a:lnTo>
                  <a:pt x="658447" y="131229"/>
                </a:lnTo>
                <a:lnTo>
                  <a:pt x="658093" y="131343"/>
                </a:lnTo>
                <a:lnTo>
                  <a:pt x="657751" y="131466"/>
                </a:lnTo>
                <a:lnTo>
                  <a:pt x="657422" y="131596"/>
                </a:lnTo>
                <a:lnTo>
                  <a:pt x="657105" y="131735"/>
                </a:lnTo>
                <a:lnTo>
                  <a:pt x="656801" y="131883"/>
                </a:lnTo>
                <a:lnTo>
                  <a:pt x="656509" y="132039"/>
                </a:lnTo>
                <a:lnTo>
                  <a:pt x="656230" y="132204"/>
                </a:lnTo>
                <a:lnTo>
                  <a:pt x="655964" y="132377"/>
                </a:lnTo>
                <a:lnTo>
                  <a:pt x="655710" y="132558"/>
                </a:lnTo>
                <a:lnTo>
                  <a:pt x="655468" y="132748"/>
                </a:lnTo>
                <a:lnTo>
                  <a:pt x="655239" y="132946"/>
                </a:lnTo>
                <a:lnTo>
                  <a:pt x="655021" y="133151"/>
                </a:lnTo>
                <a:lnTo>
                  <a:pt x="654812" y="133362"/>
                </a:lnTo>
                <a:lnTo>
                  <a:pt x="654612" y="133577"/>
                </a:lnTo>
                <a:lnTo>
                  <a:pt x="654422" y="133798"/>
                </a:lnTo>
                <a:lnTo>
                  <a:pt x="654241" y="134024"/>
                </a:lnTo>
                <a:lnTo>
                  <a:pt x="654069" y="134255"/>
                </a:lnTo>
                <a:lnTo>
                  <a:pt x="653907" y="134491"/>
                </a:lnTo>
                <a:lnTo>
                  <a:pt x="653754" y="134733"/>
                </a:lnTo>
                <a:lnTo>
                  <a:pt x="653610" y="134979"/>
                </a:lnTo>
                <a:lnTo>
                  <a:pt x="653475" y="135231"/>
                </a:lnTo>
                <a:lnTo>
                  <a:pt x="653350" y="135488"/>
                </a:lnTo>
                <a:lnTo>
                  <a:pt x="653234" y="135750"/>
                </a:lnTo>
                <a:lnTo>
                  <a:pt x="653127" y="136018"/>
                </a:lnTo>
                <a:lnTo>
                  <a:pt x="653030" y="136290"/>
                </a:lnTo>
                <a:lnTo>
                  <a:pt x="652942" y="136568"/>
                </a:lnTo>
                <a:lnTo>
                  <a:pt x="652863" y="136851"/>
                </a:lnTo>
                <a:lnTo>
                  <a:pt x="652793" y="137139"/>
                </a:lnTo>
                <a:lnTo>
                  <a:pt x="652733" y="137432"/>
                </a:lnTo>
                <a:lnTo>
                  <a:pt x="652682" y="137730"/>
                </a:lnTo>
                <a:lnTo>
                  <a:pt x="652640" y="138034"/>
                </a:lnTo>
                <a:lnTo>
                  <a:pt x="652608" y="138343"/>
                </a:lnTo>
                <a:lnTo>
                  <a:pt x="652584" y="138657"/>
                </a:lnTo>
                <a:lnTo>
                  <a:pt x="652570" y="138976"/>
                </a:lnTo>
                <a:lnTo>
                  <a:pt x="652566" y="139300"/>
                </a:lnTo>
                <a:lnTo>
                  <a:pt x="652570" y="139617"/>
                </a:lnTo>
                <a:lnTo>
                  <a:pt x="652584" y="139930"/>
                </a:lnTo>
                <a:lnTo>
                  <a:pt x="652608" y="140237"/>
                </a:lnTo>
                <a:lnTo>
                  <a:pt x="652640" y="140540"/>
                </a:lnTo>
                <a:lnTo>
                  <a:pt x="652682" y="140838"/>
                </a:lnTo>
                <a:lnTo>
                  <a:pt x="652733" y="141131"/>
                </a:lnTo>
                <a:lnTo>
                  <a:pt x="652793" y="141418"/>
                </a:lnTo>
                <a:lnTo>
                  <a:pt x="652863" y="141702"/>
                </a:lnTo>
                <a:lnTo>
                  <a:pt x="652942" y="141980"/>
                </a:lnTo>
                <a:lnTo>
                  <a:pt x="653030" y="142253"/>
                </a:lnTo>
                <a:lnTo>
                  <a:pt x="653127" y="142522"/>
                </a:lnTo>
                <a:lnTo>
                  <a:pt x="653234" y="142785"/>
                </a:lnTo>
                <a:lnTo>
                  <a:pt x="653350" y="143044"/>
                </a:lnTo>
                <a:lnTo>
                  <a:pt x="653475" y="143298"/>
                </a:lnTo>
                <a:lnTo>
                  <a:pt x="653610" y="143546"/>
                </a:lnTo>
                <a:lnTo>
                  <a:pt x="653754" y="143790"/>
                </a:lnTo>
                <a:lnTo>
                  <a:pt x="653907" y="144030"/>
                </a:lnTo>
                <a:lnTo>
                  <a:pt x="654069" y="144264"/>
                </a:lnTo>
                <a:lnTo>
                  <a:pt x="654241" y="144493"/>
                </a:lnTo>
                <a:lnTo>
                  <a:pt x="654422" y="144717"/>
                </a:lnTo>
                <a:lnTo>
                  <a:pt x="654612" y="144937"/>
                </a:lnTo>
                <a:lnTo>
                  <a:pt x="654812" y="145152"/>
                </a:lnTo>
                <a:lnTo>
                  <a:pt x="655021" y="145361"/>
                </a:lnTo>
                <a:lnTo>
                  <a:pt x="655239" y="145566"/>
                </a:lnTo>
                <a:lnTo>
                  <a:pt x="655468" y="145765"/>
                </a:lnTo>
                <a:lnTo>
                  <a:pt x="655710" y="145955"/>
                </a:lnTo>
                <a:lnTo>
                  <a:pt x="655964" y="146136"/>
                </a:lnTo>
                <a:lnTo>
                  <a:pt x="656230" y="146309"/>
                </a:lnTo>
                <a:lnTo>
                  <a:pt x="656509" y="146474"/>
                </a:lnTo>
                <a:lnTo>
                  <a:pt x="656801" y="146630"/>
                </a:lnTo>
                <a:lnTo>
                  <a:pt x="657105" y="146778"/>
                </a:lnTo>
                <a:lnTo>
                  <a:pt x="657422" y="146917"/>
                </a:lnTo>
                <a:lnTo>
                  <a:pt x="657751" y="147048"/>
                </a:lnTo>
                <a:lnTo>
                  <a:pt x="658093" y="147171"/>
                </a:lnTo>
                <a:lnTo>
                  <a:pt x="658447" y="147285"/>
                </a:lnTo>
                <a:lnTo>
                  <a:pt x="658814" y="147390"/>
                </a:lnTo>
                <a:lnTo>
                  <a:pt x="659193" y="147487"/>
                </a:lnTo>
                <a:lnTo>
                  <a:pt x="659585" y="147576"/>
                </a:lnTo>
                <a:lnTo>
                  <a:pt x="659989" y="147656"/>
                </a:lnTo>
                <a:lnTo>
                  <a:pt x="660406" y="147728"/>
                </a:lnTo>
                <a:lnTo>
                  <a:pt x="660835" y="147791"/>
                </a:lnTo>
                <a:lnTo>
                  <a:pt x="661277" y="147846"/>
                </a:lnTo>
                <a:lnTo>
                  <a:pt x="661732" y="147893"/>
                </a:lnTo>
                <a:lnTo>
                  <a:pt x="662199" y="147931"/>
                </a:lnTo>
                <a:lnTo>
                  <a:pt x="662678" y="147960"/>
                </a:lnTo>
                <a:lnTo>
                  <a:pt x="663170" y="147981"/>
                </a:lnTo>
                <a:lnTo>
                  <a:pt x="663675" y="147994"/>
                </a:lnTo>
                <a:lnTo>
                  <a:pt x="664192" y="147998"/>
                </a:lnTo>
                <a:lnTo>
                  <a:pt x="683880" y="147998"/>
                </a:lnTo>
                <a:lnTo>
                  <a:pt x="684711" y="147990"/>
                </a:lnTo>
                <a:lnTo>
                  <a:pt x="685534" y="147964"/>
                </a:lnTo>
                <a:lnTo>
                  <a:pt x="686351" y="147921"/>
                </a:lnTo>
                <a:lnTo>
                  <a:pt x="687161" y="147861"/>
                </a:lnTo>
                <a:lnTo>
                  <a:pt x="687964" y="147785"/>
                </a:lnTo>
                <a:lnTo>
                  <a:pt x="688759" y="147691"/>
                </a:lnTo>
                <a:lnTo>
                  <a:pt x="689548" y="147580"/>
                </a:lnTo>
                <a:lnTo>
                  <a:pt x="690329" y="147452"/>
                </a:lnTo>
                <a:lnTo>
                  <a:pt x="691103" y="147306"/>
                </a:lnTo>
                <a:lnTo>
                  <a:pt x="691871" y="147144"/>
                </a:lnTo>
                <a:lnTo>
                  <a:pt x="692631" y="146965"/>
                </a:lnTo>
                <a:lnTo>
                  <a:pt x="693384" y="146768"/>
                </a:lnTo>
                <a:lnTo>
                  <a:pt x="694130" y="146555"/>
                </a:lnTo>
                <a:lnTo>
                  <a:pt x="694869" y="146324"/>
                </a:lnTo>
                <a:lnTo>
                  <a:pt x="695601" y="146077"/>
                </a:lnTo>
                <a:lnTo>
                  <a:pt x="696326" y="145812"/>
                </a:lnTo>
                <a:lnTo>
                  <a:pt x="697044" y="145530"/>
                </a:lnTo>
                <a:lnTo>
                  <a:pt x="697754" y="145231"/>
                </a:lnTo>
                <a:lnTo>
                  <a:pt x="698458" y="144915"/>
                </a:lnTo>
                <a:lnTo>
                  <a:pt x="699155" y="144582"/>
                </a:lnTo>
                <a:lnTo>
                  <a:pt x="699844" y="144232"/>
                </a:lnTo>
                <a:lnTo>
                  <a:pt x="700527" y="143865"/>
                </a:lnTo>
                <a:lnTo>
                  <a:pt x="701202" y="143480"/>
                </a:lnTo>
                <a:lnTo>
                  <a:pt x="701870" y="143079"/>
                </a:lnTo>
                <a:lnTo>
                  <a:pt x="702528" y="142666"/>
                </a:lnTo>
                <a:lnTo>
                  <a:pt x="703171" y="142246"/>
                </a:lnTo>
                <a:lnTo>
                  <a:pt x="703800" y="141820"/>
                </a:lnTo>
                <a:lnTo>
                  <a:pt x="704415" y="141387"/>
                </a:lnTo>
                <a:lnTo>
                  <a:pt x="705015" y="140947"/>
                </a:lnTo>
                <a:lnTo>
                  <a:pt x="705601" y="140501"/>
                </a:lnTo>
                <a:lnTo>
                  <a:pt x="706173" y="140048"/>
                </a:lnTo>
                <a:lnTo>
                  <a:pt x="706731" y="139589"/>
                </a:lnTo>
                <a:lnTo>
                  <a:pt x="707274" y="139123"/>
                </a:lnTo>
                <a:lnTo>
                  <a:pt x="707803" y="138650"/>
                </a:lnTo>
                <a:lnTo>
                  <a:pt x="708318" y="138171"/>
                </a:lnTo>
                <a:lnTo>
                  <a:pt x="708818" y="137685"/>
                </a:lnTo>
                <a:lnTo>
                  <a:pt x="709304" y="137192"/>
                </a:lnTo>
                <a:lnTo>
                  <a:pt x="709776" y="136693"/>
                </a:lnTo>
                <a:lnTo>
                  <a:pt x="710234" y="136187"/>
                </a:lnTo>
                <a:lnTo>
                  <a:pt x="710677" y="135675"/>
                </a:lnTo>
                <a:lnTo>
                  <a:pt x="711106" y="135156"/>
                </a:lnTo>
                <a:lnTo>
                  <a:pt x="711521" y="134630"/>
                </a:lnTo>
                <a:lnTo>
                  <a:pt x="711921" y="134097"/>
                </a:lnTo>
                <a:lnTo>
                  <a:pt x="712307" y="133558"/>
                </a:lnTo>
                <a:lnTo>
                  <a:pt x="712679" y="133013"/>
                </a:lnTo>
                <a:lnTo>
                  <a:pt x="713036" y="132461"/>
                </a:lnTo>
                <a:lnTo>
                  <a:pt x="713379" y="131902"/>
                </a:lnTo>
                <a:lnTo>
                  <a:pt x="713708" y="131336"/>
                </a:lnTo>
                <a:lnTo>
                  <a:pt x="714023" y="130763"/>
                </a:lnTo>
                <a:lnTo>
                  <a:pt x="714325" y="130183"/>
                </a:lnTo>
                <a:lnTo>
                  <a:pt x="714613" y="129594"/>
                </a:lnTo>
                <a:lnTo>
                  <a:pt x="714888" y="128997"/>
                </a:lnTo>
                <a:lnTo>
                  <a:pt x="715150" y="128392"/>
                </a:lnTo>
                <a:lnTo>
                  <a:pt x="715398" y="127779"/>
                </a:lnTo>
                <a:lnTo>
                  <a:pt x="715632" y="127157"/>
                </a:lnTo>
                <a:lnTo>
                  <a:pt x="715853" y="126528"/>
                </a:lnTo>
                <a:lnTo>
                  <a:pt x="716061" y="125890"/>
                </a:lnTo>
                <a:lnTo>
                  <a:pt x="716256" y="125245"/>
                </a:lnTo>
                <a:lnTo>
                  <a:pt x="716437" y="124591"/>
                </a:lnTo>
                <a:lnTo>
                  <a:pt x="716604" y="123929"/>
                </a:lnTo>
                <a:lnTo>
                  <a:pt x="716758" y="123259"/>
                </a:lnTo>
                <a:lnTo>
                  <a:pt x="716899" y="122581"/>
                </a:lnTo>
                <a:lnTo>
                  <a:pt x="717027" y="121895"/>
                </a:lnTo>
                <a:lnTo>
                  <a:pt x="717141" y="121201"/>
                </a:lnTo>
                <a:lnTo>
                  <a:pt x="717241" y="120499"/>
                </a:lnTo>
                <a:lnTo>
                  <a:pt x="717328" y="119788"/>
                </a:lnTo>
                <a:lnTo>
                  <a:pt x="717402" y="119070"/>
                </a:lnTo>
                <a:lnTo>
                  <a:pt x="717462" y="118343"/>
                </a:lnTo>
                <a:lnTo>
                  <a:pt x="717509" y="117609"/>
                </a:lnTo>
                <a:lnTo>
                  <a:pt x="717543" y="116866"/>
                </a:lnTo>
                <a:lnTo>
                  <a:pt x="717563" y="116115"/>
                </a:lnTo>
                <a:lnTo>
                  <a:pt x="717570" y="115356"/>
                </a:lnTo>
                <a:lnTo>
                  <a:pt x="717570" y="52105"/>
                </a:lnTo>
                <a:lnTo>
                  <a:pt x="720540" y="52105"/>
                </a:lnTo>
                <a:lnTo>
                  <a:pt x="721057" y="52101"/>
                </a:lnTo>
                <a:lnTo>
                  <a:pt x="721561" y="52088"/>
                </a:lnTo>
                <a:lnTo>
                  <a:pt x="722053" y="52067"/>
                </a:lnTo>
                <a:lnTo>
                  <a:pt x="722533" y="52038"/>
                </a:lnTo>
                <a:lnTo>
                  <a:pt x="723000" y="52000"/>
                </a:lnTo>
                <a:lnTo>
                  <a:pt x="723454" y="51954"/>
                </a:lnTo>
                <a:lnTo>
                  <a:pt x="723896" y="51899"/>
                </a:lnTo>
                <a:lnTo>
                  <a:pt x="724325" y="51836"/>
                </a:lnTo>
                <a:lnTo>
                  <a:pt x="724742" y="51765"/>
                </a:lnTo>
                <a:lnTo>
                  <a:pt x="725147" y="51685"/>
                </a:lnTo>
                <a:lnTo>
                  <a:pt x="725539" y="51597"/>
                </a:lnTo>
                <a:lnTo>
                  <a:pt x="725918" y="51500"/>
                </a:lnTo>
                <a:lnTo>
                  <a:pt x="726285" y="51395"/>
                </a:lnTo>
                <a:lnTo>
                  <a:pt x="726639" y="51282"/>
                </a:lnTo>
                <a:lnTo>
                  <a:pt x="726981" y="51160"/>
                </a:lnTo>
                <a:lnTo>
                  <a:pt x="727310" y="51030"/>
                </a:lnTo>
                <a:lnTo>
                  <a:pt x="727626" y="50891"/>
                </a:lnTo>
                <a:lnTo>
                  <a:pt x="727931" y="50744"/>
                </a:lnTo>
                <a:lnTo>
                  <a:pt x="728222" y="50589"/>
                </a:lnTo>
                <a:lnTo>
                  <a:pt x="728501" y="50425"/>
                </a:lnTo>
                <a:lnTo>
                  <a:pt x="728768" y="50253"/>
                </a:lnTo>
                <a:lnTo>
                  <a:pt x="729022" y="50073"/>
                </a:lnTo>
                <a:lnTo>
                  <a:pt x="729264" y="49884"/>
                </a:lnTo>
                <a:lnTo>
                  <a:pt x="729493" y="49686"/>
                </a:lnTo>
                <a:lnTo>
                  <a:pt x="729711" y="49482"/>
                </a:lnTo>
                <a:lnTo>
                  <a:pt x="729920" y="49273"/>
                </a:lnTo>
                <a:lnTo>
                  <a:pt x="730119" y="49058"/>
                </a:lnTo>
                <a:lnTo>
                  <a:pt x="730309" y="48839"/>
                </a:lnTo>
                <a:lnTo>
                  <a:pt x="730490" y="48614"/>
                </a:lnTo>
                <a:lnTo>
                  <a:pt x="730662" y="48384"/>
                </a:lnTo>
                <a:lnTo>
                  <a:pt x="730825" y="48149"/>
                </a:lnTo>
                <a:lnTo>
                  <a:pt x="730978" y="47909"/>
                </a:lnTo>
                <a:lnTo>
                  <a:pt x="731122" y="47664"/>
                </a:lnTo>
                <a:lnTo>
                  <a:pt x="731256" y="47413"/>
                </a:lnTo>
                <a:lnTo>
                  <a:pt x="731381" y="47157"/>
                </a:lnTo>
                <a:lnTo>
                  <a:pt x="731497" y="46896"/>
                </a:lnTo>
                <a:lnTo>
                  <a:pt x="731604" y="46630"/>
                </a:lnTo>
                <a:lnTo>
                  <a:pt x="731702" y="46359"/>
                </a:lnTo>
                <a:lnTo>
                  <a:pt x="731790" y="46083"/>
                </a:lnTo>
                <a:lnTo>
                  <a:pt x="731869" y="45802"/>
                </a:lnTo>
                <a:lnTo>
                  <a:pt x="731938" y="45515"/>
                </a:lnTo>
                <a:lnTo>
                  <a:pt x="731999" y="45223"/>
                </a:lnTo>
                <a:lnTo>
                  <a:pt x="732050" y="44926"/>
                </a:lnTo>
                <a:lnTo>
                  <a:pt x="732091" y="44624"/>
                </a:lnTo>
                <a:lnTo>
                  <a:pt x="732124" y="44317"/>
                </a:lnTo>
                <a:lnTo>
                  <a:pt x="732147" y="44004"/>
                </a:lnTo>
                <a:lnTo>
                  <a:pt x="732161" y="43687"/>
                </a:lnTo>
                <a:lnTo>
                  <a:pt x="732166" y="43364"/>
                </a:lnTo>
                <a:lnTo>
                  <a:pt x="732161" y="43041"/>
                </a:lnTo>
                <a:lnTo>
                  <a:pt x="732147" y="42724"/>
                </a:lnTo>
                <a:lnTo>
                  <a:pt x="732124" y="42411"/>
                </a:lnTo>
                <a:lnTo>
                  <a:pt x="732091" y="42104"/>
                </a:lnTo>
                <a:lnTo>
                  <a:pt x="732050" y="41802"/>
                </a:lnTo>
                <a:lnTo>
                  <a:pt x="731999" y="41505"/>
                </a:lnTo>
                <a:lnTo>
                  <a:pt x="731938" y="41213"/>
                </a:lnTo>
                <a:lnTo>
                  <a:pt x="731869" y="40927"/>
                </a:lnTo>
                <a:lnTo>
                  <a:pt x="731790" y="40645"/>
                </a:lnTo>
                <a:lnTo>
                  <a:pt x="731702" y="40369"/>
                </a:lnTo>
                <a:lnTo>
                  <a:pt x="731604" y="40098"/>
                </a:lnTo>
                <a:lnTo>
                  <a:pt x="731497" y="39832"/>
                </a:lnTo>
                <a:lnTo>
                  <a:pt x="731381" y="39571"/>
                </a:lnTo>
                <a:lnTo>
                  <a:pt x="731256" y="39315"/>
                </a:lnTo>
                <a:lnTo>
                  <a:pt x="731122" y="39065"/>
                </a:lnTo>
                <a:lnTo>
                  <a:pt x="730978" y="38819"/>
                </a:lnTo>
                <a:lnTo>
                  <a:pt x="730825" y="38579"/>
                </a:lnTo>
                <a:lnTo>
                  <a:pt x="730662" y="38344"/>
                </a:lnTo>
                <a:lnTo>
                  <a:pt x="730490" y="38114"/>
                </a:lnTo>
                <a:lnTo>
                  <a:pt x="730309" y="37889"/>
                </a:lnTo>
                <a:lnTo>
                  <a:pt x="730119" y="37670"/>
                </a:lnTo>
                <a:lnTo>
                  <a:pt x="729920" y="37455"/>
                </a:lnTo>
                <a:lnTo>
                  <a:pt x="729711" y="37246"/>
                </a:lnTo>
                <a:lnTo>
                  <a:pt x="729493" y="37042"/>
                </a:lnTo>
                <a:lnTo>
                  <a:pt x="729264" y="36845"/>
                </a:lnTo>
                <a:lnTo>
                  <a:pt x="729022" y="36656"/>
                </a:lnTo>
                <a:lnTo>
                  <a:pt x="728768" y="36475"/>
                </a:lnTo>
                <a:lnTo>
                  <a:pt x="728501" y="36303"/>
                </a:lnTo>
                <a:lnTo>
                  <a:pt x="728222" y="36139"/>
                </a:lnTo>
                <a:lnTo>
                  <a:pt x="727931" y="35984"/>
                </a:lnTo>
                <a:lnTo>
                  <a:pt x="727626" y="35837"/>
                </a:lnTo>
                <a:lnTo>
                  <a:pt x="727310" y="35698"/>
                </a:lnTo>
                <a:lnTo>
                  <a:pt x="726981" y="35568"/>
                </a:lnTo>
                <a:lnTo>
                  <a:pt x="726639" y="35446"/>
                </a:lnTo>
                <a:lnTo>
                  <a:pt x="726285" y="35333"/>
                </a:lnTo>
                <a:lnTo>
                  <a:pt x="725918" y="35228"/>
                </a:lnTo>
                <a:lnTo>
                  <a:pt x="725539" y="35131"/>
                </a:lnTo>
                <a:lnTo>
                  <a:pt x="725147" y="35043"/>
                </a:lnTo>
                <a:lnTo>
                  <a:pt x="724742" y="34964"/>
                </a:lnTo>
                <a:lnTo>
                  <a:pt x="724325" y="34892"/>
                </a:lnTo>
                <a:lnTo>
                  <a:pt x="723896" y="34829"/>
                </a:lnTo>
                <a:lnTo>
                  <a:pt x="723454" y="34775"/>
                </a:lnTo>
                <a:lnTo>
                  <a:pt x="723000" y="34728"/>
                </a:lnTo>
                <a:lnTo>
                  <a:pt x="722533" y="34691"/>
                </a:lnTo>
                <a:lnTo>
                  <a:pt x="722053" y="34661"/>
                </a:lnTo>
                <a:lnTo>
                  <a:pt x="721561" y="34640"/>
                </a:lnTo>
                <a:lnTo>
                  <a:pt x="721057" y="34628"/>
                </a:lnTo>
                <a:lnTo>
                  <a:pt x="720540" y="34623"/>
                </a:lnTo>
                <a:lnTo>
                  <a:pt x="700173" y="34623"/>
                </a:lnTo>
                <a:lnTo>
                  <a:pt x="700173" y="39885"/>
                </a:lnTo>
                <a:lnTo>
                  <a:pt x="699719" y="39559"/>
                </a:lnTo>
                <a:lnTo>
                  <a:pt x="699264" y="39241"/>
                </a:lnTo>
                <a:lnTo>
                  <a:pt x="698807" y="38930"/>
                </a:lnTo>
                <a:lnTo>
                  <a:pt x="698347" y="38625"/>
                </a:lnTo>
                <a:close/>
                <a:moveTo>
                  <a:pt x="699891" y="76386"/>
                </a:moveTo>
                <a:lnTo>
                  <a:pt x="699781" y="77150"/>
                </a:lnTo>
                <a:lnTo>
                  <a:pt x="699645" y="77905"/>
                </a:lnTo>
                <a:lnTo>
                  <a:pt x="699485" y="78651"/>
                </a:lnTo>
                <a:lnTo>
                  <a:pt x="699301" y="79388"/>
                </a:lnTo>
                <a:lnTo>
                  <a:pt x="699092" y="80115"/>
                </a:lnTo>
                <a:lnTo>
                  <a:pt x="698858" y="80833"/>
                </a:lnTo>
                <a:lnTo>
                  <a:pt x="698600" y="81542"/>
                </a:lnTo>
                <a:lnTo>
                  <a:pt x="698317" y="82241"/>
                </a:lnTo>
                <a:lnTo>
                  <a:pt x="698009" y="82931"/>
                </a:lnTo>
                <a:lnTo>
                  <a:pt x="697677" y="83612"/>
                </a:lnTo>
                <a:lnTo>
                  <a:pt x="697320" y="84284"/>
                </a:lnTo>
                <a:lnTo>
                  <a:pt x="696939" y="84946"/>
                </a:lnTo>
                <a:lnTo>
                  <a:pt x="696533" y="85599"/>
                </a:lnTo>
                <a:lnTo>
                  <a:pt x="696102" y="86243"/>
                </a:lnTo>
                <a:lnTo>
                  <a:pt x="695647" y="86877"/>
                </a:lnTo>
                <a:lnTo>
                  <a:pt x="695167" y="87503"/>
                </a:lnTo>
                <a:lnTo>
                  <a:pt x="694663" y="88119"/>
                </a:lnTo>
                <a:lnTo>
                  <a:pt x="694134" y="88725"/>
                </a:lnTo>
                <a:lnTo>
                  <a:pt x="693580" y="89322"/>
                </a:lnTo>
                <a:lnTo>
                  <a:pt x="693002" y="89911"/>
                </a:lnTo>
                <a:lnTo>
                  <a:pt x="692407" y="90482"/>
                </a:lnTo>
                <a:lnTo>
                  <a:pt x="691801" y="91029"/>
                </a:lnTo>
                <a:lnTo>
                  <a:pt x="691186" y="91551"/>
                </a:lnTo>
                <a:lnTo>
                  <a:pt x="690561" y="92050"/>
                </a:lnTo>
                <a:lnTo>
                  <a:pt x="689926" y="92524"/>
                </a:lnTo>
                <a:lnTo>
                  <a:pt x="689282" y="92974"/>
                </a:lnTo>
                <a:lnTo>
                  <a:pt x="688627" y="93399"/>
                </a:lnTo>
                <a:lnTo>
                  <a:pt x="687962" y="93800"/>
                </a:lnTo>
                <a:lnTo>
                  <a:pt x="687288" y="94177"/>
                </a:lnTo>
                <a:lnTo>
                  <a:pt x="686604" y="94529"/>
                </a:lnTo>
                <a:lnTo>
                  <a:pt x="685910" y="94857"/>
                </a:lnTo>
                <a:lnTo>
                  <a:pt x="685206" y="95161"/>
                </a:lnTo>
                <a:lnTo>
                  <a:pt x="684492" y="95441"/>
                </a:lnTo>
                <a:lnTo>
                  <a:pt x="683768" y="95696"/>
                </a:lnTo>
                <a:lnTo>
                  <a:pt x="683034" y="95927"/>
                </a:lnTo>
                <a:lnTo>
                  <a:pt x="682291" y="96134"/>
                </a:lnTo>
                <a:lnTo>
                  <a:pt x="681537" y="96316"/>
                </a:lnTo>
                <a:lnTo>
                  <a:pt x="680774" y="96474"/>
                </a:lnTo>
                <a:lnTo>
                  <a:pt x="680001" y="96608"/>
                </a:lnTo>
                <a:lnTo>
                  <a:pt x="679218" y="96717"/>
                </a:lnTo>
                <a:lnTo>
                  <a:pt x="678425" y="96802"/>
                </a:lnTo>
                <a:lnTo>
                  <a:pt x="677623" y="96863"/>
                </a:lnTo>
                <a:lnTo>
                  <a:pt x="676810" y="96899"/>
                </a:lnTo>
                <a:lnTo>
                  <a:pt x="675988" y="96912"/>
                </a:lnTo>
                <a:lnTo>
                  <a:pt x="675165" y="96899"/>
                </a:lnTo>
                <a:lnTo>
                  <a:pt x="674352" y="96863"/>
                </a:lnTo>
                <a:lnTo>
                  <a:pt x="673550" y="96802"/>
                </a:lnTo>
                <a:lnTo>
                  <a:pt x="672757" y="96717"/>
                </a:lnTo>
                <a:lnTo>
                  <a:pt x="671974" y="96608"/>
                </a:lnTo>
                <a:lnTo>
                  <a:pt x="671201" y="96474"/>
                </a:lnTo>
                <a:lnTo>
                  <a:pt x="670438" y="96316"/>
                </a:lnTo>
                <a:lnTo>
                  <a:pt x="669684" y="96134"/>
                </a:lnTo>
                <a:lnTo>
                  <a:pt x="668941" y="95927"/>
                </a:lnTo>
                <a:lnTo>
                  <a:pt x="668207" y="95696"/>
                </a:lnTo>
                <a:lnTo>
                  <a:pt x="667483" y="95441"/>
                </a:lnTo>
                <a:lnTo>
                  <a:pt x="666769" y="95161"/>
                </a:lnTo>
                <a:lnTo>
                  <a:pt x="666065" y="94857"/>
                </a:lnTo>
                <a:lnTo>
                  <a:pt x="665371" y="94529"/>
                </a:lnTo>
                <a:lnTo>
                  <a:pt x="664687" y="94177"/>
                </a:lnTo>
                <a:lnTo>
                  <a:pt x="664013" y="93800"/>
                </a:lnTo>
                <a:lnTo>
                  <a:pt x="663348" y="93399"/>
                </a:lnTo>
                <a:lnTo>
                  <a:pt x="662693" y="92974"/>
                </a:lnTo>
                <a:lnTo>
                  <a:pt x="662049" y="92524"/>
                </a:lnTo>
                <a:lnTo>
                  <a:pt x="661414" y="92050"/>
                </a:lnTo>
                <a:lnTo>
                  <a:pt x="660789" y="91551"/>
                </a:lnTo>
                <a:lnTo>
                  <a:pt x="660174" y="91029"/>
                </a:lnTo>
                <a:lnTo>
                  <a:pt x="659568" y="90482"/>
                </a:lnTo>
                <a:lnTo>
                  <a:pt x="658973" y="89911"/>
                </a:lnTo>
                <a:lnTo>
                  <a:pt x="658395" y="89322"/>
                </a:lnTo>
                <a:lnTo>
                  <a:pt x="657841" y="88725"/>
                </a:lnTo>
                <a:lnTo>
                  <a:pt x="657312" y="88119"/>
                </a:lnTo>
                <a:lnTo>
                  <a:pt x="656808" y="87503"/>
                </a:lnTo>
                <a:lnTo>
                  <a:pt x="656328" y="86877"/>
                </a:lnTo>
                <a:lnTo>
                  <a:pt x="655873" y="86243"/>
                </a:lnTo>
                <a:lnTo>
                  <a:pt x="655442" y="85599"/>
                </a:lnTo>
                <a:lnTo>
                  <a:pt x="655036" y="84946"/>
                </a:lnTo>
                <a:lnTo>
                  <a:pt x="654655" y="84284"/>
                </a:lnTo>
                <a:lnTo>
                  <a:pt x="654298" y="83612"/>
                </a:lnTo>
                <a:lnTo>
                  <a:pt x="653966" y="82931"/>
                </a:lnTo>
                <a:lnTo>
                  <a:pt x="653658" y="82241"/>
                </a:lnTo>
                <a:lnTo>
                  <a:pt x="653375" y="81542"/>
                </a:lnTo>
                <a:lnTo>
                  <a:pt x="653117" y="80833"/>
                </a:lnTo>
                <a:lnTo>
                  <a:pt x="652883" y="80115"/>
                </a:lnTo>
                <a:lnTo>
                  <a:pt x="652674" y="79388"/>
                </a:lnTo>
                <a:lnTo>
                  <a:pt x="652490" y="78651"/>
                </a:lnTo>
                <a:lnTo>
                  <a:pt x="652330" y="77905"/>
                </a:lnTo>
                <a:lnTo>
                  <a:pt x="652194" y="77150"/>
                </a:lnTo>
                <a:lnTo>
                  <a:pt x="652084" y="76386"/>
                </a:lnTo>
                <a:lnTo>
                  <a:pt x="651998" y="75612"/>
                </a:lnTo>
                <a:lnTo>
                  <a:pt x="651936" y="74829"/>
                </a:lnTo>
                <a:lnTo>
                  <a:pt x="651899" y="74037"/>
                </a:lnTo>
                <a:lnTo>
                  <a:pt x="651887" y="73235"/>
                </a:lnTo>
                <a:lnTo>
                  <a:pt x="651899" y="72441"/>
                </a:lnTo>
                <a:lnTo>
                  <a:pt x="651936" y="71655"/>
                </a:lnTo>
                <a:lnTo>
                  <a:pt x="651998" y="70878"/>
                </a:lnTo>
                <a:lnTo>
                  <a:pt x="652084" y="70110"/>
                </a:lnTo>
                <a:lnTo>
                  <a:pt x="652194" y="69350"/>
                </a:lnTo>
                <a:lnTo>
                  <a:pt x="652330" y="68600"/>
                </a:lnTo>
                <a:lnTo>
                  <a:pt x="652490" y="67858"/>
                </a:lnTo>
                <a:lnTo>
                  <a:pt x="652674" y="67125"/>
                </a:lnTo>
                <a:lnTo>
                  <a:pt x="652883" y="66401"/>
                </a:lnTo>
                <a:lnTo>
                  <a:pt x="653117" y="65686"/>
                </a:lnTo>
                <a:lnTo>
                  <a:pt x="653375" y="64980"/>
                </a:lnTo>
                <a:lnTo>
                  <a:pt x="653658" y="64282"/>
                </a:lnTo>
                <a:lnTo>
                  <a:pt x="653966" y="63594"/>
                </a:lnTo>
                <a:lnTo>
                  <a:pt x="654298" y="62914"/>
                </a:lnTo>
                <a:lnTo>
                  <a:pt x="654655" y="62243"/>
                </a:lnTo>
                <a:lnTo>
                  <a:pt x="655036" y="61581"/>
                </a:lnTo>
                <a:lnTo>
                  <a:pt x="655442" y="60928"/>
                </a:lnTo>
                <a:lnTo>
                  <a:pt x="655873" y="60283"/>
                </a:lnTo>
                <a:lnTo>
                  <a:pt x="656328" y="59648"/>
                </a:lnTo>
                <a:lnTo>
                  <a:pt x="656808" y="59021"/>
                </a:lnTo>
                <a:lnTo>
                  <a:pt x="657312" y="58403"/>
                </a:lnTo>
                <a:lnTo>
                  <a:pt x="657841" y="57794"/>
                </a:lnTo>
                <a:lnTo>
                  <a:pt x="658395" y="57194"/>
                </a:lnTo>
                <a:lnTo>
                  <a:pt x="658973" y="56602"/>
                </a:lnTo>
                <a:lnTo>
                  <a:pt x="659568" y="56028"/>
                </a:lnTo>
                <a:lnTo>
                  <a:pt x="660174" y="55477"/>
                </a:lnTo>
                <a:lnTo>
                  <a:pt x="660789" y="54952"/>
                </a:lnTo>
                <a:lnTo>
                  <a:pt x="661414" y="54450"/>
                </a:lnTo>
                <a:lnTo>
                  <a:pt x="662049" y="53973"/>
                </a:lnTo>
                <a:lnTo>
                  <a:pt x="662693" y="53521"/>
                </a:lnTo>
                <a:lnTo>
                  <a:pt x="663348" y="53093"/>
                </a:lnTo>
                <a:lnTo>
                  <a:pt x="664013" y="52689"/>
                </a:lnTo>
                <a:lnTo>
                  <a:pt x="664687" y="52310"/>
                </a:lnTo>
                <a:lnTo>
                  <a:pt x="665371" y="51956"/>
                </a:lnTo>
                <a:lnTo>
                  <a:pt x="666065" y="51626"/>
                </a:lnTo>
                <a:lnTo>
                  <a:pt x="666769" y="51320"/>
                </a:lnTo>
                <a:lnTo>
                  <a:pt x="667483" y="51039"/>
                </a:lnTo>
                <a:lnTo>
                  <a:pt x="668207" y="50782"/>
                </a:lnTo>
                <a:lnTo>
                  <a:pt x="668941" y="50549"/>
                </a:lnTo>
                <a:lnTo>
                  <a:pt x="669684" y="50342"/>
                </a:lnTo>
                <a:lnTo>
                  <a:pt x="670438" y="50158"/>
                </a:lnTo>
                <a:lnTo>
                  <a:pt x="671201" y="49999"/>
                </a:lnTo>
                <a:lnTo>
                  <a:pt x="671974" y="49865"/>
                </a:lnTo>
                <a:lnTo>
                  <a:pt x="672757" y="49755"/>
                </a:lnTo>
                <a:lnTo>
                  <a:pt x="673550" y="49669"/>
                </a:lnTo>
                <a:lnTo>
                  <a:pt x="674352" y="49608"/>
                </a:lnTo>
                <a:lnTo>
                  <a:pt x="675165" y="49571"/>
                </a:lnTo>
                <a:lnTo>
                  <a:pt x="675988" y="49559"/>
                </a:lnTo>
                <a:lnTo>
                  <a:pt x="676810" y="49571"/>
                </a:lnTo>
                <a:lnTo>
                  <a:pt x="677623" y="49608"/>
                </a:lnTo>
                <a:lnTo>
                  <a:pt x="678425" y="49669"/>
                </a:lnTo>
                <a:lnTo>
                  <a:pt x="679218" y="49755"/>
                </a:lnTo>
                <a:lnTo>
                  <a:pt x="680001" y="49865"/>
                </a:lnTo>
                <a:lnTo>
                  <a:pt x="680774" y="49999"/>
                </a:lnTo>
                <a:lnTo>
                  <a:pt x="681537" y="50158"/>
                </a:lnTo>
                <a:lnTo>
                  <a:pt x="682291" y="50342"/>
                </a:lnTo>
                <a:lnTo>
                  <a:pt x="683034" y="50549"/>
                </a:lnTo>
                <a:lnTo>
                  <a:pt x="683768" y="50782"/>
                </a:lnTo>
                <a:lnTo>
                  <a:pt x="684492" y="51039"/>
                </a:lnTo>
                <a:lnTo>
                  <a:pt x="685206" y="51320"/>
                </a:lnTo>
                <a:lnTo>
                  <a:pt x="685910" y="51626"/>
                </a:lnTo>
                <a:lnTo>
                  <a:pt x="686604" y="51956"/>
                </a:lnTo>
                <a:lnTo>
                  <a:pt x="687288" y="52310"/>
                </a:lnTo>
                <a:lnTo>
                  <a:pt x="687962" y="52689"/>
                </a:lnTo>
                <a:lnTo>
                  <a:pt x="688627" y="53093"/>
                </a:lnTo>
                <a:lnTo>
                  <a:pt x="689282" y="53521"/>
                </a:lnTo>
                <a:lnTo>
                  <a:pt x="689926" y="53973"/>
                </a:lnTo>
                <a:lnTo>
                  <a:pt x="690561" y="54450"/>
                </a:lnTo>
                <a:lnTo>
                  <a:pt x="691186" y="54952"/>
                </a:lnTo>
                <a:lnTo>
                  <a:pt x="691801" y="55477"/>
                </a:lnTo>
                <a:lnTo>
                  <a:pt x="692407" y="56028"/>
                </a:lnTo>
                <a:lnTo>
                  <a:pt x="693002" y="56602"/>
                </a:lnTo>
                <a:lnTo>
                  <a:pt x="693580" y="57194"/>
                </a:lnTo>
                <a:lnTo>
                  <a:pt x="694134" y="57794"/>
                </a:lnTo>
                <a:lnTo>
                  <a:pt x="694663" y="58403"/>
                </a:lnTo>
                <a:lnTo>
                  <a:pt x="695167" y="59021"/>
                </a:lnTo>
                <a:lnTo>
                  <a:pt x="695647" y="59648"/>
                </a:lnTo>
                <a:lnTo>
                  <a:pt x="696102" y="60283"/>
                </a:lnTo>
                <a:lnTo>
                  <a:pt x="696533" y="60928"/>
                </a:lnTo>
                <a:lnTo>
                  <a:pt x="696939" y="61581"/>
                </a:lnTo>
                <a:lnTo>
                  <a:pt x="697320" y="62243"/>
                </a:lnTo>
                <a:lnTo>
                  <a:pt x="697677" y="62914"/>
                </a:lnTo>
                <a:lnTo>
                  <a:pt x="698009" y="63594"/>
                </a:lnTo>
                <a:lnTo>
                  <a:pt x="698317" y="64282"/>
                </a:lnTo>
                <a:lnTo>
                  <a:pt x="698600" y="64980"/>
                </a:lnTo>
                <a:lnTo>
                  <a:pt x="698858" y="65686"/>
                </a:lnTo>
                <a:lnTo>
                  <a:pt x="699092" y="66401"/>
                </a:lnTo>
                <a:lnTo>
                  <a:pt x="699301" y="67125"/>
                </a:lnTo>
                <a:lnTo>
                  <a:pt x="699485" y="67858"/>
                </a:lnTo>
                <a:lnTo>
                  <a:pt x="699645" y="68600"/>
                </a:lnTo>
                <a:lnTo>
                  <a:pt x="699781" y="69350"/>
                </a:lnTo>
                <a:lnTo>
                  <a:pt x="699891" y="70110"/>
                </a:lnTo>
                <a:lnTo>
                  <a:pt x="699977" y="70878"/>
                </a:lnTo>
                <a:lnTo>
                  <a:pt x="700039" y="71655"/>
                </a:lnTo>
                <a:lnTo>
                  <a:pt x="700076" y="72441"/>
                </a:lnTo>
                <a:lnTo>
                  <a:pt x="700088" y="73235"/>
                </a:lnTo>
                <a:lnTo>
                  <a:pt x="700076" y="74037"/>
                </a:lnTo>
                <a:lnTo>
                  <a:pt x="700039" y="74829"/>
                </a:lnTo>
                <a:lnTo>
                  <a:pt x="699977" y="75612"/>
                </a:lnTo>
                <a:lnTo>
                  <a:pt x="699891" y="7638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mmio_write_func()">
            <a:extLst xmlns:a="http://schemas.openxmlformats.org/drawingml/2006/main">
              <a:ext uri="{FF2B5EF4-FFF2-40B4-BE49-F238E27FC236}">
                <a16:creationId xmlns:a16="http://schemas.microsoft.com/office/drawing/2014/main" id="{D6A535AF-4AB3-431B-81C5-9AC906CF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152" y="90892"/>
            <a:ext cx="2112036" cy="226071"/>
          </a:xfrm>
          <a:custGeom xmlns:a="http://schemas.openxmlformats.org/drawingml/2006/main">
            <a:pathLst>
              <a:path w="2112036" h="226071">
                <a:moveTo>
                  <a:pt x="0" y="50525"/>
                </a:moveTo>
                <a:lnTo>
                  <a:pt x="30433" y="50525"/>
                </a:lnTo>
                <a:lnTo>
                  <a:pt x="30433" y="67563"/>
                </a:lnTo>
                <a:cubicBezTo>
                  <a:pt x="41321" y="54324"/>
                  <a:pt x="54285" y="47705"/>
                  <a:pt x="69325" y="47705"/>
                </a:cubicBezTo>
                <a:cubicBezTo>
                  <a:pt x="77315" y="47705"/>
                  <a:pt x="84248" y="49357"/>
                  <a:pt x="90123" y="52662"/>
                </a:cubicBezTo>
                <a:cubicBezTo>
                  <a:pt x="95998" y="55967"/>
                  <a:pt x="100815" y="60964"/>
                  <a:pt x="104575" y="67654"/>
                </a:cubicBezTo>
                <a:cubicBezTo>
                  <a:pt x="110059" y="60964"/>
                  <a:pt x="115973" y="55967"/>
                  <a:pt x="122318" y="52662"/>
                </a:cubicBezTo>
                <a:cubicBezTo>
                  <a:pt x="128663" y="49357"/>
                  <a:pt x="135439" y="47705"/>
                  <a:pt x="142645" y="47705"/>
                </a:cubicBezTo>
                <a:cubicBezTo>
                  <a:pt x="151810" y="47705"/>
                  <a:pt x="159565" y="49566"/>
                  <a:pt x="165910" y="53286"/>
                </a:cubicBezTo>
                <a:cubicBezTo>
                  <a:pt x="172255" y="57007"/>
                  <a:pt x="176995" y="62471"/>
                  <a:pt x="180128" y="69678"/>
                </a:cubicBezTo>
                <a:cubicBezTo>
                  <a:pt x="182400" y="75004"/>
                  <a:pt x="183535" y="83621"/>
                  <a:pt x="183535" y="95528"/>
                </a:cubicBezTo>
                <a:lnTo>
                  <a:pt x="183535" y="175310"/>
                </a:lnTo>
                <a:lnTo>
                  <a:pt x="150518" y="175310"/>
                </a:lnTo>
                <a:lnTo>
                  <a:pt x="150518" y="104069"/>
                </a:lnTo>
                <a:cubicBezTo>
                  <a:pt x="150518" y="91707"/>
                  <a:pt x="149382" y="83726"/>
                  <a:pt x="147110" y="80128"/>
                </a:cubicBezTo>
                <a:cubicBezTo>
                  <a:pt x="144055" y="75433"/>
                  <a:pt x="139355" y="73085"/>
                  <a:pt x="133010" y="73085"/>
                </a:cubicBezTo>
                <a:cubicBezTo>
                  <a:pt x="128389" y="73085"/>
                  <a:pt x="124041" y="74494"/>
                  <a:pt x="119968" y="77312"/>
                </a:cubicBezTo>
                <a:cubicBezTo>
                  <a:pt x="115894" y="80127"/>
                  <a:pt x="112957" y="84254"/>
                  <a:pt x="111155" y="89693"/>
                </a:cubicBezTo>
                <a:cubicBezTo>
                  <a:pt x="109354" y="95130"/>
                  <a:pt x="108453" y="103717"/>
                  <a:pt x="108453" y="115455"/>
                </a:cubicBezTo>
                <a:lnTo>
                  <a:pt x="108453" y="175310"/>
                </a:lnTo>
                <a:lnTo>
                  <a:pt x="75435" y="175310"/>
                </a:lnTo>
                <a:lnTo>
                  <a:pt x="75435" y="107002"/>
                </a:lnTo>
                <a:cubicBezTo>
                  <a:pt x="75435" y="94875"/>
                  <a:pt x="74848" y="87052"/>
                  <a:pt x="73673" y="83532"/>
                </a:cubicBezTo>
                <a:cubicBezTo>
                  <a:pt x="72498" y="80009"/>
                  <a:pt x="70676" y="77387"/>
                  <a:pt x="68209" y="75667"/>
                </a:cubicBezTo>
                <a:cubicBezTo>
                  <a:pt x="65741" y="73946"/>
                  <a:pt x="62393" y="73085"/>
                  <a:pt x="58163" y="73085"/>
                </a:cubicBezTo>
                <a:cubicBezTo>
                  <a:pt x="53071" y="73085"/>
                  <a:pt x="48488" y="74455"/>
                  <a:pt x="44415" y="77194"/>
                </a:cubicBezTo>
                <a:cubicBezTo>
                  <a:pt x="40342" y="79931"/>
                  <a:pt x="37424" y="83882"/>
                  <a:pt x="35661" y="89047"/>
                </a:cubicBezTo>
                <a:cubicBezTo>
                  <a:pt x="33899" y="94212"/>
                  <a:pt x="33018" y="102780"/>
                  <a:pt x="33018" y="114750"/>
                </a:cubicBezTo>
                <a:lnTo>
                  <a:pt x="33018" y="175310"/>
                </a:lnTo>
                <a:lnTo>
                  <a:pt x="0" y="175310"/>
                </a:lnTo>
                <a:lnTo>
                  <a:pt x="0" y="50525"/>
                </a:lnTo>
                <a:close/>
                <a:moveTo>
                  <a:pt x="213930" y="50525"/>
                </a:moveTo>
                <a:lnTo>
                  <a:pt x="244362" y="50525"/>
                </a:lnTo>
                <a:lnTo>
                  <a:pt x="244362" y="67563"/>
                </a:lnTo>
                <a:cubicBezTo>
                  <a:pt x="255251" y="54324"/>
                  <a:pt x="268215" y="47705"/>
                  <a:pt x="283255" y="47705"/>
                </a:cubicBezTo>
                <a:cubicBezTo>
                  <a:pt x="291245" y="47705"/>
                  <a:pt x="298177" y="49357"/>
                  <a:pt x="304052" y="52662"/>
                </a:cubicBezTo>
                <a:cubicBezTo>
                  <a:pt x="309927" y="55967"/>
                  <a:pt x="314745" y="60964"/>
                  <a:pt x="318505" y="67654"/>
                </a:cubicBezTo>
                <a:cubicBezTo>
                  <a:pt x="323988" y="60964"/>
                  <a:pt x="329902" y="55967"/>
                  <a:pt x="336247" y="52662"/>
                </a:cubicBezTo>
                <a:cubicBezTo>
                  <a:pt x="342592" y="49357"/>
                  <a:pt x="349368" y="47705"/>
                  <a:pt x="356575" y="47705"/>
                </a:cubicBezTo>
                <a:cubicBezTo>
                  <a:pt x="365740" y="47705"/>
                  <a:pt x="373495" y="49566"/>
                  <a:pt x="379840" y="53286"/>
                </a:cubicBezTo>
                <a:cubicBezTo>
                  <a:pt x="386185" y="57007"/>
                  <a:pt x="390924" y="62471"/>
                  <a:pt x="394058" y="69678"/>
                </a:cubicBezTo>
                <a:cubicBezTo>
                  <a:pt x="396329" y="75004"/>
                  <a:pt x="397465" y="83621"/>
                  <a:pt x="397465" y="95528"/>
                </a:cubicBezTo>
                <a:lnTo>
                  <a:pt x="397465" y="175310"/>
                </a:lnTo>
                <a:lnTo>
                  <a:pt x="364447" y="175310"/>
                </a:lnTo>
                <a:lnTo>
                  <a:pt x="364447" y="104069"/>
                </a:lnTo>
                <a:cubicBezTo>
                  <a:pt x="364447" y="91707"/>
                  <a:pt x="363312" y="83726"/>
                  <a:pt x="361040" y="80128"/>
                </a:cubicBezTo>
                <a:cubicBezTo>
                  <a:pt x="357985" y="75433"/>
                  <a:pt x="353285" y="73085"/>
                  <a:pt x="346940" y="73085"/>
                </a:cubicBezTo>
                <a:cubicBezTo>
                  <a:pt x="342318" y="73085"/>
                  <a:pt x="337971" y="74494"/>
                  <a:pt x="333897" y="77312"/>
                </a:cubicBezTo>
                <a:cubicBezTo>
                  <a:pt x="329824" y="80127"/>
                  <a:pt x="326887" y="84254"/>
                  <a:pt x="325085" y="89693"/>
                </a:cubicBezTo>
                <a:cubicBezTo>
                  <a:pt x="323283" y="95130"/>
                  <a:pt x="322382" y="103717"/>
                  <a:pt x="322382" y="115455"/>
                </a:cubicBezTo>
                <a:lnTo>
                  <a:pt x="322382" y="175310"/>
                </a:lnTo>
                <a:lnTo>
                  <a:pt x="289365" y="175310"/>
                </a:lnTo>
                <a:lnTo>
                  <a:pt x="289365" y="107002"/>
                </a:lnTo>
                <a:cubicBezTo>
                  <a:pt x="289365" y="94875"/>
                  <a:pt x="288777" y="87052"/>
                  <a:pt x="287602" y="83532"/>
                </a:cubicBezTo>
                <a:cubicBezTo>
                  <a:pt x="286427" y="80009"/>
                  <a:pt x="284606" y="77387"/>
                  <a:pt x="282139" y="75667"/>
                </a:cubicBezTo>
                <a:cubicBezTo>
                  <a:pt x="279671" y="73946"/>
                  <a:pt x="276322" y="73085"/>
                  <a:pt x="272092" y="73085"/>
                </a:cubicBezTo>
                <a:cubicBezTo>
                  <a:pt x="267001" y="73085"/>
                  <a:pt x="262418" y="74455"/>
                  <a:pt x="258345" y="77194"/>
                </a:cubicBezTo>
                <a:cubicBezTo>
                  <a:pt x="254271" y="79931"/>
                  <a:pt x="251353" y="83882"/>
                  <a:pt x="249591" y="89047"/>
                </a:cubicBezTo>
                <a:cubicBezTo>
                  <a:pt x="247828" y="94212"/>
                  <a:pt x="246947" y="102780"/>
                  <a:pt x="246947" y="114750"/>
                </a:cubicBezTo>
                <a:lnTo>
                  <a:pt x="246947" y="175310"/>
                </a:lnTo>
                <a:lnTo>
                  <a:pt x="213930" y="175310"/>
                </a:lnTo>
                <a:lnTo>
                  <a:pt x="213930" y="50525"/>
                </a:lnTo>
                <a:close/>
                <a:moveTo>
                  <a:pt x="430327" y="33605"/>
                </a:moveTo>
                <a:lnTo>
                  <a:pt x="430327" y="3055"/>
                </a:lnTo>
                <a:lnTo>
                  <a:pt x="463344" y="3055"/>
                </a:lnTo>
                <a:lnTo>
                  <a:pt x="463344" y="33605"/>
                </a:lnTo>
                <a:lnTo>
                  <a:pt x="430327" y="33605"/>
                </a:lnTo>
                <a:moveTo>
                  <a:pt x="430327" y="175310"/>
                </a:moveTo>
                <a:lnTo>
                  <a:pt x="430327" y="50525"/>
                </a:lnTo>
                <a:lnTo>
                  <a:pt x="463344" y="50525"/>
                </a:lnTo>
                <a:lnTo>
                  <a:pt x="463344" y="175310"/>
                </a:lnTo>
                <a:lnTo>
                  <a:pt x="430327" y="175310"/>
                </a:lnTo>
                <a:close/>
                <a:moveTo>
                  <a:pt x="489587" y="111155"/>
                </a:moveTo>
                <a:cubicBezTo>
                  <a:pt x="489587" y="100189"/>
                  <a:pt x="492290" y="89574"/>
                  <a:pt x="497695" y="79313"/>
                </a:cubicBezTo>
                <a:cubicBezTo>
                  <a:pt x="503100" y="69051"/>
                  <a:pt x="510757" y="61218"/>
                  <a:pt x="520666" y="55813"/>
                </a:cubicBezTo>
                <a:cubicBezTo>
                  <a:pt x="530575" y="50408"/>
                  <a:pt x="541640" y="47705"/>
                  <a:pt x="553860" y="47705"/>
                </a:cubicBezTo>
                <a:cubicBezTo>
                  <a:pt x="572738" y="47705"/>
                  <a:pt x="588209" y="53835"/>
                  <a:pt x="600273" y="66094"/>
                </a:cubicBezTo>
                <a:cubicBezTo>
                  <a:pt x="612336" y="78353"/>
                  <a:pt x="618368" y="93844"/>
                  <a:pt x="618368" y="112565"/>
                </a:cubicBezTo>
                <a:cubicBezTo>
                  <a:pt x="618368" y="131444"/>
                  <a:pt x="612277" y="147091"/>
                  <a:pt x="600096" y="159507"/>
                </a:cubicBezTo>
                <a:cubicBezTo>
                  <a:pt x="587915" y="171922"/>
                  <a:pt x="572582" y="178130"/>
                  <a:pt x="554095" y="178130"/>
                </a:cubicBezTo>
                <a:cubicBezTo>
                  <a:pt x="542658" y="178130"/>
                  <a:pt x="531750" y="175545"/>
                  <a:pt x="521371" y="170375"/>
                </a:cubicBezTo>
                <a:cubicBezTo>
                  <a:pt x="510992" y="165205"/>
                  <a:pt x="503100" y="157627"/>
                  <a:pt x="497695" y="147639"/>
                </a:cubicBezTo>
                <a:cubicBezTo>
                  <a:pt x="492290" y="137652"/>
                  <a:pt x="489587" y="125490"/>
                  <a:pt x="489587" y="111155"/>
                </a:cubicBezTo>
                <a:moveTo>
                  <a:pt x="523427" y="112918"/>
                </a:moveTo>
                <a:cubicBezTo>
                  <a:pt x="523427" y="125255"/>
                  <a:pt x="526365" y="134704"/>
                  <a:pt x="532240" y="141265"/>
                </a:cubicBezTo>
                <a:cubicBezTo>
                  <a:pt x="538115" y="147825"/>
                  <a:pt x="545361" y="151105"/>
                  <a:pt x="553977" y="151105"/>
                </a:cubicBezTo>
                <a:cubicBezTo>
                  <a:pt x="562594" y="151105"/>
                  <a:pt x="569820" y="147825"/>
                  <a:pt x="575656" y="141265"/>
                </a:cubicBezTo>
                <a:cubicBezTo>
                  <a:pt x="581492" y="134704"/>
                  <a:pt x="584410" y="125177"/>
                  <a:pt x="584410" y="112683"/>
                </a:cubicBezTo>
                <a:cubicBezTo>
                  <a:pt x="584410" y="100502"/>
                  <a:pt x="581492" y="91131"/>
                  <a:pt x="575656" y="84571"/>
                </a:cubicBezTo>
                <a:cubicBezTo>
                  <a:pt x="569820" y="78010"/>
                  <a:pt x="562594" y="74730"/>
                  <a:pt x="553977" y="74730"/>
                </a:cubicBezTo>
                <a:cubicBezTo>
                  <a:pt x="545361" y="74730"/>
                  <a:pt x="538115" y="78010"/>
                  <a:pt x="532240" y="84571"/>
                </a:cubicBezTo>
                <a:cubicBezTo>
                  <a:pt x="526365" y="91131"/>
                  <a:pt x="523427" y="100580"/>
                  <a:pt x="523427" y="112918"/>
                </a:cubicBezTo>
                <a:close/>
                <a:moveTo>
                  <a:pt x="624751" y="223016"/>
                </a:moveTo>
                <a:lnTo>
                  <a:pt x="624751" y="201395"/>
                </a:lnTo>
                <a:lnTo>
                  <a:pt x="761991" y="201395"/>
                </a:lnTo>
                <a:lnTo>
                  <a:pt x="761991" y="223016"/>
                </a:lnTo>
                <a:lnTo>
                  <a:pt x="624751" y="223016"/>
                </a:lnTo>
                <a:close/>
                <a:moveTo>
                  <a:pt x="801317" y="175310"/>
                </a:moveTo>
                <a:lnTo>
                  <a:pt x="761837" y="50525"/>
                </a:lnTo>
                <a:lnTo>
                  <a:pt x="793915" y="50525"/>
                </a:lnTo>
                <a:lnTo>
                  <a:pt x="817297" y="132305"/>
                </a:lnTo>
                <a:lnTo>
                  <a:pt x="838800" y="50525"/>
                </a:lnTo>
                <a:lnTo>
                  <a:pt x="870642" y="50525"/>
                </a:lnTo>
                <a:lnTo>
                  <a:pt x="891440" y="132305"/>
                </a:lnTo>
                <a:lnTo>
                  <a:pt x="915292" y="50525"/>
                </a:lnTo>
                <a:lnTo>
                  <a:pt x="947840" y="50525"/>
                </a:lnTo>
                <a:lnTo>
                  <a:pt x="907772" y="175310"/>
                </a:lnTo>
                <a:lnTo>
                  <a:pt x="876047" y="175310"/>
                </a:lnTo>
                <a:lnTo>
                  <a:pt x="854545" y="95058"/>
                </a:lnTo>
                <a:lnTo>
                  <a:pt x="833395" y="175310"/>
                </a:lnTo>
                <a:lnTo>
                  <a:pt x="801317" y="175310"/>
                </a:lnTo>
                <a:close/>
                <a:moveTo>
                  <a:pt x="996878" y="175310"/>
                </a:moveTo>
                <a:lnTo>
                  <a:pt x="963860" y="175310"/>
                </a:lnTo>
                <a:lnTo>
                  <a:pt x="963860" y="50525"/>
                </a:lnTo>
                <a:lnTo>
                  <a:pt x="994528" y="50525"/>
                </a:lnTo>
                <a:lnTo>
                  <a:pt x="994528" y="68268"/>
                </a:lnTo>
                <a:cubicBezTo>
                  <a:pt x="999776" y="59886"/>
                  <a:pt x="1004496" y="54363"/>
                  <a:pt x="1008687" y="51700"/>
                </a:cubicBezTo>
                <a:cubicBezTo>
                  <a:pt x="1012878" y="49037"/>
                  <a:pt x="1017636" y="47705"/>
                  <a:pt x="1022963" y="47705"/>
                </a:cubicBezTo>
                <a:cubicBezTo>
                  <a:pt x="1030483" y="47705"/>
                  <a:pt x="1037729" y="49781"/>
                  <a:pt x="1044701" y="53933"/>
                </a:cubicBezTo>
                <a:lnTo>
                  <a:pt x="1034478" y="82720"/>
                </a:lnTo>
                <a:cubicBezTo>
                  <a:pt x="1028916" y="79117"/>
                  <a:pt x="1023746" y="77315"/>
                  <a:pt x="1018968" y="77315"/>
                </a:cubicBezTo>
                <a:cubicBezTo>
                  <a:pt x="1014346" y="77315"/>
                  <a:pt x="1010430" y="78588"/>
                  <a:pt x="1007218" y="81134"/>
                </a:cubicBezTo>
                <a:cubicBezTo>
                  <a:pt x="1004006" y="83680"/>
                  <a:pt x="1001480" y="88282"/>
                  <a:pt x="999639" y="94940"/>
                </a:cubicBezTo>
                <a:cubicBezTo>
                  <a:pt x="997798" y="101599"/>
                  <a:pt x="996878" y="115542"/>
                  <a:pt x="996878" y="136770"/>
                </a:cubicBezTo>
                <a:lnTo>
                  <a:pt x="996878" y="175310"/>
                </a:lnTo>
                <a:close/>
                <a:moveTo>
                  <a:pt x="1058880" y="33605"/>
                </a:moveTo>
                <a:lnTo>
                  <a:pt x="1058880" y="3055"/>
                </a:lnTo>
                <a:lnTo>
                  <a:pt x="1091898" y="3055"/>
                </a:lnTo>
                <a:lnTo>
                  <a:pt x="1091898" y="33605"/>
                </a:lnTo>
                <a:lnTo>
                  <a:pt x="1058880" y="33605"/>
                </a:lnTo>
                <a:moveTo>
                  <a:pt x="1058880" y="175310"/>
                </a:moveTo>
                <a:lnTo>
                  <a:pt x="1058880" y="50525"/>
                </a:lnTo>
                <a:lnTo>
                  <a:pt x="1091898" y="50525"/>
                </a:lnTo>
                <a:lnTo>
                  <a:pt x="1091898" y="175310"/>
                </a:lnTo>
                <a:lnTo>
                  <a:pt x="1058880" y="175310"/>
                </a:lnTo>
                <a:close/>
                <a:moveTo>
                  <a:pt x="1183001" y="50525"/>
                </a:moveTo>
                <a:lnTo>
                  <a:pt x="1183001" y="76845"/>
                </a:lnTo>
                <a:lnTo>
                  <a:pt x="1160441" y="76845"/>
                </a:lnTo>
                <a:lnTo>
                  <a:pt x="1160441" y="127055"/>
                </a:lnTo>
                <a:cubicBezTo>
                  <a:pt x="1160441" y="137223"/>
                  <a:pt x="1160656" y="143148"/>
                  <a:pt x="1161087" y="144830"/>
                </a:cubicBezTo>
                <a:cubicBezTo>
                  <a:pt x="1161518" y="146509"/>
                  <a:pt x="1162497" y="147897"/>
                  <a:pt x="1164025" y="148994"/>
                </a:cubicBezTo>
                <a:cubicBezTo>
                  <a:pt x="1165552" y="150088"/>
                  <a:pt x="1167412" y="150635"/>
                  <a:pt x="1169606" y="150635"/>
                </a:cubicBezTo>
                <a:cubicBezTo>
                  <a:pt x="1172661" y="150635"/>
                  <a:pt x="1177087" y="149578"/>
                  <a:pt x="1182883" y="147463"/>
                </a:cubicBezTo>
                <a:lnTo>
                  <a:pt x="1185703" y="173173"/>
                </a:lnTo>
                <a:cubicBezTo>
                  <a:pt x="1178027" y="176478"/>
                  <a:pt x="1169332" y="178130"/>
                  <a:pt x="1159618" y="178130"/>
                </a:cubicBezTo>
                <a:cubicBezTo>
                  <a:pt x="1153665" y="178130"/>
                  <a:pt x="1148299" y="177132"/>
                  <a:pt x="1143521" y="175134"/>
                </a:cubicBezTo>
                <a:cubicBezTo>
                  <a:pt x="1138742" y="173137"/>
                  <a:pt x="1135237" y="170552"/>
                  <a:pt x="1133004" y="167379"/>
                </a:cubicBezTo>
                <a:cubicBezTo>
                  <a:pt x="1130772" y="164207"/>
                  <a:pt x="1129225" y="159918"/>
                  <a:pt x="1128363" y="154513"/>
                </a:cubicBezTo>
                <a:cubicBezTo>
                  <a:pt x="1127658" y="150675"/>
                  <a:pt x="1127306" y="142920"/>
                  <a:pt x="1127306" y="131248"/>
                </a:cubicBezTo>
                <a:lnTo>
                  <a:pt x="1127306" y="76845"/>
                </a:lnTo>
                <a:lnTo>
                  <a:pt x="1112148" y="76845"/>
                </a:lnTo>
                <a:lnTo>
                  <a:pt x="1112148" y="50525"/>
                </a:lnTo>
                <a:lnTo>
                  <a:pt x="1127306" y="50525"/>
                </a:lnTo>
                <a:lnTo>
                  <a:pt x="1127306" y="25615"/>
                </a:lnTo>
                <a:lnTo>
                  <a:pt x="1160441" y="6110"/>
                </a:lnTo>
                <a:lnTo>
                  <a:pt x="1160441" y="50525"/>
                </a:lnTo>
                <a:lnTo>
                  <a:pt x="1183001" y="50525"/>
                </a:lnTo>
                <a:close/>
                <a:moveTo>
                  <a:pt x="1278174" y="135595"/>
                </a:moveTo>
                <a:lnTo>
                  <a:pt x="1311074" y="141235"/>
                </a:lnTo>
                <a:cubicBezTo>
                  <a:pt x="1306844" y="153260"/>
                  <a:pt x="1300166" y="162415"/>
                  <a:pt x="1291040" y="168701"/>
                </a:cubicBezTo>
                <a:cubicBezTo>
                  <a:pt x="1281914" y="174987"/>
                  <a:pt x="1270497" y="178130"/>
                  <a:pt x="1256789" y="178130"/>
                </a:cubicBezTo>
                <a:cubicBezTo>
                  <a:pt x="1235090" y="178130"/>
                  <a:pt x="1219032" y="171041"/>
                  <a:pt x="1208614" y="156863"/>
                </a:cubicBezTo>
                <a:cubicBezTo>
                  <a:pt x="1200389" y="145505"/>
                  <a:pt x="1196276" y="131169"/>
                  <a:pt x="1196276" y="113858"/>
                </a:cubicBezTo>
                <a:cubicBezTo>
                  <a:pt x="1196276" y="93178"/>
                  <a:pt x="1201681" y="76982"/>
                  <a:pt x="1212491" y="65271"/>
                </a:cubicBezTo>
                <a:cubicBezTo>
                  <a:pt x="1223301" y="53561"/>
                  <a:pt x="1236970" y="47705"/>
                  <a:pt x="1253499" y="47705"/>
                </a:cubicBezTo>
                <a:cubicBezTo>
                  <a:pt x="1272064" y="47705"/>
                  <a:pt x="1286712" y="53835"/>
                  <a:pt x="1297444" y="66094"/>
                </a:cubicBezTo>
                <a:cubicBezTo>
                  <a:pt x="1308175" y="78353"/>
                  <a:pt x="1313306" y="97134"/>
                  <a:pt x="1312836" y="122435"/>
                </a:cubicBezTo>
                <a:lnTo>
                  <a:pt x="1230116" y="122435"/>
                </a:lnTo>
                <a:cubicBezTo>
                  <a:pt x="1230351" y="132227"/>
                  <a:pt x="1233014" y="139845"/>
                  <a:pt x="1238106" y="145289"/>
                </a:cubicBezTo>
                <a:cubicBezTo>
                  <a:pt x="1243198" y="150733"/>
                  <a:pt x="1249543" y="153455"/>
                  <a:pt x="1257141" y="153455"/>
                </a:cubicBezTo>
                <a:cubicBezTo>
                  <a:pt x="1262311" y="153455"/>
                  <a:pt x="1266659" y="152045"/>
                  <a:pt x="1270184" y="149225"/>
                </a:cubicBezTo>
                <a:cubicBezTo>
                  <a:pt x="1273709" y="146405"/>
                  <a:pt x="1276372" y="141862"/>
                  <a:pt x="1278174" y="135595"/>
                </a:cubicBezTo>
                <a:moveTo>
                  <a:pt x="1280054" y="102225"/>
                </a:moveTo>
                <a:cubicBezTo>
                  <a:pt x="1279819" y="92708"/>
                  <a:pt x="1277351" y="85472"/>
                  <a:pt x="1272651" y="80517"/>
                </a:cubicBezTo>
                <a:cubicBezTo>
                  <a:pt x="1267951" y="75562"/>
                  <a:pt x="1262233" y="73085"/>
                  <a:pt x="1255496" y="73085"/>
                </a:cubicBezTo>
                <a:cubicBezTo>
                  <a:pt x="1248289" y="73085"/>
                  <a:pt x="1242336" y="75698"/>
                  <a:pt x="1237636" y="80925"/>
                </a:cubicBezTo>
                <a:cubicBezTo>
                  <a:pt x="1232936" y="86153"/>
                  <a:pt x="1230625" y="93254"/>
                  <a:pt x="1230704" y="102225"/>
                </a:cubicBezTo>
                <a:lnTo>
                  <a:pt x="1280054" y="102225"/>
                </a:lnTo>
                <a:close/>
                <a:moveTo>
                  <a:pt x="1320202" y="223016"/>
                </a:moveTo>
                <a:lnTo>
                  <a:pt x="1320202" y="201395"/>
                </a:lnTo>
                <a:lnTo>
                  <a:pt x="1457443" y="201395"/>
                </a:lnTo>
                <a:lnTo>
                  <a:pt x="1457443" y="223016"/>
                </a:lnTo>
                <a:lnTo>
                  <a:pt x="1320202" y="223016"/>
                </a:lnTo>
                <a:close/>
                <a:moveTo>
                  <a:pt x="1459051" y="50525"/>
                </a:moveTo>
                <a:lnTo>
                  <a:pt x="1477381" y="50525"/>
                </a:lnTo>
                <a:lnTo>
                  <a:pt x="1477381" y="41103"/>
                </a:lnTo>
                <a:cubicBezTo>
                  <a:pt x="1477381" y="30582"/>
                  <a:pt x="1478497" y="22730"/>
                  <a:pt x="1480729" y="17548"/>
                </a:cubicBezTo>
                <a:cubicBezTo>
                  <a:pt x="1482962" y="12366"/>
                  <a:pt x="1487074" y="8145"/>
                  <a:pt x="1493067" y="4887"/>
                </a:cubicBezTo>
                <a:cubicBezTo>
                  <a:pt x="1499059" y="1629"/>
                  <a:pt x="1506638" y="0"/>
                  <a:pt x="1515803" y="0"/>
                </a:cubicBezTo>
                <a:cubicBezTo>
                  <a:pt x="1525203" y="0"/>
                  <a:pt x="1534407" y="1410"/>
                  <a:pt x="1543416" y="4230"/>
                </a:cubicBezTo>
                <a:lnTo>
                  <a:pt x="1538951" y="27260"/>
                </a:lnTo>
                <a:cubicBezTo>
                  <a:pt x="1533702" y="26007"/>
                  <a:pt x="1528650" y="25380"/>
                  <a:pt x="1523793" y="25380"/>
                </a:cubicBezTo>
                <a:cubicBezTo>
                  <a:pt x="1519015" y="25380"/>
                  <a:pt x="1515588" y="26502"/>
                  <a:pt x="1513512" y="28747"/>
                </a:cubicBezTo>
                <a:cubicBezTo>
                  <a:pt x="1511436" y="30989"/>
                  <a:pt x="1510398" y="35298"/>
                  <a:pt x="1510398" y="41672"/>
                </a:cubicBezTo>
                <a:lnTo>
                  <a:pt x="1510398" y="50525"/>
                </a:lnTo>
                <a:lnTo>
                  <a:pt x="1535073" y="50525"/>
                </a:lnTo>
                <a:lnTo>
                  <a:pt x="1535073" y="76610"/>
                </a:lnTo>
                <a:lnTo>
                  <a:pt x="1510398" y="76610"/>
                </a:lnTo>
                <a:lnTo>
                  <a:pt x="1510398" y="175310"/>
                </a:lnTo>
                <a:lnTo>
                  <a:pt x="1477381" y="175310"/>
                </a:lnTo>
                <a:lnTo>
                  <a:pt x="1477381" y="76610"/>
                </a:lnTo>
                <a:lnTo>
                  <a:pt x="1459051" y="76610"/>
                </a:lnTo>
                <a:lnTo>
                  <a:pt x="1459051" y="50525"/>
                </a:lnTo>
                <a:close/>
                <a:moveTo>
                  <a:pt x="1635769" y="175310"/>
                </a:moveTo>
                <a:lnTo>
                  <a:pt x="1635769" y="156628"/>
                </a:lnTo>
                <a:cubicBezTo>
                  <a:pt x="1631226" y="163286"/>
                  <a:pt x="1625253" y="168535"/>
                  <a:pt x="1617850" y="172373"/>
                </a:cubicBezTo>
                <a:cubicBezTo>
                  <a:pt x="1610448" y="176211"/>
                  <a:pt x="1602634" y="178130"/>
                  <a:pt x="1594409" y="178130"/>
                </a:cubicBezTo>
                <a:cubicBezTo>
                  <a:pt x="1586027" y="178130"/>
                  <a:pt x="1578507" y="176290"/>
                  <a:pt x="1571849" y="172608"/>
                </a:cubicBezTo>
                <a:cubicBezTo>
                  <a:pt x="1565191" y="168926"/>
                  <a:pt x="1560373" y="163756"/>
                  <a:pt x="1557397" y="157098"/>
                </a:cubicBezTo>
                <a:cubicBezTo>
                  <a:pt x="1554420" y="150440"/>
                  <a:pt x="1552932" y="141235"/>
                  <a:pt x="1552932" y="129485"/>
                </a:cubicBezTo>
                <a:lnTo>
                  <a:pt x="1552932" y="50525"/>
                </a:lnTo>
                <a:lnTo>
                  <a:pt x="1585949" y="50525"/>
                </a:lnTo>
                <a:lnTo>
                  <a:pt x="1585949" y="107733"/>
                </a:lnTo>
                <a:cubicBezTo>
                  <a:pt x="1585949" y="125241"/>
                  <a:pt x="1586556" y="135967"/>
                  <a:pt x="1587770" y="139913"/>
                </a:cubicBezTo>
                <a:cubicBezTo>
                  <a:pt x="1588985" y="143860"/>
                  <a:pt x="1591197" y="146986"/>
                  <a:pt x="1594409" y="149291"/>
                </a:cubicBezTo>
                <a:cubicBezTo>
                  <a:pt x="1597621" y="151597"/>
                  <a:pt x="1601694" y="152750"/>
                  <a:pt x="1606629" y="152750"/>
                </a:cubicBezTo>
                <a:cubicBezTo>
                  <a:pt x="1612269" y="152750"/>
                  <a:pt x="1617322" y="151207"/>
                  <a:pt x="1621787" y="148120"/>
                </a:cubicBezTo>
                <a:cubicBezTo>
                  <a:pt x="1626252" y="145033"/>
                  <a:pt x="1629307" y="141204"/>
                  <a:pt x="1630952" y="136631"/>
                </a:cubicBezTo>
                <a:cubicBezTo>
                  <a:pt x="1632597" y="132058"/>
                  <a:pt x="1633419" y="120863"/>
                  <a:pt x="1633419" y="103044"/>
                </a:cubicBezTo>
                <a:lnTo>
                  <a:pt x="1633419" y="50525"/>
                </a:lnTo>
                <a:lnTo>
                  <a:pt x="1666437" y="50525"/>
                </a:lnTo>
                <a:lnTo>
                  <a:pt x="1666437" y="175310"/>
                </a:lnTo>
                <a:lnTo>
                  <a:pt x="1635769" y="175310"/>
                </a:lnTo>
                <a:close/>
                <a:moveTo>
                  <a:pt x="1814173" y="175310"/>
                </a:moveTo>
                <a:lnTo>
                  <a:pt x="1781155" y="175310"/>
                </a:lnTo>
                <a:lnTo>
                  <a:pt x="1781155" y="111699"/>
                </a:lnTo>
                <a:cubicBezTo>
                  <a:pt x="1781155" y="98240"/>
                  <a:pt x="1780450" y="89535"/>
                  <a:pt x="1779040" y="85584"/>
                </a:cubicBezTo>
                <a:cubicBezTo>
                  <a:pt x="1777630" y="81633"/>
                  <a:pt x="1775339" y="78562"/>
                  <a:pt x="1772167" y="76372"/>
                </a:cubicBezTo>
                <a:cubicBezTo>
                  <a:pt x="1768994" y="74181"/>
                  <a:pt x="1765175" y="73085"/>
                  <a:pt x="1760710" y="73085"/>
                </a:cubicBezTo>
                <a:cubicBezTo>
                  <a:pt x="1754992" y="73085"/>
                  <a:pt x="1749861" y="74651"/>
                  <a:pt x="1745318" y="77782"/>
                </a:cubicBezTo>
                <a:cubicBezTo>
                  <a:pt x="1740775" y="80910"/>
                  <a:pt x="1737661" y="85057"/>
                  <a:pt x="1735977" y="90222"/>
                </a:cubicBezTo>
                <a:cubicBezTo>
                  <a:pt x="1734292" y="95385"/>
                  <a:pt x="1733450" y="104930"/>
                  <a:pt x="1733450" y="118859"/>
                </a:cubicBezTo>
                <a:lnTo>
                  <a:pt x="1733450" y="175310"/>
                </a:lnTo>
                <a:lnTo>
                  <a:pt x="1700433" y="175310"/>
                </a:lnTo>
                <a:lnTo>
                  <a:pt x="1700433" y="50525"/>
                </a:lnTo>
                <a:lnTo>
                  <a:pt x="1731100" y="50525"/>
                </a:lnTo>
                <a:lnTo>
                  <a:pt x="1731100" y="68855"/>
                </a:lnTo>
                <a:cubicBezTo>
                  <a:pt x="1741989" y="54755"/>
                  <a:pt x="1755697" y="47705"/>
                  <a:pt x="1772225" y="47705"/>
                </a:cubicBezTo>
                <a:cubicBezTo>
                  <a:pt x="1779510" y="47705"/>
                  <a:pt x="1786169" y="49017"/>
                  <a:pt x="1792200" y="51641"/>
                </a:cubicBezTo>
                <a:cubicBezTo>
                  <a:pt x="1798232" y="54266"/>
                  <a:pt x="1802795" y="57614"/>
                  <a:pt x="1805889" y="61688"/>
                </a:cubicBezTo>
                <a:cubicBezTo>
                  <a:pt x="1808983" y="65761"/>
                  <a:pt x="1811138" y="70383"/>
                  <a:pt x="1812352" y="75553"/>
                </a:cubicBezTo>
                <a:cubicBezTo>
                  <a:pt x="1813566" y="80723"/>
                  <a:pt x="1814173" y="88125"/>
                  <a:pt x="1814173" y="97760"/>
                </a:cubicBezTo>
                <a:lnTo>
                  <a:pt x="1814173" y="175310"/>
                </a:lnTo>
                <a:close/>
                <a:moveTo>
                  <a:pt x="1956505" y="87420"/>
                </a:moveTo>
                <a:lnTo>
                  <a:pt x="1923957" y="93295"/>
                </a:lnTo>
                <a:cubicBezTo>
                  <a:pt x="1922860" y="86833"/>
                  <a:pt x="1920373" y="81966"/>
                  <a:pt x="1916496" y="78696"/>
                </a:cubicBezTo>
                <a:cubicBezTo>
                  <a:pt x="1912618" y="75425"/>
                  <a:pt x="1907585" y="73790"/>
                  <a:pt x="1901397" y="73790"/>
                </a:cubicBezTo>
                <a:cubicBezTo>
                  <a:pt x="1893172" y="73790"/>
                  <a:pt x="1886611" y="76621"/>
                  <a:pt x="1881716" y="82283"/>
                </a:cubicBezTo>
                <a:cubicBezTo>
                  <a:pt x="1876820" y="87945"/>
                  <a:pt x="1874372" y="97414"/>
                  <a:pt x="1874372" y="110689"/>
                </a:cubicBezTo>
                <a:cubicBezTo>
                  <a:pt x="1874372" y="125450"/>
                  <a:pt x="1876859" y="135877"/>
                  <a:pt x="1881833" y="141970"/>
                </a:cubicBezTo>
                <a:cubicBezTo>
                  <a:pt x="1886807" y="148060"/>
                  <a:pt x="1893485" y="151105"/>
                  <a:pt x="1901867" y="151105"/>
                </a:cubicBezTo>
                <a:cubicBezTo>
                  <a:pt x="1908134" y="151105"/>
                  <a:pt x="1913264" y="149323"/>
                  <a:pt x="1917259" y="145759"/>
                </a:cubicBezTo>
                <a:cubicBezTo>
                  <a:pt x="1921254" y="142195"/>
                  <a:pt x="1924074" y="136065"/>
                  <a:pt x="1925719" y="127370"/>
                </a:cubicBezTo>
                <a:lnTo>
                  <a:pt x="1958150" y="133010"/>
                </a:lnTo>
                <a:cubicBezTo>
                  <a:pt x="1954781" y="147894"/>
                  <a:pt x="1948319" y="159135"/>
                  <a:pt x="1938762" y="166733"/>
                </a:cubicBezTo>
                <a:cubicBezTo>
                  <a:pt x="1929205" y="174331"/>
                  <a:pt x="1916398" y="178130"/>
                  <a:pt x="1900339" y="178130"/>
                </a:cubicBezTo>
                <a:cubicBezTo>
                  <a:pt x="1882088" y="178130"/>
                  <a:pt x="1867537" y="172373"/>
                  <a:pt x="1856688" y="160858"/>
                </a:cubicBezTo>
                <a:cubicBezTo>
                  <a:pt x="1845839" y="149343"/>
                  <a:pt x="1840414" y="133402"/>
                  <a:pt x="1840414" y="113035"/>
                </a:cubicBezTo>
                <a:cubicBezTo>
                  <a:pt x="1840414" y="92434"/>
                  <a:pt x="1845858" y="76395"/>
                  <a:pt x="1856747" y="64919"/>
                </a:cubicBezTo>
                <a:cubicBezTo>
                  <a:pt x="1867635" y="53443"/>
                  <a:pt x="1882362" y="47705"/>
                  <a:pt x="1900927" y="47705"/>
                </a:cubicBezTo>
                <a:cubicBezTo>
                  <a:pt x="1916124" y="47705"/>
                  <a:pt x="1928207" y="50976"/>
                  <a:pt x="1937176" y="57516"/>
                </a:cubicBezTo>
                <a:cubicBezTo>
                  <a:pt x="1946145" y="64057"/>
                  <a:pt x="1952588" y="74025"/>
                  <a:pt x="1956505" y="87420"/>
                </a:cubicBezTo>
                <a:close/>
                <a:moveTo>
                  <a:pt x="2036251" y="226071"/>
                </a:moveTo>
                <a:lnTo>
                  <a:pt x="2013573" y="226071"/>
                </a:lnTo>
                <a:cubicBezTo>
                  <a:pt x="2001588" y="207956"/>
                  <a:pt x="1992462" y="189136"/>
                  <a:pt x="1986195" y="169612"/>
                </a:cubicBezTo>
                <a:cubicBezTo>
                  <a:pt x="1979929" y="150087"/>
                  <a:pt x="1976795" y="131189"/>
                  <a:pt x="1976795" y="112918"/>
                </a:cubicBezTo>
                <a:cubicBezTo>
                  <a:pt x="1976795" y="90255"/>
                  <a:pt x="1980673" y="68809"/>
                  <a:pt x="1988428" y="48579"/>
                </a:cubicBezTo>
                <a:cubicBezTo>
                  <a:pt x="1995165" y="31013"/>
                  <a:pt x="2003703" y="14820"/>
                  <a:pt x="2014043" y="0"/>
                </a:cubicBezTo>
                <a:lnTo>
                  <a:pt x="2036603" y="0"/>
                </a:lnTo>
                <a:cubicBezTo>
                  <a:pt x="2025871" y="23760"/>
                  <a:pt x="2018488" y="43971"/>
                  <a:pt x="2014454" y="60634"/>
                </a:cubicBezTo>
                <a:cubicBezTo>
                  <a:pt x="2010420" y="77297"/>
                  <a:pt x="2008403" y="94960"/>
                  <a:pt x="2008403" y="113623"/>
                </a:cubicBezTo>
                <a:cubicBezTo>
                  <a:pt x="2008403" y="126484"/>
                  <a:pt x="2009598" y="139659"/>
                  <a:pt x="2011987" y="153147"/>
                </a:cubicBezTo>
                <a:cubicBezTo>
                  <a:pt x="2014376" y="166633"/>
                  <a:pt x="2017646" y="179452"/>
                  <a:pt x="2021798" y="191606"/>
                </a:cubicBezTo>
                <a:cubicBezTo>
                  <a:pt x="2024540" y="199606"/>
                  <a:pt x="2029357" y="211094"/>
                  <a:pt x="2036251" y="226071"/>
                </a:cubicBezTo>
                <a:close/>
                <a:moveTo>
                  <a:pt x="2052464" y="226071"/>
                </a:moveTo>
                <a:cubicBezTo>
                  <a:pt x="2058966" y="212112"/>
                  <a:pt x="2063548" y="201409"/>
                  <a:pt x="2066211" y="193960"/>
                </a:cubicBezTo>
                <a:cubicBezTo>
                  <a:pt x="2068875" y="186511"/>
                  <a:pt x="2071342" y="177925"/>
                  <a:pt x="2073614" y="168202"/>
                </a:cubicBezTo>
                <a:cubicBezTo>
                  <a:pt x="2075886" y="158476"/>
                  <a:pt x="2077570" y="149242"/>
                  <a:pt x="2078666" y="140501"/>
                </a:cubicBezTo>
                <a:cubicBezTo>
                  <a:pt x="2079763" y="131757"/>
                  <a:pt x="2080311" y="122798"/>
                  <a:pt x="2080311" y="113623"/>
                </a:cubicBezTo>
                <a:cubicBezTo>
                  <a:pt x="2080311" y="94960"/>
                  <a:pt x="2078314" y="77297"/>
                  <a:pt x="2074319" y="60634"/>
                </a:cubicBezTo>
                <a:cubicBezTo>
                  <a:pt x="2070324" y="43971"/>
                  <a:pt x="2062961" y="23760"/>
                  <a:pt x="2052229" y="0"/>
                </a:cubicBezTo>
                <a:lnTo>
                  <a:pt x="2074671" y="0"/>
                </a:lnTo>
                <a:cubicBezTo>
                  <a:pt x="2086500" y="16859"/>
                  <a:pt x="2095684" y="34737"/>
                  <a:pt x="2102225" y="53635"/>
                </a:cubicBezTo>
                <a:cubicBezTo>
                  <a:pt x="2108766" y="72533"/>
                  <a:pt x="2112036" y="91705"/>
                  <a:pt x="2112036" y="111152"/>
                </a:cubicBezTo>
                <a:cubicBezTo>
                  <a:pt x="2112036" y="127540"/>
                  <a:pt x="2109451" y="145106"/>
                  <a:pt x="2104281" y="163847"/>
                </a:cubicBezTo>
                <a:cubicBezTo>
                  <a:pt x="2098406" y="184862"/>
                  <a:pt x="2088732" y="205603"/>
                  <a:pt x="2075259" y="226071"/>
                </a:cubicBezTo>
                <a:lnTo>
                  <a:pt x="2052464" y="226071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73b757d184e9e"/>
          <a:stretch xmlns:a="http://schemas.openxmlformats.org/drawingml/2006/main"/>
        </p:blipFill>
        <p:spPr>
          <a:xfrm xmlns:a="http://schemas.openxmlformats.org/drawingml/2006/main">
            <a:off x="0" y="387040"/>
            <a:ext cx="4162434" cy="2856660"/>
          </a:xfrm>
          <a:prstGeom xmlns:a="http://schemas.openxmlformats.org/drawingml/2006/main" prst="rect">
            <a:avLst/>
          </a:prstGeom>
        </p:spPr>
      </p:pic>
      <p:sp>
        <p:nvSpPr>
          <p:cNvPr id="38" name="Text 1.decodeinstructionatcontextrip">
            <a:extLst xmlns:a="http://schemas.openxmlformats.org/drawingml/2006/main">
              <a:ext uri="{FF2B5EF4-FFF2-40B4-BE49-F238E27FC236}">
                <a16:creationId xmlns:a16="http://schemas.microsoft.com/office/drawing/2014/main" id="{201B1B4A-D076-469C-9A5C-B376EEF1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94" y="528985"/>
            <a:ext cx="2621056" cy="159539"/>
          </a:xfrm>
          <a:custGeom xmlns:a="http://schemas.openxmlformats.org/drawingml/2006/main">
            <a:pathLst>
              <a:path w="2621056" h="159539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93491" y="124916"/>
                </a:moveTo>
                <a:lnTo>
                  <a:pt x="93491" y="107434"/>
                </a:lnTo>
                <a:lnTo>
                  <a:pt x="110887" y="107434"/>
                </a:lnTo>
                <a:lnTo>
                  <a:pt x="110887" y="124916"/>
                </a:lnTo>
                <a:lnTo>
                  <a:pt x="93491" y="124916"/>
                </a:lnTo>
                <a:close/>
                <a:moveTo>
                  <a:pt x="244263" y="124916"/>
                </a:moveTo>
                <a:lnTo>
                  <a:pt x="244263" y="113544"/>
                </a:lnTo>
                <a:cubicBezTo>
                  <a:pt x="238549" y="122483"/>
                  <a:pt x="230148" y="126953"/>
                  <a:pt x="219059" y="126953"/>
                </a:cubicBezTo>
                <a:cubicBezTo>
                  <a:pt x="211874" y="126953"/>
                  <a:pt x="205269" y="124972"/>
                  <a:pt x="199244" y="121012"/>
                </a:cubicBezTo>
                <a:cubicBezTo>
                  <a:pt x="193219" y="117052"/>
                  <a:pt x="188551" y="111522"/>
                  <a:pt x="185242" y="104422"/>
                </a:cubicBezTo>
                <a:cubicBezTo>
                  <a:pt x="181932" y="97322"/>
                  <a:pt x="180277" y="89161"/>
                  <a:pt x="180277" y="79939"/>
                </a:cubicBezTo>
                <a:cubicBezTo>
                  <a:pt x="180277" y="70944"/>
                  <a:pt x="181777" y="62783"/>
                  <a:pt x="184775" y="55457"/>
                </a:cubicBezTo>
                <a:cubicBezTo>
                  <a:pt x="187773" y="48131"/>
                  <a:pt x="192271" y="42516"/>
                  <a:pt x="198268" y="38612"/>
                </a:cubicBezTo>
                <a:cubicBezTo>
                  <a:pt x="204265" y="34708"/>
                  <a:pt x="210969" y="32756"/>
                  <a:pt x="218380" y="32756"/>
                </a:cubicBezTo>
                <a:cubicBezTo>
                  <a:pt x="223811" y="32756"/>
                  <a:pt x="228648" y="33902"/>
                  <a:pt x="232891" y="36193"/>
                </a:cubicBezTo>
                <a:cubicBezTo>
                  <a:pt x="237134" y="38485"/>
                  <a:pt x="240585" y="41469"/>
                  <a:pt x="243244" y="45146"/>
                </a:cubicBezTo>
                <a:lnTo>
                  <a:pt x="243244" y="509"/>
                </a:lnTo>
                <a:lnTo>
                  <a:pt x="258435" y="509"/>
                </a:lnTo>
                <a:lnTo>
                  <a:pt x="258435" y="124916"/>
                </a:lnTo>
                <a:lnTo>
                  <a:pt x="244263" y="124916"/>
                </a:lnTo>
                <a:moveTo>
                  <a:pt x="195977" y="79897"/>
                </a:moveTo>
                <a:cubicBezTo>
                  <a:pt x="195977" y="91396"/>
                  <a:pt x="198409" y="99991"/>
                  <a:pt x="203275" y="105684"/>
                </a:cubicBezTo>
                <a:cubicBezTo>
                  <a:pt x="208140" y="111377"/>
                  <a:pt x="213882" y="114223"/>
                  <a:pt x="220502" y="114223"/>
                </a:cubicBezTo>
                <a:cubicBezTo>
                  <a:pt x="227177" y="114223"/>
                  <a:pt x="232849" y="111504"/>
                  <a:pt x="237516" y="106066"/>
                </a:cubicBezTo>
                <a:cubicBezTo>
                  <a:pt x="242184" y="100626"/>
                  <a:pt x="244517" y="92326"/>
                  <a:pt x="244517" y="81165"/>
                </a:cubicBezTo>
                <a:cubicBezTo>
                  <a:pt x="244517" y="68877"/>
                  <a:pt x="242141" y="59859"/>
                  <a:pt x="237389" y="54110"/>
                </a:cubicBezTo>
                <a:cubicBezTo>
                  <a:pt x="232637" y="48360"/>
                  <a:pt x="226781" y="45486"/>
                  <a:pt x="219823" y="45486"/>
                </a:cubicBezTo>
                <a:cubicBezTo>
                  <a:pt x="213034" y="45486"/>
                  <a:pt x="207362" y="48248"/>
                  <a:pt x="202808" y="53773"/>
                </a:cubicBezTo>
                <a:cubicBezTo>
                  <a:pt x="198254" y="59296"/>
                  <a:pt x="195977" y="68004"/>
                  <a:pt x="195977" y="79897"/>
                </a:cubicBezTo>
                <a:close/>
                <a:moveTo>
                  <a:pt x="344118" y="95893"/>
                </a:moveTo>
                <a:lnTo>
                  <a:pt x="359902" y="97845"/>
                </a:lnTo>
                <a:cubicBezTo>
                  <a:pt x="357413" y="107067"/>
                  <a:pt x="352802" y="114223"/>
                  <a:pt x="346070" y="119315"/>
                </a:cubicBezTo>
                <a:cubicBezTo>
                  <a:pt x="339338" y="124407"/>
                  <a:pt x="330738" y="126953"/>
                  <a:pt x="320272" y="126953"/>
                </a:cubicBezTo>
                <a:cubicBezTo>
                  <a:pt x="307090" y="126953"/>
                  <a:pt x="296638" y="122893"/>
                  <a:pt x="288916" y="114775"/>
                </a:cubicBezTo>
                <a:cubicBezTo>
                  <a:pt x="281193" y="106657"/>
                  <a:pt x="277332" y="95271"/>
                  <a:pt x="277332" y="80618"/>
                </a:cubicBezTo>
                <a:cubicBezTo>
                  <a:pt x="277332" y="65456"/>
                  <a:pt x="281236" y="53689"/>
                  <a:pt x="289043" y="45316"/>
                </a:cubicBezTo>
                <a:cubicBezTo>
                  <a:pt x="296850" y="36943"/>
                  <a:pt x="306977" y="32756"/>
                  <a:pt x="319423" y="32756"/>
                </a:cubicBezTo>
                <a:cubicBezTo>
                  <a:pt x="331474" y="32756"/>
                  <a:pt x="341318" y="36852"/>
                  <a:pt x="348955" y="45043"/>
                </a:cubicBezTo>
                <a:cubicBezTo>
                  <a:pt x="356593" y="53232"/>
                  <a:pt x="360411" y="64754"/>
                  <a:pt x="360411" y="79608"/>
                </a:cubicBezTo>
                <a:cubicBezTo>
                  <a:pt x="360411" y="80511"/>
                  <a:pt x="360383" y="81866"/>
                  <a:pt x="360327" y="83673"/>
                </a:cubicBezTo>
                <a:lnTo>
                  <a:pt x="293116" y="83673"/>
                </a:lnTo>
                <a:cubicBezTo>
                  <a:pt x="293682" y="93545"/>
                  <a:pt x="296483" y="101105"/>
                  <a:pt x="301518" y="106352"/>
                </a:cubicBezTo>
                <a:cubicBezTo>
                  <a:pt x="306553" y="111600"/>
                  <a:pt x="312833" y="114223"/>
                  <a:pt x="320357" y="114223"/>
                </a:cubicBezTo>
                <a:cubicBezTo>
                  <a:pt x="325958" y="114223"/>
                  <a:pt x="330738" y="112767"/>
                  <a:pt x="334698" y="109853"/>
                </a:cubicBezTo>
                <a:cubicBezTo>
                  <a:pt x="338659" y="106938"/>
                  <a:pt x="341799" y="102284"/>
                  <a:pt x="344118" y="95893"/>
                </a:cubicBezTo>
                <a:moveTo>
                  <a:pt x="293965" y="70944"/>
                </a:moveTo>
                <a:lnTo>
                  <a:pt x="344288" y="70944"/>
                </a:lnTo>
                <a:cubicBezTo>
                  <a:pt x="343609" y="63487"/>
                  <a:pt x="341685" y="57894"/>
                  <a:pt x="338517" y="54165"/>
                </a:cubicBezTo>
                <a:cubicBezTo>
                  <a:pt x="333652" y="48379"/>
                  <a:pt x="327344" y="45486"/>
                  <a:pt x="319593" y="45486"/>
                </a:cubicBezTo>
                <a:cubicBezTo>
                  <a:pt x="312578" y="45486"/>
                  <a:pt x="306680" y="47795"/>
                  <a:pt x="301900" y="52415"/>
                </a:cubicBezTo>
                <a:cubicBezTo>
                  <a:pt x="297119" y="57033"/>
                  <a:pt x="294474" y="63209"/>
                  <a:pt x="293965" y="70944"/>
                </a:cubicBezTo>
                <a:close/>
                <a:moveTo>
                  <a:pt x="437863" y="91820"/>
                </a:moveTo>
                <a:lnTo>
                  <a:pt x="452884" y="93772"/>
                </a:lnTo>
                <a:cubicBezTo>
                  <a:pt x="451243" y="104151"/>
                  <a:pt x="447043" y="112277"/>
                  <a:pt x="440282" y="118148"/>
                </a:cubicBezTo>
                <a:cubicBezTo>
                  <a:pt x="433521" y="124018"/>
                  <a:pt x="425219" y="126953"/>
                  <a:pt x="415375" y="126953"/>
                </a:cubicBezTo>
                <a:cubicBezTo>
                  <a:pt x="403042" y="126953"/>
                  <a:pt x="393127" y="122922"/>
                  <a:pt x="385631" y="114860"/>
                </a:cubicBezTo>
                <a:cubicBezTo>
                  <a:pt x="378135" y="106798"/>
                  <a:pt x="374387" y="95243"/>
                  <a:pt x="374387" y="80194"/>
                </a:cubicBezTo>
                <a:cubicBezTo>
                  <a:pt x="374387" y="70463"/>
                  <a:pt x="375999" y="61949"/>
                  <a:pt x="379224" y="54651"/>
                </a:cubicBezTo>
                <a:cubicBezTo>
                  <a:pt x="382449" y="47353"/>
                  <a:pt x="387357" y="41879"/>
                  <a:pt x="393948" y="38230"/>
                </a:cubicBezTo>
                <a:cubicBezTo>
                  <a:pt x="400539" y="34581"/>
                  <a:pt x="407709" y="32756"/>
                  <a:pt x="415460" y="32756"/>
                </a:cubicBezTo>
                <a:cubicBezTo>
                  <a:pt x="425247" y="32756"/>
                  <a:pt x="433253" y="35240"/>
                  <a:pt x="439476" y="40206"/>
                </a:cubicBezTo>
                <a:cubicBezTo>
                  <a:pt x="445699" y="45170"/>
                  <a:pt x="449687" y="52220"/>
                  <a:pt x="451441" y="61355"/>
                </a:cubicBezTo>
                <a:lnTo>
                  <a:pt x="436590" y="63646"/>
                </a:lnTo>
                <a:cubicBezTo>
                  <a:pt x="435176" y="57621"/>
                  <a:pt x="432673" y="53088"/>
                  <a:pt x="429080" y="50047"/>
                </a:cubicBezTo>
                <a:cubicBezTo>
                  <a:pt x="425488" y="47006"/>
                  <a:pt x="421146" y="45486"/>
                  <a:pt x="416054" y="45486"/>
                </a:cubicBezTo>
                <a:cubicBezTo>
                  <a:pt x="408360" y="45486"/>
                  <a:pt x="402108" y="48230"/>
                  <a:pt x="397300" y="53720"/>
                </a:cubicBezTo>
                <a:cubicBezTo>
                  <a:pt x="392491" y="59208"/>
                  <a:pt x="390086" y="67891"/>
                  <a:pt x="390086" y="79770"/>
                </a:cubicBezTo>
                <a:cubicBezTo>
                  <a:pt x="390086" y="91818"/>
                  <a:pt x="392406" y="100573"/>
                  <a:pt x="397045" y="106034"/>
                </a:cubicBezTo>
                <a:cubicBezTo>
                  <a:pt x="401684" y="111494"/>
                  <a:pt x="407738" y="114223"/>
                  <a:pt x="415205" y="114223"/>
                </a:cubicBezTo>
                <a:cubicBezTo>
                  <a:pt x="421202" y="114223"/>
                  <a:pt x="426209" y="112392"/>
                  <a:pt x="430226" y="108729"/>
                </a:cubicBezTo>
                <a:cubicBezTo>
                  <a:pt x="434243" y="105065"/>
                  <a:pt x="436788" y="99429"/>
                  <a:pt x="437863" y="91820"/>
                </a:cubicBezTo>
                <a:close/>
                <a:moveTo>
                  <a:pt x="460267" y="79854"/>
                </a:moveTo>
                <a:cubicBezTo>
                  <a:pt x="460267" y="63165"/>
                  <a:pt x="464906" y="50804"/>
                  <a:pt x="474184" y="42770"/>
                </a:cubicBezTo>
                <a:cubicBezTo>
                  <a:pt x="481935" y="36094"/>
                  <a:pt x="491383" y="32756"/>
                  <a:pt x="502528" y="32756"/>
                </a:cubicBezTo>
                <a:cubicBezTo>
                  <a:pt x="514917" y="32756"/>
                  <a:pt x="525044" y="36816"/>
                  <a:pt x="532908" y="44934"/>
                </a:cubicBezTo>
                <a:cubicBezTo>
                  <a:pt x="540772" y="53052"/>
                  <a:pt x="544704" y="64268"/>
                  <a:pt x="544704" y="78582"/>
                </a:cubicBezTo>
                <a:cubicBezTo>
                  <a:pt x="544704" y="90179"/>
                  <a:pt x="542964" y="99302"/>
                  <a:pt x="539485" y="105949"/>
                </a:cubicBezTo>
                <a:cubicBezTo>
                  <a:pt x="536005" y="112597"/>
                  <a:pt x="530942" y="117759"/>
                  <a:pt x="524295" y="121437"/>
                </a:cubicBezTo>
                <a:cubicBezTo>
                  <a:pt x="517647" y="125114"/>
                  <a:pt x="510392" y="126953"/>
                  <a:pt x="502528" y="126953"/>
                </a:cubicBezTo>
                <a:cubicBezTo>
                  <a:pt x="489912" y="126953"/>
                  <a:pt x="479714" y="122907"/>
                  <a:pt x="471935" y="114817"/>
                </a:cubicBezTo>
                <a:cubicBezTo>
                  <a:pt x="464156" y="106727"/>
                  <a:pt x="460267" y="95073"/>
                  <a:pt x="460267" y="79854"/>
                </a:cubicBezTo>
                <a:moveTo>
                  <a:pt x="475966" y="79812"/>
                </a:moveTo>
                <a:cubicBezTo>
                  <a:pt x="475966" y="91311"/>
                  <a:pt x="478484" y="99921"/>
                  <a:pt x="483519" y="105642"/>
                </a:cubicBezTo>
                <a:cubicBezTo>
                  <a:pt x="488554" y="111363"/>
                  <a:pt x="494890" y="114223"/>
                  <a:pt x="502528" y="114223"/>
                </a:cubicBezTo>
                <a:cubicBezTo>
                  <a:pt x="510109" y="114223"/>
                  <a:pt x="516417" y="111349"/>
                  <a:pt x="521452" y="105599"/>
                </a:cubicBezTo>
                <a:cubicBezTo>
                  <a:pt x="526487" y="99850"/>
                  <a:pt x="529004" y="91085"/>
                  <a:pt x="529004" y="79306"/>
                </a:cubicBezTo>
                <a:cubicBezTo>
                  <a:pt x="529004" y="68201"/>
                  <a:pt x="526473" y="59788"/>
                  <a:pt x="521409" y="54067"/>
                </a:cubicBezTo>
                <a:cubicBezTo>
                  <a:pt x="516346" y="48346"/>
                  <a:pt x="510052" y="45486"/>
                  <a:pt x="502528" y="45486"/>
                </a:cubicBezTo>
                <a:cubicBezTo>
                  <a:pt x="494890" y="45486"/>
                  <a:pt x="488554" y="48332"/>
                  <a:pt x="483519" y="54025"/>
                </a:cubicBezTo>
                <a:cubicBezTo>
                  <a:pt x="478484" y="59718"/>
                  <a:pt x="475966" y="68313"/>
                  <a:pt x="475966" y="79812"/>
                </a:cubicBezTo>
                <a:close/>
                <a:moveTo>
                  <a:pt x="621053" y="124916"/>
                </a:moveTo>
                <a:lnTo>
                  <a:pt x="621053" y="113544"/>
                </a:lnTo>
                <a:cubicBezTo>
                  <a:pt x="615339" y="122483"/>
                  <a:pt x="606937" y="126953"/>
                  <a:pt x="595849" y="126953"/>
                </a:cubicBezTo>
                <a:cubicBezTo>
                  <a:pt x="588664" y="126953"/>
                  <a:pt x="582059" y="124972"/>
                  <a:pt x="576034" y="121012"/>
                </a:cubicBezTo>
                <a:cubicBezTo>
                  <a:pt x="570008" y="117052"/>
                  <a:pt x="565341" y="111522"/>
                  <a:pt x="562031" y="104422"/>
                </a:cubicBezTo>
                <a:cubicBezTo>
                  <a:pt x="558722" y="97322"/>
                  <a:pt x="557067" y="89161"/>
                  <a:pt x="557067" y="79939"/>
                </a:cubicBezTo>
                <a:cubicBezTo>
                  <a:pt x="557067" y="70944"/>
                  <a:pt x="558566" y="62783"/>
                  <a:pt x="561565" y="55457"/>
                </a:cubicBezTo>
                <a:cubicBezTo>
                  <a:pt x="564563" y="48131"/>
                  <a:pt x="569061" y="42516"/>
                  <a:pt x="575058" y="38612"/>
                </a:cubicBezTo>
                <a:cubicBezTo>
                  <a:pt x="581055" y="34708"/>
                  <a:pt x="587759" y="32756"/>
                  <a:pt x="595170" y="32756"/>
                </a:cubicBezTo>
                <a:cubicBezTo>
                  <a:pt x="600601" y="32756"/>
                  <a:pt x="605438" y="33902"/>
                  <a:pt x="609681" y="36193"/>
                </a:cubicBezTo>
                <a:cubicBezTo>
                  <a:pt x="613924" y="38485"/>
                  <a:pt x="617375" y="41469"/>
                  <a:pt x="620034" y="45146"/>
                </a:cubicBezTo>
                <a:lnTo>
                  <a:pt x="620034" y="509"/>
                </a:lnTo>
                <a:lnTo>
                  <a:pt x="635224" y="509"/>
                </a:lnTo>
                <a:lnTo>
                  <a:pt x="635224" y="124916"/>
                </a:lnTo>
                <a:lnTo>
                  <a:pt x="621053" y="124916"/>
                </a:lnTo>
                <a:moveTo>
                  <a:pt x="572766" y="79897"/>
                </a:moveTo>
                <a:cubicBezTo>
                  <a:pt x="572766" y="91396"/>
                  <a:pt x="575199" y="99991"/>
                  <a:pt x="580064" y="105684"/>
                </a:cubicBezTo>
                <a:cubicBezTo>
                  <a:pt x="584930" y="111377"/>
                  <a:pt x="590672" y="114223"/>
                  <a:pt x="597291" y="114223"/>
                </a:cubicBezTo>
                <a:cubicBezTo>
                  <a:pt x="603967" y="114223"/>
                  <a:pt x="609639" y="111504"/>
                  <a:pt x="614306" y="106066"/>
                </a:cubicBezTo>
                <a:cubicBezTo>
                  <a:pt x="618973" y="100626"/>
                  <a:pt x="621307" y="92326"/>
                  <a:pt x="621307" y="81165"/>
                </a:cubicBezTo>
                <a:cubicBezTo>
                  <a:pt x="621307" y="68877"/>
                  <a:pt x="618931" y="59859"/>
                  <a:pt x="614179" y="54110"/>
                </a:cubicBezTo>
                <a:cubicBezTo>
                  <a:pt x="609427" y="48360"/>
                  <a:pt x="603571" y="45486"/>
                  <a:pt x="596612" y="45486"/>
                </a:cubicBezTo>
                <a:cubicBezTo>
                  <a:pt x="589824" y="45486"/>
                  <a:pt x="584152" y="48248"/>
                  <a:pt x="579598" y="53773"/>
                </a:cubicBezTo>
                <a:cubicBezTo>
                  <a:pt x="575044" y="59296"/>
                  <a:pt x="572766" y="68004"/>
                  <a:pt x="572766" y="79897"/>
                </a:cubicBezTo>
                <a:close/>
                <a:moveTo>
                  <a:pt x="720908" y="95893"/>
                </a:moveTo>
                <a:lnTo>
                  <a:pt x="736692" y="97845"/>
                </a:lnTo>
                <a:cubicBezTo>
                  <a:pt x="734203" y="107067"/>
                  <a:pt x="729592" y="114223"/>
                  <a:pt x="722860" y="119315"/>
                </a:cubicBezTo>
                <a:cubicBezTo>
                  <a:pt x="716127" y="124407"/>
                  <a:pt x="707528" y="126953"/>
                  <a:pt x="697062" y="126953"/>
                </a:cubicBezTo>
                <a:cubicBezTo>
                  <a:pt x="683880" y="126953"/>
                  <a:pt x="673428" y="122893"/>
                  <a:pt x="665706" y="114775"/>
                </a:cubicBezTo>
                <a:cubicBezTo>
                  <a:pt x="657983" y="106657"/>
                  <a:pt x="654122" y="95271"/>
                  <a:pt x="654122" y="80618"/>
                </a:cubicBezTo>
                <a:cubicBezTo>
                  <a:pt x="654122" y="65456"/>
                  <a:pt x="658026" y="53689"/>
                  <a:pt x="665833" y="45316"/>
                </a:cubicBezTo>
                <a:cubicBezTo>
                  <a:pt x="673640" y="36943"/>
                  <a:pt x="683767" y="32756"/>
                  <a:pt x="696213" y="32756"/>
                </a:cubicBezTo>
                <a:cubicBezTo>
                  <a:pt x="708263" y="32756"/>
                  <a:pt x="718107" y="36852"/>
                  <a:pt x="725745" y="45043"/>
                </a:cubicBezTo>
                <a:cubicBezTo>
                  <a:pt x="733382" y="53232"/>
                  <a:pt x="737201" y="64754"/>
                  <a:pt x="737201" y="79608"/>
                </a:cubicBezTo>
                <a:cubicBezTo>
                  <a:pt x="737201" y="80511"/>
                  <a:pt x="737173" y="81866"/>
                  <a:pt x="737116" y="83673"/>
                </a:cubicBezTo>
                <a:lnTo>
                  <a:pt x="669906" y="83673"/>
                </a:lnTo>
                <a:cubicBezTo>
                  <a:pt x="670472" y="93545"/>
                  <a:pt x="673272" y="101105"/>
                  <a:pt x="678307" y="106352"/>
                </a:cubicBezTo>
                <a:cubicBezTo>
                  <a:pt x="683343" y="111600"/>
                  <a:pt x="689622" y="114223"/>
                  <a:pt x="697147" y="114223"/>
                </a:cubicBezTo>
                <a:cubicBezTo>
                  <a:pt x="702747" y="114223"/>
                  <a:pt x="707528" y="112767"/>
                  <a:pt x="711488" y="109853"/>
                </a:cubicBezTo>
                <a:cubicBezTo>
                  <a:pt x="715448" y="106938"/>
                  <a:pt x="718588" y="102284"/>
                  <a:pt x="720908" y="95893"/>
                </a:cubicBezTo>
                <a:moveTo>
                  <a:pt x="670755" y="70944"/>
                </a:moveTo>
                <a:lnTo>
                  <a:pt x="721078" y="70944"/>
                </a:lnTo>
                <a:cubicBezTo>
                  <a:pt x="720399" y="63487"/>
                  <a:pt x="718475" y="57894"/>
                  <a:pt x="715307" y="54165"/>
                </a:cubicBezTo>
                <a:cubicBezTo>
                  <a:pt x="710442" y="48379"/>
                  <a:pt x="704134" y="45486"/>
                  <a:pt x="696383" y="45486"/>
                </a:cubicBezTo>
                <a:cubicBezTo>
                  <a:pt x="689368" y="45486"/>
                  <a:pt x="683470" y="47795"/>
                  <a:pt x="678689" y="52415"/>
                </a:cubicBezTo>
                <a:cubicBezTo>
                  <a:pt x="673909" y="57033"/>
                  <a:pt x="671264" y="63209"/>
                  <a:pt x="670755" y="70944"/>
                </a:cubicBezTo>
                <a:close/>
                <a:moveTo>
                  <a:pt x="804244" y="18160"/>
                </a:moveTo>
                <a:lnTo>
                  <a:pt x="804244" y="509"/>
                </a:lnTo>
                <a:lnTo>
                  <a:pt x="819519" y="509"/>
                </a:lnTo>
                <a:lnTo>
                  <a:pt x="819519" y="18160"/>
                </a:lnTo>
                <a:lnTo>
                  <a:pt x="804244" y="18160"/>
                </a:lnTo>
                <a:moveTo>
                  <a:pt x="804244" y="124916"/>
                </a:moveTo>
                <a:lnTo>
                  <a:pt x="804244" y="34793"/>
                </a:lnTo>
                <a:lnTo>
                  <a:pt x="819519" y="34793"/>
                </a:lnTo>
                <a:lnTo>
                  <a:pt x="819519" y="124916"/>
                </a:lnTo>
                <a:lnTo>
                  <a:pt x="804244" y="124916"/>
                </a:lnTo>
                <a:close/>
                <a:moveTo>
                  <a:pt x="842742" y="124916"/>
                </a:moveTo>
                <a:lnTo>
                  <a:pt x="842742" y="34793"/>
                </a:lnTo>
                <a:lnTo>
                  <a:pt x="856490" y="34793"/>
                </a:lnTo>
                <a:lnTo>
                  <a:pt x="856490" y="47522"/>
                </a:lnTo>
                <a:cubicBezTo>
                  <a:pt x="863109" y="37678"/>
                  <a:pt x="872670" y="32756"/>
                  <a:pt x="885173" y="32756"/>
                </a:cubicBezTo>
                <a:cubicBezTo>
                  <a:pt x="890604" y="32756"/>
                  <a:pt x="895597" y="33732"/>
                  <a:pt x="900151" y="35684"/>
                </a:cubicBezTo>
                <a:cubicBezTo>
                  <a:pt x="904705" y="37636"/>
                  <a:pt x="908114" y="40196"/>
                  <a:pt x="910377" y="43364"/>
                </a:cubicBezTo>
                <a:cubicBezTo>
                  <a:pt x="912640" y="46532"/>
                  <a:pt x="914224" y="50294"/>
                  <a:pt x="915129" y="54651"/>
                </a:cubicBezTo>
                <a:cubicBezTo>
                  <a:pt x="915695" y="57479"/>
                  <a:pt x="915977" y="62430"/>
                  <a:pt x="915977" y="69501"/>
                </a:cubicBezTo>
                <a:lnTo>
                  <a:pt x="915977" y="124916"/>
                </a:lnTo>
                <a:lnTo>
                  <a:pt x="900702" y="124916"/>
                </a:lnTo>
                <a:lnTo>
                  <a:pt x="900702" y="70037"/>
                </a:lnTo>
                <a:cubicBezTo>
                  <a:pt x="900702" y="63807"/>
                  <a:pt x="900108" y="59148"/>
                  <a:pt x="898920" y="56062"/>
                </a:cubicBezTo>
                <a:cubicBezTo>
                  <a:pt x="897732" y="52975"/>
                  <a:pt x="895625" y="50511"/>
                  <a:pt x="892598" y="48671"/>
                </a:cubicBezTo>
                <a:cubicBezTo>
                  <a:pt x="889571" y="46830"/>
                  <a:pt x="886021" y="45910"/>
                  <a:pt x="881948" y="45910"/>
                </a:cubicBezTo>
                <a:cubicBezTo>
                  <a:pt x="875442" y="45910"/>
                  <a:pt x="869827" y="47978"/>
                  <a:pt x="865103" y="52113"/>
                </a:cubicBezTo>
                <a:cubicBezTo>
                  <a:pt x="860379" y="56246"/>
                  <a:pt x="858017" y="64090"/>
                  <a:pt x="858017" y="75643"/>
                </a:cubicBezTo>
                <a:lnTo>
                  <a:pt x="858017" y="124916"/>
                </a:lnTo>
                <a:lnTo>
                  <a:pt x="842742" y="124916"/>
                </a:lnTo>
                <a:close/>
                <a:moveTo>
                  <a:pt x="933263" y="97930"/>
                </a:moveTo>
                <a:lnTo>
                  <a:pt x="948368" y="95554"/>
                </a:lnTo>
                <a:cubicBezTo>
                  <a:pt x="949217" y="101581"/>
                  <a:pt x="951579" y="106200"/>
                  <a:pt x="955454" y="109410"/>
                </a:cubicBezTo>
                <a:cubicBezTo>
                  <a:pt x="959329" y="112619"/>
                  <a:pt x="964746" y="114223"/>
                  <a:pt x="971705" y="114223"/>
                </a:cubicBezTo>
                <a:cubicBezTo>
                  <a:pt x="978720" y="114223"/>
                  <a:pt x="983925" y="112806"/>
                  <a:pt x="987319" y="109972"/>
                </a:cubicBezTo>
                <a:cubicBezTo>
                  <a:pt x="990714" y="107137"/>
                  <a:pt x="992411" y="103811"/>
                  <a:pt x="992411" y="99996"/>
                </a:cubicBezTo>
                <a:cubicBezTo>
                  <a:pt x="992411" y="96571"/>
                  <a:pt x="990912" y="93877"/>
                  <a:pt x="987913" y="91913"/>
                </a:cubicBezTo>
                <a:cubicBezTo>
                  <a:pt x="985820" y="90566"/>
                  <a:pt x="980615" y="88853"/>
                  <a:pt x="972299" y="86776"/>
                </a:cubicBezTo>
                <a:cubicBezTo>
                  <a:pt x="961097" y="83946"/>
                  <a:pt x="953332" y="81497"/>
                  <a:pt x="949005" y="79430"/>
                </a:cubicBezTo>
                <a:cubicBezTo>
                  <a:pt x="944677" y="77363"/>
                  <a:pt x="941395" y="74504"/>
                  <a:pt x="939161" y="70851"/>
                </a:cubicBezTo>
                <a:cubicBezTo>
                  <a:pt x="936926" y="67199"/>
                  <a:pt x="935809" y="63164"/>
                  <a:pt x="935809" y="58748"/>
                </a:cubicBezTo>
                <a:cubicBezTo>
                  <a:pt x="935809" y="54728"/>
                  <a:pt x="936728" y="51004"/>
                  <a:pt x="938567" y="47578"/>
                </a:cubicBezTo>
                <a:cubicBezTo>
                  <a:pt x="940405" y="44152"/>
                  <a:pt x="942909" y="41306"/>
                  <a:pt x="946077" y="39042"/>
                </a:cubicBezTo>
                <a:cubicBezTo>
                  <a:pt x="948453" y="37286"/>
                  <a:pt x="951692" y="35800"/>
                  <a:pt x="955793" y="34584"/>
                </a:cubicBezTo>
                <a:cubicBezTo>
                  <a:pt x="959895" y="33366"/>
                  <a:pt x="964294" y="32756"/>
                  <a:pt x="968989" y="32756"/>
                </a:cubicBezTo>
                <a:cubicBezTo>
                  <a:pt x="976061" y="32756"/>
                  <a:pt x="982270" y="33782"/>
                  <a:pt x="987616" y="35833"/>
                </a:cubicBezTo>
                <a:cubicBezTo>
                  <a:pt x="992963" y="37882"/>
                  <a:pt x="996909" y="40658"/>
                  <a:pt x="999455" y="44162"/>
                </a:cubicBezTo>
                <a:cubicBezTo>
                  <a:pt x="1002000" y="47665"/>
                  <a:pt x="1003754" y="52349"/>
                  <a:pt x="1004716" y="58215"/>
                </a:cubicBezTo>
                <a:lnTo>
                  <a:pt x="989780" y="60252"/>
                </a:lnTo>
                <a:cubicBezTo>
                  <a:pt x="989102" y="55612"/>
                  <a:pt x="987136" y="51992"/>
                  <a:pt x="983883" y="49389"/>
                </a:cubicBezTo>
                <a:cubicBezTo>
                  <a:pt x="980630" y="46787"/>
                  <a:pt x="976033" y="45486"/>
                  <a:pt x="970093" y="45486"/>
                </a:cubicBezTo>
                <a:cubicBezTo>
                  <a:pt x="963077" y="45486"/>
                  <a:pt x="958071" y="46640"/>
                  <a:pt x="955072" y="48949"/>
                </a:cubicBezTo>
                <a:cubicBezTo>
                  <a:pt x="952074" y="51256"/>
                  <a:pt x="950574" y="53959"/>
                  <a:pt x="950574" y="57056"/>
                </a:cubicBezTo>
                <a:cubicBezTo>
                  <a:pt x="950574" y="59025"/>
                  <a:pt x="951197" y="60799"/>
                  <a:pt x="952441" y="62376"/>
                </a:cubicBezTo>
                <a:cubicBezTo>
                  <a:pt x="953686" y="64008"/>
                  <a:pt x="955638" y="65358"/>
                  <a:pt x="958297" y="66428"/>
                </a:cubicBezTo>
                <a:cubicBezTo>
                  <a:pt x="959824" y="66992"/>
                  <a:pt x="964322" y="68287"/>
                  <a:pt x="971790" y="70313"/>
                </a:cubicBezTo>
                <a:cubicBezTo>
                  <a:pt x="982595" y="73196"/>
                  <a:pt x="990134" y="75557"/>
                  <a:pt x="994405" y="77394"/>
                </a:cubicBezTo>
                <a:cubicBezTo>
                  <a:pt x="998677" y="79230"/>
                  <a:pt x="1002029" y="81902"/>
                  <a:pt x="1004461" y="85408"/>
                </a:cubicBezTo>
                <a:cubicBezTo>
                  <a:pt x="1006894" y="88912"/>
                  <a:pt x="1008110" y="93263"/>
                  <a:pt x="1008110" y="98463"/>
                </a:cubicBezTo>
                <a:cubicBezTo>
                  <a:pt x="1008110" y="103551"/>
                  <a:pt x="1006625" y="108342"/>
                  <a:pt x="1003655" y="112836"/>
                </a:cubicBezTo>
                <a:cubicBezTo>
                  <a:pt x="1000685" y="117329"/>
                  <a:pt x="996400" y="120805"/>
                  <a:pt x="990799" y="123264"/>
                </a:cubicBezTo>
                <a:cubicBezTo>
                  <a:pt x="985198" y="125723"/>
                  <a:pt x="978862" y="126953"/>
                  <a:pt x="971790" y="126953"/>
                </a:cubicBezTo>
                <a:cubicBezTo>
                  <a:pt x="960079" y="126953"/>
                  <a:pt x="951154" y="124513"/>
                  <a:pt x="945016" y="119633"/>
                </a:cubicBezTo>
                <a:cubicBezTo>
                  <a:pt x="938878" y="114754"/>
                  <a:pt x="934960" y="107519"/>
                  <a:pt x="933263" y="97930"/>
                </a:cubicBezTo>
                <a:close/>
                <a:moveTo>
                  <a:pt x="1059621" y="111423"/>
                </a:moveTo>
                <a:lnTo>
                  <a:pt x="1061828" y="124916"/>
                </a:lnTo>
                <a:cubicBezTo>
                  <a:pt x="1057528" y="125708"/>
                  <a:pt x="1053681" y="126104"/>
                  <a:pt x="1050286" y="126104"/>
                </a:cubicBezTo>
                <a:cubicBezTo>
                  <a:pt x="1044742" y="126104"/>
                  <a:pt x="1040443" y="125227"/>
                  <a:pt x="1037388" y="123473"/>
                </a:cubicBezTo>
                <a:cubicBezTo>
                  <a:pt x="1034333" y="121719"/>
                  <a:pt x="1032183" y="119414"/>
                  <a:pt x="1030938" y="116557"/>
                </a:cubicBezTo>
                <a:cubicBezTo>
                  <a:pt x="1029693" y="113700"/>
                  <a:pt x="1029071" y="107689"/>
                  <a:pt x="1029071" y="98524"/>
                </a:cubicBezTo>
                <a:lnTo>
                  <a:pt x="1029071" y="46674"/>
                </a:lnTo>
                <a:lnTo>
                  <a:pt x="1017869" y="46674"/>
                </a:lnTo>
                <a:lnTo>
                  <a:pt x="1017869" y="34793"/>
                </a:lnTo>
                <a:lnTo>
                  <a:pt x="1029071" y="34793"/>
                </a:lnTo>
                <a:lnTo>
                  <a:pt x="1029071" y="12414"/>
                </a:lnTo>
                <a:lnTo>
                  <a:pt x="1044261" y="3225"/>
                </a:lnTo>
                <a:lnTo>
                  <a:pt x="1044261" y="34793"/>
                </a:lnTo>
                <a:lnTo>
                  <a:pt x="1059621" y="34793"/>
                </a:lnTo>
                <a:lnTo>
                  <a:pt x="1059621" y="46674"/>
                </a:lnTo>
                <a:lnTo>
                  <a:pt x="1044261" y="46674"/>
                </a:lnTo>
                <a:lnTo>
                  <a:pt x="1044261" y="99373"/>
                </a:lnTo>
                <a:cubicBezTo>
                  <a:pt x="1044261" y="103729"/>
                  <a:pt x="1044530" y="106529"/>
                  <a:pt x="1045067" y="107774"/>
                </a:cubicBezTo>
                <a:cubicBezTo>
                  <a:pt x="1045605" y="109019"/>
                  <a:pt x="1046482" y="110009"/>
                  <a:pt x="1047698" y="110744"/>
                </a:cubicBezTo>
                <a:cubicBezTo>
                  <a:pt x="1048915" y="111479"/>
                  <a:pt x="1050654" y="111847"/>
                  <a:pt x="1052917" y="111847"/>
                </a:cubicBezTo>
                <a:cubicBezTo>
                  <a:pt x="1054614" y="111847"/>
                  <a:pt x="1056849" y="111706"/>
                  <a:pt x="1059621" y="111423"/>
                </a:cubicBezTo>
                <a:close/>
                <a:moveTo>
                  <a:pt x="1074416" y="124916"/>
                </a:moveTo>
                <a:lnTo>
                  <a:pt x="1074416" y="34793"/>
                </a:lnTo>
                <a:lnTo>
                  <a:pt x="1088164" y="34793"/>
                </a:lnTo>
                <a:lnTo>
                  <a:pt x="1088164" y="48371"/>
                </a:lnTo>
                <a:cubicBezTo>
                  <a:pt x="1091671" y="42013"/>
                  <a:pt x="1094910" y="37822"/>
                  <a:pt x="1097880" y="35796"/>
                </a:cubicBezTo>
                <a:cubicBezTo>
                  <a:pt x="1100851" y="33769"/>
                  <a:pt x="1104118" y="32756"/>
                  <a:pt x="1107682" y="32756"/>
                </a:cubicBezTo>
                <a:cubicBezTo>
                  <a:pt x="1112830" y="32756"/>
                  <a:pt x="1118063" y="34390"/>
                  <a:pt x="1123381" y="37657"/>
                </a:cubicBezTo>
                <a:lnTo>
                  <a:pt x="1118120" y="51765"/>
                </a:lnTo>
                <a:cubicBezTo>
                  <a:pt x="1114386" y="49559"/>
                  <a:pt x="1110652" y="48456"/>
                  <a:pt x="1106918" y="48456"/>
                </a:cubicBezTo>
                <a:cubicBezTo>
                  <a:pt x="1103580" y="48456"/>
                  <a:pt x="1100582" y="49462"/>
                  <a:pt x="1097923" y="51474"/>
                </a:cubicBezTo>
                <a:cubicBezTo>
                  <a:pt x="1095264" y="53484"/>
                  <a:pt x="1093369" y="56273"/>
                  <a:pt x="1092237" y="59840"/>
                </a:cubicBezTo>
                <a:cubicBezTo>
                  <a:pt x="1090540" y="65277"/>
                  <a:pt x="1089691" y="71223"/>
                  <a:pt x="1089691" y="77680"/>
                </a:cubicBezTo>
                <a:lnTo>
                  <a:pt x="1089691" y="124916"/>
                </a:lnTo>
                <a:lnTo>
                  <a:pt x="1074416" y="124916"/>
                </a:lnTo>
                <a:close/>
                <a:moveTo>
                  <a:pt x="1191524" y="124916"/>
                </a:moveTo>
                <a:lnTo>
                  <a:pt x="1191524" y="111677"/>
                </a:lnTo>
                <a:cubicBezTo>
                  <a:pt x="1184508" y="121861"/>
                  <a:pt x="1174976" y="126953"/>
                  <a:pt x="1162925" y="126953"/>
                </a:cubicBezTo>
                <a:cubicBezTo>
                  <a:pt x="1157607" y="126953"/>
                  <a:pt x="1152643" y="125934"/>
                  <a:pt x="1148032" y="123898"/>
                </a:cubicBezTo>
                <a:cubicBezTo>
                  <a:pt x="1143421" y="121861"/>
                  <a:pt x="1139999" y="119301"/>
                  <a:pt x="1137764" y="116218"/>
                </a:cubicBezTo>
                <a:cubicBezTo>
                  <a:pt x="1135529" y="113134"/>
                  <a:pt x="1133959" y="109358"/>
                  <a:pt x="1133054" y="104889"/>
                </a:cubicBezTo>
                <a:cubicBezTo>
                  <a:pt x="1132432" y="101890"/>
                  <a:pt x="1132121" y="97138"/>
                  <a:pt x="1132121" y="90632"/>
                </a:cubicBezTo>
                <a:lnTo>
                  <a:pt x="1132121" y="34793"/>
                </a:lnTo>
                <a:lnTo>
                  <a:pt x="1147396" y="34793"/>
                </a:lnTo>
                <a:lnTo>
                  <a:pt x="1147396" y="84776"/>
                </a:lnTo>
                <a:cubicBezTo>
                  <a:pt x="1147396" y="92753"/>
                  <a:pt x="1147707" y="98128"/>
                  <a:pt x="1148329" y="100900"/>
                </a:cubicBezTo>
                <a:cubicBezTo>
                  <a:pt x="1149291" y="104917"/>
                  <a:pt x="1151328" y="108071"/>
                  <a:pt x="1154439" y="110362"/>
                </a:cubicBezTo>
                <a:cubicBezTo>
                  <a:pt x="1157551" y="112653"/>
                  <a:pt x="1161398" y="113799"/>
                  <a:pt x="1165980" y="113799"/>
                </a:cubicBezTo>
                <a:cubicBezTo>
                  <a:pt x="1170563" y="113799"/>
                  <a:pt x="1174862" y="112625"/>
                  <a:pt x="1178879" y="110277"/>
                </a:cubicBezTo>
                <a:cubicBezTo>
                  <a:pt x="1182896" y="107929"/>
                  <a:pt x="1185739" y="104733"/>
                  <a:pt x="1187408" y="100688"/>
                </a:cubicBezTo>
                <a:cubicBezTo>
                  <a:pt x="1189077" y="96643"/>
                  <a:pt x="1189911" y="90773"/>
                  <a:pt x="1189911" y="83079"/>
                </a:cubicBezTo>
                <a:lnTo>
                  <a:pt x="1189911" y="34793"/>
                </a:lnTo>
                <a:lnTo>
                  <a:pt x="1205186" y="34793"/>
                </a:lnTo>
                <a:lnTo>
                  <a:pt x="1205186" y="124916"/>
                </a:lnTo>
                <a:lnTo>
                  <a:pt x="1191524" y="124916"/>
                </a:lnTo>
                <a:close/>
                <a:moveTo>
                  <a:pt x="1287900" y="91820"/>
                </a:moveTo>
                <a:lnTo>
                  <a:pt x="1302920" y="93772"/>
                </a:lnTo>
                <a:cubicBezTo>
                  <a:pt x="1301279" y="104151"/>
                  <a:pt x="1297079" y="112277"/>
                  <a:pt x="1290318" y="118148"/>
                </a:cubicBezTo>
                <a:cubicBezTo>
                  <a:pt x="1283558" y="124018"/>
                  <a:pt x="1275255" y="126953"/>
                  <a:pt x="1265411" y="126953"/>
                </a:cubicBezTo>
                <a:cubicBezTo>
                  <a:pt x="1253078" y="126953"/>
                  <a:pt x="1243164" y="122922"/>
                  <a:pt x="1235667" y="114860"/>
                </a:cubicBezTo>
                <a:cubicBezTo>
                  <a:pt x="1228171" y="106798"/>
                  <a:pt x="1224423" y="95243"/>
                  <a:pt x="1224423" y="80194"/>
                </a:cubicBezTo>
                <a:cubicBezTo>
                  <a:pt x="1224423" y="70463"/>
                  <a:pt x="1226036" y="61949"/>
                  <a:pt x="1229260" y="54651"/>
                </a:cubicBezTo>
                <a:cubicBezTo>
                  <a:pt x="1232485" y="47353"/>
                  <a:pt x="1237393" y="41879"/>
                  <a:pt x="1243984" y="38230"/>
                </a:cubicBezTo>
                <a:cubicBezTo>
                  <a:pt x="1250575" y="34581"/>
                  <a:pt x="1257746" y="32756"/>
                  <a:pt x="1265496" y="32756"/>
                </a:cubicBezTo>
                <a:cubicBezTo>
                  <a:pt x="1275284" y="32756"/>
                  <a:pt x="1283289" y="35240"/>
                  <a:pt x="1289512" y="40206"/>
                </a:cubicBezTo>
                <a:cubicBezTo>
                  <a:pt x="1295735" y="45170"/>
                  <a:pt x="1299724" y="52220"/>
                  <a:pt x="1301477" y="61355"/>
                </a:cubicBezTo>
                <a:lnTo>
                  <a:pt x="1286627" y="63646"/>
                </a:lnTo>
                <a:cubicBezTo>
                  <a:pt x="1285212" y="57621"/>
                  <a:pt x="1282709" y="53088"/>
                  <a:pt x="1279116" y="50047"/>
                </a:cubicBezTo>
                <a:cubicBezTo>
                  <a:pt x="1275524" y="47006"/>
                  <a:pt x="1271182" y="45486"/>
                  <a:pt x="1266090" y="45486"/>
                </a:cubicBezTo>
                <a:cubicBezTo>
                  <a:pt x="1258396" y="45486"/>
                  <a:pt x="1252145" y="48230"/>
                  <a:pt x="1247336" y="53720"/>
                </a:cubicBezTo>
                <a:cubicBezTo>
                  <a:pt x="1242527" y="59208"/>
                  <a:pt x="1240123" y="67891"/>
                  <a:pt x="1240123" y="79770"/>
                </a:cubicBezTo>
                <a:cubicBezTo>
                  <a:pt x="1240123" y="91818"/>
                  <a:pt x="1242442" y="100573"/>
                  <a:pt x="1247081" y="106034"/>
                </a:cubicBezTo>
                <a:cubicBezTo>
                  <a:pt x="1251720" y="111494"/>
                  <a:pt x="1257774" y="114223"/>
                  <a:pt x="1265242" y="114223"/>
                </a:cubicBezTo>
                <a:cubicBezTo>
                  <a:pt x="1271238" y="114223"/>
                  <a:pt x="1276245" y="112392"/>
                  <a:pt x="1280262" y="108729"/>
                </a:cubicBezTo>
                <a:cubicBezTo>
                  <a:pt x="1284279" y="105065"/>
                  <a:pt x="1286825" y="99429"/>
                  <a:pt x="1287900" y="91820"/>
                </a:cubicBezTo>
                <a:close/>
                <a:moveTo>
                  <a:pt x="1349339" y="111423"/>
                </a:moveTo>
                <a:lnTo>
                  <a:pt x="1351546" y="124916"/>
                </a:lnTo>
                <a:cubicBezTo>
                  <a:pt x="1347246" y="125708"/>
                  <a:pt x="1343399" y="126104"/>
                  <a:pt x="1340004" y="126104"/>
                </a:cubicBezTo>
                <a:cubicBezTo>
                  <a:pt x="1334460" y="126104"/>
                  <a:pt x="1330161" y="125227"/>
                  <a:pt x="1327106" y="123473"/>
                </a:cubicBezTo>
                <a:cubicBezTo>
                  <a:pt x="1324051" y="121719"/>
                  <a:pt x="1321901" y="119414"/>
                  <a:pt x="1320656" y="116557"/>
                </a:cubicBezTo>
                <a:cubicBezTo>
                  <a:pt x="1319411" y="113700"/>
                  <a:pt x="1318789" y="107689"/>
                  <a:pt x="1318789" y="98524"/>
                </a:cubicBezTo>
                <a:lnTo>
                  <a:pt x="1318789" y="46674"/>
                </a:lnTo>
                <a:lnTo>
                  <a:pt x="1307587" y="46674"/>
                </a:lnTo>
                <a:lnTo>
                  <a:pt x="1307587" y="34793"/>
                </a:lnTo>
                <a:lnTo>
                  <a:pt x="1318789" y="34793"/>
                </a:lnTo>
                <a:lnTo>
                  <a:pt x="1318789" y="12414"/>
                </a:lnTo>
                <a:lnTo>
                  <a:pt x="1333979" y="3225"/>
                </a:lnTo>
                <a:lnTo>
                  <a:pt x="1333979" y="34793"/>
                </a:lnTo>
                <a:lnTo>
                  <a:pt x="1349339" y="34793"/>
                </a:lnTo>
                <a:lnTo>
                  <a:pt x="1349339" y="46674"/>
                </a:lnTo>
                <a:lnTo>
                  <a:pt x="1333979" y="46674"/>
                </a:lnTo>
                <a:lnTo>
                  <a:pt x="1333979" y="99373"/>
                </a:lnTo>
                <a:cubicBezTo>
                  <a:pt x="1333979" y="103729"/>
                  <a:pt x="1334248" y="106529"/>
                  <a:pt x="1334785" y="107774"/>
                </a:cubicBezTo>
                <a:cubicBezTo>
                  <a:pt x="1335323" y="109019"/>
                  <a:pt x="1336200" y="110009"/>
                  <a:pt x="1337416" y="110744"/>
                </a:cubicBezTo>
                <a:cubicBezTo>
                  <a:pt x="1338633" y="111479"/>
                  <a:pt x="1340372" y="111847"/>
                  <a:pt x="1342635" y="111847"/>
                </a:cubicBezTo>
                <a:cubicBezTo>
                  <a:pt x="1344332" y="111847"/>
                  <a:pt x="1346567" y="111706"/>
                  <a:pt x="1349339" y="111423"/>
                </a:cubicBezTo>
                <a:close/>
                <a:moveTo>
                  <a:pt x="1364389" y="18160"/>
                </a:moveTo>
                <a:lnTo>
                  <a:pt x="1364389" y="509"/>
                </a:lnTo>
                <a:lnTo>
                  <a:pt x="1379664" y="509"/>
                </a:lnTo>
                <a:lnTo>
                  <a:pt x="1379664" y="18160"/>
                </a:lnTo>
                <a:lnTo>
                  <a:pt x="1364389" y="18160"/>
                </a:lnTo>
                <a:moveTo>
                  <a:pt x="1364389" y="124916"/>
                </a:moveTo>
                <a:lnTo>
                  <a:pt x="1364389" y="34793"/>
                </a:lnTo>
                <a:lnTo>
                  <a:pt x="1379664" y="34793"/>
                </a:lnTo>
                <a:lnTo>
                  <a:pt x="1379664" y="124916"/>
                </a:lnTo>
                <a:lnTo>
                  <a:pt x="1364389" y="124916"/>
                </a:lnTo>
                <a:close/>
                <a:moveTo>
                  <a:pt x="1397201" y="79854"/>
                </a:moveTo>
                <a:cubicBezTo>
                  <a:pt x="1397201" y="63165"/>
                  <a:pt x="1401840" y="50804"/>
                  <a:pt x="1411118" y="42770"/>
                </a:cubicBezTo>
                <a:cubicBezTo>
                  <a:pt x="1418869" y="36094"/>
                  <a:pt x="1428317" y="32756"/>
                  <a:pt x="1439462" y="32756"/>
                </a:cubicBezTo>
                <a:cubicBezTo>
                  <a:pt x="1451852" y="32756"/>
                  <a:pt x="1461978" y="36816"/>
                  <a:pt x="1469842" y="44934"/>
                </a:cubicBezTo>
                <a:cubicBezTo>
                  <a:pt x="1477706" y="53052"/>
                  <a:pt x="1481638" y="64268"/>
                  <a:pt x="1481638" y="78582"/>
                </a:cubicBezTo>
                <a:cubicBezTo>
                  <a:pt x="1481638" y="90179"/>
                  <a:pt x="1479898" y="99302"/>
                  <a:pt x="1476419" y="105949"/>
                </a:cubicBezTo>
                <a:cubicBezTo>
                  <a:pt x="1472940" y="112597"/>
                  <a:pt x="1467876" y="117759"/>
                  <a:pt x="1461229" y="121437"/>
                </a:cubicBezTo>
                <a:cubicBezTo>
                  <a:pt x="1454581" y="125114"/>
                  <a:pt x="1447326" y="126953"/>
                  <a:pt x="1439462" y="126953"/>
                </a:cubicBezTo>
                <a:cubicBezTo>
                  <a:pt x="1426846" y="126953"/>
                  <a:pt x="1416648" y="122907"/>
                  <a:pt x="1408869" y="114817"/>
                </a:cubicBezTo>
                <a:cubicBezTo>
                  <a:pt x="1401090" y="106727"/>
                  <a:pt x="1397201" y="95073"/>
                  <a:pt x="1397201" y="79854"/>
                </a:cubicBezTo>
                <a:moveTo>
                  <a:pt x="1412900" y="79812"/>
                </a:moveTo>
                <a:cubicBezTo>
                  <a:pt x="1412900" y="91311"/>
                  <a:pt x="1415418" y="99921"/>
                  <a:pt x="1420453" y="105642"/>
                </a:cubicBezTo>
                <a:cubicBezTo>
                  <a:pt x="1425488" y="111363"/>
                  <a:pt x="1431824" y="114223"/>
                  <a:pt x="1439462" y="114223"/>
                </a:cubicBezTo>
                <a:cubicBezTo>
                  <a:pt x="1447043" y="114223"/>
                  <a:pt x="1453351" y="111349"/>
                  <a:pt x="1458386" y="105599"/>
                </a:cubicBezTo>
                <a:cubicBezTo>
                  <a:pt x="1463421" y="99850"/>
                  <a:pt x="1465939" y="91085"/>
                  <a:pt x="1465939" y="79306"/>
                </a:cubicBezTo>
                <a:cubicBezTo>
                  <a:pt x="1465939" y="68201"/>
                  <a:pt x="1463407" y="59788"/>
                  <a:pt x="1458344" y="54067"/>
                </a:cubicBezTo>
                <a:cubicBezTo>
                  <a:pt x="1453280" y="48346"/>
                  <a:pt x="1446986" y="45486"/>
                  <a:pt x="1439462" y="45486"/>
                </a:cubicBezTo>
                <a:cubicBezTo>
                  <a:pt x="1431824" y="45486"/>
                  <a:pt x="1425488" y="48332"/>
                  <a:pt x="1420453" y="54025"/>
                </a:cubicBezTo>
                <a:cubicBezTo>
                  <a:pt x="1415418" y="59718"/>
                  <a:pt x="1412900" y="68313"/>
                  <a:pt x="1412900" y="79812"/>
                </a:cubicBezTo>
                <a:close/>
                <a:moveTo>
                  <a:pt x="1499517" y="124916"/>
                </a:moveTo>
                <a:lnTo>
                  <a:pt x="1499517" y="34793"/>
                </a:lnTo>
                <a:lnTo>
                  <a:pt x="1513265" y="34793"/>
                </a:lnTo>
                <a:lnTo>
                  <a:pt x="1513265" y="47522"/>
                </a:lnTo>
                <a:cubicBezTo>
                  <a:pt x="1519884" y="37678"/>
                  <a:pt x="1529445" y="32756"/>
                  <a:pt x="1541948" y="32756"/>
                </a:cubicBezTo>
                <a:cubicBezTo>
                  <a:pt x="1547379" y="32756"/>
                  <a:pt x="1552372" y="33732"/>
                  <a:pt x="1556926" y="35684"/>
                </a:cubicBezTo>
                <a:cubicBezTo>
                  <a:pt x="1561480" y="37636"/>
                  <a:pt x="1564889" y="40196"/>
                  <a:pt x="1567152" y="43364"/>
                </a:cubicBezTo>
                <a:cubicBezTo>
                  <a:pt x="1569415" y="46532"/>
                  <a:pt x="1570999" y="50294"/>
                  <a:pt x="1571904" y="54651"/>
                </a:cubicBezTo>
                <a:cubicBezTo>
                  <a:pt x="1572470" y="57479"/>
                  <a:pt x="1572753" y="62430"/>
                  <a:pt x="1572753" y="69501"/>
                </a:cubicBezTo>
                <a:lnTo>
                  <a:pt x="1572753" y="124916"/>
                </a:lnTo>
                <a:lnTo>
                  <a:pt x="1557477" y="124916"/>
                </a:lnTo>
                <a:lnTo>
                  <a:pt x="1557477" y="70037"/>
                </a:lnTo>
                <a:cubicBezTo>
                  <a:pt x="1557477" y="63807"/>
                  <a:pt x="1556883" y="59148"/>
                  <a:pt x="1555695" y="56062"/>
                </a:cubicBezTo>
                <a:cubicBezTo>
                  <a:pt x="1554507" y="52975"/>
                  <a:pt x="1552400" y="50511"/>
                  <a:pt x="1549373" y="48671"/>
                </a:cubicBezTo>
                <a:cubicBezTo>
                  <a:pt x="1546347" y="46830"/>
                  <a:pt x="1542796" y="45910"/>
                  <a:pt x="1538723" y="45910"/>
                </a:cubicBezTo>
                <a:cubicBezTo>
                  <a:pt x="1532217" y="45910"/>
                  <a:pt x="1526602" y="47978"/>
                  <a:pt x="1521878" y="52113"/>
                </a:cubicBezTo>
                <a:cubicBezTo>
                  <a:pt x="1517154" y="56246"/>
                  <a:pt x="1514792" y="64090"/>
                  <a:pt x="1514792" y="75643"/>
                </a:cubicBezTo>
                <a:lnTo>
                  <a:pt x="1514792" y="124916"/>
                </a:lnTo>
                <a:lnTo>
                  <a:pt x="1499517" y="124916"/>
                </a:lnTo>
                <a:close/>
                <a:moveTo>
                  <a:pt x="1703272" y="113788"/>
                </a:moveTo>
                <a:cubicBezTo>
                  <a:pt x="1697614" y="118601"/>
                  <a:pt x="1692169" y="121998"/>
                  <a:pt x="1686936" y="123980"/>
                </a:cubicBezTo>
                <a:cubicBezTo>
                  <a:pt x="1681703" y="125962"/>
                  <a:pt x="1676088" y="126953"/>
                  <a:pt x="1670091" y="126953"/>
                </a:cubicBezTo>
                <a:cubicBezTo>
                  <a:pt x="1660191" y="126953"/>
                  <a:pt x="1652581" y="124532"/>
                  <a:pt x="1647263" y="119692"/>
                </a:cubicBezTo>
                <a:cubicBezTo>
                  <a:pt x="1641945" y="114851"/>
                  <a:pt x="1639286" y="108666"/>
                  <a:pt x="1639286" y="101136"/>
                </a:cubicBezTo>
                <a:cubicBezTo>
                  <a:pt x="1639286" y="96722"/>
                  <a:pt x="1640291" y="92689"/>
                  <a:pt x="1642299" y="89038"/>
                </a:cubicBezTo>
                <a:cubicBezTo>
                  <a:pt x="1644307" y="85386"/>
                  <a:pt x="1646938" y="82455"/>
                  <a:pt x="1650191" y="80247"/>
                </a:cubicBezTo>
                <a:cubicBezTo>
                  <a:pt x="1653444" y="78039"/>
                  <a:pt x="1657107" y="76369"/>
                  <a:pt x="1661181" y="75238"/>
                </a:cubicBezTo>
                <a:cubicBezTo>
                  <a:pt x="1664179" y="74444"/>
                  <a:pt x="1668705" y="73679"/>
                  <a:pt x="1674758" y="72944"/>
                </a:cubicBezTo>
                <a:cubicBezTo>
                  <a:pt x="1687092" y="71483"/>
                  <a:pt x="1696172" y="69742"/>
                  <a:pt x="1701999" y="67719"/>
                </a:cubicBezTo>
                <a:cubicBezTo>
                  <a:pt x="1702055" y="65635"/>
                  <a:pt x="1702084" y="64311"/>
                  <a:pt x="1702084" y="63747"/>
                </a:cubicBezTo>
                <a:cubicBezTo>
                  <a:pt x="1702084" y="57547"/>
                  <a:pt x="1700641" y="53179"/>
                  <a:pt x="1697756" y="50644"/>
                </a:cubicBezTo>
                <a:cubicBezTo>
                  <a:pt x="1693852" y="47205"/>
                  <a:pt x="1688053" y="45486"/>
                  <a:pt x="1680359" y="45486"/>
                </a:cubicBezTo>
                <a:cubicBezTo>
                  <a:pt x="1673174" y="45486"/>
                  <a:pt x="1667870" y="46744"/>
                  <a:pt x="1664448" y="49262"/>
                </a:cubicBezTo>
                <a:cubicBezTo>
                  <a:pt x="1661025" y="51780"/>
                  <a:pt x="1658493" y="56235"/>
                  <a:pt x="1656853" y="62628"/>
                </a:cubicBezTo>
                <a:lnTo>
                  <a:pt x="1641917" y="60591"/>
                </a:lnTo>
                <a:cubicBezTo>
                  <a:pt x="1643275" y="54179"/>
                  <a:pt x="1645510" y="49000"/>
                  <a:pt x="1648621" y="45056"/>
                </a:cubicBezTo>
                <a:cubicBezTo>
                  <a:pt x="1651733" y="41112"/>
                  <a:pt x="1656230" y="38076"/>
                  <a:pt x="1662114" y="35949"/>
                </a:cubicBezTo>
                <a:cubicBezTo>
                  <a:pt x="1667998" y="33821"/>
                  <a:pt x="1674815" y="32756"/>
                  <a:pt x="1682566" y="32756"/>
                </a:cubicBezTo>
                <a:cubicBezTo>
                  <a:pt x="1690260" y="32756"/>
                  <a:pt x="1696511" y="33662"/>
                  <a:pt x="1701320" y="35472"/>
                </a:cubicBezTo>
                <a:cubicBezTo>
                  <a:pt x="1706129" y="37282"/>
                  <a:pt x="1709665" y="39560"/>
                  <a:pt x="1711928" y="42303"/>
                </a:cubicBezTo>
                <a:cubicBezTo>
                  <a:pt x="1714191" y="45047"/>
                  <a:pt x="1715775" y="48512"/>
                  <a:pt x="1716680" y="52699"/>
                </a:cubicBezTo>
                <a:cubicBezTo>
                  <a:pt x="1717189" y="55301"/>
                  <a:pt x="1717444" y="59997"/>
                  <a:pt x="1717444" y="66786"/>
                </a:cubicBezTo>
                <a:lnTo>
                  <a:pt x="1717444" y="87153"/>
                </a:lnTo>
                <a:cubicBezTo>
                  <a:pt x="1717444" y="101353"/>
                  <a:pt x="1717769" y="110334"/>
                  <a:pt x="1718420" y="114096"/>
                </a:cubicBezTo>
                <a:cubicBezTo>
                  <a:pt x="1719070" y="117858"/>
                  <a:pt x="1720357" y="121465"/>
                  <a:pt x="1722281" y="124916"/>
                </a:cubicBezTo>
                <a:lnTo>
                  <a:pt x="1706327" y="124916"/>
                </a:lnTo>
                <a:cubicBezTo>
                  <a:pt x="1704743" y="121744"/>
                  <a:pt x="1703724" y="118035"/>
                  <a:pt x="1703272" y="113788"/>
                </a:cubicBezTo>
                <a:moveTo>
                  <a:pt x="1701999" y="79600"/>
                </a:moveTo>
                <a:cubicBezTo>
                  <a:pt x="1696455" y="81882"/>
                  <a:pt x="1688138" y="83822"/>
                  <a:pt x="1677050" y="85418"/>
                </a:cubicBezTo>
                <a:cubicBezTo>
                  <a:pt x="1670770" y="86327"/>
                  <a:pt x="1666329" y="87350"/>
                  <a:pt x="1663726" y="88486"/>
                </a:cubicBezTo>
                <a:cubicBezTo>
                  <a:pt x="1661124" y="89622"/>
                  <a:pt x="1659116" y="91283"/>
                  <a:pt x="1657701" y="93472"/>
                </a:cubicBezTo>
                <a:cubicBezTo>
                  <a:pt x="1656287" y="95659"/>
                  <a:pt x="1655580" y="98087"/>
                  <a:pt x="1655580" y="100757"/>
                </a:cubicBezTo>
                <a:cubicBezTo>
                  <a:pt x="1655580" y="104846"/>
                  <a:pt x="1657121" y="108255"/>
                  <a:pt x="1660205" y="110983"/>
                </a:cubicBezTo>
                <a:cubicBezTo>
                  <a:pt x="1663288" y="113709"/>
                  <a:pt x="1667800" y="115072"/>
                  <a:pt x="1673740" y="115072"/>
                </a:cubicBezTo>
                <a:cubicBezTo>
                  <a:pt x="1679624" y="115072"/>
                  <a:pt x="1684857" y="113779"/>
                  <a:pt x="1689439" y="111192"/>
                </a:cubicBezTo>
                <a:cubicBezTo>
                  <a:pt x="1694022" y="108606"/>
                  <a:pt x="1697388" y="105067"/>
                  <a:pt x="1699538" y="100577"/>
                </a:cubicBezTo>
                <a:cubicBezTo>
                  <a:pt x="1701179" y="97108"/>
                  <a:pt x="1701999" y="91991"/>
                  <a:pt x="1701999" y="85227"/>
                </a:cubicBezTo>
                <a:lnTo>
                  <a:pt x="1701999" y="79600"/>
                </a:lnTo>
                <a:close/>
                <a:moveTo>
                  <a:pt x="1774444" y="111423"/>
                </a:moveTo>
                <a:lnTo>
                  <a:pt x="1776650" y="124916"/>
                </a:lnTo>
                <a:cubicBezTo>
                  <a:pt x="1772351" y="125708"/>
                  <a:pt x="1768504" y="126104"/>
                  <a:pt x="1765109" y="126104"/>
                </a:cubicBezTo>
                <a:cubicBezTo>
                  <a:pt x="1759565" y="126104"/>
                  <a:pt x="1755265" y="125227"/>
                  <a:pt x="1752210" y="123473"/>
                </a:cubicBezTo>
                <a:cubicBezTo>
                  <a:pt x="1749155" y="121719"/>
                  <a:pt x="1747006" y="119414"/>
                  <a:pt x="1745761" y="116557"/>
                </a:cubicBezTo>
                <a:cubicBezTo>
                  <a:pt x="1744516" y="113700"/>
                  <a:pt x="1743894" y="107689"/>
                  <a:pt x="1743894" y="98524"/>
                </a:cubicBezTo>
                <a:lnTo>
                  <a:pt x="1743894" y="46674"/>
                </a:lnTo>
                <a:lnTo>
                  <a:pt x="1732692" y="46674"/>
                </a:lnTo>
                <a:lnTo>
                  <a:pt x="1732692" y="34793"/>
                </a:lnTo>
                <a:lnTo>
                  <a:pt x="1743894" y="34793"/>
                </a:lnTo>
                <a:lnTo>
                  <a:pt x="1743894" y="12414"/>
                </a:lnTo>
                <a:lnTo>
                  <a:pt x="1759084" y="3225"/>
                </a:lnTo>
                <a:lnTo>
                  <a:pt x="1759084" y="34793"/>
                </a:lnTo>
                <a:lnTo>
                  <a:pt x="1774444" y="34793"/>
                </a:lnTo>
                <a:lnTo>
                  <a:pt x="1774444" y="46674"/>
                </a:lnTo>
                <a:lnTo>
                  <a:pt x="1759084" y="46674"/>
                </a:lnTo>
                <a:lnTo>
                  <a:pt x="1759084" y="99373"/>
                </a:lnTo>
                <a:cubicBezTo>
                  <a:pt x="1759084" y="103729"/>
                  <a:pt x="1759353" y="106529"/>
                  <a:pt x="1759890" y="107774"/>
                </a:cubicBezTo>
                <a:cubicBezTo>
                  <a:pt x="1760428" y="109019"/>
                  <a:pt x="1761305" y="110009"/>
                  <a:pt x="1762521" y="110744"/>
                </a:cubicBezTo>
                <a:cubicBezTo>
                  <a:pt x="1763737" y="111479"/>
                  <a:pt x="1765477" y="111847"/>
                  <a:pt x="1767740" y="111847"/>
                </a:cubicBezTo>
                <a:cubicBezTo>
                  <a:pt x="1769437" y="111847"/>
                  <a:pt x="1771672" y="111706"/>
                  <a:pt x="1774444" y="111423"/>
                </a:cubicBezTo>
                <a:close/>
                <a:moveTo>
                  <a:pt x="1896533" y="91820"/>
                </a:moveTo>
                <a:lnTo>
                  <a:pt x="1911553" y="93772"/>
                </a:lnTo>
                <a:cubicBezTo>
                  <a:pt x="1909913" y="104151"/>
                  <a:pt x="1905712" y="112277"/>
                  <a:pt x="1898951" y="118148"/>
                </a:cubicBezTo>
                <a:cubicBezTo>
                  <a:pt x="1892191" y="124018"/>
                  <a:pt x="1883888" y="126953"/>
                  <a:pt x="1874045" y="126953"/>
                </a:cubicBezTo>
                <a:cubicBezTo>
                  <a:pt x="1861711" y="126953"/>
                  <a:pt x="1851797" y="122922"/>
                  <a:pt x="1844301" y="114860"/>
                </a:cubicBezTo>
                <a:cubicBezTo>
                  <a:pt x="1836805" y="106798"/>
                  <a:pt x="1833057" y="95243"/>
                  <a:pt x="1833057" y="80194"/>
                </a:cubicBezTo>
                <a:cubicBezTo>
                  <a:pt x="1833057" y="70463"/>
                  <a:pt x="1834669" y="61949"/>
                  <a:pt x="1837894" y="54651"/>
                </a:cubicBezTo>
                <a:cubicBezTo>
                  <a:pt x="1841118" y="47353"/>
                  <a:pt x="1846026" y="41879"/>
                  <a:pt x="1852617" y="38230"/>
                </a:cubicBezTo>
                <a:cubicBezTo>
                  <a:pt x="1859208" y="34581"/>
                  <a:pt x="1866379" y="32756"/>
                  <a:pt x="1874129" y="32756"/>
                </a:cubicBezTo>
                <a:cubicBezTo>
                  <a:pt x="1883917" y="32756"/>
                  <a:pt x="1891922" y="35240"/>
                  <a:pt x="1898145" y="40206"/>
                </a:cubicBezTo>
                <a:cubicBezTo>
                  <a:pt x="1904368" y="45170"/>
                  <a:pt x="1908357" y="52220"/>
                  <a:pt x="1910111" y="61355"/>
                </a:cubicBezTo>
                <a:lnTo>
                  <a:pt x="1895260" y="63646"/>
                </a:lnTo>
                <a:cubicBezTo>
                  <a:pt x="1893846" y="57621"/>
                  <a:pt x="1891342" y="53088"/>
                  <a:pt x="1887750" y="50047"/>
                </a:cubicBezTo>
                <a:cubicBezTo>
                  <a:pt x="1884157" y="47006"/>
                  <a:pt x="1879815" y="45486"/>
                  <a:pt x="1874723" y="45486"/>
                </a:cubicBezTo>
                <a:cubicBezTo>
                  <a:pt x="1867029" y="45486"/>
                  <a:pt x="1860778" y="48230"/>
                  <a:pt x="1855969" y="53720"/>
                </a:cubicBezTo>
                <a:cubicBezTo>
                  <a:pt x="1851160" y="59208"/>
                  <a:pt x="1848756" y="67891"/>
                  <a:pt x="1848756" y="79770"/>
                </a:cubicBezTo>
                <a:cubicBezTo>
                  <a:pt x="1848756" y="91818"/>
                  <a:pt x="1851075" y="100573"/>
                  <a:pt x="1855715" y="106034"/>
                </a:cubicBezTo>
                <a:cubicBezTo>
                  <a:pt x="1860354" y="111494"/>
                  <a:pt x="1866407" y="114223"/>
                  <a:pt x="1873875" y="114223"/>
                </a:cubicBezTo>
                <a:cubicBezTo>
                  <a:pt x="1879872" y="114223"/>
                  <a:pt x="1884879" y="112392"/>
                  <a:pt x="1888895" y="108729"/>
                </a:cubicBezTo>
                <a:cubicBezTo>
                  <a:pt x="1892912" y="105065"/>
                  <a:pt x="1895458" y="99429"/>
                  <a:pt x="1896533" y="91820"/>
                </a:cubicBezTo>
                <a:close/>
                <a:moveTo>
                  <a:pt x="1918936" y="79854"/>
                </a:moveTo>
                <a:cubicBezTo>
                  <a:pt x="1918936" y="63165"/>
                  <a:pt x="1923576" y="50804"/>
                  <a:pt x="1932854" y="42770"/>
                </a:cubicBezTo>
                <a:cubicBezTo>
                  <a:pt x="1940604" y="36094"/>
                  <a:pt x="1950052" y="32756"/>
                  <a:pt x="1961197" y="32756"/>
                </a:cubicBezTo>
                <a:cubicBezTo>
                  <a:pt x="1973587" y="32756"/>
                  <a:pt x="1983714" y="36816"/>
                  <a:pt x="1991578" y="44934"/>
                </a:cubicBezTo>
                <a:cubicBezTo>
                  <a:pt x="1999442" y="53052"/>
                  <a:pt x="2003373" y="64268"/>
                  <a:pt x="2003373" y="78582"/>
                </a:cubicBezTo>
                <a:cubicBezTo>
                  <a:pt x="2003373" y="90179"/>
                  <a:pt x="2001634" y="99302"/>
                  <a:pt x="1998154" y="105949"/>
                </a:cubicBezTo>
                <a:cubicBezTo>
                  <a:pt x="1994675" y="112597"/>
                  <a:pt x="1989612" y="117759"/>
                  <a:pt x="1982964" y="121437"/>
                </a:cubicBezTo>
                <a:cubicBezTo>
                  <a:pt x="1976317" y="125114"/>
                  <a:pt x="1969061" y="126953"/>
                  <a:pt x="1961197" y="126953"/>
                </a:cubicBezTo>
                <a:cubicBezTo>
                  <a:pt x="1948581" y="126953"/>
                  <a:pt x="1938384" y="122907"/>
                  <a:pt x="1930605" y="114817"/>
                </a:cubicBezTo>
                <a:cubicBezTo>
                  <a:pt x="1922826" y="106727"/>
                  <a:pt x="1918936" y="95073"/>
                  <a:pt x="1918936" y="79854"/>
                </a:cubicBezTo>
                <a:moveTo>
                  <a:pt x="1934636" y="79812"/>
                </a:moveTo>
                <a:cubicBezTo>
                  <a:pt x="1934636" y="91311"/>
                  <a:pt x="1937153" y="99921"/>
                  <a:pt x="1942188" y="105642"/>
                </a:cubicBezTo>
                <a:cubicBezTo>
                  <a:pt x="1947224" y="111363"/>
                  <a:pt x="1953560" y="114223"/>
                  <a:pt x="1961197" y="114223"/>
                </a:cubicBezTo>
                <a:cubicBezTo>
                  <a:pt x="1968778" y="114223"/>
                  <a:pt x="1975086" y="111349"/>
                  <a:pt x="1980121" y="105599"/>
                </a:cubicBezTo>
                <a:cubicBezTo>
                  <a:pt x="1985157" y="99850"/>
                  <a:pt x="1987674" y="91085"/>
                  <a:pt x="1987674" y="79306"/>
                </a:cubicBezTo>
                <a:cubicBezTo>
                  <a:pt x="1987674" y="68201"/>
                  <a:pt x="1985142" y="59788"/>
                  <a:pt x="1980079" y="54067"/>
                </a:cubicBezTo>
                <a:cubicBezTo>
                  <a:pt x="1975016" y="48346"/>
                  <a:pt x="1968722" y="45486"/>
                  <a:pt x="1961197" y="45486"/>
                </a:cubicBezTo>
                <a:cubicBezTo>
                  <a:pt x="1953560" y="45486"/>
                  <a:pt x="1947224" y="48332"/>
                  <a:pt x="1942188" y="54025"/>
                </a:cubicBezTo>
                <a:cubicBezTo>
                  <a:pt x="1937153" y="59718"/>
                  <a:pt x="1934636" y="68313"/>
                  <a:pt x="1934636" y="79812"/>
                </a:cubicBezTo>
                <a:close/>
                <a:moveTo>
                  <a:pt x="2021253" y="124916"/>
                </a:moveTo>
                <a:lnTo>
                  <a:pt x="2021253" y="34793"/>
                </a:lnTo>
                <a:lnTo>
                  <a:pt x="2035000" y="34793"/>
                </a:lnTo>
                <a:lnTo>
                  <a:pt x="2035000" y="47522"/>
                </a:lnTo>
                <a:cubicBezTo>
                  <a:pt x="2041619" y="37678"/>
                  <a:pt x="2051180" y="32756"/>
                  <a:pt x="2063683" y="32756"/>
                </a:cubicBezTo>
                <a:cubicBezTo>
                  <a:pt x="2069114" y="32756"/>
                  <a:pt x="2074107" y="33732"/>
                  <a:pt x="2078661" y="35684"/>
                </a:cubicBezTo>
                <a:cubicBezTo>
                  <a:pt x="2083215" y="37636"/>
                  <a:pt x="2086624" y="40196"/>
                  <a:pt x="2088887" y="43364"/>
                </a:cubicBezTo>
                <a:cubicBezTo>
                  <a:pt x="2091150" y="46532"/>
                  <a:pt x="2092734" y="50294"/>
                  <a:pt x="2093639" y="54651"/>
                </a:cubicBezTo>
                <a:cubicBezTo>
                  <a:pt x="2094205" y="57479"/>
                  <a:pt x="2094488" y="62430"/>
                  <a:pt x="2094488" y="69501"/>
                </a:cubicBezTo>
                <a:lnTo>
                  <a:pt x="2094488" y="124916"/>
                </a:lnTo>
                <a:lnTo>
                  <a:pt x="2079213" y="124916"/>
                </a:lnTo>
                <a:lnTo>
                  <a:pt x="2079213" y="70037"/>
                </a:lnTo>
                <a:cubicBezTo>
                  <a:pt x="2079213" y="63807"/>
                  <a:pt x="2078619" y="59148"/>
                  <a:pt x="2077431" y="56062"/>
                </a:cubicBezTo>
                <a:cubicBezTo>
                  <a:pt x="2076243" y="52975"/>
                  <a:pt x="2074135" y="50511"/>
                  <a:pt x="2071109" y="48671"/>
                </a:cubicBezTo>
                <a:cubicBezTo>
                  <a:pt x="2068082" y="46830"/>
                  <a:pt x="2064532" y="45910"/>
                  <a:pt x="2060459" y="45910"/>
                </a:cubicBezTo>
                <a:cubicBezTo>
                  <a:pt x="2053952" y="45910"/>
                  <a:pt x="2048337" y="47978"/>
                  <a:pt x="2043614" y="52113"/>
                </a:cubicBezTo>
                <a:cubicBezTo>
                  <a:pt x="2038890" y="56246"/>
                  <a:pt x="2036528" y="64090"/>
                  <a:pt x="2036528" y="75643"/>
                </a:cubicBezTo>
                <a:lnTo>
                  <a:pt x="2036528" y="124916"/>
                </a:lnTo>
                <a:lnTo>
                  <a:pt x="2021253" y="124916"/>
                </a:lnTo>
                <a:close/>
                <a:moveTo>
                  <a:pt x="2151234" y="111423"/>
                </a:moveTo>
                <a:lnTo>
                  <a:pt x="2153440" y="124916"/>
                </a:lnTo>
                <a:cubicBezTo>
                  <a:pt x="2149140" y="125708"/>
                  <a:pt x="2145293" y="126104"/>
                  <a:pt x="2141899" y="126104"/>
                </a:cubicBezTo>
                <a:cubicBezTo>
                  <a:pt x="2136355" y="126104"/>
                  <a:pt x="2132055" y="125227"/>
                  <a:pt x="2129000" y="123473"/>
                </a:cubicBezTo>
                <a:cubicBezTo>
                  <a:pt x="2125945" y="121719"/>
                  <a:pt x="2123795" y="119414"/>
                  <a:pt x="2122551" y="116557"/>
                </a:cubicBezTo>
                <a:cubicBezTo>
                  <a:pt x="2121306" y="113700"/>
                  <a:pt x="2120684" y="107689"/>
                  <a:pt x="2120684" y="98524"/>
                </a:cubicBezTo>
                <a:lnTo>
                  <a:pt x="2120684" y="46674"/>
                </a:lnTo>
                <a:lnTo>
                  <a:pt x="2109482" y="46674"/>
                </a:lnTo>
                <a:lnTo>
                  <a:pt x="2109482" y="34793"/>
                </a:lnTo>
                <a:lnTo>
                  <a:pt x="2120684" y="34793"/>
                </a:lnTo>
                <a:lnTo>
                  <a:pt x="2120684" y="12414"/>
                </a:lnTo>
                <a:lnTo>
                  <a:pt x="2135874" y="3225"/>
                </a:lnTo>
                <a:lnTo>
                  <a:pt x="2135874" y="34793"/>
                </a:lnTo>
                <a:lnTo>
                  <a:pt x="2151234" y="34793"/>
                </a:lnTo>
                <a:lnTo>
                  <a:pt x="2151234" y="46674"/>
                </a:lnTo>
                <a:lnTo>
                  <a:pt x="2135874" y="46674"/>
                </a:lnTo>
                <a:lnTo>
                  <a:pt x="2135874" y="99373"/>
                </a:lnTo>
                <a:cubicBezTo>
                  <a:pt x="2135874" y="103729"/>
                  <a:pt x="2136142" y="106529"/>
                  <a:pt x="2136680" y="107774"/>
                </a:cubicBezTo>
                <a:cubicBezTo>
                  <a:pt x="2137217" y="109019"/>
                  <a:pt x="2138094" y="110009"/>
                  <a:pt x="2139311" y="110744"/>
                </a:cubicBezTo>
                <a:cubicBezTo>
                  <a:pt x="2140527" y="111479"/>
                  <a:pt x="2142267" y="111847"/>
                  <a:pt x="2144530" y="111847"/>
                </a:cubicBezTo>
                <a:cubicBezTo>
                  <a:pt x="2146227" y="111847"/>
                  <a:pt x="2148462" y="111706"/>
                  <a:pt x="2151234" y="111423"/>
                </a:cubicBezTo>
                <a:close/>
                <a:moveTo>
                  <a:pt x="2227892" y="95893"/>
                </a:moveTo>
                <a:lnTo>
                  <a:pt x="2243677" y="97845"/>
                </a:lnTo>
                <a:cubicBezTo>
                  <a:pt x="2241187" y="107067"/>
                  <a:pt x="2236576" y="114223"/>
                  <a:pt x="2229844" y="119315"/>
                </a:cubicBezTo>
                <a:cubicBezTo>
                  <a:pt x="2223112" y="124407"/>
                  <a:pt x="2214512" y="126953"/>
                  <a:pt x="2204046" y="126953"/>
                </a:cubicBezTo>
                <a:cubicBezTo>
                  <a:pt x="2190864" y="126953"/>
                  <a:pt x="2180412" y="122893"/>
                  <a:pt x="2172690" y="114775"/>
                </a:cubicBezTo>
                <a:cubicBezTo>
                  <a:pt x="2164968" y="106657"/>
                  <a:pt x="2161106" y="95271"/>
                  <a:pt x="2161106" y="80618"/>
                </a:cubicBezTo>
                <a:cubicBezTo>
                  <a:pt x="2161106" y="65456"/>
                  <a:pt x="2165010" y="53689"/>
                  <a:pt x="2172817" y="45316"/>
                </a:cubicBezTo>
                <a:cubicBezTo>
                  <a:pt x="2180625" y="36943"/>
                  <a:pt x="2190751" y="32756"/>
                  <a:pt x="2203198" y="32756"/>
                </a:cubicBezTo>
                <a:cubicBezTo>
                  <a:pt x="2215248" y="32756"/>
                  <a:pt x="2225092" y="36852"/>
                  <a:pt x="2232729" y="45043"/>
                </a:cubicBezTo>
                <a:cubicBezTo>
                  <a:pt x="2240367" y="53232"/>
                  <a:pt x="2244186" y="64754"/>
                  <a:pt x="2244186" y="79608"/>
                </a:cubicBezTo>
                <a:cubicBezTo>
                  <a:pt x="2244186" y="80511"/>
                  <a:pt x="2244157" y="81866"/>
                  <a:pt x="2244101" y="83673"/>
                </a:cubicBezTo>
                <a:lnTo>
                  <a:pt x="2176891" y="83673"/>
                </a:lnTo>
                <a:cubicBezTo>
                  <a:pt x="2177456" y="93545"/>
                  <a:pt x="2180257" y="101105"/>
                  <a:pt x="2185292" y="106352"/>
                </a:cubicBezTo>
                <a:cubicBezTo>
                  <a:pt x="2190327" y="111600"/>
                  <a:pt x="2196607" y="114223"/>
                  <a:pt x="2204131" y="114223"/>
                </a:cubicBezTo>
                <a:cubicBezTo>
                  <a:pt x="2209732" y="114223"/>
                  <a:pt x="2214512" y="112767"/>
                  <a:pt x="2218473" y="109853"/>
                </a:cubicBezTo>
                <a:cubicBezTo>
                  <a:pt x="2222433" y="106938"/>
                  <a:pt x="2225573" y="102284"/>
                  <a:pt x="2227892" y="95893"/>
                </a:cubicBezTo>
                <a:moveTo>
                  <a:pt x="2177739" y="70944"/>
                </a:moveTo>
                <a:lnTo>
                  <a:pt x="2228062" y="70944"/>
                </a:lnTo>
                <a:cubicBezTo>
                  <a:pt x="2227383" y="63487"/>
                  <a:pt x="2225460" y="57894"/>
                  <a:pt x="2222291" y="54165"/>
                </a:cubicBezTo>
                <a:cubicBezTo>
                  <a:pt x="2217426" y="48379"/>
                  <a:pt x="2211118" y="45486"/>
                  <a:pt x="2203367" y="45486"/>
                </a:cubicBezTo>
                <a:cubicBezTo>
                  <a:pt x="2196352" y="45486"/>
                  <a:pt x="2190454" y="47795"/>
                  <a:pt x="2185674" y="52415"/>
                </a:cubicBezTo>
                <a:cubicBezTo>
                  <a:pt x="2180893" y="57033"/>
                  <a:pt x="2178248" y="63209"/>
                  <a:pt x="2177739" y="70944"/>
                </a:cubicBezTo>
                <a:close/>
                <a:moveTo>
                  <a:pt x="2252645" y="124916"/>
                </a:moveTo>
                <a:lnTo>
                  <a:pt x="2285572" y="78072"/>
                </a:lnTo>
                <a:lnTo>
                  <a:pt x="2255106" y="34793"/>
                </a:lnTo>
                <a:lnTo>
                  <a:pt x="2274200" y="34793"/>
                </a:lnTo>
                <a:lnTo>
                  <a:pt x="2288033" y="55924"/>
                </a:lnTo>
                <a:cubicBezTo>
                  <a:pt x="2290635" y="59940"/>
                  <a:pt x="2292728" y="63307"/>
                  <a:pt x="2294312" y="66022"/>
                </a:cubicBezTo>
                <a:cubicBezTo>
                  <a:pt x="2296802" y="62288"/>
                  <a:pt x="2299093" y="58979"/>
                  <a:pt x="2301186" y="56093"/>
                </a:cubicBezTo>
                <a:lnTo>
                  <a:pt x="2316376" y="34793"/>
                </a:lnTo>
                <a:lnTo>
                  <a:pt x="2334621" y="34793"/>
                </a:lnTo>
                <a:lnTo>
                  <a:pt x="2303477" y="77224"/>
                </a:lnTo>
                <a:lnTo>
                  <a:pt x="2336998" y="124916"/>
                </a:lnTo>
                <a:lnTo>
                  <a:pt x="2318243" y="124916"/>
                </a:lnTo>
                <a:lnTo>
                  <a:pt x="2299743" y="96912"/>
                </a:lnTo>
                <a:lnTo>
                  <a:pt x="2294821" y="89359"/>
                </a:lnTo>
                <a:lnTo>
                  <a:pt x="2271145" y="124916"/>
                </a:lnTo>
                <a:lnTo>
                  <a:pt x="2252645" y="124916"/>
                </a:lnTo>
                <a:close/>
                <a:moveTo>
                  <a:pt x="2383077" y="111423"/>
                </a:moveTo>
                <a:lnTo>
                  <a:pt x="2385284" y="124916"/>
                </a:lnTo>
                <a:cubicBezTo>
                  <a:pt x="2380984" y="125708"/>
                  <a:pt x="2377137" y="126104"/>
                  <a:pt x="2373743" y="126104"/>
                </a:cubicBezTo>
                <a:cubicBezTo>
                  <a:pt x="2368198" y="126104"/>
                  <a:pt x="2363899" y="125227"/>
                  <a:pt x="2360844" y="123473"/>
                </a:cubicBezTo>
                <a:cubicBezTo>
                  <a:pt x="2357789" y="121719"/>
                  <a:pt x="2355639" y="119414"/>
                  <a:pt x="2354394" y="116557"/>
                </a:cubicBezTo>
                <a:cubicBezTo>
                  <a:pt x="2353150" y="113700"/>
                  <a:pt x="2352527" y="107689"/>
                  <a:pt x="2352527" y="98524"/>
                </a:cubicBezTo>
                <a:lnTo>
                  <a:pt x="2352527" y="46674"/>
                </a:lnTo>
                <a:lnTo>
                  <a:pt x="2341326" y="46674"/>
                </a:lnTo>
                <a:lnTo>
                  <a:pt x="2341326" y="34793"/>
                </a:lnTo>
                <a:lnTo>
                  <a:pt x="2352527" y="34793"/>
                </a:lnTo>
                <a:lnTo>
                  <a:pt x="2352527" y="12414"/>
                </a:lnTo>
                <a:lnTo>
                  <a:pt x="2367717" y="3225"/>
                </a:lnTo>
                <a:lnTo>
                  <a:pt x="2367717" y="34793"/>
                </a:lnTo>
                <a:lnTo>
                  <a:pt x="2383077" y="34793"/>
                </a:lnTo>
                <a:lnTo>
                  <a:pt x="2383077" y="46674"/>
                </a:lnTo>
                <a:lnTo>
                  <a:pt x="2367717" y="46674"/>
                </a:lnTo>
                <a:lnTo>
                  <a:pt x="2367717" y="99373"/>
                </a:lnTo>
                <a:cubicBezTo>
                  <a:pt x="2367717" y="103729"/>
                  <a:pt x="2367986" y="106529"/>
                  <a:pt x="2368524" y="107774"/>
                </a:cubicBezTo>
                <a:cubicBezTo>
                  <a:pt x="2369061" y="109019"/>
                  <a:pt x="2369938" y="110009"/>
                  <a:pt x="2371154" y="110744"/>
                </a:cubicBezTo>
                <a:cubicBezTo>
                  <a:pt x="2372371" y="111479"/>
                  <a:pt x="2374110" y="111847"/>
                  <a:pt x="2376373" y="111847"/>
                </a:cubicBezTo>
                <a:cubicBezTo>
                  <a:pt x="2378070" y="111847"/>
                  <a:pt x="2380305" y="111706"/>
                  <a:pt x="2383077" y="111423"/>
                </a:cubicBezTo>
                <a:close/>
                <a:moveTo>
                  <a:pt x="2446188" y="124916"/>
                </a:moveTo>
                <a:lnTo>
                  <a:pt x="2446188" y="34793"/>
                </a:lnTo>
                <a:lnTo>
                  <a:pt x="2459935" y="34793"/>
                </a:lnTo>
                <a:lnTo>
                  <a:pt x="2459935" y="48371"/>
                </a:lnTo>
                <a:cubicBezTo>
                  <a:pt x="2463443" y="42013"/>
                  <a:pt x="2466682" y="37822"/>
                  <a:pt x="2469652" y="35796"/>
                </a:cubicBezTo>
                <a:cubicBezTo>
                  <a:pt x="2472622" y="33769"/>
                  <a:pt x="2475889" y="32756"/>
                  <a:pt x="2479453" y="32756"/>
                </a:cubicBezTo>
                <a:cubicBezTo>
                  <a:pt x="2484602" y="32756"/>
                  <a:pt x="2489835" y="34390"/>
                  <a:pt x="2495153" y="37657"/>
                </a:cubicBezTo>
                <a:lnTo>
                  <a:pt x="2489891" y="51765"/>
                </a:lnTo>
                <a:cubicBezTo>
                  <a:pt x="2486157" y="49559"/>
                  <a:pt x="2482423" y="48456"/>
                  <a:pt x="2478690" y="48456"/>
                </a:cubicBezTo>
                <a:cubicBezTo>
                  <a:pt x="2475352" y="48456"/>
                  <a:pt x="2472353" y="49462"/>
                  <a:pt x="2469694" y="51474"/>
                </a:cubicBezTo>
                <a:cubicBezTo>
                  <a:pt x="2467035" y="53484"/>
                  <a:pt x="2465140" y="56273"/>
                  <a:pt x="2464009" y="59840"/>
                </a:cubicBezTo>
                <a:cubicBezTo>
                  <a:pt x="2462311" y="65277"/>
                  <a:pt x="2461463" y="71223"/>
                  <a:pt x="2461463" y="77680"/>
                </a:cubicBezTo>
                <a:lnTo>
                  <a:pt x="2461463" y="124916"/>
                </a:lnTo>
                <a:lnTo>
                  <a:pt x="2446188" y="124916"/>
                </a:lnTo>
                <a:close/>
                <a:moveTo>
                  <a:pt x="2504316" y="18160"/>
                </a:moveTo>
                <a:lnTo>
                  <a:pt x="2504316" y="509"/>
                </a:lnTo>
                <a:lnTo>
                  <a:pt x="2519591" y="509"/>
                </a:lnTo>
                <a:lnTo>
                  <a:pt x="2519591" y="18160"/>
                </a:lnTo>
                <a:lnTo>
                  <a:pt x="2504316" y="18160"/>
                </a:lnTo>
                <a:moveTo>
                  <a:pt x="2504316" y="124916"/>
                </a:moveTo>
                <a:lnTo>
                  <a:pt x="2504316" y="34793"/>
                </a:lnTo>
                <a:lnTo>
                  <a:pt x="2519591" y="34793"/>
                </a:lnTo>
                <a:lnTo>
                  <a:pt x="2519591" y="124916"/>
                </a:lnTo>
                <a:lnTo>
                  <a:pt x="2504316" y="124916"/>
                </a:lnTo>
                <a:close/>
                <a:moveTo>
                  <a:pt x="2542814" y="159539"/>
                </a:moveTo>
                <a:lnTo>
                  <a:pt x="2542814" y="34793"/>
                </a:lnTo>
                <a:lnTo>
                  <a:pt x="2556731" y="34793"/>
                </a:lnTo>
                <a:lnTo>
                  <a:pt x="2556731" y="46419"/>
                </a:lnTo>
                <a:cubicBezTo>
                  <a:pt x="2560013" y="41865"/>
                  <a:pt x="2563718" y="38449"/>
                  <a:pt x="2567848" y="36172"/>
                </a:cubicBezTo>
                <a:cubicBezTo>
                  <a:pt x="2571978" y="33895"/>
                  <a:pt x="2576985" y="32756"/>
                  <a:pt x="2582869" y="32756"/>
                </a:cubicBezTo>
                <a:cubicBezTo>
                  <a:pt x="2590563" y="32756"/>
                  <a:pt x="2597352" y="34737"/>
                  <a:pt x="2603235" y="38697"/>
                </a:cubicBezTo>
                <a:cubicBezTo>
                  <a:pt x="2609119" y="42657"/>
                  <a:pt x="2613560" y="48244"/>
                  <a:pt x="2616558" y="55457"/>
                </a:cubicBezTo>
                <a:cubicBezTo>
                  <a:pt x="2619557" y="62670"/>
                  <a:pt x="2621056" y="70576"/>
                  <a:pt x="2621056" y="79176"/>
                </a:cubicBezTo>
                <a:cubicBezTo>
                  <a:pt x="2621056" y="88397"/>
                  <a:pt x="2619401" y="96699"/>
                  <a:pt x="2616092" y="104082"/>
                </a:cubicBezTo>
                <a:cubicBezTo>
                  <a:pt x="2612782" y="111465"/>
                  <a:pt x="2607973" y="117123"/>
                  <a:pt x="2601665" y="121055"/>
                </a:cubicBezTo>
                <a:cubicBezTo>
                  <a:pt x="2595357" y="124987"/>
                  <a:pt x="2588724" y="126953"/>
                  <a:pt x="2581765" y="126953"/>
                </a:cubicBezTo>
                <a:cubicBezTo>
                  <a:pt x="2576674" y="126953"/>
                  <a:pt x="2572105" y="125863"/>
                  <a:pt x="2568060" y="123685"/>
                </a:cubicBezTo>
                <a:cubicBezTo>
                  <a:pt x="2564015" y="121505"/>
                  <a:pt x="2560691" y="118753"/>
                  <a:pt x="2558089" y="115427"/>
                </a:cubicBezTo>
                <a:lnTo>
                  <a:pt x="2558089" y="159539"/>
                </a:lnTo>
                <a:lnTo>
                  <a:pt x="2542814" y="159539"/>
                </a:lnTo>
                <a:moveTo>
                  <a:pt x="2556646" y="80236"/>
                </a:moveTo>
                <a:cubicBezTo>
                  <a:pt x="2556646" y="91820"/>
                  <a:pt x="2558994" y="100380"/>
                  <a:pt x="2563690" y="105918"/>
                </a:cubicBezTo>
                <a:cubicBezTo>
                  <a:pt x="2568386" y="111455"/>
                  <a:pt x="2574071" y="114223"/>
                  <a:pt x="2580747" y="114223"/>
                </a:cubicBezTo>
                <a:cubicBezTo>
                  <a:pt x="2587536" y="114223"/>
                  <a:pt x="2593349" y="111356"/>
                  <a:pt x="2598186" y="105621"/>
                </a:cubicBezTo>
                <a:cubicBezTo>
                  <a:pt x="2603023" y="99885"/>
                  <a:pt x="2605442" y="91000"/>
                  <a:pt x="2605442" y="78963"/>
                </a:cubicBezTo>
                <a:cubicBezTo>
                  <a:pt x="2605442" y="67493"/>
                  <a:pt x="2603080" y="58904"/>
                  <a:pt x="2598356" y="53197"/>
                </a:cubicBezTo>
                <a:cubicBezTo>
                  <a:pt x="2593632" y="47491"/>
                  <a:pt x="2587988" y="44637"/>
                  <a:pt x="2581426" y="44637"/>
                </a:cubicBezTo>
                <a:cubicBezTo>
                  <a:pt x="2574920" y="44637"/>
                  <a:pt x="2569163" y="47674"/>
                  <a:pt x="2564157" y="53749"/>
                </a:cubicBezTo>
                <a:cubicBezTo>
                  <a:pt x="2559150" y="59824"/>
                  <a:pt x="2556646" y="68653"/>
                  <a:pt x="2556646" y="8023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2.getpointertorbxoftheapplicationcontext">
            <a:extLst xmlns:a="http://schemas.openxmlformats.org/drawingml/2006/main">
              <a:ext uri="{FF2B5EF4-FFF2-40B4-BE49-F238E27FC236}">
                <a16:creationId xmlns:a16="http://schemas.microsoft.com/office/drawing/2014/main" id="{AFC287BF-535A-4746-BFDC-BC580FF9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8" y="741361"/>
            <a:ext cx="3461822" cy="163103"/>
          </a:xfrm>
          <a:custGeom xmlns:a="http://schemas.openxmlformats.org/drawingml/2006/main">
            <a:pathLst>
              <a:path w="3461822" h="163103">
                <a:moveTo>
                  <a:pt x="82344" y="111762"/>
                </a:moveTo>
                <a:lnTo>
                  <a:pt x="82344" y="126443"/>
                </a:lnTo>
                <a:lnTo>
                  <a:pt x="113" y="126443"/>
                </a:lnTo>
                <a:cubicBezTo>
                  <a:pt x="0" y="122768"/>
                  <a:pt x="594" y="119234"/>
                  <a:pt x="1895" y="115841"/>
                </a:cubicBezTo>
                <a:cubicBezTo>
                  <a:pt x="3988" y="110244"/>
                  <a:pt x="7341" y="104731"/>
                  <a:pt x="11951" y="99304"/>
                </a:cubicBezTo>
                <a:cubicBezTo>
                  <a:pt x="16562" y="93876"/>
                  <a:pt x="23224" y="87600"/>
                  <a:pt x="31936" y="80475"/>
                </a:cubicBezTo>
                <a:cubicBezTo>
                  <a:pt x="45457" y="69397"/>
                  <a:pt x="54594" y="60622"/>
                  <a:pt x="59346" y="54149"/>
                </a:cubicBezTo>
                <a:cubicBezTo>
                  <a:pt x="64099" y="47677"/>
                  <a:pt x="66475" y="41558"/>
                  <a:pt x="66475" y="35793"/>
                </a:cubicBezTo>
                <a:cubicBezTo>
                  <a:pt x="66475" y="29745"/>
                  <a:pt x="64311" y="24643"/>
                  <a:pt x="59983" y="20489"/>
                </a:cubicBezTo>
                <a:cubicBezTo>
                  <a:pt x="55655" y="16334"/>
                  <a:pt x="50012" y="14257"/>
                  <a:pt x="43053" y="14257"/>
                </a:cubicBezTo>
                <a:cubicBezTo>
                  <a:pt x="35698" y="14257"/>
                  <a:pt x="29815" y="16463"/>
                  <a:pt x="25402" y="20876"/>
                </a:cubicBezTo>
                <a:cubicBezTo>
                  <a:pt x="20989" y="25289"/>
                  <a:pt x="18754" y="31399"/>
                  <a:pt x="18698" y="39206"/>
                </a:cubicBezTo>
                <a:lnTo>
                  <a:pt x="2998" y="37591"/>
                </a:lnTo>
                <a:cubicBezTo>
                  <a:pt x="4073" y="25854"/>
                  <a:pt x="8118" y="16909"/>
                  <a:pt x="15134" y="10756"/>
                </a:cubicBezTo>
                <a:cubicBezTo>
                  <a:pt x="22149" y="4604"/>
                  <a:pt x="31568" y="1528"/>
                  <a:pt x="43392" y="1528"/>
                </a:cubicBezTo>
                <a:cubicBezTo>
                  <a:pt x="55330" y="1528"/>
                  <a:pt x="64777" y="4838"/>
                  <a:pt x="71736" y="11459"/>
                </a:cubicBezTo>
                <a:cubicBezTo>
                  <a:pt x="78695" y="18080"/>
                  <a:pt x="82174" y="26286"/>
                  <a:pt x="82174" y="36077"/>
                </a:cubicBezTo>
                <a:cubicBezTo>
                  <a:pt x="82174" y="41057"/>
                  <a:pt x="81156" y="45952"/>
                  <a:pt x="79119" y="50763"/>
                </a:cubicBezTo>
                <a:cubicBezTo>
                  <a:pt x="77082" y="55574"/>
                  <a:pt x="73702" y="60639"/>
                  <a:pt x="68978" y="65958"/>
                </a:cubicBezTo>
                <a:cubicBezTo>
                  <a:pt x="64254" y="71276"/>
                  <a:pt x="56404" y="78576"/>
                  <a:pt x="45429" y="87858"/>
                </a:cubicBezTo>
                <a:cubicBezTo>
                  <a:pt x="36264" y="95543"/>
                  <a:pt x="30380" y="100757"/>
                  <a:pt x="27778" y="103499"/>
                </a:cubicBezTo>
                <a:cubicBezTo>
                  <a:pt x="25176" y="106239"/>
                  <a:pt x="23026" y="108994"/>
                  <a:pt x="21328" y="111762"/>
                </a:cubicBezTo>
                <a:lnTo>
                  <a:pt x="82344" y="111762"/>
                </a:lnTo>
                <a:close/>
                <a:moveTo>
                  <a:pt x="107266" y="126443"/>
                </a:moveTo>
                <a:lnTo>
                  <a:pt x="107266" y="108962"/>
                </a:lnTo>
                <a:lnTo>
                  <a:pt x="124663" y="108962"/>
                </a:lnTo>
                <a:lnTo>
                  <a:pt x="124663" y="126443"/>
                </a:lnTo>
                <a:lnTo>
                  <a:pt x="107266" y="126443"/>
                </a:lnTo>
                <a:close/>
                <a:moveTo>
                  <a:pt x="196769" y="133911"/>
                </a:moveTo>
                <a:lnTo>
                  <a:pt x="211619" y="136118"/>
                </a:lnTo>
                <a:cubicBezTo>
                  <a:pt x="212242" y="140700"/>
                  <a:pt x="213967" y="144038"/>
                  <a:pt x="216796" y="146131"/>
                </a:cubicBezTo>
                <a:cubicBezTo>
                  <a:pt x="220586" y="148960"/>
                  <a:pt x="225763" y="150374"/>
                  <a:pt x="232326" y="150374"/>
                </a:cubicBezTo>
                <a:cubicBezTo>
                  <a:pt x="239397" y="150374"/>
                  <a:pt x="244857" y="148956"/>
                  <a:pt x="248704" y="146121"/>
                </a:cubicBezTo>
                <a:cubicBezTo>
                  <a:pt x="252551" y="143287"/>
                  <a:pt x="255153" y="139318"/>
                  <a:pt x="256511" y="134213"/>
                </a:cubicBezTo>
                <a:cubicBezTo>
                  <a:pt x="257303" y="131097"/>
                  <a:pt x="257671" y="124548"/>
                  <a:pt x="257614" y="114568"/>
                </a:cubicBezTo>
                <a:cubicBezTo>
                  <a:pt x="250939" y="122485"/>
                  <a:pt x="242622" y="126443"/>
                  <a:pt x="232665" y="126443"/>
                </a:cubicBezTo>
                <a:cubicBezTo>
                  <a:pt x="220275" y="126443"/>
                  <a:pt x="210686" y="121974"/>
                  <a:pt x="203897" y="113035"/>
                </a:cubicBezTo>
                <a:cubicBezTo>
                  <a:pt x="197108" y="104097"/>
                  <a:pt x="193714" y="93376"/>
                  <a:pt x="193714" y="80873"/>
                </a:cubicBezTo>
                <a:cubicBezTo>
                  <a:pt x="193714" y="72274"/>
                  <a:pt x="195270" y="64339"/>
                  <a:pt x="198381" y="57069"/>
                </a:cubicBezTo>
                <a:cubicBezTo>
                  <a:pt x="201493" y="49799"/>
                  <a:pt x="206004" y="44184"/>
                  <a:pt x="211916" y="40224"/>
                </a:cubicBezTo>
                <a:cubicBezTo>
                  <a:pt x="217828" y="36264"/>
                  <a:pt x="224773" y="34284"/>
                  <a:pt x="232750" y="34284"/>
                </a:cubicBezTo>
                <a:cubicBezTo>
                  <a:pt x="243386" y="34284"/>
                  <a:pt x="252155" y="38612"/>
                  <a:pt x="259057" y="47268"/>
                </a:cubicBezTo>
                <a:lnTo>
                  <a:pt x="259057" y="36321"/>
                </a:lnTo>
                <a:lnTo>
                  <a:pt x="273144" y="36321"/>
                </a:lnTo>
                <a:lnTo>
                  <a:pt x="273144" y="114276"/>
                </a:lnTo>
                <a:cubicBezTo>
                  <a:pt x="273144" y="128316"/>
                  <a:pt x="271715" y="138265"/>
                  <a:pt x="268858" y="144124"/>
                </a:cubicBezTo>
                <a:cubicBezTo>
                  <a:pt x="266001" y="149983"/>
                  <a:pt x="261475" y="154610"/>
                  <a:pt x="255281" y="158006"/>
                </a:cubicBezTo>
                <a:cubicBezTo>
                  <a:pt x="249086" y="161404"/>
                  <a:pt x="241462" y="163103"/>
                  <a:pt x="232410" y="163103"/>
                </a:cubicBezTo>
                <a:cubicBezTo>
                  <a:pt x="221661" y="163103"/>
                  <a:pt x="212977" y="160678"/>
                  <a:pt x="206358" y="155827"/>
                </a:cubicBezTo>
                <a:cubicBezTo>
                  <a:pt x="199739" y="150975"/>
                  <a:pt x="196542" y="143670"/>
                  <a:pt x="196769" y="133911"/>
                </a:cubicBezTo>
                <a:moveTo>
                  <a:pt x="209413" y="79772"/>
                </a:moveTo>
                <a:cubicBezTo>
                  <a:pt x="209413" y="91566"/>
                  <a:pt x="211761" y="100172"/>
                  <a:pt x="216457" y="105589"/>
                </a:cubicBezTo>
                <a:cubicBezTo>
                  <a:pt x="221152" y="111006"/>
                  <a:pt x="227036" y="113714"/>
                  <a:pt x="234108" y="113714"/>
                </a:cubicBezTo>
                <a:cubicBezTo>
                  <a:pt x="241123" y="113714"/>
                  <a:pt x="247007" y="111020"/>
                  <a:pt x="251759" y="105631"/>
                </a:cubicBezTo>
                <a:cubicBezTo>
                  <a:pt x="256511" y="100242"/>
                  <a:pt x="258887" y="91792"/>
                  <a:pt x="258887" y="80279"/>
                </a:cubicBezTo>
                <a:cubicBezTo>
                  <a:pt x="258887" y="69275"/>
                  <a:pt x="256440" y="60980"/>
                  <a:pt x="251547" y="55393"/>
                </a:cubicBezTo>
                <a:cubicBezTo>
                  <a:pt x="246653" y="49807"/>
                  <a:pt x="240755" y="47013"/>
                  <a:pt x="233853" y="47013"/>
                </a:cubicBezTo>
                <a:cubicBezTo>
                  <a:pt x="227064" y="47013"/>
                  <a:pt x="221294" y="49764"/>
                  <a:pt x="216541" y="55266"/>
                </a:cubicBezTo>
                <a:cubicBezTo>
                  <a:pt x="211789" y="60768"/>
                  <a:pt x="209413" y="68937"/>
                  <a:pt x="209413" y="79772"/>
                </a:cubicBezTo>
                <a:close/>
                <a:moveTo>
                  <a:pt x="357894" y="97421"/>
                </a:moveTo>
                <a:lnTo>
                  <a:pt x="373678" y="99373"/>
                </a:lnTo>
                <a:cubicBezTo>
                  <a:pt x="371189" y="108594"/>
                  <a:pt x="366578" y="115751"/>
                  <a:pt x="359846" y="120843"/>
                </a:cubicBezTo>
                <a:cubicBezTo>
                  <a:pt x="353113" y="125934"/>
                  <a:pt x="344514" y="128480"/>
                  <a:pt x="334048" y="128480"/>
                </a:cubicBezTo>
                <a:cubicBezTo>
                  <a:pt x="320866" y="128480"/>
                  <a:pt x="310414" y="124421"/>
                  <a:pt x="302692" y="116302"/>
                </a:cubicBezTo>
                <a:cubicBezTo>
                  <a:pt x="294969" y="108184"/>
                  <a:pt x="291108" y="96798"/>
                  <a:pt x="291108" y="82146"/>
                </a:cubicBezTo>
                <a:cubicBezTo>
                  <a:pt x="291108" y="66984"/>
                  <a:pt x="295012" y="55216"/>
                  <a:pt x="302819" y="46843"/>
                </a:cubicBezTo>
                <a:cubicBezTo>
                  <a:pt x="310626" y="38470"/>
                  <a:pt x="320753" y="34284"/>
                  <a:pt x="333199" y="34284"/>
                </a:cubicBezTo>
                <a:cubicBezTo>
                  <a:pt x="345250" y="34284"/>
                  <a:pt x="355093" y="38379"/>
                  <a:pt x="362731" y="46570"/>
                </a:cubicBezTo>
                <a:cubicBezTo>
                  <a:pt x="370369" y="54759"/>
                  <a:pt x="374187" y="66281"/>
                  <a:pt x="374187" y="81135"/>
                </a:cubicBezTo>
                <a:cubicBezTo>
                  <a:pt x="374187" y="82039"/>
                  <a:pt x="374159" y="83394"/>
                  <a:pt x="374102" y="85201"/>
                </a:cubicBezTo>
                <a:lnTo>
                  <a:pt x="306892" y="85201"/>
                </a:lnTo>
                <a:cubicBezTo>
                  <a:pt x="307458" y="95073"/>
                  <a:pt x="310258" y="102633"/>
                  <a:pt x="315294" y="107880"/>
                </a:cubicBezTo>
                <a:cubicBezTo>
                  <a:pt x="320329" y="113127"/>
                  <a:pt x="326608" y="115751"/>
                  <a:pt x="334133" y="115751"/>
                </a:cubicBezTo>
                <a:cubicBezTo>
                  <a:pt x="339734" y="115751"/>
                  <a:pt x="344514" y="114294"/>
                  <a:pt x="348474" y="111380"/>
                </a:cubicBezTo>
                <a:cubicBezTo>
                  <a:pt x="352434" y="108465"/>
                  <a:pt x="355574" y="103812"/>
                  <a:pt x="357894" y="97421"/>
                </a:cubicBezTo>
                <a:moveTo>
                  <a:pt x="307741" y="72472"/>
                </a:moveTo>
                <a:lnTo>
                  <a:pt x="358064" y="72472"/>
                </a:lnTo>
                <a:cubicBezTo>
                  <a:pt x="357385" y="65014"/>
                  <a:pt x="355461" y="59421"/>
                  <a:pt x="352293" y="55693"/>
                </a:cubicBezTo>
                <a:cubicBezTo>
                  <a:pt x="347428" y="49906"/>
                  <a:pt x="341120" y="47013"/>
                  <a:pt x="333369" y="47013"/>
                </a:cubicBezTo>
                <a:cubicBezTo>
                  <a:pt x="326354" y="47013"/>
                  <a:pt x="320456" y="49323"/>
                  <a:pt x="315675" y="53943"/>
                </a:cubicBezTo>
                <a:cubicBezTo>
                  <a:pt x="310895" y="58561"/>
                  <a:pt x="308250" y="64737"/>
                  <a:pt x="307741" y="72472"/>
                </a:cubicBezTo>
                <a:close/>
                <a:moveTo>
                  <a:pt x="426181" y="112950"/>
                </a:moveTo>
                <a:lnTo>
                  <a:pt x="428387" y="126443"/>
                </a:lnTo>
                <a:cubicBezTo>
                  <a:pt x="424088" y="127235"/>
                  <a:pt x="420240" y="127631"/>
                  <a:pt x="416846" y="127631"/>
                </a:cubicBezTo>
                <a:cubicBezTo>
                  <a:pt x="411302" y="127631"/>
                  <a:pt x="407002" y="126755"/>
                  <a:pt x="403947" y="125001"/>
                </a:cubicBezTo>
                <a:cubicBezTo>
                  <a:pt x="400892" y="123247"/>
                  <a:pt x="398742" y="120942"/>
                  <a:pt x="397498" y="118085"/>
                </a:cubicBezTo>
                <a:cubicBezTo>
                  <a:pt x="396253" y="115228"/>
                  <a:pt x="395631" y="109217"/>
                  <a:pt x="395631" y="100051"/>
                </a:cubicBezTo>
                <a:lnTo>
                  <a:pt x="395631" y="48201"/>
                </a:lnTo>
                <a:lnTo>
                  <a:pt x="384429" y="48201"/>
                </a:lnTo>
                <a:lnTo>
                  <a:pt x="384429" y="36321"/>
                </a:lnTo>
                <a:lnTo>
                  <a:pt x="395631" y="36321"/>
                </a:lnTo>
                <a:lnTo>
                  <a:pt x="395631" y="13941"/>
                </a:lnTo>
                <a:lnTo>
                  <a:pt x="410821" y="4752"/>
                </a:lnTo>
                <a:lnTo>
                  <a:pt x="410821" y="36321"/>
                </a:lnTo>
                <a:lnTo>
                  <a:pt x="426181" y="36321"/>
                </a:lnTo>
                <a:lnTo>
                  <a:pt x="426181" y="48201"/>
                </a:lnTo>
                <a:lnTo>
                  <a:pt x="410821" y="48201"/>
                </a:lnTo>
                <a:lnTo>
                  <a:pt x="410821" y="100900"/>
                </a:lnTo>
                <a:cubicBezTo>
                  <a:pt x="410821" y="105256"/>
                  <a:pt x="411090" y="108057"/>
                  <a:pt x="411627" y="109301"/>
                </a:cubicBezTo>
                <a:cubicBezTo>
                  <a:pt x="412165" y="110546"/>
                  <a:pt x="413041" y="111536"/>
                  <a:pt x="414258" y="112272"/>
                </a:cubicBezTo>
                <a:cubicBezTo>
                  <a:pt x="415474" y="113007"/>
                  <a:pt x="417214" y="113375"/>
                  <a:pt x="419477" y="113375"/>
                </a:cubicBezTo>
                <a:cubicBezTo>
                  <a:pt x="421174" y="113375"/>
                  <a:pt x="423409" y="113233"/>
                  <a:pt x="426181" y="112950"/>
                </a:cubicBezTo>
                <a:close/>
                <a:moveTo>
                  <a:pt x="489461" y="161067"/>
                </a:moveTo>
                <a:lnTo>
                  <a:pt x="489461" y="36321"/>
                </a:lnTo>
                <a:lnTo>
                  <a:pt x="503378" y="36321"/>
                </a:lnTo>
                <a:lnTo>
                  <a:pt x="503378" y="47947"/>
                </a:lnTo>
                <a:cubicBezTo>
                  <a:pt x="506659" y="43392"/>
                  <a:pt x="510365" y="39977"/>
                  <a:pt x="514495" y="37700"/>
                </a:cubicBezTo>
                <a:cubicBezTo>
                  <a:pt x="518625" y="35423"/>
                  <a:pt x="523632" y="34284"/>
                  <a:pt x="529515" y="34284"/>
                </a:cubicBezTo>
                <a:cubicBezTo>
                  <a:pt x="537210" y="34284"/>
                  <a:pt x="543998" y="36264"/>
                  <a:pt x="549882" y="40224"/>
                </a:cubicBezTo>
                <a:cubicBezTo>
                  <a:pt x="555766" y="44184"/>
                  <a:pt x="560207" y="49771"/>
                  <a:pt x="563205" y="56984"/>
                </a:cubicBezTo>
                <a:cubicBezTo>
                  <a:pt x="566204" y="64198"/>
                  <a:pt x="567703" y="72104"/>
                  <a:pt x="567703" y="80703"/>
                </a:cubicBezTo>
                <a:cubicBezTo>
                  <a:pt x="567703" y="89925"/>
                  <a:pt x="566048" y="98227"/>
                  <a:pt x="562739" y="105610"/>
                </a:cubicBezTo>
                <a:cubicBezTo>
                  <a:pt x="559429" y="112993"/>
                  <a:pt x="554620" y="118650"/>
                  <a:pt x="548312" y="122582"/>
                </a:cubicBezTo>
                <a:cubicBezTo>
                  <a:pt x="542004" y="126514"/>
                  <a:pt x="535371" y="128480"/>
                  <a:pt x="528412" y="128480"/>
                </a:cubicBezTo>
                <a:cubicBezTo>
                  <a:pt x="523321" y="128480"/>
                  <a:pt x="518752" y="127391"/>
                  <a:pt x="514707" y="125213"/>
                </a:cubicBezTo>
                <a:cubicBezTo>
                  <a:pt x="510662" y="123033"/>
                  <a:pt x="507338" y="120280"/>
                  <a:pt x="504736" y="116955"/>
                </a:cubicBezTo>
                <a:lnTo>
                  <a:pt x="504736" y="161067"/>
                </a:lnTo>
                <a:lnTo>
                  <a:pt x="489461" y="161067"/>
                </a:lnTo>
                <a:moveTo>
                  <a:pt x="503293" y="81764"/>
                </a:moveTo>
                <a:cubicBezTo>
                  <a:pt x="503293" y="93347"/>
                  <a:pt x="505641" y="101908"/>
                  <a:pt x="510337" y="107445"/>
                </a:cubicBezTo>
                <a:cubicBezTo>
                  <a:pt x="515032" y="112982"/>
                  <a:pt x="520718" y="115751"/>
                  <a:pt x="527394" y="115751"/>
                </a:cubicBezTo>
                <a:cubicBezTo>
                  <a:pt x="534183" y="115751"/>
                  <a:pt x="539996" y="112883"/>
                  <a:pt x="544833" y="107148"/>
                </a:cubicBezTo>
                <a:cubicBezTo>
                  <a:pt x="549670" y="101413"/>
                  <a:pt x="552089" y="92527"/>
                  <a:pt x="552089" y="80491"/>
                </a:cubicBezTo>
                <a:cubicBezTo>
                  <a:pt x="552089" y="69021"/>
                  <a:pt x="549727" y="60432"/>
                  <a:pt x="545003" y="54725"/>
                </a:cubicBezTo>
                <a:cubicBezTo>
                  <a:pt x="540279" y="49018"/>
                  <a:pt x="534635" y="46165"/>
                  <a:pt x="528073" y="46165"/>
                </a:cubicBezTo>
                <a:cubicBezTo>
                  <a:pt x="521567" y="46165"/>
                  <a:pt x="515810" y="49202"/>
                  <a:pt x="510804" y="55277"/>
                </a:cubicBezTo>
                <a:cubicBezTo>
                  <a:pt x="505797" y="61351"/>
                  <a:pt x="503293" y="70180"/>
                  <a:pt x="503293" y="81764"/>
                </a:cubicBezTo>
                <a:close/>
                <a:moveTo>
                  <a:pt x="580406" y="81382"/>
                </a:moveTo>
                <a:cubicBezTo>
                  <a:pt x="580406" y="64693"/>
                  <a:pt x="585045" y="52331"/>
                  <a:pt x="594323" y="44298"/>
                </a:cubicBezTo>
                <a:cubicBezTo>
                  <a:pt x="602074" y="37622"/>
                  <a:pt x="611522" y="34284"/>
                  <a:pt x="622667" y="34284"/>
                </a:cubicBezTo>
                <a:cubicBezTo>
                  <a:pt x="635056" y="34284"/>
                  <a:pt x="645183" y="38343"/>
                  <a:pt x="653047" y="46462"/>
                </a:cubicBezTo>
                <a:cubicBezTo>
                  <a:pt x="660911" y="54580"/>
                  <a:pt x="664843" y="65796"/>
                  <a:pt x="664843" y="80109"/>
                </a:cubicBezTo>
                <a:cubicBezTo>
                  <a:pt x="664843" y="91707"/>
                  <a:pt x="663103" y="100829"/>
                  <a:pt x="659624" y="107477"/>
                </a:cubicBezTo>
                <a:cubicBezTo>
                  <a:pt x="656145" y="114124"/>
                  <a:pt x="651081" y="119287"/>
                  <a:pt x="644434" y="122964"/>
                </a:cubicBezTo>
                <a:cubicBezTo>
                  <a:pt x="637786" y="126641"/>
                  <a:pt x="630531" y="128480"/>
                  <a:pt x="622667" y="128480"/>
                </a:cubicBezTo>
                <a:cubicBezTo>
                  <a:pt x="610051" y="128480"/>
                  <a:pt x="599853" y="124435"/>
                  <a:pt x="592074" y="116345"/>
                </a:cubicBezTo>
                <a:cubicBezTo>
                  <a:pt x="584295" y="108255"/>
                  <a:pt x="580406" y="96600"/>
                  <a:pt x="580406" y="81382"/>
                </a:cubicBezTo>
                <a:moveTo>
                  <a:pt x="596105" y="81340"/>
                </a:moveTo>
                <a:cubicBezTo>
                  <a:pt x="596105" y="92838"/>
                  <a:pt x="598623" y="101448"/>
                  <a:pt x="603658" y="107169"/>
                </a:cubicBezTo>
                <a:cubicBezTo>
                  <a:pt x="608693" y="112890"/>
                  <a:pt x="615029" y="115751"/>
                  <a:pt x="622667" y="115751"/>
                </a:cubicBezTo>
                <a:cubicBezTo>
                  <a:pt x="630248" y="115751"/>
                  <a:pt x="636556" y="112876"/>
                  <a:pt x="641591" y="107127"/>
                </a:cubicBezTo>
                <a:cubicBezTo>
                  <a:pt x="646626" y="101377"/>
                  <a:pt x="649143" y="92613"/>
                  <a:pt x="649143" y="80833"/>
                </a:cubicBezTo>
                <a:cubicBezTo>
                  <a:pt x="649143" y="69729"/>
                  <a:pt x="646612" y="61316"/>
                  <a:pt x="641548" y="55595"/>
                </a:cubicBezTo>
                <a:cubicBezTo>
                  <a:pt x="636485" y="49874"/>
                  <a:pt x="630191" y="47013"/>
                  <a:pt x="622667" y="47013"/>
                </a:cubicBezTo>
                <a:cubicBezTo>
                  <a:pt x="615029" y="47013"/>
                  <a:pt x="608693" y="49860"/>
                  <a:pt x="603658" y="55552"/>
                </a:cubicBezTo>
                <a:cubicBezTo>
                  <a:pt x="598623" y="61245"/>
                  <a:pt x="596105" y="69841"/>
                  <a:pt x="596105" y="81340"/>
                </a:cubicBezTo>
                <a:close/>
                <a:moveTo>
                  <a:pt x="682807" y="19688"/>
                </a:moveTo>
                <a:lnTo>
                  <a:pt x="682807" y="2037"/>
                </a:lnTo>
                <a:lnTo>
                  <a:pt x="698082" y="2037"/>
                </a:lnTo>
                <a:lnTo>
                  <a:pt x="698082" y="19688"/>
                </a:lnTo>
                <a:lnTo>
                  <a:pt x="682807" y="19688"/>
                </a:lnTo>
                <a:moveTo>
                  <a:pt x="682807" y="126443"/>
                </a:moveTo>
                <a:lnTo>
                  <a:pt x="682807" y="36321"/>
                </a:lnTo>
                <a:lnTo>
                  <a:pt x="698082" y="36321"/>
                </a:lnTo>
                <a:lnTo>
                  <a:pt x="698082" y="126443"/>
                </a:lnTo>
                <a:lnTo>
                  <a:pt x="682807" y="126443"/>
                </a:lnTo>
                <a:close/>
                <a:moveTo>
                  <a:pt x="721305" y="126443"/>
                </a:moveTo>
                <a:lnTo>
                  <a:pt x="721305" y="36321"/>
                </a:lnTo>
                <a:lnTo>
                  <a:pt x="735052" y="36321"/>
                </a:lnTo>
                <a:lnTo>
                  <a:pt x="735052" y="49050"/>
                </a:lnTo>
                <a:cubicBezTo>
                  <a:pt x="741671" y="39206"/>
                  <a:pt x="751233" y="34284"/>
                  <a:pt x="763735" y="34284"/>
                </a:cubicBezTo>
                <a:cubicBezTo>
                  <a:pt x="769167" y="34284"/>
                  <a:pt x="774159" y="35260"/>
                  <a:pt x="778713" y="37212"/>
                </a:cubicBezTo>
                <a:cubicBezTo>
                  <a:pt x="783268" y="39163"/>
                  <a:pt x="786676" y="41723"/>
                  <a:pt x="788939" y="44892"/>
                </a:cubicBezTo>
                <a:cubicBezTo>
                  <a:pt x="791202" y="48060"/>
                  <a:pt x="792786" y="51822"/>
                  <a:pt x="793691" y="56178"/>
                </a:cubicBezTo>
                <a:cubicBezTo>
                  <a:pt x="794257" y="59007"/>
                  <a:pt x="794540" y="63957"/>
                  <a:pt x="794540" y="71029"/>
                </a:cubicBezTo>
                <a:lnTo>
                  <a:pt x="794540" y="126443"/>
                </a:lnTo>
                <a:lnTo>
                  <a:pt x="779265" y="126443"/>
                </a:lnTo>
                <a:lnTo>
                  <a:pt x="779265" y="71565"/>
                </a:lnTo>
                <a:cubicBezTo>
                  <a:pt x="779265" y="65334"/>
                  <a:pt x="778671" y="60676"/>
                  <a:pt x="777483" y="57589"/>
                </a:cubicBezTo>
                <a:cubicBezTo>
                  <a:pt x="776295" y="54502"/>
                  <a:pt x="774187" y="52039"/>
                  <a:pt x="771161" y="50198"/>
                </a:cubicBezTo>
                <a:cubicBezTo>
                  <a:pt x="768134" y="48358"/>
                  <a:pt x="764584" y="47437"/>
                  <a:pt x="760511" y="47437"/>
                </a:cubicBezTo>
                <a:cubicBezTo>
                  <a:pt x="754005" y="47437"/>
                  <a:pt x="748390" y="49505"/>
                  <a:pt x="743666" y="53640"/>
                </a:cubicBezTo>
                <a:cubicBezTo>
                  <a:pt x="738942" y="57774"/>
                  <a:pt x="736580" y="65617"/>
                  <a:pt x="736580" y="77171"/>
                </a:cubicBezTo>
                <a:lnTo>
                  <a:pt x="736580" y="126443"/>
                </a:lnTo>
                <a:lnTo>
                  <a:pt x="721305" y="126443"/>
                </a:lnTo>
                <a:close/>
                <a:moveTo>
                  <a:pt x="851286" y="112950"/>
                </a:moveTo>
                <a:lnTo>
                  <a:pt x="853492" y="126443"/>
                </a:lnTo>
                <a:cubicBezTo>
                  <a:pt x="849193" y="127235"/>
                  <a:pt x="845346" y="127631"/>
                  <a:pt x="841951" y="127631"/>
                </a:cubicBezTo>
                <a:cubicBezTo>
                  <a:pt x="836407" y="127631"/>
                  <a:pt x="832107" y="126755"/>
                  <a:pt x="829052" y="125001"/>
                </a:cubicBezTo>
                <a:cubicBezTo>
                  <a:pt x="825997" y="123247"/>
                  <a:pt x="823847" y="120942"/>
                  <a:pt x="822603" y="118085"/>
                </a:cubicBezTo>
                <a:cubicBezTo>
                  <a:pt x="821358" y="115228"/>
                  <a:pt x="820736" y="109217"/>
                  <a:pt x="820736" y="100051"/>
                </a:cubicBezTo>
                <a:lnTo>
                  <a:pt x="820736" y="48201"/>
                </a:lnTo>
                <a:lnTo>
                  <a:pt x="809534" y="48201"/>
                </a:lnTo>
                <a:lnTo>
                  <a:pt x="809534" y="36321"/>
                </a:lnTo>
                <a:lnTo>
                  <a:pt x="820736" y="36321"/>
                </a:lnTo>
                <a:lnTo>
                  <a:pt x="820736" y="13941"/>
                </a:lnTo>
                <a:lnTo>
                  <a:pt x="835926" y="4752"/>
                </a:lnTo>
                <a:lnTo>
                  <a:pt x="835926" y="36321"/>
                </a:lnTo>
                <a:lnTo>
                  <a:pt x="851286" y="36321"/>
                </a:lnTo>
                <a:lnTo>
                  <a:pt x="851286" y="48201"/>
                </a:lnTo>
                <a:lnTo>
                  <a:pt x="835926" y="48201"/>
                </a:lnTo>
                <a:lnTo>
                  <a:pt x="835926" y="100900"/>
                </a:lnTo>
                <a:cubicBezTo>
                  <a:pt x="835926" y="105256"/>
                  <a:pt x="836195" y="108057"/>
                  <a:pt x="836732" y="109301"/>
                </a:cubicBezTo>
                <a:cubicBezTo>
                  <a:pt x="837270" y="110546"/>
                  <a:pt x="838146" y="111536"/>
                  <a:pt x="839363" y="112272"/>
                </a:cubicBezTo>
                <a:cubicBezTo>
                  <a:pt x="840579" y="113007"/>
                  <a:pt x="842319" y="113375"/>
                  <a:pt x="844582" y="113375"/>
                </a:cubicBezTo>
                <a:cubicBezTo>
                  <a:pt x="846279" y="113375"/>
                  <a:pt x="848514" y="113233"/>
                  <a:pt x="851286" y="112950"/>
                </a:cubicBezTo>
                <a:close/>
                <a:moveTo>
                  <a:pt x="927945" y="97421"/>
                </a:moveTo>
                <a:lnTo>
                  <a:pt x="943729" y="99373"/>
                </a:lnTo>
                <a:cubicBezTo>
                  <a:pt x="941240" y="108594"/>
                  <a:pt x="936629" y="115751"/>
                  <a:pt x="929897" y="120843"/>
                </a:cubicBezTo>
                <a:cubicBezTo>
                  <a:pt x="923164" y="125934"/>
                  <a:pt x="914565" y="128480"/>
                  <a:pt x="904099" y="128480"/>
                </a:cubicBezTo>
                <a:cubicBezTo>
                  <a:pt x="890917" y="128480"/>
                  <a:pt x="880465" y="124421"/>
                  <a:pt x="872742" y="116302"/>
                </a:cubicBezTo>
                <a:cubicBezTo>
                  <a:pt x="865020" y="108184"/>
                  <a:pt x="861159" y="96798"/>
                  <a:pt x="861159" y="82146"/>
                </a:cubicBezTo>
                <a:cubicBezTo>
                  <a:pt x="861159" y="66984"/>
                  <a:pt x="865063" y="55216"/>
                  <a:pt x="872870" y="46843"/>
                </a:cubicBezTo>
                <a:cubicBezTo>
                  <a:pt x="880677" y="38470"/>
                  <a:pt x="890804" y="34284"/>
                  <a:pt x="903250" y="34284"/>
                </a:cubicBezTo>
                <a:cubicBezTo>
                  <a:pt x="915300" y="34284"/>
                  <a:pt x="925144" y="38379"/>
                  <a:pt x="932782" y="46570"/>
                </a:cubicBezTo>
                <a:cubicBezTo>
                  <a:pt x="940419" y="54759"/>
                  <a:pt x="944238" y="66281"/>
                  <a:pt x="944238" y="81135"/>
                </a:cubicBezTo>
                <a:cubicBezTo>
                  <a:pt x="944238" y="82039"/>
                  <a:pt x="944210" y="83394"/>
                  <a:pt x="944153" y="85201"/>
                </a:cubicBezTo>
                <a:lnTo>
                  <a:pt x="876943" y="85201"/>
                </a:lnTo>
                <a:cubicBezTo>
                  <a:pt x="877509" y="95073"/>
                  <a:pt x="880309" y="102633"/>
                  <a:pt x="885344" y="107880"/>
                </a:cubicBezTo>
                <a:cubicBezTo>
                  <a:pt x="890380" y="113127"/>
                  <a:pt x="896659" y="115751"/>
                  <a:pt x="904184" y="115751"/>
                </a:cubicBezTo>
                <a:cubicBezTo>
                  <a:pt x="909784" y="115751"/>
                  <a:pt x="914565" y="114294"/>
                  <a:pt x="918525" y="111380"/>
                </a:cubicBezTo>
                <a:cubicBezTo>
                  <a:pt x="922485" y="108465"/>
                  <a:pt x="925625" y="103812"/>
                  <a:pt x="927945" y="97421"/>
                </a:cubicBezTo>
                <a:moveTo>
                  <a:pt x="877792" y="72472"/>
                </a:moveTo>
                <a:lnTo>
                  <a:pt x="928115" y="72472"/>
                </a:lnTo>
                <a:cubicBezTo>
                  <a:pt x="927436" y="65014"/>
                  <a:pt x="925512" y="59421"/>
                  <a:pt x="922344" y="55693"/>
                </a:cubicBezTo>
                <a:cubicBezTo>
                  <a:pt x="917479" y="49906"/>
                  <a:pt x="911171" y="47013"/>
                  <a:pt x="903420" y="47013"/>
                </a:cubicBezTo>
                <a:cubicBezTo>
                  <a:pt x="896405" y="47013"/>
                  <a:pt x="890507" y="49323"/>
                  <a:pt x="885726" y="53943"/>
                </a:cubicBezTo>
                <a:cubicBezTo>
                  <a:pt x="880946" y="58561"/>
                  <a:pt x="878301" y="64737"/>
                  <a:pt x="877792" y="72472"/>
                </a:cubicBezTo>
                <a:close/>
                <a:moveTo>
                  <a:pt x="962711" y="126443"/>
                </a:moveTo>
                <a:lnTo>
                  <a:pt x="962711" y="36321"/>
                </a:lnTo>
                <a:lnTo>
                  <a:pt x="976459" y="36321"/>
                </a:lnTo>
                <a:lnTo>
                  <a:pt x="976459" y="49898"/>
                </a:lnTo>
                <a:cubicBezTo>
                  <a:pt x="979967" y="43541"/>
                  <a:pt x="983205" y="39349"/>
                  <a:pt x="986176" y="37323"/>
                </a:cubicBezTo>
                <a:cubicBezTo>
                  <a:pt x="989146" y="35297"/>
                  <a:pt x="992413" y="34284"/>
                  <a:pt x="995977" y="34284"/>
                </a:cubicBezTo>
                <a:cubicBezTo>
                  <a:pt x="1001125" y="34284"/>
                  <a:pt x="1006358" y="35918"/>
                  <a:pt x="1011676" y="39185"/>
                </a:cubicBezTo>
                <a:lnTo>
                  <a:pt x="1006415" y="53293"/>
                </a:lnTo>
                <a:cubicBezTo>
                  <a:pt x="1002681" y="51087"/>
                  <a:pt x="998947" y="49983"/>
                  <a:pt x="995213" y="49983"/>
                </a:cubicBezTo>
                <a:cubicBezTo>
                  <a:pt x="991875" y="49983"/>
                  <a:pt x="988877" y="50989"/>
                  <a:pt x="986218" y="53001"/>
                </a:cubicBezTo>
                <a:cubicBezTo>
                  <a:pt x="983559" y="55011"/>
                  <a:pt x="981664" y="57800"/>
                  <a:pt x="980532" y="61368"/>
                </a:cubicBezTo>
                <a:cubicBezTo>
                  <a:pt x="978835" y="66804"/>
                  <a:pt x="977986" y="72751"/>
                  <a:pt x="977986" y="79207"/>
                </a:cubicBezTo>
                <a:lnTo>
                  <a:pt x="977986" y="126443"/>
                </a:lnTo>
                <a:lnTo>
                  <a:pt x="962711" y="126443"/>
                </a:lnTo>
                <a:close/>
                <a:moveTo>
                  <a:pt x="1102421" y="112950"/>
                </a:moveTo>
                <a:lnTo>
                  <a:pt x="1104627" y="126443"/>
                </a:lnTo>
                <a:cubicBezTo>
                  <a:pt x="1100328" y="127235"/>
                  <a:pt x="1096481" y="127631"/>
                  <a:pt x="1093086" y="127631"/>
                </a:cubicBezTo>
                <a:cubicBezTo>
                  <a:pt x="1087542" y="127631"/>
                  <a:pt x="1083242" y="126755"/>
                  <a:pt x="1080187" y="125001"/>
                </a:cubicBezTo>
                <a:cubicBezTo>
                  <a:pt x="1077132" y="123247"/>
                  <a:pt x="1074983" y="120942"/>
                  <a:pt x="1073738" y="118085"/>
                </a:cubicBezTo>
                <a:cubicBezTo>
                  <a:pt x="1072493" y="115228"/>
                  <a:pt x="1071871" y="109217"/>
                  <a:pt x="1071871" y="100051"/>
                </a:cubicBezTo>
                <a:lnTo>
                  <a:pt x="1071871" y="48201"/>
                </a:lnTo>
                <a:lnTo>
                  <a:pt x="1060669" y="48201"/>
                </a:lnTo>
                <a:lnTo>
                  <a:pt x="1060669" y="36321"/>
                </a:lnTo>
                <a:lnTo>
                  <a:pt x="1071871" y="36321"/>
                </a:lnTo>
                <a:lnTo>
                  <a:pt x="1071871" y="13941"/>
                </a:lnTo>
                <a:lnTo>
                  <a:pt x="1087061" y="4752"/>
                </a:lnTo>
                <a:lnTo>
                  <a:pt x="1087061" y="36321"/>
                </a:lnTo>
                <a:lnTo>
                  <a:pt x="1102421" y="36321"/>
                </a:lnTo>
                <a:lnTo>
                  <a:pt x="1102421" y="48201"/>
                </a:lnTo>
                <a:lnTo>
                  <a:pt x="1087061" y="48201"/>
                </a:lnTo>
                <a:lnTo>
                  <a:pt x="1087061" y="100900"/>
                </a:lnTo>
                <a:cubicBezTo>
                  <a:pt x="1087061" y="105256"/>
                  <a:pt x="1087330" y="108057"/>
                  <a:pt x="1087867" y="109301"/>
                </a:cubicBezTo>
                <a:cubicBezTo>
                  <a:pt x="1088405" y="110546"/>
                  <a:pt x="1089282" y="111536"/>
                  <a:pt x="1090498" y="112272"/>
                </a:cubicBezTo>
                <a:cubicBezTo>
                  <a:pt x="1091714" y="113007"/>
                  <a:pt x="1093454" y="113375"/>
                  <a:pt x="1095717" y="113375"/>
                </a:cubicBezTo>
                <a:cubicBezTo>
                  <a:pt x="1097414" y="113375"/>
                  <a:pt x="1099649" y="113233"/>
                  <a:pt x="1102421" y="112950"/>
                </a:cubicBezTo>
                <a:close/>
                <a:moveTo>
                  <a:pt x="1111700" y="81382"/>
                </a:moveTo>
                <a:cubicBezTo>
                  <a:pt x="1111700" y="64693"/>
                  <a:pt x="1116339" y="52331"/>
                  <a:pt x="1125617" y="44298"/>
                </a:cubicBezTo>
                <a:cubicBezTo>
                  <a:pt x="1133368" y="37622"/>
                  <a:pt x="1142816" y="34284"/>
                  <a:pt x="1153961" y="34284"/>
                </a:cubicBezTo>
                <a:cubicBezTo>
                  <a:pt x="1166351" y="34284"/>
                  <a:pt x="1176477" y="38343"/>
                  <a:pt x="1184341" y="46462"/>
                </a:cubicBezTo>
                <a:cubicBezTo>
                  <a:pt x="1192205" y="54580"/>
                  <a:pt x="1196137" y="65796"/>
                  <a:pt x="1196137" y="80109"/>
                </a:cubicBezTo>
                <a:cubicBezTo>
                  <a:pt x="1196137" y="91707"/>
                  <a:pt x="1194397" y="100829"/>
                  <a:pt x="1190918" y="107477"/>
                </a:cubicBezTo>
                <a:cubicBezTo>
                  <a:pt x="1187439" y="114124"/>
                  <a:pt x="1182375" y="119287"/>
                  <a:pt x="1175728" y="122964"/>
                </a:cubicBezTo>
                <a:cubicBezTo>
                  <a:pt x="1169080" y="126641"/>
                  <a:pt x="1161825" y="128480"/>
                  <a:pt x="1153961" y="128480"/>
                </a:cubicBezTo>
                <a:cubicBezTo>
                  <a:pt x="1141345" y="128480"/>
                  <a:pt x="1131147" y="124435"/>
                  <a:pt x="1123368" y="116345"/>
                </a:cubicBezTo>
                <a:cubicBezTo>
                  <a:pt x="1115589" y="108255"/>
                  <a:pt x="1111700" y="96600"/>
                  <a:pt x="1111700" y="81382"/>
                </a:cubicBezTo>
                <a:moveTo>
                  <a:pt x="1127399" y="81340"/>
                </a:moveTo>
                <a:cubicBezTo>
                  <a:pt x="1127399" y="92838"/>
                  <a:pt x="1129917" y="101448"/>
                  <a:pt x="1134952" y="107169"/>
                </a:cubicBezTo>
                <a:cubicBezTo>
                  <a:pt x="1139987" y="112890"/>
                  <a:pt x="1146323" y="115751"/>
                  <a:pt x="1153961" y="115751"/>
                </a:cubicBezTo>
                <a:cubicBezTo>
                  <a:pt x="1161542" y="115751"/>
                  <a:pt x="1167850" y="112876"/>
                  <a:pt x="1172885" y="107127"/>
                </a:cubicBezTo>
                <a:cubicBezTo>
                  <a:pt x="1177920" y="101377"/>
                  <a:pt x="1180438" y="92613"/>
                  <a:pt x="1180438" y="80833"/>
                </a:cubicBezTo>
                <a:cubicBezTo>
                  <a:pt x="1180438" y="69729"/>
                  <a:pt x="1177906" y="61316"/>
                  <a:pt x="1172843" y="55595"/>
                </a:cubicBezTo>
                <a:cubicBezTo>
                  <a:pt x="1167779" y="49874"/>
                  <a:pt x="1161485" y="47013"/>
                  <a:pt x="1153961" y="47013"/>
                </a:cubicBezTo>
                <a:cubicBezTo>
                  <a:pt x="1146323" y="47013"/>
                  <a:pt x="1139987" y="49860"/>
                  <a:pt x="1134952" y="55552"/>
                </a:cubicBezTo>
                <a:cubicBezTo>
                  <a:pt x="1129917" y="61245"/>
                  <a:pt x="1127399" y="69841"/>
                  <a:pt x="1127399" y="81340"/>
                </a:cubicBezTo>
                <a:close/>
                <a:moveTo>
                  <a:pt x="1262162" y="126443"/>
                </a:moveTo>
                <a:lnTo>
                  <a:pt x="1262162" y="36321"/>
                </a:lnTo>
                <a:lnTo>
                  <a:pt x="1275909" y="36321"/>
                </a:lnTo>
                <a:lnTo>
                  <a:pt x="1275909" y="49898"/>
                </a:lnTo>
                <a:cubicBezTo>
                  <a:pt x="1279417" y="43541"/>
                  <a:pt x="1282656" y="39349"/>
                  <a:pt x="1285626" y="37323"/>
                </a:cubicBezTo>
                <a:cubicBezTo>
                  <a:pt x="1288596" y="35297"/>
                  <a:pt x="1291863" y="34284"/>
                  <a:pt x="1295427" y="34284"/>
                </a:cubicBezTo>
                <a:cubicBezTo>
                  <a:pt x="1300576" y="34284"/>
                  <a:pt x="1305809" y="35918"/>
                  <a:pt x="1311127" y="39185"/>
                </a:cubicBezTo>
                <a:lnTo>
                  <a:pt x="1305865" y="53293"/>
                </a:lnTo>
                <a:cubicBezTo>
                  <a:pt x="1302131" y="51087"/>
                  <a:pt x="1298398" y="49983"/>
                  <a:pt x="1294664" y="49983"/>
                </a:cubicBezTo>
                <a:cubicBezTo>
                  <a:pt x="1291326" y="49983"/>
                  <a:pt x="1288327" y="50989"/>
                  <a:pt x="1285668" y="53001"/>
                </a:cubicBezTo>
                <a:cubicBezTo>
                  <a:pt x="1283009" y="55011"/>
                  <a:pt x="1281114" y="57800"/>
                  <a:pt x="1279983" y="61368"/>
                </a:cubicBezTo>
                <a:cubicBezTo>
                  <a:pt x="1278285" y="66804"/>
                  <a:pt x="1277437" y="72751"/>
                  <a:pt x="1277437" y="79207"/>
                </a:cubicBezTo>
                <a:lnTo>
                  <a:pt x="1277437" y="126443"/>
                </a:lnTo>
                <a:lnTo>
                  <a:pt x="1262162" y="126443"/>
                </a:lnTo>
                <a:close/>
                <a:moveTo>
                  <a:pt x="1334293" y="126443"/>
                </a:moveTo>
                <a:lnTo>
                  <a:pt x="1320121" y="126443"/>
                </a:lnTo>
                <a:lnTo>
                  <a:pt x="1320121" y="2037"/>
                </a:lnTo>
                <a:lnTo>
                  <a:pt x="1335396" y="2037"/>
                </a:lnTo>
                <a:lnTo>
                  <a:pt x="1335396" y="46584"/>
                </a:lnTo>
                <a:cubicBezTo>
                  <a:pt x="1341845" y="38384"/>
                  <a:pt x="1350077" y="34284"/>
                  <a:pt x="1360090" y="34284"/>
                </a:cubicBezTo>
                <a:cubicBezTo>
                  <a:pt x="1365635" y="34284"/>
                  <a:pt x="1370882" y="35401"/>
                  <a:pt x="1375832" y="37636"/>
                </a:cubicBezTo>
                <a:cubicBezTo>
                  <a:pt x="1380782" y="39871"/>
                  <a:pt x="1384856" y="43011"/>
                  <a:pt x="1388052" y="47056"/>
                </a:cubicBezTo>
                <a:cubicBezTo>
                  <a:pt x="1391249" y="51101"/>
                  <a:pt x="1393752" y="55980"/>
                  <a:pt x="1395562" y="61694"/>
                </a:cubicBezTo>
                <a:cubicBezTo>
                  <a:pt x="1397373" y="67408"/>
                  <a:pt x="1398278" y="73518"/>
                  <a:pt x="1398278" y="80024"/>
                </a:cubicBezTo>
                <a:cubicBezTo>
                  <a:pt x="1398278" y="95469"/>
                  <a:pt x="1394459" y="107406"/>
                  <a:pt x="1386822" y="115836"/>
                </a:cubicBezTo>
                <a:cubicBezTo>
                  <a:pt x="1379184" y="124265"/>
                  <a:pt x="1370019" y="128480"/>
                  <a:pt x="1359327" y="128480"/>
                </a:cubicBezTo>
                <a:cubicBezTo>
                  <a:pt x="1348691" y="128480"/>
                  <a:pt x="1340346" y="123982"/>
                  <a:pt x="1334293" y="114987"/>
                </a:cubicBezTo>
                <a:lnTo>
                  <a:pt x="1334293" y="126443"/>
                </a:lnTo>
                <a:moveTo>
                  <a:pt x="1334123" y="80706"/>
                </a:moveTo>
                <a:cubicBezTo>
                  <a:pt x="1334123" y="91458"/>
                  <a:pt x="1335594" y="99228"/>
                  <a:pt x="1338536" y="104013"/>
                </a:cubicBezTo>
                <a:cubicBezTo>
                  <a:pt x="1343344" y="111838"/>
                  <a:pt x="1349851" y="115751"/>
                  <a:pt x="1358054" y="115751"/>
                </a:cubicBezTo>
                <a:cubicBezTo>
                  <a:pt x="1364730" y="115751"/>
                  <a:pt x="1370500" y="112866"/>
                  <a:pt x="1375365" y="107095"/>
                </a:cubicBezTo>
                <a:cubicBezTo>
                  <a:pt x="1380231" y="101324"/>
                  <a:pt x="1382664" y="92725"/>
                  <a:pt x="1382664" y="81297"/>
                </a:cubicBezTo>
                <a:cubicBezTo>
                  <a:pt x="1382664" y="69588"/>
                  <a:pt x="1380330" y="60947"/>
                  <a:pt x="1375663" y="55375"/>
                </a:cubicBezTo>
                <a:cubicBezTo>
                  <a:pt x="1370995" y="49800"/>
                  <a:pt x="1365352" y="47013"/>
                  <a:pt x="1358733" y="47013"/>
                </a:cubicBezTo>
                <a:cubicBezTo>
                  <a:pt x="1352057" y="47013"/>
                  <a:pt x="1346286" y="49898"/>
                  <a:pt x="1341421" y="55669"/>
                </a:cubicBezTo>
                <a:cubicBezTo>
                  <a:pt x="1336556" y="61440"/>
                  <a:pt x="1334123" y="69785"/>
                  <a:pt x="1334123" y="80706"/>
                </a:cubicBezTo>
                <a:close/>
                <a:moveTo>
                  <a:pt x="1406653" y="126443"/>
                </a:moveTo>
                <a:lnTo>
                  <a:pt x="1439579" y="79600"/>
                </a:lnTo>
                <a:lnTo>
                  <a:pt x="1409114" y="36321"/>
                </a:lnTo>
                <a:lnTo>
                  <a:pt x="1428208" y="36321"/>
                </a:lnTo>
                <a:lnTo>
                  <a:pt x="1442040" y="57451"/>
                </a:lnTo>
                <a:cubicBezTo>
                  <a:pt x="1444642" y="61468"/>
                  <a:pt x="1446736" y="64834"/>
                  <a:pt x="1448320" y="67550"/>
                </a:cubicBezTo>
                <a:cubicBezTo>
                  <a:pt x="1450809" y="63816"/>
                  <a:pt x="1453100" y="60506"/>
                  <a:pt x="1455194" y="57621"/>
                </a:cubicBezTo>
                <a:lnTo>
                  <a:pt x="1470384" y="36321"/>
                </a:lnTo>
                <a:lnTo>
                  <a:pt x="1488629" y="36321"/>
                </a:lnTo>
                <a:lnTo>
                  <a:pt x="1457485" y="78751"/>
                </a:lnTo>
                <a:lnTo>
                  <a:pt x="1491005" y="126443"/>
                </a:lnTo>
                <a:lnTo>
                  <a:pt x="1472251" y="126443"/>
                </a:lnTo>
                <a:lnTo>
                  <a:pt x="1453751" y="98439"/>
                </a:lnTo>
                <a:lnTo>
                  <a:pt x="1448829" y="90886"/>
                </a:lnTo>
                <a:lnTo>
                  <a:pt x="1425153" y="126443"/>
                </a:lnTo>
                <a:lnTo>
                  <a:pt x="1406653" y="126443"/>
                </a:lnTo>
                <a:close/>
                <a:moveTo>
                  <a:pt x="1546364" y="81382"/>
                </a:moveTo>
                <a:cubicBezTo>
                  <a:pt x="1546364" y="64693"/>
                  <a:pt x="1551003" y="52331"/>
                  <a:pt x="1560281" y="44298"/>
                </a:cubicBezTo>
                <a:cubicBezTo>
                  <a:pt x="1568032" y="37622"/>
                  <a:pt x="1577480" y="34284"/>
                  <a:pt x="1588625" y="34284"/>
                </a:cubicBezTo>
                <a:cubicBezTo>
                  <a:pt x="1601014" y="34284"/>
                  <a:pt x="1611141" y="38343"/>
                  <a:pt x="1619005" y="46462"/>
                </a:cubicBezTo>
                <a:cubicBezTo>
                  <a:pt x="1626869" y="54580"/>
                  <a:pt x="1630801" y="65796"/>
                  <a:pt x="1630801" y="80109"/>
                </a:cubicBezTo>
                <a:cubicBezTo>
                  <a:pt x="1630801" y="91707"/>
                  <a:pt x="1629061" y="100829"/>
                  <a:pt x="1625582" y="107477"/>
                </a:cubicBezTo>
                <a:cubicBezTo>
                  <a:pt x="1622102" y="114124"/>
                  <a:pt x="1617039" y="119287"/>
                  <a:pt x="1610392" y="122964"/>
                </a:cubicBezTo>
                <a:cubicBezTo>
                  <a:pt x="1603744" y="126641"/>
                  <a:pt x="1596489" y="128480"/>
                  <a:pt x="1588625" y="128480"/>
                </a:cubicBezTo>
                <a:cubicBezTo>
                  <a:pt x="1576009" y="128480"/>
                  <a:pt x="1565811" y="124435"/>
                  <a:pt x="1558032" y="116345"/>
                </a:cubicBezTo>
                <a:cubicBezTo>
                  <a:pt x="1550253" y="108255"/>
                  <a:pt x="1546364" y="96600"/>
                  <a:pt x="1546364" y="81382"/>
                </a:cubicBezTo>
                <a:moveTo>
                  <a:pt x="1562063" y="81340"/>
                </a:moveTo>
                <a:cubicBezTo>
                  <a:pt x="1562063" y="92838"/>
                  <a:pt x="1564581" y="101448"/>
                  <a:pt x="1569616" y="107169"/>
                </a:cubicBezTo>
                <a:cubicBezTo>
                  <a:pt x="1574651" y="112890"/>
                  <a:pt x="1580987" y="115751"/>
                  <a:pt x="1588625" y="115751"/>
                </a:cubicBezTo>
                <a:cubicBezTo>
                  <a:pt x="1596206" y="115751"/>
                  <a:pt x="1602514" y="112876"/>
                  <a:pt x="1607549" y="107127"/>
                </a:cubicBezTo>
                <a:cubicBezTo>
                  <a:pt x="1612584" y="101377"/>
                  <a:pt x="1615101" y="92613"/>
                  <a:pt x="1615101" y="80833"/>
                </a:cubicBezTo>
                <a:cubicBezTo>
                  <a:pt x="1615101" y="69729"/>
                  <a:pt x="1612570" y="61316"/>
                  <a:pt x="1607506" y="55595"/>
                </a:cubicBezTo>
                <a:cubicBezTo>
                  <a:pt x="1602443" y="49874"/>
                  <a:pt x="1596149" y="47013"/>
                  <a:pt x="1588625" y="47013"/>
                </a:cubicBezTo>
                <a:cubicBezTo>
                  <a:pt x="1580987" y="47013"/>
                  <a:pt x="1574651" y="49860"/>
                  <a:pt x="1569616" y="55552"/>
                </a:cubicBezTo>
                <a:cubicBezTo>
                  <a:pt x="1564581" y="61245"/>
                  <a:pt x="1562063" y="69841"/>
                  <a:pt x="1562063" y="81340"/>
                </a:cubicBezTo>
                <a:close/>
                <a:moveTo>
                  <a:pt x="1652329" y="126443"/>
                </a:moveTo>
                <a:lnTo>
                  <a:pt x="1652329" y="48201"/>
                </a:lnTo>
                <a:lnTo>
                  <a:pt x="1638836" y="48201"/>
                </a:lnTo>
                <a:lnTo>
                  <a:pt x="1638836" y="36321"/>
                </a:lnTo>
                <a:lnTo>
                  <a:pt x="1652329" y="36321"/>
                </a:lnTo>
                <a:lnTo>
                  <a:pt x="1652329" y="26753"/>
                </a:lnTo>
                <a:cubicBezTo>
                  <a:pt x="1652329" y="20713"/>
                  <a:pt x="1652867" y="16226"/>
                  <a:pt x="1653941" y="13291"/>
                </a:cubicBezTo>
                <a:cubicBezTo>
                  <a:pt x="1655412" y="9342"/>
                  <a:pt x="1658001" y="6139"/>
                  <a:pt x="1661706" y="3684"/>
                </a:cubicBezTo>
                <a:cubicBezTo>
                  <a:pt x="1665412" y="1228"/>
                  <a:pt x="1670603" y="0"/>
                  <a:pt x="1677278" y="0"/>
                </a:cubicBezTo>
                <a:cubicBezTo>
                  <a:pt x="1681578" y="0"/>
                  <a:pt x="1686330" y="509"/>
                  <a:pt x="1691535" y="1528"/>
                </a:cubicBezTo>
                <a:lnTo>
                  <a:pt x="1689244" y="14851"/>
                </a:lnTo>
                <a:cubicBezTo>
                  <a:pt x="1686076" y="14285"/>
                  <a:pt x="1683077" y="14002"/>
                  <a:pt x="1680248" y="14002"/>
                </a:cubicBezTo>
                <a:cubicBezTo>
                  <a:pt x="1675609" y="14002"/>
                  <a:pt x="1672328" y="14989"/>
                  <a:pt x="1670405" y="16962"/>
                </a:cubicBezTo>
                <a:cubicBezTo>
                  <a:pt x="1668481" y="18935"/>
                  <a:pt x="1667519" y="22626"/>
                  <a:pt x="1667519" y="28036"/>
                </a:cubicBezTo>
                <a:lnTo>
                  <a:pt x="1667519" y="36321"/>
                </a:lnTo>
                <a:lnTo>
                  <a:pt x="1685086" y="36321"/>
                </a:lnTo>
                <a:lnTo>
                  <a:pt x="1685086" y="48201"/>
                </a:lnTo>
                <a:lnTo>
                  <a:pt x="1667519" y="48201"/>
                </a:lnTo>
                <a:lnTo>
                  <a:pt x="1667519" y="126443"/>
                </a:lnTo>
                <a:lnTo>
                  <a:pt x="1652329" y="126443"/>
                </a:lnTo>
                <a:close/>
                <a:moveTo>
                  <a:pt x="1778661" y="112950"/>
                </a:moveTo>
                <a:lnTo>
                  <a:pt x="1780868" y="126443"/>
                </a:lnTo>
                <a:cubicBezTo>
                  <a:pt x="1776568" y="127235"/>
                  <a:pt x="1772721" y="127631"/>
                  <a:pt x="1769326" y="127631"/>
                </a:cubicBezTo>
                <a:cubicBezTo>
                  <a:pt x="1763782" y="127631"/>
                  <a:pt x="1759483" y="126755"/>
                  <a:pt x="1756428" y="125001"/>
                </a:cubicBezTo>
                <a:cubicBezTo>
                  <a:pt x="1753373" y="123247"/>
                  <a:pt x="1751223" y="120942"/>
                  <a:pt x="1749978" y="118085"/>
                </a:cubicBezTo>
                <a:cubicBezTo>
                  <a:pt x="1748733" y="115228"/>
                  <a:pt x="1748111" y="109217"/>
                  <a:pt x="1748111" y="100051"/>
                </a:cubicBezTo>
                <a:lnTo>
                  <a:pt x="1748111" y="48201"/>
                </a:lnTo>
                <a:lnTo>
                  <a:pt x="1736909" y="48201"/>
                </a:lnTo>
                <a:lnTo>
                  <a:pt x="1736909" y="36321"/>
                </a:lnTo>
                <a:lnTo>
                  <a:pt x="1748111" y="36321"/>
                </a:lnTo>
                <a:lnTo>
                  <a:pt x="1748111" y="13941"/>
                </a:lnTo>
                <a:lnTo>
                  <a:pt x="1763301" y="4752"/>
                </a:lnTo>
                <a:lnTo>
                  <a:pt x="1763301" y="36321"/>
                </a:lnTo>
                <a:lnTo>
                  <a:pt x="1778661" y="36321"/>
                </a:lnTo>
                <a:lnTo>
                  <a:pt x="1778661" y="48201"/>
                </a:lnTo>
                <a:lnTo>
                  <a:pt x="1763301" y="48201"/>
                </a:lnTo>
                <a:lnTo>
                  <a:pt x="1763301" y="100900"/>
                </a:lnTo>
                <a:cubicBezTo>
                  <a:pt x="1763301" y="105256"/>
                  <a:pt x="1763570" y="108057"/>
                  <a:pt x="1764107" y="109301"/>
                </a:cubicBezTo>
                <a:cubicBezTo>
                  <a:pt x="1764645" y="110546"/>
                  <a:pt x="1765522" y="111536"/>
                  <a:pt x="1766738" y="112272"/>
                </a:cubicBezTo>
                <a:cubicBezTo>
                  <a:pt x="1767955" y="113007"/>
                  <a:pt x="1769694" y="113375"/>
                  <a:pt x="1771957" y="113375"/>
                </a:cubicBezTo>
                <a:cubicBezTo>
                  <a:pt x="1773654" y="113375"/>
                  <a:pt x="1775889" y="113233"/>
                  <a:pt x="1778661" y="112950"/>
                </a:cubicBezTo>
                <a:close/>
                <a:moveTo>
                  <a:pt x="1793626" y="126443"/>
                </a:moveTo>
                <a:lnTo>
                  <a:pt x="1793626" y="2037"/>
                </a:lnTo>
                <a:lnTo>
                  <a:pt x="1808901" y="2037"/>
                </a:lnTo>
                <a:lnTo>
                  <a:pt x="1808901" y="46674"/>
                </a:lnTo>
                <a:cubicBezTo>
                  <a:pt x="1816029" y="38414"/>
                  <a:pt x="1825024" y="34284"/>
                  <a:pt x="1835887" y="34284"/>
                </a:cubicBezTo>
                <a:cubicBezTo>
                  <a:pt x="1842562" y="34284"/>
                  <a:pt x="1848361" y="35599"/>
                  <a:pt x="1853283" y="38230"/>
                </a:cubicBezTo>
                <a:cubicBezTo>
                  <a:pt x="1858205" y="40861"/>
                  <a:pt x="1861727" y="44496"/>
                  <a:pt x="1863848" y="49135"/>
                </a:cubicBezTo>
                <a:cubicBezTo>
                  <a:pt x="1865970" y="53774"/>
                  <a:pt x="1867031" y="60506"/>
                  <a:pt x="1867031" y="69332"/>
                </a:cubicBezTo>
                <a:lnTo>
                  <a:pt x="1867031" y="126443"/>
                </a:lnTo>
                <a:lnTo>
                  <a:pt x="1851756" y="126443"/>
                </a:lnTo>
                <a:lnTo>
                  <a:pt x="1851756" y="69332"/>
                </a:lnTo>
                <a:cubicBezTo>
                  <a:pt x="1851756" y="61694"/>
                  <a:pt x="1850101" y="56136"/>
                  <a:pt x="1846791" y="52656"/>
                </a:cubicBezTo>
                <a:cubicBezTo>
                  <a:pt x="1843482" y="49177"/>
                  <a:pt x="1838800" y="47437"/>
                  <a:pt x="1832747" y="47437"/>
                </a:cubicBezTo>
                <a:cubicBezTo>
                  <a:pt x="1828221" y="47437"/>
                  <a:pt x="1823964" y="48611"/>
                  <a:pt x="1819975" y="50959"/>
                </a:cubicBezTo>
                <a:cubicBezTo>
                  <a:pt x="1815987" y="53307"/>
                  <a:pt x="1813144" y="56489"/>
                  <a:pt x="1811447" y="60506"/>
                </a:cubicBezTo>
                <a:cubicBezTo>
                  <a:pt x="1809749" y="64523"/>
                  <a:pt x="1808901" y="70067"/>
                  <a:pt x="1808901" y="77139"/>
                </a:cubicBezTo>
                <a:lnTo>
                  <a:pt x="1808901" y="126443"/>
                </a:lnTo>
                <a:lnTo>
                  <a:pt x="1793626" y="126443"/>
                </a:lnTo>
                <a:close/>
                <a:moveTo>
                  <a:pt x="1951950" y="97421"/>
                </a:moveTo>
                <a:lnTo>
                  <a:pt x="1967735" y="99373"/>
                </a:lnTo>
                <a:cubicBezTo>
                  <a:pt x="1965245" y="108594"/>
                  <a:pt x="1960635" y="115751"/>
                  <a:pt x="1953902" y="120843"/>
                </a:cubicBezTo>
                <a:cubicBezTo>
                  <a:pt x="1947170" y="125934"/>
                  <a:pt x="1938571" y="128480"/>
                  <a:pt x="1928104" y="128480"/>
                </a:cubicBezTo>
                <a:cubicBezTo>
                  <a:pt x="1914923" y="128480"/>
                  <a:pt x="1904471" y="124421"/>
                  <a:pt x="1896748" y="116302"/>
                </a:cubicBezTo>
                <a:cubicBezTo>
                  <a:pt x="1889026" y="108184"/>
                  <a:pt x="1885165" y="96798"/>
                  <a:pt x="1885165" y="82146"/>
                </a:cubicBezTo>
                <a:cubicBezTo>
                  <a:pt x="1885165" y="66984"/>
                  <a:pt x="1889068" y="55216"/>
                  <a:pt x="1896875" y="46843"/>
                </a:cubicBezTo>
                <a:cubicBezTo>
                  <a:pt x="1904683" y="38470"/>
                  <a:pt x="1914810" y="34284"/>
                  <a:pt x="1927256" y="34284"/>
                </a:cubicBezTo>
                <a:cubicBezTo>
                  <a:pt x="1939306" y="34284"/>
                  <a:pt x="1949150" y="38379"/>
                  <a:pt x="1956788" y="46570"/>
                </a:cubicBezTo>
                <a:cubicBezTo>
                  <a:pt x="1964425" y="54759"/>
                  <a:pt x="1968244" y="66281"/>
                  <a:pt x="1968244" y="81135"/>
                </a:cubicBezTo>
                <a:cubicBezTo>
                  <a:pt x="1968244" y="82039"/>
                  <a:pt x="1968216" y="83394"/>
                  <a:pt x="1968159" y="85201"/>
                </a:cubicBezTo>
                <a:lnTo>
                  <a:pt x="1900949" y="85201"/>
                </a:lnTo>
                <a:cubicBezTo>
                  <a:pt x="1901515" y="95073"/>
                  <a:pt x="1904315" y="102633"/>
                  <a:pt x="1909350" y="107880"/>
                </a:cubicBezTo>
                <a:cubicBezTo>
                  <a:pt x="1914385" y="113127"/>
                  <a:pt x="1920665" y="115751"/>
                  <a:pt x="1928189" y="115751"/>
                </a:cubicBezTo>
                <a:cubicBezTo>
                  <a:pt x="1933790" y="115751"/>
                  <a:pt x="1938571" y="114294"/>
                  <a:pt x="1942531" y="111380"/>
                </a:cubicBezTo>
                <a:cubicBezTo>
                  <a:pt x="1946491" y="108465"/>
                  <a:pt x="1949631" y="103812"/>
                  <a:pt x="1951950" y="97421"/>
                </a:cubicBezTo>
                <a:moveTo>
                  <a:pt x="1901797" y="72472"/>
                </a:moveTo>
                <a:lnTo>
                  <a:pt x="1952120" y="72472"/>
                </a:lnTo>
                <a:cubicBezTo>
                  <a:pt x="1951441" y="65014"/>
                  <a:pt x="1949518" y="59421"/>
                  <a:pt x="1946350" y="55693"/>
                </a:cubicBezTo>
                <a:cubicBezTo>
                  <a:pt x="1941484" y="49906"/>
                  <a:pt x="1935176" y="47013"/>
                  <a:pt x="1927426" y="47013"/>
                </a:cubicBezTo>
                <a:cubicBezTo>
                  <a:pt x="1920410" y="47013"/>
                  <a:pt x="1914512" y="49323"/>
                  <a:pt x="1909732" y="53943"/>
                </a:cubicBezTo>
                <a:cubicBezTo>
                  <a:pt x="1904951" y="58561"/>
                  <a:pt x="1902307" y="64737"/>
                  <a:pt x="1901797" y="72472"/>
                </a:cubicBezTo>
                <a:close/>
                <a:moveTo>
                  <a:pt x="2094011" y="115316"/>
                </a:moveTo>
                <a:cubicBezTo>
                  <a:pt x="2088354" y="120128"/>
                  <a:pt x="2082908" y="123525"/>
                  <a:pt x="2077675" y="125507"/>
                </a:cubicBezTo>
                <a:cubicBezTo>
                  <a:pt x="2072442" y="127489"/>
                  <a:pt x="2066827" y="128480"/>
                  <a:pt x="2060830" y="128480"/>
                </a:cubicBezTo>
                <a:cubicBezTo>
                  <a:pt x="2050930" y="128480"/>
                  <a:pt x="2043321" y="126060"/>
                  <a:pt x="2038003" y="121219"/>
                </a:cubicBezTo>
                <a:cubicBezTo>
                  <a:pt x="2032685" y="116378"/>
                  <a:pt x="2030026" y="110193"/>
                  <a:pt x="2030026" y="102664"/>
                </a:cubicBezTo>
                <a:cubicBezTo>
                  <a:pt x="2030026" y="98249"/>
                  <a:pt x="2031030" y="94216"/>
                  <a:pt x="2033038" y="90566"/>
                </a:cubicBezTo>
                <a:cubicBezTo>
                  <a:pt x="2035047" y="86913"/>
                  <a:pt x="2037677" y="83983"/>
                  <a:pt x="2040930" y="81774"/>
                </a:cubicBezTo>
                <a:cubicBezTo>
                  <a:pt x="2044183" y="79566"/>
                  <a:pt x="2047846" y="77897"/>
                  <a:pt x="2051920" y="76765"/>
                </a:cubicBezTo>
                <a:cubicBezTo>
                  <a:pt x="2054918" y="75971"/>
                  <a:pt x="2059444" y="75207"/>
                  <a:pt x="2065498" y="74471"/>
                </a:cubicBezTo>
                <a:cubicBezTo>
                  <a:pt x="2077831" y="73011"/>
                  <a:pt x="2086911" y="71269"/>
                  <a:pt x="2092738" y="69247"/>
                </a:cubicBezTo>
                <a:cubicBezTo>
                  <a:pt x="2092795" y="67162"/>
                  <a:pt x="2092823" y="65838"/>
                  <a:pt x="2092823" y="65274"/>
                </a:cubicBezTo>
                <a:cubicBezTo>
                  <a:pt x="2092823" y="59074"/>
                  <a:pt x="2091380" y="54706"/>
                  <a:pt x="2088495" y="52171"/>
                </a:cubicBezTo>
                <a:cubicBezTo>
                  <a:pt x="2084591" y="48733"/>
                  <a:pt x="2078793" y="47013"/>
                  <a:pt x="2071098" y="47013"/>
                </a:cubicBezTo>
                <a:cubicBezTo>
                  <a:pt x="2063914" y="47013"/>
                  <a:pt x="2058610" y="48272"/>
                  <a:pt x="2055187" y="50790"/>
                </a:cubicBezTo>
                <a:cubicBezTo>
                  <a:pt x="2051764" y="53307"/>
                  <a:pt x="2049233" y="57762"/>
                  <a:pt x="2047592" y="64155"/>
                </a:cubicBezTo>
                <a:lnTo>
                  <a:pt x="2032656" y="62118"/>
                </a:lnTo>
                <a:cubicBezTo>
                  <a:pt x="2034014" y="55706"/>
                  <a:pt x="2036249" y="50528"/>
                  <a:pt x="2039360" y="46584"/>
                </a:cubicBezTo>
                <a:cubicBezTo>
                  <a:pt x="2042472" y="42639"/>
                  <a:pt x="2046970" y="39604"/>
                  <a:pt x="2052853" y="37477"/>
                </a:cubicBezTo>
                <a:cubicBezTo>
                  <a:pt x="2058737" y="35348"/>
                  <a:pt x="2065554" y="34284"/>
                  <a:pt x="2073305" y="34284"/>
                </a:cubicBezTo>
                <a:cubicBezTo>
                  <a:pt x="2080999" y="34284"/>
                  <a:pt x="2087250" y="35189"/>
                  <a:pt x="2092059" y="37000"/>
                </a:cubicBezTo>
                <a:cubicBezTo>
                  <a:pt x="2096868" y="38810"/>
                  <a:pt x="2100404" y="41087"/>
                  <a:pt x="2102667" y="43831"/>
                </a:cubicBezTo>
                <a:cubicBezTo>
                  <a:pt x="2104930" y="46575"/>
                  <a:pt x="2106514" y="50040"/>
                  <a:pt x="2107419" y="54226"/>
                </a:cubicBezTo>
                <a:cubicBezTo>
                  <a:pt x="2107928" y="56829"/>
                  <a:pt x="2108183" y="61524"/>
                  <a:pt x="2108183" y="68313"/>
                </a:cubicBezTo>
                <a:lnTo>
                  <a:pt x="2108183" y="88680"/>
                </a:lnTo>
                <a:cubicBezTo>
                  <a:pt x="2108183" y="102880"/>
                  <a:pt x="2108508" y="111861"/>
                  <a:pt x="2109159" y="115624"/>
                </a:cubicBezTo>
                <a:cubicBezTo>
                  <a:pt x="2109809" y="119386"/>
                  <a:pt x="2111096" y="122992"/>
                  <a:pt x="2113020" y="126443"/>
                </a:cubicBezTo>
                <a:lnTo>
                  <a:pt x="2097066" y="126443"/>
                </a:lnTo>
                <a:cubicBezTo>
                  <a:pt x="2095482" y="123272"/>
                  <a:pt x="2094464" y="119563"/>
                  <a:pt x="2094011" y="115316"/>
                </a:cubicBezTo>
                <a:moveTo>
                  <a:pt x="2092738" y="81127"/>
                </a:moveTo>
                <a:cubicBezTo>
                  <a:pt x="2087194" y="83410"/>
                  <a:pt x="2078877" y="85349"/>
                  <a:pt x="2067789" y="86946"/>
                </a:cubicBezTo>
                <a:cubicBezTo>
                  <a:pt x="2061509" y="87854"/>
                  <a:pt x="2057068" y="88877"/>
                  <a:pt x="2054466" y="90014"/>
                </a:cubicBezTo>
                <a:cubicBezTo>
                  <a:pt x="2051863" y="91149"/>
                  <a:pt x="2049855" y="92811"/>
                  <a:pt x="2048440" y="95000"/>
                </a:cubicBezTo>
                <a:cubicBezTo>
                  <a:pt x="2047026" y="97187"/>
                  <a:pt x="2046319" y="99615"/>
                  <a:pt x="2046319" y="102284"/>
                </a:cubicBezTo>
                <a:cubicBezTo>
                  <a:pt x="2046319" y="106374"/>
                  <a:pt x="2047861" y="109782"/>
                  <a:pt x="2050944" y="112510"/>
                </a:cubicBezTo>
                <a:cubicBezTo>
                  <a:pt x="2054027" y="115236"/>
                  <a:pt x="2058539" y="116599"/>
                  <a:pt x="2064479" y="116599"/>
                </a:cubicBezTo>
                <a:cubicBezTo>
                  <a:pt x="2070363" y="116599"/>
                  <a:pt x="2075596" y="115306"/>
                  <a:pt x="2080179" y="112720"/>
                </a:cubicBezTo>
                <a:cubicBezTo>
                  <a:pt x="2084761" y="110133"/>
                  <a:pt x="2088127" y="106595"/>
                  <a:pt x="2090277" y="102104"/>
                </a:cubicBezTo>
                <a:cubicBezTo>
                  <a:pt x="2091918" y="98635"/>
                  <a:pt x="2092738" y="93519"/>
                  <a:pt x="2092738" y="86755"/>
                </a:cubicBezTo>
                <a:lnTo>
                  <a:pt x="2092738" y="81127"/>
                </a:lnTo>
                <a:close/>
                <a:moveTo>
                  <a:pt x="2131833" y="161067"/>
                </a:moveTo>
                <a:lnTo>
                  <a:pt x="2131833" y="36321"/>
                </a:lnTo>
                <a:lnTo>
                  <a:pt x="2145750" y="36321"/>
                </a:lnTo>
                <a:lnTo>
                  <a:pt x="2145750" y="47947"/>
                </a:lnTo>
                <a:cubicBezTo>
                  <a:pt x="2149031" y="43392"/>
                  <a:pt x="2152737" y="39977"/>
                  <a:pt x="2156867" y="37700"/>
                </a:cubicBezTo>
                <a:cubicBezTo>
                  <a:pt x="2160997" y="35423"/>
                  <a:pt x="2166004" y="34284"/>
                  <a:pt x="2171887" y="34284"/>
                </a:cubicBezTo>
                <a:cubicBezTo>
                  <a:pt x="2179581" y="34284"/>
                  <a:pt x="2186370" y="36264"/>
                  <a:pt x="2192254" y="40224"/>
                </a:cubicBezTo>
                <a:cubicBezTo>
                  <a:pt x="2198138" y="44184"/>
                  <a:pt x="2202579" y="49771"/>
                  <a:pt x="2205577" y="56984"/>
                </a:cubicBezTo>
                <a:cubicBezTo>
                  <a:pt x="2208576" y="64198"/>
                  <a:pt x="2210075" y="72104"/>
                  <a:pt x="2210075" y="80703"/>
                </a:cubicBezTo>
                <a:cubicBezTo>
                  <a:pt x="2210075" y="89925"/>
                  <a:pt x="2208420" y="98227"/>
                  <a:pt x="2205111" y="105610"/>
                </a:cubicBezTo>
                <a:cubicBezTo>
                  <a:pt x="2201801" y="112993"/>
                  <a:pt x="2196992" y="118650"/>
                  <a:pt x="2190684" y="122582"/>
                </a:cubicBezTo>
                <a:cubicBezTo>
                  <a:pt x="2184376" y="126514"/>
                  <a:pt x="2177743" y="128480"/>
                  <a:pt x="2170784" y="128480"/>
                </a:cubicBezTo>
                <a:cubicBezTo>
                  <a:pt x="2165692" y="128480"/>
                  <a:pt x="2161124" y="127391"/>
                  <a:pt x="2157079" y="125213"/>
                </a:cubicBezTo>
                <a:cubicBezTo>
                  <a:pt x="2153034" y="123033"/>
                  <a:pt x="2149710" y="120280"/>
                  <a:pt x="2147108" y="116955"/>
                </a:cubicBezTo>
                <a:lnTo>
                  <a:pt x="2147108" y="161067"/>
                </a:lnTo>
                <a:lnTo>
                  <a:pt x="2131833" y="161067"/>
                </a:lnTo>
                <a:moveTo>
                  <a:pt x="2145665" y="81764"/>
                </a:moveTo>
                <a:cubicBezTo>
                  <a:pt x="2145665" y="93347"/>
                  <a:pt x="2148013" y="101908"/>
                  <a:pt x="2152709" y="107445"/>
                </a:cubicBezTo>
                <a:cubicBezTo>
                  <a:pt x="2157404" y="112982"/>
                  <a:pt x="2163090" y="115751"/>
                  <a:pt x="2169766" y="115751"/>
                </a:cubicBezTo>
                <a:cubicBezTo>
                  <a:pt x="2176555" y="115751"/>
                  <a:pt x="2182368" y="112883"/>
                  <a:pt x="2187205" y="107148"/>
                </a:cubicBezTo>
                <a:cubicBezTo>
                  <a:pt x="2192042" y="101413"/>
                  <a:pt x="2194460" y="92527"/>
                  <a:pt x="2194460" y="80491"/>
                </a:cubicBezTo>
                <a:cubicBezTo>
                  <a:pt x="2194460" y="69021"/>
                  <a:pt x="2192098" y="60432"/>
                  <a:pt x="2187374" y="54725"/>
                </a:cubicBezTo>
                <a:cubicBezTo>
                  <a:pt x="2182651" y="49018"/>
                  <a:pt x="2177007" y="46165"/>
                  <a:pt x="2170445" y="46165"/>
                </a:cubicBezTo>
                <a:cubicBezTo>
                  <a:pt x="2163939" y="46165"/>
                  <a:pt x="2158182" y="49202"/>
                  <a:pt x="2153175" y="55277"/>
                </a:cubicBezTo>
                <a:cubicBezTo>
                  <a:pt x="2148169" y="61351"/>
                  <a:pt x="2145665" y="70180"/>
                  <a:pt x="2145665" y="81764"/>
                </a:cubicBezTo>
                <a:close/>
                <a:moveTo>
                  <a:pt x="2228463" y="161067"/>
                </a:moveTo>
                <a:lnTo>
                  <a:pt x="2228463" y="36321"/>
                </a:lnTo>
                <a:lnTo>
                  <a:pt x="2242380" y="36321"/>
                </a:lnTo>
                <a:lnTo>
                  <a:pt x="2242380" y="47947"/>
                </a:lnTo>
                <a:cubicBezTo>
                  <a:pt x="2245662" y="43392"/>
                  <a:pt x="2249367" y="39977"/>
                  <a:pt x="2253497" y="37700"/>
                </a:cubicBezTo>
                <a:cubicBezTo>
                  <a:pt x="2257627" y="35423"/>
                  <a:pt x="2262634" y="34284"/>
                  <a:pt x="2268518" y="34284"/>
                </a:cubicBezTo>
                <a:cubicBezTo>
                  <a:pt x="2276212" y="34284"/>
                  <a:pt x="2283001" y="36264"/>
                  <a:pt x="2288884" y="40224"/>
                </a:cubicBezTo>
                <a:cubicBezTo>
                  <a:pt x="2294768" y="44184"/>
                  <a:pt x="2299209" y="49771"/>
                  <a:pt x="2302208" y="56984"/>
                </a:cubicBezTo>
                <a:cubicBezTo>
                  <a:pt x="2305206" y="64198"/>
                  <a:pt x="2306705" y="72104"/>
                  <a:pt x="2306705" y="80703"/>
                </a:cubicBezTo>
                <a:cubicBezTo>
                  <a:pt x="2306705" y="89925"/>
                  <a:pt x="2305050" y="98227"/>
                  <a:pt x="2301741" y="105610"/>
                </a:cubicBezTo>
                <a:cubicBezTo>
                  <a:pt x="2298431" y="112993"/>
                  <a:pt x="2293622" y="118650"/>
                  <a:pt x="2287314" y="122582"/>
                </a:cubicBezTo>
                <a:cubicBezTo>
                  <a:pt x="2281006" y="126514"/>
                  <a:pt x="2274373" y="128480"/>
                  <a:pt x="2267414" y="128480"/>
                </a:cubicBezTo>
                <a:cubicBezTo>
                  <a:pt x="2262323" y="128480"/>
                  <a:pt x="2257754" y="127391"/>
                  <a:pt x="2253709" y="125213"/>
                </a:cubicBezTo>
                <a:cubicBezTo>
                  <a:pt x="2249664" y="123033"/>
                  <a:pt x="2246341" y="120280"/>
                  <a:pt x="2243738" y="116955"/>
                </a:cubicBezTo>
                <a:lnTo>
                  <a:pt x="2243738" y="161067"/>
                </a:lnTo>
                <a:lnTo>
                  <a:pt x="2228463" y="161067"/>
                </a:lnTo>
                <a:moveTo>
                  <a:pt x="2242296" y="81764"/>
                </a:moveTo>
                <a:cubicBezTo>
                  <a:pt x="2242296" y="93347"/>
                  <a:pt x="2244643" y="101908"/>
                  <a:pt x="2249339" y="107445"/>
                </a:cubicBezTo>
                <a:cubicBezTo>
                  <a:pt x="2254035" y="112982"/>
                  <a:pt x="2259720" y="115751"/>
                  <a:pt x="2266396" y="115751"/>
                </a:cubicBezTo>
                <a:cubicBezTo>
                  <a:pt x="2273185" y="115751"/>
                  <a:pt x="2278998" y="112883"/>
                  <a:pt x="2283835" y="107148"/>
                </a:cubicBezTo>
                <a:cubicBezTo>
                  <a:pt x="2288672" y="101413"/>
                  <a:pt x="2291091" y="92527"/>
                  <a:pt x="2291091" y="80491"/>
                </a:cubicBezTo>
                <a:cubicBezTo>
                  <a:pt x="2291091" y="69021"/>
                  <a:pt x="2288729" y="60432"/>
                  <a:pt x="2284005" y="54725"/>
                </a:cubicBezTo>
                <a:cubicBezTo>
                  <a:pt x="2279281" y="49018"/>
                  <a:pt x="2273638" y="46165"/>
                  <a:pt x="2267075" y="46165"/>
                </a:cubicBezTo>
                <a:cubicBezTo>
                  <a:pt x="2260569" y="46165"/>
                  <a:pt x="2254813" y="49202"/>
                  <a:pt x="2249806" y="55277"/>
                </a:cubicBezTo>
                <a:cubicBezTo>
                  <a:pt x="2244799" y="61351"/>
                  <a:pt x="2242296" y="70180"/>
                  <a:pt x="2242296" y="81764"/>
                </a:cubicBezTo>
                <a:close/>
                <a:moveTo>
                  <a:pt x="2324754" y="126443"/>
                </a:moveTo>
                <a:lnTo>
                  <a:pt x="2324754" y="2037"/>
                </a:lnTo>
                <a:lnTo>
                  <a:pt x="2340029" y="2037"/>
                </a:lnTo>
                <a:lnTo>
                  <a:pt x="2340029" y="126443"/>
                </a:lnTo>
                <a:lnTo>
                  <a:pt x="2324754" y="126443"/>
                </a:lnTo>
                <a:close/>
                <a:moveTo>
                  <a:pt x="2363761" y="19688"/>
                </a:moveTo>
                <a:lnTo>
                  <a:pt x="2363761" y="2037"/>
                </a:lnTo>
                <a:lnTo>
                  <a:pt x="2379036" y="2037"/>
                </a:lnTo>
                <a:lnTo>
                  <a:pt x="2379036" y="19688"/>
                </a:lnTo>
                <a:lnTo>
                  <a:pt x="2363761" y="19688"/>
                </a:lnTo>
                <a:moveTo>
                  <a:pt x="2363761" y="126443"/>
                </a:moveTo>
                <a:lnTo>
                  <a:pt x="2363761" y="36321"/>
                </a:lnTo>
                <a:lnTo>
                  <a:pt x="2379036" y="36321"/>
                </a:lnTo>
                <a:lnTo>
                  <a:pt x="2379036" y="126443"/>
                </a:lnTo>
                <a:lnTo>
                  <a:pt x="2363761" y="126443"/>
                </a:lnTo>
                <a:close/>
                <a:moveTo>
                  <a:pt x="2461068" y="93347"/>
                </a:moveTo>
                <a:lnTo>
                  <a:pt x="2476089" y="95299"/>
                </a:lnTo>
                <a:cubicBezTo>
                  <a:pt x="2474448" y="105679"/>
                  <a:pt x="2470247" y="113804"/>
                  <a:pt x="2463487" y="119676"/>
                </a:cubicBezTo>
                <a:cubicBezTo>
                  <a:pt x="2456726" y="125545"/>
                  <a:pt x="2448424" y="128480"/>
                  <a:pt x="2438580" y="128480"/>
                </a:cubicBezTo>
                <a:cubicBezTo>
                  <a:pt x="2426247" y="128480"/>
                  <a:pt x="2416332" y="124449"/>
                  <a:pt x="2408836" y="116387"/>
                </a:cubicBezTo>
                <a:cubicBezTo>
                  <a:pt x="2401340" y="108325"/>
                  <a:pt x="2397592" y="96770"/>
                  <a:pt x="2397592" y="81721"/>
                </a:cubicBezTo>
                <a:cubicBezTo>
                  <a:pt x="2397592" y="71991"/>
                  <a:pt x="2399204" y="63476"/>
                  <a:pt x="2402429" y="56178"/>
                </a:cubicBezTo>
                <a:cubicBezTo>
                  <a:pt x="2405654" y="48880"/>
                  <a:pt x="2410561" y="43407"/>
                  <a:pt x="2417152" y="39758"/>
                </a:cubicBezTo>
                <a:cubicBezTo>
                  <a:pt x="2423743" y="36108"/>
                  <a:pt x="2430914" y="34284"/>
                  <a:pt x="2438665" y="34284"/>
                </a:cubicBezTo>
                <a:cubicBezTo>
                  <a:pt x="2448452" y="34284"/>
                  <a:pt x="2456457" y="36767"/>
                  <a:pt x="2462680" y="41733"/>
                </a:cubicBezTo>
                <a:cubicBezTo>
                  <a:pt x="2468904" y="46698"/>
                  <a:pt x="2472892" y="53747"/>
                  <a:pt x="2474646" y="62882"/>
                </a:cubicBezTo>
                <a:lnTo>
                  <a:pt x="2459795" y="65173"/>
                </a:lnTo>
                <a:cubicBezTo>
                  <a:pt x="2458381" y="59148"/>
                  <a:pt x="2455877" y="54615"/>
                  <a:pt x="2452285" y="51574"/>
                </a:cubicBezTo>
                <a:cubicBezTo>
                  <a:pt x="2448692" y="48534"/>
                  <a:pt x="2444350" y="47013"/>
                  <a:pt x="2439259" y="47013"/>
                </a:cubicBezTo>
                <a:cubicBezTo>
                  <a:pt x="2431565" y="47013"/>
                  <a:pt x="2425313" y="49758"/>
                  <a:pt x="2420504" y="55247"/>
                </a:cubicBezTo>
                <a:cubicBezTo>
                  <a:pt x="2415696" y="60735"/>
                  <a:pt x="2413291" y="69418"/>
                  <a:pt x="2413291" y="81297"/>
                </a:cubicBezTo>
                <a:cubicBezTo>
                  <a:pt x="2413291" y="93346"/>
                  <a:pt x="2415611" y="102101"/>
                  <a:pt x="2420250" y="107562"/>
                </a:cubicBezTo>
                <a:cubicBezTo>
                  <a:pt x="2424889" y="113021"/>
                  <a:pt x="2430942" y="115751"/>
                  <a:pt x="2438410" y="115751"/>
                </a:cubicBezTo>
                <a:cubicBezTo>
                  <a:pt x="2444407" y="115751"/>
                  <a:pt x="2449414" y="113919"/>
                  <a:pt x="2453431" y="110256"/>
                </a:cubicBezTo>
                <a:cubicBezTo>
                  <a:pt x="2457447" y="106593"/>
                  <a:pt x="2459993" y="100957"/>
                  <a:pt x="2461068" y="93347"/>
                </a:cubicBezTo>
                <a:close/>
                <a:moveTo>
                  <a:pt x="2547966" y="115316"/>
                </a:moveTo>
                <a:cubicBezTo>
                  <a:pt x="2542309" y="120128"/>
                  <a:pt x="2536863" y="123525"/>
                  <a:pt x="2531630" y="125507"/>
                </a:cubicBezTo>
                <a:cubicBezTo>
                  <a:pt x="2526397" y="127489"/>
                  <a:pt x="2520782" y="128480"/>
                  <a:pt x="2514785" y="128480"/>
                </a:cubicBezTo>
                <a:cubicBezTo>
                  <a:pt x="2504885" y="128480"/>
                  <a:pt x="2497276" y="126060"/>
                  <a:pt x="2491958" y="121219"/>
                </a:cubicBezTo>
                <a:cubicBezTo>
                  <a:pt x="2486640" y="116378"/>
                  <a:pt x="2483981" y="110193"/>
                  <a:pt x="2483981" y="102664"/>
                </a:cubicBezTo>
                <a:cubicBezTo>
                  <a:pt x="2483981" y="98249"/>
                  <a:pt x="2484985" y="94216"/>
                  <a:pt x="2486993" y="90566"/>
                </a:cubicBezTo>
                <a:cubicBezTo>
                  <a:pt x="2489002" y="86913"/>
                  <a:pt x="2491632" y="83983"/>
                  <a:pt x="2494885" y="81774"/>
                </a:cubicBezTo>
                <a:cubicBezTo>
                  <a:pt x="2498138" y="79566"/>
                  <a:pt x="2501801" y="77897"/>
                  <a:pt x="2505875" y="76765"/>
                </a:cubicBezTo>
                <a:cubicBezTo>
                  <a:pt x="2508873" y="75971"/>
                  <a:pt x="2513399" y="75207"/>
                  <a:pt x="2519453" y="74471"/>
                </a:cubicBezTo>
                <a:cubicBezTo>
                  <a:pt x="2531786" y="73011"/>
                  <a:pt x="2540866" y="71269"/>
                  <a:pt x="2546693" y="69247"/>
                </a:cubicBezTo>
                <a:cubicBezTo>
                  <a:pt x="2546750" y="67162"/>
                  <a:pt x="2546778" y="65838"/>
                  <a:pt x="2546778" y="65274"/>
                </a:cubicBezTo>
                <a:cubicBezTo>
                  <a:pt x="2546778" y="59074"/>
                  <a:pt x="2545335" y="54706"/>
                  <a:pt x="2542450" y="52171"/>
                </a:cubicBezTo>
                <a:cubicBezTo>
                  <a:pt x="2538546" y="48733"/>
                  <a:pt x="2532748" y="47013"/>
                  <a:pt x="2525053" y="47013"/>
                </a:cubicBezTo>
                <a:cubicBezTo>
                  <a:pt x="2517869" y="47013"/>
                  <a:pt x="2512565" y="48272"/>
                  <a:pt x="2509142" y="50790"/>
                </a:cubicBezTo>
                <a:cubicBezTo>
                  <a:pt x="2505719" y="53307"/>
                  <a:pt x="2503188" y="57762"/>
                  <a:pt x="2501547" y="64155"/>
                </a:cubicBezTo>
                <a:lnTo>
                  <a:pt x="2486611" y="62118"/>
                </a:lnTo>
                <a:cubicBezTo>
                  <a:pt x="2487969" y="55706"/>
                  <a:pt x="2490204" y="50528"/>
                  <a:pt x="2493315" y="46584"/>
                </a:cubicBezTo>
                <a:cubicBezTo>
                  <a:pt x="2496427" y="42639"/>
                  <a:pt x="2500925" y="39604"/>
                  <a:pt x="2506808" y="37477"/>
                </a:cubicBezTo>
                <a:cubicBezTo>
                  <a:pt x="2512692" y="35348"/>
                  <a:pt x="2519509" y="34284"/>
                  <a:pt x="2527260" y="34284"/>
                </a:cubicBezTo>
                <a:cubicBezTo>
                  <a:pt x="2534954" y="34284"/>
                  <a:pt x="2541205" y="35189"/>
                  <a:pt x="2546014" y="37000"/>
                </a:cubicBezTo>
                <a:cubicBezTo>
                  <a:pt x="2550823" y="38810"/>
                  <a:pt x="2554359" y="41087"/>
                  <a:pt x="2556622" y="43831"/>
                </a:cubicBezTo>
                <a:cubicBezTo>
                  <a:pt x="2558885" y="46575"/>
                  <a:pt x="2560469" y="50040"/>
                  <a:pt x="2561374" y="54226"/>
                </a:cubicBezTo>
                <a:cubicBezTo>
                  <a:pt x="2561883" y="56829"/>
                  <a:pt x="2562138" y="61524"/>
                  <a:pt x="2562138" y="68313"/>
                </a:cubicBezTo>
                <a:lnTo>
                  <a:pt x="2562138" y="88680"/>
                </a:lnTo>
                <a:cubicBezTo>
                  <a:pt x="2562138" y="102880"/>
                  <a:pt x="2562463" y="111861"/>
                  <a:pt x="2563114" y="115624"/>
                </a:cubicBezTo>
                <a:cubicBezTo>
                  <a:pt x="2563764" y="119386"/>
                  <a:pt x="2565051" y="122992"/>
                  <a:pt x="2566975" y="126443"/>
                </a:cubicBezTo>
                <a:lnTo>
                  <a:pt x="2551021" y="126443"/>
                </a:lnTo>
                <a:cubicBezTo>
                  <a:pt x="2549437" y="123272"/>
                  <a:pt x="2548419" y="119563"/>
                  <a:pt x="2547966" y="115316"/>
                </a:cubicBezTo>
                <a:moveTo>
                  <a:pt x="2546693" y="81127"/>
                </a:moveTo>
                <a:cubicBezTo>
                  <a:pt x="2541149" y="83410"/>
                  <a:pt x="2532832" y="85349"/>
                  <a:pt x="2521744" y="86946"/>
                </a:cubicBezTo>
                <a:cubicBezTo>
                  <a:pt x="2515464" y="87854"/>
                  <a:pt x="2511023" y="88877"/>
                  <a:pt x="2508421" y="90014"/>
                </a:cubicBezTo>
                <a:cubicBezTo>
                  <a:pt x="2505818" y="91149"/>
                  <a:pt x="2503810" y="92811"/>
                  <a:pt x="2502396" y="95000"/>
                </a:cubicBezTo>
                <a:cubicBezTo>
                  <a:pt x="2500981" y="97187"/>
                  <a:pt x="2500274" y="99615"/>
                  <a:pt x="2500274" y="102284"/>
                </a:cubicBezTo>
                <a:cubicBezTo>
                  <a:pt x="2500274" y="106374"/>
                  <a:pt x="2501816" y="109782"/>
                  <a:pt x="2504899" y="112510"/>
                </a:cubicBezTo>
                <a:cubicBezTo>
                  <a:pt x="2507982" y="115236"/>
                  <a:pt x="2512494" y="116599"/>
                  <a:pt x="2518434" y="116599"/>
                </a:cubicBezTo>
                <a:cubicBezTo>
                  <a:pt x="2524318" y="116599"/>
                  <a:pt x="2529551" y="115306"/>
                  <a:pt x="2534134" y="112720"/>
                </a:cubicBezTo>
                <a:cubicBezTo>
                  <a:pt x="2538716" y="110133"/>
                  <a:pt x="2542082" y="106595"/>
                  <a:pt x="2544232" y="102104"/>
                </a:cubicBezTo>
                <a:cubicBezTo>
                  <a:pt x="2545873" y="98635"/>
                  <a:pt x="2546693" y="93519"/>
                  <a:pt x="2546693" y="86755"/>
                </a:cubicBezTo>
                <a:lnTo>
                  <a:pt x="2546693" y="81127"/>
                </a:lnTo>
                <a:close/>
                <a:moveTo>
                  <a:pt x="2619138" y="112950"/>
                </a:moveTo>
                <a:lnTo>
                  <a:pt x="2621344" y="126443"/>
                </a:lnTo>
                <a:cubicBezTo>
                  <a:pt x="2617045" y="127235"/>
                  <a:pt x="2613198" y="127631"/>
                  <a:pt x="2609803" y="127631"/>
                </a:cubicBezTo>
                <a:cubicBezTo>
                  <a:pt x="2604259" y="127631"/>
                  <a:pt x="2599959" y="126755"/>
                  <a:pt x="2596904" y="125001"/>
                </a:cubicBezTo>
                <a:cubicBezTo>
                  <a:pt x="2593849" y="123247"/>
                  <a:pt x="2591700" y="120942"/>
                  <a:pt x="2590455" y="118085"/>
                </a:cubicBezTo>
                <a:cubicBezTo>
                  <a:pt x="2589210" y="115228"/>
                  <a:pt x="2588588" y="109217"/>
                  <a:pt x="2588588" y="100051"/>
                </a:cubicBezTo>
                <a:lnTo>
                  <a:pt x="2588588" y="48201"/>
                </a:lnTo>
                <a:lnTo>
                  <a:pt x="2577386" y="48201"/>
                </a:lnTo>
                <a:lnTo>
                  <a:pt x="2577386" y="36321"/>
                </a:lnTo>
                <a:lnTo>
                  <a:pt x="2588588" y="36321"/>
                </a:lnTo>
                <a:lnTo>
                  <a:pt x="2588588" y="13941"/>
                </a:lnTo>
                <a:lnTo>
                  <a:pt x="2603778" y="4752"/>
                </a:lnTo>
                <a:lnTo>
                  <a:pt x="2603778" y="36321"/>
                </a:lnTo>
                <a:lnTo>
                  <a:pt x="2619138" y="36321"/>
                </a:lnTo>
                <a:lnTo>
                  <a:pt x="2619138" y="48201"/>
                </a:lnTo>
                <a:lnTo>
                  <a:pt x="2603778" y="48201"/>
                </a:lnTo>
                <a:lnTo>
                  <a:pt x="2603778" y="100900"/>
                </a:lnTo>
                <a:cubicBezTo>
                  <a:pt x="2603778" y="105256"/>
                  <a:pt x="2604047" y="108057"/>
                  <a:pt x="2604584" y="109301"/>
                </a:cubicBezTo>
                <a:cubicBezTo>
                  <a:pt x="2605122" y="110546"/>
                  <a:pt x="2605999" y="111536"/>
                  <a:pt x="2607215" y="112272"/>
                </a:cubicBezTo>
                <a:cubicBezTo>
                  <a:pt x="2608431" y="113007"/>
                  <a:pt x="2610171" y="113375"/>
                  <a:pt x="2612434" y="113375"/>
                </a:cubicBezTo>
                <a:cubicBezTo>
                  <a:pt x="2614131" y="113375"/>
                  <a:pt x="2616366" y="113233"/>
                  <a:pt x="2619138" y="112950"/>
                </a:cubicBezTo>
                <a:close/>
                <a:moveTo>
                  <a:pt x="2634188" y="19688"/>
                </a:moveTo>
                <a:lnTo>
                  <a:pt x="2634188" y="2037"/>
                </a:lnTo>
                <a:lnTo>
                  <a:pt x="2649463" y="2037"/>
                </a:lnTo>
                <a:lnTo>
                  <a:pt x="2649463" y="19688"/>
                </a:lnTo>
                <a:lnTo>
                  <a:pt x="2634188" y="19688"/>
                </a:lnTo>
                <a:moveTo>
                  <a:pt x="2634188" y="126443"/>
                </a:moveTo>
                <a:lnTo>
                  <a:pt x="2634188" y="36321"/>
                </a:lnTo>
                <a:lnTo>
                  <a:pt x="2649463" y="36321"/>
                </a:lnTo>
                <a:lnTo>
                  <a:pt x="2649463" y="126443"/>
                </a:lnTo>
                <a:lnTo>
                  <a:pt x="2634188" y="126443"/>
                </a:lnTo>
                <a:close/>
                <a:moveTo>
                  <a:pt x="2667000" y="81382"/>
                </a:moveTo>
                <a:cubicBezTo>
                  <a:pt x="2667000" y="64693"/>
                  <a:pt x="2671639" y="52331"/>
                  <a:pt x="2680917" y="44298"/>
                </a:cubicBezTo>
                <a:cubicBezTo>
                  <a:pt x="2688668" y="37622"/>
                  <a:pt x="2698116" y="34284"/>
                  <a:pt x="2709261" y="34284"/>
                </a:cubicBezTo>
                <a:cubicBezTo>
                  <a:pt x="2721651" y="34284"/>
                  <a:pt x="2731778" y="38343"/>
                  <a:pt x="2739641" y="46462"/>
                </a:cubicBezTo>
                <a:cubicBezTo>
                  <a:pt x="2747505" y="54580"/>
                  <a:pt x="2751437" y="65796"/>
                  <a:pt x="2751437" y="80109"/>
                </a:cubicBezTo>
                <a:cubicBezTo>
                  <a:pt x="2751437" y="91707"/>
                  <a:pt x="2749697" y="100829"/>
                  <a:pt x="2746218" y="107477"/>
                </a:cubicBezTo>
                <a:cubicBezTo>
                  <a:pt x="2742739" y="114124"/>
                  <a:pt x="2737675" y="119287"/>
                  <a:pt x="2731028" y="122964"/>
                </a:cubicBezTo>
                <a:cubicBezTo>
                  <a:pt x="2724380" y="126641"/>
                  <a:pt x="2717125" y="128480"/>
                  <a:pt x="2709261" y="128480"/>
                </a:cubicBezTo>
                <a:cubicBezTo>
                  <a:pt x="2696645" y="128480"/>
                  <a:pt x="2686447" y="124435"/>
                  <a:pt x="2678669" y="116345"/>
                </a:cubicBezTo>
                <a:cubicBezTo>
                  <a:pt x="2670890" y="108255"/>
                  <a:pt x="2667000" y="96600"/>
                  <a:pt x="2667000" y="81382"/>
                </a:cubicBezTo>
                <a:moveTo>
                  <a:pt x="2682699" y="81340"/>
                </a:moveTo>
                <a:cubicBezTo>
                  <a:pt x="2682699" y="92838"/>
                  <a:pt x="2685217" y="101448"/>
                  <a:pt x="2690252" y="107169"/>
                </a:cubicBezTo>
                <a:cubicBezTo>
                  <a:pt x="2695287" y="112890"/>
                  <a:pt x="2701623" y="115751"/>
                  <a:pt x="2709261" y="115751"/>
                </a:cubicBezTo>
                <a:cubicBezTo>
                  <a:pt x="2716842" y="115751"/>
                  <a:pt x="2723150" y="112876"/>
                  <a:pt x="2728185" y="107127"/>
                </a:cubicBezTo>
                <a:cubicBezTo>
                  <a:pt x="2733220" y="101377"/>
                  <a:pt x="2735738" y="92613"/>
                  <a:pt x="2735738" y="80833"/>
                </a:cubicBezTo>
                <a:cubicBezTo>
                  <a:pt x="2735738" y="69729"/>
                  <a:pt x="2733206" y="61316"/>
                  <a:pt x="2728143" y="55595"/>
                </a:cubicBezTo>
                <a:cubicBezTo>
                  <a:pt x="2723079" y="49874"/>
                  <a:pt x="2716785" y="47013"/>
                  <a:pt x="2709261" y="47013"/>
                </a:cubicBezTo>
                <a:cubicBezTo>
                  <a:pt x="2701623" y="47013"/>
                  <a:pt x="2695287" y="49860"/>
                  <a:pt x="2690252" y="55552"/>
                </a:cubicBezTo>
                <a:cubicBezTo>
                  <a:pt x="2685217" y="61245"/>
                  <a:pt x="2682699" y="69841"/>
                  <a:pt x="2682699" y="81340"/>
                </a:cubicBezTo>
                <a:close/>
                <a:moveTo>
                  <a:pt x="2769316" y="126443"/>
                </a:moveTo>
                <a:lnTo>
                  <a:pt x="2769316" y="36321"/>
                </a:lnTo>
                <a:lnTo>
                  <a:pt x="2783064" y="36321"/>
                </a:lnTo>
                <a:lnTo>
                  <a:pt x="2783064" y="49050"/>
                </a:lnTo>
                <a:cubicBezTo>
                  <a:pt x="2789683" y="39206"/>
                  <a:pt x="2799244" y="34284"/>
                  <a:pt x="2811747" y="34284"/>
                </a:cubicBezTo>
                <a:cubicBezTo>
                  <a:pt x="2817178" y="34284"/>
                  <a:pt x="2822171" y="35260"/>
                  <a:pt x="2826725" y="37212"/>
                </a:cubicBezTo>
                <a:cubicBezTo>
                  <a:pt x="2831279" y="39163"/>
                  <a:pt x="2834688" y="41723"/>
                  <a:pt x="2836951" y="44892"/>
                </a:cubicBezTo>
                <a:cubicBezTo>
                  <a:pt x="2839214" y="48060"/>
                  <a:pt x="2840798" y="51822"/>
                  <a:pt x="2841703" y="56178"/>
                </a:cubicBezTo>
                <a:cubicBezTo>
                  <a:pt x="2842269" y="59007"/>
                  <a:pt x="2842551" y="63957"/>
                  <a:pt x="2842551" y="71029"/>
                </a:cubicBezTo>
                <a:lnTo>
                  <a:pt x="2842551" y="126443"/>
                </a:lnTo>
                <a:lnTo>
                  <a:pt x="2827276" y="126443"/>
                </a:lnTo>
                <a:lnTo>
                  <a:pt x="2827276" y="71565"/>
                </a:lnTo>
                <a:cubicBezTo>
                  <a:pt x="2827276" y="65334"/>
                  <a:pt x="2826682" y="60676"/>
                  <a:pt x="2825494" y="57589"/>
                </a:cubicBezTo>
                <a:cubicBezTo>
                  <a:pt x="2824306" y="54502"/>
                  <a:pt x="2822199" y="52039"/>
                  <a:pt x="2819172" y="50198"/>
                </a:cubicBezTo>
                <a:cubicBezTo>
                  <a:pt x="2816145" y="48358"/>
                  <a:pt x="2812595" y="47437"/>
                  <a:pt x="2808522" y="47437"/>
                </a:cubicBezTo>
                <a:cubicBezTo>
                  <a:pt x="2802016" y="47437"/>
                  <a:pt x="2796401" y="49505"/>
                  <a:pt x="2791677" y="53640"/>
                </a:cubicBezTo>
                <a:cubicBezTo>
                  <a:pt x="2786953" y="57774"/>
                  <a:pt x="2784591" y="65617"/>
                  <a:pt x="2784591" y="77171"/>
                </a:cubicBezTo>
                <a:lnTo>
                  <a:pt x="2784591" y="126443"/>
                </a:lnTo>
                <a:lnTo>
                  <a:pt x="2769316" y="126443"/>
                </a:lnTo>
                <a:close/>
                <a:moveTo>
                  <a:pt x="2973071" y="93347"/>
                </a:moveTo>
                <a:lnTo>
                  <a:pt x="2988091" y="95299"/>
                </a:lnTo>
                <a:cubicBezTo>
                  <a:pt x="2986451" y="105679"/>
                  <a:pt x="2982250" y="113804"/>
                  <a:pt x="2975489" y="119676"/>
                </a:cubicBezTo>
                <a:cubicBezTo>
                  <a:pt x="2968729" y="125545"/>
                  <a:pt x="2960427" y="128480"/>
                  <a:pt x="2950583" y="128480"/>
                </a:cubicBezTo>
                <a:cubicBezTo>
                  <a:pt x="2938249" y="128480"/>
                  <a:pt x="2928335" y="124449"/>
                  <a:pt x="2920839" y="116387"/>
                </a:cubicBezTo>
                <a:cubicBezTo>
                  <a:pt x="2913343" y="108325"/>
                  <a:pt x="2909595" y="96770"/>
                  <a:pt x="2909595" y="81721"/>
                </a:cubicBezTo>
                <a:cubicBezTo>
                  <a:pt x="2909595" y="71991"/>
                  <a:pt x="2911207" y="63476"/>
                  <a:pt x="2914432" y="56178"/>
                </a:cubicBezTo>
                <a:cubicBezTo>
                  <a:pt x="2917656" y="48880"/>
                  <a:pt x="2922564" y="43407"/>
                  <a:pt x="2929155" y="39758"/>
                </a:cubicBezTo>
                <a:cubicBezTo>
                  <a:pt x="2935746" y="36108"/>
                  <a:pt x="2942917" y="34284"/>
                  <a:pt x="2950667" y="34284"/>
                </a:cubicBezTo>
                <a:cubicBezTo>
                  <a:pt x="2960455" y="34284"/>
                  <a:pt x="2968460" y="36767"/>
                  <a:pt x="2974683" y="41733"/>
                </a:cubicBezTo>
                <a:cubicBezTo>
                  <a:pt x="2980906" y="46698"/>
                  <a:pt x="2984895" y="53747"/>
                  <a:pt x="2986649" y="62882"/>
                </a:cubicBezTo>
                <a:lnTo>
                  <a:pt x="2971798" y="65173"/>
                </a:lnTo>
                <a:cubicBezTo>
                  <a:pt x="2970384" y="59148"/>
                  <a:pt x="2967880" y="54615"/>
                  <a:pt x="2964288" y="51574"/>
                </a:cubicBezTo>
                <a:cubicBezTo>
                  <a:pt x="2960695" y="48534"/>
                  <a:pt x="2956353" y="47013"/>
                  <a:pt x="2951261" y="47013"/>
                </a:cubicBezTo>
                <a:cubicBezTo>
                  <a:pt x="2943567" y="47013"/>
                  <a:pt x="2937316" y="49758"/>
                  <a:pt x="2932507" y="55247"/>
                </a:cubicBezTo>
                <a:cubicBezTo>
                  <a:pt x="2927698" y="60735"/>
                  <a:pt x="2925294" y="69418"/>
                  <a:pt x="2925294" y="81297"/>
                </a:cubicBezTo>
                <a:cubicBezTo>
                  <a:pt x="2925294" y="93346"/>
                  <a:pt x="2927613" y="102101"/>
                  <a:pt x="2932253" y="107562"/>
                </a:cubicBezTo>
                <a:cubicBezTo>
                  <a:pt x="2936892" y="113021"/>
                  <a:pt x="2942945" y="115751"/>
                  <a:pt x="2950413" y="115751"/>
                </a:cubicBezTo>
                <a:cubicBezTo>
                  <a:pt x="2956410" y="115751"/>
                  <a:pt x="2961417" y="113919"/>
                  <a:pt x="2965433" y="110256"/>
                </a:cubicBezTo>
                <a:cubicBezTo>
                  <a:pt x="2969450" y="106593"/>
                  <a:pt x="2971996" y="100957"/>
                  <a:pt x="2973071" y="93347"/>
                </a:cubicBezTo>
                <a:close/>
                <a:moveTo>
                  <a:pt x="2995474" y="81382"/>
                </a:moveTo>
                <a:cubicBezTo>
                  <a:pt x="2995474" y="64693"/>
                  <a:pt x="3000113" y="52331"/>
                  <a:pt x="3009392" y="44298"/>
                </a:cubicBezTo>
                <a:cubicBezTo>
                  <a:pt x="3017142" y="37622"/>
                  <a:pt x="3026590" y="34284"/>
                  <a:pt x="3037735" y="34284"/>
                </a:cubicBezTo>
                <a:cubicBezTo>
                  <a:pt x="3050125" y="34284"/>
                  <a:pt x="3060252" y="38343"/>
                  <a:pt x="3068116" y="46462"/>
                </a:cubicBezTo>
                <a:cubicBezTo>
                  <a:pt x="3075979" y="54580"/>
                  <a:pt x="3079911" y="65796"/>
                  <a:pt x="3079911" y="80109"/>
                </a:cubicBezTo>
                <a:cubicBezTo>
                  <a:pt x="3079911" y="91707"/>
                  <a:pt x="3078172" y="100829"/>
                  <a:pt x="3074692" y="107477"/>
                </a:cubicBezTo>
                <a:cubicBezTo>
                  <a:pt x="3071213" y="114124"/>
                  <a:pt x="3066150" y="119287"/>
                  <a:pt x="3059502" y="122964"/>
                </a:cubicBezTo>
                <a:cubicBezTo>
                  <a:pt x="3052855" y="126641"/>
                  <a:pt x="3045599" y="128480"/>
                  <a:pt x="3037735" y="128480"/>
                </a:cubicBezTo>
                <a:cubicBezTo>
                  <a:pt x="3025119" y="128480"/>
                  <a:pt x="3014922" y="124435"/>
                  <a:pt x="3007143" y="116345"/>
                </a:cubicBezTo>
                <a:cubicBezTo>
                  <a:pt x="2999364" y="108255"/>
                  <a:pt x="2995474" y="96600"/>
                  <a:pt x="2995474" y="81382"/>
                </a:cubicBezTo>
                <a:moveTo>
                  <a:pt x="3011174" y="81340"/>
                </a:moveTo>
                <a:cubicBezTo>
                  <a:pt x="3011174" y="92838"/>
                  <a:pt x="3013691" y="101448"/>
                  <a:pt x="3018726" y="107169"/>
                </a:cubicBezTo>
                <a:cubicBezTo>
                  <a:pt x="3023761" y="112890"/>
                  <a:pt x="3030098" y="115751"/>
                  <a:pt x="3037735" y="115751"/>
                </a:cubicBezTo>
                <a:cubicBezTo>
                  <a:pt x="3045316" y="115751"/>
                  <a:pt x="3051624" y="112876"/>
                  <a:pt x="3056659" y="107127"/>
                </a:cubicBezTo>
                <a:cubicBezTo>
                  <a:pt x="3061694" y="101377"/>
                  <a:pt x="3064212" y="92613"/>
                  <a:pt x="3064212" y="80833"/>
                </a:cubicBezTo>
                <a:cubicBezTo>
                  <a:pt x="3064212" y="69729"/>
                  <a:pt x="3061680" y="61316"/>
                  <a:pt x="3056617" y="55595"/>
                </a:cubicBezTo>
                <a:cubicBezTo>
                  <a:pt x="3051553" y="49874"/>
                  <a:pt x="3045260" y="47013"/>
                  <a:pt x="3037735" y="47013"/>
                </a:cubicBezTo>
                <a:cubicBezTo>
                  <a:pt x="3030098" y="47013"/>
                  <a:pt x="3023761" y="49860"/>
                  <a:pt x="3018726" y="55552"/>
                </a:cubicBezTo>
                <a:cubicBezTo>
                  <a:pt x="3013691" y="61245"/>
                  <a:pt x="3011174" y="69841"/>
                  <a:pt x="3011174" y="81340"/>
                </a:cubicBezTo>
                <a:close/>
                <a:moveTo>
                  <a:pt x="3097791" y="126443"/>
                </a:moveTo>
                <a:lnTo>
                  <a:pt x="3097791" y="36321"/>
                </a:lnTo>
                <a:lnTo>
                  <a:pt x="3111538" y="36321"/>
                </a:lnTo>
                <a:lnTo>
                  <a:pt x="3111538" y="49050"/>
                </a:lnTo>
                <a:cubicBezTo>
                  <a:pt x="3118157" y="39206"/>
                  <a:pt x="3127718" y="34284"/>
                  <a:pt x="3140221" y="34284"/>
                </a:cubicBezTo>
                <a:cubicBezTo>
                  <a:pt x="3145652" y="34284"/>
                  <a:pt x="3150645" y="35260"/>
                  <a:pt x="3155199" y="37212"/>
                </a:cubicBezTo>
                <a:cubicBezTo>
                  <a:pt x="3159753" y="39163"/>
                  <a:pt x="3163162" y="41723"/>
                  <a:pt x="3165425" y="44892"/>
                </a:cubicBezTo>
                <a:cubicBezTo>
                  <a:pt x="3167688" y="48060"/>
                  <a:pt x="3169272" y="51822"/>
                  <a:pt x="3170177" y="56178"/>
                </a:cubicBezTo>
                <a:cubicBezTo>
                  <a:pt x="3170743" y="59007"/>
                  <a:pt x="3171026" y="63957"/>
                  <a:pt x="3171026" y="71029"/>
                </a:cubicBezTo>
                <a:lnTo>
                  <a:pt x="3171026" y="126443"/>
                </a:lnTo>
                <a:lnTo>
                  <a:pt x="3155751" y="126443"/>
                </a:lnTo>
                <a:lnTo>
                  <a:pt x="3155751" y="71565"/>
                </a:lnTo>
                <a:cubicBezTo>
                  <a:pt x="3155751" y="65334"/>
                  <a:pt x="3155157" y="60676"/>
                  <a:pt x="3153969" y="57589"/>
                </a:cubicBezTo>
                <a:cubicBezTo>
                  <a:pt x="3152781" y="54502"/>
                  <a:pt x="3150673" y="52039"/>
                  <a:pt x="3147647" y="50198"/>
                </a:cubicBezTo>
                <a:cubicBezTo>
                  <a:pt x="3144620" y="48358"/>
                  <a:pt x="3141070" y="47437"/>
                  <a:pt x="3136996" y="47437"/>
                </a:cubicBezTo>
                <a:cubicBezTo>
                  <a:pt x="3130490" y="47437"/>
                  <a:pt x="3124875" y="49505"/>
                  <a:pt x="3120152" y="53640"/>
                </a:cubicBezTo>
                <a:cubicBezTo>
                  <a:pt x="3115428" y="57774"/>
                  <a:pt x="3113066" y="65617"/>
                  <a:pt x="3113066" y="77171"/>
                </a:cubicBezTo>
                <a:lnTo>
                  <a:pt x="3113066" y="126443"/>
                </a:lnTo>
                <a:lnTo>
                  <a:pt x="3097791" y="126443"/>
                </a:lnTo>
                <a:close/>
                <a:moveTo>
                  <a:pt x="3227772" y="112950"/>
                </a:moveTo>
                <a:lnTo>
                  <a:pt x="3229978" y="126443"/>
                </a:lnTo>
                <a:cubicBezTo>
                  <a:pt x="3225678" y="127235"/>
                  <a:pt x="3221831" y="127631"/>
                  <a:pt x="3218437" y="127631"/>
                </a:cubicBezTo>
                <a:cubicBezTo>
                  <a:pt x="3212892" y="127631"/>
                  <a:pt x="3208593" y="126755"/>
                  <a:pt x="3205538" y="125001"/>
                </a:cubicBezTo>
                <a:cubicBezTo>
                  <a:pt x="3202483" y="123247"/>
                  <a:pt x="3200333" y="120942"/>
                  <a:pt x="3199088" y="118085"/>
                </a:cubicBezTo>
                <a:cubicBezTo>
                  <a:pt x="3197844" y="115228"/>
                  <a:pt x="3197221" y="109217"/>
                  <a:pt x="3197221" y="100051"/>
                </a:cubicBezTo>
                <a:lnTo>
                  <a:pt x="3197221" y="48201"/>
                </a:lnTo>
                <a:lnTo>
                  <a:pt x="3186020" y="48201"/>
                </a:lnTo>
                <a:lnTo>
                  <a:pt x="3186020" y="36321"/>
                </a:lnTo>
                <a:lnTo>
                  <a:pt x="3197221" y="36321"/>
                </a:lnTo>
                <a:lnTo>
                  <a:pt x="3197221" y="13941"/>
                </a:lnTo>
                <a:lnTo>
                  <a:pt x="3212412" y="4752"/>
                </a:lnTo>
                <a:lnTo>
                  <a:pt x="3212412" y="36321"/>
                </a:lnTo>
                <a:lnTo>
                  <a:pt x="3227772" y="36321"/>
                </a:lnTo>
                <a:lnTo>
                  <a:pt x="3227772" y="48201"/>
                </a:lnTo>
                <a:lnTo>
                  <a:pt x="3212412" y="48201"/>
                </a:lnTo>
                <a:lnTo>
                  <a:pt x="3212412" y="100900"/>
                </a:lnTo>
                <a:cubicBezTo>
                  <a:pt x="3212412" y="105256"/>
                  <a:pt x="3212680" y="108057"/>
                  <a:pt x="3213218" y="109301"/>
                </a:cubicBezTo>
                <a:cubicBezTo>
                  <a:pt x="3213755" y="110546"/>
                  <a:pt x="3214632" y="111536"/>
                  <a:pt x="3215849" y="112272"/>
                </a:cubicBezTo>
                <a:cubicBezTo>
                  <a:pt x="3217065" y="113007"/>
                  <a:pt x="3218805" y="113375"/>
                  <a:pt x="3221067" y="113375"/>
                </a:cubicBezTo>
                <a:cubicBezTo>
                  <a:pt x="3222765" y="113375"/>
                  <a:pt x="3224999" y="113233"/>
                  <a:pt x="3227772" y="112950"/>
                </a:cubicBezTo>
                <a:close/>
                <a:moveTo>
                  <a:pt x="3304430" y="97421"/>
                </a:moveTo>
                <a:lnTo>
                  <a:pt x="3320215" y="99373"/>
                </a:lnTo>
                <a:cubicBezTo>
                  <a:pt x="3317725" y="108594"/>
                  <a:pt x="3313115" y="115751"/>
                  <a:pt x="3306382" y="120843"/>
                </a:cubicBezTo>
                <a:cubicBezTo>
                  <a:pt x="3299650" y="125934"/>
                  <a:pt x="3291051" y="128480"/>
                  <a:pt x="3280584" y="128480"/>
                </a:cubicBezTo>
                <a:cubicBezTo>
                  <a:pt x="3267403" y="128480"/>
                  <a:pt x="3256950" y="124421"/>
                  <a:pt x="3249228" y="116302"/>
                </a:cubicBezTo>
                <a:cubicBezTo>
                  <a:pt x="3241506" y="108184"/>
                  <a:pt x="3237645" y="96798"/>
                  <a:pt x="3237645" y="82146"/>
                </a:cubicBezTo>
                <a:cubicBezTo>
                  <a:pt x="3237645" y="66984"/>
                  <a:pt x="3241548" y="55216"/>
                  <a:pt x="3249355" y="46843"/>
                </a:cubicBezTo>
                <a:cubicBezTo>
                  <a:pt x="3257163" y="38470"/>
                  <a:pt x="3267289" y="34284"/>
                  <a:pt x="3279736" y="34284"/>
                </a:cubicBezTo>
                <a:cubicBezTo>
                  <a:pt x="3291786" y="34284"/>
                  <a:pt x="3301630" y="38379"/>
                  <a:pt x="3309267" y="46570"/>
                </a:cubicBezTo>
                <a:cubicBezTo>
                  <a:pt x="3316905" y="54759"/>
                  <a:pt x="3320724" y="66281"/>
                  <a:pt x="3320724" y="81135"/>
                </a:cubicBezTo>
                <a:cubicBezTo>
                  <a:pt x="3320724" y="82039"/>
                  <a:pt x="3320695" y="83394"/>
                  <a:pt x="3320639" y="85201"/>
                </a:cubicBezTo>
                <a:lnTo>
                  <a:pt x="3253429" y="85201"/>
                </a:lnTo>
                <a:cubicBezTo>
                  <a:pt x="3253994" y="95073"/>
                  <a:pt x="3256795" y="102633"/>
                  <a:pt x="3261830" y="107880"/>
                </a:cubicBezTo>
                <a:cubicBezTo>
                  <a:pt x="3266865" y="113127"/>
                  <a:pt x="3273145" y="115751"/>
                  <a:pt x="3280669" y="115751"/>
                </a:cubicBezTo>
                <a:cubicBezTo>
                  <a:pt x="3286270" y="115751"/>
                  <a:pt x="3291051" y="114294"/>
                  <a:pt x="3295011" y="111380"/>
                </a:cubicBezTo>
                <a:cubicBezTo>
                  <a:pt x="3298971" y="108465"/>
                  <a:pt x="3302111" y="103812"/>
                  <a:pt x="3304430" y="97421"/>
                </a:cubicBezTo>
                <a:moveTo>
                  <a:pt x="3254277" y="72472"/>
                </a:moveTo>
                <a:lnTo>
                  <a:pt x="3304600" y="72472"/>
                </a:lnTo>
                <a:cubicBezTo>
                  <a:pt x="3303921" y="65014"/>
                  <a:pt x="3301998" y="59421"/>
                  <a:pt x="3298830" y="55693"/>
                </a:cubicBezTo>
                <a:cubicBezTo>
                  <a:pt x="3293964" y="49906"/>
                  <a:pt x="3287656" y="47013"/>
                  <a:pt x="3279905" y="47013"/>
                </a:cubicBezTo>
                <a:cubicBezTo>
                  <a:pt x="3272890" y="47013"/>
                  <a:pt x="3266992" y="49323"/>
                  <a:pt x="3262212" y="53943"/>
                </a:cubicBezTo>
                <a:cubicBezTo>
                  <a:pt x="3257431" y="58561"/>
                  <a:pt x="3254787" y="64737"/>
                  <a:pt x="3254277" y="72472"/>
                </a:cubicBezTo>
                <a:close/>
                <a:moveTo>
                  <a:pt x="3329183" y="126443"/>
                </a:moveTo>
                <a:lnTo>
                  <a:pt x="3362110" y="79600"/>
                </a:lnTo>
                <a:lnTo>
                  <a:pt x="3331644" y="36321"/>
                </a:lnTo>
                <a:lnTo>
                  <a:pt x="3350738" y="36321"/>
                </a:lnTo>
                <a:lnTo>
                  <a:pt x="3364571" y="57451"/>
                </a:lnTo>
                <a:cubicBezTo>
                  <a:pt x="3367173" y="61468"/>
                  <a:pt x="3369266" y="64834"/>
                  <a:pt x="3370850" y="67550"/>
                </a:cubicBezTo>
                <a:cubicBezTo>
                  <a:pt x="3373340" y="63816"/>
                  <a:pt x="3375631" y="60506"/>
                  <a:pt x="3377724" y="57621"/>
                </a:cubicBezTo>
                <a:lnTo>
                  <a:pt x="3392914" y="36321"/>
                </a:lnTo>
                <a:lnTo>
                  <a:pt x="3411160" y="36321"/>
                </a:lnTo>
                <a:lnTo>
                  <a:pt x="3380015" y="78751"/>
                </a:lnTo>
                <a:lnTo>
                  <a:pt x="3413536" y="126443"/>
                </a:lnTo>
                <a:lnTo>
                  <a:pt x="3394781" y="126443"/>
                </a:lnTo>
                <a:lnTo>
                  <a:pt x="3376282" y="98439"/>
                </a:lnTo>
                <a:lnTo>
                  <a:pt x="3371360" y="90886"/>
                </a:lnTo>
                <a:lnTo>
                  <a:pt x="3347683" y="126443"/>
                </a:lnTo>
                <a:lnTo>
                  <a:pt x="3329183" y="126443"/>
                </a:lnTo>
                <a:close/>
                <a:moveTo>
                  <a:pt x="3459616" y="112950"/>
                </a:moveTo>
                <a:lnTo>
                  <a:pt x="3461822" y="126443"/>
                </a:lnTo>
                <a:cubicBezTo>
                  <a:pt x="3457522" y="127235"/>
                  <a:pt x="3453675" y="127631"/>
                  <a:pt x="3450281" y="127631"/>
                </a:cubicBezTo>
                <a:cubicBezTo>
                  <a:pt x="3444737" y="127631"/>
                  <a:pt x="3440437" y="126755"/>
                  <a:pt x="3437382" y="125001"/>
                </a:cubicBezTo>
                <a:cubicBezTo>
                  <a:pt x="3434327" y="123247"/>
                  <a:pt x="3432177" y="120942"/>
                  <a:pt x="3430932" y="118085"/>
                </a:cubicBezTo>
                <a:cubicBezTo>
                  <a:pt x="3429688" y="115228"/>
                  <a:pt x="3429066" y="109217"/>
                  <a:pt x="3429066" y="100051"/>
                </a:cubicBezTo>
                <a:lnTo>
                  <a:pt x="3429066" y="48201"/>
                </a:lnTo>
                <a:lnTo>
                  <a:pt x="3417864" y="48201"/>
                </a:lnTo>
                <a:lnTo>
                  <a:pt x="3417864" y="36321"/>
                </a:lnTo>
                <a:lnTo>
                  <a:pt x="3429066" y="36321"/>
                </a:lnTo>
                <a:lnTo>
                  <a:pt x="3429066" y="13941"/>
                </a:lnTo>
                <a:lnTo>
                  <a:pt x="3444256" y="4752"/>
                </a:lnTo>
                <a:lnTo>
                  <a:pt x="3444256" y="36321"/>
                </a:lnTo>
                <a:lnTo>
                  <a:pt x="3459616" y="36321"/>
                </a:lnTo>
                <a:lnTo>
                  <a:pt x="3459616" y="48201"/>
                </a:lnTo>
                <a:lnTo>
                  <a:pt x="3444256" y="48201"/>
                </a:lnTo>
                <a:lnTo>
                  <a:pt x="3444256" y="100900"/>
                </a:lnTo>
                <a:cubicBezTo>
                  <a:pt x="3444256" y="105256"/>
                  <a:pt x="3444524" y="108057"/>
                  <a:pt x="3445062" y="109301"/>
                </a:cubicBezTo>
                <a:cubicBezTo>
                  <a:pt x="3445599" y="110546"/>
                  <a:pt x="3446476" y="111536"/>
                  <a:pt x="3447693" y="112272"/>
                </a:cubicBezTo>
                <a:cubicBezTo>
                  <a:pt x="3448909" y="113007"/>
                  <a:pt x="3450649" y="113375"/>
                  <a:pt x="3452912" y="113375"/>
                </a:cubicBezTo>
                <a:cubicBezTo>
                  <a:pt x="3454609" y="113375"/>
                  <a:pt x="3456843" y="113233"/>
                  <a:pt x="3459616" y="11295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3.saveraxinr14">
            <a:extLst xmlns:a="http://schemas.openxmlformats.org/drawingml/2006/main">
              <a:ext uri="{FF2B5EF4-FFF2-40B4-BE49-F238E27FC236}">
                <a16:creationId xmlns:a16="http://schemas.microsoft.com/office/drawing/2014/main" id="{CF7FE7B1-6F7F-4D21-A4EE-49A0381B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" y="943422"/>
            <a:ext cx="1317342" cy="126953"/>
          </a:xfrm>
          <a:custGeom xmlns:a="http://schemas.openxmlformats.org/drawingml/2006/main">
            <a:pathLst>
              <a:path w="1317342" h="126953">
                <a:moveTo>
                  <a:pt x="0" y="91820"/>
                </a:moveTo>
                <a:lnTo>
                  <a:pt x="15275" y="89783"/>
                </a:lnTo>
                <a:cubicBezTo>
                  <a:pt x="17029" y="98439"/>
                  <a:pt x="20013" y="104676"/>
                  <a:pt x="24228" y="108495"/>
                </a:cubicBezTo>
                <a:cubicBezTo>
                  <a:pt x="28443" y="112314"/>
                  <a:pt x="33577" y="114223"/>
                  <a:pt x="39630" y="114223"/>
                </a:cubicBezTo>
                <a:cubicBezTo>
                  <a:pt x="46815" y="114223"/>
                  <a:pt x="52883" y="111738"/>
                  <a:pt x="57833" y="106769"/>
                </a:cubicBezTo>
                <a:cubicBezTo>
                  <a:pt x="62783" y="101799"/>
                  <a:pt x="65258" y="95643"/>
                  <a:pt x="65258" y="88301"/>
                </a:cubicBezTo>
                <a:cubicBezTo>
                  <a:pt x="65258" y="81296"/>
                  <a:pt x="62967" y="75521"/>
                  <a:pt x="58385" y="70976"/>
                </a:cubicBezTo>
                <a:cubicBezTo>
                  <a:pt x="53802" y="66429"/>
                  <a:pt x="47975" y="64155"/>
                  <a:pt x="40903" y="64155"/>
                </a:cubicBezTo>
                <a:cubicBezTo>
                  <a:pt x="38018" y="64155"/>
                  <a:pt x="34425" y="64721"/>
                  <a:pt x="30126" y="65852"/>
                </a:cubicBezTo>
                <a:lnTo>
                  <a:pt x="31823" y="52444"/>
                </a:lnTo>
                <a:cubicBezTo>
                  <a:pt x="32841" y="52557"/>
                  <a:pt x="33662" y="52614"/>
                  <a:pt x="34284" y="52614"/>
                </a:cubicBezTo>
                <a:cubicBezTo>
                  <a:pt x="40790" y="52614"/>
                  <a:pt x="46645" y="50931"/>
                  <a:pt x="51850" y="47565"/>
                </a:cubicBezTo>
                <a:cubicBezTo>
                  <a:pt x="57055" y="44199"/>
                  <a:pt x="59658" y="39010"/>
                  <a:pt x="59658" y="31998"/>
                </a:cubicBezTo>
                <a:cubicBezTo>
                  <a:pt x="59658" y="26445"/>
                  <a:pt x="57762" y="21846"/>
                  <a:pt x="53972" y="18200"/>
                </a:cubicBezTo>
                <a:cubicBezTo>
                  <a:pt x="50181" y="14553"/>
                  <a:pt x="45288" y="12729"/>
                  <a:pt x="39291" y="12729"/>
                </a:cubicBezTo>
                <a:cubicBezTo>
                  <a:pt x="33350" y="12729"/>
                  <a:pt x="28400" y="14596"/>
                  <a:pt x="24440" y="18330"/>
                </a:cubicBezTo>
                <a:cubicBezTo>
                  <a:pt x="20480" y="22064"/>
                  <a:pt x="17934" y="27665"/>
                  <a:pt x="16803" y="35133"/>
                </a:cubicBezTo>
                <a:lnTo>
                  <a:pt x="1528" y="32417"/>
                </a:lnTo>
                <a:cubicBezTo>
                  <a:pt x="3394" y="22124"/>
                  <a:pt x="7638" y="14148"/>
                  <a:pt x="14257" y="8489"/>
                </a:cubicBezTo>
                <a:cubicBezTo>
                  <a:pt x="20876" y="2830"/>
                  <a:pt x="29107" y="0"/>
                  <a:pt x="38951" y="0"/>
                </a:cubicBezTo>
                <a:cubicBezTo>
                  <a:pt x="45740" y="0"/>
                  <a:pt x="51992" y="1452"/>
                  <a:pt x="57706" y="4357"/>
                </a:cubicBezTo>
                <a:cubicBezTo>
                  <a:pt x="63420" y="7262"/>
                  <a:pt x="67790" y="11225"/>
                  <a:pt x="70817" y="16246"/>
                </a:cubicBezTo>
                <a:cubicBezTo>
                  <a:pt x="73843" y="21265"/>
                  <a:pt x="75357" y="26595"/>
                  <a:pt x="75357" y="32237"/>
                </a:cubicBezTo>
                <a:cubicBezTo>
                  <a:pt x="75357" y="37595"/>
                  <a:pt x="73914" y="42475"/>
                  <a:pt x="71029" y="46875"/>
                </a:cubicBezTo>
                <a:cubicBezTo>
                  <a:pt x="68144" y="51274"/>
                  <a:pt x="63872" y="54771"/>
                  <a:pt x="58215" y="57366"/>
                </a:cubicBezTo>
                <a:cubicBezTo>
                  <a:pt x="65570" y="59063"/>
                  <a:pt x="71284" y="62585"/>
                  <a:pt x="75357" y="67931"/>
                </a:cubicBezTo>
                <a:cubicBezTo>
                  <a:pt x="79430" y="73278"/>
                  <a:pt x="81467" y="79968"/>
                  <a:pt x="81467" y="88001"/>
                </a:cubicBezTo>
                <a:cubicBezTo>
                  <a:pt x="81467" y="98863"/>
                  <a:pt x="77507" y="108071"/>
                  <a:pt x="69586" y="115624"/>
                </a:cubicBezTo>
                <a:cubicBezTo>
                  <a:pt x="61666" y="123176"/>
                  <a:pt x="51652" y="126953"/>
                  <a:pt x="39545" y="126953"/>
                </a:cubicBezTo>
                <a:cubicBezTo>
                  <a:pt x="28627" y="126953"/>
                  <a:pt x="19561" y="123692"/>
                  <a:pt x="12347" y="117170"/>
                </a:cubicBezTo>
                <a:cubicBezTo>
                  <a:pt x="5134" y="110648"/>
                  <a:pt x="1018" y="102198"/>
                  <a:pt x="0" y="91820"/>
                </a:cubicBezTo>
                <a:close/>
                <a:moveTo>
                  <a:pt x="105117" y="124916"/>
                </a:moveTo>
                <a:lnTo>
                  <a:pt x="105117" y="107434"/>
                </a:lnTo>
                <a:lnTo>
                  <a:pt x="122513" y="107434"/>
                </a:lnTo>
                <a:lnTo>
                  <a:pt x="122513" y="124916"/>
                </a:lnTo>
                <a:lnTo>
                  <a:pt x="105117" y="124916"/>
                </a:lnTo>
                <a:close/>
                <a:moveTo>
                  <a:pt x="191309" y="97930"/>
                </a:moveTo>
                <a:lnTo>
                  <a:pt x="206415" y="95554"/>
                </a:lnTo>
                <a:cubicBezTo>
                  <a:pt x="207263" y="101581"/>
                  <a:pt x="209625" y="106200"/>
                  <a:pt x="213501" y="109410"/>
                </a:cubicBezTo>
                <a:cubicBezTo>
                  <a:pt x="217376" y="112619"/>
                  <a:pt x="222793" y="114223"/>
                  <a:pt x="229752" y="114223"/>
                </a:cubicBezTo>
                <a:cubicBezTo>
                  <a:pt x="236767" y="114223"/>
                  <a:pt x="241972" y="112806"/>
                  <a:pt x="245366" y="109972"/>
                </a:cubicBezTo>
                <a:cubicBezTo>
                  <a:pt x="248760" y="107137"/>
                  <a:pt x="250458" y="103811"/>
                  <a:pt x="250458" y="99996"/>
                </a:cubicBezTo>
                <a:cubicBezTo>
                  <a:pt x="250458" y="96571"/>
                  <a:pt x="248958" y="93877"/>
                  <a:pt x="245960" y="91913"/>
                </a:cubicBezTo>
                <a:cubicBezTo>
                  <a:pt x="243867" y="90566"/>
                  <a:pt x="238662" y="88853"/>
                  <a:pt x="230346" y="86776"/>
                </a:cubicBezTo>
                <a:cubicBezTo>
                  <a:pt x="219144" y="83946"/>
                  <a:pt x="211379" y="81497"/>
                  <a:pt x="207051" y="79430"/>
                </a:cubicBezTo>
                <a:cubicBezTo>
                  <a:pt x="202723" y="77363"/>
                  <a:pt x="199442" y="74504"/>
                  <a:pt x="197207" y="70851"/>
                </a:cubicBezTo>
                <a:cubicBezTo>
                  <a:pt x="194973" y="67199"/>
                  <a:pt x="193855" y="63164"/>
                  <a:pt x="193855" y="58748"/>
                </a:cubicBezTo>
                <a:cubicBezTo>
                  <a:pt x="193855" y="54728"/>
                  <a:pt x="194775" y="51004"/>
                  <a:pt x="196613" y="47578"/>
                </a:cubicBezTo>
                <a:cubicBezTo>
                  <a:pt x="198452" y="44152"/>
                  <a:pt x="200955" y="41306"/>
                  <a:pt x="204123" y="39042"/>
                </a:cubicBezTo>
                <a:cubicBezTo>
                  <a:pt x="206500" y="37286"/>
                  <a:pt x="209738" y="35800"/>
                  <a:pt x="213840" y="34584"/>
                </a:cubicBezTo>
                <a:cubicBezTo>
                  <a:pt x="217942" y="33366"/>
                  <a:pt x="222340" y="32756"/>
                  <a:pt x="227036" y="32756"/>
                </a:cubicBezTo>
                <a:cubicBezTo>
                  <a:pt x="234108" y="32756"/>
                  <a:pt x="240317" y="33782"/>
                  <a:pt x="245663" y="35833"/>
                </a:cubicBezTo>
                <a:cubicBezTo>
                  <a:pt x="251009" y="37882"/>
                  <a:pt x="254955" y="40658"/>
                  <a:pt x="257501" y="44162"/>
                </a:cubicBezTo>
                <a:cubicBezTo>
                  <a:pt x="260047" y="47665"/>
                  <a:pt x="261801" y="52349"/>
                  <a:pt x="262763" y="58215"/>
                </a:cubicBezTo>
                <a:lnTo>
                  <a:pt x="247827" y="60252"/>
                </a:lnTo>
                <a:cubicBezTo>
                  <a:pt x="247148" y="55612"/>
                  <a:pt x="245182" y="51992"/>
                  <a:pt x="241929" y="49389"/>
                </a:cubicBezTo>
                <a:cubicBezTo>
                  <a:pt x="238676" y="46787"/>
                  <a:pt x="234079" y="45486"/>
                  <a:pt x="228139" y="45486"/>
                </a:cubicBezTo>
                <a:cubicBezTo>
                  <a:pt x="221124" y="45486"/>
                  <a:pt x="216117" y="46640"/>
                  <a:pt x="213119" y="48949"/>
                </a:cubicBezTo>
                <a:cubicBezTo>
                  <a:pt x="210120" y="51256"/>
                  <a:pt x="208621" y="53959"/>
                  <a:pt x="208621" y="57056"/>
                </a:cubicBezTo>
                <a:cubicBezTo>
                  <a:pt x="208621" y="59025"/>
                  <a:pt x="209243" y="60799"/>
                  <a:pt x="210488" y="62376"/>
                </a:cubicBezTo>
                <a:cubicBezTo>
                  <a:pt x="211733" y="64008"/>
                  <a:pt x="213684" y="65358"/>
                  <a:pt x="216343" y="66428"/>
                </a:cubicBezTo>
                <a:cubicBezTo>
                  <a:pt x="217871" y="66992"/>
                  <a:pt x="222369" y="68287"/>
                  <a:pt x="229836" y="70313"/>
                </a:cubicBezTo>
                <a:cubicBezTo>
                  <a:pt x="240642" y="73196"/>
                  <a:pt x="248181" y="75557"/>
                  <a:pt x="252452" y="77394"/>
                </a:cubicBezTo>
                <a:cubicBezTo>
                  <a:pt x="256723" y="79230"/>
                  <a:pt x="260075" y="81902"/>
                  <a:pt x="262508" y="85408"/>
                </a:cubicBezTo>
                <a:cubicBezTo>
                  <a:pt x="264941" y="88912"/>
                  <a:pt x="266157" y="93263"/>
                  <a:pt x="266157" y="98463"/>
                </a:cubicBezTo>
                <a:cubicBezTo>
                  <a:pt x="266157" y="103551"/>
                  <a:pt x="264672" y="108342"/>
                  <a:pt x="261702" y="112836"/>
                </a:cubicBezTo>
                <a:cubicBezTo>
                  <a:pt x="258732" y="117329"/>
                  <a:pt x="254446" y="120805"/>
                  <a:pt x="248845" y="123264"/>
                </a:cubicBezTo>
                <a:cubicBezTo>
                  <a:pt x="243244" y="125723"/>
                  <a:pt x="236908" y="126953"/>
                  <a:pt x="229836" y="126953"/>
                </a:cubicBezTo>
                <a:cubicBezTo>
                  <a:pt x="218126" y="126953"/>
                  <a:pt x="209201" y="124513"/>
                  <a:pt x="203063" y="119633"/>
                </a:cubicBezTo>
                <a:cubicBezTo>
                  <a:pt x="196924" y="114754"/>
                  <a:pt x="193007" y="107519"/>
                  <a:pt x="191309" y="97930"/>
                </a:cubicBezTo>
                <a:close/>
                <a:moveTo>
                  <a:pt x="343126" y="113788"/>
                </a:moveTo>
                <a:cubicBezTo>
                  <a:pt x="337469" y="118601"/>
                  <a:pt x="332023" y="121998"/>
                  <a:pt x="326790" y="123980"/>
                </a:cubicBezTo>
                <a:cubicBezTo>
                  <a:pt x="321557" y="125962"/>
                  <a:pt x="315942" y="126953"/>
                  <a:pt x="309945" y="126953"/>
                </a:cubicBezTo>
                <a:cubicBezTo>
                  <a:pt x="300045" y="126953"/>
                  <a:pt x="292436" y="124532"/>
                  <a:pt x="287118" y="119692"/>
                </a:cubicBezTo>
                <a:cubicBezTo>
                  <a:pt x="281800" y="114851"/>
                  <a:pt x="279141" y="108666"/>
                  <a:pt x="279141" y="101136"/>
                </a:cubicBezTo>
                <a:cubicBezTo>
                  <a:pt x="279141" y="96722"/>
                  <a:pt x="280145" y="92689"/>
                  <a:pt x="282153" y="89038"/>
                </a:cubicBezTo>
                <a:cubicBezTo>
                  <a:pt x="284162" y="85386"/>
                  <a:pt x="286792" y="82455"/>
                  <a:pt x="290045" y="80247"/>
                </a:cubicBezTo>
                <a:cubicBezTo>
                  <a:pt x="293298" y="78039"/>
                  <a:pt x="296962" y="76369"/>
                  <a:pt x="301035" y="75238"/>
                </a:cubicBezTo>
                <a:cubicBezTo>
                  <a:pt x="304033" y="74444"/>
                  <a:pt x="308559" y="73679"/>
                  <a:pt x="314613" y="72944"/>
                </a:cubicBezTo>
                <a:cubicBezTo>
                  <a:pt x="326946" y="71483"/>
                  <a:pt x="336026" y="69742"/>
                  <a:pt x="341853" y="67719"/>
                </a:cubicBezTo>
                <a:cubicBezTo>
                  <a:pt x="341910" y="65635"/>
                  <a:pt x="341938" y="64311"/>
                  <a:pt x="341938" y="63747"/>
                </a:cubicBezTo>
                <a:cubicBezTo>
                  <a:pt x="341938" y="57547"/>
                  <a:pt x="340495" y="53179"/>
                  <a:pt x="337610" y="50644"/>
                </a:cubicBezTo>
                <a:cubicBezTo>
                  <a:pt x="333707" y="47205"/>
                  <a:pt x="327908" y="45486"/>
                  <a:pt x="320214" y="45486"/>
                </a:cubicBezTo>
                <a:cubicBezTo>
                  <a:pt x="313029" y="45486"/>
                  <a:pt x="307725" y="46744"/>
                  <a:pt x="304302" y="49262"/>
                </a:cubicBezTo>
                <a:cubicBezTo>
                  <a:pt x="300879" y="51780"/>
                  <a:pt x="298348" y="56235"/>
                  <a:pt x="296707" y="62628"/>
                </a:cubicBezTo>
                <a:lnTo>
                  <a:pt x="281771" y="60591"/>
                </a:lnTo>
                <a:cubicBezTo>
                  <a:pt x="283129" y="54179"/>
                  <a:pt x="285364" y="49000"/>
                  <a:pt x="288475" y="45056"/>
                </a:cubicBezTo>
                <a:cubicBezTo>
                  <a:pt x="291587" y="41112"/>
                  <a:pt x="296085" y="38076"/>
                  <a:pt x="301968" y="35949"/>
                </a:cubicBezTo>
                <a:cubicBezTo>
                  <a:pt x="307852" y="33821"/>
                  <a:pt x="314669" y="32756"/>
                  <a:pt x="322420" y="32756"/>
                </a:cubicBezTo>
                <a:cubicBezTo>
                  <a:pt x="330114" y="32756"/>
                  <a:pt x="336366" y="33662"/>
                  <a:pt x="341174" y="35472"/>
                </a:cubicBezTo>
                <a:cubicBezTo>
                  <a:pt x="345983" y="37282"/>
                  <a:pt x="349519" y="39560"/>
                  <a:pt x="351782" y="42303"/>
                </a:cubicBezTo>
                <a:cubicBezTo>
                  <a:pt x="354045" y="45047"/>
                  <a:pt x="355629" y="48512"/>
                  <a:pt x="356534" y="52699"/>
                </a:cubicBezTo>
                <a:cubicBezTo>
                  <a:pt x="357043" y="55301"/>
                  <a:pt x="357298" y="59997"/>
                  <a:pt x="357298" y="66786"/>
                </a:cubicBezTo>
                <a:lnTo>
                  <a:pt x="357298" y="87153"/>
                </a:lnTo>
                <a:cubicBezTo>
                  <a:pt x="357298" y="101353"/>
                  <a:pt x="357623" y="110334"/>
                  <a:pt x="358274" y="114096"/>
                </a:cubicBezTo>
                <a:cubicBezTo>
                  <a:pt x="358925" y="117858"/>
                  <a:pt x="360212" y="121465"/>
                  <a:pt x="362135" y="124916"/>
                </a:cubicBezTo>
                <a:lnTo>
                  <a:pt x="346181" y="124916"/>
                </a:lnTo>
                <a:cubicBezTo>
                  <a:pt x="344597" y="121744"/>
                  <a:pt x="343579" y="118035"/>
                  <a:pt x="343126" y="113788"/>
                </a:cubicBezTo>
                <a:moveTo>
                  <a:pt x="341853" y="79600"/>
                </a:moveTo>
                <a:cubicBezTo>
                  <a:pt x="336309" y="81882"/>
                  <a:pt x="327993" y="83822"/>
                  <a:pt x="316904" y="85418"/>
                </a:cubicBezTo>
                <a:cubicBezTo>
                  <a:pt x="310624" y="86327"/>
                  <a:pt x="306183" y="87350"/>
                  <a:pt x="303581" y="88486"/>
                </a:cubicBezTo>
                <a:cubicBezTo>
                  <a:pt x="300978" y="89622"/>
                  <a:pt x="298970" y="91283"/>
                  <a:pt x="297556" y="93472"/>
                </a:cubicBezTo>
                <a:cubicBezTo>
                  <a:pt x="296141" y="95659"/>
                  <a:pt x="295434" y="98087"/>
                  <a:pt x="295434" y="100757"/>
                </a:cubicBezTo>
                <a:cubicBezTo>
                  <a:pt x="295434" y="104846"/>
                  <a:pt x="296976" y="108255"/>
                  <a:pt x="300059" y="110983"/>
                </a:cubicBezTo>
                <a:cubicBezTo>
                  <a:pt x="303142" y="113709"/>
                  <a:pt x="307654" y="115072"/>
                  <a:pt x="313594" y="115072"/>
                </a:cubicBezTo>
                <a:cubicBezTo>
                  <a:pt x="319478" y="115072"/>
                  <a:pt x="324711" y="113779"/>
                  <a:pt x="329294" y="111192"/>
                </a:cubicBezTo>
                <a:cubicBezTo>
                  <a:pt x="333876" y="108606"/>
                  <a:pt x="337242" y="105067"/>
                  <a:pt x="339392" y="100577"/>
                </a:cubicBezTo>
                <a:cubicBezTo>
                  <a:pt x="341033" y="97108"/>
                  <a:pt x="341853" y="91991"/>
                  <a:pt x="341853" y="85227"/>
                </a:cubicBezTo>
                <a:lnTo>
                  <a:pt x="341853" y="79600"/>
                </a:lnTo>
                <a:close/>
                <a:moveTo>
                  <a:pt x="405982" y="124916"/>
                </a:moveTo>
                <a:lnTo>
                  <a:pt x="371698" y="34793"/>
                </a:lnTo>
                <a:lnTo>
                  <a:pt x="387822" y="34793"/>
                </a:lnTo>
                <a:lnTo>
                  <a:pt x="407170" y="88765"/>
                </a:lnTo>
                <a:cubicBezTo>
                  <a:pt x="409263" y="94592"/>
                  <a:pt x="411187" y="100646"/>
                  <a:pt x="412941" y="106925"/>
                </a:cubicBezTo>
                <a:cubicBezTo>
                  <a:pt x="414298" y="102173"/>
                  <a:pt x="416194" y="96459"/>
                  <a:pt x="418626" y="89783"/>
                </a:cubicBezTo>
                <a:lnTo>
                  <a:pt x="438654" y="34793"/>
                </a:lnTo>
                <a:lnTo>
                  <a:pt x="454353" y="34793"/>
                </a:lnTo>
                <a:lnTo>
                  <a:pt x="420239" y="124916"/>
                </a:lnTo>
                <a:lnTo>
                  <a:pt x="405982" y="124916"/>
                </a:lnTo>
                <a:close/>
                <a:moveTo>
                  <a:pt x="529540" y="95893"/>
                </a:moveTo>
                <a:lnTo>
                  <a:pt x="545324" y="97845"/>
                </a:lnTo>
                <a:cubicBezTo>
                  <a:pt x="542835" y="107067"/>
                  <a:pt x="538224" y="114223"/>
                  <a:pt x="531492" y="119315"/>
                </a:cubicBezTo>
                <a:cubicBezTo>
                  <a:pt x="524760" y="124407"/>
                  <a:pt x="516160" y="126953"/>
                  <a:pt x="505694" y="126953"/>
                </a:cubicBezTo>
                <a:cubicBezTo>
                  <a:pt x="492512" y="126953"/>
                  <a:pt x="482060" y="122893"/>
                  <a:pt x="474338" y="114775"/>
                </a:cubicBezTo>
                <a:cubicBezTo>
                  <a:pt x="466615" y="106657"/>
                  <a:pt x="462754" y="95271"/>
                  <a:pt x="462754" y="80618"/>
                </a:cubicBezTo>
                <a:cubicBezTo>
                  <a:pt x="462754" y="65456"/>
                  <a:pt x="466658" y="53689"/>
                  <a:pt x="474465" y="45316"/>
                </a:cubicBezTo>
                <a:cubicBezTo>
                  <a:pt x="482272" y="36943"/>
                  <a:pt x="492399" y="32756"/>
                  <a:pt x="504845" y="32756"/>
                </a:cubicBezTo>
                <a:cubicBezTo>
                  <a:pt x="516896" y="32756"/>
                  <a:pt x="526740" y="36852"/>
                  <a:pt x="534377" y="45043"/>
                </a:cubicBezTo>
                <a:cubicBezTo>
                  <a:pt x="542015" y="53232"/>
                  <a:pt x="545833" y="64754"/>
                  <a:pt x="545833" y="79608"/>
                </a:cubicBezTo>
                <a:cubicBezTo>
                  <a:pt x="545833" y="80511"/>
                  <a:pt x="545805" y="81866"/>
                  <a:pt x="545749" y="83673"/>
                </a:cubicBezTo>
                <a:lnTo>
                  <a:pt x="478538" y="83673"/>
                </a:lnTo>
                <a:cubicBezTo>
                  <a:pt x="479104" y="93545"/>
                  <a:pt x="481905" y="101105"/>
                  <a:pt x="486940" y="106352"/>
                </a:cubicBezTo>
                <a:cubicBezTo>
                  <a:pt x="491975" y="111600"/>
                  <a:pt x="498255" y="114223"/>
                  <a:pt x="505779" y="114223"/>
                </a:cubicBezTo>
                <a:cubicBezTo>
                  <a:pt x="511380" y="114223"/>
                  <a:pt x="516160" y="112767"/>
                  <a:pt x="520120" y="109853"/>
                </a:cubicBezTo>
                <a:cubicBezTo>
                  <a:pt x="524081" y="106938"/>
                  <a:pt x="527221" y="102284"/>
                  <a:pt x="529540" y="95893"/>
                </a:cubicBezTo>
                <a:moveTo>
                  <a:pt x="479387" y="70944"/>
                </a:moveTo>
                <a:lnTo>
                  <a:pt x="529710" y="70944"/>
                </a:lnTo>
                <a:cubicBezTo>
                  <a:pt x="529031" y="63487"/>
                  <a:pt x="527107" y="57894"/>
                  <a:pt x="523939" y="54165"/>
                </a:cubicBezTo>
                <a:cubicBezTo>
                  <a:pt x="519074" y="48379"/>
                  <a:pt x="512766" y="45486"/>
                  <a:pt x="505015" y="45486"/>
                </a:cubicBezTo>
                <a:cubicBezTo>
                  <a:pt x="498000" y="45486"/>
                  <a:pt x="492102" y="47795"/>
                  <a:pt x="487322" y="52415"/>
                </a:cubicBezTo>
                <a:cubicBezTo>
                  <a:pt x="482541" y="57033"/>
                  <a:pt x="479896" y="63209"/>
                  <a:pt x="479387" y="70944"/>
                </a:cubicBezTo>
                <a:close/>
                <a:moveTo>
                  <a:pt x="612622" y="124916"/>
                </a:moveTo>
                <a:lnTo>
                  <a:pt x="612622" y="34793"/>
                </a:lnTo>
                <a:lnTo>
                  <a:pt x="626369" y="34793"/>
                </a:lnTo>
                <a:lnTo>
                  <a:pt x="626369" y="48371"/>
                </a:lnTo>
                <a:cubicBezTo>
                  <a:pt x="629877" y="42013"/>
                  <a:pt x="633116" y="37822"/>
                  <a:pt x="636086" y="35796"/>
                </a:cubicBezTo>
                <a:cubicBezTo>
                  <a:pt x="639056" y="33769"/>
                  <a:pt x="642323" y="32756"/>
                  <a:pt x="645888" y="32756"/>
                </a:cubicBezTo>
                <a:cubicBezTo>
                  <a:pt x="651036" y="32756"/>
                  <a:pt x="656269" y="34390"/>
                  <a:pt x="661587" y="37657"/>
                </a:cubicBezTo>
                <a:lnTo>
                  <a:pt x="656326" y="51765"/>
                </a:lnTo>
                <a:cubicBezTo>
                  <a:pt x="652592" y="49559"/>
                  <a:pt x="648858" y="48456"/>
                  <a:pt x="645124" y="48456"/>
                </a:cubicBezTo>
                <a:cubicBezTo>
                  <a:pt x="641786" y="48456"/>
                  <a:pt x="638788" y="49462"/>
                  <a:pt x="636129" y="51474"/>
                </a:cubicBezTo>
                <a:cubicBezTo>
                  <a:pt x="633470" y="53484"/>
                  <a:pt x="631574" y="56273"/>
                  <a:pt x="630443" y="59840"/>
                </a:cubicBezTo>
                <a:cubicBezTo>
                  <a:pt x="628746" y="65277"/>
                  <a:pt x="627897" y="71223"/>
                  <a:pt x="627897" y="77680"/>
                </a:cubicBezTo>
                <a:lnTo>
                  <a:pt x="627897" y="124916"/>
                </a:lnTo>
                <a:lnTo>
                  <a:pt x="612622" y="124916"/>
                </a:lnTo>
                <a:close/>
                <a:moveTo>
                  <a:pt x="729475" y="113788"/>
                </a:moveTo>
                <a:cubicBezTo>
                  <a:pt x="723817" y="118601"/>
                  <a:pt x="718372" y="121998"/>
                  <a:pt x="713139" y="123980"/>
                </a:cubicBezTo>
                <a:cubicBezTo>
                  <a:pt x="707906" y="125962"/>
                  <a:pt x="702291" y="126953"/>
                  <a:pt x="696294" y="126953"/>
                </a:cubicBezTo>
                <a:cubicBezTo>
                  <a:pt x="686393" y="126953"/>
                  <a:pt x="678784" y="124532"/>
                  <a:pt x="673466" y="119692"/>
                </a:cubicBezTo>
                <a:cubicBezTo>
                  <a:pt x="668148" y="114851"/>
                  <a:pt x="665489" y="108666"/>
                  <a:pt x="665489" y="101136"/>
                </a:cubicBezTo>
                <a:cubicBezTo>
                  <a:pt x="665489" y="96722"/>
                  <a:pt x="666493" y="92689"/>
                  <a:pt x="668502" y="89038"/>
                </a:cubicBezTo>
                <a:cubicBezTo>
                  <a:pt x="670510" y="85386"/>
                  <a:pt x="673141" y="82455"/>
                  <a:pt x="676394" y="80247"/>
                </a:cubicBezTo>
                <a:cubicBezTo>
                  <a:pt x="679647" y="78039"/>
                  <a:pt x="683310" y="76369"/>
                  <a:pt x="687383" y="75238"/>
                </a:cubicBezTo>
                <a:cubicBezTo>
                  <a:pt x="690382" y="74444"/>
                  <a:pt x="694908" y="73679"/>
                  <a:pt x="700961" y="72944"/>
                </a:cubicBezTo>
                <a:cubicBezTo>
                  <a:pt x="713294" y="71483"/>
                  <a:pt x="722375" y="69742"/>
                  <a:pt x="728202" y="67719"/>
                </a:cubicBezTo>
                <a:cubicBezTo>
                  <a:pt x="728258" y="65635"/>
                  <a:pt x="728287" y="64311"/>
                  <a:pt x="728287" y="63747"/>
                </a:cubicBezTo>
                <a:cubicBezTo>
                  <a:pt x="728287" y="57547"/>
                  <a:pt x="726844" y="53179"/>
                  <a:pt x="723959" y="50644"/>
                </a:cubicBezTo>
                <a:cubicBezTo>
                  <a:pt x="720055" y="47205"/>
                  <a:pt x="714256" y="45486"/>
                  <a:pt x="706562" y="45486"/>
                </a:cubicBezTo>
                <a:cubicBezTo>
                  <a:pt x="699377" y="45486"/>
                  <a:pt x="694073" y="46744"/>
                  <a:pt x="690651" y="49262"/>
                </a:cubicBezTo>
                <a:cubicBezTo>
                  <a:pt x="687228" y="51780"/>
                  <a:pt x="684696" y="56235"/>
                  <a:pt x="683055" y="62628"/>
                </a:cubicBezTo>
                <a:lnTo>
                  <a:pt x="668120" y="60591"/>
                </a:lnTo>
                <a:cubicBezTo>
                  <a:pt x="669478" y="54179"/>
                  <a:pt x="671712" y="49000"/>
                  <a:pt x="674824" y="45056"/>
                </a:cubicBezTo>
                <a:cubicBezTo>
                  <a:pt x="677935" y="41112"/>
                  <a:pt x="682433" y="38076"/>
                  <a:pt x="688317" y="35949"/>
                </a:cubicBezTo>
                <a:cubicBezTo>
                  <a:pt x="694201" y="33821"/>
                  <a:pt x="701018" y="32756"/>
                  <a:pt x="708768" y="32756"/>
                </a:cubicBezTo>
                <a:cubicBezTo>
                  <a:pt x="716463" y="32756"/>
                  <a:pt x="722714" y="33662"/>
                  <a:pt x="727523" y="35472"/>
                </a:cubicBezTo>
                <a:cubicBezTo>
                  <a:pt x="732332" y="37282"/>
                  <a:pt x="735867" y="39560"/>
                  <a:pt x="738130" y="42303"/>
                </a:cubicBezTo>
                <a:cubicBezTo>
                  <a:pt x="740393" y="45047"/>
                  <a:pt x="741977" y="48512"/>
                  <a:pt x="742883" y="52699"/>
                </a:cubicBezTo>
                <a:cubicBezTo>
                  <a:pt x="743392" y="55301"/>
                  <a:pt x="743646" y="59997"/>
                  <a:pt x="743646" y="66786"/>
                </a:cubicBezTo>
                <a:lnTo>
                  <a:pt x="743646" y="87153"/>
                </a:lnTo>
                <a:cubicBezTo>
                  <a:pt x="743646" y="101353"/>
                  <a:pt x="743972" y="110334"/>
                  <a:pt x="744622" y="114096"/>
                </a:cubicBezTo>
                <a:cubicBezTo>
                  <a:pt x="745273" y="117858"/>
                  <a:pt x="746560" y="121465"/>
                  <a:pt x="748484" y="124916"/>
                </a:cubicBezTo>
                <a:lnTo>
                  <a:pt x="732530" y="124916"/>
                </a:lnTo>
                <a:cubicBezTo>
                  <a:pt x="730946" y="121744"/>
                  <a:pt x="729927" y="118035"/>
                  <a:pt x="729475" y="113788"/>
                </a:cubicBezTo>
                <a:moveTo>
                  <a:pt x="728202" y="79600"/>
                </a:moveTo>
                <a:cubicBezTo>
                  <a:pt x="722657" y="81882"/>
                  <a:pt x="714341" y="83822"/>
                  <a:pt x="703252" y="85418"/>
                </a:cubicBezTo>
                <a:cubicBezTo>
                  <a:pt x="696973" y="86327"/>
                  <a:pt x="692532" y="87350"/>
                  <a:pt x="689929" y="88486"/>
                </a:cubicBezTo>
                <a:cubicBezTo>
                  <a:pt x="687327" y="89622"/>
                  <a:pt x="685318" y="91283"/>
                  <a:pt x="683904" y="93472"/>
                </a:cubicBezTo>
                <a:cubicBezTo>
                  <a:pt x="682490" y="95659"/>
                  <a:pt x="681783" y="98087"/>
                  <a:pt x="681783" y="100757"/>
                </a:cubicBezTo>
                <a:cubicBezTo>
                  <a:pt x="681783" y="104846"/>
                  <a:pt x="683324" y="108255"/>
                  <a:pt x="686407" y="110983"/>
                </a:cubicBezTo>
                <a:cubicBezTo>
                  <a:pt x="689491" y="113709"/>
                  <a:pt x="694003" y="115072"/>
                  <a:pt x="699943" y="115072"/>
                </a:cubicBezTo>
                <a:cubicBezTo>
                  <a:pt x="705827" y="115072"/>
                  <a:pt x="711060" y="113779"/>
                  <a:pt x="715642" y="111192"/>
                </a:cubicBezTo>
                <a:cubicBezTo>
                  <a:pt x="720225" y="108606"/>
                  <a:pt x="723591" y="105067"/>
                  <a:pt x="725741" y="100577"/>
                </a:cubicBezTo>
                <a:cubicBezTo>
                  <a:pt x="727381" y="97108"/>
                  <a:pt x="728202" y="91991"/>
                  <a:pt x="728202" y="85227"/>
                </a:cubicBezTo>
                <a:lnTo>
                  <a:pt x="728202" y="79600"/>
                </a:lnTo>
                <a:close/>
                <a:moveTo>
                  <a:pt x="757113" y="124916"/>
                </a:moveTo>
                <a:lnTo>
                  <a:pt x="790039" y="78072"/>
                </a:lnTo>
                <a:lnTo>
                  <a:pt x="759574" y="34793"/>
                </a:lnTo>
                <a:lnTo>
                  <a:pt x="778668" y="34793"/>
                </a:lnTo>
                <a:lnTo>
                  <a:pt x="792500" y="55924"/>
                </a:lnTo>
                <a:cubicBezTo>
                  <a:pt x="795103" y="59940"/>
                  <a:pt x="797196" y="63307"/>
                  <a:pt x="798780" y="66022"/>
                </a:cubicBezTo>
                <a:cubicBezTo>
                  <a:pt x="801269" y="62288"/>
                  <a:pt x="803560" y="58979"/>
                  <a:pt x="805654" y="56093"/>
                </a:cubicBezTo>
                <a:lnTo>
                  <a:pt x="820844" y="34793"/>
                </a:lnTo>
                <a:lnTo>
                  <a:pt x="839089" y="34793"/>
                </a:lnTo>
                <a:lnTo>
                  <a:pt x="807945" y="77224"/>
                </a:lnTo>
                <a:lnTo>
                  <a:pt x="841465" y="124916"/>
                </a:lnTo>
                <a:lnTo>
                  <a:pt x="822711" y="124916"/>
                </a:lnTo>
                <a:lnTo>
                  <a:pt x="804211" y="96912"/>
                </a:lnTo>
                <a:lnTo>
                  <a:pt x="799289" y="89359"/>
                </a:lnTo>
                <a:lnTo>
                  <a:pt x="775613" y="124916"/>
                </a:lnTo>
                <a:lnTo>
                  <a:pt x="757113" y="124916"/>
                </a:lnTo>
                <a:close/>
                <a:moveTo>
                  <a:pt x="902594" y="18160"/>
                </a:moveTo>
                <a:lnTo>
                  <a:pt x="902594" y="509"/>
                </a:lnTo>
                <a:lnTo>
                  <a:pt x="917869" y="509"/>
                </a:lnTo>
                <a:lnTo>
                  <a:pt x="917869" y="18160"/>
                </a:lnTo>
                <a:lnTo>
                  <a:pt x="902594" y="18160"/>
                </a:lnTo>
                <a:moveTo>
                  <a:pt x="902594" y="124916"/>
                </a:moveTo>
                <a:lnTo>
                  <a:pt x="902594" y="34793"/>
                </a:lnTo>
                <a:lnTo>
                  <a:pt x="917869" y="34793"/>
                </a:lnTo>
                <a:lnTo>
                  <a:pt x="917869" y="124916"/>
                </a:lnTo>
                <a:lnTo>
                  <a:pt x="902594" y="124916"/>
                </a:lnTo>
                <a:close/>
                <a:moveTo>
                  <a:pt x="941092" y="124916"/>
                </a:moveTo>
                <a:lnTo>
                  <a:pt x="941092" y="34793"/>
                </a:lnTo>
                <a:lnTo>
                  <a:pt x="954840" y="34793"/>
                </a:lnTo>
                <a:lnTo>
                  <a:pt x="954840" y="47522"/>
                </a:lnTo>
                <a:cubicBezTo>
                  <a:pt x="961459" y="37678"/>
                  <a:pt x="971020" y="32756"/>
                  <a:pt x="983523" y="32756"/>
                </a:cubicBezTo>
                <a:cubicBezTo>
                  <a:pt x="988954" y="32756"/>
                  <a:pt x="993947" y="33732"/>
                  <a:pt x="998501" y="35684"/>
                </a:cubicBezTo>
                <a:cubicBezTo>
                  <a:pt x="1003055" y="37636"/>
                  <a:pt x="1006464" y="40196"/>
                  <a:pt x="1008727" y="43364"/>
                </a:cubicBezTo>
                <a:cubicBezTo>
                  <a:pt x="1010990" y="46532"/>
                  <a:pt x="1012574" y="50294"/>
                  <a:pt x="1013479" y="54651"/>
                </a:cubicBezTo>
                <a:cubicBezTo>
                  <a:pt x="1014045" y="57479"/>
                  <a:pt x="1014328" y="62430"/>
                  <a:pt x="1014328" y="69501"/>
                </a:cubicBezTo>
                <a:lnTo>
                  <a:pt x="1014328" y="124916"/>
                </a:lnTo>
                <a:lnTo>
                  <a:pt x="999053" y="124916"/>
                </a:lnTo>
                <a:lnTo>
                  <a:pt x="999053" y="70037"/>
                </a:lnTo>
                <a:cubicBezTo>
                  <a:pt x="999053" y="63807"/>
                  <a:pt x="998459" y="59148"/>
                  <a:pt x="997270" y="56062"/>
                </a:cubicBezTo>
                <a:cubicBezTo>
                  <a:pt x="996082" y="52975"/>
                  <a:pt x="993975" y="50511"/>
                  <a:pt x="990948" y="48671"/>
                </a:cubicBezTo>
                <a:cubicBezTo>
                  <a:pt x="987922" y="46830"/>
                  <a:pt x="984372" y="45910"/>
                  <a:pt x="980298" y="45910"/>
                </a:cubicBezTo>
                <a:cubicBezTo>
                  <a:pt x="973792" y="45910"/>
                  <a:pt x="968177" y="47978"/>
                  <a:pt x="963453" y="52113"/>
                </a:cubicBezTo>
                <a:cubicBezTo>
                  <a:pt x="958729" y="56246"/>
                  <a:pt x="956367" y="64090"/>
                  <a:pt x="956367" y="75643"/>
                </a:cubicBezTo>
                <a:lnTo>
                  <a:pt x="956367" y="124916"/>
                </a:lnTo>
                <a:lnTo>
                  <a:pt x="941092" y="124916"/>
                </a:lnTo>
                <a:close/>
                <a:moveTo>
                  <a:pt x="1085868" y="124916"/>
                </a:moveTo>
                <a:lnTo>
                  <a:pt x="1085868" y="34793"/>
                </a:lnTo>
                <a:lnTo>
                  <a:pt x="1099616" y="34793"/>
                </a:lnTo>
                <a:lnTo>
                  <a:pt x="1099616" y="48371"/>
                </a:lnTo>
                <a:cubicBezTo>
                  <a:pt x="1103124" y="42013"/>
                  <a:pt x="1106362" y="37822"/>
                  <a:pt x="1109333" y="35796"/>
                </a:cubicBezTo>
                <a:cubicBezTo>
                  <a:pt x="1112303" y="33769"/>
                  <a:pt x="1115570" y="32756"/>
                  <a:pt x="1119134" y="32756"/>
                </a:cubicBezTo>
                <a:cubicBezTo>
                  <a:pt x="1124282" y="32756"/>
                  <a:pt x="1129515" y="34390"/>
                  <a:pt x="1134833" y="37657"/>
                </a:cubicBezTo>
                <a:lnTo>
                  <a:pt x="1129572" y="51765"/>
                </a:lnTo>
                <a:cubicBezTo>
                  <a:pt x="1125838" y="49559"/>
                  <a:pt x="1122104" y="48456"/>
                  <a:pt x="1118370" y="48456"/>
                </a:cubicBezTo>
                <a:cubicBezTo>
                  <a:pt x="1115032" y="48456"/>
                  <a:pt x="1112034" y="49462"/>
                  <a:pt x="1109375" y="51474"/>
                </a:cubicBezTo>
                <a:cubicBezTo>
                  <a:pt x="1106716" y="53484"/>
                  <a:pt x="1104821" y="56273"/>
                  <a:pt x="1103689" y="59840"/>
                </a:cubicBezTo>
                <a:cubicBezTo>
                  <a:pt x="1101992" y="65277"/>
                  <a:pt x="1101143" y="71223"/>
                  <a:pt x="1101143" y="77680"/>
                </a:cubicBezTo>
                <a:lnTo>
                  <a:pt x="1101143" y="124916"/>
                </a:lnTo>
                <a:lnTo>
                  <a:pt x="1085868" y="124916"/>
                </a:lnTo>
                <a:close/>
                <a:moveTo>
                  <a:pt x="1197205" y="124916"/>
                </a:moveTo>
                <a:lnTo>
                  <a:pt x="1181930" y="124916"/>
                </a:lnTo>
                <a:lnTo>
                  <a:pt x="1181930" y="27580"/>
                </a:lnTo>
                <a:cubicBezTo>
                  <a:pt x="1178253" y="31088"/>
                  <a:pt x="1173430" y="34595"/>
                  <a:pt x="1167461" y="38103"/>
                </a:cubicBezTo>
                <a:cubicBezTo>
                  <a:pt x="1161493" y="41610"/>
                  <a:pt x="1156132" y="44241"/>
                  <a:pt x="1151380" y="45995"/>
                </a:cubicBezTo>
                <a:lnTo>
                  <a:pt x="1151380" y="31229"/>
                </a:lnTo>
                <a:cubicBezTo>
                  <a:pt x="1159923" y="27212"/>
                  <a:pt x="1167391" y="22347"/>
                  <a:pt x="1173783" y="16633"/>
                </a:cubicBezTo>
                <a:cubicBezTo>
                  <a:pt x="1180176" y="10919"/>
                  <a:pt x="1184702" y="5375"/>
                  <a:pt x="1187361" y="0"/>
                </a:cubicBezTo>
                <a:lnTo>
                  <a:pt x="1197205" y="0"/>
                </a:lnTo>
                <a:lnTo>
                  <a:pt x="1197205" y="124916"/>
                </a:lnTo>
                <a:close/>
                <a:moveTo>
                  <a:pt x="1285265" y="124916"/>
                </a:moveTo>
                <a:lnTo>
                  <a:pt x="1285265" y="95130"/>
                </a:lnTo>
                <a:lnTo>
                  <a:pt x="1231293" y="95130"/>
                </a:lnTo>
                <a:lnTo>
                  <a:pt x="1231293" y="81127"/>
                </a:lnTo>
                <a:lnTo>
                  <a:pt x="1288065" y="509"/>
                </a:lnTo>
                <a:lnTo>
                  <a:pt x="1300540" y="509"/>
                </a:lnTo>
                <a:lnTo>
                  <a:pt x="1300540" y="81127"/>
                </a:lnTo>
                <a:lnTo>
                  <a:pt x="1317342" y="81127"/>
                </a:lnTo>
                <a:lnTo>
                  <a:pt x="1317342" y="95130"/>
                </a:lnTo>
                <a:lnTo>
                  <a:pt x="1300540" y="95130"/>
                </a:lnTo>
                <a:lnTo>
                  <a:pt x="1300540" y="124916"/>
                </a:lnTo>
                <a:lnTo>
                  <a:pt x="1285265" y="124916"/>
                </a:lnTo>
                <a:moveTo>
                  <a:pt x="1285265" y="81127"/>
                </a:moveTo>
                <a:lnTo>
                  <a:pt x="1285265" y="25034"/>
                </a:lnTo>
                <a:lnTo>
                  <a:pt x="1246313" y="81127"/>
                </a:lnTo>
                <a:lnTo>
                  <a:pt x="1285265" y="8112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4.clobberrax">
            <a:extLst xmlns:a="http://schemas.openxmlformats.org/drawingml/2006/main">
              <a:ext uri="{FF2B5EF4-FFF2-40B4-BE49-F238E27FC236}">
                <a16:creationId xmlns:a16="http://schemas.microsoft.com/office/drawing/2014/main" id="{8CE5E524-21E6-4CF1-B064-3657B9E0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7" y="1157834"/>
            <a:ext cx="1049377" cy="126443"/>
          </a:xfrm>
          <a:custGeom xmlns:a="http://schemas.openxmlformats.org/drawingml/2006/main">
            <a:pathLst>
              <a:path w="1049377" h="126443">
                <a:moveTo>
                  <a:pt x="53972" y="124407"/>
                </a:moveTo>
                <a:lnTo>
                  <a:pt x="53972" y="94620"/>
                </a:lnTo>
                <a:lnTo>
                  <a:pt x="0" y="94620"/>
                </a:lnTo>
                <a:lnTo>
                  <a:pt x="0" y="80618"/>
                </a:lnTo>
                <a:lnTo>
                  <a:pt x="56772" y="0"/>
                </a:lnTo>
                <a:lnTo>
                  <a:pt x="69247" y="0"/>
                </a:lnTo>
                <a:lnTo>
                  <a:pt x="69247" y="80618"/>
                </a:lnTo>
                <a:lnTo>
                  <a:pt x="86049" y="80618"/>
                </a:lnTo>
                <a:lnTo>
                  <a:pt x="86049" y="94620"/>
                </a:lnTo>
                <a:lnTo>
                  <a:pt x="69247" y="94620"/>
                </a:lnTo>
                <a:lnTo>
                  <a:pt x="69247" y="124407"/>
                </a:lnTo>
                <a:lnTo>
                  <a:pt x="53972" y="124407"/>
                </a:lnTo>
                <a:moveTo>
                  <a:pt x="53972" y="80618"/>
                </a:moveTo>
                <a:lnTo>
                  <a:pt x="53972" y="24525"/>
                </a:lnTo>
                <a:lnTo>
                  <a:pt x="15020" y="80618"/>
                </a:lnTo>
                <a:lnTo>
                  <a:pt x="53972" y="80618"/>
                </a:lnTo>
                <a:close/>
                <a:moveTo>
                  <a:pt x="110208" y="124407"/>
                </a:moveTo>
                <a:lnTo>
                  <a:pt x="110208" y="106925"/>
                </a:lnTo>
                <a:lnTo>
                  <a:pt x="127605" y="106925"/>
                </a:lnTo>
                <a:lnTo>
                  <a:pt x="127605" y="124407"/>
                </a:lnTo>
                <a:lnTo>
                  <a:pt x="110208" y="124407"/>
                </a:lnTo>
                <a:close/>
                <a:moveTo>
                  <a:pt x="261320" y="91311"/>
                </a:moveTo>
                <a:lnTo>
                  <a:pt x="276340" y="93263"/>
                </a:lnTo>
                <a:cubicBezTo>
                  <a:pt x="274700" y="103642"/>
                  <a:pt x="270499" y="111768"/>
                  <a:pt x="263738" y="117639"/>
                </a:cubicBezTo>
                <a:cubicBezTo>
                  <a:pt x="256978" y="123509"/>
                  <a:pt x="248676" y="126443"/>
                  <a:pt x="238832" y="126443"/>
                </a:cubicBezTo>
                <a:cubicBezTo>
                  <a:pt x="226498" y="126443"/>
                  <a:pt x="216584" y="122412"/>
                  <a:pt x="209088" y="114351"/>
                </a:cubicBezTo>
                <a:cubicBezTo>
                  <a:pt x="201592" y="106289"/>
                  <a:pt x="197844" y="94734"/>
                  <a:pt x="197844" y="79685"/>
                </a:cubicBezTo>
                <a:cubicBezTo>
                  <a:pt x="197844" y="69954"/>
                  <a:pt x="199456" y="61440"/>
                  <a:pt x="202681" y="54142"/>
                </a:cubicBezTo>
                <a:cubicBezTo>
                  <a:pt x="205905" y="46843"/>
                  <a:pt x="210813" y="41370"/>
                  <a:pt x="217404" y="37721"/>
                </a:cubicBezTo>
                <a:cubicBezTo>
                  <a:pt x="223995" y="34072"/>
                  <a:pt x="231166" y="32247"/>
                  <a:pt x="238917" y="32247"/>
                </a:cubicBezTo>
                <a:cubicBezTo>
                  <a:pt x="248704" y="32247"/>
                  <a:pt x="256709" y="34730"/>
                  <a:pt x="262932" y="39697"/>
                </a:cubicBezTo>
                <a:cubicBezTo>
                  <a:pt x="269155" y="44661"/>
                  <a:pt x="273144" y="51711"/>
                  <a:pt x="274898" y="60846"/>
                </a:cubicBezTo>
                <a:lnTo>
                  <a:pt x="260047" y="63137"/>
                </a:lnTo>
                <a:cubicBezTo>
                  <a:pt x="258633" y="57112"/>
                  <a:pt x="256129" y="52579"/>
                  <a:pt x="252537" y="49538"/>
                </a:cubicBezTo>
                <a:cubicBezTo>
                  <a:pt x="248944" y="46497"/>
                  <a:pt x="244602" y="44976"/>
                  <a:pt x="239511" y="44976"/>
                </a:cubicBezTo>
                <a:cubicBezTo>
                  <a:pt x="231816" y="44976"/>
                  <a:pt x="225565" y="47721"/>
                  <a:pt x="220756" y="53211"/>
                </a:cubicBezTo>
                <a:cubicBezTo>
                  <a:pt x="215947" y="58698"/>
                  <a:pt x="213543" y="67382"/>
                  <a:pt x="213543" y="79260"/>
                </a:cubicBezTo>
                <a:cubicBezTo>
                  <a:pt x="213543" y="91309"/>
                  <a:pt x="215863" y="100064"/>
                  <a:pt x="220502" y="105525"/>
                </a:cubicBezTo>
                <a:cubicBezTo>
                  <a:pt x="225141" y="110984"/>
                  <a:pt x="231194" y="113714"/>
                  <a:pt x="238662" y="113714"/>
                </a:cubicBezTo>
                <a:cubicBezTo>
                  <a:pt x="244659" y="113714"/>
                  <a:pt x="249666" y="111883"/>
                  <a:pt x="253682" y="108219"/>
                </a:cubicBezTo>
                <a:cubicBezTo>
                  <a:pt x="257699" y="104556"/>
                  <a:pt x="260245" y="98920"/>
                  <a:pt x="261320" y="91311"/>
                </a:cubicBezTo>
                <a:close/>
                <a:moveTo>
                  <a:pt x="289070" y="124407"/>
                </a:moveTo>
                <a:lnTo>
                  <a:pt x="289070" y="0"/>
                </a:lnTo>
                <a:lnTo>
                  <a:pt x="304345" y="0"/>
                </a:lnTo>
                <a:lnTo>
                  <a:pt x="304345" y="124407"/>
                </a:lnTo>
                <a:lnTo>
                  <a:pt x="289070" y="124407"/>
                </a:lnTo>
                <a:close/>
                <a:moveTo>
                  <a:pt x="322306" y="79345"/>
                </a:moveTo>
                <a:cubicBezTo>
                  <a:pt x="322306" y="62656"/>
                  <a:pt x="326945" y="50294"/>
                  <a:pt x="336223" y="42261"/>
                </a:cubicBezTo>
                <a:cubicBezTo>
                  <a:pt x="343974" y="35585"/>
                  <a:pt x="353422" y="32247"/>
                  <a:pt x="364567" y="32247"/>
                </a:cubicBezTo>
                <a:cubicBezTo>
                  <a:pt x="376957" y="32247"/>
                  <a:pt x="387083" y="36307"/>
                  <a:pt x="394947" y="44425"/>
                </a:cubicBezTo>
                <a:cubicBezTo>
                  <a:pt x="402811" y="52543"/>
                  <a:pt x="406743" y="63759"/>
                  <a:pt x="406743" y="78072"/>
                </a:cubicBezTo>
                <a:cubicBezTo>
                  <a:pt x="406743" y="89670"/>
                  <a:pt x="405003" y="98793"/>
                  <a:pt x="401524" y="105440"/>
                </a:cubicBezTo>
                <a:cubicBezTo>
                  <a:pt x="398045" y="112088"/>
                  <a:pt x="392981" y="117250"/>
                  <a:pt x="386334" y="120927"/>
                </a:cubicBezTo>
                <a:cubicBezTo>
                  <a:pt x="379686" y="124605"/>
                  <a:pt x="372431" y="126443"/>
                  <a:pt x="364567" y="126443"/>
                </a:cubicBezTo>
                <a:cubicBezTo>
                  <a:pt x="351951" y="126443"/>
                  <a:pt x="341753" y="122398"/>
                  <a:pt x="333974" y="114308"/>
                </a:cubicBezTo>
                <a:cubicBezTo>
                  <a:pt x="326195" y="106218"/>
                  <a:pt x="322306" y="94564"/>
                  <a:pt x="322306" y="79345"/>
                </a:cubicBezTo>
                <a:moveTo>
                  <a:pt x="338005" y="79303"/>
                </a:moveTo>
                <a:cubicBezTo>
                  <a:pt x="338005" y="90802"/>
                  <a:pt x="340523" y="99411"/>
                  <a:pt x="345558" y="105133"/>
                </a:cubicBezTo>
                <a:cubicBezTo>
                  <a:pt x="350593" y="110854"/>
                  <a:pt x="356929" y="113714"/>
                  <a:pt x="364567" y="113714"/>
                </a:cubicBezTo>
                <a:cubicBezTo>
                  <a:pt x="372148" y="113714"/>
                  <a:pt x="378456" y="110839"/>
                  <a:pt x="383491" y="105090"/>
                </a:cubicBezTo>
                <a:cubicBezTo>
                  <a:pt x="388526" y="99341"/>
                  <a:pt x="391044" y="90576"/>
                  <a:pt x="391044" y="78796"/>
                </a:cubicBezTo>
                <a:cubicBezTo>
                  <a:pt x="391044" y="67692"/>
                  <a:pt x="388512" y="59279"/>
                  <a:pt x="383449" y="53558"/>
                </a:cubicBezTo>
                <a:cubicBezTo>
                  <a:pt x="378385" y="47837"/>
                  <a:pt x="372091" y="44976"/>
                  <a:pt x="364567" y="44976"/>
                </a:cubicBezTo>
                <a:cubicBezTo>
                  <a:pt x="356929" y="44976"/>
                  <a:pt x="350593" y="47823"/>
                  <a:pt x="345558" y="53516"/>
                </a:cubicBezTo>
                <a:cubicBezTo>
                  <a:pt x="340523" y="59208"/>
                  <a:pt x="338005" y="67804"/>
                  <a:pt x="338005" y="79303"/>
                </a:cubicBezTo>
                <a:close/>
                <a:moveTo>
                  <a:pt x="438709" y="124407"/>
                </a:moveTo>
                <a:lnTo>
                  <a:pt x="424537" y="124407"/>
                </a:lnTo>
                <a:lnTo>
                  <a:pt x="424537" y="0"/>
                </a:lnTo>
                <a:lnTo>
                  <a:pt x="439812" y="0"/>
                </a:lnTo>
                <a:lnTo>
                  <a:pt x="439812" y="44547"/>
                </a:lnTo>
                <a:cubicBezTo>
                  <a:pt x="446262" y="36347"/>
                  <a:pt x="454493" y="32247"/>
                  <a:pt x="464507" y="32247"/>
                </a:cubicBezTo>
                <a:cubicBezTo>
                  <a:pt x="470051" y="32247"/>
                  <a:pt x="475299" y="33365"/>
                  <a:pt x="480249" y="35599"/>
                </a:cubicBezTo>
                <a:cubicBezTo>
                  <a:pt x="485199" y="37834"/>
                  <a:pt x="489272" y="40974"/>
                  <a:pt x="492469" y="45019"/>
                </a:cubicBezTo>
                <a:cubicBezTo>
                  <a:pt x="495665" y="49064"/>
                  <a:pt x="498169" y="53944"/>
                  <a:pt x="499979" y="59658"/>
                </a:cubicBezTo>
                <a:cubicBezTo>
                  <a:pt x="501790" y="65371"/>
                  <a:pt x="502695" y="71482"/>
                  <a:pt x="502695" y="77988"/>
                </a:cubicBezTo>
                <a:cubicBezTo>
                  <a:pt x="502695" y="93432"/>
                  <a:pt x="498876" y="105369"/>
                  <a:pt x="491238" y="113799"/>
                </a:cubicBezTo>
                <a:cubicBezTo>
                  <a:pt x="483601" y="122229"/>
                  <a:pt x="474436" y="126443"/>
                  <a:pt x="463743" y="126443"/>
                </a:cubicBezTo>
                <a:cubicBezTo>
                  <a:pt x="453107" y="126443"/>
                  <a:pt x="444763" y="121946"/>
                  <a:pt x="438709" y="112950"/>
                </a:cubicBezTo>
                <a:lnTo>
                  <a:pt x="438709" y="124407"/>
                </a:lnTo>
                <a:moveTo>
                  <a:pt x="438540" y="78669"/>
                </a:moveTo>
                <a:cubicBezTo>
                  <a:pt x="438540" y="89422"/>
                  <a:pt x="440010" y="97191"/>
                  <a:pt x="442952" y="101977"/>
                </a:cubicBezTo>
                <a:cubicBezTo>
                  <a:pt x="447761" y="109802"/>
                  <a:pt x="454267" y="113714"/>
                  <a:pt x="462470" y="113714"/>
                </a:cubicBezTo>
                <a:cubicBezTo>
                  <a:pt x="469146" y="113714"/>
                  <a:pt x="474917" y="110829"/>
                  <a:pt x="479782" y="105058"/>
                </a:cubicBezTo>
                <a:cubicBezTo>
                  <a:pt x="484648" y="99288"/>
                  <a:pt x="487080" y="90688"/>
                  <a:pt x="487080" y="79260"/>
                </a:cubicBezTo>
                <a:cubicBezTo>
                  <a:pt x="487080" y="67551"/>
                  <a:pt x="484747" y="58911"/>
                  <a:pt x="480079" y="53338"/>
                </a:cubicBezTo>
                <a:cubicBezTo>
                  <a:pt x="475412" y="47764"/>
                  <a:pt x="469769" y="44976"/>
                  <a:pt x="463149" y="44976"/>
                </a:cubicBezTo>
                <a:cubicBezTo>
                  <a:pt x="456474" y="44976"/>
                  <a:pt x="450703" y="47862"/>
                  <a:pt x="445838" y="53632"/>
                </a:cubicBezTo>
                <a:cubicBezTo>
                  <a:pt x="440972" y="59403"/>
                  <a:pt x="438540" y="67748"/>
                  <a:pt x="438540" y="78669"/>
                </a:cubicBezTo>
                <a:close/>
                <a:moveTo>
                  <a:pt x="535340" y="124407"/>
                </a:moveTo>
                <a:lnTo>
                  <a:pt x="521168" y="124407"/>
                </a:lnTo>
                <a:lnTo>
                  <a:pt x="521168" y="0"/>
                </a:lnTo>
                <a:lnTo>
                  <a:pt x="536443" y="0"/>
                </a:lnTo>
                <a:lnTo>
                  <a:pt x="536443" y="44547"/>
                </a:lnTo>
                <a:cubicBezTo>
                  <a:pt x="542892" y="36347"/>
                  <a:pt x="551124" y="32247"/>
                  <a:pt x="561138" y="32247"/>
                </a:cubicBezTo>
                <a:cubicBezTo>
                  <a:pt x="566682" y="32247"/>
                  <a:pt x="571929" y="33365"/>
                  <a:pt x="576879" y="35599"/>
                </a:cubicBezTo>
                <a:cubicBezTo>
                  <a:pt x="581830" y="37834"/>
                  <a:pt x="585903" y="40974"/>
                  <a:pt x="589099" y="45019"/>
                </a:cubicBezTo>
                <a:cubicBezTo>
                  <a:pt x="592296" y="49064"/>
                  <a:pt x="594799" y="53944"/>
                  <a:pt x="596610" y="59658"/>
                </a:cubicBezTo>
                <a:cubicBezTo>
                  <a:pt x="598420" y="65371"/>
                  <a:pt x="599325" y="71482"/>
                  <a:pt x="599325" y="77988"/>
                </a:cubicBezTo>
                <a:cubicBezTo>
                  <a:pt x="599325" y="93432"/>
                  <a:pt x="595507" y="105369"/>
                  <a:pt x="587869" y="113799"/>
                </a:cubicBezTo>
                <a:cubicBezTo>
                  <a:pt x="580231" y="122229"/>
                  <a:pt x="571066" y="126443"/>
                  <a:pt x="560374" y="126443"/>
                </a:cubicBezTo>
                <a:cubicBezTo>
                  <a:pt x="549738" y="126443"/>
                  <a:pt x="541393" y="121946"/>
                  <a:pt x="535340" y="112950"/>
                </a:cubicBezTo>
                <a:lnTo>
                  <a:pt x="535340" y="124407"/>
                </a:lnTo>
                <a:moveTo>
                  <a:pt x="535170" y="78669"/>
                </a:moveTo>
                <a:cubicBezTo>
                  <a:pt x="535170" y="89422"/>
                  <a:pt x="536641" y="97191"/>
                  <a:pt x="539583" y="101977"/>
                </a:cubicBezTo>
                <a:cubicBezTo>
                  <a:pt x="544392" y="109802"/>
                  <a:pt x="550898" y="113714"/>
                  <a:pt x="559101" y="113714"/>
                </a:cubicBezTo>
                <a:cubicBezTo>
                  <a:pt x="565777" y="113714"/>
                  <a:pt x="571547" y="110829"/>
                  <a:pt x="576413" y="105058"/>
                </a:cubicBezTo>
                <a:cubicBezTo>
                  <a:pt x="581278" y="99288"/>
                  <a:pt x="583711" y="90688"/>
                  <a:pt x="583711" y="79260"/>
                </a:cubicBezTo>
                <a:cubicBezTo>
                  <a:pt x="583711" y="67551"/>
                  <a:pt x="581377" y="58911"/>
                  <a:pt x="576710" y="53338"/>
                </a:cubicBezTo>
                <a:cubicBezTo>
                  <a:pt x="572042" y="47764"/>
                  <a:pt x="566399" y="44976"/>
                  <a:pt x="559780" y="44976"/>
                </a:cubicBezTo>
                <a:cubicBezTo>
                  <a:pt x="553104" y="44976"/>
                  <a:pt x="547334" y="47862"/>
                  <a:pt x="542468" y="53632"/>
                </a:cubicBezTo>
                <a:cubicBezTo>
                  <a:pt x="537603" y="59403"/>
                  <a:pt x="535170" y="67748"/>
                  <a:pt x="535170" y="78669"/>
                </a:cubicBezTo>
                <a:close/>
                <a:moveTo>
                  <a:pt x="679578" y="95384"/>
                </a:moveTo>
                <a:lnTo>
                  <a:pt x="695362" y="97336"/>
                </a:lnTo>
                <a:cubicBezTo>
                  <a:pt x="692873" y="106558"/>
                  <a:pt x="688262" y="113714"/>
                  <a:pt x="681529" y="118806"/>
                </a:cubicBezTo>
                <a:cubicBezTo>
                  <a:pt x="674797" y="123898"/>
                  <a:pt x="666198" y="126443"/>
                  <a:pt x="655732" y="126443"/>
                </a:cubicBezTo>
                <a:cubicBezTo>
                  <a:pt x="642550" y="126443"/>
                  <a:pt x="632098" y="122384"/>
                  <a:pt x="624375" y="114266"/>
                </a:cubicBezTo>
                <a:cubicBezTo>
                  <a:pt x="616653" y="106147"/>
                  <a:pt x="612792" y="94762"/>
                  <a:pt x="612792" y="80109"/>
                </a:cubicBezTo>
                <a:cubicBezTo>
                  <a:pt x="612792" y="64947"/>
                  <a:pt x="616695" y="53180"/>
                  <a:pt x="624503" y="44807"/>
                </a:cubicBezTo>
                <a:cubicBezTo>
                  <a:pt x="632310" y="36434"/>
                  <a:pt x="642437" y="32247"/>
                  <a:pt x="654883" y="32247"/>
                </a:cubicBezTo>
                <a:cubicBezTo>
                  <a:pt x="666933" y="32247"/>
                  <a:pt x="676777" y="36343"/>
                  <a:pt x="684415" y="44534"/>
                </a:cubicBezTo>
                <a:cubicBezTo>
                  <a:pt x="692052" y="52723"/>
                  <a:pt x="695871" y="64244"/>
                  <a:pt x="695871" y="79099"/>
                </a:cubicBezTo>
                <a:cubicBezTo>
                  <a:pt x="695871" y="80002"/>
                  <a:pt x="695843" y="81357"/>
                  <a:pt x="695786" y="83164"/>
                </a:cubicBezTo>
                <a:lnTo>
                  <a:pt x="628576" y="83164"/>
                </a:lnTo>
                <a:cubicBezTo>
                  <a:pt x="629142" y="93036"/>
                  <a:pt x="631942" y="100596"/>
                  <a:pt x="636977" y="105843"/>
                </a:cubicBezTo>
                <a:cubicBezTo>
                  <a:pt x="642012" y="111091"/>
                  <a:pt x="648292" y="113714"/>
                  <a:pt x="655816" y="113714"/>
                </a:cubicBezTo>
                <a:cubicBezTo>
                  <a:pt x="661417" y="113714"/>
                  <a:pt x="666198" y="112257"/>
                  <a:pt x="670158" y="109344"/>
                </a:cubicBezTo>
                <a:cubicBezTo>
                  <a:pt x="674118" y="106428"/>
                  <a:pt x="677258" y="101775"/>
                  <a:pt x="679578" y="95384"/>
                </a:cubicBezTo>
                <a:moveTo>
                  <a:pt x="629425" y="70435"/>
                </a:moveTo>
                <a:lnTo>
                  <a:pt x="679747" y="70435"/>
                </a:lnTo>
                <a:cubicBezTo>
                  <a:pt x="679068" y="62978"/>
                  <a:pt x="677145" y="57385"/>
                  <a:pt x="673977" y="53656"/>
                </a:cubicBezTo>
                <a:cubicBezTo>
                  <a:pt x="669111" y="47870"/>
                  <a:pt x="662803" y="44976"/>
                  <a:pt x="655053" y="44976"/>
                </a:cubicBezTo>
                <a:cubicBezTo>
                  <a:pt x="648037" y="44976"/>
                  <a:pt x="642140" y="47286"/>
                  <a:pt x="637359" y="51906"/>
                </a:cubicBezTo>
                <a:cubicBezTo>
                  <a:pt x="632579" y="56524"/>
                  <a:pt x="629934" y="62700"/>
                  <a:pt x="629425" y="70435"/>
                </a:cubicBezTo>
                <a:close/>
                <a:moveTo>
                  <a:pt x="714344" y="124407"/>
                </a:moveTo>
                <a:lnTo>
                  <a:pt x="714344" y="34284"/>
                </a:lnTo>
                <a:lnTo>
                  <a:pt x="728092" y="34284"/>
                </a:lnTo>
                <a:lnTo>
                  <a:pt x="728092" y="47862"/>
                </a:lnTo>
                <a:cubicBezTo>
                  <a:pt x="731599" y="41504"/>
                  <a:pt x="734838" y="37312"/>
                  <a:pt x="737808" y="35286"/>
                </a:cubicBezTo>
                <a:cubicBezTo>
                  <a:pt x="740779" y="33260"/>
                  <a:pt x="744046" y="32247"/>
                  <a:pt x="747610" y="32247"/>
                </a:cubicBezTo>
                <a:cubicBezTo>
                  <a:pt x="752758" y="32247"/>
                  <a:pt x="757991" y="33881"/>
                  <a:pt x="763309" y="37148"/>
                </a:cubicBezTo>
                <a:lnTo>
                  <a:pt x="758048" y="51256"/>
                </a:lnTo>
                <a:cubicBezTo>
                  <a:pt x="754314" y="49050"/>
                  <a:pt x="750580" y="47947"/>
                  <a:pt x="746846" y="47947"/>
                </a:cubicBezTo>
                <a:cubicBezTo>
                  <a:pt x="743508" y="47947"/>
                  <a:pt x="740510" y="48953"/>
                  <a:pt x="737851" y="50965"/>
                </a:cubicBezTo>
                <a:cubicBezTo>
                  <a:pt x="735192" y="52975"/>
                  <a:pt x="733297" y="55764"/>
                  <a:pt x="732165" y="59331"/>
                </a:cubicBezTo>
                <a:cubicBezTo>
                  <a:pt x="730468" y="64768"/>
                  <a:pt x="729619" y="70714"/>
                  <a:pt x="729619" y="77171"/>
                </a:cubicBezTo>
                <a:lnTo>
                  <a:pt x="729619" y="124407"/>
                </a:lnTo>
                <a:lnTo>
                  <a:pt x="714344" y="124407"/>
                </a:lnTo>
                <a:close/>
                <a:moveTo>
                  <a:pt x="820534" y="124407"/>
                </a:moveTo>
                <a:lnTo>
                  <a:pt x="820534" y="34284"/>
                </a:lnTo>
                <a:lnTo>
                  <a:pt x="834281" y="34284"/>
                </a:lnTo>
                <a:lnTo>
                  <a:pt x="834281" y="47862"/>
                </a:lnTo>
                <a:cubicBezTo>
                  <a:pt x="837789" y="41504"/>
                  <a:pt x="841028" y="37312"/>
                  <a:pt x="843998" y="35286"/>
                </a:cubicBezTo>
                <a:cubicBezTo>
                  <a:pt x="846968" y="33260"/>
                  <a:pt x="850235" y="32247"/>
                  <a:pt x="853799" y="32247"/>
                </a:cubicBezTo>
                <a:cubicBezTo>
                  <a:pt x="858947" y="32247"/>
                  <a:pt x="864181" y="33881"/>
                  <a:pt x="869499" y="37148"/>
                </a:cubicBezTo>
                <a:lnTo>
                  <a:pt x="864237" y="51256"/>
                </a:lnTo>
                <a:cubicBezTo>
                  <a:pt x="860503" y="49050"/>
                  <a:pt x="856769" y="47947"/>
                  <a:pt x="853035" y="47947"/>
                </a:cubicBezTo>
                <a:cubicBezTo>
                  <a:pt x="849698" y="47947"/>
                  <a:pt x="846699" y="48953"/>
                  <a:pt x="844040" y="50965"/>
                </a:cubicBezTo>
                <a:cubicBezTo>
                  <a:pt x="841381" y="52975"/>
                  <a:pt x="839486" y="55764"/>
                  <a:pt x="838354" y="59331"/>
                </a:cubicBezTo>
                <a:cubicBezTo>
                  <a:pt x="836657" y="64768"/>
                  <a:pt x="835809" y="70714"/>
                  <a:pt x="835809" y="77171"/>
                </a:cubicBezTo>
                <a:lnTo>
                  <a:pt x="835809" y="124407"/>
                </a:lnTo>
                <a:lnTo>
                  <a:pt x="820534" y="124407"/>
                </a:lnTo>
                <a:close/>
                <a:moveTo>
                  <a:pt x="937386" y="113279"/>
                </a:moveTo>
                <a:cubicBezTo>
                  <a:pt x="931729" y="118092"/>
                  <a:pt x="926284" y="121489"/>
                  <a:pt x="921051" y="123471"/>
                </a:cubicBezTo>
                <a:cubicBezTo>
                  <a:pt x="915817" y="125452"/>
                  <a:pt x="910202" y="126443"/>
                  <a:pt x="904206" y="126443"/>
                </a:cubicBezTo>
                <a:cubicBezTo>
                  <a:pt x="894305" y="126443"/>
                  <a:pt x="886696" y="124023"/>
                  <a:pt x="881378" y="119182"/>
                </a:cubicBezTo>
                <a:cubicBezTo>
                  <a:pt x="876060" y="114342"/>
                  <a:pt x="873401" y="108157"/>
                  <a:pt x="873401" y="100627"/>
                </a:cubicBezTo>
                <a:cubicBezTo>
                  <a:pt x="873401" y="96212"/>
                  <a:pt x="874405" y="92180"/>
                  <a:pt x="876414" y="88529"/>
                </a:cubicBezTo>
                <a:cubicBezTo>
                  <a:pt x="878422" y="84876"/>
                  <a:pt x="881053" y="81946"/>
                  <a:pt x="884306" y="79738"/>
                </a:cubicBezTo>
                <a:cubicBezTo>
                  <a:pt x="887559" y="77530"/>
                  <a:pt x="891222" y="75860"/>
                  <a:pt x="895295" y="74728"/>
                </a:cubicBezTo>
                <a:cubicBezTo>
                  <a:pt x="898294" y="73935"/>
                  <a:pt x="902820" y="73170"/>
                  <a:pt x="908873" y="72434"/>
                </a:cubicBezTo>
                <a:cubicBezTo>
                  <a:pt x="921206" y="70974"/>
                  <a:pt x="930286" y="69233"/>
                  <a:pt x="936113" y="67210"/>
                </a:cubicBezTo>
                <a:cubicBezTo>
                  <a:pt x="936170" y="65126"/>
                  <a:pt x="936198" y="63802"/>
                  <a:pt x="936198" y="63238"/>
                </a:cubicBezTo>
                <a:cubicBezTo>
                  <a:pt x="936198" y="57037"/>
                  <a:pt x="934756" y="52670"/>
                  <a:pt x="931870" y="50134"/>
                </a:cubicBezTo>
                <a:cubicBezTo>
                  <a:pt x="927967" y="46696"/>
                  <a:pt x="922168" y="44976"/>
                  <a:pt x="914474" y="44976"/>
                </a:cubicBezTo>
                <a:cubicBezTo>
                  <a:pt x="907289" y="44976"/>
                  <a:pt x="901985" y="46235"/>
                  <a:pt x="898562" y="48753"/>
                </a:cubicBezTo>
                <a:cubicBezTo>
                  <a:pt x="895140" y="51270"/>
                  <a:pt x="892608" y="55726"/>
                  <a:pt x="890967" y="62118"/>
                </a:cubicBezTo>
                <a:lnTo>
                  <a:pt x="876032" y="60082"/>
                </a:lnTo>
                <a:cubicBezTo>
                  <a:pt x="877389" y="53669"/>
                  <a:pt x="879624" y="48491"/>
                  <a:pt x="882736" y="44547"/>
                </a:cubicBezTo>
                <a:cubicBezTo>
                  <a:pt x="885847" y="40603"/>
                  <a:pt x="890345" y="37567"/>
                  <a:pt x="896229" y="35440"/>
                </a:cubicBezTo>
                <a:cubicBezTo>
                  <a:pt x="902112" y="33312"/>
                  <a:pt x="908930" y="32247"/>
                  <a:pt x="916680" y="32247"/>
                </a:cubicBezTo>
                <a:cubicBezTo>
                  <a:pt x="924374" y="32247"/>
                  <a:pt x="930626" y="33152"/>
                  <a:pt x="935435" y="34963"/>
                </a:cubicBezTo>
                <a:cubicBezTo>
                  <a:pt x="940243" y="36773"/>
                  <a:pt x="943779" y="39050"/>
                  <a:pt x="946042" y="41794"/>
                </a:cubicBezTo>
                <a:cubicBezTo>
                  <a:pt x="948305" y="44538"/>
                  <a:pt x="949889" y="48003"/>
                  <a:pt x="950794" y="52190"/>
                </a:cubicBezTo>
                <a:cubicBezTo>
                  <a:pt x="951304" y="54792"/>
                  <a:pt x="951558" y="59488"/>
                  <a:pt x="951558" y="66277"/>
                </a:cubicBezTo>
                <a:lnTo>
                  <a:pt x="951558" y="86643"/>
                </a:lnTo>
                <a:cubicBezTo>
                  <a:pt x="951558" y="100844"/>
                  <a:pt x="951883" y="109825"/>
                  <a:pt x="952534" y="113587"/>
                </a:cubicBezTo>
                <a:cubicBezTo>
                  <a:pt x="953185" y="117349"/>
                  <a:pt x="954472" y="120956"/>
                  <a:pt x="956395" y="124407"/>
                </a:cubicBezTo>
                <a:lnTo>
                  <a:pt x="940441" y="124407"/>
                </a:lnTo>
                <a:cubicBezTo>
                  <a:pt x="938857" y="121235"/>
                  <a:pt x="937839" y="117526"/>
                  <a:pt x="937386" y="113279"/>
                </a:cubicBezTo>
                <a:moveTo>
                  <a:pt x="936113" y="79091"/>
                </a:moveTo>
                <a:cubicBezTo>
                  <a:pt x="930569" y="81373"/>
                  <a:pt x="922253" y="83313"/>
                  <a:pt x="911164" y="84909"/>
                </a:cubicBezTo>
                <a:cubicBezTo>
                  <a:pt x="904884" y="85818"/>
                  <a:pt x="900443" y="86841"/>
                  <a:pt x="897841" y="87977"/>
                </a:cubicBezTo>
                <a:cubicBezTo>
                  <a:pt x="895239" y="89112"/>
                  <a:pt x="893230" y="90774"/>
                  <a:pt x="891816" y="92963"/>
                </a:cubicBezTo>
                <a:cubicBezTo>
                  <a:pt x="890401" y="95150"/>
                  <a:pt x="889694" y="97578"/>
                  <a:pt x="889694" y="100248"/>
                </a:cubicBezTo>
                <a:cubicBezTo>
                  <a:pt x="889694" y="104337"/>
                  <a:pt x="891236" y="107746"/>
                  <a:pt x="894319" y="110474"/>
                </a:cubicBezTo>
                <a:cubicBezTo>
                  <a:pt x="897403" y="113200"/>
                  <a:pt x="901914" y="114563"/>
                  <a:pt x="907855" y="114563"/>
                </a:cubicBezTo>
                <a:cubicBezTo>
                  <a:pt x="913738" y="114563"/>
                  <a:pt x="918971" y="113270"/>
                  <a:pt x="923554" y="110683"/>
                </a:cubicBezTo>
                <a:cubicBezTo>
                  <a:pt x="928136" y="108097"/>
                  <a:pt x="931503" y="104558"/>
                  <a:pt x="933652" y="100067"/>
                </a:cubicBezTo>
                <a:cubicBezTo>
                  <a:pt x="935293" y="96599"/>
                  <a:pt x="936113" y="91482"/>
                  <a:pt x="936113" y="84718"/>
                </a:cubicBezTo>
                <a:lnTo>
                  <a:pt x="936113" y="79091"/>
                </a:lnTo>
                <a:close/>
                <a:moveTo>
                  <a:pt x="965025" y="124407"/>
                </a:moveTo>
                <a:lnTo>
                  <a:pt x="997951" y="77563"/>
                </a:lnTo>
                <a:lnTo>
                  <a:pt x="967486" y="34284"/>
                </a:lnTo>
                <a:lnTo>
                  <a:pt x="986579" y="34284"/>
                </a:lnTo>
                <a:lnTo>
                  <a:pt x="1000412" y="55414"/>
                </a:lnTo>
                <a:cubicBezTo>
                  <a:pt x="1003014" y="59431"/>
                  <a:pt x="1005107" y="62797"/>
                  <a:pt x="1006692" y="65513"/>
                </a:cubicBezTo>
                <a:cubicBezTo>
                  <a:pt x="1009181" y="61779"/>
                  <a:pt x="1011472" y="58469"/>
                  <a:pt x="1013565" y="55584"/>
                </a:cubicBezTo>
                <a:lnTo>
                  <a:pt x="1028755" y="34284"/>
                </a:lnTo>
                <a:lnTo>
                  <a:pt x="1047001" y="34284"/>
                </a:lnTo>
                <a:lnTo>
                  <a:pt x="1015857" y="76715"/>
                </a:lnTo>
                <a:lnTo>
                  <a:pt x="1049377" y="124407"/>
                </a:lnTo>
                <a:lnTo>
                  <a:pt x="1030622" y="124407"/>
                </a:lnTo>
                <a:lnTo>
                  <a:pt x="1012123" y="96402"/>
                </a:lnTo>
                <a:lnTo>
                  <a:pt x="1007201" y="88850"/>
                </a:lnTo>
                <a:lnTo>
                  <a:pt x="983524" y="124407"/>
                </a:lnTo>
                <a:lnTo>
                  <a:pt x="965025" y="12440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5.restoreraxfromr14">
            <a:extLst xmlns:a="http://schemas.openxmlformats.org/drawingml/2006/main">
              <a:ext uri="{FF2B5EF4-FFF2-40B4-BE49-F238E27FC236}">
                <a16:creationId xmlns:a16="http://schemas.microsoft.com/office/drawing/2014/main" id="{0C0A7954-86E5-47D4-97C3-CDF672E7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83" y="1356331"/>
            <a:ext cx="1703602" cy="128480"/>
          </a:xfrm>
          <a:custGeom xmlns:a="http://schemas.openxmlformats.org/drawingml/2006/main">
            <a:pathLst>
              <a:path w="1703602" h="128480">
                <a:moveTo>
                  <a:pt x="0" y="93687"/>
                </a:moveTo>
                <a:lnTo>
                  <a:pt x="16039" y="92329"/>
                </a:lnTo>
                <a:cubicBezTo>
                  <a:pt x="17227" y="100110"/>
                  <a:pt x="19985" y="105959"/>
                  <a:pt x="24313" y="109877"/>
                </a:cubicBezTo>
                <a:cubicBezTo>
                  <a:pt x="28641" y="113793"/>
                  <a:pt x="33860" y="115751"/>
                  <a:pt x="39970" y="115751"/>
                </a:cubicBezTo>
                <a:cubicBezTo>
                  <a:pt x="47324" y="115751"/>
                  <a:pt x="53547" y="112983"/>
                  <a:pt x="58639" y="107448"/>
                </a:cubicBezTo>
                <a:cubicBezTo>
                  <a:pt x="63731" y="101910"/>
                  <a:pt x="66277" y="94566"/>
                  <a:pt x="66277" y="85416"/>
                </a:cubicBezTo>
                <a:cubicBezTo>
                  <a:pt x="66277" y="76716"/>
                  <a:pt x="63830" y="69851"/>
                  <a:pt x="58936" y="64823"/>
                </a:cubicBezTo>
                <a:cubicBezTo>
                  <a:pt x="54043" y="59795"/>
                  <a:pt x="47635" y="57281"/>
                  <a:pt x="39715" y="57281"/>
                </a:cubicBezTo>
                <a:cubicBezTo>
                  <a:pt x="34793" y="57281"/>
                  <a:pt x="30352" y="58391"/>
                  <a:pt x="26392" y="60610"/>
                </a:cubicBezTo>
                <a:cubicBezTo>
                  <a:pt x="22432" y="62828"/>
                  <a:pt x="19320" y="65707"/>
                  <a:pt x="17057" y="69247"/>
                </a:cubicBezTo>
                <a:lnTo>
                  <a:pt x="2716" y="67380"/>
                </a:lnTo>
                <a:lnTo>
                  <a:pt x="14766" y="3564"/>
                </a:lnTo>
                <a:lnTo>
                  <a:pt x="76630" y="3564"/>
                </a:lnTo>
                <a:lnTo>
                  <a:pt x="76630" y="17991"/>
                </a:lnTo>
                <a:lnTo>
                  <a:pt x="26986" y="17991"/>
                </a:lnTo>
                <a:lnTo>
                  <a:pt x="20282" y="51511"/>
                </a:lnTo>
                <a:cubicBezTo>
                  <a:pt x="27750" y="46363"/>
                  <a:pt x="35585" y="43788"/>
                  <a:pt x="43788" y="43788"/>
                </a:cubicBezTo>
                <a:cubicBezTo>
                  <a:pt x="54651" y="43788"/>
                  <a:pt x="63816" y="47555"/>
                  <a:pt x="71284" y="55088"/>
                </a:cubicBezTo>
                <a:cubicBezTo>
                  <a:pt x="78751" y="62620"/>
                  <a:pt x="82485" y="72303"/>
                  <a:pt x="82485" y="84137"/>
                </a:cubicBezTo>
                <a:cubicBezTo>
                  <a:pt x="82485" y="95408"/>
                  <a:pt x="79204" y="105148"/>
                  <a:pt x="72641" y="113359"/>
                </a:cubicBezTo>
                <a:cubicBezTo>
                  <a:pt x="64664" y="123440"/>
                  <a:pt x="53774" y="128480"/>
                  <a:pt x="39970" y="128480"/>
                </a:cubicBezTo>
                <a:cubicBezTo>
                  <a:pt x="28655" y="128480"/>
                  <a:pt x="19419" y="125304"/>
                  <a:pt x="12262" y="118952"/>
                </a:cubicBezTo>
                <a:cubicBezTo>
                  <a:pt x="5106" y="112599"/>
                  <a:pt x="1018" y="104178"/>
                  <a:pt x="0" y="93687"/>
                </a:cubicBezTo>
                <a:close/>
                <a:moveTo>
                  <a:pt x="105202" y="126443"/>
                </a:moveTo>
                <a:lnTo>
                  <a:pt x="105202" y="108962"/>
                </a:lnTo>
                <a:lnTo>
                  <a:pt x="122598" y="108962"/>
                </a:lnTo>
                <a:lnTo>
                  <a:pt x="122598" y="126443"/>
                </a:lnTo>
                <a:lnTo>
                  <a:pt x="105202" y="126443"/>
                </a:lnTo>
                <a:close/>
                <a:moveTo>
                  <a:pt x="197334" y="126443"/>
                </a:moveTo>
                <a:lnTo>
                  <a:pt x="197334" y="36321"/>
                </a:lnTo>
                <a:lnTo>
                  <a:pt x="211082" y="36321"/>
                </a:lnTo>
                <a:lnTo>
                  <a:pt x="211082" y="49898"/>
                </a:lnTo>
                <a:cubicBezTo>
                  <a:pt x="214590" y="43541"/>
                  <a:pt x="217828" y="39349"/>
                  <a:pt x="220799" y="37323"/>
                </a:cubicBezTo>
                <a:cubicBezTo>
                  <a:pt x="223769" y="35297"/>
                  <a:pt x="227036" y="34284"/>
                  <a:pt x="230600" y="34284"/>
                </a:cubicBezTo>
                <a:cubicBezTo>
                  <a:pt x="235748" y="34284"/>
                  <a:pt x="240981" y="35918"/>
                  <a:pt x="246299" y="39185"/>
                </a:cubicBezTo>
                <a:lnTo>
                  <a:pt x="241038" y="53293"/>
                </a:lnTo>
                <a:cubicBezTo>
                  <a:pt x="237304" y="51087"/>
                  <a:pt x="233570" y="49983"/>
                  <a:pt x="229836" y="49983"/>
                </a:cubicBezTo>
                <a:cubicBezTo>
                  <a:pt x="226498" y="49983"/>
                  <a:pt x="223500" y="50989"/>
                  <a:pt x="220841" y="53001"/>
                </a:cubicBezTo>
                <a:cubicBezTo>
                  <a:pt x="218182" y="55011"/>
                  <a:pt x="216287" y="57800"/>
                  <a:pt x="215155" y="61368"/>
                </a:cubicBezTo>
                <a:cubicBezTo>
                  <a:pt x="213458" y="66804"/>
                  <a:pt x="212610" y="72751"/>
                  <a:pt x="212610" y="79207"/>
                </a:cubicBezTo>
                <a:lnTo>
                  <a:pt x="212610" y="126443"/>
                </a:lnTo>
                <a:lnTo>
                  <a:pt x="197334" y="126443"/>
                </a:lnTo>
                <a:close/>
                <a:moveTo>
                  <a:pt x="317072" y="97421"/>
                </a:moveTo>
                <a:lnTo>
                  <a:pt x="332857" y="99373"/>
                </a:lnTo>
                <a:cubicBezTo>
                  <a:pt x="330367" y="108594"/>
                  <a:pt x="325757" y="115751"/>
                  <a:pt x="319024" y="120843"/>
                </a:cubicBezTo>
                <a:cubicBezTo>
                  <a:pt x="312292" y="125934"/>
                  <a:pt x="303693" y="128480"/>
                  <a:pt x="293226" y="128480"/>
                </a:cubicBezTo>
                <a:cubicBezTo>
                  <a:pt x="280045" y="128480"/>
                  <a:pt x="269593" y="124421"/>
                  <a:pt x="261870" y="116302"/>
                </a:cubicBezTo>
                <a:cubicBezTo>
                  <a:pt x="254148" y="108184"/>
                  <a:pt x="250287" y="96798"/>
                  <a:pt x="250287" y="82146"/>
                </a:cubicBezTo>
                <a:cubicBezTo>
                  <a:pt x="250287" y="66984"/>
                  <a:pt x="254190" y="55216"/>
                  <a:pt x="261997" y="46843"/>
                </a:cubicBezTo>
                <a:cubicBezTo>
                  <a:pt x="269805" y="38470"/>
                  <a:pt x="279931" y="34284"/>
                  <a:pt x="292378" y="34284"/>
                </a:cubicBezTo>
                <a:cubicBezTo>
                  <a:pt x="304428" y="34284"/>
                  <a:pt x="314272" y="38379"/>
                  <a:pt x="321910" y="46570"/>
                </a:cubicBezTo>
                <a:cubicBezTo>
                  <a:pt x="329547" y="54759"/>
                  <a:pt x="333366" y="66281"/>
                  <a:pt x="333366" y="81135"/>
                </a:cubicBezTo>
                <a:cubicBezTo>
                  <a:pt x="333366" y="82039"/>
                  <a:pt x="333338" y="83394"/>
                  <a:pt x="333281" y="85201"/>
                </a:cubicBezTo>
                <a:lnTo>
                  <a:pt x="266071" y="85201"/>
                </a:lnTo>
                <a:cubicBezTo>
                  <a:pt x="266637" y="95073"/>
                  <a:pt x="269437" y="102633"/>
                  <a:pt x="274472" y="107880"/>
                </a:cubicBezTo>
                <a:cubicBezTo>
                  <a:pt x="279507" y="113127"/>
                  <a:pt x="285787" y="115751"/>
                  <a:pt x="293311" y="115751"/>
                </a:cubicBezTo>
                <a:cubicBezTo>
                  <a:pt x="298912" y="115751"/>
                  <a:pt x="303693" y="114294"/>
                  <a:pt x="307653" y="111380"/>
                </a:cubicBezTo>
                <a:cubicBezTo>
                  <a:pt x="311613" y="108465"/>
                  <a:pt x="314753" y="103812"/>
                  <a:pt x="317072" y="97421"/>
                </a:cubicBezTo>
                <a:moveTo>
                  <a:pt x="266919" y="72472"/>
                </a:moveTo>
                <a:lnTo>
                  <a:pt x="317242" y="72472"/>
                </a:lnTo>
                <a:cubicBezTo>
                  <a:pt x="316563" y="65014"/>
                  <a:pt x="314640" y="59421"/>
                  <a:pt x="311472" y="55693"/>
                </a:cubicBezTo>
                <a:cubicBezTo>
                  <a:pt x="306606" y="49906"/>
                  <a:pt x="300298" y="47013"/>
                  <a:pt x="292548" y="47013"/>
                </a:cubicBezTo>
                <a:cubicBezTo>
                  <a:pt x="285532" y="47013"/>
                  <a:pt x="279634" y="49323"/>
                  <a:pt x="274854" y="53943"/>
                </a:cubicBezTo>
                <a:cubicBezTo>
                  <a:pt x="270073" y="58561"/>
                  <a:pt x="267429" y="64737"/>
                  <a:pt x="266919" y="72472"/>
                </a:cubicBezTo>
                <a:close/>
                <a:moveTo>
                  <a:pt x="345899" y="99457"/>
                </a:moveTo>
                <a:lnTo>
                  <a:pt x="361004" y="97081"/>
                </a:lnTo>
                <a:cubicBezTo>
                  <a:pt x="361853" y="103108"/>
                  <a:pt x="364215" y="107727"/>
                  <a:pt x="368090" y="110938"/>
                </a:cubicBezTo>
                <a:cubicBezTo>
                  <a:pt x="371965" y="114146"/>
                  <a:pt x="377382" y="115751"/>
                  <a:pt x="384341" y="115751"/>
                </a:cubicBezTo>
                <a:cubicBezTo>
                  <a:pt x="391356" y="115751"/>
                  <a:pt x="396561" y="114334"/>
                  <a:pt x="399956" y="111500"/>
                </a:cubicBezTo>
                <a:cubicBezTo>
                  <a:pt x="403350" y="108664"/>
                  <a:pt x="405047" y="105339"/>
                  <a:pt x="405047" y="101523"/>
                </a:cubicBezTo>
                <a:cubicBezTo>
                  <a:pt x="405047" y="98099"/>
                  <a:pt x="403548" y="95404"/>
                  <a:pt x="400550" y="93440"/>
                </a:cubicBezTo>
                <a:cubicBezTo>
                  <a:pt x="398456" y="92093"/>
                  <a:pt x="393251" y="90381"/>
                  <a:pt x="384935" y="88304"/>
                </a:cubicBezTo>
                <a:cubicBezTo>
                  <a:pt x="373733" y="85473"/>
                  <a:pt x="365969" y="83024"/>
                  <a:pt x="361641" y="80958"/>
                </a:cubicBezTo>
                <a:cubicBezTo>
                  <a:pt x="357313" y="78891"/>
                  <a:pt x="354031" y="76031"/>
                  <a:pt x="351797" y="72379"/>
                </a:cubicBezTo>
                <a:cubicBezTo>
                  <a:pt x="349562" y="68726"/>
                  <a:pt x="348445" y="64692"/>
                  <a:pt x="348445" y="60275"/>
                </a:cubicBezTo>
                <a:cubicBezTo>
                  <a:pt x="348445" y="56255"/>
                  <a:pt x="349364" y="52532"/>
                  <a:pt x="351203" y="49106"/>
                </a:cubicBezTo>
                <a:cubicBezTo>
                  <a:pt x="353041" y="45679"/>
                  <a:pt x="355545" y="42834"/>
                  <a:pt x="358713" y="40569"/>
                </a:cubicBezTo>
                <a:cubicBezTo>
                  <a:pt x="361089" y="38813"/>
                  <a:pt x="364328" y="37327"/>
                  <a:pt x="368430" y="36111"/>
                </a:cubicBezTo>
                <a:cubicBezTo>
                  <a:pt x="372531" y="34893"/>
                  <a:pt x="376930" y="34284"/>
                  <a:pt x="381625" y="34284"/>
                </a:cubicBezTo>
                <a:cubicBezTo>
                  <a:pt x="388697" y="34284"/>
                  <a:pt x="394906" y="35309"/>
                  <a:pt x="400253" y="37360"/>
                </a:cubicBezTo>
                <a:cubicBezTo>
                  <a:pt x="405599" y="39409"/>
                  <a:pt x="409545" y="42186"/>
                  <a:pt x="412091" y="45690"/>
                </a:cubicBezTo>
                <a:cubicBezTo>
                  <a:pt x="414637" y="49192"/>
                  <a:pt x="416390" y="53876"/>
                  <a:pt x="417352" y="59742"/>
                </a:cubicBezTo>
                <a:lnTo>
                  <a:pt x="402416" y="61779"/>
                </a:lnTo>
                <a:cubicBezTo>
                  <a:pt x="401738" y="57140"/>
                  <a:pt x="399772" y="53519"/>
                  <a:pt x="396519" y="50917"/>
                </a:cubicBezTo>
                <a:cubicBezTo>
                  <a:pt x="393266" y="48314"/>
                  <a:pt x="388669" y="47013"/>
                  <a:pt x="382729" y="47013"/>
                </a:cubicBezTo>
                <a:cubicBezTo>
                  <a:pt x="375713" y="47013"/>
                  <a:pt x="370707" y="48168"/>
                  <a:pt x="367708" y="50477"/>
                </a:cubicBezTo>
                <a:cubicBezTo>
                  <a:pt x="364710" y="52784"/>
                  <a:pt x="363211" y="55486"/>
                  <a:pt x="363211" y="58583"/>
                </a:cubicBezTo>
                <a:cubicBezTo>
                  <a:pt x="363211" y="60553"/>
                  <a:pt x="363833" y="62326"/>
                  <a:pt x="365078" y="63903"/>
                </a:cubicBezTo>
                <a:cubicBezTo>
                  <a:pt x="366322" y="65535"/>
                  <a:pt x="368274" y="66886"/>
                  <a:pt x="370933" y="67955"/>
                </a:cubicBezTo>
                <a:cubicBezTo>
                  <a:pt x="372460" y="68519"/>
                  <a:pt x="376958" y="69814"/>
                  <a:pt x="384426" y="71840"/>
                </a:cubicBezTo>
                <a:cubicBezTo>
                  <a:pt x="395232" y="74724"/>
                  <a:pt x="402770" y="77084"/>
                  <a:pt x="407041" y="78921"/>
                </a:cubicBezTo>
                <a:cubicBezTo>
                  <a:pt x="411313" y="80758"/>
                  <a:pt x="414665" y="83429"/>
                  <a:pt x="417097" y="86935"/>
                </a:cubicBezTo>
                <a:cubicBezTo>
                  <a:pt x="419530" y="90439"/>
                  <a:pt x="420747" y="94791"/>
                  <a:pt x="420747" y="99991"/>
                </a:cubicBezTo>
                <a:cubicBezTo>
                  <a:pt x="420747" y="105079"/>
                  <a:pt x="419261" y="109870"/>
                  <a:pt x="416291" y="114364"/>
                </a:cubicBezTo>
                <a:cubicBezTo>
                  <a:pt x="413321" y="118856"/>
                  <a:pt x="409036" y="122332"/>
                  <a:pt x="403435" y="124791"/>
                </a:cubicBezTo>
                <a:cubicBezTo>
                  <a:pt x="397834" y="127250"/>
                  <a:pt x="391498" y="128480"/>
                  <a:pt x="384426" y="128480"/>
                </a:cubicBezTo>
                <a:cubicBezTo>
                  <a:pt x="372715" y="128480"/>
                  <a:pt x="363790" y="126040"/>
                  <a:pt x="357652" y="121161"/>
                </a:cubicBezTo>
                <a:cubicBezTo>
                  <a:pt x="351514" y="116281"/>
                  <a:pt x="347596" y="109047"/>
                  <a:pt x="345899" y="99457"/>
                </a:cubicBezTo>
                <a:close/>
                <a:moveTo>
                  <a:pt x="472257" y="112950"/>
                </a:moveTo>
                <a:lnTo>
                  <a:pt x="474464" y="126443"/>
                </a:lnTo>
                <a:cubicBezTo>
                  <a:pt x="470164" y="127235"/>
                  <a:pt x="466317" y="127631"/>
                  <a:pt x="462923" y="127631"/>
                </a:cubicBezTo>
                <a:cubicBezTo>
                  <a:pt x="457378" y="127631"/>
                  <a:pt x="453079" y="126755"/>
                  <a:pt x="450024" y="125001"/>
                </a:cubicBezTo>
                <a:cubicBezTo>
                  <a:pt x="446969" y="123247"/>
                  <a:pt x="444819" y="120942"/>
                  <a:pt x="443574" y="118085"/>
                </a:cubicBezTo>
                <a:cubicBezTo>
                  <a:pt x="442330" y="115228"/>
                  <a:pt x="441707" y="109217"/>
                  <a:pt x="441707" y="100051"/>
                </a:cubicBezTo>
                <a:lnTo>
                  <a:pt x="441707" y="48201"/>
                </a:lnTo>
                <a:lnTo>
                  <a:pt x="430506" y="48201"/>
                </a:lnTo>
                <a:lnTo>
                  <a:pt x="430506" y="36321"/>
                </a:lnTo>
                <a:lnTo>
                  <a:pt x="441707" y="36321"/>
                </a:lnTo>
                <a:lnTo>
                  <a:pt x="441707" y="13941"/>
                </a:lnTo>
                <a:lnTo>
                  <a:pt x="456897" y="4752"/>
                </a:lnTo>
                <a:lnTo>
                  <a:pt x="456897" y="36321"/>
                </a:lnTo>
                <a:lnTo>
                  <a:pt x="472257" y="36321"/>
                </a:lnTo>
                <a:lnTo>
                  <a:pt x="472257" y="48201"/>
                </a:lnTo>
                <a:lnTo>
                  <a:pt x="456897" y="48201"/>
                </a:lnTo>
                <a:lnTo>
                  <a:pt x="456897" y="100900"/>
                </a:lnTo>
                <a:cubicBezTo>
                  <a:pt x="456897" y="105256"/>
                  <a:pt x="457166" y="108057"/>
                  <a:pt x="457704" y="109301"/>
                </a:cubicBezTo>
                <a:cubicBezTo>
                  <a:pt x="458241" y="110546"/>
                  <a:pt x="459118" y="111536"/>
                  <a:pt x="460334" y="112272"/>
                </a:cubicBezTo>
                <a:cubicBezTo>
                  <a:pt x="461551" y="113007"/>
                  <a:pt x="463290" y="113375"/>
                  <a:pt x="465553" y="113375"/>
                </a:cubicBezTo>
                <a:cubicBezTo>
                  <a:pt x="467251" y="113375"/>
                  <a:pt x="469485" y="113233"/>
                  <a:pt x="472257" y="112950"/>
                </a:cubicBezTo>
                <a:close/>
                <a:moveTo>
                  <a:pt x="481536" y="81382"/>
                </a:moveTo>
                <a:cubicBezTo>
                  <a:pt x="481536" y="64693"/>
                  <a:pt x="486176" y="52331"/>
                  <a:pt x="495454" y="44298"/>
                </a:cubicBezTo>
                <a:cubicBezTo>
                  <a:pt x="503204" y="37622"/>
                  <a:pt x="512652" y="34284"/>
                  <a:pt x="523797" y="34284"/>
                </a:cubicBezTo>
                <a:cubicBezTo>
                  <a:pt x="536187" y="34284"/>
                  <a:pt x="546314" y="38343"/>
                  <a:pt x="554178" y="46462"/>
                </a:cubicBezTo>
                <a:cubicBezTo>
                  <a:pt x="562042" y="54580"/>
                  <a:pt x="565973" y="65796"/>
                  <a:pt x="565973" y="80109"/>
                </a:cubicBezTo>
                <a:cubicBezTo>
                  <a:pt x="565973" y="91707"/>
                  <a:pt x="564234" y="100829"/>
                  <a:pt x="560754" y="107477"/>
                </a:cubicBezTo>
                <a:cubicBezTo>
                  <a:pt x="557275" y="114124"/>
                  <a:pt x="552212" y="119287"/>
                  <a:pt x="545564" y="122964"/>
                </a:cubicBezTo>
                <a:cubicBezTo>
                  <a:pt x="538917" y="126641"/>
                  <a:pt x="531661" y="128480"/>
                  <a:pt x="523797" y="128480"/>
                </a:cubicBezTo>
                <a:cubicBezTo>
                  <a:pt x="511181" y="128480"/>
                  <a:pt x="500984" y="124435"/>
                  <a:pt x="493205" y="116345"/>
                </a:cubicBezTo>
                <a:cubicBezTo>
                  <a:pt x="485426" y="108255"/>
                  <a:pt x="481536" y="96600"/>
                  <a:pt x="481536" y="81382"/>
                </a:cubicBezTo>
                <a:moveTo>
                  <a:pt x="497236" y="81340"/>
                </a:moveTo>
                <a:cubicBezTo>
                  <a:pt x="497236" y="92838"/>
                  <a:pt x="499753" y="101448"/>
                  <a:pt x="504788" y="107169"/>
                </a:cubicBezTo>
                <a:cubicBezTo>
                  <a:pt x="509824" y="112890"/>
                  <a:pt x="516160" y="115751"/>
                  <a:pt x="523797" y="115751"/>
                </a:cubicBezTo>
                <a:cubicBezTo>
                  <a:pt x="531378" y="115751"/>
                  <a:pt x="537686" y="112876"/>
                  <a:pt x="542721" y="107127"/>
                </a:cubicBezTo>
                <a:cubicBezTo>
                  <a:pt x="547757" y="101377"/>
                  <a:pt x="550274" y="92613"/>
                  <a:pt x="550274" y="80833"/>
                </a:cubicBezTo>
                <a:cubicBezTo>
                  <a:pt x="550274" y="69729"/>
                  <a:pt x="547742" y="61316"/>
                  <a:pt x="542679" y="55595"/>
                </a:cubicBezTo>
                <a:cubicBezTo>
                  <a:pt x="537616" y="49874"/>
                  <a:pt x="531322" y="47013"/>
                  <a:pt x="523797" y="47013"/>
                </a:cubicBezTo>
                <a:cubicBezTo>
                  <a:pt x="516160" y="47013"/>
                  <a:pt x="509824" y="49860"/>
                  <a:pt x="504788" y="55552"/>
                </a:cubicBezTo>
                <a:cubicBezTo>
                  <a:pt x="499753" y="61245"/>
                  <a:pt x="497236" y="69841"/>
                  <a:pt x="497236" y="81340"/>
                </a:cubicBezTo>
                <a:close/>
                <a:moveTo>
                  <a:pt x="583683" y="126443"/>
                </a:moveTo>
                <a:lnTo>
                  <a:pt x="583683" y="36321"/>
                </a:lnTo>
                <a:lnTo>
                  <a:pt x="597431" y="36321"/>
                </a:lnTo>
                <a:lnTo>
                  <a:pt x="597431" y="49898"/>
                </a:lnTo>
                <a:cubicBezTo>
                  <a:pt x="600938" y="43541"/>
                  <a:pt x="604177" y="39349"/>
                  <a:pt x="607147" y="37323"/>
                </a:cubicBezTo>
                <a:cubicBezTo>
                  <a:pt x="610117" y="35297"/>
                  <a:pt x="613384" y="34284"/>
                  <a:pt x="616949" y="34284"/>
                </a:cubicBezTo>
                <a:cubicBezTo>
                  <a:pt x="622097" y="34284"/>
                  <a:pt x="627330" y="35918"/>
                  <a:pt x="632648" y="39185"/>
                </a:cubicBezTo>
                <a:lnTo>
                  <a:pt x="627387" y="53293"/>
                </a:lnTo>
                <a:cubicBezTo>
                  <a:pt x="623653" y="51087"/>
                  <a:pt x="619919" y="49983"/>
                  <a:pt x="616185" y="49983"/>
                </a:cubicBezTo>
                <a:cubicBezTo>
                  <a:pt x="612847" y="49983"/>
                  <a:pt x="609849" y="50989"/>
                  <a:pt x="607190" y="53001"/>
                </a:cubicBezTo>
                <a:cubicBezTo>
                  <a:pt x="604531" y="55011"/>
                  <a:pt x="602635" y="57800"/>
                  <a:pt x="601504" y="61368"/>
                </a:cubicBezTo>
                <a:cubicBezTo>
                  <a:pt x="599807" y="66804"/>
                  <a:pt x="598958" y="72751"/>
                  <a:pt x="598958" y="79207"/>
                </a:cubicBezTo>
                <a:lnTo>
                  <a:pt x="598958" y="126443"/>
                </a:lnTo>
                <a:lnTo>
                  <a:pt x="583683" y="126443"/>
                </a:lnTo>
                <a:close/>
                <a:moveTo>
                  <a:pt x="703421" y="97421"/>
                </a:moveTo>
                <a:lnTo>
                  <a:pt x="719205" y="99373"/>
                </a:lnTo>
                <a:cubicBezTo>
                  <a:pt x="716716" y="108594"/>
                  <a:pt x="712105" y="115751"/>
                  <a:pt x="705373" y="120843"/>
                </a:cubicBezTo>
                <a:cubicBezTo>
                  <a:pt x="698640" y="125934"/>
                  <a:pt x="690041" y="128480"/>
                  <a:pt x="679575" y="128480"/>
                </a:cubicBezTo>
                <a:cubicBezTo>
                  <a:pt x="666393" y="128480"/>
                  <a:pt x="655941" y="124421"/>
                  <a:pt x="648219" y="116302"/>
                </a:cubicBezTo>
                <a:cubicBezTo>
                  <a:pt x="640496" y="108184"/>
                  <a:pt x="636635" y="96798"/>
                  <a:pt x="636635" y="82146"/>
                </a:cubicBezTo>
                <a:cubicBezTo>
                  <a:pt x="636635" y="66984"/>
                  <a:pt x="640539" y="55216"/>
                  <a:pt x="648346" y="46843"/>
                </a:cubicBezTo>
                <a:cubicBezTo>
                  <a:pt x="656153" y="38470"/>
                  <a:pt x="666280" y="34284"/>
                  <a:pt x="678726" y="34284"/>
                </a:cubicBezTo>
                <a:cubicBezTo>
                  <a:pt x="690777" y="34284"/>
                  <a:pt x="700620" y="38379"/>
                  <a:pt x="708258" y="46570"/>
                </a:cubicBezTo>
                <a:cubicBezTo>
                  <a:pt x="715896" y="54759"/>
                  <a:pt x="719714" y="66281"/>
                  <a:pt x="719714" y="81135"/>
                </a:cubicBezTo>
                <a:cubicBezTo>
                  <a:pt x="719714" y="82039"/>
                  <a:pt x="719686" y="83394"/>
                  <a:pt x="719629" y="85201"/>
                </a:cubicBezTo>
                <a:lnTo>
                  <a:pt x="652419" y="85201"/>
                </a:lnTo>
                <a:cubicBezTo>
                  <a:pt x="652985" y="95073"/>
                  <a:pt x="655785" y="102633"/>
                  <a:pt x="660821" y="107880"/>
                </a:cubicBezTo>
                <a:cubicBezTo>
                  <a:pt x="665856" y="113127"/>
                  <a:pt x="672135" y="115751"/>
                  <a:pt x="679660" y="115751"/>
                </a:cubicBezTo>
                <a:cubicBezTo>
                  <a:pt x="685261" y="115751"/>
                  <a:pt x="690041" y="114294"/>
                  <a:pt x="694001" y="111380"/>
                </a:cubicBezTo>
                <a:cubicBezTo>
                  <a:pt x="697961" y="108465"/>
                  <a:pt x="701101" y="103812"/>
                  <a:pt x="703421" y="97421"/>
                </a:cubicBezTo>
                <a:moveTo>
                  <a:pt x="653268" y="72472"/>
                </a:moveTo>
                <a:lnTo>
                  <a:pt x="703591" y="72472"/>
                </a:lnTo>
                <a:cubicBezTo>
                  <a:pt x="702912" y="65014"/>
                  <a:pt x="700988" y="59421"/>
                  <a:pt x="697820" y="55693"/>
                </a:cubicBezTo>
                <a:cubicBezTo>
                  <a:pt x="692955" y="49906"/>
                  <a:pt x="686647" y="47013"/>
                  <a:pt x="678896" y="47013"/>
                </a:cubicBezTo>
                <a:cubicBezTo>
                  <a:pt x="671881" y="47013"/>
                  <a:pt x="665983" y="49323"/>
                  <a:pt x="661202" y="53943"/>
                </a:cubicBezTo>
                <a:cubicBezTo>
                  <a:pt x="656422" y="58561"/>
                  <a:pt x="653777" y="64737"/>
                  <a:pt x="653268" y="72472"/>
                </a:cubicBezTo>
                <a:close/>
                <a:moveTo>
                  <a:pt x="786503" y="126443"/>
                </a:moveTo>
                <a:lnTo>
                  <a:pt x="786503" y="36321"/>
                </a:lnTo>
                <a:lnTo>
                  <a:pt x="800250" y="36321"/>
                </a:lnTo>
                <a:lnTo>
                  <a:pt x="800250" y="49898"/>
                </a:lnTo>
                <a:cubicBezTo>
                  <a:pt x="803758" y="43541"/>
                  <a:pt x="806997" y="39349"/>
                  <a:pt x="809967" y="37323"/>
                </a:cubicBezTo>
                <a:cubicBezTo>
                  <a:pt x="812937" y="35297"/>
                  <a:pt x="816204" y="34284"/>
                  <a:pt x="819768" y="34284"/>
                </a:cubicBezTo>
                <a:cubicBezTo>
                  <a:pt x="824917" y="34284"/>
                  <a:pt x="830150" y="35918"/>
                  <a:pt x="835468" y="39185"/>
                </a:cubicBezTo>
                <a:lnTo>
                  <a:pt x="830206" y="53293"/>
                </a:lnTo>
                <a:cubicBezTo>
                  <a:pt x="826472" y="51087"/>
                  <a:pt x="822739" y="49983"/>
                  <a:pt x="819005" y="49983"/>
                </a:cubicBezTo>
                <a:cubicBezTo>
                  <a:pt x="815667" y="49983"/>
                  <a:pt x="812668" y="50989"/>
                  <a:pt x="810009" y="53001"/>
                </a:cubicBezTo>
                <a:cubicBezTo>
                  <a:pt x="807350" y="55011"/>
                  <a:pt x="805455" y="57800"/>
                  <a:pt x="804324" y="61368"/>
                </a:cubicBezTo>
                <a:cubicBezTo>
                  <a:pt x="802626" y="66804"/>
                  <a:pt x="801778" y="72751"/>
                  <a:pt x="801778" y="79207"/>
                </a:cubicBezTo>
                <a:lnTo>
                  <a:pt x="801778" y="126443"/>
                </a:lnTo>
                <a:lnTo>
                  <a:pt x="786503" y="126443"/>
                </a:lnTo>
                <a:close/>
                <a:moveTo>
                  <a:pt x="903356" y="115316"/>
                </a:moveTo>
                <a:cubicBezTo>
                  <a:pt x="897698" y="120128"/>
                  <a:pt x="892253" y="123525"/>
                  <a:pt x="887020" y="125507"/>
                </a:cubicBezTo>
                <a:cubicBezTo>
                  <a:pt x="881787" y="127489"/>
                  <a:pt x="876172" y="128480"/>
                  <a:pt x="870175" y="128480"/>
                </a:cubicBezTo>
                <a:cubicBezTo>
                  <a:pt x="860274" y="128480"/>
                  <a:pt x="852665" y="126060"/>
                  <a:pt x="847347" y="121219"/>
                </a:cubicBezTo>
                <a:cubicBezTo>
                  <a:pt x="842029" y="116378"/>
                  <a:pt x="839370" y="110193"/>
                  <a:pt x="839370" y="102664"/>
                </a:cubicBezTo>
                <a:cubicBezTo>
                  <a:pt x="839370" y="98249"/>
                  <a:pt x="840374" y="94216"/>
                  <a:pt x="842383" y="90566"/>
                </a:cubicBezTo>
                <a:cubicBezTo>
                  <a:pt x="844391" y="86913"/>
                  <a:pt x="847022" y="83983"/>
                  <a:pt x="850275" y="81774"/>
                </a:cubicBezTo>
                <a:cubicBezTo>
                  <a:pt x="853528" y="79566"/>
                  <a:pt x="857191" y="77897"/>
                  <a:pt x="861264" y="76765"/>
                </a:cubicBezTo>
                <a:cubicBezTo>
                  <a:pt x="864263" y="75971"/>
                  <a:pt x="868789" y="75207"/>
                  <a:pt x="874842" y="74471"/>
                </a:cubicBezTo>
                <a:cubicBezTo>
                  <a:pt x="887175" y="73011"/>
                  <a:pt x="896255" y="71269"/>
                  <a:pt x="902083" y="69247"/>
                </a:cubicBezTo>
                <a:cubicBezTo>
                  <a:pt x="902139" y="67162"/>
                  <a:pt x="902167" y="65838"/>
                  <a:pt x="902167" y="65274"/>
                </a:cubicBezTo>
                <a:cubicBezTo>
                  <a:pt x="902167" y="59074"/>
                  <a:pt x="900725" y="54706"/>
                  <a:pt x="897840" y="52171"/>
                </a:cubicBezTo>
                <a:cubicBezTo>
                  <a:pt x="893936" y="48733"/>
                  <a:pt x="888137" y="47013"/>
                  <a:pt x="880443" y="47013"/>
                </a:cubicBezTo>
                <a:cubicBezTo>
                  <a:pt x="873258" y="47013"/>
                  <a:pt x="867954" y="48272"/>
                  <a:pt x="864531" y="50790"/>
                </a:cubicBezTo>
                <a:cubicBezTo>
                  <a:pt x="861109" y="53307"/>
                  <a:pt x="858577" y="57762"/>
                  <a:pt x="856936" y="64155"/>
                </a:cubicBezTo>
                <a:lnTo>
                  <a:pt x="842001" y="62118"/>
                </a:lnTo>
                <a:cubicBezTo>
                  <a:pt x="843359" y="55706"/>
                  <a:pt x="845593" y="50528"/>
                  <a:pt x="848705" y="46584"/>
                </a:cubicBezTo>
                <a:cubicBezTo>
                  <a:pt x="851816" y="42639"/>
                  <a:pt x="856314" y="39604"/>
                  <a:pt x="862198" y="37477"/>
                </a:cubicBezTo>
                <a:cubicBezTo>
                  <a:pt x="868081" y="35348"/>
                  <a:pt x="874899" y="34284"/>
                  <a:pt x="882649" y="34284"/>
                </a:cubicBezTo>
                <a:cubicBezTo>
                  <a:pt x="890343" y="34284"/>
                  <a:pt x="896595" y="35189"/>
                  <a:pt x="901404" y="37000"/>
                </a:cubicBezTo>
                <a:cubicBezTo>
                  <a:pt x="906213" y="38810"/>
                  <a:pt x="909748" y="41087"/>
                  <a:pt x="912011" y="43831"/>
                </a:cubicBezTo>
                <a:cubicBezTo>
                  <a:pt x="914274" y="46575"/>
                  <a:pt x="915858" y="50040"/>
                  <a:pt x="916764" y="54226"/>
                </a:cubicBezTo>
                <a:cubicBezTo>
                  <a:pt x="917273" y="56829"/>
                  <a:pt x="917527" y="61524"/>
                  <a:pt x="917527" y="68313"/>
                </a:cubicBezTo>
                <a:lnTo>
                  <a:pt x="917527" y="88680"/>
                </a:lnTo>
                <a:cubicBezTo>
                  <a:pt x="917527" y="102880"/>
                  <a:pt x="917853" y="111861"/>
                  <a:pt x="918503" y="115624"/>
                </a:cubicBezTo>
                <a:cubicBezTo>
                  <a:pt x="919154" y="119386"/>
                  <a:pt x="920441" y="122992"/>
                  <a:pt x="922364" y="126443"/>
                </a:cubicBezTo>
                <a:lnTo>
                  <a:pt x="906411" y="126443"/>
                </a:lnTo>
                <a:cubicBezTo>
                  <a:pt x="904826" y="123272"/>
                  <a:pt x="903808" y="119563"/>
                  <a:pt x="903356" y="115316"/>
                </a:cubicBezTo>
                <a:moveTo>
                  <a:pt x="902083" y="81127"/>
                </a:moveTo>
                <a:cubicBezTo>
                  <a:pt x="896538" y="83410"/>
                  <a:pt x="888222" y="85349"/>
                  <a:pt x="877133" y="86946"/>
                </a:cubicBezTo>
                <a:cubicBezTo>
                  <a:pt x="870854" y="87854"/>
                  <a:pt x="866413" y="88877"/>
                  <a:pt x="863810" y="90014"/>
                </a:cubicBezTo>
                <a:cubicBezTo>
                  <a:pt x="861208" y="91149"/>
                  <a:pt x="859199" y="92811"/>
                  <a:pt x="857785" y="95000"/>
                </a:cubicBezTo>
                <a:cubicBezTo>
                  <a:pt x="856371" y="97187"/>
                  <a:pt x="855663" y="99615"/>
                  <a:pt x="855663" y="102284"/>
                </a:cubicBezTo>
                <a:cubicBezTo>
                  <a:pt x="855663" y="106374"/>
                  <a:pt x="857205" y="109782"/>
                  <a:pt x="860288" y="112510"/>
                </a:cubicBezTo>
                <a:cubicBezTo>
                  <a:pt x="863372" y="115236"/>
                  <a:pt x="867883" y="116599"/>
                  <a:pt x="873824" y="116599"/>
                </a:cubicBezTo>
                <a:cubicBezTo>
                  <a:pt x="879707" y="116599"/>
                  <a:pt x="884941" y="115306"/>
                  <a:pt x="889523" y="112720"/>
                </a:cubicBezTo>
                <a:cubicBezTo>
                  <a:pt x="894106" y="110133"/>
                  <a:pt x="897472" y="106595"/>
                  <a:pt x="899622" y="102104"/>
                </a:cubicBezTo>
                <a:cubicBezTo>
                  <a:pt x="901262" y="98635"/>
                  <a:pt x="902083" y="93519"/>
                  <a:pt x="902083" y="86755"/>
                </a:cubicBezTo>
                <a:lnTo>
                  <a:pt x="902083" y="81127"/>
                </a:lnTo>
                <a:close/>
                <a:moveTo>
                  <a:pt x="930994" y="126443"/>
                </a:moveTo>
                <a:lnTo>
                  <a:pt x="963920" y="79600"/>
                </a:lnTo>
                <a:lnTo>
                  <a:pt x="933455" y="36321"/>
                </a:lnTo>
                <a:lnTo>
                  <a:pt x="952549" y="36321"/>
                </a:lnTo>
                <a:lnTo>
                  <a:pt x="966381" y="57451"/>
                </a:lnTo>
                <a:cubicBezTo>
                  <a:pt x="968983" y="61468"/>
                  <a:pt x="971077" y="64834"/>
                  <a:pt x="972661" y="67550"/>
                </a:cubicBezTo>
                <a:cubicBezTo>
                  <a:pt x="975150" y="63816"/>
                  <a:pt x="977441" y="60506"/>
                  <a:pt x="979535" y="57621"/>
                </a:cubicBezTo>
                <a:lnTo>
                  <a:pt x="994725" y="36321"/>
                </a:lnTo>
                <a:lnTo>
                  <a:pt x="1012970" y="36321"/>
                </a:lnTo>
                <a:lnTo>
                  <a:pt x="981826" y="78751"/>
                </a:lnTo>
                <a:lnTo>
                  <a:pt x="1015346" y="126443"/>
                </a:lnTo>
                <a:lnTo>
                  <a:pt x="996592" y="126443"/>
                </a:lnTo>
                <a:lnTo>
                  <a:pt x="978092" y="98439"/>
                </a:lnTo>
                <a:lnTo>
                  <a:pt x="973170" y="90886"/>
                </a:lnTo>
                <a:lnTo>
                  <a:pt x="949494" y="126443"/>
                </a:lnTo>
                <a:lnTo>
                  <a:pt x="930994" y="126443"/>
                </a:lnTo>
                <a:close/>
                <a:moveTo>
                  <a:pt x="1080039" y="126443"/>
                </a:moveTo>
                <a:lnTo>
                  <a:pt x="1080039" y="48201"/>
                </a:lnTo>
                <a:lnTo>
                  <a:pt x="1066547" y="48201"/>
                </a:lnTo>
                <a:lnTo>
                  <a:pt x="1066547" y="36321"/>
                </a:lnTo>
                <a:lnTo>
                  <a:pt x="1080039" y="36321"/>
                </a:lnTo>
                <a:lnTo>
                  <a:pt x="1080039" y="26753"/>
                </a:lnTo>
                <a:cubicBezTo>
                  <a:pt x="1080039" y="20713"/>
                  <a:pt x="1080577" y="16226"/>
                  <a:pt x="1081652" y="13291"/>
                </a:cubicBezTo>
                <a:cubicBezTo>
                  <a:pt x="1083123" y="9342"/>
                  <a:pt x="1085711" y="6139"/>
                  <a:pt x="1089417" y="3684"/>
                </a:cubicBezTo>
                <a:cubicBezTo>
                  <a:pt x="1093122" y="1228"/>
                  <a:pt x="1098313" y="0"/>
                  <a:pt x="1104989" y="0"/>
                </a:cubicBezTo>
                <a:cubicBezTo>
                  <a:pt x="1109288" y="0"/>
                  <a:pt x="1114041" y="509"/>
                  <a:pt x="1119245" y="1528"/>
                </a:cubicBezTo>
                <a:lnTo>
                  <a:pt x="1116954" y="14851"/>
                </a:lnTo>
                <a:cubicBezTo>
                  <a:pt x="1113786" y="14285"/>
                  <a:pt x="1110788" y="14002"/>
                  <a:pt x="1107959" y="14002"/>
                </a:cubicBezTo>
                <a:cubicBezTo>
                  <a:pt x="1103320" y="14002"/>
                  <a:pt x="1100038" y="14989"/>
                  <a:pt x="1098115" y="16962"/>
                </a:cubicBezTo>
                <a:cubicBezTo>
                  <a:pt x="1096191" y="18935"/>
                  <a:pt x="1095230" y="22626"/>
                  <a:pt x="1095230" y="28036"/>
                </a:cubicBezTo>
                <a:lnTo>
                  <a:pt x="1095230" y="36321"/>
                </a:lnTo>
                <a:lnTo>
                  <a:pt x="1112796" y="36321"/>
                </a:lnTo>
                <a:lnTo>
                  <a:pt x="1112796" y="48201"/>
                </a:lnTo>
                <a:lnTo>
                  <a:pt x="1095230" y="48201"/>
                </a:lnTo>
                <a:lnTo>
                  <a:pt x="1095230" y="126443"/>
                </a:lnTo>
                <a:lnTo>
                  <a:pt x="1080039" y="126443"/>
                </a:lnTo>
                <a:close/>
                <a:moveTo>
                  <a:pt x="1124536" y="126443"/>
                </a:moveTo>
                <a:lnTo>
                  <a:pt x="1124536" y="36321"/>
                </a:lnTo>
                <a:lnTo>
                  <a:pt x="1138284" y="36321"/>
                </a:lnTo>
                <a:lnTo>
                  <a:pt x="1138284" y="49898"/>
                </a:lnTo>
                <a:cubicBezTo>
                  <a:pt x="1141791" y="43541"/>
                  <a:pt x="1145030" y="39349"/>
                  <a:pt x="1148000" y="37323"/>
                </a:cubicBezTo>
                <a:cubicBezTo>
                  <a:pt x="1150970" y="35297"/>
                  <a:pt x="1154238" y="34284"/>
                  <a:pt x="1157802" y="34284"/>
                </a:cubicBezTo>
                <a:cubicBezTo>
                  <a:pt x="1162950" y="34284"/>
                  <a:pt x="1168183" y="35918"/>
                  <a:pt x="1173501" y="39185"/>
                </a:cubicBezTo>
                <a:lnTo>
                  <a:pt x="1168240" y="53293"/>
                </a:lnTo>
                <a:cubicBezTo>
                  <a:pt x="1164506" y="51087"/>
                  <a:pt x="1160772" y="49983"/>
                  <a:pt x="1157038" y="49983"/>
                </a:cubicBezTo>
                <a:cubicBezTo>
                  <a:pt x="1153700" y="49983"/>
                  <a:pt x="1150702" y="50989"/>
                  <a:pt x="1148043" y="53001"/>
                </a:cubicBezTo>
                <a:cubicBezTo>
                  <a:pt x="1145384" y="55011"/>
                  <a:pt x="1143488" y="57800"/>
                  <a:pt x="1142357" y="61368"/>
                </a:cubicBezTo>
                <a:cubicBezTo>
                  <a:pt x="1140660" y="66804"/>
                  <a:pt x="1139811" y="72751"/>
                  <a:pt x="1139811" y="79207"/>
                </a:cubicBezTo>
                <a:lnTo>
                  <a:pt x="1139811" y="126443"/>
                </a:lnTo>
                <a:lnTo>
                  <a:pt x="1124536" y="126443"/>
                </a:lnTo>
                <a:close/>
                <a:moveTo>
                  <a:pt x="1176894" y="81382"/>
                </a:moveTo>
                <a:cubicBezTo>
                  <a:pt x="1176894" y="64693"/>
                  <a:pt x="1181533" y="52331"/>
                  <a:pt x="1190811" y="44298"/>
                </a:cubicBezTo>
                <a:cubicBezTo>
                  <a:pt x="1198562" y="37622"/>
                  <a:pt x="1208010" y="34284"/>
                  <a:pt x="1219155" y="34284"/>
                </a:cubicBezTo>
                <a:cubicBezTo>
                  <a:pt x="1231545" y="34284"/>
                  <a:pt x="1241672" y="38343"/>
                  <a:pt x="1249535" y="46462"/>
                </a:cubicBezTo>
                <a:cubicBezTo>
                  <a:pt x="1257399" y="54580"/>
                  <a:pt x="1261331" y="65796"/>
                  <a:pt x="1261331" y="80109"/>
                </a:cubicBezTo>
                <a:cubicBezTo>
                  <a:pt x="1261331" y="91707"/>
                  <a:pt x="1259592" y="100829"/>
                  <a:pt x="1256112" y="107477"/>
                </a:cubicBezTo>
                <a:cubicBezTo>
                  <a:pt x="1252633" y="114124"/>
                  <a:pt x="1247570" y="119287"/>
                  <a:pt x="1240922" y="122964"/>
                </a:cubicBezTo>
                <a:cubicBezTo>
                  <a:pt x="1234275" y="126641"/>
                  <a:pt x="1227019" y="128480"/>
                  <a:pt x="1219155" y="128480"/>
                </a:cubicBezTo>
                <a:cubicBezTo>
                  <a:pt x="1206539" y="128480"/>
                  <a:pt x="1196342" y="124435"/>
                  <a:pt x="1188563" y="116345"/>
                </a:cubicBezTo>
                <a:cubicBezTo>
                  <a:pt x="1180784" y="108255"/>
                  <a:pt x="1176894" y="96600"/>
                  <a:pt x="1176894" y="81382"/>
                </a:cubicBezTo>
                <a:moveTo>
                  <a:pt x="1192594" y="81340"/>
                </a:moveTo>
                <a:cubicBezTo>
                  <a:pt x="1192594" y="92838"/>
                  <a:pt x="1195111" y="101448"/>
                  <a:pt x="1200146" y="107169"/>
                </a:cubicBezTo>
                <a:cubicBezTo>
                  <a:pt x="1205181" y="112890"/>
                  <a:pt x="1211518" y="115751"/>
                  <a:pt x="1219155" y="115751"/>
                </a:cubicBezTo>
                <a:cubicBezTo>
                  <a:pt x="1226736" y="115751"/>
                  <a:pt x="1233044" y="112876"/>
                  <a:pt x="1238079" y="107127"/>
                </a:cubicBezTo>
                <a:cubicBezTo>
                  <a:pt x="1243114" y="101377"/>
                  <a:pt x="1245632" y="92613"/>
                  <a:pt x="1245632" y="80833"/>
                </a:cubicBezTo>
                <a:cubicBezTo>
                  <a:pt x="1245632" y="69729"/>
                  <a:pt x="1243100" y="61316"/>
                  <a:pt x="1238037" y="55595"/>
                </a:cubicBezTo>
                <a:cubicBezTo>
                  <a:pt x="1232973" y="49874"/>
                  <a:pt x="1226679" y="47013"/>
                  <a:pt x="1219155" y="47013"/>
                </a:cubicBezTo>
                <a:cubicBezTo>
                  <a:pt x="1211518" y="47013"/>
                  <a:pt x="1205181" y="49860"/>
                  <a:pt x="1200146" y="55552"/>
                </a:cubicBezTo>
                <a:cubicBezTo>
                  <a:pt x="1195111" y="61245"/>
                  <a:pt x="1192594" y="69841"/>
                  <a:pt x="1192594" y="81340"/>
                </a:cubicBezTo>
                <a:close/>
                <a:moveTo>
                  <a:pt x="1279211" y="126443"/>
                </a:moveTo>
                <a:lnTo>
                  <a:pt x="1279211" y="36321"/>
                </a:lnTo>
                <a:lnTo>
                  <a:pt x="1292873" y="36321"/>
                </a:lnTo>
                <a:lnTo>
                  <a:pt x="1292873" y="48880"/>
                </a:lnTo>
                <a:cubicBezTo>
                  <a:pt x="1295702" y="44492"/>
                  <a:pt x="1299464" y="40962"/>
                  <a:pt x="1304160" y="38291"/>
                </a:cubicBezTo>
                <a:cubicBezTo>
                  <a:pt x="1308855" y="35620"/>
                  <a:pt x="1314202" y="34284"/>
                  <a:pt x="1320199" y="34284"/>
                </a:cubicBezTo>
                <a:cubicBezTo>
                  <a:pt x="1326874" y="34284"/>
                  <a:pt x="1332348" y="35663"/>
                  <a:pt x="1336619" y="38421"/>
                </a:cubicBezTo>
                <a:cubicBezTo>
                  <a:pt x="1340891" y="41177"/>
                  <a:pt x="1343903" y="45031"/>
                  <a:pt x="1345657" y="49983"/>
                </a:cubicBezTo>
                <a:cubicBezTo>
                  <a:pt x="1352785" y="39517"/>
                  <a:pt x="1362063" y="34284"/>
                  <a:pt x="1373491" y="34284"/>
                </a:cubicBezTo>
                <a:cubicBezTo>
                  <a:pt x="1382430" y="34284"/>
                  <a:pt x="1389304" y="36759"/>
                  <a:pt x="1394113" y="41709"/>
                </a:cubicBezTo>
                <a:cubicBezTo>
                  <a:pt x="1398922" y="46660"/>
                  <a:pt x="1401326" y="54283"/>
                  <a:pt x="1401326" y="64579"/>
                </a:cubicBezTo>
                <a:lnTo>
                  <a:pt x="1401326" y="126443"/>
                </a:lnTo>
                <a:lnTo>
                  <a:pt x="1386136" y="126443"/>
                </a:lnTo>
                <a:lnTo>
                  <a:pt x="1386136" y="69610"/>
                </a:lnTo>
                <a:cubicBezTo>
                  <a:pt x="1386136" y="63493"/>
                  <a:pt x="1385641" y="59090"/>
                  <a:pt x="1384651" y="56401"/>
                </a:cubicBezTo>
                <a:cubicBezTo>
                  <a:pt x="1383661" y="53710"/>
                  <a:pt x="1381864" y="51544"/>
                  <a:pt x="1379262" y="49901"/>
                </a:cubicBezTo>
                <a:cubicBezTo>
                  <a:pt x="1376660" y="48259"/>
                  <a:pt x="1373605" y="47437"/>
                  <a:pt x="1370097" y="47437"/>
                </a:cubicBezTo>
                <a:cubicBezTo>
                  <a:pt x="1363761" y="47437"/>
                  <a:pt x="1358499" y="49548"/>
                  <a:pt x="1354313" y="53768"/>
                </a:cubicBezTo>
                <a:cubicBezTo>
                  <a:pt x="1350126" y="57986"/>
                  <a:pt x="1348033" y="64739"/>
                  <a:pt x="1348033" y="74028"/>
                </a:cubicBezTo>
                <a:lnTo>
                  <a:pt x="1348033" y="126443"/>
                </a:lnTo>
                <a:lnTo>
                  <a:pt x="1332758" y="126443"/>
                </a:lnTo>
                <a:lnTo>
                  <a:pt x="1332758" y="67825"/>
                </a:lnTo>
                <a:cubicBezTo>
                  <a:pt x="1332758" y="61029"/>
                  <a:pt x="1331513" y="55932"/>
                  <a:pt x="1329024" y="52534"/>
                </a:cubicBezTo>
                <a:cubicBezTo>
                  <a:pt x="1326535" y="49136"/>
                  <a:pt x="1322462" y="47437"/>
                  <a:pt x="1316804" y="47437"/>
                </a:cubicBezTo>
                <a:cubicBezTo>
                  <a:pt x="1312504" y="47437"/>
                  <a:pt x="1308530" y="48571"/>
                  <a:pt x="1304881" y="50837"/>
                </a:cubicBezTo>
                <a:cubicBezTo>
                  <a:pt x="1301232" y="53102"/>
                  <a:pt x="1298587" y="56415"/>
                  <a:pt x="1296947" y="60777"/>
                </a:cubicBezTo>
                <a:cubicBezTo>
                  <a:pt x="1295306" y="65136"/>
                  <a:pt x="1294486" y="71422"/>
                  <a:pt x="1294486" y="79634"/>
                </a:cubicBezTo>
                <a:lnTo>
                  <a:pt x="1294486" y="126443"/>
                </a:lnTo>
                <a:lnTo>
                  <a:pt x="1279211" y="126443"/>
                </a:lnTo>
                <a:close/>
                <a:moveTo>
                  <a:pt x="1472128" y="126443"/>
                </a:moveTo>
                <a:lnTo>
                  <a:pt x="1472128" y="36321"/>
                </a:lnTo>
                <a:lnTo>
                  <a:pt x="1485876" y="36321"/>
                </a:lnTo>
                <a:lnTo>
                  <a:pt x="1485876" y="49898"/>
                </a:lnTo>
                <a:cubicBezTo>
                  <a:pt x="1489383" y="43541"/>
                  <a:pt x="1492622" y="39349"/>
                  <a:pt x="1495592" y="37323"/>
                </a:cubicBezTo>
                <a:cubicBezTo>
                  <a:pt x="1498562" y="35297"/>
                  <a:pt x="1501830" y="34284"/>
                  <a:pt x="1505394" y="34284"/>
                </a:cubicBezTo>
                <a:cubicBezTo>
                  <a:pt x="1510542" y="34284"/>
                  <a:pt x="1515775" y="35918"/>
                  <a:pt x="1521093" y="39185"/>
                </a:cubicBezTo>
                <a:lnTo>
                  <a:pt x="1515832" y="53293"/>
                </a:lnTo>
                <a:cubicBezTo>
                  <a:pt x="1512098" y="51087"/>
                  <a:pt x="1508364" y="49983"/>
                  <a:pt x="1504630" y="49983"/>
                </a:cubicBezTo>
                <a:cubicBezTo>
                  <a:pt x="1501292" y="49983"/>
                  <a:pt x="1498294" y="50989"/>
                  <a:pt x="1495635" y="53001"/>
                </a:cubicBezTo>
                <a:cubicBezTo>
                  <a:pt x="1492976" y="55011"/>
                  <a:pt x="1491080" y="57800"/>
                  <a:pt x="1489949" y="61368"/>
                </a:cubicBezTo>
                <a:cubicBezTo>
                  <a:pt x="1488252" y="66804"/>
                  <a:pt x="1487403" y="72751"/>
                  <a:pt x="1487403" y="79207"/>
                </a:cubicBezTo>
                <a:lnTo>
                  <a:pt x="1487403" y="126443"/>
                </a:lnTo>
                <a:lnTo>
                  <a:pt x="1472128" y="126443"/>
                </a:lnTo>
                <a:close/>
                <a:moveTo>
                  <a:pt x="1583465" y="126443"/>
                </a:moveTo>
                <a:lnTo>
                  <a:pt x="1568190" y="126443"/>
                </a:lnTo>
                <a:lnTo>
                  <a:pt x="1568190" y="29107"/>
                </a:lnTo>
                <a:cubicBezTo>
                  <a:pt x="1564512" y="32615"/>
                  <a:pt x="1559690" y="36123"/>
                  <a:pt x="1553721" y="39630"/>
                </a:cubicBezTo>
                <a:cubicBezTo>
                  <a:pt x="1547752" y="43138"/>
                  <a:pt x="1542392" y="45769"/>
                  <a:pt x="1537640" y="47522"/>
                </a:cubicBezTo>
                <a:lnTo>
                  <a:pt x="1537640" y="32756"/>
                </a:lnTo>
                <a:cubicBezTo>
                  <a:pt x="1546182" y="28740"/>
                  <a:pt x="1553650" y="23874"/>
                  <a:pt x="1560043" y="18160"/>
                </a:cubicBezTo>
                <a:cubicBezTo>
                  <a:pt x="1566436" y="12446"/>
                  <a:pt x="1570962" y="6902"/>
                  <a:pt x="1573621" y="1528"/>
                </a:cubicBezTo>
                <a:lnTo>
                  <a:pt x="1583465" y="1528"/>
                </a:lnTo>
                <a:lnTo>
                  <a:pt x="1583465" y="126443"/>
                </a:lnTo>
                <a:close/>
                <a:moveTo>
                  <a:pt x="1671524" y="126443"/>
                </a:moveTo>
                <a:lnTo>
                  <a:pt x="1671524" y="96657"/>
                </a:lnTo>
                <a:lnTo>
                  <a:pt x="1617553" y="96657"/>
                </a:lnTo>
                <a:lnTo>
                  <a:pt x="1617553" y="82655"/>
                </a:lnTo>
                <a:lnTo>
                  <a:pt x="1674325" y="2037"/>
                </a:lnTo>
                <a:lnTo>
                  <a:pt x="1686799" y="2037"/>
                </a:lnTo>
                <a:lnTo>
                  <a:pt x="1686799" y="82655"/>
                </a:lnTo>
                <a:lnTo>
                  <a:pt x="1703602" y="82655"/>
                </a:lnTo>
                <a:lnTo>
                  <a:pt x="1703602" y="96657"/>
                </a:lnTo>
                <a:lnTo>
                  <a:pt x="1686799" y="96657"/>
                </a:lnTo>
                <a:lnTo>
                  <a:pt x="1686799" y="126443"/>
                </a:lnTo>
                <a:lnTo>
                  <a:pt x="1671524" y="126443"/>
                </a:lnTo>
                <a:moveTo>
                  <a:pt x="1671524" y="82655"/>
                </a:moveTo>
                <a:lnTo>
                  <a:pt x="1671524" y="26562"/>
                </a:lnTo>
                <a:lnTo>
                  <a:pt x="1632573" y="82655"/>
                </a:lnTo>
                <a:lnTo>
                  <a:pt x="1671524" y="8265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6.copyvalueofapplicationrbxtoghcp">
            <a:extLst xmlns:a="http://schemas.openxmlformats.org/drawingml/2006/main">
              <a:ext uri="{FF2B5EF4-FFF2-40B4-BE49-F238E27FC236}">
                <a16:creationId xmlns:a16="http://schemas.microsoft.com/office/drawing/2014/main" id="{170A7A86-9026-4AA2-B17A-9A55A5DF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05" y="1570234"/>
            <a:ext cx="2990944" cy="163103"/>
          </a:xfrm>
          <a:custGeom xmlns:a="http://schemas.openxmlformats.org/drawingml/2006/main">
            <a:pathLst>
              <a:path w="2990944" h="163103">
                <a:moveTo>
                  <a:pt x="79939" y="32584"/>
                </a:moveTo>
                <a:lnTo>
                  <a:pt x="64749" y="33775"/>
                </a:lnTo>
                <a:cubicBezTo>
                  <a:pt x="63391" y="27804"/>
                  <a:pt x="61468" y="23467"/>
                  <a:pt x="58979" y="20762"/>
                </a:cubicBezTo>
                <a:cubicBezTo>
                  <a:pt x="54849" y="16425"/>
                  <a:pt x="49757" y="14257"/>
                  <a:pt x="43704" y="14257"/>
                </a:cubicBezTo>
                <a:cubicBezTo>
                  <a:pt x="38838" y="14257"/>
                  <a:pt x="34567" y="15607"/>
                  <a:pt x="30890" y="18309"/>
                </a:cubicBezTo>
                <a:cubicBezTo>
                  <a:pt x="26081" y="21797"/>
                  <a:pt x="22290" y="26890"/>
                  <a:pt x="19518" y="33587"/>
                </a:cubicBezTo>
                <a:cubicBezTo>
                  <a:pt x="16746" y="40283"/>
                  <a:pt x="15303" y="49822"/>
                  <a:pt x="15190" y="62203"/>
                </a:cubicBezTo>
                <a:cubicBezTo>
                  <a:pt x="18868" y="56603"/>
                  <a:pt x="23365" y="52444"/>
                  <a:pt x="28683" y="49729"/>
                </a:cubicBezTo>
                <a:cubicBezTo>
                  <a:pt x="34001" y="47013"/>
                  <a:pt x="39574" y="45655"/>
                  <a:pt x="45401" y="45655"/>
                </a:cubicBezTo>
                <a:cubicBezTo>
                  <a:pt x="55584" y="45655"/>
                  <a:pt x="64254" y="49403"/>
                  <a:pt x="71411" y="56900"/>
                </a:cubicBezTo>
                <a:cubicBezTo>
                  <a:pt x="78567" y="64396"/>
                  <a:pt x="82146" y="74084"/>
                  <a:pt x="82146" y="85965"/>
                </a:cubicBezTo>
                <a:cubicBezTo>
                  <a:pt x="82146" y="93772"/>
                  <a:pt x="80463" y="101027"/>
                  <a:pt x="77097" y="107731"/>
                </a:cubicBezTo>
                <a:cubicBezTo>
                  <a:pt x="73730" y="114435"/>
                  <a:pt x="69105" y="119570"/>
                  <a:pt x="63222" y="123134"/>
                </a:cubicBezTo>
                <a:cubicBezTo>
                  <a:pt x="57338" y="126698"/>
                  <a:pt x="50662" y="128480"/>
                  <a:pt x="43194" y="128480"/>
                </a:cubicBezTo>
                <a:cubicBezTo>
                  <a:pt x="30465" y="128480"/>
                  <a:pt x="20084" y="123802"/>
                  <a:pt x="12050" y="114446"/>
                </a:cubicBezTo>
                <a:cubicBezTo>
                  <a:pt x="4017" y="105088"/>
                  <a:pt x="0" y="89667"/>
                  <a:pt x="0" y="68183"/>
                </a:cubicBezTo>
                <a:cubicBezTo>
                  <a:pt x="0" y="44155"/>
                  <a:pt x="4441" y="26685"/>
                  <a:pt x="13323" y="15774"/>
                </a:cubicBezTo>
                <a:cubicBezTo>
                  <a:pt x="21074" y="6276"/>
                  <a:pt x="31512" y="1528"/>
                  <a:pt x="44637" y="1528"/>
                </a:cubicBezTo>
                <a:cubicBezTo>
                  <a:pt x="54424" y="1528"/>
                  <a:pt x="62444" y="4278"/>
                  <a:pt x="68695" y="9780"/>
                </a:cubicBezTo>
                <a:cubicBezTo>
                  <a:pt x="74947" y="15282"/>
                  <a:pt x="78695" y="22883"/>
                  <a:pt x="79939" y="32584"/>
                </a:cubicBezTo>
                <a:moveTo>
                  <a:pt x="17566" y="85970"/>
                </a:moveTo>
                <a:cubicBezTo>
                  <a:pt x="17566" y="91215"/>
                  <a:pt x="18684" y="96235"/>
                  <a:pt x="20918" y="101030"/>
                </a:cubicBezTo>
                <a:cubicBezTo>
                  <a:pt x="23153" y="105825"/>
                  <a:pt x="26279" y="109477"/>
                  <a:pt x="30295" y="111988"/>
                </a:cubicBezTo>
                <a:cubicBezTo>
                  <a:pt x="34312" y="114496"/>
                  <a:pt x="38527" y="115751"/>
                  <a:pt x="42940" y="115751"/>
                </a:cubicBezTo>
                <a:cubicBezTo>
                  <a:pt x="49389" y="115751"/>
                  <a:pt x="54934" y="113156"/>
                  <a:pt x="59573" y="107967"/>
                </a:cubicBezTo>
                <a:cubicBezTo>
                  <a:pt x="64212" y="102779"/>
                  <a:pt x="66531" y="95728"/>
                  <a:pt x="66531" y="86816"/>
                </a:cubicBezTo>
                <a:cubicBezTo>
                  <a:pt x="66531" y="78241"/>
                  <a:pt x="64240" y="71487"/>
                  <a:pt x="59658" y="66552"/>
                </a:cubicBezTo>
                <a:cubicBezTo>
                  <a:pt x="55075" y="61616"/>
                  <a:pt x="49304" y="59148"/>
                  <a:pt x="42346" y="59148"/>
                </a:cubicBezTo>
                <a:cubicBezTo>
                  <a:pt x="35444" y="59148"/>
                  <a:pt x="29588" y="61616"/>
                  <a:pt x="24780" y="66552"/>
                </a:cubicBezTo>
                <a:cubicBezTo>
                  <a:pt x="19971" y="71487"/>
                  <a:pt x="17566" y="77959"/>
                  <a:pt x="17566" y="85970"/>
                </a:cubicBezTo>
                <a:close/>
                <a:moveTo>
                  <a:pt x="105880" y="126443"/>
                </a:moveTo>
                <a:lnTo>
                  <a:pt x="105880" y="108962"/>
                </a:lnTo>
                <a:lnTo>
                  <a:pt x="123277" y="108962"/>
                </a:lnTo>
                <a:lnTo>
                  <a:pt x="123277" y="126443"/>
                </a:lnTo>
                <a:lnTo>
                  <a:pt x="105880" y="126443"/>
                </a:lnTo>
                <a:close/>
                <a:moveTo>
                  <a:pt x="256992" y="93347"/>
                </a:moveTo>
                <a:lnTo>
                  <a:pt x="272012" y="95299"/>
                </a:lnTo>
                <a:cubicBezTo>
                  <a:pt x="270372" y="105679"/>
                  <a:pt x="266171" y="113804"/>
                  <a:pt x="259411" y="119676"/>
                </a:cubicBezTo>
                <a:cubicBezTo>
                  <a:pt x="252650" y="125545"/>
                  <a:pt x="244348" y="128480"/>
                  <a:pt x="234504" y="128480"/>
                </a:cubicBezTo>
                <a:cubicBezTo>
                  <a:pt x="222171" y="128480"/>
                  <a:pt x="212256" y="124449"/>
                  <a:pt x="204760" y="116387"/>
                </a:cubicBezTo>
                <a:cubicBezTo>
                  <a:pt x="197264" y="108325"/>
                  <a:pt x="193516" y="96770"/>
                  <a:pt x="193516" y="81721"/>
                </a:cubicBezTo>
                <a:cubicBezTo>
                  <a:pt x="193516" y="71991"/>
                  <a:pt x="195128" y="63476"/>
                  <a:pt x="198353" y="56178"/>
                </a:cubicBezTo>
                <a:cubicBezTo>
                  <a:pt x="201578" y="48880"/>
                  <a:pt x="206485" y="43407"/>
                  <a:pt x="213076" y="39758"/>
                </a:cubicBezTo>
                <a:cubicBezTo>
                  <a:pt x="219667" y="36108"/>
                  <a:pt x="226838" y="34284"/>
                  <a:pt x="234589" y="34284"/>
                </a:cubicBezTo>
                <a:cubicBezTo>
                  <a:pt x="244376" y="34284"/>
                  <a:pt x="252381" y="36767"/>
                  <a:pt x="258604" y="41733"/>
                </a:cubicBezTo>
                <a:cubicBezTo>
                  <a:pt x="264828" y="46698"/>
                  <a:pt x="268816" y="53747"/>
                  <a:pt x="270570" y="62882"/>
                </a:cubicBezTo>
                <a:lnTo>
                  <a:pt x="255719" y="65173"/>
                </a:lnTo>
                <a:cubicBezTo>
                  <a:pt x="254305" y="59148"/>
                  <a:pt x="251801" y="54615"/>
                  <a:pt x="248209" y="51574"/>
                </a:cubicBezTo>
                <a:cubicBezTo>
                  <a:pt x="244616" y="48534"/>
                  <a:pt x="240274" y="47013"/>
                  <a:pt x="235183" y="47013"/>
                </a:cubicBezTo>
                <a:cubicBezTo>
                  <a:pt x="227489" y="47013"/>
                  <a:pt x="221237" y="49758"/>
                  <a:pt x="216428" y="55247"/>
                </a:cubicBezTo>
                <a:cubicBezTo>
                  <a:pt x="211619" y="60735"/>
                  <a:pt x="209215" y="69418"/>
                  <a:pt x="209215" y="81297"/>
                </a:cubicBezTo>
                <a:cubicBezTo>
                  <a:pt x="209215" y="93346"/>
                  <a:pt x="211535" y="102101"/>
                  <a:pt x="216174" y="107562"/>
                </a:cubicBezTo>
                <a:cubicBezTo>
                  <a:pt x="220813" y="113021"/>
                  <a:pt x="226866" y="115751"/>
                  <a:pt x="234334" y="115751"/>
                </a:cubicBezTo>
                <a:cubicBezTo>
                  <a:pt x="240331" y="115751"/>
                  <a:pt x="245338" y="113919"/>
                  <a:pt x="249354" y="110256"/>
                </a:cubicBezTo>
                <a:cubicBezTo>
                  <a:pt x="253371" y="106593"/>
                  <a:pt x="255917" y="100957"/>
                  <a:pt x="256992" y="93347"/>
                </a:cubicBezTo>
                <a:close/>
                <a:moveTo>
                  <a:pt x="279395" y="81382"/>
                </a:moveTo>
                <a:cubicBezTo>
                  <a:pt x="279395" y="64693"/>
                  <a:pt x="284034" y="52331"/>
                  <a:pt x="293313" y="44298"/>
                </a:cubicBezTo>
                <a:cubicBezTo>
                  <a:pt x="301063" y="37622"/>
                  <a:pt x="310511" y="34284"/>
                  <a:pt x="321656" y="34284"/>
                </a:cubicBezTo>
                <a:cubicBezTo>
                  <a:pt x="334046" y="34284"/>
                  <a:pt x="344173" y="38343"/>
                  <a:pt x="352037" y="46462"/>
                </a:cubicBezTo>
                <a:cubicBezTo>
                  <a:pt x="359900" y="54580"/>
                  <a:pt x="363832" y="65796"/>
                  <a:pt x="363832" y="80109"/>
                </a:cubicBezTo>
                <a:cubicBezTo>
                  <a:pt x="363832" y="91707"/>
                  <a:pt x="362093" y="100829"/>
                  <a:pt x="358613" y="107477"/>
                </a:cubicBezTo>
                <a:cubicBezTo>
                  <a:pt x="355134" y="114124"/>
                  <a:pt x="350071" y="119287"/>
                  <a:pt x="343423" y="122964"/>
                </a:cubicBezTo>
                <a:cubicBezTo>
                  <a:pt x="336776" y="126641"/>
                  <a:pt x="329520" y="128480"/>
                  <a:pt x="321656" y="128480"/>
                </a:cubicBezTo>
                <a:cubicBezTo>
                  <a:pt x="309040" y="128480"/>
                  <a:pt x="298843" y="124435"/>
                  <a:pt x="291064" y="116345"/>
                </a:cubicBezTo>
                <a:cubicBezTo>
                  <a:pt x="283285" y="108255"/>
                  <a:pt x="279395" y="96600"/>
                  <a:pt x="279395" y="81382"/>
                </a:cubicBezTo>
                <a:moveTo>
                  <a:pt x="295095" y="81340"/>
                </a:moveTo>
                <a:cubicBezTo>
                  <a:pt x="295095" y="92838"/>
                  <a:pt x="297612" y="101448"/>
                  <a:pt x="302647" y="107169"/>
                </a:cubicBezTo>
                <a:cubicBezTo>
                  <a:pt x="307682" y="112890"/>
                  <a:pt x="314019" y="115751"/>
                  <a:pt x="321656" y="115751"/>
                </a:cubicBezTo>
                <a:cubicBezTo>
                  <a:pt x="329237" y="115751"/>
                  <a:pt x="335545" y="112876"/>
                  <a:pt x="340580" y="107127"/>
                </a:cubicBezTo>
                <a:cubicBezTo>
                  <a:pt x="345615" y="101377"/>
                  <a:pt x="348133" y="92613"/>
                  <a:pt x="348133" y="80833"/>
                </a:cubicBezTo>
                <a:cubicBezTo>
                  <a:pt x="348133" y="69729"/>
                  <a:pt x="345601" y="61316"/>
                  <a:pt x="340538" y="55595"/>
                </a:cubicBezTo>
                <a:cubicBezTo>
                  <a:pt x="335475" y="49874"/>
                  <a:pt x="329181" y="47013"/>
                  <a:pt x="321656" y="47013"/>
                </a:cubicBezTo>
                <a:cubicBezTo>
                  <a:pt x="314019" y="47013"/>
                  <a:pt x="307682" y="49860"/>
                  <a:pt x="302647" y="55552"/>
                </a:cubicBezTo>
                <a:cubicBezTo>
                  <a:pt x="297612" y="61245"/>
                  <a:pt x="295095" y="69841"/>
                  <a:pt x="295095" y="81340"/>
                </a:cubicBezTo>
                <a:close/>
                <a:moveTo>
                  <a:pt x="381712" y="161067"/>
                </a:moveTo>
                <a:lnTo>
                  <a:pt x="381712" y="36321"/>
                </a:lnTo>
                <a:lnTo>
                  <a:pt x="395629" y="36321"/>
                </a:lnTo>
                <a:lnTo>
                  <a:pt x="395629" y="47947"/>
                </a:lnTo>
                <a:cubicBezTo>
                  <a:pt x="398910" y="43392"/>
                  <a:pt x="402616" y="39977"/>
                  <a:pt x="406746" y="37700"/>
                </a:cubicBezTo>
                <a:cubicBezTo>
                  <a:pt x="410876" y="35423"/>
                  <a:pt x="415882" y="34284"/>
                  <a:pt x="421766" y="34284"/>
                </a:cubicBezTo>
                <a:cubicBezTo>
                  <a:pt x="429460" y="34284"/>
                  <a:pt x="436249" y="36264"/>
                  <a:pt x="442133" y="40224"/>
                </a:cubicBezTo>
                <a:cubicBezTo>
                  <a:pt x="448017" y="44184"/>
                  <a:pt x="452458" y="49771"/>
                  <a:pt x="455456" y="56984"/>
                </a:cubicBezTo>
                <a:cubicBezTo>
                  <a:pt x="458455" y="64198"/>
                  <a:pt x="459954" y="72104"/>
                  <a:pt x="459954" y="80703"/>
                </a:cubicBezTo>
                <a:cubicBezTo>
                  <a:pt x="459954" y="89925"/>
                  <a:pt x="458299" y="98227"/>
                  <a:pt x="454989" y="105610"/>
                </a:cubicBezTo>
                <a:cubicBezTo>
                  <a:pt x="451680" y="112993"/>
                  <a:pt x="446871" y="118650"/>
                  <a:pt x="440563" y="122582"/>
                </a:cubicBezTo>
                <a:cubicBezTo>
                  <a:pt x="434255" y="126514"/>
                  <a:pt x="427622" y="128480"/>
                  <a:pt x="420663" y="128480"/>
                </a:cubicBezTo>
                <a:cubicBezTo>
                  <a:pt x="415571" y="128480"/>
                  <a:pt x="411003" y="127391"/>
                  <a:pt x="406958" y="125213"/>
                </a:cubicBezTo>
                <a:cubicBezTo>
                  <a:pt x="402913" y="123033"/>
                  <a:pt x="399589" y="120280"/>
                  <a:pt x="396987" y="116955"/>
                </a:cubicBezTo>
                <a:lnTo>
                  <a:pt x="396987" y="161067"/>
                </a:lnTo>
                <a:lnTo>
                  <a:pt x="381712" y="161067"/>
                </a:lnTo>
                <a:moveTo>
                  <a:pt x="395544" y="81764"/>
                </a:moveTo>
                <a:cubicBezTo>
                  <a:pt x="395544" y="93347"/>
                  <a:pt x="397892" y="101908"/>
                  <a:pt x="402588" y="107445"/>
                </a:cubicBezTo>
                <a:cubicBezTo>
                  <a:pt x="407283" y="112982"/>
                  <a:pt x="412969" y="115751"/>
                  <a:pt x="419645" y="115751"/>
                </a:cubicBezTo>
                <a:cubicBezTo>
                  <a:pt x="426434" y="115751"/>
                  <a:pt x="432247" y="112883"/>
                  <a:pt x="437084" y="107148"/>
                </a:cubicBezTo>
                <a:cubicBezTo>
                  <a:pt x="441921" y="101413"/>
                  <a:pt x="444339" y="92527"/>
                  <a:pt x="444339" y="80491"/>
                </a:cubicBezTo>
                <a:cubicBezTo>
                  <a:pt x="444339" y="69021"/>
                  <a:pt x="441977" y="60432"/>
                  <a:pt x="437253" y="54725"/>
                </a:cubicBezTo>
                <a:cubicBezTo>
                  <a:pt x="432529" y="49018"/>
                  <a:pt x="426886" y="46165"/>
                  <a:pt x="420324" y="46165"/>
                </a:cubicBezTo>
                <a:cubicBezTo>
                  <a:pt x="413817" y="46165"/>
                  <a:pt x="408061" y="49202"/>
                  <a:pt x="403054" y="55277"/>
                </a:cubicBezTo>
                <a:cubicBezTo>
                  <a:pt x="398047" y="61351"/>
                  <a:pt x="395544" y="70180"/>
                  <a:pt x="395544" y="81764"/>
                </a:cubicBezTo>
                <a:close/>
                <a:moveTo>
                  <a:pt x="477663" y="161237"/>
                </a:moveTo>
                <a:lnTo>
                  <a:pt x="475966" y="146895"/>
                </a:lnTo>
                <a:cubicBezTo>
                  <a:pt x="479304" y="147800"/>
                  <a:pt x="482218" y="148253"/>
                  <a:pt x="484707" y="148253"/>
                </a:cubicBezTo>
                <a:cubicBezTo>
                  <a:pt x="488101" y="148253"/>
                  <a:pt x="490817" y="147680"/>
                  <a:pt x="492853" y="146534"/>
                </a:cubicBezTo>
                <a:cubicBezTo>
                  <a:pt x="494890" y="145390"/>
                  <a:pt x="496559" y="143788"/>
                  <a:pt x="497860" y="141726"/>
                </a:cubicBezTo>
                <a:cubicBezTo>
                  <a:pt x="498822" y="140181"/>
                  <a:pt x="500378" y="136347"/>
                  <a:pt x="502528" y="130222"/>
                </a:cubicBezTo>
                <a:cubicBezTo>
                  <a:pt x="502811" y="129363"/>
                  <a:pt x="503263" y="128103"/>
                  <a:pt x="503885" y="126443"/>
                </a:cubicBezTo>
                <a:lnTo>
                  <a:pt x="469686" y="36321"/>
                </a:lnTo>
                <a:lnTo>
                  <a:pt x="486149" y="36321"/>
                </a:lnTo>
                <a:lnTo>
                  <a:pt x="504904" y="88388"/>
                </a:lnTo>
                <a:cubicBezTo>
                  <a:pt x="507336" y="94993"/>
                  <a:pt x="509515" y="101936"/>
                  <a:pt x="511438" y="109217"/>
                </a:cubicBezTo>
                <a:cubicBezTo>
                  <a:pt x="513192" y="102217"/>
                  <a:pt x="515285" y="95388"/>
                  <a:pt x="517718" y="88728"/>
                </a:cubicBezTo>
                <a:lnTo>
                  <a:pt x="536981" y="36321"/>
                </a:lnTo>
                <a:lnTo>
                  <a:pt x="552256" y="36321"/>
                </a:lnTo>
                <a:lnTo>
                  <a:pt x="517972" y="128032"/>
                </a:lnTo>
                <a:cubicBezTo>
                  <a:pt x="514295" y="137939"/>
                  <a:pt x="511438" y="144761"/>
                  <a:pt x="509401" y="148497"/>
                </a:cubicBezTo>
                <a:cubicBezTo>
                  <a:pt x="506686" y="153535"/>
                  <a:pt x="503574" y="157229"/>
                  <a:pt x="500067" y="159579"/>
                </a:cubicBezTo>
                <a:cubicBezTo>
                  <a:pt x="496559" y="161929"/>
                  <a:pt x="492373" y="163103"/>
                  <a:pt x="487507" y="163103"/>
                </a:cubicBezTo>
                <a:cubicBezTo>
                  <a:pt x="484565" y="163103"/>
                  <a:pt x="481284" y="162481"/>
                  <a:pt x="477663" y="161237"/>
                </a:cubicBezTo>
                <a:close/>
                <a:moveTo>
                  <a:pt x="638590" y="126443"/>
                </a:moveTo>
                <a:lnTo>
                  <a:pt x="604306" y="36321"/>
                </a:lnTo>
                <a:lnTo>
                  <a:pt x="620429" y="36321"/>
                </a:lnTo>
                <a:lnTo>
                  <a:pt x="639778" y="90292"/>
                </a:lnTo>
                <a:cubicBezTo>
                  <a:pt x="641871" y="96120"/>
                  <a:pt x="643794" y="102173"/>
                  <a:pt x="645548" y="108453"/>
                </a:cubicBezTo>
                <a:cubicBezTo>
                  <a:pt x="646906" y="103701"/>
                  <a:pt x="648801" y="97987"/>
                  <a:pt x="651234" y="91311"/>
                </a:cubicBezTo>
                <a:lnTo>
                  <a:pt x="671261" y="36321"/>
                </a:lnTo>
                <a:lnTo>
                  <a:pt x="686960" y="36321"/>
                </a:lnTo>
                <a:lnTo>
                  <a:pt x="652846" y="126443"/>
                </a:lnTo>
                <a:lnTo>
                  <a:pt x="638590" y="126443"/>
                </a:lnTo>
                <a:close/>
                <a:moveTo>
                  <a:pt x="759262" y="115316"/>
                </a:moveTo>
                <a:cubicBezTo>
                  <a:pt x="753605" y="120128"/>
                  <a:pt x="748160" y="123525"/>
                  <a:pt x="742927" y="125507"/>
                </a:cubicBezTo>
                <a:cubicBezTo>
                  <a:pt x="737693" y="127489"/>
                  <a:pt x="732078" y="128480"/>
                  <a:pt x="726082" y="128480"/>
                </a:cubicBezTo>
                <a:cubicBezTo>
                  <a:pt x="716181" y="128480"/>
                  <a:pt x="708572" y="126060"/>
                  <a:pt x="703254" y="121219"/>
                </a:cubicBezTo>
                <a:cubicBezTo>
                  <a:pt x="697936" y="116378"/>
                  <a:pt x="695277" y="110193"/>
                  <a:pt x="695277" y="102664"/>
                </a:cubicBezTo>
                <a:cubicBezTo>
                  <a:pt x="695277" y="98249"/>
                  <a:pt x="696281" y="94216"/>
                  <a:pt x="698289" y="90566"/>
                </a:cubicBezTo>
                <a:cubicBezTo>
                  <a:pt x="700298" y="86913"/>
                  <a:pt x="702929" y="83983"/>
                  <a:pt x="706182" y="81774"/>
                </a:cubicBezTo>
                <a:cubicBezTo>
                  <a:pt x="709435" y="79566"/>
                  <a:pt x="713098" y="77897"/>
                  <a:pt x="717171" y="76765"/>
                </a:cubicBezTo>
                <a:cubicBezTo>
                  <a:pt x="720170" y="75971"/>
                  <a:pt x="724695" y="75207"/>
                  <a:pt x="730749" y="74471"/>
                </a:cubicBezTo>
                <a:cubicBezTo>
                  <a:pt x="743082" y="73011"/>
                  <a:pt x="752162" y="71269"/>
                  <a:pt x="757989" y="69247"/>
                </a:cubicBezTo>
                <a:cubicBezTo>
                  <a:pt x="758046" y="67162"/>
                  <a:pt x="758074" y="65838"/>
                  <a:pt x="758074" y="65274"/>
                </a:cubicBezTo>
                <a:cubicBezTo>
                  <a:pt x="758074" y="59074"/>
                  <a:pt x="756632" y="54706"/>
                  <a:pt x="753746" y="52171"/>
                </a:cubicBezTo>
                <a:cubicBezTo>
                  <a:pt x="749843" y="48733"/>
                  <a:pt x="744044" y="47013"/>
                  <a:pt x="736350" y="47013"/>
                </a:cubicBezTo>
                <a:cubicBezTo>
                  <a:pt x="729165" y="47013"/>
                  <a:pt x="723861" y="48272"/>
                  <a:pt x="720438" y="50790"/>
                </a:cubicBezTo>
                <a:cubicBezTo>
                  <a:pt x="717016" y="53307"/>
                  <a:pt x="714484" y="57762"/>
                  <a:pt x="712843" y="64155"/>
                </a:cubicBezTo>
                <a:lnTo>
                  <a:pt x="697908" y="62118"/>
                </a:lnTo>
                <a:cubicBezTo>
                  <a:pt x="699265" y="55706"/>
                  <a:pt x="701500" y="50528"/>
                  <a:pt x="704612" y="46584"/>
                </a:cubicBezTo>
                <a:cubicBezTo>
                  <a:pt x="707723" y="42639"/>
                  <a:pt x="712221" y="39604"/>
                  <a:pt x="718105" y="37477"/>
                </a:cubicBezTo>
                <a:cubicBezTo>
                  <a:pt x="723988" y="35348"/>
                  <a:pt x="730805" y="34284"/>
                  <a:pt x="738556" y="34284"/>
                </a:cubicBezTo>
                <a:cubicBezTo>
                  <a:pt x="746250" y="34284"/>
                  <a:pt x="752502" y="35189"/>
                  <a:pt x="757310" y="37000"/>
                </a:cubicBezTo>
                <a:cubicBezTo>
                  <a:pt x="762119" y="38810"/>
                  <a:pt x="765655" y="41087"/>
                  <a:pt x="767918" y="43831"/>
                </a:cubicBezTo>
                <a:cubicBezTo>
                  <a:pt x="770181" y="46575"/>
                  <a:pt x="771765" y="50040"/>
                  <a:pt x="772670" y="54226"/>
                </a:cubicBezTo>
                <a:cubicBezTo>
                  <a:pt x="773180" y="56829"/>
                  <a:pt x="773434" y="61524"/>
                  <a:pt x="773434" y="68313"/>
                </a:cubicBezTo>
                <a:lnTo>
                  <a:pt x="773434" y="88680"/>
                </a:lnTo>
                <a:cubicBezTo>
                  <a:pt x="773434" y="102880"/>
                  <a:pt x="773759" y="111861"/>
                  <a:pt x="774410" y="115624"/>
                </a:cubicBezTo>
                <a:cubicBezTo>
                  <a:pt x="775061" y="119386"/>
                  <a:pt x="776348" y="122992"/>
                  <a:pt x="778271" y="126443"/>
                </a:cubicBezTo>
                <a:lnTo>
                  <a:pt x="762317" y="126443"/>
                </a:lnTo>
                <a:cubicBezTo>
                  <a:pt x="760733" y="123272"/>
                  <a:pt x="759715" y="119563"/>
                  <a:pt x="759262" y="115316"/>
                </a:cubicBezTo>
                <a:moveTo>
                  <a:pt x="757989" y="81127"/>
                </a:moveTo>
                <a:cubicBezTo>
                  <a:pt x="752445" y="83410"/>
                  <a:pt x="744129" y="85349"/>
                  <a:pt x="733040" y="86946"/>
                </a:cubicBezTo>
                <a:cubicBezTo>
                  <a:pt x="726760" y="87854"/>
                  <a:pt x="722319" y="88877"/>
                  <a:pt x="719717" y="90014"/>
                </a:cubicBezTo>
                <a:cubicBezTo>
                  <a:pt x="717115" y="91149"/>
                  <a:pt x="715106" y="92811"/>
                  <a:pt x="713692" y="95000"/>
                </a:cubicBezTo>
                <a:cubicBezTo>
                  <a:pt x="712277" y="97187"/>
                  <a:pt x="711570" y="99615"/>
                  <a:pt x="711570" y="102284"/>
                </a:cubicBezTo>
                <a:cubicBezTo>
                  <a:pt x="711570" y="106374"/>
                  <a:pt x="713112" y="109782"/>
                  <a:pt x="716195" y="112510"/>
                </a:cubicBezTo>
                <a:cubicBezTo>
                  <a:pt x="719278" y="115236"/>
                  <a:pt x="723790" y="116599"/>
                  <a:pt x="729731" y="116599"/>
                </a:cubicBezTo>
                <a:cubicBezTo>
                  <a:pt x="735614" y="116599"/>
                  <a:pt x="740847" y="115306"/>
                  <a:pt x="745430" y="112720"/>
                </a:cubicBezTo>
                <a:cubicBezTo>
                  <a:pt x="750012" y="110133"/>
                  <a:pt x="753379" y="106595"/>
                  <a:pt x="755528" y="102104"/>
                </a:cubicBezTo>
                <a:cubicBezTo>
                  <a:pt x="757169" y="98635"/>
                  <a:pt x="757989" y="93519"/>
                  <a:pt x="757989" y="86755"/>
                </a:cubicBezTo>
                <a:lnTo>
                  <a:pt x="757989" y="81127"/>
                </a:lnTo>
                <a:close/>
                <a:moveTo>
                  <a:pt x="796744" y="126443"/>
                </a:moveTo>
                <a:lnTo>
                  <a:pt x="796744" y="2037"/>
                </a:lnTo>
                <a:lnTo>
                  <a:pt x="812020" y="2037"/>
                </a:lnTo>
                <a:lnTo>
                  <a:pt x="812020" y="126443"/>
                </a:lnTo>
                <a:lnTo>
                  <a:pt x="796744" y="126443"/>
                </a:lnTo>
                <a:close/>
                <a:moveTo>
                  <a:pt x="894730" y="126443"/>
                </a:moveTo>
                <a:lnTo>
                  <a:pt x="894730" y="113205"/>
                </a:lnTo>
                <a:cubicBezTo>
                  <a:pt x="887715" y="123388"/>
                  <a:pt x="878182" y="128480"/>
                  <a:pt x="866132" y="128480"/>
                </a:cubicBezTo>
                <a:cubicBezTo>
                  <a:pt x="860814" y="128480"/>
                  <a:pt x="855849" y="127462"/>
                  <a:pt x="851239" y="125425"/>
                </a:cubicBezTo>
                <a:cubicBezTo>
                  <a:pt x="846628" y="123388"/>
                  <a:pt x="843205" y="120828"/>
                  <a:pt x="840970" y="117745"/>
                </a:cubicBezTo>
                <a:cubicBezTo>
                  <a:pt x="838736" y="114662"/>
                  <a:pt x="837166" y="110885"/>
                  <a:pt x="836261" y="106416"/>
                </a:cubicBezTo>
                <a:cubicBezTo>
                  <a:pt x="835638" y="103418"/>
                  <a:pt x="835327" y="98665"/>
                  <a:pt x="835327" y="92159"/>
                </a:cubicBezTo>
                <a:lnTo>
                  <a:pt x="835327" y="36321"/>
                </a:lnTo>
                <a:lnTo>
                  <a:pt x="850602" y="36321"/>
                </a:lnTo>
                <a:lnTo>
                  <a:pt x="850602" y="86304"/>
                </a:lnTo>
                <a:cubicBezTo>
                  <a:pt x="850602" y="94281"/>
                  <a:pt x="850913" y="99655"/>
                  <a:pt x="851536" y="102428"/>
                </a:cubicBezTo>
                <a:cubicBezTo>
                  <a:pt x="852497" y="106444"/>
                  <a:pt x="854534" y="109598"/>
                  <a:pt x="857646" y="111890"/>
                </a:cubicBezTo>
                <a:cubicBezTo>
                  <a:pt x="860757" y="114181"/>
                  <a:pt x="864604" y="115327"/>
                  <a:pt x="869187" y="115327"/>
                </a:cubicBezTo>
                <a:cubicBezTo>
                  <a:pt x="873769" y="115327"/>
                  <a:pt x="878069" y="114153"/>
                  <a:pt x="882086" y="111805"/>
                </a:cubicBezTo>
                <a:cubicBezTo>
                  <a:pt x="886103" y="109457"/>
                  <a:pt x="888945" y="106261"/>
                  <a:pt x="890614" y="102215"/>
                </a:cubicBezTo>
                <a:cubicBezTo>
                  <a:pt x="892283" y="98170"/>
                  <a:pt x="893118" y="92301"/>
                  <a:pt x="893118" y="84607"/>
                </a:cubicBezTo>
                <a:lnTo>
                  <a:pt x="893118" y="36321"/>
                </a:lnTo>
                <a:lnTo>
                  <a:pt x="908393" y="36321"/>
                </a:lnTo>
                <a:lnTo>
                  <a:pt x="908393" y="126443"/>
                </a:lnTo>
                <a:lnTo>
                  <a:pt x="894730" y="126443"/>
                </a:lnTo>
                <a:close/>
                <a:moveTo>
                  <a:pt x="993991" y="97421"/>
                </a:moveTo>
                <a:lnTo>
                  <a:pt x="1009776" y="99373"/>
                </a:lnTo>
                <a:cubicBezTo>
                  <a:pt x="1007286" y="108594"/>
                  <a:pt x="1002676" y="115751"/>
                  <a:pt x="995943" y="120843"/>
                </a:cubicBezTo>
                <a:cubicBezTo>
                  <a:pt x="989211" y="125934"/>
                  <a:pt x="980612" y="128480"/>
                  <a:pt x="970145" y="128480"/>
                </a:cubicBezTo>
                <a:cubicBezTo>
                  <a:pt x="956964" y="128480"/>
                  <a:pt x="946511" y="124421"/>
                  <a:pt x="938789" y="116302"/>
                </a:cubicBezTo>
                <a:cubicBezTo>
                  <a:pt x="931067" y="108184"/>
                  <a:pt x="927206" y="96798"/>
                  <a:pt x="927206" y="82146"/>
                </a:cubicBezTo>
                <a:cubicBezTo>
                  <a:pt x="927206" y="66984"/>
                  <a:pt x="931109" y="55216"/>
                  <a:pt x="938916" y="46843"/>
                </a:cubicBezTo>
                <a:cubicBezTo>
                  <a:pt x="946724" y="38470"/>
                  <a:pt x="956850" y="34284"/>
                  <a:pt x="969297" y="34284"/>
                </a:cubicBezTo>
                <a:cubicBezTo>
                  <a:pt x="981347" y="34284"/>
                  <a:pt x="991191" y="38379"/>
                  <a:pt x="998828" y="46570"/>
                </a:cubicBezTo>
                <a:cubicBezTo>
                  <a:pt x="1006466" y="54759"/>
                  <a:pt x="1010285" y="66281"/>
                  <a:pt x="1010285" y="81135"/>
                </a:cubicBezTo>
                <a:cubicBezTo>
                  <a:pt x="1010285" y="82039"/>
                  <a:pt x="1010256" y="83394"/>
                  <a:pt x="1010200" y="85201"/>
                </a:cubicBezTo>
                <a:lnTo>
                  <a:pt x="942990" y="85201"/>
                </a:lnTo>
                <a:cubicBezTo>
                  <a:pt x="943555" y="95073"/>
                  <a:pt x="946356" y="102633"/>
                  <a:pt x="951391" y="107880"/>
                </a:cubicBezTo>
                <a:cubicBezTo>
                  <a:pt x="956426" y="113127"/>
                  <a:pt x="962706" y="115751"/>
                  <a:pt x="970230" y="115751"/>
                </a:cubicBezTo>
                <a:cubicBezTo>
                  <a:pt x="975831" y="115751"/>
                  <a:pt x="980612" y="114294"/>
                  <a:pt x="984572" y="111380"/>
                </a:cubicBezTo>
                <a:cubicBezTo>
                  <a:pt x="988532" y="108465"/>
                  <a:pt x="991672" y="103812"/>
                  <a:pt x="993991" y="97421"/>
                </a:cubicBezTo>
                <a:moveTo>
                  <a:pt x="943838" y="72472"/>
                </a:moveTo>
                <a:lnTo>
                  <a:pt x="994161" y="72472"/>
                </a:lnTo>
                <a:cubicBezTo>
                  <a:pt x="993482" y="65014"/>
                  <a:pt x="991559" y="59421"/>
                  <a:pt x="988391" y="55693"/>
                </a:cubicBezTo>
                <a:cubicBezTo>
                  <a:pt x="983525" y="49906"/>
                  <a:pt x="977217" y="47013"/>
                  <a:pt x="969466" y="47013"/>
                </a:cubicBezTo>
                <a:cubicBezTo>
                  <a:pt x="962451" y="47013"/>
                  <a:pt x="956553" y="49323"/>
                  <a:pt x="951773" y="53943"/>
                </a:cubicBezTo>
                <a:cubicBezTo>
                  <a:pt x="946992" y="58561"/>
                  <a:pt x="944347" y="64737"/>
                  <a:pt x="943838" y="72472"/>
                </a:cubicBezTo>
                <a:close/>
                <a:moveTo>
                  <a:pt x="1071557" y="81382"/>
                </a:moveTo>
                <a:cubicBezTo>
                  <a:pt x="1071557" y="64693"/>
                  <a:pt x="1076196" y="52331"/>
                  <a:pt x="1085475" y="44298"/>
                </a:cubicBezTo>
                <a:cubicBezTo>
                  <a:pt x="1093225" y="37622"/>
                  <a:pt x="1102673" y="34284"/>
                  <a:pt x="1113818" y="34284"/>
                </a:cubicBezTo>
                <a:cubicBezTo>
                  <a:pt x="1126208" y="34284"/>
                  <a:pt x="1136335" y="38343"/>
                  <a:pt x="1144199" y="46462"/>
                </a:cubicBezTo>
                <a:cubicBezTo>
                  <a:pt x="1152062" y="54580"/>
                  <a:pt x="1155994" y="65796"/>
                  <a:pt x="1155994" y="80109"/>
                </a:cubicBezTo>
                <a:cubicBezTo>
                  <a:pt x="1155994" y="91707"/>
                  <a:pt x="1154255" y="100829"/>
                  <a:pt x="1150775" y="107477"/>
                </a:cubicBezTo>
                <a:cubicBezTo>
                  <a:pt x="1147296" y="114124"/>
                  <a:pt x="1142233" y="119287"/>
                  <a:pt x="1135585" y="122964"/>
                </a:cubicBezTo>
                <a:cubicBezTo>
                  <a:pt x="1128938" y="126641"/>
                  <a:pt x="1121682" y="128480"/>
                  <a:pt x="1113818" y="128480"/>
                </a:cubicBezTo>
                <a:cubicBezTo>
                  <a:pt x="1101202" y="128480"/>
                  <a:pt x="1091005" y="124435"/>
                  <a:pt x="1083226" y="116345"/>
                </a:cubicBezTo>
                <a:cubicBezTo>
                  <a:pt x="1075447" y="108255"/>
                  <a:pt x="1071557" y="96600"/>
                  <a:pt x="1071557" y="81382"/>
                </a:cubicBezTo>
                <a:moveTo>
                  <a:pt x="1087257" y="81340"/>
                </a:moveTo>
                <a:cubicBezTo>
                  <a:pt x="1087257" y="92838"/>
                  <a:pt x="1089774" y="101448"/>
                  <a:pt x="1094809" y="107169"/>
                </a:cubicBezTo>
                <a:cubicBezTo>
                  <a:pt x="1099844" y="112890"/>
                  <a:pt x="1106181" y="115751"/>
                  <a:pt x="1113818" y="115751"/>
                </a:cubicBezTo>
                <a:cubicBezTo>
                  <a:pt x="1121399" y="115751"/>
                  <a:pt x="1127707" y="112876"/>
                  <a:pt x="1132742" y="107127"/>
                </a:cubicBezTo>
                <a:cubicBezTo>
                  <a:pt x="1137777" y="101377"/>
                  <a:pt x="1140295" y="92613"/>
                  <a:pt x="1140295" y="80833"/>
                </a:cubicBezTo>
                <a:cubicBezTo>
                  <a:pt x="1140295" y="69729"/>
                  <a:pt x="1137763" y="61316"/>
                  <a:pt x="1132700" y="55595"/>
                </a:cubicBezTo>
                <a:cubicBezTo>
                  <a:pt x="1127636" y="49874"/>
                  <a:pt x="1121343" y="47013"/>
                  <a:pt x="1113818" y="47013"/>
                </a:cubicBezTo>
                <a:cubicBezTo>
                  <a:pt x="1106181" y="47013"/>
                  <a:pt x="1099844" y="49860"/>
                  <a:pt x="1094809" y="55552"/>
                </a:cubicBezTo>
                <a:cubicBezTo>
                  <a:pt x="1089774" y="61245"/>
                  <a:pt x="1087257" y="69841"/>
                  <a:pt x="1087257" y="81340"/>
                </a:cubicBezTo>
                <a:close/>
                <a:moveTo>
                  <a:pt x="1177522" y="126443"/>
                </a:moveTo>
                <a:lnTo>
                  <a:pt x="1177522" y="48201"/>
                </a:lnTo>
                <a:lnTo>
                  <a:pt x="1164030" y="48201"/>
                </a:lnTo>
                <a:lnTo>
                  <a:pt x="1164030" y="36321"/>
                </a:lnTo>
                <a:lnTo>
                  <a:pt x="1177522" y="36321"/>
                </a:lnTo>
                <a:lnTo>
                  <a:pt x="1177522" y="26753"/>
                </a:lnTo>
                <a:cubicBezTo>
                  <a:pt x="1177522" y="20713"/>
                  <a:pt x="1178060" y="16226"/>
                  <a:pt x="1179135" y="13291"/>
                </a:cubicBezTo>
                <a:cubicBezTo>
                  <a:pt x="1180606" y="9342"/>
                  <a:pt x="1183194" y="6139"/>
                  <a:pt x="1186900" y="3684"/>
                </a:cubicBezTo>
                <a:cubicBezTo>
                  <a:pt x="1190605" y="1228"/>
                  <a:pt x="1195796" y="0"/>
                  <a:pt x="1202472" y="0"/>
                </a:cubicBezTo>
                <a:cubicBezTo>
                  <a:pt x="1206771" y="0"/>
                  <a:pt x="1211524" y="509"/>
                  <a:pt x="1216728" y="1528"/>
                </a:cubicBezTo>
                <a:lnTo>
                  <a:pt x="1214437" y="14851"/>
                </a:lnTo>
                <a:cubicBezTo>
                  <a:pt x="1211269" y="14285"/>
                  <a:pt x="1208271" y="14002"/>
                  <a:pt x="1205442" y="14002"/>
                </a:cubicBezTo>
                <a:cubicBezTo>
                  <a:pt x="1200803" y="14002"/>
                  <a:pt x="1197521" y="14989"/>
                  <a:pt x="1195598" y="16962"/>
                </a:cubicBezTo>
                <a:cubicBezTo>
                  <a:pt x="1193674" y="18935"/>
                  <a:pt x="1192713" y="22626"/>
                  <a:pt x="1192713" y="28036"/>
                </a:cubicBezTo>
                <a:lnTo>
                  <a:pt x="1192713" y="36321"/>
                </a:lnTo>
                <a:lnTo>
                  <a:pt x="1210279" y="36321"/>
                </a:lnTo>
                <a:lnTo>
                  <a:pt x="1210279" y="48201"/>
                </a:lnTo>
                <a:lnTo>
                  <a:pt x="1192713" y="48201"/>
                </a:lnTo>
                <a:lnTo>
                  <a:pt x="1192713" y="126443"/>
                </a:lnTo>
                <a:lnTo>
                  <a:pt x="1177522" y="126443"/>
                </a:lnTo>
                <a:close/>
                <a:moveTo>
                  <a:pt x="1329313" y="115316"/>
                </a:moveTo>
                <a:cubicBezTo>
                  <a:pt x="1323656" y="120128"/>
                  <a:pt x="1318210" y="123525"/>
                  <a:pt x="1312977" y="125507"/>
                </a:cubicBezTo>
                <a:cubicBezTo>
                  <a:pt x="1307744" y="127489"/>
                  <a:pt x="1302129" y="128480"/>
                  <a:pt x="1296132" y="128480"/>
                </a:cubicBezTo>
                <a:cubicBezTo>
                  <a:pt x="1286232" y="128480"/>
                  <a:pt x="1278622" y="126060"/>
                  <a:pt x="1273305" y="121219"/>
                </a:cubicBezTo>
                <a:cubicBezTo>
                  <a:pt x="1267987" y="116378"/>
                  <a:pt x="1265328" y="110193"/>
                  <a:pt x="1265328" y="102664"/>
                </a:cubicBezTo>
                <a:cubicBezTo>
                  <a:pt x="1265328" y="98249"/>
                  <a:pt x="1266332" y="94216"/>
                  <a:pt x="1268340" y="90566"/>
                </a:cubicBezTo>
                <a:cubicBezTo>
                  <a:pt x="1270349" y="86913"/>
                  <a:pt x="1272979" y="83983"/>
                  <a:pt x="1276232" y="81774"/>
                </a:cubicBezTo>
                <a:cubicBezTo>
                  <a:pt x="1279485" y="79566"/>
                  <a:pt x="1283148" y="77897"/>
                  <a:pt x="1287222" y="76765"/>
                </a:cubicBezTo>
                <a:cubicBezTo>
                  <a:pt x="1290220" y="75971"/>
                  <a:pt x="1294746" y="75207"/>
                  <a:pt x="1300800" y="74471"/>
                </a:cubicBezTo>
                <a:cubicBezTo>
                  <a:pt x="1313133" y="73011"/>
                  <a:pt x="1322213" y="71269"/>
                  <a:pt x="1328040" y="69247"/>
                </a:cubicBezTo>
                <a:cubicBezTo>
                  <a:pt x="1328097" y="67162"/>
                  <a:pt x="1328125" y="65838"/>
                  <a:pt x="1328125" y="65274"/>
                </a:cubicBezTo>
                <a:cubicBezTo>
                  <a:pt x="1328125" y="59074"/>
                  <a:pt x="1326682" y="54706"/>
                  <a:pt x="1323797" y="52171"/>
                </a:cubicBezTo>
                <a:cubicBezTo>
                  <a:pt x="1319893" y="48733"/>
                  <a:pt x="1314095" y="47013"/>
                  <a:pt x="1306400" y="47013"/>
                </a:cubicBezTo>
                <a:cubicBezTo>
                  <a:pt x="1299216" y="47013"/>
                  <a:pt x="1293912" y="48272"/>
                  <a:pt x="1290489" y="50790"/>
                </a:cubicBezTo>
                <a:cubicBezTo>
                  <a:pt x="1287066" y="53307"/>
                  <a:pt x="1284534" y="57762"/>
                  <a:pt x="1282894" y="64155"/>
                </a:cubicBezTo>
                <a:lnTo>
                  <a:pt x="1267958" y="62118"/>
                </a:lnTo>
                <a:cubicBezTo>
                  <a:pt x="1269316" y="55706"/>
                  <a:pt x="1271551" y="50528"/>
                  <a:pt x="1274662" y="46584"/>
                </a:cubicBezTo>
                <a:cubicBezTo>
                  <a:pt x="1277774" y="42639"/>
                  <a:pt x="1282272" y="39604"/>
                  <a:pt x="1288155" y="37477"/>
                </a:cubicBezTo>
                <a:cubicBezTo>
                  <a:pt x="1294039" y="35348"/>
                  <a:pt x="1300856" y="34284"/>
                  <a:pt x="1308607" y="34284"/>
                </a:cubicBezTo>
                <a:cubicBezTo>
                  <a:pt x="1316301" y="34284"/>
                  <a:pt x="1322552" y="35189"/>
                  <a:pt x="1327361" y="37000"/>
                </a:cubicBezTo>
                <a:cubicBezTo>
                  <a:pt x="1332170" y="38810"/>
                  <a:pt x="1335706" y="41087"/>
                  <a:pt x="1337969" y="43831"/>
                </a:cubicBezTo>
                <a:cubicBezTo>
                  <a:pt x="1340232" y="46575"/>
                  <a:pt x="1341816" y="50040"/>
                  <a:pt x="1342721" y="54226"/>
                </a:cubicBezTo>
                <a:cubicBezTo>
                  <a:pt x="1343230" y="56829"/>
                  <a:pt x="1343485" y="61524"/>
                  <a:pt x="1343485" y="68313"/>
                </a:cubicBezTo>
                <a:lnTo>
                  <a:pt x="1343485" y="88680"/>
                </a:lnTo>
                <a:cubicBezTo>
                  <a:pt x="1343485" y="102880"/>
                  <a:pt x="1343810" y="111861"/>
                  <a:pt x="1344461" y="115624"/>
                </a:cubicBezTo>
                <a:cubicBezTo>
                  <a:pt x="1345111" y="119386"/>
                  <a:pt x="1346398" y="122992"/>
                  <a:pt x="1348322" y="126443"/>
                </a:cubicBezTo>
                <a:lnTo>
                  <a:pt x="1332368" y="126443"/>
                </a:lnTo>
                <a:cubicBezTo>
                  <a:pt x="1330784" y="123272"/>
                  <a:pt x="1329766" y="119563"/>
                  <a:pt x="1329313" y="115316"/>
                </a:cubicBezTo>
                <a:moveTo>
                  <a:pt x="1328040" y="81127"/>
                </a:moveTo>
                <a:cubicBezTo>
                  <a:pt x="1322496" y="83410"/>
                  <a:pt x="1314179" y="85349"/>
                  <a:pt x="1303091" y="86946"/>
                </a:cubicBezTo>
                <a:cubicBezTo>
                  <a:pt x="1296811" y="87854"/>
                  <a:pt x="1292370" y="88877"/>
                  <a:pt x="1289768" y="90014"/>
                </a:cubicBezTo>
                <a:cubicBezTo>
                  <a:pt x="1287165" y="91149"/>
                  <a:pt x="1285157" y="92811"/>
                  <a:pt x="1283742" y="95000"/>
                </a:cubicBezTo>
                <a:cubicBezTo>
                  <a:pt x="1282328" y="97187"/>
                  <a:pt x="1281621" y="99615"/>
                  <a:pt x="1281621" y="102284"/>
                </a:cubicBezTo>
                <a:cubicBezTo>
                  <a:pt x="1281621" y="106374"/>
                  <a:pt x="1283163" y="109782"/>
                  <a:pt x="1286246" y="112510"/>
                </a:cubicBezTo>
                <a:cubicBezTo>
                  <a:pt x="1289329" y="115236"/>
                  <a:pt x="1293841" y="116599"/>
                  <a:pt x="1299781" y="116599"/>
                </a:cubicBezTo>
                <a:cubicBezTo>
                  <a:pt x="1305665" y="116599"/>
                  <a:pt x="1310898" y="115306"/>
                  <a:pt x="1315481" y="112720"/>
                </a:cubicBezTo>
                <a:cubicBezTo>
                  <a:pt x="1320063" y="110133"/>
                  <a:pt x="1323429" y="106595"/>
                  <a:pt x="1325579" y="102104"/>
                </a:cubicBezTo>
                <a:cubicBezTo>
                  <a:pt x="1327220" y="98635"/>
                  <a:pt x="1328040" y="93519"/>
                  <a:pt x="1328040" y="86755"/>
                </a:cubicBezTo>
                <a:lnTo>
                  <a:pt x="1328040" y="81127"/>
                </a:lnTo>
                <a:close/>
                <a:moveTo>
                  <a:pt x="1367135" y="161067"/>
                </a:moveTo>
                <a:lnTo>
                  <a:pt x="1367135" y="36321"/>
                </a:lnTo>
                <a:lnTo>
                  <a:pt x="1381052" y="36321"/>
                </a:lnTo>
                <a:lnTo>
                  <a:pt x="1381052" y="47947"/>
                </a:lnTo>
                <a:cubicBezTo>
                  <a:pt x="1384333" y="43392"/>
                  <a:pt x="1388039" y="39977"/>
                  <a:pt x="1392169" y="37700"/>
                </a:cubicBezTo>
                <a:cubicBezTo>
                  <a:pt x="1396299" y="35423"/>
                  <a:pt x="1401305" y="34284"/>
                  <a:pt x="1407189" y="34284"/>
                </a:cubicBezTo>
                <a:cubicBezTo>
                  <a:pt x="1414883" y="34284"/>
                  <a:pt x="1421672" y="36264"/>
                  <a:pt x="1427556" y="40224"/>
                </a:cubicBezTo>
                <a:cubicBezTo>
                  <a:pt x="1433440" y="44184"/>
                  <a:pt x="1437881" y="49771"/>
                  <a:pt x="1440879" y="56984"/>
                </a:cubicBezTo>
                <a:cubicBezTo>
                  <a:pt x="1443878" y="64198"/>
                  <a:pt x="1445377" y="72104"/>
                  <a:pt x="1445377" y="80703"/>
                </a:cubicBezTo>
                <a:cubicBezTo>
                  <a:pt x="1445377" y="89925"/>
                  <a:pt x="1443722" y="98227"/>
                  <a:pt x="1440412" y="105610"/>
                </a:cubicBezTo>
                <a:cubicBezTo>
                  <a:pt x="1437103" y="112993"/>
                  <a:pt x="1432294" y="118650"/>
                  <a:pt x="1425986" y="122582"/>
                </a:cubicBezTo>
                <a:cubicBezTo>
                  <a:pt x="1419678" y="126514"/>
                  <a:pt x="1413045" y="128480"/>
                  <a:pt x="1406086" y="128480"/>
                </a:cubicBezTo>
                <a:cubicBezTo>
                  <a:pt x="1400994" y="128480"/>
                  <a:pt x="1396426" y="127391"/>
                  <a:pt x="1392381" y="125213"/>
                </a:cubicBezTo>
                <a:cubicBezTo>
                  <a:pt x="1388336" y="123033"/>
                  <a:pt x="1385012" y="120280"/>
                  <a:pt x="1382410" y="116955"/>
                </a:cubicBezTo>
                <a:lnTo>
                  <a:pt x="1382410" y="161067"/>
                </a:lnTo>
                <a:lnTo>
                  <a:pt x="1367135" y="161067"/>
                </a:lnTo>
                <a:moveTo>
                  <a:pt x="1380967" y="81764"/>
                </a:moveTo>
                <a:cubicBezTo>
                  <a:pt x="1380967" y="93347"/>
                  <a:pt x="1383315" y="101908"/>
                  <a:pt x="1388010" y="107445"/>
                </a:cubicBezTo>
                <a:cubicBezTo>
                  <a:pt x="1392706" y="112982"/>
                  <a:pt x="1398392" y="115751"/>
                  <a:pt x="1405068" y="115751"/>
                </a:cubicBezTo>
                <a:cubicBezTo>
                  <a:pt x="1411857" y="115751"/>
                  <a:pt x="1417670" y="112883"/>
                  <a:pt x="1422507" y="107148"/>
                </a:cubicBezTo>
                <a:cubicBezTo>
                  <a:pt x="1427344" y="101413"/>
                  <a:pt x="1429762" y="92527"/>
                  <a:pt x="1429762" y="80491"/>
                </a:cubicBezTo>
                <a:cubicBezTo>
                  <a:pt x="1429762" y="69021"/>
                  <a:pt x="1427400" y="60432"/>
                  <a:pt x="1422676" y="54725"/>
                </a:cubicBezTo>
                <a:cubicBezTo>
                  <a:pt x="1417952" y="49018"/>
                  <a:pt x="1412309" y="46165"/>
                  <a:pt x="1405746" y="46165"/>
                </a:cubicBezTo>
                <a:cubicBezTo>
                  <a:pt x="1399240" y="46165"/>
                  <a:pt x="1393484" y="49202"/>
                  <a:pt x="1388477" y="55277"/>
                </a:cubicBezTo>
                <a:cubicBezTo>
                  <a:pt x="1383470" y="61351"/>
                  <a:pt x="1380967" y="70180"/>
                  <a:pt x="1380967" y="81764"/>
                </a:cubicBezTo>
                <a:close/>
                <a:moveTo>
                  <a:pt x="1463765" y="161067"/>
                </a:moveTo>
                <a:lnTo>
                  <a:pt x="1463765" y="36321"/>
                </a:lnTo>
                <a:lnTo>
                  <a:pt x="1477682" y="36321"/>
                </a:lnTo>
                <a:lnTo>
                  <a:pt x="1477682" y="47947"/>
                </a:lnTo>
                <a:cubicBezTo>
                  <a:pt x="1480964" y="43392"/>
                  <a:pt x="1484669" y="39977"/>
                  <a:pt x="1488799" y="37700"/>
                </a:cubicBezTo>
                <a:cubicBezTo>
                  <a:pt x="1492929" y="35423"/>
                  <a:pt x="1497936" y="34284"/>
                  <a:pt x="1503820" y="34284"/>
                </a:cubicBezTo>
                <a:cubicBezTo>
                  <a:pt x="1511514" y="34284"/>
                  <a:pt x="1518303" y="36264"/>
                  <a:pt x="1524186" y="40224"/>
                </a:cubicBezTo>
                <a:cubicBezTo>
                  <a:pt x="1530070" y="44184"/>
                  <a:pt x="1534511" y="49771"/>
                  <a:pt x="1537510" y="56984"/>
                </a:cubicBezTo>
                <a:cubicBezTo>
                  <a:pt x="1540508" y="64198"/>
                  <a:pt x="1542007" y="72104"/>
                  <a:pt x="1542007" y="80703"/>
                </a:cubicBezTo>
                <a:cubicBezTo>
                  <a:pt x="1542007" y="89925"/>
                  <a:pt x="1540352" y="98227"/>
                  <a:pt x="1537043" y="105610"/>
                </a:cubicBezTo>
                <a:cubicBezTo>
                  <a:pt x="1533733" y="112993"/>
                  <a:pt x="1528924" y="118650"/>
                  <a:pt x="1522616" y="122582"/>
                </a:cubicBezTo>
                <a:cubicBezTo>
                  <a:pt x="1516308" y="126514"/>
                  <a:pt x="1509675" y="128480"/>
                  <a:pt x="1502716" y="128480"/>
                </a:cubicBezTo>
                <a:cubicBezTo>
                  <a:pt x="1497625" y="128480"/>
                  <a:pt x="1493056" y="127391"/>
                  <a:pt x="1489011" y="125213"/>
                </a:cubicBezTo>
                <a:cubicBezTo>
                  <a:pt x="1484966" y="123033"/>
                  <a:pt x="1481643" y="120280"/>
                  <a:pt x="1479040" y="116955"/>
                </a:cubicBezTo>
                <a:lnTo>
                  <a:pt x="1479040" y="161067"/>
                </a:lnTo>
                <a:lnTo>
                  <a:pt x="1463765" y="161067"/>
                </a:lnTo>
                <a:moveTo>
                  <a:pt x="1477597" y="81764"/>
                </a:moveTo>
                <a:cubicBezTo>
                  <a:pt x="1477597" y="93347"/>
                  <a:pt x="1479945" y="101908"/>
                  <a:pt x="1484641" y="107445"/>
                </a:cubicBezTo>
                <a:cubicBezTo>
                  <a:pt x="1489337" y="112982"/>
                  <a:pt x="1495022" y="115751"/>
                  <a:pt x="1501698" y="115751"/>
                </a:cubicBezTo>
                <a:cubicBezTo>
                  <a:pt x="1508487" y="115751"/>
                  <a:pt x="1514300" y="112883"/>
                  <a:pt x="1519137" y="107148"/>
                </a:cubicBezTo>
                <a:cubicBezTo>
                  <a:pt x="1523974" y="101413"/>
                  <a:pt x="1526393" y="92527"/>
                  <a:pt x="1526393" y="80491"/>
                </a:cubicBezTo>
                <a:cubicBezTo>
                  <a:pt x="1526393" y="69021"/>
                  <a:pt x="1524031" y="60432"/>
                  <a:pt x="1519307" y="54725"/>
                </a:cubicBezTo>
                <a:cubicBezTo>
                  <a:pt x="1514583" y="49018"/>
                  <a:pt x="1508940" y="46165"/>
                  <a:pt x="1502377" y="46165"/>
                </a:cubicBezTo>
                <a:cubicBezTo>
                  <a:pt x="1495871" y="46165"/>
                  <a:pt x="1490115" y="49202"/>
                  <a:pt x="1485108" y="55277"/>
                </a:cubicBezTo>
                <a:cubicBezTo>
                  <a:pt x="1480101" y="61351"/>
                  <a:pt x="1477597" y="70180"/>
                  <a:pt x="1477597" y="81764"/>
                </a:cubicBezTo>
                <a:close/>
                <a:moveTo>
                  <a:pt x="1560056" y="126443"/>
                </a:moveTo>
                <a:lnTo>
                  <a:pt x="1560056" y="2037"/>
                </a:lnTo>
                <a:lnTo>
                  <a:pt x="1575331" y="2037"/>
                </a:lnTo>
                <a:lnTo>
                  <a:pt x="1575331" y="126443"/>
                </a:lnTo>
                <a:lnTo>
                  <a:pt x="1560056" y="126443"/>
                </a:lnTo>
                <a:close/>
                <a:moveTo>
                  <a:pt x="1599063" y="19688"/>
                </a:moveTo>
                <a:lnTo>
                  <a:pt x="1599063" y="2037"/>
                </a:lnTo>
                <a:lnTo>
                  <a:pt x="1614338" y="2037"/>
                </a:lnTo>
                <a:lnTo>
                  <a:pt x="1614338" y="19688"/>
                </a:lnTo>
                <a:lnTo>
                  <a:pt x="1599063" y="19688"/>
                </a:lnTo>
                <a:moveTo>
                  <a:pt x="1599063" y="126443"/>
                </a:moveTo>
                <a:lnTo>
                  <a:pt x="1599063" y="36321"/>
                </a:lnTo>
                <a:lnTo>
                  <a:pt x="1614338" y="36321"/>
                </a:lnTo>
                <a:lnTo>
                  <a:pt x="1614338" y="126443"/>
                </a:lnTo>
                <a:lnTo>
                  <a:pt x="1599063" y="126443"/>
                </a:lnTo>
                <a:close/>
                <a:moveTo>
                  <a:pt x="1696370" y="93347"/>
                </a:moveTo>
                <a:lnTo>
                  <a:pt x="1711390" y="95299"/>
                </a:lnTo>
                <a:cubicBezTo>
                  <a:pt x="1709750" y="105679"/>
                  <a:pt x="1705549" y="113804"/>
                  <a:pt x="1698788" y="119676"/>
                </a:cubicBezTo>
                <a:cubicBezTo>
                  <a:pt x="1692028" y="125545"/>
                  <a:pt x="1683726" y="128480"/>
                  <a:pt x="1673882" y="128480"/>
                </a:cubicBezTo>
                <a:cubicBezTo>
                  <a:pt x="1661548" y="128480"/>
                  <a:pt x="1651634" y="124449"/>
                  <a:pt x="1644138" y="116387"/>
                </a:cubicBezTo>
                <a:cubicBezTo>
                  <a:pt x="1636642" y="108325"/>
                  <a:pt x="1632894" y="96770"/>
                  <a:pt x="1632894" y="81721"/>
                </a:cubicBezTo>
                <a:cubicBezTo>
                  <a:pt x="1632894" y="71991"/>
                  <a:pt x="1634506" y="63476"/>
                  <a:pt x="1637731" y="56178"/>
                </a:cubicBezTo>
                <a:cubicBezTo>
                  <a:pt x="1640955" y="48880"/>
                  <a:pt x="1645863" y="43407"/>
                  <a:pt x="1652454" y="39758"/>
                </a:cubicBezTo>
                <a:cubicBezTo>
                  <a:pt x="1659045" y="36108"/>
                  <a:pt x="1666216" y="34284"/>
                  <a:pt x="1673967" y="34284"/>
                </a:cubicBezTo>
                <a:cubicBezTo>
                  <a:pt x="1683754" y="34284"/>
                  <a:pt x="1691759" y="36767"/>
                  <a:pt x="1697982" y="41733"/>
                </a:cubicBezTo>
                <a:cubicBezTo>
                  <a:pt x="1704205" y="46698"/>
                  <a:pt x="1708194" y="53747"/>
                  <a:pt x="1709948" y="62882"/>
                </a:cubicBezTo>
                <a:lnTo>
                  <a:pt x="1695097" y="65173"/>
                </a:lnTo>
                <a:cubicBezTo>
                  <a:pt x="1693683" y="59148"/>
                  <a:pt x="1691179" y="54615"/>
                  <a:pt x="1687587" y="51574"/>
                </a:cubicBezTo>
                <a:cubicBezTo>
                  <a:pt x="1683994" y="48534"/>
                  <a:pt x="1679652" y="47013"/>
                  <a:pt x="1674561" y="47013"/>
                </a:cubicBezTo>
                <a:cubicBezTo>
                  <a:pt x="1666866" y="47013"/>
                  <a:pt x="1660615" y="49758"/>
                  <a:pt x="1655806" y="55247"/>
                </a:cubicBezTo>
                <a:cubicBezTo>
                  <a:pt x="1650997" y="60735"/>
                  <a:pt x="1648593" y="69418"/>
                  <a:pt x="1648593" y="81297"/>
                </a:cubicBezTo>
                <a:cubicBezTo>
                  <a:pt x="1648593" y="93346"/>
                  <a:pt x="1650913" y="102101"/>
                  <a:pt x="1655552" y="107562"/>
                </a:cubicBezTo>
                <a:cubicBezTo>
                  <a:pt x="1660191" y="113021"/>
                  <a:pt x="1666244" y="115751"/>
                  <a:pt x="1673712" y="115751"/>
                </a:cubicBezTo>
                <a:cubicBezTo>
                  <a:pt x="1679709" y="115751"/>
                  <a:pt x="1684716" y="113919"/>
                  <a:pt x="1688732" y="110256"/>
                </a:cubicBezTo>
                <a:cubicBezTo>
                  <a:pt x="1692749" y="106593"/>
                  <a:pt x="1695295" y="100957"/>
                  <a:pt x="1696370" y="93347"/>
                </a:cubicBezTo>
                <a:close/>
                <a:moveTo>
                  <a:pt x="1783268" y="115316"/>
                </a:moveTo>
                <a:cubicBezTo>
                  <a:pt x="1777611" y="120128"/>
                  <a:pt x="1772165" y="123525"/>
                  <a:pt x="1766932" y="125507"/>
                </a:cubicBezTo>
                <a:cubicBezTo>
                  <a:pt x="1761699" y="127489"/>
                  <a:pt x="1756084" y="128480"/>
                  <a:pt x="1750087" y="128480"/>
                </a:cubicBezTo>
                <a:cubicBezTo>
                  <a:pt x="1740187" y="128480"/>
                  <a:pt x="1732578" y="126060"/>
                  <a:pt x="1727260" y="121219"/>
                </a:cubicBezTo>
                <a:cubicBezTo>
                  <a:pt x="1721942" y="116378"/>
                  <a:pt x="1719283" y="110193"/>
                  <a:pt x="1719283" y="102664"/>
                </a:cubicBezTo>
                <a:cubicBezTo>
                  <a:pt x="1719283" y="98249"/>
                  <a:pt x="1720287" y="94216"/>
                  <a:pt x="1722295" y="90566"/>
                </a:cubicBezTo>
                <a:cubicBezTo>
                  <a:pt x="1724304" y="86913"/>
                  <a:pt x="1726934" y="83983"/>
                  <a:pt x="1730187" y="81774"/>
                </a:cubicBezTo>
                <a:cubicBezTo>
                  <a:pt x="1733440" y="79566"/>
                  <a:pt x="1737103" y="77897"/>
                  <a:pt x="1741177" y="76765"/>
                </a:cubicBezTo>
                <a:cubicBezTo>
                  <a:pt x="1744175" y="75971"/>
                  <a:pt x="1748701" y="75207"/>
                  <a:pt x="1754755" y="74471"/>
                </a:cubicBezTo>
                <a:cubicBezTo>
                  <a:pt x="1767088" y="73011"/>
                  <a:pt x="1776168" y="71269"/>
                  <a:pt x="1781995" y="69247"/>
                </a:cubicBezTo>
                <a:cubicBezTo>
                  <a:pt x="1782052" y="67162"/>
                  <a:pt x="1782080" y="65838"/>
                  <a:pt x="1782080" y="65274"/>
                </a:cubicBezTo>
                <a:cubicBezTo>
                  <a:pt x="1782080" y="59074"/>
                  <a:pt x="1780637" y="54706"/>
                  <a:pt x="1777752" y="52171"/>
                </a:cubicBezTo>
                <a:cubicBezTo>
                  <a:pt x="1773848" y="48733"/>
                  <a:pt x="1768050" y="47013"/>
                  <a:pt x="1760355" y="47013"/>
                </a:cubicBezTo>
                <a:cubicBezTo>
                  <a:pt x="1753171" y="47013"/>
                  <a:pt x="1747867" y="48272"/>
                  <a:pt x="1744444" y="50790"/>
                </a:cubicBezTo>
                <a:cubicBezTo>
                  <a:pt x="1741021" y="53307"/>
                  <a:pt x="1738490" y="57762"/>
                  <a:pt x="1736849" y="64155"/>
                </a:cubicBezTo>
                <a:lnTo>
                  <a:pt x="1721913" y="62118"/>
                </a:lnTo>
                <a:cubicBezTo>
                  <a:pt x="1723271" y="55706"/>
                  <a:pt x="1725506" y="50528"/>
                  <a:pt x="1728617" y="46584"/>
                </a:cubicBezTo>
                <a:cubicBezTo>
                  <a:pt x="1731729" y="42639"/>
                  <a:pt x="1736227" y="39604"/>
                  <a:pt x="1742110" y="37477"/>
                </a:cubicBezTo>
                <a:cubicBezTo>
                  <a:pt x="1747994" y="35348"/>
                  <a:pt x="1754811" y="34284"/>
                  <a:pt x="1762562" y="34284"/>
                </a:cubicBezTo>
                <a:cubicBezTo>
                  <a:pt x="1770256" y="34284"/>
                  <a:pt x="1776507" y="35189"/>
                  <a:pt x="1781316" y="37000"/>
                </a:cubicBezTo>
                <a:cubicBezTo>
                  <a:pt x="1786125" y="38810"/>
                  <a:pt x="1789661" y="41087"/>
                  <a:pt x="1791924" y="43831"/>
                </a:cubicBezTo>
                <a:cubicBezTo>
                  <a:pt x="1794187" y="46575"/>
                  <a:pt x="1795771" y="50040"/>
                  <a:pt x="1796676" y="54226"/>
                </a:cubicBezTo>
                <a:cubicBezTo>
                  <a:pt x="1797185" y="56829"/>
                  <a:pt x="1797440" y="61524"/>
                  <a:pt x="1797440" y="68313"/>
                </a:cubicBezTo>
                <a:lnTo>
                  <a:pt x="1797440" y="88680"/>
                </a:lnTo>
                <a:cubicBezTo>
                  <a:pt x="1797440" y="102880"/>
                  <a:pt x="1797765" y="111861"/>
                  <a:pt x="1798416" y="115624"/>
                </a:cubicBezTo>
                <a:cubicBezTo>
                  <a:pt x="1799066" y="119386"/>
                  <a:pt x="1800353" y="122992"/>
                  <a:pt x="1802277" y="126443"/>
                </a:cubicBezTo>
                <a:lnTo>
                  <a:pt x="1786323" y="126443"/>
                </a:lnTo>
                <a:cubicBezTo>
                  <a:pt x="1784739" y="123272"/>
                  <a:pt x="1783721" y="119563"/>
                  <a:pt x="1783268" y="115316"/>
                </a:cubicBezTo>
                <a:moveTo>
                  <a:pt x="1781995" y="81127"/>
                </a:moveTo>
                <a:cubicBezTo>
                  <a:pt x="1776451" y="83410"/>
                  <a:pt x="1768134" y="85349"/>
                  <a:pt x="1757046" y="86946"/>
                </a:cubicBezTo>
                <a:cubicBezTo>
                  <a:pt x="1750766" y="87854"/>
                  <a:pt x="1746325" y="88877"/>
                  <a:pt x="1743723" y="90014"/>
                </a:cubicBezTo>
                <a:cubicBezTo>
                  <a:pt x="1741120" y="91149"/>
                  <a:pt x="1739112" y="92811"/>
                  <a:pt x="1737697" y="95000"/>
                </a:cubicBezTo>
                <a:cubicBezTo>
                  <a:pt x="1736283" y="97187"/>
                  <a:pt x="1735576" y="99615"/>
                  <a:pt x="1735576" y="102284"/>
                </a:cubicBezTo>
                <a:cubicBezTo>
                  <a:pt x="1735576" y="106374"/>
                  <a:pt x="1737118" y="109782"/>
                  <a:pt x="1740201" y="112510"/>
                </a:cubicBezTo>
                <a:cubicBezTo>
                  <a:pt x="1743284" y="115236"/>
                  <a:pt x="1747796" y="116599"/>
                  <a:pt x="1753736" y="116599"/>
                </a:cubicBezTo>
                <a:cubicBezTo>
                  <a:pt x="1759620" y="116599"/>
                  <a:pt x="1764853" y="115306"/>
                  <a:pt x="1769436" y="112720"/>
                </a:cubicBezTo>
                <a:cubicBezTo>
                  <a:pt x="1774018" y="110133"/>
                  <a:pt x="1777384" y="106595"/>
                  <a:pt x="1779534" y="102104"/>
                </a:cubicBezTo>
                <a:cubicBezTo>
                  <a:pt x="1781175" y="98635"/>
                  <a:pt x="1781995" y="93519"/>
                  <a:pt x="1781995" y="86755"/>
                </a:cubicBezTo>
                <a:lnTo>
                  <a:pt x="1781995" y="81127"/>
                </a:lnTo>
                <a:close/>
                <a:moveTo>
                  <a:pt x="1854440" y="112950"/>
                </a:moveTo>
                <a:lnTo>
                  <a:pt x="1856647" y="126443"/>
                </a:lnTo>
                <a:cubicBezTo>
                  <a:pt x="1852347" y="127235"/>
                  <a:pt x="1848500" y="127631"/>
                  <a:pt x="1845105" y="127631"/>
                </a:cubicBezTo>
                <a:cubicBezTo>
                  <a:pt x="1839561" y="127631"/>
                  <a:pt x="1835262" y="126755"/>
                  <a:pt x="1832207" y="125001"/>
                </a:cubicBezTo>
                <a:cubicBezTo>
                  <a:pt x="1829152" y="123247"/>
                  <a:pt x="1827002" y="120942"/>
                  <a:pt x="1825757" y="118085"/>
                </a:cubicBezTo>
                <a:cubicBezTo>
                  <a:pt x="1824512" y="115228"/>
                  <a:pt x="1823890" y="109217"/>
                  <a:pt x="1823890" y="100051"/>
                </a:cubicBezTo>
                <a:lnTo>
                  <a:pt x="1823890" y="48201"/>
                </a:lnTo>
                <a:lnTo>
                  <a:pt x="1812688" y="48201"/>
                </a:lnTo>
                <a:lnTo>
                  <a:pt x="1812688" y="36321"/>
                </a:lnTo>
                <a:lnTo>
                  <a:pt x="1823890" y="36321"/>
                </a:lnTo>
                <a:lnTo>
                  <a:pt x="1823890" y="13941"/>
                </a:lnTo>
                <a:lnTo>
                  <a:pt x="1839080" y="4752"/>
                </a:lnTo>
                <a:lnTo>
                  <a:pt x="1839080" y="36321"/>
                </a:lnTo>
                <a:lnTo>
                  <a:pt x="1854440" y="36321"/>
                </a:lnTo>
                <a:lnTo>
                  <a:pt x="1854440" y="48201"/>
                </a:lnTo>
                <a:lnTo>
                  <a:pt x="1839080" y="48201"/>
                </a:lnTo>
                <a:lnTo>
                  <a:pt x="1839080" y="100900"/>
                </a:lnTo>
                <a:cubicBezTo>
                  <a:pt x="1839080" y="105256"/>
                  <a:pt x="1839349" y="108057"/>
                  <a:pt x="1839886" y="109301"/>
                </a:cubicBezTo>
                <a:cubicBezTo>
                  <a:pt x="1840424" y="110546"/>
                  <a:pt x="1841301" y="111536"/>
                  <a:pt x="1842517" y="112272"/>
                </a:cubicBezTo>
                <a:cubicBezTo>
                  <a:pt x="1843734" y="113007"/>
                  <a:pt x="1845473" y="113375"/>
                  <a:pt x="1847736" y="113375"/>
                </a:cubicBezTo>
                <a:cubicBezTo>
                  <a:pt x="1849433" y="113375"/>
                  <a:pt x="1851668" y="113233"/>
                  <a:pt x="1854440" y="112950"/>
                </a:cubicBezTo>
                <a:close/>
                <a:moveTo>
                  <a:pt x="1869490" y="19688"/>
                </a:moveTo>
                <a:lnTo>
                  <a:pt x="1869490" y="2037"/>
                </a:lnTo>
                <a:lnTo>
                  <a:pt x="1884765" y="2037"/>
                </a:lnTo>
                <a:lnTo>
                  <a:pt x="1884765" y="19688"/>
                </a:lnTo>
                <a:lnTo>
                  <a:pt x="1869490" y="19688"/>
                </a:lnTo>
                <a:moveTo>
                  <a:pt x="1869490" y="126443"/>
                </a:moveTo>
                <a:lnTo>
                  <a:pt x="1869490" y="36321"/>
                </a:lnTo>
                <a:lnTo>
                  <a:pt x="1884765" y="36321"/>
                </a:lnTo>
                <a:lnTo>
                  <a:pt x="1884765" y="126443"/>
                </a:lnTo>
                <a:lnTo>
                  <a:pt x="1869490" y="126443"/>
                </a:lnTo>
                <a:close/>
                <a:moveTo>
                  <a:pt x="1902302" y="81382"/>
                </a:moveTo>
                <a:cubicBezTo>
                  <a:pt x="1902302" y="64693"/>
                  <a:pt x="1906941" y="52331"/>
                  <a:pt x="1916219" y="44298"/>
                </a:cubicBezTo>
                <a:cubicBezTo>
                  <a:pt x="1923970" y="37622"/>
                  <a:pt x="1933418" y="34284"/>
                  <a:pt x="1944563" y="34284"/>
                </a:cubicBezTo>
                <a:cubicBezTo>
                  <a:pt x="1956952" y="34284"/>
                  <a:pt x="1967079" y="38343"/>
                  <a:pt x="1974943" y="46462"/>
                </a:cubicBezTo>
                <a:cubicBezTo>
                  <a:pt x="1982807" y="54580"/>
                  <a:pt x="1986739" y="65796"/>
                  <a:pt x="1986739" y="80109"/>
                </a:cubicBezTo>
                <a:cubicBezTo>
                  <a:pt x="1986739" y="91707"/>
                  <a:pt x="1984999" y="100829"/>
                  <a:pt x="1981520" y="107477"/>
                </a:cubicBezTo>
                <a:cubicBezTo>
                  <a:pt x="1978041" y="114124"/>
                  <a:pt x="1972977" y="119287"/>
                  <a:pt x="1966330" y="122964"/>
                </a:cubicBezTo>
                <a:cubicBezTo>
                  <a:pt x="1959682" y="126641"/>
                  <a:pt x="1952427" y="128480"/>
                  <a:pt x="1944563" y="128480"/>
                </a:cubicBezTo>
                <a:cubicBezTo>
                  <a:pt x="1931947" y="128480"/>
                  <a:pt x="1921749" y="124435"/>
                  <a:pt x="1913970" y="116345"/>
                </a:cubicBezTo>
                <a:cubicBezTo>
                  <a:pt x="1906191" y="108255"/>
                  <a:pt x="1902302" y="96600"/>
                  <a:pt x="1902302" y="81382"/>
                </a:cubicBezTo>
                <a:moveTo>
                  <a:pt x="1918001" y="81340"/>
                </a:moveTo>
                <a:cubicBezTo>
                  <a:pt x="1918001" y="92838"/>
                  <a:pt x="1920519" y="101448"/>
                  <a:pt x="1925554" y="107169"/>
                </a:cubicBezTo>
                <a:cubicBezTo>
                  <a:pt x="1930589" y="112890"/>
                  <a:pt x="1936925" y="115751"/>
                  <a:pt x="1944563" y="115751"/>
                </a:cubicBezTo>
                <a:cubicBezTo>
                  <a:pt x="1952144" y="115751"/>
                  <a:pt x="1958452" y="112876"/>
                  <a:pt x="1963487" y="107127"/>
                </a:cubicBezTo>
                <a:cubicBezTo>
                  <a:pt x="1968522" y="101377"/>
                  <a:pt x="1971039" y="92613"/>
                  <a:pt x="1971039" y="80833"/>
                </a:cubicBezTo>
                <a:cubicBezTo>
                  <a:pt x="1971039" y="69729"/>
                  <a:pt x="1968508" y="61316"/>
                  <a:pt x="1963444" y="55595"/>
                </a:cubicBezTo>
                <a:cubicBezTo>
                  <a:pt x="1958381" y="49874"/>
                  <a:pt x="1952087" y="47013"/>
                  <a:pt x="1944563" y="47013"/>
                </a:cubicBezTo>
                <a:cubicBezTo>
                  <a:pt x="1936925" y="47013"/>
                  <a:pt x="1930589" y="49860"/>
                  <a:pt x="1925554" y="55552"/>
                </a:cubicBezTo>
                <a:cubicBezTo>
                  <a:pt x="1920519" y="61245"/>
                  <a:pt x="1918001" y="69841"/>
                  <a:pt x="1918001" y="81340"/>
                </a:cubicBezTo>
                <a:close/>
                <a:moveTo>
                  <a:pt x="2004618" y="126443"/>
                </a:moveTo>
                <a:lnTo>
                  <a:pt x="2004618" y="36321"/>
                </a:lnTo>
                <a:lnTo>
                  <a:pt x="2018366" y="36321"/>
                </a:lnTo>
                <a:lnTo>
                  <a:pt x="2018366" y="49050"/>
                </a:lnTo>
                <a:cubicBezTo>
                  <a:pt x="2024985" y="39206"/>
                  <a:pt x="2034546" y="34284"/>
                  <a:pt x="2047049" y="34284"/>
                </a:cubicBezTo>
                <a:cubicBezTo>
                  <a:pt x="2052480" y="34284"/>
                  <a:pt x="2057473" y="35260"/>
                  <a:pt x="2062027" y="37212"/>
                </a:cubicBezTo>
                <a:cubicBezTo>
                  <a:pt x="2066581" y="39163"/>
                  <a:pt x="2069990" y="41723"/>
                  <a:pt x="2072253" y="44892"/>
                </a:cubicBezTo>
                <a:cubicBezTo>
                  <a:pt x="2074516" y="48060"/>
                  <a:pt x="2076100" y="51822"/>
                  <a:pt x="2077005" y="56178"/>
                </a:cubicBezTo>
                <a:cubicBezTo>
                  <a:pt x="2077571" y="59007"/>
                  <a:pt x="2077853" y="63957"/>
                  <a:pt x="2077853" y="71029"/>
                </a:cubicBezTo>
                <a:lnTo>
                  <a:pt x="2077853" y="126443"/>
                </a:lnTo>
                <a:lnTo>
                  <a:pt x="2062578" y="126443"/>
                </a:lnTo>
                <a:lnTo>
                  <a:pt x="2062578" y="71565"/>
                </a:lnTo>
                <a:cubicBezTo>
                  <a:pt x="2062578" y="65334"/>
                  <a:pt x="2061984" y="60676"/>
                  <a:pt x="2060796" y="57589"/>
                </a:cubicBezTo>
                <a:cubicBezTo>
                  <a:pt x="2059608" y="54502"/>
                  <a:pt x="2057501" y="52039"/>
                  <a:pt x="2054474" y="50198"/>
                </a:cubicBezTo>
                <a:cubicBezTo>
                  <a:pt x="2051447" y="48358"/>
                  <a:pt x="2047897" y="47437"/>
                  <a:pt x="2043824" y="47437"/>
                </a:cubicBezTo>
                <a:cubicBezTo>
                  <a:pt x="2037318" y="47437"/>
                  <a:pt x="2031703" y="49505"/>
                  <a:pt x="2026979" y="53640"/>
                </a:cubicBezTo>
                <a:cubicBezTo>
                  <a:pt x="2022255" y="57774"/>
                  <a:pt x="2019893" y="65617"/>
                  <a:pt x="2019893" y="77171"/>
                </a:cubicBezTo>
                <a:lnTo>
                  <a:pt x="2019893" y="126443"/>
                </a:lnTo>
                <a:lnTo>
                  <a:pt x="2004618" y="126443"/>
                </a:lnTo>
                <a:close/>
                <a:moveTo>
                  <a:pt x="2149394" y="126443"/>
                </a:moveTo>
                <a:lnTo>
                  <a:pt x="2149394" y="36321"/>
                </a:lnTo>
                <a:lnTo>
                  <a:pt x="2163142" y="36321"/>
                </a:lnTo>
                <a:lnTo>
                  <a:pt x="2163142" y="49898"/>
                </a:lnTo>
                <a:cubicBezTo>
                  <a:pt x="2166649" y="43541"/>
                  <a:pt x="2169888" y="39349"/>
                  <a:pt x="2172858" y="37323"/>
                </a:cubicBezTo>
                <a:cubicBezTo>
                  <a:pt x="2175829" y="35297"/>
                  <a:pt x="2179096" y="34284"/>
                  <a:pt x="2182660" y="34284"/>
                </a:cubicBezTo>
                <a:cubicBezTo>
                  <a:pt x="2187808" y="34284"/>
                  <a:pt x="2193041" y="35918"/>
                  <a:pt x="2198359" y="39185"/>
                </a:cubicBezTo>
                <a:lnTo>
                  <a:pt x="2193098" y="53293"/>
                </a:lnTo>
                <a:cubicBezTo>
                  <a:pt x="2189364" y="51087"/>
                  <a:pt x="2185630" y="49983"/>
                  <a:pt x="2181896" y="49983"/>
                </a:cubicBezTo>
                <a:cubicBezTo>
                  <a:pt x="2178558" y="49983"/>
                  <a:pt x="2175560" y="50989"/>
                  <a:pt x="2172901" y="53001"/>
                </a:cubicBezTo>
                <a:cubicBezTo>
                  <a:pt x="2170242" y="55011"/>
                  <a:pt x="2168347" y="57800"/>
                  <a:pt x="2167215" y="61368"/>
                </a:cubicBezTo>
                <a:cubicBezTo>
                  <a:pt x="2165518" y="66804"/>
                  <a:pt x="2164669" y="72751"/>
                  <a:pt x="2164669" y="79207"/>
                </a:cubicBezTo>
                <a:lnTo>
                  <a:pt x="2164669" y="126443"/>
                </a:lnTo>
                <a:lnTo>
                  <a:pt x="2149394" y="126443"/>
                </a:lnTo>
                <a:close/>
                <a:moveTo>
                  <a:pt x="2221525" y="126443"/>
                </a:moveTo>
                <a:lnTo>
                  <a:pt x="2207353" y="126443"/>
                </a:lnTo>
                <a:lnTo>
                  <a:pt x="2207353" y="2037"/>
                </a:lnTo>
                <a:lnTo>
                  <a:pt x="2222628" y="2037"/>
                </a:lnTo>
                <a:lnTo>
                  <a:pt x="2222628" y="46584"/>
                </a:lnTo>
                <a:cubicBezTo>
                  <a:pt x="2229078" y="38384"/>
                  <a:pt x="2237309" y="34284"/>
                  <a:pt x="2247323" y="34284"/>
                </a:cubicBezTo>
                <a:cubicBezTo>
                  <a:pt x="2252867" y="34284"/>
                  <a:pt x="2258114" y="35401"/>
                  <a:pt x="2263065" y="37636"/>
                </a:cubicBezTo>
                <a:cubicBezTo>
                  <a:pt x="2268015" y="39871"/>
                  <a:pt x="2272088" y="43011"/>
                  <a:pt x="2275285" y="47056"/>
                </a:cubicBezTo>
                <a:cubicBezTo>
                  <a:pt x="2278481" y="51101"/>
                  <a:pt x="2280984" y="55980"/>
                  <a:pt x="2282795" y="61694"/>
                </a:cubicBezTo>
                <a:cubicBezTo>
                  <a:pt x="2284605" y="67408"/>
                  <a:pt x="2285510" y="73518"/>
                  <a:pt x="2285510" y="80024"/>
                </a:cubicBezTo>
                <a:cubicBezTo>
                  <a:pt x="2285510" y="95469"/>
                  <a:pt x="2281692" y="107406"/>
                  <a:pt x="2274054" y="115836"/>
                </a:cubicBezTo>
                <a:cubicBezTo>
                  <a:pt x="2266417" y="124265"/>
                  <a:pt x="2257252" y="128480"/>
                  <a:pt x="2246559" y="128480"/>
                </a:cubicBezTo>
                <a:cubicBezTo>
                  <a:pt x="2235923" y="128480"/>
                  <a:pt x="2227578" y="123982"/>
                  <a:pt x="2221525" y="114987"/>
                </a:cubicBezTo>
                <a:lnTo>
                  <a:pt x="2221525" y="126443"/>
                </a:lnTo>
                <a:moveTo>
                  <a:pt x="2221355" y="80706"/>
                </a:moveTo>
                <a:cubicBezTo>
                  <a:pt x="2221355" y="91458"/>
                  <a:pt x="2222826" y="99228"/>
                  <a:pt x="2225768" y="104013"/>
                </a:cubicBezTo>
                <a:cubicBezTo>
                  <a:pt x="2230577" y="111838"/>
                  <a:pt x="2237083" y="115751"/>
                  <a:pt x="2245286" y="115751"/>
                </a:cubicBezTo>
                <a:cubicBezTo>
                  <a:pt x="2251962" y="115751"/>
                  <a:pt x="2257732" y="112866"/>
                  <a:pt x="2262598" y="107095"/>
                </a:cubicBezTo>
                <a:cubicBezTo>
                  <a:pt x="2267463" y="101324"/>
                  <a:pt x="2269896" y="92725"/>
                  <a:pt x="2269896" y="81297"/>
                </a:cubicBezTo>
                <a:cubicBezTo>
                  <a:pt x="2269896" y="69588"/>
                  <a:pt x="2267562" y="60947"/>
                  <a:pt x="2262895" y="55375"/>
                </a:cubicBezTo>
                <a:cubicBezTo>
                  <a:pt x="2258227" y="49800"/>
                  <a:pt x="2252584" y="47013"/>
                  <a:pt x="2245965" y="47013"/>
                </a:cubicBezTo>
                <a:cubicBezTo>
                  <a:pt x="2239289" y="47013"/>
                  <a:pt x="2233519" y="49898"/>
                  <a:pt x="2228653" y="55669"/>
                </a:cubicBezTo>
                <a:cubicBezTo>
                  <a:pt x="2223788" y="61440"/>
                  <a:pt x="2221355" y="69785"/>
                  <a:pt x="2221355" y="80706"/>
                </a:cubicBezTo>
                <a:close/>
                <a:moveTo>
                  <a:pt x="2293885" y="126443"/>
                </a:moveTo>
                <a:lnTo>
                  <a:pt x="2326811" y="79600"/>
                </a:lnTo>
                <a:lnTo>
                  <a:pt x="2296346" y="36321"/>
                </a:lnTo>
                <a:lnTo>
                  <a:pt x="2315440" y="36321"/>
                </a:lnTo>
                <a:lnTo>
                  <a:pt x="2329272" y="57451"/>
                </a:lnTo>
                <a:cubicBezTo>
                  <a:pt x="2331875" y="61468"/>
                  <a:pt x="2333968" y="64834"/>
                  <a:pt x="2335552" y="67550"/>
                </a:cubicBezTo>
                <a:cubicBezTo>
                  <a:pt x="2338041" y="63816"/>
                  <a:pt x="2340332" y="60506"/>
                  <a:pt x="2342426" y="57621"/>
                </a:cubicBezTo>
                <a:lnTo>
                  <a:pt x="2357616" y="36321"/>
                </a:lnTo>
                <a:lnTo>
                  <a:pt x="2375861" y="36321"/>
                </a:lnTo>
                <a:lnTo>
                  <a:pt x="2344717" y="78751"/>
                </a:lnTo>
                <a:lnTo>
                  <a:pt x="2378237" y="126443"/>
                </a:lnTo>
                <a:lnTo>
                  <a:pt x="2359483" y="126443"/>
                </a:lnTo>
                <a:lnTo>
                  <a:pt x="2340983" y="98439"/>
                </a:lnTo>
                <a:lnTo>
                  <a:pt x="2336061" y="90886"/>
                </a:lnTo>
                <a:lnTo>
                  <a:pt x="2312385" y="126443"/>
                </a:lnTo>
                <a:lnTo>
                  <a:pt x="2293885" y="126443"/>
                </a:lnTo>
                <a:close/>
                <a:moveTo>
                  <a:pt x="2472632" y="112950"/>
                </a:moveTo>
                <a:lnTo>
                  <a:pt x="2474838" y="126443"/>
                </a:lnTo>
                <a:cubicBezTo>
                  <a:pt x="2470539" y="127235"/>
                  <a:pt x="2466692" y="127631"/>
                  <a:pt x="2463297" y="127631"/>
                </a:cubicBezTo>
                <a:cubicBezTo>
                  <a:pt x="2457753" y="127631"/>
                  <a:pt x="2453453" y="126755"/>
                  <a:pt x="2450398" y="125001"/>
                </a:cubicBezTo>
                <a:cubicBezTo>
                  <a:pt x="2447343" y="123247"/>
                  <a:pt x="2445194" y="120942"/>
                  <a:pt x="2443949" y="118085"/>
                </a:cubicBezTo>
                <a:cubicBezTo>
                  <a:pt x="2442704" y="115228"/>
                  <a:pt x="2442082" y="109217"/>
                  <a:pt x="2442082" y="100051"/>
                </a:cubicBezTo>
                <a:lnTo>
                  <a:pt x="2442082" y="48201"/>
                </a:lnTo>
                <a:lnTo>
                  <a:pt x="2430880" y="48201"/>
                </a:lnTo>
                <a:lnTo>
                  <a:pt x="2430880" y="36321"/>
                </a:lnTo>
                <a:lnTo>
                  <a:pt x="2442082" y="36321"/>
                </a:lnTo>
                <a:lnTo>
                  <a:pt x="2442082" y="13941"/>
                </a:lnTo>
                <a:lnTo>
                  <a:pt x="2457272" y="4752"/>
                </a:lnTo>
                <a:lnTo>
                  <a:pt x="2457272" y="36321"/>
                </a:lnTo>
                <a:lnTo>
                  <a:pt x="2472632" y="36321"/>
                </a:lnTo>
                <a:lnTo>
                  <a:pt x="2472632" y="48201"/>
                </a:lnTo>
                <a:lnTo>
                  <a:pt x="2457272" y="48201"/>
                </a:lnTo>
                <a:lnTo>
                  <a:pt x="2457272" y="100900"/>
                </a:lnTo>
                <a:cubicBezTo>
                  <a:pt x="2457272" y="105256"/>
                  <a:pt x="2457541" y="108057"/>
                  <a:pt x="2458078" y="109301"/>
                </a:cubicBezTo>
                <a:cubicBezTo>
                  <a:pt x="2458616" y="110546"/>
                  <a:pt x="2459493" y="111536"/>
                  <a:pt x="2460709" y="112272"/>
                </a:cubicBezTo>
                <a:cubicBezTo>
                  <a:pt x="2461925" y="113007"/>
                  <a:pt x="2463665" y="113375"/>
                  <a:pt x="2465928" y="113375"/>
                </a:cubicBezTo>
                <a:cubicBezTo>
                  <a:pt x="2467625" y="113375"/>
                  <a:pt x="2469860" y="113233"/>
                  <a:pt x="2472632" y="112950"/>
                </a:cubicBezTo>
                <a:close/>
                <a:moveTo>
                  <a:pt x="2481911" y="81382"/>
                </a:moveTo>
                <a:cubicBezTo>
                  <a:pt x="2481911" y="64693"/>
                  <a:pt x="2486550" y="52331"/>
                  <a:pt x="2495828" y="44298"/>
                </a:cubicBezTo>
                <a:cubicBezTo>
                  <a:pt x="2503579" y="37622"/>
                  <a:pt x="2513027" y="34284"/>
                  <a:pt x="2524172" y="34284"/>
                </a:cubicBezTo>
                <a:cubicBezTo>
                  <a:pt x="2536562" y="34284"/>
                  <a:pt x="2546689" y="38343"/>
                  <a:pt x="2554552" y="46462"/>
                </a:cubicBezTo>
                <a:cubicBezTo>
                  <a:pt x="2562416" y="54580"/>
                  <a:pt x="2566348" y="65796"/>
                  <a:pt x="2566348" y="80109"/>
                </a:cubicBezTo>
                <a:cubicBezTo>
                  <a:pt x="2566348" y="91707"/>
                  <a:pt x="2564608" y="100829"/>
                  <a:pt x="2561129" y="107477"/>
                </a:cubicBezTo>
                <a:cubicBezTo>
                  <a:pt x="2557650" y="114124"/>
                  <a:pt x="2552586" y="119287"/>
                  <a:pt x="2545939" y="122964"/>
                </a:cubicBezTo>
                <a:cubicBezTo>
                  <a:pt x="2539291" y="126641"/>
                  <a:pt x="2532036" y="128480"/>
                  <a:pt x="2524172" y="128480"/>
                </a:cubicBezTo>
                <a:cubicBezTo>
                  <a:pt x="2511556" y="128480"/>
                  <a:pt x="2501358" y="124435"/>
                  <a:pt x="2493580" y="116345"/>
                </a:cubicBezTo>
                <a:cubicBezTo>
                  <a:pt x="2485801" y="108255"/>
                  <a:pt x="2481911" y="96600"/>
                  <a:pt x="2481911" y="81382"/>
                </a:cubicBezTo>
                <a:moveTo>
                  <a:pt x="2497610" y="81340"/>
                </a:moveTo>
                <a:cubicBezTo>
                  <a:pt x="2497610" y="92838"/>
                  <a:pt x="2500128" y="101448"/>
                  <a:pt x="2505163" y="107169"/>
                </a:cubicBezTo>
                <a:cubicBezTo>
                  <a:pt x="2510198" y="112890"/>
                  <a:pt x="2516534" y="115751"/>
                  <a:pt x="2524172" y="115751"/>
                </a:cubicBezTo>
                <a:cubicBezTo>
                  <a:pt x="2531753" y="115751"/>
                  <a:pt x="2538061" y="112876"/>
                  <a:pt x="2543096" y="107127"/>
                </a:cubicBezTo>
                <a:cubicBezTo>
                  <a:pt x="2548131" y="101377"/>
                  <a:pt x="2550649" y="92613"/>
                  <a:pt x="2550649" y="80833"/>
                </a:cubicBezTo>
                <a:cubicBezTo>
                  <a:pt x="2550649" y="69729"/>
                  <a:pt x="2548117" y="61316"/>
                  <a:pt x="2543054" y="55595"/>
                </a:cubicBezTo>
                <a:cubicBezTo>
                  <a:pt x="2537990" y="49874"/>
                  <a:pt x="2531696" y="47013"/>
                  <a:pt x="2524172" y="47013"/>
                </a:cubicBezTo>
                <a:cubicBezTo>
                  <a:pt x="2516534" y="47013"/>
                  <a:pt x="2510198" y="49860"/>
                  <a:pt x="2505163" y="55552"/>
                </a:cubicBezTo>
                <a:cubicBezTo>
                  <a:pt x="2500128" y="61245"/>
                  <a:pt x="2497610" y="69841"/>
                  <a:pt x="2497610" y="81340"/>
                </a:cubicBezTo>
                <a:close/>
                <a:moveTo>
                  <a:pt x="2629742" y="133911"/>
                </a:moveTo>
                <a:lnTo>
                  <a:pt x="2644593" y="136118"/>
                </a:lnTo>
                <a:cubicBezTo>
                  <a:pt x="2645215" y="140700"/>
                  <a:pt x="2646941" y="144038"/>
                  <a:pt x="2649769" y="146131"/>
                </a:cubicBezTo>
                <a:cubicBezTo>
                  <a:pt x="2653560" y="148960"/>
                  <a:pt x="2658736" y="150374"/>
                  <a:pt x="2665299" y="150374"/>
                </a:cubicBezTo>
                <a:cubicBezTo>
                  <a:pt x="2672371" y="150374"/>
                  <a:pt x="2677830" y="148956"/>
                  <a:pt x="2681677" y="146121"/>
                </a:cubicBezTo>
                <a:cubicBezTo>
                  <a:pt x="2685524" y="143287"/>
                  <a:pt x="2688127" y="139318"/>
                  <a:pt x="2689485" y="134213"/>
                </a:cubicBezTo>
                <a:cubicBezTo>
                  <a:pt x="2690277" y="131097"/>
                  <a:pt x="2690644" y="124548"/>
                  <a:pt x="2690588" y="114568"/>
                </a:cubicBezTo>
                <a:cubicBezTo>
                  <a:pt x="2683912" y="122485"/>
                  <a:pt x="2675596" y="126443"/>
                  <a:pt x="2665639" y="126443"/>
                </a:cubicBezTo>
                <a:cubicBezTo>
                  <a:pt x="2653249" y="126443"/>
                  <a:pt x="2643659" y="121974"/>
                  <a:pt x="2636871" y="113035"/>
                </a:cubicBezTo>
                <a:cubicBezTo>
                  <a:pt x="2630082" y="104097"/>
                  <a:pt x="2626687" y="93376"/>
                  <a:pt x="2626687" y="80873"/>
                </a:cubicBezTo>
                <a:cubicBezTo>
                  <a:pt x="2626687" y="72274"/>
                  <a:pt x="2628243" y="64339"/>
                  <a:pt x="2631355" y="57069"/>
                </a:cubicBezTo>
                <a:cubicBezTo>
                  <a:pt x="2634466" y="49799"/>
                  <a:pt x="2638978" y="44184"/>
                  <a:pt x="2644890" y="40224"/>
                </a:cubicBezTo>
                <a:cubicBezTo>
                  <a:pt x="2650802" y="36264"/>
                  <a:pt x="2657746" y="34284"/>
                  <a:pt x="2665723" y="34284"/>
                </a:cubicBezTo>
                <a:cubicBezTo>
                  <a:pt x="2676359" y="34284"/>
                  <a:pt x="2685128" y="38612"/>
                  <a:pt x="2692030" y="47268"/>
                </a:cubicBezTo>
                <a:lnTo>
                  <a:pt x="2692030" y="36321"/>
                </a:lnTo>
                <a:lnTo>
                  <a:pt x="2706117" y="36321"/>
                </a:lnTo>
                <a:lnTo>
                  <a:pt x="2706117" y="114276"/>
                </a:lnTo>
                <a:cubicBezTo>
                  <a:pt x="2706117" y="128316"/>
                  <a:pt x="2704689" y="138265"/>
                  <a:pt x="2701832" y="144124"/>
                </a:cubicBezTo>
                <a:cubicBezTo>
                  <a:pt x="2698975" y="149983"/>
                  <a:pt x="2694449" y="154610"/>
                  <a:pt x="2688254" y="158006"/>
                </a:cubicBezTo>
                <a:cubicBezTo>
                  <a:pt x="2682059" y="161404"/>
                  <a:pt x="2674436" y="163103"/>
                  <a:pt x="2665384" y="163103"/>
                </a:cubicBezTo>
                <a:cubicBezTo>
                  <a:pt x="2654635" y="163103"/>
                  <a:pt x="2645951" y="160678"/>
                  <a:pt x="2639332" y="155827"/>
                </a:cubicBezTo>
                <a:cubicBezTo>
                  <a:pt x="2632712" y="150975"/>
                  <a:pt x="2629516" y="143670"/>
                  <a:pt x="2629742" y="133911"/>
                </a:cubicBezTo>
                <a:moveTo>
                  <a:pt x="2642387" y="79772"/>
                </a:moveTo>
                <a:cubicBezTo>
                  <a:pt x="2642387" y="91566"/>
                  <a:pt x="2644734" y="100172"/>
                  <a:pt x="2649430" y="105589"/>
                </a:cubicBezTo>
                <a:cubicBezTo>
                  <a:pt x="2654126" y="111006"/>
                  <a:pt x="2660009" y="113714"/>
                  <a:pt x="2667081" y="113714"/>
                </a:cubicBezTo>
                <a:cubicBezTo>
                  <a:pt x="2674096" y="113714"/>
                  <a:pt x="2679980" y="111020"/>
                  <a:pt x="2684732" y="105631"/>
                </a:cubicBezTo>
                <a:cubicBezTo>
                  <a:pt x="2689485" y="100242"/>
                  <a:pt x="2691861" y="91792"/>
                  <a:pt x="2691861" y="80279"/>
                </a:cubicBezTo>
                <a:cubicBezTo>
                  <a:pt x="2691861" y="69275"/>
                  <a:pt x="2689414" y="60980"/>
                  <a:pt x="2684520" y="55393"/>
                </a:cubicBezTo>
                <a:cubicBezTo>
                  <a:pt x="2679626" y="49807"/>
                  <a:pt x="2673729" y="47013"/>
                  <a:pt x="2666827" y="47013"/>
                </a:cubicBezTo>
                <a:cubicBezTo>
                  <a:pt x="2660038" y="47013"/>
                  <a:pt x="2654267" y="49764"/>
                  <a:pt x="2649515" y="55266"/>
                </a:cubicBezTo>
                <a:cubicBezTo>
                  <a:pt x="2644763" y="60768"/>
                  <a:pt x="2642387" y="68937"/>
                  <a:pt x="2642387" y="79772"/>
                </a:cubicBezTo>
                <a:close/>
                <a:moveTo>
                  <a:pt x="2729173" y="126443"/>
                </a:moveTo>
                <a:lnTo>
                  <a:pt x="2729173" y="2037"/>
                </a:lnTo>
                <a:lnTo>
                  <a:pt x="2744448" y="2037"/>
                </a:lnTo>
                <a:lnTo>
                  <a:pt x="2744448" y="46674"/>
                </a:lnTo>
                <a:cubicBezTo>
                  <a:pt x="2751577" y="38414"/>
                  <a:pt x="2760572" y="34284"/>
                  <a:pt x="2771434" y="34284"/>
                </a:cubicBezTo>
                <a:cubicBezTo>
                  <a:pt x="2778110" y="34284"/>
                  <a:pt x="2783909" y="35599"/>
                  <a:pt x="2788831" y="38230"/>
                </a:cubicBezTo>
                <a:cubicBezTo>
                  <a:pt x="2793753" y="40861"/>
                  <a:pt x="2797274" y="44496"/>
                  <a:pt x="2799396" y="49135"/>
                </a:cubicBezTo>
                <a:cubicBezTo>
                  <a:pt x="2801518" y="53774"/>
                  <a:pt x="2802578" y="60506"/>
                  <a:pt x="2802578" y="69332"/>
                </a:cubicBezTo>
                <a:lnTo>
                  <a:pt x="2802578" y="126443"/>
                </a:lnTo>
                <a:lnTo>
                  <a:pt x="2787303" y="126443"/>
                </a:lnTo>
                <a:lnTo>
                  <a:pt x="2787303" y="69332"/>
                </a:lnTo>
                <a:cubicBezTo>
                  <a:pt x="2787303" y="61694"/>
                  <a:pt x="2785648" y="56136"/>
                  <a:pt x="2782339" y="52656"/>
                </a:cubicBezTo>
                <a:cubicBezTo>
                  <a:pt x="2779029" y="49177"/>
                  <a:pt x="2774348" y="47437"/>
                  <a:pt x="2768294" y="47437"/>
                </a:cubicBezTo>
                <a:cubicBezTo>
                  <a:pt x="2763768" y="47437"/>
                  <a:pt x="2759511" y="48611"/>
                  <a:pt x="2755523" y="50959"/>
                </a:cubicBezTo>
                <a:cubicBezTo>
                  <a:pt x="2751534" y="53307"/>
                  <a:pt x="2748691" y="56489"/>
                  <a:pt x="2746994" y="60506"/>
                </a:cubicBezTo>
                <a:cubicBezTo>
                  <a:pt x="2745297" y="64523"/>
                  <a:pt x="2744448" y="70067"/>
                  <a:pt x="2744448" y="77139"/>
                </a:cubicBezTo>
                <a:lnTo>
                  <a:pt x="2744448" y="126443"/>
                </a:lnTo>
                <a:lnTo>
                  <a:pt x="2729173" y="126443"/>
                </a:lnTo>
                <a:close/>
                <a:moveTo>
                  <a:pt x="2884613" y="93347"/>
                </a:moveTo>
                <a:lnTo>
                  <a:pt x="2899633" y="95299"/>
                </a:lnTo>
                <a:cubicBezTo>
                  <a:pt x="2897992" y="105679"/>
                  <a:pt x="2893792" y="113804"/>
                  <a:pt x="2887031" y="119676"/>
                </a:cubicBezTo>
                <a:cubicBezTo>
                  <a:pt x="2880270" y="125545"/>
                  <a:pt x="2871968" y="128480"/>
                  <a:pt x="2862124" y="128480"/>
                </a:cubicBezTo>
                <a:cubicBezTo>
                  <a:pt x="2849791" y="128480"/>
                  <a:pt x="2839876" y="124449"/>
                  <a:pt x="2832380" y="116387"/>
                </a:cubicBezTo>
                <a:cubicBezTo>
                  <a:pt x="2824884" y="108325"/>
                  <a:pt x="2821136" y="96770"/>
                  <a:pt x="2821136" y="81721"/>
                </a:cubicBezTo>
                <a:cubicBezTo>
                  <a:pt x="2821136" y="71991"/>
                  <a:pt x="2822749" y="63476"/>
                  <a:pt x="2825973" y="56178"/>
                </a:cubicBezTo>
                <a:cubicBezTo>
                  <a:pt x="2829198" y="48880"/>
                  <a:pt x="2834106" y="43407"/>
                  <a:pt x="2840697" y="39758"/>
                </a:cubicBezTo>
                <a:cubicBezTo>
                  <a:pt x="2847288" y="36108"/>
                  <a:pt x="2854458" y="34284"/>
                  <a:pt x="2862209" y="34284"/>
                </a:cubicBezTo>
                <a:cubicBezTo>
                  <a:pt x="2871996" y="34284"/>
                  <a:pt x="2880002" y="36767"/>
                  <a:pt x="2886225" y="41733"/>
                </a:cubicBezTo>
                <a:cubicBezTo>
                  <a:pt x="2892448" y="46698"/>
                  <a:pt x="2896437" y="53747"/>
                  <a:pt x="2898190" y="62882"/>
                </a:cubicBezTo>
                <a:lnTo>
                  <a:pt x="2883340" y="65173"/>
                </a:lnTo>
                <a:cubicBezTo>
                  <a:pt x="2881925" y="59148"/>
                  <a:pt x="2879422" y="54615"/>
                  <a:pt x="2875829" y="51574"/>
                </a:cubicBezTo>
                <a:cubicBezTo>
                  <a:pt x="2872237" y="48534"/>
                  <a:pt x="2867895" y="47013"/>
                  <a:pt x="2862803" y="47013"/>
                </a:cubicBezTo>
                <a:cubicBezTo>
                  <a:pt x="2855109" y="47013"/>
                  <a:pt x="2848858" y="49758"/>
                  <a:pt x="2844049" y="55247"/>
                </a:cubicBezTo>
                <a:cubicBezTo>
                  <a:pt x="2839240" y="60735"/>
                  <a:pt x="2836836" y="69418"/>
                  <a:pt x="2836836" y="81297"/>
                </a:cubicBezTo>
                <a:cubicBezTo>
                  <a:pt x="2836836" y="93346"/>
                  <a:pt x="2839155" y="102101"/>
                  <a:pt x="2843794" y="107562"/>
                </a:cubicBezTo>
                <a:cubicBezTo>
                  <a:pt x="2848433" y="113021"/>
                  <a:pt x="2854487" y="115751"/>
                  <a:pt x="2861955" y="115751"/>
                </a:cubicBezTo>
                <a:cubicBezTo>
                  <a:pt x="2867951" y="115751"/>
                  <a:pt x="2872958" y="113919"/>
                  <a:pt x="2876975" y="110256"/>
                </a:cubicBezTo>
                <a:cubicBezTo>
                  <a:pt x="2880992" y="106593"/>
                  <a:pt x="2883538" y="100957"/>
                  <a:pt x="2884613" y="93347"/>
                </a:cubicBezTo>
                <a:close/>
                <a:moveTo>
                  <a:pt x="2912702" y="161067"/>
                </a:moveTo>
                <a:lnTo>
                  <a:pt x="2912702" y="36321"/>
                </a:lnTo>
                <a:lnTo>
                  <a:pt x="2926619" y="36321"/>
                </a:lnTo>
                <a:lnTo>
                  <a:pt x="2926619" y="47947"/>
                </a:lnTo>
                <a:cubicBezTo>
                  <a:pt x="2929900" y="43392"/>
                  <a:pt x="2933606" y="39977"/>
                  <a:pt x="2937736" y="37700"/>
                </a:cubicBezTo>
                <a:cubicBezTo>
                  <a:pt x="2941866" y="35423"/>
                  <a:pt x="2946872" y="34284"/>
                  <a:pt x="2952756" y="34284"/>
                </a:cubicBezTo>
                <a:cubicBezTo>
                  <a:pt x="2960450" y="34284"/>
                  <a:pt x="2967239" y="36264"/>
                  <a:pt x="2973123" y="40224"/>
                </a:cubicBezTo>
                <a:cubicBezTo>
                  <a:pt x="2979007" y="44184"/>
                  <a:pt x="2983448" y="49771"/>
                  <a:pt x="2986446" y="56984"/>
                </a:cubicBezTo>
                <a:cubicBezTo>
                  <a:pt x="2989445" y="64198"/>
                  <a:pt x="2990944" y="72104"/>
                  <a:pt x="2990944" y="80703"/>
                </a:cubicBezTo>
                <a:cubicBezTo>
                  <a:pt x="2990944" y="89925"/>
                  <a:pt x="2989289" y="98227"/>
                  <a:pt x="2985979" y="105610"/>
                </a:cubicBezTo>
                <a:cubicBezTo>
                  <a:pt x="2982670" y="112993"/>
                  <a:pt x="2977861" y="118650"/>
                  <a:pt x="2971553" y="122582"/>
                </a:cubicBezTo>
                <a:cubicBezTo>
                  <a:pt x="2965245" y="126514"/>
                  <a:pt x="2958612" y="128480"/>
                  <a:pt x="2951653" y="128480"/>
                </a:cubicBezTo>
                <a:cubicBezTo>
                  <a:pt x="2946561" y="128480"/>
                  <a:pt x="2941993" y="127391"/>
                  <a:pt x="2937948" y="125213"/>
                </a:cubicBezTo>
                <a:cubicBezTo>
                  <a:pt x="2933903" y="123033"/>
                  <a:pt x="2930579" y="120280"/>
                  <a:pt x="2927977" y="116955"/>
                </a:cubicBezTo>
                <a:lnTo>
                  <a:pt x="2927977" y="161067"/>
                </a:lnTo>
                <a:lnTo>
                  <a:pt x="2912702" y="161067"/>
                </a:lnTo>
                <a:moveTo>
                  <a:pt x="2926534" y="81764"/>
                </a:moveTo>
                <a:cubicBezTo>
                  <a:pt x="2926534" y="93347"/>
                  <a:pt x="2928882" y="101908"/>
                  <a:pt x="2933578" y="107445"/>
                </a:cubicBezTo>
                <a:cubicBezTo>
                  <a:pt x="2938273" y="112982"/>
                  <a:pt x="2943959" y="115751"/>
                  <a:pt x="2950635" y="115751"/>
                </a:cubicBezTo>
                <a:cubicBezTo>
                  <a:pt x="2957424" y="115751"/>
                  <a:pt x="2963237" y="112883"/>
                  <a:pt x="2968074" y="107148"/>
                </a:cubicBezTo>
                <a:cubicBezTo>
                  <a:pt x="2972911" y="101413"/>
                  <a:pt x="2975329" y="92527"/>
                  <a:pt x="2975329" y="80491"/>
                </a:cubicBezTo>
                <a:cubicBezTo>
                  <a:pt x="2975329" y="69021"/>
                  <a:pt x="2972967" y="60432"/>
                  <a:pt x="2968243" y="54725"/>
                </a:cubicBezTo>
                <a:cubicBezTo>
                  <a:pt x="2963519" y="49018"/>
                  <a:pt x="2957876" y="46165"/>
                  <a:pt x="2951314" y="46165"/>
                </a:cubicBezTo>
                <a:cubicBezTo>
                  <a:pt x="2944807" y="46165"/>
                  <a:pt x="2939051" y="49202"/>
                  <a:pt x="2934044" y="55277"/>
                </a:cubicBezTo>
                <a:cubicBezTo>
                  <a:pt x="2929037" y="61351"/>
                  <a:pt x="2926534" y="70180"/>
                  <a:pt x="2926534" y="8176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7.getPTEforMMIOpage[rdi](causeoftheVC)">
            <a:extLst xmlns:a="http://schemas.openxmlformats.org/drawingml/2006/main">
              <a:ext uri="{FF2B5EF4-FFF2-40B4-BE49-F238E27FC236}">
                <a16:creationId xmlns:a16="http://schemas.microsoft.com/office/drawing/2014/main" id="{D5B1D63F-C14A-448F-A879-A45596F5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02" y="1783967"/>
            <a:ext cx="3752691" cy="163273"/>
          </a:xfrm>
          <a:custGeom xmlns:a="http://schemas.openxmlformats.org/drawingml/2006/main">
            <a:pathLst>
              <a:path w="3752691" h="163273">
                <a:moveTo>
                  <a:pt x="0" y="18415"/>
                </a:moveTo>
                <a:lnTo>
                  <a:pt x="0" y="3734"/>
                </a:lnTo>
                <a:lnTo>
                  <a:pt x="80533" y="3734"/>
                </a:lnTo>
                <a:lnTo>
                  <a:pt x="80533" y="15614"/>
                </a:lnTo>
                <a:cubicBezTo>
                  <a:pt x="72613" y="24051"/>
                  <a:pt x="64763" y="35262"/>
                  <a:pt x="56984" y="49246"/>
                </a:cubicBezTo>
                <a:cubicBezTo>
                  <a:pt x="49205" y="63231"/>
                  <a:pt x="43194" y="77611"/>
                  <a:pt x="38951" y="92387"/>
                </a:cubicBezTo>
                <a:cubicBezTo>
                  <a:pt x="35896" y="102806"/>
                  <a:pt x="33945" y="114214"/>
                  <a:pt x="33096" y="126613"/>
                </a:cubicBezTo>
                <a:lnTo>
                  <a:pt x="17397" y="126613"/>
                </a:lnTo>
                <a:cubicBezTo>
                  <a:pt x="17566" y="116819"/>
                  <a:pt x="19490" y="104986"/>
                  <a:pt x="23167" y="91115"/>
                </a:cubicBezTo>
                <a:cubicBezTo>
                  <a:pt x="26844" y="77241"/>
                  <a:pt x="32120" y="63865"/>
                  <a:pt x="38994" y="50986"/>
                </a:cubicBezTo>
                <a:cubicBezTo>
                  <a:pt x="45868" y="38104"/>
                  <a:pt x="53180" y="27248"/>
                  <a:pt x="60930" y="18415"/>
                </a:cubicBezTo>
                <a:lnTo>
                  <a:pt x="0" y="18415"/>
                </a:lnTo>
                <a:close/>
                <a:moveTo>
                  <a:pt x="104183" y="126613"/>
                </a:moveTo>
                <a:lnTo>
                  <a:pt x="104183" y="109132"/>
                </a:lnTo>
                <a:lnTo>
                  <a:pt x="121580" y="109132"/>
                </a:lnTo>
                <a:lnTo>
                  <a:pt x="121580" y="126613"/>
                </a:lnTo>
                <a:lnTo>
                  <a:pt x="104183" y="126613"/>
                </a:lnTo>
                <a:close/>
                <a:moveTo>
                  <a:pt x="193685" y="134081"/>
                </a:moveTo>
                <a:lnTo>
                  <a:pt x="208536" y="136287"/>
                </a:lnTo>
                <a:cubicBezTo>
                  <a:pt x="209158" y="140870"/>
                  <a:pt x="210884" y="144208"/>
                  <a:pt x="213713" y="146301"/>
                </a:cubicBezTo>
                <a:cubicBezTo>
                  <a:pt x="217503" y="149130"/>
                  <a:pt x="222680" y="150544"/>
                  <a:pt x="229242" y="150544"/>
                </a:cubicBezTo>
                <a:cubicBezTo>
                  <a:pt x="236314" y="150544"/>
                  <a:pt x="241774" y="149126"/>
                  <a:pt x="245621" y="146290"/>
                </a:cubicBezTo>
                <a:cubicBezTo>
                  <a:pt x="249468" y="143456"/>
                  <a:pt x="252070" y="139487"/>
                  <a:pt x="253428" y="134383"/>
                </a:cubicBezTo>
                <a:cubicBezTo>
                  <a:pt x="254220" y="131266"/>
                  <a:pt x="254588" y="124718"/>
                  <a:pt x="254531" y="114738"/>
                </a:cubicBezTo>
                <a:cubicBezTo>
                  <a:pt x="247855" y="122655"/>
                  <a:pt x="239539" y="126613"/>
                  <a:pt x="229582" y="126613"/>
                </a:cubicBezTo>
                <a:cubicBezTo>
                  <a:pt x="217192" y="126613"/>
                  <a:pt x="207603" y="122144"/>
                  <a:pt x="200814" y="113205"/>
                </a:cubicBezTo>
                <a:cubicBezTo>
                  <a:pt x="194025" y="104266"/>
                  <a:pt x="190630" y="93545"/>
                  <a:pt x="190630" y="81043"/>
                </a:cubicBezTo>
                <a:cubicBezTo>
                  <a:pt x="190630" y="72443"/>
                  <a:pt x="192186" y="64509"/>
                  <a:pt x="195298" y="57239"/>
                </a:cubicBezTo>
                <a:cubicBezTo>
                  <a:pt x="198409" y="49969"/>
                  <a:pt x="202921" y="44354"/>
                  <a:pt x="208833" y="40394"/>
                </a:cubicBezTo>
                <a:cubicBezTo>
                  <a:pt x="214745" y="36434"/>
                  <a:pt x="221690" y="34454"/>
                  <a:pt x="229667" y="34454"/>
                </a:cubicBezTo>
                <a:cubicBezTo>
                  <a:pt x="240303" y="34454"/>
                  <a:pt x="249072" y="38782"/>
                  <a:pt x="255974" y="47437"/>
                </a:cubicBezTo>
                <a:lnTo>
                  <a:pt x="255974" y="36490"/>
                </a:lnTo>
                <a:lnTo>
                  <a:pt x="270061" y="36490"/>
                </a:lnTo>
                <a:lnTo>
                  <a:pt x="270061" y="114446"/>
                </a:lnTo>
                <a:cubicBezTo>
                  <a:pt x="270061" y="128485"/>
                  <a:pt x="268632" y="138434"/>
                  <a:pt x="265775" y="144293"/>
                </a:cubicBezTo>
                <a:cubicBezTo>
                  <a:pt x="262918" y="150152"/>
                  <a:pt x="258392" y="154780"/>
                  <a:pt x="252197" y="158176"/>
                </a:cubicBezTo>
                <a:cubicBezTo>
                  <a:pt x="246002" y="161574"/>
                  <a:pt x="238379" y="163273"/>
                  <a:pt x="229327" y="163273"/>
                </a:cubicBezTo>
                <a:cubicBezTo>
                  <a:pt x="218578" y="163273"/>
                  <a:pt x="209894" y="160848"/>
                  <a:pt x="203275" y="155996"/>
                </a:cubicBezTo>
                <a:cubicBezTo>
                  <a:pt x="196656" y="151145"/>
                  <a:pt x="193459" y="143840"/>
                  <a:pt x="193685" y="134081"/>
                </a:cubicBezTo>
                <a:moveTo>
                  <a:pt x="206330" y="79942"/>
                </a:moveTo>
                <a:cubicBezTo>
                  <a:pt x="206330" y="91736"/>
                  <a:pt x="208678" y="100341"/>
                  <a:pt x="213373" y="105758"/>
                </a:cubicBezTo>
                <a:cubicBezTo>
                  <a:pt x="218069" y="111175"/>
                  <a:pt x="223953" y="113884"/>
                  <a:pt x="231024" y="113884"/>
                </a:cubicBezTo>
                <a:cubicBezTo>
                  <a:pt x="238040" y="113884"/>
                  <a:pt x="243923" y="111190"/>
                  <a:pt x="248676" y="105801"/>
                </a:cubicBezTo>
                <a:cubicBezTo>
                  <a:pt x="253428" y="100412"/>
                  <a:pt x="255804" y="91961"/>
                  <a:pt x="255804" y="80449"/>
                </a:cubicBezTo>
                <a:cubicBezTo>
                  <a:pt x="255804" y="69445"/>
                  <a:pt x="253357" y="61150"/>
                  <a:pt x="248463" y="55563"/>
                </a:cubicBezTo>
                <a:cubicBezTo>
                  <a:pt x="243570" y="49976"/>
                  <a:pt x="237672" y="47183"/>
                  <a:pt x="230770" y="47183"/>
                </a:cubicBezTo>
                <a:cubicBezTo>
                  <a:pt x="223981" y="47183"/>
                  <a:pt x="218210" y="49934"/>
                  <a:pt x="213458" y="55436"/>
                </a:cubicBezTo>
                <a:cubicBezTo>
                  <a:pt x="208706" y="60937"/>
                  <a:pt x="206330" y="69106"/>
                  <a:pt x="206330" y="79942"/>
                </a:cubicBezTo>
                <a:close/>
                <a:moveTo>
                  <a:pt x="354811" y="97591"/>
                </a:moveTo>
                <a:lnTo>
                  <a:pt x="370595" y="99542"/>
                </a:lnTo>
                <a:cubicBezTo>
                  <a:pt x="368106" y="108764"/>
                  <a:pt x="363495" y="115921"/>
                  <a:pt x="356762" y="121012"/>
                </a:cubicBezTo>
                <a:cubicBezTo>
                  <a:pt x="350030" y="126104"/>
                  <a:pt x="341431" y="128650"/>
                  <a:pt x="330965" y="128650"/>
                </a:cubicBezTo>
                <a:cubicBezTo>
                  <a:pt x="317783" y="128650"/>
                  <a:pt x="307331" y="124591"/>
                  <a:pt x="299608" y="116472"/>
                </a:cubicBezTo>
                <a:cubicBezTo>
                  <a:pt x="291886" y="108354"/>
                  <a:pt x="288025" y="96968"/>
                  <a:pt x="288025" y="82315"/>
                </a:cubicBezTo>
                <a:cubicBezTo>
                  <a:pt x="288025" y="67154"/>
                  <a:pt x="291928" y="55386"/>
                  <a:pt x="299736" y="47013"/>
                </a:cubicBezTo>
                <a:cubicBezTo>
                  <a:pt x="307543" y="38640"/>
                  <a:pt x="317670" y="34454"/>
                  <a:pt x="330116" y="34454"/>
                </a:cubicBezTo>
                <a:cubicBezTo>
                  <a:pt x="342166" y="34454"/>
                  <a:pt x="352010" y="38549"/>
                  <a:pt x="359648" y="46740"/>
                </a:cubicBezTo>
                <a:cubicBezTo>
                  <a:pt x="367285" y="54929"/>
                  <a:pt x="371104" y="66451"/>
                  <a:pt x="371104" y="81305"/>
                </a:cubicBezTo>
                <a:cubicBezTo>
                  <a:pt x="371104" y="82209"/>
                  <a:pt x="371076" y="83564"/>
                  <a:pt x="371019" y="85370"/>
                </a:cubicBezTo>
                <a:lnTo>
                  <a:pt x="303809" y="85370"/>
                </a:lnTo>
                <a:cubicBezTo>
                  <a:pt x="304375" y="95243"/>
                  <a:pt x="307175" y="102802"/>
                  <a:pt x="312210" y="108050"/>
                </a:cubicBezTo>
                <a:cubicBezTo>
                  <a:pt x="317245" y="113297"/>
                  <a:pt x="323525" y="115921"/>
                  <a:pt x="331049" y="115921"/>
                </a:cubicBezTo>
                <a:cubicBezTo>
                  <a:pt x="336650" y="115921"/>
                  <a:pt x="341431" y="114464"/>
                  <a:pt x="345391" y="111550"/>
                </a:cubicBezTo>
                <a:cubicBezTo>
                  <a:pt x="349351" y="108635"/>
                  <a:pt x="352491" y="103982"/>
                  <a:pt x="354811" y="97591"/>
                </a:cubicBezTo>
                <a:moveTo>
                  <a:pt x="304658" y="72641"/>
                </a:moveTo>
                <a:lnTo>
                  <a:pt x="354980" y="72641"/>
                </a:lnTo>
                <a:cubicBezTo>
                  <a:pt x="354301" y="65184"/>
                  <a:pt x="352378" y="59591"/>
                  <a:pt x="349210" y="55863"/>
                </a:cubicBezTo>
                <a:cubicBezTo>
                  <a:pt x="344344" y="50076"/>
                  <a:pt x="338036" y="47183"/>
                  <a:pt x="330286" y="47183"/>
                </a:cubicBezTo>
                <a:cubicBezTo>
                  <a:pt x="323270" y="47183"/>
                  <a:pt x="317373" y="49493"/>
                  <a:pt x="312592" y="54112"/>
                </a:cubicBezTo>
                <a:cubicBezTo>
                  <a:pt x="307812" y="58730"/>
                  <a:pt x="305167" y="64907"/>
                  <a:pt x="304658" y="72641"/>
                </a:cubicBezTo>
                <a:close/>
                <a:moveTo>
                  <a:pt x="423097" y="113120"/>
                </a:moveTo>
                <a:lnTo>
                  <a:pt x="425304" y="126613"/>
                </a:lnTo>
                <a:cubicBezTo>
                  <a:pt x="421004" y="127405"/>
                  <a:pt x="417157" y="127801"/>
                  <a:pt x="413763" y="127801"/>
                </a:cubicBezTo>
                <a:cubicBezTo>
                  <a:pt x="408218" y="127801"/>
                  <a:pt x="403919" y="126924"/>
                  <a:pt x="400864" y="125170"/>
                </a:cubicBezTo>
                <a:cubicBezTo>
                  <a:pt x="397809" y="123417"/>
                  <a:pt x="395659" y="121111"/>
                  <a:pt x="394414" y="118254"/>
                </a:cubicBezTo>
                <a:cubicBezTo>
                  <a:pt x="393170" y="115397"/>
                  <a:pt x="392547" y="109386"/>
                  <a:pt x="392547" y="100221"/>
                </a:cubicBezTo>
                <a:lnTo>
                  <a:pt x="392547" y="48371"/>
                </a:lnTo>
                <a:lnTo>
                  <a:pt x="381346" y="48371"/>
                </a:lnTo>
                <a:lnTo>
                  <a:pt x="381346" y="36490"/>
                </a:lnTo>
                <a:lnTo>
                  <a:pt x="392547" y="36490"/>
                </a:lnTo>
                <a:lnTo>
                  <a:pt x="392547" y="14111"/>
                </a:lnTo>
                <a:lnTo>
                  <a:pt x="407738" y="4922"/>
                </a:lnTo>
                <a:lnTo>
                  <a:pt x="407738" y="36490"/>
                </a:lnTo>
                <a:lnTo>
                  <a:pt x="423097" y="36490"/>
                </a:lnTo>
                <a:lnTo>
                  <a:pt x="423097" y="48371"/>
                </a:lnTo>
                <a:lnTo>
                  <a:pt x="407738" y="48371"/>
                </a:lnTo>
                <a:lnTo>
                  <a:pt x="407738" y="101070"/>
                </a:lnTo>
                <a:cubicBezTo>
                  <a:pt x="407738" y="105426"/>
                  <a:pt x="408006" y="108226"/>
                  <a:pt x="408544" y="109471"/>
                </a:cubicBezTo>
                <a:cubicBezTo>
                  <a:pt x="409081" y="110716"/>
                  <a:pt x="409958" y="111706"/>
                  <a:pt x="411174" y="112441"/>
                </a:cubicBezTo>
                <a:cubicBezTo>
                  <a:pt x="412391" y="113177"/>
                  <a:pt x="414130" y="113544"/>
                  <a:pt x="416393" y="113544"/>
                </a:cubicBezTo>
                <a:cubicBezTo>
                  <a:pt x="418091" y="113544"/>
                  <a:pt x="420325" y="113403"/>
                  <a:pt x="423097" y="113120"/>
                </a:cubicBezTo>
                <a:close/>
                <a:moveTo>
                  <a:pt x="488329" y="126613"/>
                </a:moveTo>
                <a:lnTo>
                  <a:pt x="488329" y="2206"/>
                </a:lnTo>
                <a:lnTo>
                  <a:pt x="535258" y="2206"/>
                </a:lnTo>
                <a:cubicBezTo>
                  <a:pt x="543518" y="2206"/>
                  <a:pt x="549826" y="2602"/>
                  <a:pt x="554182" y="3392"/>
                </a:cubicBezTo>
                <a:cubicBezTo>
                  <a:pt x="560292" y="4410"/>
                  <a:pt x="565412" y="6346"/>
                  <a:pt x="569542" y="9199"/>
                </a:cubicBezTo>
                <a:cubicBezTo>
                  <a:pt x="573672" y="12053"/>
                  <a:pt x="576995" y="16051"/>
                  <a:pt x="579513" y="21194"/>
                </a:cubicBezTo>
                <a:cubicBezTo>
                  <a:pt x="582030" y="26335"/>
                  <a:pt x="583289" y="31986"/>
                  <a:pt x="583289" y="38145"/>
                </a:cubicBezTo>
                <a:cubicBezTo>
                  <a:pt x="583289" y="48714"/>
                  <a:pt x="579923" y="57657"/>
                  <a:pt x="573191" y="64975"/>
                </a:cubicBezTo>
                <a:cubicBezTo>
                  <a:pt x="566458" y="72292"/>
                  <a:pt x="554295" y="75951"/>
                  <a:pt x="536700" y="75951"/>
                </a:cubicBezTo>
                <a:lnTo>
                  <a:pt x="504792" y="75951"/>
                </a:lnTo>
                <a:lnTo>
                  <a:pt x="504792" y="126613"/>
                </a:lnTo>
                <a:lnTo>
                  <a:pt x="488329" y="126613"/>
                </a:lnTo>
                <a:moveTo>
                  <a:pt x="504792" y="61270"/>
                </a:moveTo>
                <a:lnTo>
                  <a:pt x="536955" y="61270"/>
                </a:lnTo>
                <a:cubicBezTo>
                  <a:pt x="547591" y="61270"/>
                  <a:pt x="555144" y="59294"/>
                  <a:pt x="559613" y="55343"/>
                </a:cubicBezTo>
                <a:cubicBezTo>
                  <a:pt x="564082" y="51390"/>
                  <a:pt x="566317" y="45827"/>
                  <a:pt x="566317" y="38654"/>
                </a:cubicBezTo>
                <a:cubicBezTo>
                  <a:pt x="566317" y="33460"/>
                  <a:pt x="565002" y="29014"/>
                  <a:pt x="562371" y="25315"/>
                </a:cubicBezTo>
                <a:cubicBezTo>
                  <a:pt x="559740" y="21617"/>
                  <a:pt x="556275" y="19174"/>
                  <a:pt x="551975" y="17988"/>
                </a:cubicBezTo>
                <a:cubicBezTo>
                  <a:pt x="549203" y="17254"/>
                  <a:pt x="544083" y="16887"/>
                  <a:pt x="536615" y="16887"/>
                </a:cubicBezTo>
                <a:lnTo>
                  <a:pt x="504792" y="16887"/>
                </a:lnTo>
                <a:lnTo>
                  <a:pt x="504792" y="61270"/>
                </a:lnTo>
                <a:close/>
                <a:moveTo>
                  <a:pt x="635905" y="126613"/>
                </a:moveTo>
                <a:lnTo>
                  <a:pt x="635905" y="16887"/>
                </a:lnTo>
                <a:lnTo>
                  <a:pt x="594917" y="16887"/>
                </a:lnTo>
                <a:lnTo>
                  <a:pt x="594917" y="2206"/>
                </a:lnTo>
                <a:lnTo>
                  <a:pt x="693525" y="2206"/>
                </a:lnTo>
                <a:lnTo>
                  <a:pt x="693525" y="16887"/>
                </a:lnTo>
                <a:lnTo>
                  <a:pt x="652368" y="16887"/>
                </a:lnTo>
                <a:lnTo>
                  <a:pt x="652368" y="126613"/>
                </a:lnTo>
                <a:lnTo>
                  <a:pt x="635905" y="126613"/>
                </a:lnTo>
                <a:close/>
                <a:moveTo>
                  <a:pt x="710780" y="126613"/>
                </a:moveTo>
                <a:lnTo>
                  <a:pt x="710780" y="2206"/>
                </a:lnTo>
                <a:lnTo>
                  <a:pt x="800733" y="2206"/>
                </a:lnTo>
                <a:lnTo>
                  <a:pt x="800733" y="16887"/>
                </a:lnTo>
                <a:lnTo>
                  <a:pt x="727243" y="16887"/>
                </a:lnTo>
                <a:lnTo>
                  <a:pt x="727243" y="54990"/>
                </a:lnTo>
                <a:lnTo>
                  <a:pt x="796066" y="54990"/>
                </a:lnTo>
                <a:lnTo>
                  <a:pt x="796066" y="69417"/>
                </a:lnTo>
                <a:lnTo>
                  <a:pt x="727243" y="69417"/>
                </a:lnTo>
                <a:lnTo>
                  <a:pt x="727243" y="111932"/>
                </a:lnTo>
                <a:lnTo>
                  <a:pt x="803618" y="111932"/>
                </a:lnTo>
                <a:lnTo>
                  <a:pt x="803618" y="126613"/>
                </a:lnTo>
                <a:lnTo>
                  <a:pt x="710780" y="126613"/>
                </a:lnTo>
                <a:close/>
                <a:moveTo>
                  <a:pt x="876375" y="126613"/>
                </a:moveTo>
                <a:lnTo>
                  <a:pt x="876375" y="48371"/>
                </a:lnTo>
                <a:lnTo>
                  <a:pt x="862882" y="48371"/>
                </a:lnTo>
                <a:lnTo>
                  <a:pt x="862882" y="36490"/>
                </a:lnTo>
                <a:lnTo>
                  <a:pt x="876375" y="36490"/>
                </a:lnTo>
                <a:lnTo>
                  <a:pt x="876375" y="26922"/>
                </a:lnTo>
                <a:cubicBezTo>
                  <a:pt x="876375" y="20883"/>
                  <a:pt x="876912" y="16396"/>
                  <a:pt x="877987" y="13461"/>
                </a:cubicBezTo>
                <a:cubicBezTo>
                  <a:pt x="879458" y="9512"/>
                  <a:pt x="882047" y="6309"/>
                  <a:pt x="885752" y="3853"/>
                </a:cubicBezTo>
                <a:cubicBezTo>
                  <a:pt x="889458" y="1398"/>
                  <a:pt x="894648" y="170"/>
                  <a:pt x="901324" y="170"/>
                </a:cubicBezTo>
                <a:cubicBezTo>
                  <a:pt x="905624" y="170"/>
                  <a:pt x="910376" y="679"/>
                  <a:pt x="915581" y="1697"/>
                </a:cubicBezTo>
                <a:lnTo>
                  <a:pt x="913290" y="15020"/>
                </a:lnTo>
                <a:cubicBezTo>
                  <a:pt x="910121" y="14455"/>
                  <a:pt x="907123" y="14172"/>
                  <a:pt x="904294" y="14172"/>
                </a:cubicBezTo>
                <a:cubicBezTo>
                  <a:pt x="899655" y="14172"/>
                  <a:pt x="896374" y="15158"/>
                  <a:pt x="894450" y="17131"/>
                </a:cubicBezTo>
                <a:cubicBezTo>
                  <a:pt x="892527" y="19104"/>
                  <a:pt x="891565" y="22796"/>
                  <a:pt x="891565" y="28206"/>
                </a:cubicBezTo>
                <a:lnTo>
                  <a:pt x="891565" y="36490"/>
                </a:lnTo>
                <a:lnTo>
                  <a:pt x="909131" y="36490"/>
                </a:lnTo>
                <a:lnTo>
                  <a:pt x="909131" y="48371"/>
                </a:lnTo>
                <a:lnTo>
                  <a:pt x="891565" y="48371"/>
                </a:lnTo>
                <a:lnTo>
                  <a:pt x="891565" y="126613"/>
                </a:lnTo>
                <a:lnTo>
                  <a:pt x="876375" y="126613"/>
                </a:lnTo>
                <a:close/>
                <a:moveTo>
                  <a:pt x="915356" y="81552"/>
                </a:moveTo>
                <a:cubicBezTo>
                  <a:pt x="915356" y="64862"/>
                  <a:pt x="919995" y="52501"/>
                  <a:pt x="929273" y="44467"/>
                </a:cubicBezTo>
                <a:cubicBezTo>
                  <a:pt x="937024" y="37792"/>
                  <a:pt x="946471" y="34454"/>
                  <a:pt x="957617" y="34454"/>
                </a:cubicBezTo>
                <a:cubicBezTo>
                  <a:pt x="970006" y="34454"/>
                  <a:pt x="980133" y="38513"/>
                  <a:pt x="987997" y="46631"/>
                </a:cubicBezTo>
                <a:cubicBezTo>
                  <a:pt x="995861" y="54750"/>
                  <a:pt x="999793" y="65966"/>
                  <a:pt x="999793" y="80279"/>
                </a:cubicBezTo>
                <a:cubicBezTo>
                  <a:pt x="999793" y="91877"/>
                  <a:pt x="998053" y="100999"/>
                  <a:pt x="994574" y="107647"/>
                </a:cubicBezTo>
                <a:cubicBezTo>
                  <a:pt x="991094" y="114294"/>
                  <a:pt x="986031" y="119456"/>
                  <a:pt x="979383" y="123134"/>
                </a:cubicBezTo>
                <a:cubicBezTo>
                  <a:pt x="972736" y="126811"/>
                  <a:pt x="965480" y="128650"/>
                  <a:pt x="957617" y="128650"/>
                </a:cubicBezTo>
                <a:cubicBezTo>
                  <a:pt x="945000" y="128650"/>
                  <a:pt x="934803" y="124605"/>
                  <a:pt x="927024" y="116515"/>
                </a:cubicBezTo>
                <a:cubicBezTo>
                  <a:pt x="919245" y="108424"/>
                  <a:pt x="915356" y="96770"/>
                  <a:pt x="915356" y="81552"/>
                </a:cubicBezTo>
                <a:moveTo>
                  <a:pt x="931055" y="81509"/>
                </a:moveTo>
                <a:cubicBezTo>
                  <a:pt x="931055" y="93008"/>
                  <a:pt x="933573" y="101618"/>
                  <a:pt x="938608" y="107339"/>
                </a:cubicBezTo>
                <a:cubicBezTo>
                  <a:pt x="943643" y="113060"/>
                  <a:pt x="949979" y="115921"/>
                  <a:pt x="957617" y="115921"/>
                </a:cubicBezTo>
                <a:cubicBezTo>
                  <a:pt x="965197" y="115921"/>
                  <a:pt x="971506" y="113046"/>
                  <a:pt x="976541" y="107297"/>
                </a:cubicBezTo>
                <a:cubicBezTo>
                  <a:pt x="981576" y="101547"/>
                  <a:pt x="984093" y="92783"/>
                  <a:pt x="984093" y="81003"/>
                </a:cubicBezTo>
                <a:cubicBezTo>
                  <a:pt x="984093" y="69898"/>
                  <a:pt x="981562" y="61486"/>
                  <a:pt x="976498" y="55764"/>
                </a:cubicBezTo>
                <a:cubicBezTo>
                  <a:pt x="971435" y="50043"/>
                  <a:pt x="965141" y="47183"/>
                  <a:pt x="957617" y="47183"/>
                </a:cubicBezTo>
                <a:cubicBezTo>
                  <a:pt x="949979" y="47183"/>
                  <a:pt x="943643" y="50029"/>
                  <a:pt x="938608" y="55722"/>
                </a:cubicBezTo>
                <a:cubicBezTo>
                  <a:pt x="933573" y="61415"/>
                  <a:pt x="931055" y="70011"/>
                  <a:pt x="931055" y="81509"/>
                </a:cubicBezTo>
                <a:close/>
                <a:moveTo>
                  <a:pt x="1017502" y="126613"/>
                </a:moveTo>
                <a:lnTo>
                  <a:pt x="1017502" y="36490"/>
                </a:lnTo>
                <a:lnTo>
                  <a:pt x="1031250" y="36490"/>
                </a:lnTo>
                <a:lnTo>
                  <a:pt x="1031250" y="50068"/>
                </a:lnTo>
                <a:cubicBezTo>
                  <a:pt x="1034757" y="43711"/>
                  <a:pt x="1037996" y="39519"/>
                  <a:pt x="1040966" y="37493"/>
                </a:cubicBezTo>
                <a:cubicBezTo>
                  <a:pt x="1043936" y="35467"/>
                  <a:pt x="1047204" y="34454"/>
                  <a:pt x="1050768" y="34454"/>
                </a:cubicBezTo>
                <a:cubicBezTo>
                  <a:pt x="1055916" y="34454"/>
                  <a:pt x="1061149" y="36087"/>
                  <a:pt x="1066467" y="39354"/>
                </a:cubicBezTo>
                <a:lnTo>
                  <a:pt x="1061206" y="53463"/>
                </a:lnTo>
                <a:cubicBezTo>
                  <a:pt x="1057472" y="51256"/>
                  <a:pt x="1053738" y="50153"/>
                  <a:pt x="1050004" y="50153"/>
                </a:cubicBezTo>
                <a:cubicBezTo>
                  <a:pt x="1046666" y="50153"/>
                  <a:pt x="1043668" y="51159"/>
                  <a:pt x="1041009" y="53171"/>
                </a:cubicBezTo>
                <a:cubicBezTo>
                  <a:pt x="1038350" y="55181"/>
                  <a:pt x="1036454" y="57970"/>
                  <a:pt x="1035323" y="61538"/>
                </a:cubicBezTo>
                <a:cubicBezTo>
                  <a:pt x="1033626" y="66974"/>
                  <a:pt x="1032777" y="72921"/>
                  <a:pt x="1032777" y="79377"/>
                </a:cubicBezTo>
                <a:lnTo>
                  <a:pt x="1032777" y="126613"/>
                </a:lnTo>
                <a:lnTo>
                  <a:pt x="1017502" y="126613"/>
                </a:lnTo>
                <a:close/>
                <a:moveTo>
                  <a:pt x="1125304" y="126613"/>
                </a:moveTo>
                <a:lnTo>
                  <a:pt x="1125304" y="2206"/>
                </a:lnTo>
                <a:lnTo>
                  <a:pt x="1150083" y="2206"/>
                </a:lnTo>
                <a:lnTo>
                  <a:pt x="1179530" y="90292"/>
                </a:lnTo>
                <a:cubicBezTo>
                  <a:pt x="1182246" y="98496"/>
                  <a:pt x="1184226" y="104634"/>
                  <a:pt x="1185470" y="108707"/>
                </a:cubicBezTo>
                <a:cubicBezTo>
                  <a:pt x="1186885" y="104181"/>
                  <a:pt x="1189091" y="97534"/>
                  <a:pt x="1192090" y="88765"/>
                </a:cubicBezTo>
                <a:lnTo>
                  <a:pt x="1221876" y="2206"/>
                </a:lnTo>
                <a:lnTo>
                  <a:pt x="1244025" y="2206"/>
                </a:lnTo>
                <a:lnTo>
                  <a:pt x="1244025" y="126613"/>
                </a:lnTo>
                <a:lnTo>
                  <a:pt x="1228156" y="126613"/>
                </a:lnTo>
                <a:lnTo>
                  <a:pt x="1228156" y="22488"/>
                </a:lnTo>
                <a:lnTo>
                  <a:pt x="1192005" y="126613"/>
                </a:lnTo>
                <a:lnTo>
                  <a:pt x="1177154" y="126613"/>
                </a:lnTo>
                <a:lnTo>
                  <a:pt x="1141173" y="20706"/>
                </a:lnTo>
                <a:lnTo>
                  <a:pt x="1141173" y="126613"/>
                </a:lnTo>
                <a:lnTo>
                  <a:pt x="1125304" y="126613"/>
                </a:lnTo>
                <a:close/>
                <a:moveTo>
                  <a:pt x="1270076" y="126613"/>
                </a:moveTo>
                <a:lnTo>
                  <a:pt x="1270076" y="2206"/>
                </a:lnTo>
                <a:lnTo>
                  <a:pt x="1294855" y="2206"/>
                </a:lnTo>
                <a:lnTo>
                  <a:pt x="1324302" y="90292"/>
                </a:lnTo>
                <a:cubicBezTo>
                  <a:pt x="1327018" y="98496"/>
                  <a:pt x="1328998" y="104634"/>
                  <a:pt x="1330242" y="108707"/>
                </a:cubicBezTo>
                <a:cubicBezTo>
                  <a:pt x="1331657" y="104181"/>
                  <a:pt x="1333863" y="97534"/>
                  <a:pt x="1336862" y="88765"/>
                </a:cubicBezTo>
                <a:lnTo>
                  <a:pt x="1366648" y="2206"/>
                </a:lnTo>
                <a:lnTo>
                  <a:pt x="1388797" y="2206"/>
                </a:lnTo>
                <a:lnTo>
                  <a:pt x="1388797" y="126613"/>
                </a:lnTo>
                <a:lnTo>
                  <a:pt x="1372928" y="126613"/>
                </a:lnTo>
                <a:lnTo>
                  <a:pt x="1372928" y="22488"/>
                </a:lnTo>
                <a:lnTo>
                  <a:pt x="1336777" y="126613"/>
                </a:lnTo>
                <a:lnTo>
                  <a:pt x="1321926" y="126613"/>
                </a:lnTo>
                <a:lnTo>
                  <a:pt x="1285945" y="20706"/>
                </a:lnTo>
                <a:lnTo>
                  <a:pt x="1285945" y="126613"/>
                </a:lnTo>
                <a:lnTo>
                  <a:pt x="1270076" y="126613"/>
                </a:lnTo>
                <a:close/>
                <a:moveTo>
                  <a:pt x="1418158" y="126613"/>
                </a:moveTo>
                <a:lnTo>
                  <a:pt x="1418158" y="2206"/>
                </a:lnTo>
                <a:lnTo>
                  <a:pt x="1434621" y="2206"/>
                </a:lnTo>
                <a:lnTo>
                  <a:pt x="1434621" y="126613"/>
                </a:lnTo>
                <a:lnTo>
                  <a:pt x="1418158" y="126613"/>
                </a:lnTo>
                <a:close/>
                <a:moveTo>
                  <a:pt x="1458666" y="65980"/>
                </a:moveTo>
                <a:cubicBezTo>
                  <a:pt x="1458666" y="45342"/>
                  <a:pt x="1464210" y="29187"/>
                  <a:pt x="1475298" y="17513"/>
                </a:cubicBezTo>
                <a:cubicBezTo>
                  <a:pt x="1486387" y="5838"/>
                  <a:pt x="1500700" y="0"/>
                  <a:pt x="1518238" y="0"/>
                </a:cubicBezTo>
                <a:cubicBezTo>
                  <a:pt x="1529723" y="0"/>
                  <a:pt x="1540076" y="2742"/>
                  <a:pt x="1549297" y="8226"/>
                </a:cubicBezTo>
                <a:cubicBezTo>
                  <a:pt x="1558519" y="13710"/>
                  <a:pt x="1565548" y="21358"/>
                  <a:pt x="1570386" y="31168"/>
                </a:cubicBezTo>
                <a:cubicBezTo>
                  <a:pt x="1575223" y="40977"/>
                  <a:pt x="1577641" y="52100"/>
                  <a:pt x="1577641" y="64537"/>
                </a:cubicBezTo>
                <a:cubicBezTo>
                  <a:pt x="1577641" y="77144"/>
                  <a:pt x="1575095" y="88424"/>
                  <a:pt x="1570004" y="98375"/>
                </a:cubicBezTo>
                <a:cubicBezTo>
                  <a:pt x="1564912" y="108325"/>
                  <a:pt x="1557699" y="115859"/>
                  <a:pt x="1548364" y="120975"/>
                </a:cubicBezTo>
                <a:cubicBezTo>
                  <a:pt x="1539029" y="126092"/>
                  <a:pt x="1528959" y="128650"/>
                  <a:pt x="1518153" y="128650"/>
                </a:cubicBezTo>
                <a:cubicBezTo>
                  <a:pt x="1506443" y="128650"/>
                  <a:pt x="1495976" y="125823"/>
                  <a:pt x="1486755" y="120169"/>
                </a:cubicBezTo>
                <a:cubicBezTo>
                  <a:pt x="1477533" y="114515"/>
                  <a:pt x="1470546" y="106798"/>
                  <a:pt x="1465794" y="97018"/>
                </a:cubicBezTo>
                <a:cubicBezTo>
                  <a:pt x="1461042" y="87237"/>
                  <a:pt x="1458666" y="76891"/>
                  <a:pt x="1458666" y="65980"/>
                </a:cubicBezTo>
                <a:moveTo>
                  <a:pt x="1475638" y="66194"/>
                </a:moveTo>
                <a:cubicBezTo>
                  <a:pt x="1475638" y="81213"/>
                  <a:pt x="1479669" y="93043"/>
                  <a:pt x="1487731" y="101685"/>
                </a:cubicBezTo>
                <a:cubicBezTo>
                  <a:pt x="1495792" y="110327"/>
                  <a:pt x="1505905" y="114648"/>
                  <a:pt x="1518069" y="114648"/>
                </a:cubicBezTo>
                <a:cubicBezTo>
                  <a:pt x="1530458" y="114648"/>
                  <a:pt x="1540656" y="110284"/>
                  <a:pt x="1548661" y="101558"/>
                </a:cubicBezTo>
                <a:cubicBezTo>
                  <a:pt x="1556666" y="92829"/>
                  <a:pt x="1560669" y="80447"/>
                  <a:pt x="1560669" y="64410"/>
                </a:cubicBezTo>
                <a:cubicBezTo>
                  <a:pt x="1560669" y="54265"/>
                  <a:pt x="1558958" y="45411"/>
                  <a:pt x="1555535" y="37845"/>
                </a:cubicBezTo>
                <a:cubicBezTo>
                  <a:pt x="1552112" y="30280"/>
                  <a:pt x="1547105" y="24415"/>
                  <a:pt x="1540514" y="20250"/>
                </a:cubicBezTo>
                <a:cubicBezTo>
                  <a:pt x="1533923" y="16085"/>
                  <a:pt x="1526526" y="14002"/>
                  <a:pt x="1518323" y="14002"/>
                </a:cubicBezTo>
                <a:cubicBezTo>
                  <a:pt x="1506669" y="14002"/>
                  <a:pt x="1496641" y="18012"/>
                  <a:pt x="1488240" y="26031"/>
                </a:cubicBezTo>
                <a:cubicBezTo>
                  <a:pt x="1479838" y="34049"/>
                  <a:pt x="1475638" y="47437"/>
                  <a:pt x="1475638" y="66194"/>
                </a:cubicBezTo>
                <a:close/>
                <a:moveTo>
                  <a:pt x="1645249" y="161236"/>
                </a:moveTo>
                <a:lnTo>
                  <a:pt x="1645249" y="36490"/>
                </a:lnTo>
                <a:lnTo>
                  <a:pt x="1659166" y="36490"/>
                </a:lnTo>
                <a:lnTo>
                  <a:pt x="1659166" y="48116"/>
                </a:lnTo>
                <a:cubicBezTo>
                  <a:pt x="1662448" y="43562"/>
                  <a:pt x="1666153" y="40146"/>
                  <a:pt x="1670283" y="37869"/>
                </a:cubicBezTo>
                <a:cubicBezTo>
                  <a:pt x="1674413" y="35592"/>
                  <a:pt x="1679420" y="34454"/>
                  <a:pt x="1685304" y="34454"/>
                </a:cubicBezTo>
                <a:cubicBezTo>
                  <a:pt x="1692998" y="34454"/>
                  <a:pt x="1699787" y="36434"/>
                  <a:pt x="1705670" y="40394"/>
                </a:cubicBezTo>
                <a:cubicBezTo>
                  <a:pt x="1711554" y="44354"/>
                  <a:pt x="1715995" y="49941"/>
                  <a:pt x="1718994" y="57154"/>
                </a:cubicBezTo>
                <a:cubicBezTo>
                  <a:pt x="1721992" y="64367"/>
                  <a:pt x="1723491" y="72274"/>
                  <a:pt x="1723491" y="80873"/>
                </a:cubicBezTo>
                <a:cubicBezTo>
                  <a:pt x="1723491" y="90094"/>
                  <a:pt x="1721836" y="98397"/>
                  <a:pt x="1718527" y="105780"/>
                </a:cubicBezTo>
                <a:cubicBezTo>
                  <a:pt x="1715217" y="113163"/>
                  <a:pt x="1710408" y="118820"/>
                  <a:pt x="1704100" y="122752"/>
                </a:cubicBezTo>
                <a:cubicBezTo>
                  <a:pt x="1697792" y="126684"/>
                  <a:pt x="1691159" y="128650"/>
                  <a:pt x="1684200" y="128650"/>
                </a:cubicBezTo>
                <a:cubicBezTo>
                  <a:pt x="1679109" y="128650"/>
                  <a:pt x="1674540" y="127561"/>
                  <a:pt x="1670495" y="125383"/>
                </a:cubicBezTo>
                <a:cubicBezTo>
                  <a:pt x="1666450" y="123203"/>
                  <a:pt x="1663127" y="120450"/>
                  <a:pt x="1660524" y="117125"/>
                </a:cubicBezTo>
                <a:lnTo>
                  <a:pt x="1660524" y="161236"/>
                </a:lnTo>
                <a:lnTo>
                  <a:pt x="1645249" y="161236"/>
                </a:lnTo>
                <a:moveTo>
                  <a:pt x="1659081" y="81934"/>
                </a:moveTo>
                <a:cubicBezTo>
                  <a:pt x="1659081" y="93517"/>
                  <a:pt x="1661429" y="102078"/>
                  <a:pt x="1666125" y="107615"/>
                </a:cubicBezTo>
                <a:cubicBezTo>
                  <a:pt x="1670821" y="113152"/>
                  <a:pt x="1676506" y="115921"/>
                  <a:pt x="1683182" y="115921"/>
                </a:cubicBezTo>
                <a:cubicBezTo>
                  <a:pt x="1689971" y="115921"/>
                  <a:pt x="1695784" y="113053"/>
                  <a:pt x="1700621" y="107318"/>
                </a:cubicBezTo>
                <a:cubicBezTo>
                  <a:pt x="1705458" y="101583"/>
                  <a:pt x="1707877" y="92697"/>
                  <a:pt x="1707877" y="80661"/>
                </a:cubicBezTo>
                <a:cubicBezTo>
                  <a:pt x="1707877" y="69190"/>
                  <a:pt x="1705515" y="60602"/>
                  <a:pt x="1700791" y="54895"/>
                </a:cubicBezTo>
                <a:cubicBezTo>
                  <a:pt x="1696067" y="49188"/>
                  <a:pt x="1690424" y="46334"/>
                  <a:pt x="1683861" y="46334"/>
                </a:cubicBezTo>
                <a:cubicBezTo>
                  <a:pt x="1677355" y="46334"/>
                  <a:pt x="1671598" y="49372"/>
                  <a:pt x="1666592" y="55446"/>
                </a:cubicBezTo>
                <a:cubicBezTo>
                  <a:pt x="1661585" y="61521"/>
                  <a:pt x="1659081" y="70350"/>
                  <a:pt x="1659081" y="81934"/>
                </a:cubicBezTo>
                <a:close/>
                <a:moveTo>
                  <a:pt x="1800689" y="115486"/>
                </a:moveTo>
                <a:cubicBezTo>
                  <a:pt x="1795031" y="120298"/>
                  <a:pt x="1789586" y="123695"/>
                  <a:pt x="1784353" y="125677"/>
                </a:cubicBezTo>
                <a:cubicBezTo>
                  <a:pt x="1779120" y="127659"/>
                  <a:pt x="1773505" y="128650"/>
                  <a:pt x="1767508" y="128650"/>
                </a:cubicBezTo>
                <a:cubicBezTo>
                  <a:pt x="1757607" y="128650"/>
                  <a:pt x="1749998" y="126229"/>
                  <a:pt x="1744680" y="121389"/>
                </a:cubicBezTo>
                <a:cubicBezTo>
                  <a:pt x="1739362" y="116548"/>
                  <a:pt x="1736703" y="110363"/>
                  <a:pt x="1736703" y="102833"/>
                </a:cubicBezTo>
                <a:cubicBezTo>
                  <a:pt x="1736703" y="98419"/>
                  <a:pt x="1737707" y="94386"/>
                  <a:pt x="1739716" y="90735"/>
                </a:cubicBezTo>
                <a:cubicBezTo>
                  <a:pt x="1741724" y="87083"/>
                  <a:pt x="1744355" y="84152"/>
                  <a:pt x="1747608" y="81944"/>
                </a:cubicBezTo>
                <a:cubicBezTo>
                  <a:pt x="1750861" y="79736"/>
                  <a:pt x="1754524" y="78066"/>
                  <a:pt x="1758597" y="76935"/>
                </a:cubicBezTo>
                <a:cubicBezTo>
                  <a:pt x="1761596" y="76141"/>
                  <a:pt x="1766122" y="75376"/>
                  <a:pt x="1772175" y="74641"/>
                </a:cubicBezTo>
                <a:cubicBezTo>
                  <a:pt x="1784508" y="73181"/>
                  <a:pt x="1793589" y="71439"/>
                  <a:pt x="1799416" y="69417"/>
                </a:cubicBezTo>
                <a:cubicBezTo>
                  <a:pt x="1799472" y="67332"/>
                  <a:pt x="1799501" y="66008"/>
                  <a:pt x="1799501" y="65444"/>
                </a:cubicBezTo>
                <a:cubicBezTo>
                  <a:pt x="1799501" y="59244"/>
                  <a:pt x="1798058" y="54876"/>
                  <a:pt x="1795173" y="52341"/>
                </a:cubicBezTo>
                <a:cubicBezTo>
                  <a:pt x="1791269" y="48902"/>
                  <a:pt x="1785470" y="47183"/>
                  <a:pt x="1777776" y="47183"/>
                </a:cubicBezTo>
                <a:cubicBezTo>
                  <a:pt x="1770591" y="47183"/>
                  <a:pt x="1765287" y="48442"/>
                  <a:pt x="1761865" y="50959"/>
                </a:cubicBezTo>
                <a:cubicBezTo>
                  <a:pt x="1758442" y="53477"/>
                  <a:pt x="1755910" y="57932"/>
                  <a:pt x="1754269" y="64325"/>
                </a:cubicBezTo>
                <a:lnTo>
                  <a:pt x="1739334" y="62288"/>
                </a:lnTo>
                <a:cubicBezTo>
                  <a:pt x="1740692" y="55876"/>
                  <a:pt x="1742926" y="50698"/>
                  <a:pt x="1746038" y="46753"/>
                </a:cubicBezTo>
                <a:cubicBezTo>
                  <a:pt x="1749149" y="42809"/>
                  <a:pt x="1753647" y="39773"/>
                  <a:pt x="1759531" y="37647"/>
                </a:cubicBezTo>
                <a:cubicBezTo>
                  <a:pt x="1765415" y="35518"/>
                  <a:pt x="1772232" y="34454"/>
                  <a:pt x="1779982" y="34454"/>
                </a:cubicBezTo>
                <a:cubicBezTo>
                  <a:pt x="1787677" y="34454"/>
                  <a:pt x="1793928" y="35359"/>
                  <a:pt x="1798737" y="37169"/>
                </a:cubicBezTo>
                <a:cubicBezTo>
                  <a:pt x="1803546" y="38980"/>
                  <a:pt x="1807081" y="41257"/>
                  <a:pt x="1809344" y="44001"/>
                </a:cubicBezTo>
                <a:cubicBezTo>
                  <a:pt x="1811607" y="46744"/>
                  <a:pt x="1813191" y="50210"/>
                  <a:pt x="1814097" y="54396"/>
                </a:cubicBezTo>
                <a:cubicBezTo>
                  <a:pt x="1814606" y="56999"/>
                  <a:pt x="1814860" y="61694"/>
                  <a:pt x="1814860" y="68483"/>
                </a:cubicBezTo>
                <a:lnTo>
                  <a:pt x="1814860" y="88850"/>
                </a:lnTo>
                <a:cubicBezTo>
                  <a:pt x="1814860" y="103050"/>
                  <a:pt x="1815186" y="112031"/>
                  <a:pt x="1815836" y="115793"/>
                </a:cubicBezTo>
                <a:cubicBezTo>
                  <a:pt x="1816487" y="119555"/>
                  <a:pt x="1817774" y="123162"/>
                  <a:pt x="1819698" y="126613"/>
                </a:cubicBezTo>
                <a:lnTo>
                  <a:pt x="1803744" y="126613"/>
                </a:lnTo>
                <a:cubicBezTo>
                  <a:pt x="1802159" y="123441"/>
                  <a:pt x="1801141" y="119732"/>
                  <a:pt x="1800689" y="115486"/>
                </a:cubicBezTo>
                <a:moveTo>
                  <a:pt x="1799416" y="81297"/>
                </a:moveTo>
                <a:cubicBezTo>
                  <a:pt x="1793871" y="83580"/>
                  <a:pt x="1785555" y="85519"/>
                  <a:pt x="1774466" y="87115"/>
                </a:cubicBezTo>
                <a:cubicBezTo>
                  <a:pt x="1768187" y="88024"/>
                  <a:pt x="1763746" y="89047"/>
                  <a:pt x="1761143" y="90184"/>
                </a:cubicBezTo>
                <a:cubicBezTo>
                  <a:pt x="1758541" y="91319"/>
                  <a:pt x="1756532" y="92981"/>
                  <a:pt x="1755118" y="95169"/>
                </a:cubicBezTo>
                <a:cubicBezTo>
                  <a:pt x="1753704" y="97356"/>
                  <a:pt x="1752997" y="99785"/>
                  <a:pt x="1752997" y="102454"/>
                </a:cubicBezTo>
                <a:cubicBezTo>
                  <a:pt x="1752997" y="106543"/>
                  <a:pt x="1754538" y="109952"/>
                  <a:pt x="1757621" y="112680"/>
                </a:cubicBezTo>
                <a:cubicBezTo>
                  <a:pt x="1760705" y="115406"/>
                  <a:pt x="1765217" y="116769"/>
                  <a:pt x="1771157" y="116769"/>
                </a:cubicBezTo>
                <a:cubicBezTo>
                  <a:pt x="1777041" y="116769"/>
                  <a:pt x="1782274" y="115476"/>
                  <a:pt x="1786856" y="112889"/>
                </a:cubicBezTo>
                <a:cubicBezTo>
                  <a:pt x="1791439" y="110303"/>
                  <a:pt x="1794805" y="106764"/>
                  <a:pt x="1796955" y="102274"/>
                </a:cubicBezTo>
                <a:cubicBezTo>
                  <a:pt x="1798595" y="98805"/>
                  <a:pt x="1799416" y="93689"/>
                  <a:pt x="1799416" y="86925"/>
                </a:cubicBezTo>
                <a:lnTo>
                  <a:pt x="1799416" y="81297"/>
                </a:lnTo>
                <a:close/>
                <a:moveTo>
                  <a:pt x="1835710" y="134081"/>
                </a:moveTo>
                <a:lnTo>
                  <a:pt x="1850560" y="136287"/>
                </a:lnTo>
                <a:cubicBezTo>
                  <a:pt x="1851183" y="140870"/>
                  <a:pt x="1852908" y="144208"/>
                  <a:pt x="1855737" y="146301"/>
                </a:cubicBezTo>
                <a:cubicBezTo>
                  <a:pt x="1859527" y="149130"/>
                  <a:pt x="1864704" y="150544"/>
                  <a:pt x="1871267" y="150544"/>
                </a:cubicBezTo>
                <a:cubicBezTo>
                  <a:pt x="1878338" y="150544"/>
                  <a:pt x="1883798" y="149126"/>
                  <a:pt x="1887645" y="146290"/>
                </a:cubicBezTo>
                <a:cubicBezTo>
                  <a:pt x="1891492" y="143456"/>
                  <a:pt x="1894094" y="139487"/>
                  <a:pt x="1895452" y="134383"/>
                </a:cubicBezTo>
                <a:cubicBezTo>
                  <a:pt x="1896244" y="131266"/>
                  <a:pt x="1896612" y="124718"/>
                  <a:pt x="1896555" y="114738"/>
                </a:cubicBezTo>
                <a:cubicBezTo>
                  <a:pt x="1889879" y="122655"/>
                  <a:pt x="1881563" y="126613"/>
                  <a:pt x="1871606" y="126613"/>
                </a:cubicBezTo>
                <a:cubicBezTo>
                  <a:pt x="1859216" y="126613"/>
                  <a:pt x="1849627" y="122144"/>
                  <a:pt x="1842838" y="113205"/>
                </a:cubicBezTo>
                <a:cubicBezTo>
                  <a:pt x="1836049" y="104266"/>
                  <a:pt x="1832655" y="93545"/>
                  <a:pt x="1832655" y="81043"/>
                </a:cubicBezTo>
                <a:cubicBezTo>
                  <a:pt x="1832655" y="72443"/>
                  <a:pt x="1834210" y="64509"/>
                  <a:pt x="1837322" y="57239"/>
                </a:cubicBezTo>
                <a:cubicBezTo>
                  <a:pt x="1840434" y="49969"/>
                  <a:pt x="1844945" y="44354"/>
                  <a:pt x="1850857" y="40394"/>
                </a:cubicBezTo>
                <a:cubicBezTo>
                  <a:pt x="1856769" y="36434"/>
                  <a:pt x="1863714" y="34454"/>
                  <a:pt x="1871691" y="34454"/>
                </a:cubicBezTo>
                <a:cubicBezTo>
                  <a:pt x="1882327" y="34454"/>
                  <a:pt x="1891096" y="38782"/>
                  <a:pt x="1897998" y="47437"/>
                </a:cubicBezTo>
                <a:lnTo>
                  <a:pt x="1897998" y="36490"/>
                </a:lnTo>
                <a:lnTo>
                  <a:pt x="1912085" y="36490"/>
                </a:lnTo>
                <a:lnTo>
                  <a:pt x="1912085" y="114446"/>
                </a:lnTo>
                <a:cubicBezTo>
                  <a:pt x="1912085" y="128485"/>
                  <a:pt x="1910656" y="138434"/>
                  <a:pt x="1907799" y="144293"/>
                </a:cubicBezTo>
                <a:cubicBezTo>
                  <a:pt x="1904942" y="150152"/>
                  <a:pt x="1900416" y="154780"/>
                  <a:pt x="1894222" y="158176"/>
                </a:cubicBezTo>
                <a:cubicBezTo>
                  <a:pt x="1888027" y="161574"/>
                  <a:pt x="1880403" y="163273"/>
                  <a:pt x="1871351" y="163273"/>
                </a:cubicBezTo>
                <a:cubicBezTo>
                  <a:pt x="1860602" y="163273"/>
                  <a:pt x="1851918" y="160848"/>
                  <a:pt x="1845299" y="155996"/>
                </a:cubicBezTo>
                <a:cubicBezTo>
                  <a:pt x="1838680" y="151145"/>
                  <a:pt x="1835483" y="143840"/>
                  <a:pt x="1835710" y="134081"/>
                </a:cubicBezTo>
                <a:moveTo>
                  <a:pt x="1848354" y="79942"/>
                </a:moveTo>
                <a:cubicBezTo>
                  <a:pt x="1848354" y="91736"/>
                  <a:pt x="1850702" y="100341"/>
                  <a:pt x="1855397" y="105758"/>
                </a:cubicBezTo>
                <a:cubicBezTo>
                  <a:pt x="1860093" y="111175"/>
                  <a:pt x="1865977" y="113884"/>
                  <a:pt x="1873049" y="113884"/>
                </a:cubicBezTo>
                <a:cubicBezTo>
                  <a:pt x="1880064" y="113884"/>
                  <a:pt x="1885948" y="111190"/>
                  <a:pt x="1890700" y="105801"/>
                </a:cubicBezTo>
                <a:cubicBezTo>
                  <a:pt x="1895452" y="100412"/>
                  <a:pt x="1897828" y="91961"/>
                  <a:pt x="1897828" y="80449"/>
                </a:cubicBezTo>
                <a:cubicBezTo>
                  <a:pt x="1897828" y="69445"/>
                  <a:pt x="1895381" y="61150"/>
                  <a:pt x="1890488" y="55563"/>
                </a:cubicBezTo>
                <a:cubicBezTo>
                  <a:pt x="1885594" y="49976"/>
                  <a:pt x="1879696" y="47183"/>
                  <a:pt x="1872794" y="47183"/>
                </a:cubicBezTo>
                <a:cubicBezTo>
                  <a:pt x="1866005" y="47183"/>
                  <a:pt x="1860235" y="49934"/>
                  <a:pt x="1855482" y="55436"/>
                </a:cubicBezTo>
                <a:cubicBezTo>
                  <a:pt x="1850730" y="60937"/>
                  <a:pt x="1848354" y="69106"/>
                  <a:pt x="1848354" y="79942"/>
                </a:cubicBezTo>
                <a:close/>
                <a:moveTo>
                  <a:pt x="1996835" y="97591"/>
                </a:moveTo>
                <a:lnTo>
                  <a:pt x="2012619" y="99542"/>
                </a:lnTo>
                <a:cubicBezTo>
                  <a:pt x="2010130" y="108764"/>
                  <a:pt x="2005519" y="115921"/>
                  <a:pt x="1998787" y="121012"/>
                </a:cubicBezTo>
                <a:cubicBezTo>
                  <a:pt x="1992054" y="126104"/>
                  <a:pt x="1983455" y="128650"/>
                  <a:pt x="1972989" y="128650"/>
                </a:cubicBezTo>
                <a:cubicBezTo>
                  <a:pt x="1959807" y="128650"/>
                  <a:pt x="1949355" y="124591"/>
                  <a:pt x="1941633" y="116472"/>
                </a:cubicBezTo>
                <a:cubicBezTo>
                  <a:pt x="1933910" y="108354"/>
                  <a:pt x="1930049" y="96968"/>
                  <a:pt x="1930049" y="82315"/>
                </a:cubicBezTo>
                <a:cubicBezTo>
                  <a:pt x="1930049" y="67154"/>
                  <a:pt x="1933953" y="55386"/>
                  <a:pt x="1941760" y="47013"/>
                </a:cubicBezTo>
                <a:cubicBezTo>
                  <a:pt x="1949567" y="38640"/>
                  <a:pt x="1959694" y="34454"/>
                  <a:pt x="1972140" y="34454"/>
                </a:cubicBezTo>
                <a:cubicBezTo>
                  <a:pt x="1984191" y="34454"/>
                  <a:pt x="1994034" y="38549"/>
                  <a:pt x="2001672" y="46740"/>
                </a:cubicBezTo>
                <a:cubicBezTo>
                  <a:pt x="2009310" y="54929"/>
                  <a:pt x="2013128" y="66451"/>
                  <a:pt x="2013128" y="81305"/>
                </a:cubicBezTo>
                <a:cubicBezTo>
                  <a:pt x="2013128" y="82209"/>
                  <a:pt x="2013100" y="83564"/>
                  <a:pt x="2013043" y="85370"/>
                </a:cubicBezTo>
                <a:lnTo>
                  <a:pt x="1945833" y="85370"/>
                </a:lnTo>
                <a:cubicBezTo>
                  <a:pt x="1946399" y="95243"/>
                  <a:pt x="1949199" y="102802"/>
                  <a:pt x="1954235" y="108050"/>
                </a:cubicBezTo>
                <a:cubicBezTo>
                  <a:pt x="1959270" y="113297"/>
                  <a:pt x="1965549" y="115921"/>
                  <a:pt x="1973074" y="115921"/>
                </a:cubicBezTo>
                <a:cubicBezTo>
                  <a:pt x="1978675" y="115921"/>
                  <a:pt x="1983455" y="114464"/>
                  <a:pt x="1987415" y="111550"/>
                </a:cubicBezTo>
                <a:cubicBezTo>
                  <a:pt x="1991375" y="108635"/>
                  <a:pt x="1994515" y="103982"/>
                  <a:pt x="1996835" y="97591"/>
                </a:cubicBezTo>
                <a:moveTo>
                  <a:pt x="1946682" y="72641"/>
                </a:moveTo>
                <a:lnTo>
                  <a:pt x="1997005" y="72641"/>
                </a:lnTo>
                <a:cubicBezTo>
                  <a:pt x="1996326" y="65184"/>
                  <a:pt x="1994402" y="59591"/>
                  <a:pt x="1991234" y="55863"/>
                </a:cubicBezTo>
                <a:cubicBezTo>
                  <a:pt x="1986369" y="50076"/>
                  <a:pt x="1980061" y="47183"/>
                  <a:pt x="1972310" y="47183"/>
                </a:cubicBezTo>
                <a:cubicBezTo>
                  <a:pt x="1965295" y="47183"/>
                  <a:pt x="1959397" y="49493"/>
                  <a:pt x="1954616" y="54112"/>
                </a:cubicBezTo>
                <a:cubicBezTo>
                  <a:pt x="1949836" y="58730"/>
                  <a:pt x="1947191" y="64907"/>
                  <a:pt x="1946682" y="72641"/>
                </a:cubicBezTo>
                <a:close/>
                <a:moveTo>
                  <a:pt x="2080426" y="161236"/>
                </a:moveTo>
                <a:lnTo>
                  <a:pt x="2080426" y="2206"/>
                </a:lnTo>
                <a:lnTo>
                  <a:pt x="2114116" y="2206"/>
                </a:lnTo>
                <a:lnTo>
                  <a:pt x="2114116" y="14936"/>
                </a:lnTo>
                <a:lnTo>
                  <a:pt x="2095701" y="14936"/>
                </a:lnTo>
                <a:lnTo>
                  <a:pt x="2095701" y="148507"/>
                </a:lnTo>
                <a:lnTo>
                  <a:pt x="2114116" y="148507"/>
                </a:lnTo>
                <a:lnTo>
                  <a:pt x="2114116" y="161236"/>
                </a:lnTo>
                <a:lnTo>
                  <a:pt x="2080426" y="161236"/>
                </a:lnTo>
                <a:close/>
                <a:moveTo>
                  <a:pt x="2128232" y="126613"/>
                </a:moveTo>
                <a:lnTo>
                  <a:pt x="2128232" y="36490"/>
                </a:lnTo>
                <a:lnTo>
                  <a:pt x="2141980" y="36490"/>
                </a:lnTo>
                <a:lnTo>
                  <a:pt x="2141980" y="50068"/>
                </a:lnTo>
                <a:cubicBezTo>
                  <a:pt x="2145487" y="43711"/>
                  <a:pt x="2148726" y="39519"/>
                  <a:pt x="2151696" y="37493"/>
                </a:cubicBezTo>
                <a:cubicBezTo>
                  <a:pt x="2154666" y="35467"/>
                  <a:pt x="2157933" y="34454"/>
                  <a:pt x="2161498" y="34454"/>
                </a:cubicBezTo>
                <a:cubicBezTo>
                  <a:pt x="2166646" y="34454"/>
                  <a:pt x="2171879" y="36087"/>
                  <a:pt x="2177197" y="39354"/>
                </a:cubicBezTo>
                <a:lnTo>
                  <a:pt x="2171936" y="53463"/>
                </a:lnTo>
                <a:cubicBezTo>
                  <a:pt x="2168202" y="51256"/>
                  <a:pt x="2164468" y="50153"/>
                  <a:pt x="2160734" y="50153"/>
                </a:cubicBezTo>
                <a:cubicBezTo>
                  <a:pt x="2157396" y="50153"/>
                  <a:pt x="2154398" y="51159"/>
                  <a:pt x="2151739" y="53171"/>
                </a:cubicBezTo>
                <a:cubicBezTo>
                  <a:pt x="2149080" y="55181"/>
                  <a:pt x="2147184" y="57970"/>
                  <a:pt x="2146053" y="61538"/>
                </a:cubicBezTo>
                <a:cubicBezTo>
                  <a:pt x="2144356" y="66974"/>
                  <a:pt x="2143507" y="72921"/>
                  <a:pt x="2143507" y="79377"/>
                </a:cubicBezTo>
                <a:lnTo>
                  <a:pt x="2143507" y="126613"/>
                </a:lnTo>
                <a:lnTo>
                  <a:pt x="2128232" y="126613"/>
                </a:lnTo>
                <a:close/>
                <a:moveTo>
                  <a:pt x="2244745" y="126613"/>
                </a:moveTo>
                <a:lnTo>
                  <a:pt x="2244745" y="115242"/>
                </a:lnTo>
                <a:cubicBezTo>
                  <a:pt x="2239031" y="124180"/>
                  <a:pt x="2230630" y="128650"/>
                  <a:pt x="2219541" y="128650"/>
                </a:cubicBezTo>
                <a:cubicBezTo>
                  <a:pt x="2212356" y="128650"/>
                  <a:pt x="2205751" y="126670"/>
                  <a:pt x="2199726" y="122709"/>
                </a:cubicBezTo>
                <a:cubicBezTo>
                  <a:pt x="2193701" y="118749"/>
                  <a:pt x="2189034" y="113219"/>
                  <a:pt x="2185724" y="106119"/>
                </a:cubicBezTo>
                <a:cubicBezTo>
                  <a:pt x="2182414" y="99019"/>
                  <a:pt x="2180760" y="90858"/>
                  <a:pt x="2180760" y="81637"/>
                </a:cubicBezTo>
                <a:cubicBezTo>
                  <a:pt x="2180760" y="72641"/>
                  <a:pt x="2182259" y="64480"/>
                  <a:pt x="2185257" y="57154"/>
                </a:cubicBezTo>
                <a:cubicBezTo>
                  <a:pt x="2188256" y="49828"/>
                  <a:pt x="2192753" y="44213"/>
                  <a:pt x="2198750" y="40309"/>
                </a:cubicBezTo>
                <a:cubicBezTo>
                  <a:pt x="2204747" y="36405"/>
                  <a:pt x="2211451" y="34454"/>
                  <a:pt x="2218862" y="34454"/>
                </a:cubicBezTo>
                <a:cubicBezTo>
                  <a:pt x="2224293" y="34454"/>
                  <a:pt x="2229131" y="35599"/>
                  <a:pt x="2233374" y="37891"/>
                </a:cubicBezTo>
                <a:cubicBezTo>
                  <a:pt x="2237617" y="40182"/>
                  <a:pt x="2241068" y="43166"/>
                  <a:pt x="2243727" y="46843"/>
                </a:cubicBezTo>
                <a:lnTo>
                  <a:pt x="2243727" y="2206"/>
                </a:lnTo>
                <a:lnTo>
                  <a:pt x="2258917" y="2206"/>
                </a:lnTo>
                <a:lnTo>
                  <a:pt x="2258917" y="126613"/>
                </a:lnTo>
                <a:lnTo>
                  <a:pt x="2244745" y="126613"/>
                </a:lnTo>
                <a:moveTo>
                  <a:pt x="2196459" y="81594"/>
                </a:moveTo>
                <a:cubicBezTo>
                  <a:pt x="2196459" y="93093"/>
                  <a:pt x="2198892" y="101689"/>
                  <a:pt x="2203757" y="107381"/>
                </a:cubicBezTo>
                <a:cubicBezTo>
                  <a:pt x="2208622" y="113074"/>
                  <a:pt x="2214365" y="115921"/>
                  <a:pt x="2220984" y="115921"/>
                </a:cubicBezTo>
                <a:cubicBezTo>
                  <a:pt x="2227660" y="115921"/>
                  <a:pt x="2233331" y="113201"/>
                  <a:pt x="2237999" y="107763"/>
                </a:cubicBezTo>
                <a:cubicBezTo>
                  <a:pt x="2242666" y="102323"/>
                  <a:pt x="2245000" y="94023"/>
                  <a:pt x="2245000" y="82862"/>
                </a:cubicBezTo>
                <a:cubicBezTo>
                  <a:pt x="2245000" y="70575"/>
                  <a:pt x="2242623" y="61556"/>
                  <a:pt x="2237871" y="55807"/>
                </a:cubicBezTo>
                <a:cubicBezTo>
                  <a:pt x="2233119" y="50058"/>
                  <a:pt x="2227264" y="47183"/>
                  <a:pt x="2220305" y="47183"/>
                </a:cubicBezTo>
                <a:cubicBezTo>
                  <a:pt x="2213516" y="47183"/>
                  <a:pt x="2207844" y="49945"/>
                  <a:pt x="2203290" y="55470"/>
                </a:cubicBezTo>
                <a:cubicBezTo>
                  <a:pt x="2198736" y="60993"/>
                  <a:pt x="2196459" y="69701"/>
                  <a:pt x="2196459" y="81594"/>
                </a:cubicBezTo>
                <a:close/>
                <a:moveTo>
                  <a:pt x="2282991" y="19858"/>
                </a:moveTo>
                <a:lnTo>
                  <a:pt x="2282991" y="2206"/>
                </a:lnTo>
                <a:lnTo>
                  <a:pt x="2298266" y="2206"/>
                </a:lnTo>
                <a:lnTo>
                  <a:pt x="2298266" y="19858"/>
                </a:lnTo>
                <a:lnTo>
                  <a:pt x="2282991" y="19858"/>
                </a:lnTo>
                <a:moveTo>
                  <a:pt x="2282991" y="126613"/>
                </a:moveTo>
                <a:lnTo>
                  <a:pt x="2282991" y="36490"/>
                </a:lnTo>
                <a:lnTo>
                  <a:pt x="2298266" y="36490"/>
                </a:lnTo>
                <a:lnTo>
                  <a:pt x="2298266" y="126613"/>
                </a:lnTo>
                <a:lnTo>
                  <a:pt x="2282991" y="126613"/>
                </a:lnTo>
                <a:close/>
                <a:moveTo>
                  <a:pt x="2347032" y="161236"/>
                </a:moveTo>
                <a:lnTo>
                  <a:pt x="2313342" y="161236"/>
                </a:lnTo>
                <a:lnTo>
                  <a:pt x="2313342" y="148507"/>
                </a:lnTo>
                <a:lnTo>
                  <a:pt x="2331757" y="148507"/>
                </a:lnTo>
                <a:lnTo>
                  <a:pt x="2331757" y="14936"/>
                </a:lnTo>
                <a:lnTo>
                  <a:pt x="2313342" y="14936"/>
                </a:lnTo>
                <a:lnTo>
                  <a:pt x="2313342" y="2206"/>
                </a:lnTo>
                <a:lnTo>
                  <a:pt x="2347032" y="2206"/>
                </a:lnTo>
                <a:lnTo>
                  <a:pt x="2347032" y="161236"/>
                </a:lnTo>
                <a:close/>
                <a:moveTo>
                  <a:pt x="2447312" y="163273"/>
                </a:moveTo>
                <a:cubicBezTo>
                  <a:pt x="2438882" y="152637"/>
                  <a:pt x="2431754" y="140191"/>
                  <a:pt x="2425927" y="125934"/>
                </a:cubicBezTo>
                <a:cubicBezTo>
                  <a:pt x="2420099" y="111677"/>
                  <a:pt x="2417186" y="96912"/>
                  <a:pt x="2417186" y="81637"/>
                </a:cubicBezTo>
                <a:cubicBezTo>
                  <a:pt x="2417186" y="68172"/>
                  <a:pt x="2419364" y="55273"/>
                  <a:pt x="2423720" y="42940"/>
                </a:cubicBezTo>
                <a:cubicBezTo>
                  <a:pt x="2428812" y="28627"/>
                  <a:pt x="2436676" y="14370"/>
                  <a:pt x="2447312" y="170"/>
                </a:cubicBezTo>
                <a:lnTo>
                  <a:pt x="2458259" y="170"/>
                </a:lnTo>
                <a:cubicBezTo>
                  <a:pt x="2451413" y="11937"/>
                  <a:pt x="2446887" y="20338"/>
                  <a:pt x="2444681" y="25374"/>
                </a:cubicBezTo>
                <a:cubicBezTo>
                  <a:pt x="2441230" y="33181"/>
                  <a:pt x="2438514" y="41327"/>
                  <a:pt x="2436534" y="49814"/>
                </a:cubicBezTo>
                <a:cubicBezTo>
                  <a:pt x="2434102" y="60393"/>
                  <a:pt x="2432885" y="71029"/>
                  <a:pt x="2432885" y="81721"/>
                </a:cubicBezTo>
                <a:cubicBezTo>
                  <a:pt x="2432885" y="108934"/>
                  <a:pt x="2441343" y="136118"/>
                  <a:pt x="2458259" y="163273"/>
                </a:cubicBezTo>
                <a:lnTo>
                  <a:pt x="2447312" y="163273"/>
                </a:lnTo>
                <a:close/>
                <a:moveTo>
                  <a:pt x="2534802" y="93517"/>
                </a:moveTo>
                <a:lnTo>
                  <a:pt x="2549823" y="95469"/>
                </a:lnTo>
                <a:cubicBezTo>
                  <a:pt x="2548182" y="105849"/>
                  <a:pt x="2543982" y="113974"/>
                  <a:pt x="2537221" y="119845"/>
                </a:cubicBezTo>
                <a:cubicBezTo>
                  <a:pt x="2530460" y="125715"/>
                  <a:pt x="2522158" y="128650"/>
                  <a:pt x="2512314" y="128650"/>
                </a:cubicBezTo>
                <a:cubicBezTo>
                  <a:pt x="2499981" y="128650"/>
                  <a:pt x="2490066" y="124619"/>
                  <a:pt x="2482570" y="116557"/>
                </a:cubicBezTo>
                <a:cubicBezTo>
                  <a:pt x="2475074" y="108495"/>
                  <a:pt x="2471326" y="96940"/>
                  <a:pt x="2471326" y="81891"/>
                </a:cubicBezTo>
                <a:cubicBezTo>
                  <a:pt x="2471326" y="72160"/>
                  <a:pt x="2472938" y="63646"/>
                  <a:pt x="2476163" y="56348"/>
                </a:cubicBezTo>
                <a:cubicBezTo>
                  <a:pt x="2479388" y="49050"/>
                  <a:pt x="2484296" y="43576"/>
                  <a:pt x="2490887" y="39927"/>
                </a:cubicBezTo>
                <a:cubicBezTo>
                  <a:pt x="2497478" y="36278"/>
                  <a:pt x="2504648" y="34454"/>
                  <a:pt x="2512399" y="34454"/>
                </a:cubicBezTo>
                <a:cubicBezTo>
                  <a:pt x="2522186" y="34454"/>
                  <a:pt x="2530192" y="36937"/>
                  <a:pt x="2536415" y="41903"/>
                </a:cubicBezTo>
                <a:cubicBezTo>
                  <a:pt x="2542638" y="46867"/>
                  <a:pt x="2546626" y="53917"/>
                  <a:pt x="2548380" y="63052"/>
                </a:cubicBezTo>
                <a:lnTo>
                  <a:pt x="2533529" y="65343"/>
                </a:lnTo>
                <a:cubicBezTo>
                  <a:pt x="2532115" y="59318"/>
                  <a:pt x="2529612" y="54785"/>
                  <a:pt x="2526019" y="51744"/>
                </a:cubicBezTo>
                <a:cubicBezTo>
                  <a:pt x="2522427" y="48703"/>
                  <a:pt x="2518085" y="47183"/>
                  <a:pt x="2512993" y="47183"/>
                </a:cubicBezTo>
                <a:cubicBezTo>
                  <a:pt x="2505299" y="47183"/>
                  <a:pt x="2499047" y="49928"/>
                  <a:pt x="2494239" y="55417"/>
                </a:cubicBezTo>
                <a:cubicBezTo>
                  <a:pt x="2489430" y="60905"/>
                  <a:pt x="2487025" y="69588"/>
                  <a:pt x="2487025" y="81467"/>
                </a:cubicBezTo>
                <a:cubicBezTo>
                  <a:pt x="2487025" y="93515"/>
                  <a:pt x="2489345" y="102270"/>
                  <a:pt x="2493984" y="107731"/>
                </a:cubicBezTo>
                <a:cubicBezTo>
                  <a:pt x="2498623" y="113191"/>
                  <a:pt x="2504677" y="115921"/>
                  <a:pt x="2512144" y="115921"/>
                </a:cubicBezTo>
                <a:cubicBezTo>
                  <a:pt x="2518141" y="115921"/>
                  <a:pt x="2523148" y="114089"/>
                  <a:pt x="2527165" y="110426"/>
                </a:cubicBezTo>
                <a:cubicBezTo>
                  <a:pt x="2531182" y="106763"/>
                  <a:pt x="2533727" y="101126"/>
                  <a:pt x="2534802" y="93517"/>
                </a:cubicBezTo>
                <a:close/>
                <a:moveTo>
                  <a:pt x="2621700" y="115486"/>
                </a:moveTo>
                <a:cubicBezTo>
                  <a:pt x="2616043" y="120298"/>
                  <a:pt x="2610598" y="123695"/>
                  <a:pt x="2605365" y="125677"/>
                </a:cubicBezTo>
                <a:cubicBezTo>
                  <a:pt x="2600131" y="127659"/>
                  <a:pt x="2594516" y="128650"/>
                  <a:pt x="2588520" y="128650"/>
                </a:cubicBezTo>
                <a:cubicBezTo>
                  <a:pt x="2578619" y="128650"/>
                  <a:pt x="2571010" y="126229"/>
                  <a:pt x="2565692" y="121389"/>
                </a:cubicBezTo>
                <a:cubicBezTo>
                  <a:pt x="2560374" y="116548"/>
                  <a:pt x="2557715" y="110363"/>
                  <a:pt x="2557715" y="102833"/>
                </a:cubicBezTo>
                <a:cubicBezTo>
                  <a:pt x="2557715" y="98419"/>
                  <a:pt x="2558719" y="94386"/>
                  <a:pt x="2560727" y="90735"/>
                </a:cubicBezTo>
                <a:cubicBezTo>
                  <a:pt x="2562736" y="87083"/>
                  <a:pt x="2565367" y="84152"/>
                  <a:pt x="2568620" y="81944"/>
                </a:cubicBezTo>
                <a:cubicBezTo>
                  <a:pt x="2571873" y="79736"/>
                  <a:pt x="2575536" y="78066"/>
                  <a:pt x="2579609" y="76935"/>
                </a:cubicBezTo>
                <a:cubicBezTo>
                  <a:pt x="2582608" y="76141"/>
                  <a:pt x="2587134" y="75376"/>
                  <a:pt x="2593187" y="74641"/>
                </a:cubicBezTo>
                <a:cubicBezTo>
                  <a:pt x="2605520" y="73181"/>
                  <a:pt x="2614600" y="71439"/>
                  <a:pt x="2620427" y="69417"/>
                </a:cubicBezTo>
                <a:cubicBezTo>
                  <a:pt x="2620484" y="67332"/>
                  <a:pt x="2620512" y="66008"/>
                  <a:pt x="2620512" y="65444"/>
                </a:cubicBezTo>
                <a:cubicBezTo>
                  <a:pt x="2620512" y="59244"/>
                  <a:pt x="2619070" y="54876"/>
                  <a:pt x="2616184" y="52341"/>
                </a:cubicBezTo>
                <a:cubicBezTo>
                  <a:pt x="2612281" y="48902"/>
                  <a:pt x="2606482" y="47183"/>
                  <a:pt x="2598788" y="47183"/>
                </a:cubicBezTo>
                <a:cubicBezTo>
                  <a:pt x="2591603" y="47183"/>
                  <a:pt x="2586299" y="48442"/>
                  <a:pt x="2582876" y="50959"/>
                </a:cubicBezTo>
                <a:cubicBezTo>
                  <a:pt x="2579454" y="53477"/>
                  <a:pt x="2576922" y="57932"/>
                  <a:pt x="2575281" y="64325"/>
                </a:cubicBezTo>
                <a:lnTo>
                  <a:pt x="2560346" y="62288"/>
                </a:lnTo>
                <a:cubicBezTo>
                  <a:pt x="2561703" y="55876"/>
                  <a:pt x="2563938" y="50698"/>
                  <a:pt x="2567050" y="46753"/>
                </a:cubicBezTo>
                <a:cubicBezTo>
                  <a:pt x="2570161" y="42809"/>
                  <a:pt x="2574659" y="39773"/>
                  <a:pt x="2580543" y="37647"/>
                </a:cubicBezTo>
                <a:cubicBezTo>
                  <a:pt x="2586426" y="35518"/>
                  <a:pt x="2593244" y="34454"/>
                  <a:pt x="2600994" y="34454"/>
                </a:cubicBezTo>
                <a:cubicBezTo>
                  <a:pt x="2608688" y="34454"/>
                  <a:pt x="2614940" y="35359"/>
                  <a:pt x="2619749" y="37169"/>
                </a:cubicBezTo>
                <a:cubicBezTo>
                  <a:pt x="2624557" y="38980"/>
                  <a:pt x="2628093" y="41257"/>
                  <a:pt x="2630356" y="44001"/>
                </a:cubicBezTo>
                <a:cubicBezTo>
                  <a:pt x="2632619" y="46744"/>
                  <a:pt x="2634203" y="50210"/>
                  <a:pt x="2635108" y="54396"/>
                </a:cubicBezTo>
                <a:cubicBezTo>
                  <a:pt x="2635618" y="56999"/>
                  <a:pt x="2635872" y="61694"/>
                  <a:pt x="2635872" y="68483"/>
                </a:cubicBezTo>
                <a:lnTo>
                  <a:pt x="2635872" y="88850"/>
                </a:lnTo>
                <a:cubicBezTo>
                  <a:pt x="2635872" y="103050"/>
                  <a:pt x="2636197" y="112031"/>
                  <a:pt x="2636848" y="115793"/>
                </a:cubicBezTo>
                <a:cubicBezTo>
                  <a:pt x="2637499" y="119555"/>
                  <a:pt x="2638786" y="123162"/>
                  <a:pt x="2640709" y="126613"/>
                </a:cubicBezTo>
                <a:lnTo>
                  <a:pt x="2624755" y="126613"/>
                </a:lnTo>
                <a:cubicBezTo>
                  <a:pt x="2623171" y="123441"/>
                  <a:pt x="2622153" y="119732"/>
                  <a:pt x="2621700" y="115486"/>
                </a:cubicBezTo>
                <a:moveTo>
                  <a:pt x="2620427" y="81297"/>
                </a:moveTo>
                <a:cubicBezTo>
                  <a:pt x="2614883" y="83580"/>
                  <a:pt x="2606567" y="85519"/>
                  <a:pt x="2595478" y="87115"/>
                </a:cubicBezTo>
                <a:cubicBezTo>
                  <a:pt x="2589198" y="88024"/>
                  <a:pt x="2584757" y="89047"/>
                  <a:pt x="2582155" y="90184"/>
                </a:cubicBezTo>
                <a:cubicBezTo>
                  <a:pt x="2579553" y="91319"/>
                  <a:pt x="2577544" y="92981"/>
                  <a:pt x="2576130" y="95169"/>
                </a:cubicBezTo>
                <a:cubicBezTo>
                  <a:pt x="2574715" y="97356"/>
                  <a:pt x="2574008" y="99785"/>
                  <a:pt x="2574008" y="102454"/>
                </a:cubicBezTo>
                <a:cubicBezTo>
                  <a:pt x="2574008" y="106543"/>
                  <a:pt x="2575550" y="109952"/>
                  <a:pt x="2578633" y="112680"/>
                </a:cubicBezTo>
                <a:cubicBezTo>
                  <a:pt x="2581717" y="115406"/>
                  <a:pt x="2586228" y="116769"/>
                  <a:pt x="2592169" y="116769"/>
                </a:cubicBezTo>
                <a:cubicBezTo>
                  <a:pt x="2598052" y="116769"/>
                  <a:pt x="2603285" y="115476"/>
                  <a:pt x="2607868" y="112889"/>
                </a:cubicBezTo>
                <a:cubicBezTo>
                  <a:pt x="2612450" y="110303"/>
                  <a:pt x="2615817" y="106764"/>
                  <a:pt x="2617966" y="102274"/>
                </a:cubicBezTo>
                <a:cubicBezTo>
                  <a:pt x="2619607" y="98805"/>
                  <a:pt x="2620427" y="93689"/>
                  <a:pt x="2620427" y="86925"/>
                </a:cubicBezTo>
                <a:lnTo>
                  <a:pt x="2620427" y="81297"/>
                </a:lnTo>
                <a:close/>
                <a:moveTo>
                  <a:pt x="2718586" y="126613"/>
                </a:moveTo>
                <a:lnTo>
                  <a:pt x="2718586" y="113375"/>
                </a:lnTo>
                <a:cubicBezTo>
                  <a:pt x="2711570" y="123558"/>
                  <a:pt x="2702038" y="128650"/>
                  <a:pt x="2689987" y="128650"/>
                </a:cubicBezTo>
                <a:cubicBezTo>
                  <a:pt x="2684669" y="128650"/>
                  <a:pt x="2679705" y="127631"/>
                  <a:pt x="2675094" y="125595"/>
                </a:cubicBezTo>
                <a:cubicBezTo>
                  <a:pt x="2670483" y="123558"/>
                  <a:pt x="2667061" y="120998"/>
                  <a:pt x="2664826" y="117915"/>
                </a:cubicBezTo>
                <a:cubicBezTo>
                  <a:pt x="2662591" y="114832"/>
                  <a:pt x="2661021" y="111055"/>
                  <a:pt x="2660116" y="106586"/>
                </a:cubicBezTo>
                <a:cubicBezTo>
                  <a:pt x="2659494" y="103587"/>
                  <a:pt x="2659183" y="98835"/>
                  <a:pt x="2659183" y="92329"/>
                </a:cubicBezTo>
                <a:lnTo>
                  <a:pt x="2659183" y="36490"/>
                </a:lnTo>
                <a:lnTo>
                  <a:pt x="2674458" y="36490"/>
                </a:lnTo>
                <a:lnTo>
                  <a:pt x="2674458" y="86474"/>
                </a:lnTo>
                <a:cubicBezTo>
                  <a:pt x="2674458" y="94451"/>
                  <a:pt x="2674769" y="99825"/>
                  <a:pt x="2675391" y="102597"/>
                </a:cubicBezTo>
                <a:cubicBezTo>
                  <a:pt x="2676353" y="106614"/>
                  <a:pt x="2678390" y="109768"/>
                  <a:pt x="2681501" y="112059"/>
                </a:cubicBezTo>
                <a:cubicBezTo>
                  <a:pt x="2684613" y="114351"/>
                  <a:pt x="2688460" y="115496"/>
                  <a:pt x="2693042" y="115496"/>
                </a:cubicBezTo>
                <a:cubicBezTo>
                  <a:pt x="2697625" y="115496"/>
                  <a:pt x="2701924" y="114322"/>
                  <a:pt x="2705941" y="111975"/>
                </a:cubicBezTo>
                <a:cubicBezTo>
                  <a:pt x="2709958" y="109627"/>
                  <a:pt x="2712801" y="106430"/>
                  <a:pt x="2714470" y="102385"/>
                </a:cubicBezTo>
                <a:cubicBezTo>
                  <a:pt x="2716139" y="98340"/>
                  <a:pt x="2716973" y="92471"/>
                  <a:pt x="2716973" y="84776"/>
                </a:cubicBezTo>
                <a:lnTo>
                  <a:pt x="2716973" y="36490"/>
                </a:lnTo>
                <a:lnTo>
                  <a:pt x="2732248" y="36490"/>
                </a:lnTo>
                <a:lnTo>
                  <a:pt x="2732248" y="126613"/>
                </a:lnTo>
                <a:lnTo>
                  <a:pt x="2718586" y="126613"/>
                </a:lnTo>
                <a:close/>
                <a:moveTo>
                  <a:pt x="2750042" y="99627"/>
                </a:moveTo>
                <a:lnTo>
                  <a:pt x="2765148" y="97251"/>
                </a:lnTo>
                <a:cubicBezTo>
                  <a:pt x="2765996" y="103278"/>
                  <a:pt x="2768358" y="107897"/>
                  <a:pt x="2772234" y="111107"/>
                </a:cubicBezTo>
                <a:cubicBezTo>
                  <a:pt x="2776109" y="114316"/>
                  <a:pt x="2781526" y="115921"/>
                  <a:pt x="2788485" y="115921"/>
                </a:cubicBezTo>
                <a:cubicBezTo>
                  <a:pt x="2795500" y="115921"/>
                  <a:pt x="2800705" y="114504"/>
                  <a:pt x="2804099" y="111670"/>
                </a:cubicBezTo>
                <a:cubicBezTo>
                  <a:pt x="2807494" y="108834"/>
                  <a:pt x="2809191" y="105508"/>
                  <a:pt x="2809191" y="101693"/>
                </a:cubicBezTo>
                <a:cubicBezTo>
                  <a:pt x="2809191" y="98269"/>
                  <a:pt x="2807692" y="95574"/>
                  <a:pt x="2804693" y="93610"/>
                </a:cubicBezTo>
                <a:cubicBezTo>
                  <a:pt x="2802600" y="92263"/>
                  <a:pt x="2797395" y="90551"/>
                  <a:pt x="2789079" y="88473"/>
                </a:cubicBezTo>
                <a:cubicBezTo>
                  <a:pt x="2777877" y="85643"/>
                  <a:pt x="2770112" y="83194"/>
                  <a:pt x="2765784" y="81127"/>
                </a:cubicBezTo>
                <a:cubicBezTo>
                  <a:pt x="2761456" y="79061"/>
                  <a:pt x="2758175" y="76201"/>
                  <a:pt x="2755940" y="72548"/>
                </a:cubicBezTo>
                <a:cubicBezTo>
                  <a:pt x="2753706" y="68896"/>
                  <a:pt x="2752588" y="64861"/>
                  <a:pt x="2752588" y="60445"/>
                </a:cubicBezTo>
                <a:cubicBezTo>
                  <a:pt x="2752588" y="56425"/>
                  <a:pt x="2753508" y="52702"/>
                  <a:pt x="2755346" y="49275"/>
                </a:cubicBezTo>
                <a:cubicBezTo>
                  <a:pt x="2757185" y="45849"/>
                  <a:pt x="2759688" y="43003"/>
                  <a:pt x="2762857" y="40739"/>
                </a:cubicBezTo>
                <a:cubicBezTo>
                  <a:pt x="2765233" y="38983"/>
                  <a:pt x="2768472" y="37497"/>
                  <a:pt x="2772573" y="36281"/>
                </a:cubicBezTo>
                <a:cubicBezTo>
                  <a:pt x="2776675" y="35063"/>
                  <a:pt x="2781073" y="34454"/>
                  <a:pt x="2785769" y="34454"/>
                </a:cubicBezTo>
                <a:cubicBezTo>
                  <a:pt x="2792841" y="34454"/>
                  <a:pt x="2799050" y="35479"/>
                  <a:pt x="2804396" y="37530"/>
                </a:cubicBezTo>
                <a:cubicBezTo>
                  <a:pt x="2809742" y="39579"/>
                  <a:pt x="2813688" y="42356"/>
                  <a:pt x="2816234" y="45860"/>
                </a:cubicBezTo>
                <a:cubicBezTo>
                  <a:pt x="2818780" y="49362"/>
                  <a:pt x="2820534" y="54046"/>
                  <a:pt x="2821496" y="59912"/>
                </a:cubicBezTo>
                <a:lnTo>
                  <a:pt x="2806560" y="61949"/>
                </a:lnTo>
                <a:cubicBezTo>
                  <a:pt x="2805881" y="57310"/>
                  <a:pt x="2803915" y="53689"/>
                  <a:pt x="2800662" y="51087"/>
                </a:cubicBezTo>
                <a:cubicBezTo>
                  <a:pt x="2797409" y="48484"/>
                  <a:pt x="2792813" y="47183"/>
                  <a:pt x="2786872" y="47183"/>
                </a:cubicBezTo>
                <a:cubicBezTo>
                  <a:pt x="2779857" y="47183"/>
                  <a:pt x="2774850" y="48337"/>
                  <a:pt x="2771852" y="50646"/>
                </a:cubicBezTo>
                <a:cubicBezTo>
                  <a:pt x="2768853" y="52953"/>
                  <a:pt x="2767354" y="55656"/>
                  <a:pt x="2767354" y="58753"/>
                </a:cubicBezTo>
                <a:cubicBezTo>
                  <a:pt x="2767354" y="60723"/>
                  <a:pt x="2767976" y="62496"/>
                  <a:pt x="2769221" y="64073"/>
                </a:cubicBezTo>
                <a:cubicBezTo>
                  <a:pt x="2770466" y="65705"/>
                  <a:pt x="2772418" y="67055"/>
                  <a:pt x="2775077" y="68125"/>
                </a:cubicBezTo>
                <a:cubicBezTo>
                  <a:pt x="2776604" y="68689"/>
                  <a:pt x="2781102" y="69984"/>
                  <a:pt x="2788569" y="72010"/>
                </a:cubicBezTo>
                <a:cubicBezTo>
                  <a:pt x="2799375" y="74894"/>
                  <a:pt x="2806914" y="77254"/>
                  <a:pt x="2811185" y="79091"/>
                </a:cubicBezTo>
                <a:cubicBezTo>
                  <a:pt x="2815456" y="80928"/>
                  <a:pt x="2818808" y="83599"/>
                  <a:pt x="2821241" y="87105"/>
                </a:cubicBezTo>
                <a:cubicBezTo>
                  <a:pt x="2823674" y="90609"/>
                  <a:pt x="2824890" y="94961"/>
                  <a:pt x="2824890" y="100160"/>
                </a:cubicBezTo>
                <a:cubicBezTo>
                  <a:pt x="2824890" y="105248"/>
                  <a:pt x="2823405" y="110039"/>
                  <a:pt x="2820435" y="114534"/>
                </a:cubicBezTo>
                <a:cubicBezTo>
                  <a:pt x="2817465" y="119026"/>
                  <a:pt x="2813179" y="122502"/>
                  <a:pt x="2807578" y="124961"/>
                </a:cubicBezTo>
                <a:cubicBezTo>
                  <a:pt x="2801978" y="127420"/>
                  <a:pt x="2795641" y="128650"/>
                  <a:pt x="2788569" y="128650"/>
                </a:cubicBezTo>
                <a:cubicBezTo>
                  <a:pt x="2776859" y="128650"/>
                  <a:pt x="2767934" y="126210"/>
                  <a:pt x="2761796" y="121330"/>
                </a:cubicBezTo>
                <a:cubicBezTo>
                  <a:pt x="2755657" y="116451"/>
                  <a:pt x="2751740" y="109217"/>
                  <a:pt x="2750042" y="99627"/>
                </a:cubicBezTo>
                <a:close/>
                <a:moveTo>
                  <a:pt x="2904745" y="97591"/>
                </a:moveTo>
                <a:lnTo>
                  <a:pt x="2920529" y="99542"/>
                </a:lnTo>
                <a:cubicBezTo>
                  <a:pt x="2918040" y="108764"/>
                  <a:pt x="2913429" y="115921"/>
                  <a:pt x="2906696" y="121012"/>
                </a:cubicBezTo>
                <a:cubicBezTo>
                  <a:pt x="2899964" y="126104"/>
                  <a:pt x="2891365" y="128650"/>
                  <a:pt x="2880899" y="128650"/>
                </a:cubicBezTo>
                <a:cubicBezTo>
                  <a:pt x="2867717" y="128650"/>
                  <a:pt x="2857265" y="124591"/>
                  <a:pt x="2849542" y="116472"/>
                </a:cubicBezTo>
                <a:cubicBezTo>
                  <a:pt x="2841820" y="108354"/>
                  <a:pt x="2837959" y="96968"/>
                  <a:pt x="2837959" y="82315"/>
                </a:cubicBezTo>
                <a:cubicBezTo>
                  <a:pt x="2837959" y="67154"/>
                  <a:pt x="2841862" y="55386"/>
                  <a:pt x="2849670" y="47013"/>
                </a:cubicBezTo>
                <a:cubicBezTo>
                  <a:pt x="2857477" y="38640"/>
                  <a:pt x="2867604" y="34454"/>
                  <a:pt x="2880050" y="34454"/>
                </a:cubicBezTo>
                <a:cubicBezTo>
                  <a:pt x="2892100" y="34454"/>
                  <a:pt x="2901944" y="38549"/>
                  <a:pt x="2909582" y="46740"/>
                </a:cubicBezTo>
                <a:cubicBezTo>
                  <a:pt x="2917219" y="54929"/>
                  <a:pt x="2921038" y="66451"/>
                  <a:pt x="2921038" y="81305"/>
                </a:cubicBezTo>
                <a:cubicBezTo>
                  <a:pt x="2921038" y="82209"/>
                  <a:pt x="2921010" y="83564"/>
                  <a:pt x="2920953" y="85370"/>
                </a:cubicBezTo>
                <a:lnTo>
                  <a:pt x="2853743" y="85370"/>
                </a:lnTo>
                <a:cubicBezTo>
                  <a:pt x="2854309" y="95243"/>
                  <a:pt x="2857109" y="102802"/>
                  <a:pt x="2862144" y="108050"/>
                </a:cubicBezTo>
                <a:cubicBezTo>
                  <a:pt x="2867179" y="113297"/>
                  <a:pt x="2873459" y="115921"/>
                  <a:pt x="2880983" y="115921"/>
                </a:cubicBezTo>
                <a:cubicBezTo>
                  <a:pt x="2886584" y="115921"/>
                  <a:pt x="2891365" y="114464"/>
                  <a:pt x="2895325" y="111550"/>
                </a:cubicBezTo>
                <a:cubicBezTo>
                  <a:pt x="2899285" y="108635"/>
                  <a:pt x="2902425" y="103982"/>
                  <a:pt x="2904745" y="97591"/>
                </a:cubicBezTo>
                <a:moveTo>
                  <a:pt x="2854592" y="72641"/>
                </a:moveTo>
                <a:lnTo>
                  <a:pt x="2904914" y="72641"/>
                </a:lnTo>
                <a:cubicBezTo>
                  <a:pt x="2904235" y="65184"/>
                  <a:pt x="2902312" y="59591"/>
                  <a:pt x="2899144" y="55863"/>
                </a:cubicBezTo>
                <a:cubicBezTo>
                  <a:pt x="2894278" y="50076"/>
                  <a:pt x="2887970" y="47183"/>
                  <a:pt x="2880220" y="47183"/>
                </a:cubicBezTo>
                <a:cubicBezTo>
                  <a:pt x="2873205" y="47183"/>
                  <a:pt x="2867307" y="49493"/>
                  <a:pt x="2862526" y="54112"/>
                </a:cubicBezTo>
                <a:cubicBezTo>
                  <a:pt x="2857746" y="58730"/>
                  <a:pt x="2855101" y="64907"/>
                  <a:pt x="2854592" y="72641"/>
                </a:cubicBezTo>
                <a:close/>
                <a:moveTo>
                  <a:pt x="2982311" y="81552"/>
                </a:moveTo>
                <a:cubicBezTo>
                  <a:pt x="2982311" y="64862"/>
                  <a:pt x="2986950" y="52501"/>
                  <a:pt x="2996228" y="44467"/>
                </a:cubicBezTo>
                <a:cubicBezTo>
                  <a:pt x="3003979" y="37792"/>
                  <a:pt x="3013426" y="34454"/>
                  <a:pt x="3024572" y="34454"/>
                </a:cubicBezTo>
                <a:cubicBezTo>
                  <a:pt x="3036961" y="34454"/>
                  <a:pt x="3047088" y="38513"/>
                  <a:pt x="3054952" y="46631"/>
                </a:cubicBezTo>
                <a:cubicBezTo>
                  <a:pt x="3062816" y="54750"/>
                  <a:pt x="3066748" y="65966"/>
                  <a:pt x="3066748" y="80279"/>
                </a:cubicBezTo>
                <a:cubicBezTo>
                  <a:pt x="3066748" y="91877"/>
                  <a:pt x="3065008" y="100999"/>
                  <a:pt x="3061529" y="107647"/>
                </a:cubicBezTo>
                <a:cubicBezTo>
                  <a:pt x="3058049" y="114294"/>
                  <a:pt x="3052986" y="119456"/>
                  <a:pt x="3046338" y="123134"/>
                </a:cubicBezTo>
                <a:cubicBezTo>
                  <a:pt x="3039691" y="126811"/>
                  <a:pt x="3032435" y="128650"/>
                  <a:pt x="3024572" y="128650"/>
                </a:cubicBezTo>
                <a:cubicBezTo>
                  <a:pt x="3011955" y="128650"/>
                  <a:pt x="3001758" y="124605"/>
                  <a:pt x="2993979" y="116515"/>
                </a:cubicBezTo>
                <a:cubicBezTo>
                  <a:pt x="2986200" y="108424"/>
                  <a:pt x="2982311" y="96770"/>
                  <a:pt x="2982311" y="81552"/>
                </a:cubicBezTo>
                <a:moveTo>
                  <a:pt x="2998010" y="81509"/>
                </a:moveTo>
                <a:cubicBezTo>
                  <a:pt x="2998010" y="93008"/>
                  <a:pt x="3000527" y="101618"/>
                  <a:pt x="3005563" y="107339"/>
                </a:cubicBezTo>
                <a:cubicBezTo>
                  <a:pt x="3010598" y="113060"/>
                  <a:pt x="3016934" y="115921"/>
                  <a:pt x="3024572" y="115921"/>
                </a:cubicBezTo>
                <a:cubicBezTo>
                  <a:pt x="3032152" y="115921"/>
                  <a:pt x="3038461" y="113046"/>
                  <a:pt x="3043496" y="107297"/>
                </a:cubicBezTo>
                <a:cubicBezTo>
                  <a:pt x="3048531" y="101547"/>
                  <a:pt x="3051048" y="92783"/>
                  <a:pt x="3051048" y="81003"/>
                </a:cubicBezTo>
                <a:cubicBezTo>
                  <a:pt x="3051048" y="69898"/>
                  <a:pt x="3048517" y="61486"/>
                  <a:pt x="3043453" y="55764"/>
                </a:cubicBezTo>
                <a:cubicBezTo>
                  <a:pt x="3038390" y="50043"/>
                  <a:pt x="3032096" y="47183"/>
                  <a:pt x="3024572" y="47183"/>
                </a:cubicBezTo>
                <a:cubicBezTo>
                  <a:pt x="3016934" y="47183"/>
                  <a:pt x="3010598" y="50029"/>
                  <a:pt x="3005563" y="55722"/>
                </a:cubicBezTo>
                <a:cubicBezTo>
                  <a:pt x="3000527" y="61415"/>
                  <a:pt x="2998010" y="70011"/>
                  <a:pt x="2998010" y="81509"/>
                </a:cubicBezTo>
                <a:close/>
                <a:moveTo>
                  <a:pt x="3088276" y="126613"/>
                </a:moveTo>
                <a:lnTo>
                  <a:pt x="3088276" y="48371"/>
                </a:lnTo>
                <a:lnTo>
                  <a:pt x="3074783" y="48371"/>
                </a:lnTo>
                <a:lnTo>
                  <a:pt x="3074783" y="36490"/>
                </a:lnTo>
                <a:lnTo>
                  <a:pt x="3088276" y="36490"/>
                </a:lnTo>
                <a:lnTo>
                  <a:pt x="3088276" y="26922"/>
                </a:lnTo>
                <a:cubicBezTo>
                  <a:pt x="3088276" y="20883"/>
                  <a:pt x="3088813" y="16396"/>
                  <a:pt x="3089888" y="13461"/>
                </a:cubicBezTo>
                <a:cubicBezTo>
                  <a:pt x="3091359" y="9512"/>
                  <a:pt x="3093948" y="6309"/>
                  <a:pt x="3097653" y="3853"/>
                </a:cubicBezTo>
                <a:cubicBezTo>
                  <a:pt x="3101359" y="1398"/>
                  <a:pt x="3106549" y="170"/>
                  <a:pt x="3113225" y="170"/>
                </a:cubicBezTo>
                <a:cubicBezTo>
                  <a:pt x="3117525" y="170"/>
                  <a:pt x="3122277" y="679"/>
                  <a:pt x="3127482" y="1697"/>
                </a:cubicBezTo>
                <a:lnTo>
                  <a:pt x="3125191" y="15020"/>
                </a:lnTo>
                <a:cubicBezTo>
                  <a:pt x="3122022" y="14455"/>
                  <a:pt x="3119024" y="14172"/>
                  <a:pt x="3116195" y="14172"/>
                </a:cubicBezTo>
                <a:cubicBezTo>
                  <a:pt x="3111556" y="14172"/>
                  <a:pt x="3108275" y="15158"/>
                  <a:pt x="3106351" y="17131"/>
                </a:cubicBezTo>
                <a:cubicBezTo>
                  <a:pt x="3104428" y="19104"/>
                  <a:pt x="3103466" y="22796"/>
                  <a:pt x="3103466" y="28206"/>
                </a:cubicBezTo>
                <a:lnTo>
                  <a:pt x="3103466" y="36490"/>
                </a:lnTo>
                <a:lnTo>
                  <a:pt x="3121032" y="36490"/>
                </a:lnTo>
                <a:lnTo>
                  <a:pt x="3121032" y="48371"/>
                </a:lnTo>
                <a:lnTo>
                  <a:pt x="3103466" y="48371"/>
                </a:lnTo>
                <a:lnTo>
                  <a:pt x="3103466" y="126613"/>
                </a:lnTo>
                <a:lnTo>
                  <a:pt x="3088276" y="126613"/>
                </a:lnTo>
                <a:close/>
                <a:moveTo>
                  <a:pt x="3214608" y="113120"/>
                </a:moveTo>
                <a:lnTo>
                  <a:pt x="3216814" y="126613"/>
                </a:lnTo>
                <a:cubicBezTo>
                  <a:pt x="3212515" y="127405"/>
                  <a:pt x="3208668" y="127801"/>
                  <a:pt x="3205273" y="127801"/>
                </a:cubicBezTo>
                <a:cubicBezTo>
                  <a:pt x="3199729" y="127801"/>
                  <a:pt x="3195429" y="126924"/>
                  <a:pt x="3192374" y="125170"/>
                </a:cubicBezTo>
                <a:cubicBezTo>
                  <a:pt x="3189319" y="123417"/>
                  <a:pt x="3187169" y="121111"/>
                  <a:pt x="3185925" y="118254"/>
                </a:cubicBezTo>
                <a:cubicBezTo>
                  <a:pt x="3184680" y="115397"/>
                  <a:pt x="3184058" y="109386"/>
                  <a:pt x="3184058" y="100221"/>
                </a:cubicBezTo>
                <a:lnTo>
                  <a:pt x="3184058" y="48371"/>
                </a:lnTo>
                <a:lnTo>
                  <a:pt x="3172856" y="48371"/>
                </a:lnTo>
                <a:lnTo>
                  <a:pt x="3172856" y="36490"/>
                </a:lnTo>
                <a:lnTo>
                  <a:pt x="3184058" y="36490"/>
                </a:lnTo>
                <a:lnTo>
                  <a:pt x="3184058" y="14111"/>
                </a:lnTo>
                <a:lnTo>
                  <a:pt x="3199248" y="4922"/>
                </a:lnTo>
                <a:lnTo>
                  <a:pt x="3199248" y="36490"/>
                </a:lnTo>
                <a:lnTo>
                  <a:pt x="3214608" y="36490"/>
                </a:lnTo>
                <a:lnTo>
                  <a:pt x="3214608" y="48371"/>
                </a:lnTo>
                <a:lnTo>
                  <a:pt x="3199248" y="48371"/>
                </a:lnTo>
                <a:lnTo>
                  <a:pt x="3199248" y="101070"/>
                </a:lnTo>
                <a:cubicBezTo>
                  <a:pt x="3199248" y="105426"/>
                  <a:pt x="3199517" y="108226"/>
                  <a:pt x="3200054" y="109471"/>
                </a:cubicBezTo>
                <a:cubicBezTo>
                  <a:pt x="3200592" y="110716"/>
                  <a:pt x="3201468" y="111706"/>
                  <a:pt x="3202685" y="112441"/>
                </a:cubicBezTo>
                <a:cubicBezTo>
                  <a:pt x="3203901" y="113177"/>
                  <a:pt x="3205641" y="113544"/>
                  <a:pt x="3207904" y="113544"/>
                </a:cubicBezTo>
                <a:cubicBezTo>
                  <a:pt x="3209601" y="113544"/>
                  <a:pt x="3211836" y="113403"/>
                  <a:pt x="3214608" y="113120"/>
                </a:cubicBezTo>
                <a:close/>
                <a:moveTo>
                  <a:pt x="3229573" y="126613"/>
                </a:moveTo>
                <a:lnTo>
                  <a:pt x="3229573" y="2206"/>
                </a:lnTo>
                <a:lnTo>
                  <a:pt x="3244848" y="2206"/>
                </a:lnTo>
                <a:lnTo>
                  <a:pt x="3244848" y="46843"/>
                </a:lnTo>
                <a:cubicBezTo>
                  <a:pt x="3251976" y="38584"/>
                  <a:pt x="3260971" y="34454"/>
                  <a:pt x="3271833" y="34454"/>
                </a:cubicBezTo>
                <a:cubicBezTo>
                  <a:pt x="3278509" y="34454"/>
                  <a:pt x="3284308" y="35769"/>
                  <a:pt x="3289230" y="38400"/>
                </a:cubicBezTo>
                <a:cubicBezTo>
                  <a:pt x="3294152" y="41030"/>
                  <a:pt x="3297674" y="44665"/>
                  <a:pt x="3299795" y="49304"/>
                </a:cubicBezTo>
                <a:cubicBezTo>
                  <a:pt x="3301917" y="53944"/>
                  <a:pt x="3302978" y="60676"/>
                  <a:pt x="3302978" y="69501"/>
                </a:cubicBezTo>
                <a:lnTo>
                  <a:pt x="3302978" y="126613"/>
                </a:lnTo>
                <a:lnTo>
                  <a:pt x="3287703" y="126613"/>
                </a:lnTo>
                <a:lnTo>
                  <a:pt x="3287703" y="69501"/>
                </a:lnTo>
                <a:cubicBezTo>
                  <a:pt x="3287703" y="61864"/>
                  <a:pt x="3286048" y="56305"/>
                  <a:pt x="3282738" y="52826"/>
                </a:cubicBezTo>
                <a:cubicBezTo>
                  <a:pt x="3279429" y="49347"/>
                  <a:pt x="3274747" y="47607"/>
                  <a:pt x="3268694" y="47607"/>
                </a:cubicBezTo>
                <a:cubicBezTo>
                  <a:pt x="3264168" y="47607"/>
                  <a:pt x="3259910" y="48781"/>
                  <a:pt x="3255922" y="51129"/>
                </a:cubicBezTo>
                <a:cubicBezTo>
                  <a:pt x="3251933" y="53477"/>
                  <a:pt x="3249091" y="56659"/>
                  <a:pt x="3247393" y="60676"/>
                </a:cubicBezTo>
                <a:cubicBezTo>
                  <a:pt x="3245696" y="64693"/>
                  <a:pt x="3244848" y="70237"/>
                  <a:pt x="3244848" y="77309"/>
                </a:cubicBezTo>
                <a:lnTo>
                  <a:pt x="3244848" y="126613"/>
                </a:lnTo>
                <a:lnTo>
                  <a:pt x="3229573" y="126613"/>
                </a:lnTo>
                <a:close/>
                <a:moveTo>
                  <a:pt x="3387897" y="97591"/>
                </a:moveTo>
                <a:lnTo>
                  <a:pt x="3403681" y="99542"/>
                </a:lnTo>
                <a:cubicBezTo>
                  <a:pt x="3401192" y="108764"/>
                  <a:pt x="3396581" y="115921"/>
                  <a:pt x="3389849" y="121012"/>
                </a:cubicBezTo>
                <a:cubicBezTo>
                  <a:pt x="3383117" y="126104"/>
                  <a:pt x="3374517" y="128650"/>
                  <a:pt x="3364051" y="128650"/>
                </a:cubicBezTo>
                <a:cubicBezTo>
                  <a:pt x="3350869" y="128650"/>
                  <a:pt x="3340417" y="124591"/>
                  <a:pt x="3332695" y="116472"/>
                </a:cubicBezTo>
                <a:cubicBezTo>
                  <a:pt x="3324973" y="108354"/>
                  <a:pt x="3321111" y="96968"/>
                  <a:pt x="3321111" y="82315"/>
                </a:cubicBezTo>
                <a:cubicBezTo>
                  <a:pt x="3321111" y="67154"/>
                  <a:pt x="3325015" y="55386"/>
                  <a:pt x="3332822" y="47013"/>
                </a:cubicBezTo>
                <a:cubicBezTo>
                  <a:pt x="3340630" y="38640"/>
                  <a:pt x="3350756" y="34454"/>
                  <a:pt x="3363203" y="34454"/>
                </a:cubicBezTo>
                <a:cubicBezTo>
                  <a:pt x="3375253" y="34454"/>
                  <a:pt x="3385097" y="38549"/>
                  <a:pt x="3392734" y="46740"/>
                </a:cubicBezTo>
                <a:cubicBezTo>
                  <a:pt x="3400372" y="54929"/>
                  <a:pt x="3404191" y="66451"/>
                  <a:pt x="3404191" y="81305"/>
                </a:cubicBezTo>
                <a:cubicBezTo>
                  <a:pt x="3404191" y="82209"/>
                  <a:pt x="3404162" y="83564"/>
                  <a:pt x="3404106" y="85370"/>
                </a:cubicBezTo>
                <a:lnTo>
                  <a:pt x="3336896" y="85370"/>
                </a:lnTo>
                <a:cubicBezTo>
                  <a:pt x="3337461" y="95243"/>
                  <a:pt x="3340262" y="102802"/>
                  <a:pt x="3345297" y="108050"/>
                </a:cubicBezTo>
                <a:cubicBezTo>
                  <a:pt x="3350332" y="113297"/>
                  <a:pt x="3356612" y="115921"/>
                  <a:pt x="3364136" y="115921"/>
                </a:cubicBezTo>
                <a:cubicBezTo>
                  <a:pt x="3369737" y="115921"/>
                  <a:pt x="3374517" y="114464"/>
                  <a:pt x="3378478" y="111550"/>
                </a:cubicBezTo>
                <a:cubicBezTo>
                  <a:pt x="3382438" y="108635"/>
                  <a:pt x="3385578" y="103982"/>
                  <a:pt x="3387897" y="97591"/>
                </a:cubicBezTo>
                <a:moveTo>
                  <a:pt x="3337744" y="72641"/>
                </a:moveTo>
                <a:lnTo>
                  <a:pt x="3388067" y="72641"/>
                </a:lnTo>
                <a:cubicBezTo>
                  <a:pt x="3387388" y="65184"/>
                  <a:pt x="3385465" y="59591"/>
                  <a:pt x="3382296" y="55863"/>
                </a:cubicBezTo>
                <a:cubicBezTo>
                  <a:pt x="3377431" y="50076"/>
                  <a:pt x="3371123" y="47183"/>
                  <a:pt x="3363372" y="47183"/>
                </a:cubicBezTo>
                <a:cubicBezTo>
                  <a:pt x="3356357" y="47183"/>
                  <a:pt x="3350459" y="49493"/>
                  <a:pt x="3345679" y="54112"/>
                </a:cubicBezTo>
                <a:cubicBezTo>
                  <a:pt x="3340898" y="58730"/>
                  <a:pt x="3338253" y="64907"/>
                  <a:pt x="3337744" y="72641"/>
                </a:cubicBezTo>
                <a:close/>
                <a:moveTo>
                  <a:pt x="3508658" y="126613"/>
                </a:moveTo>
                <a:lnTo>
                  <a:pt x="3460457" y="2206"/>
                </a:lnTo>
                <a:lnTo>
                  <a:pt x="3478278" y="2206"/>
                </a:lnTo>
                <a:lnTo>
                  <a:pt x="3510610" y="92584"/>
                </a:lnTo>
                <a:cubicBezTo>
                  <a:pt x="3513212" y="99825"/>
                  <a:pt x="3515390" y="106614"/>
                  <a:pt x="3517144" y="112950"/>
                </a:cubicBezTo>
                <a:cubicBezTo>
                  <a:pt x="3519068" y="106162"/>
                  <a:pt x="3521302" y="99373"/>
                  <a:pt x="3523848" y="92584"/>
                </a:cubicBezTo>
                <a:lnTo>
                  <a:pt x="3557453" y="2206"/>
                </a:lnTo>
                <a:lnTo>
                  <a:pt x="3574256" y="2206"/>
                </a:lnTo>
                <a:lnTo>
                  <a:pt x="3525545" y="126613"/>
                </a:lnTo>
                <a:lnTo>
                  <a:pt x="3508658" y="126613"/>
                </a:lnTo>
                <a:close/>
                <a:moveTo>
                  <a:pt x="3677788" y="82825"/>
                </a:moveTo>
                <a:lnTo>
                  <a:pt x="3694251" y="86983"/>
                </a:lnTo>
                <a:cubicBezTo>
                  <a:pt x="3690800" y="100532"/>
                  <a:pt x="3684591" y="110864"/>
                  <a:pt x="3675624" y="117978"/>
                </a:cubicBezTo>
                <a:cubicBezTo>
                  <a:pt x="3666657" y="125093"/>
                  <a:pt x="3655695" y="128650"/>
                  <a:pt x="3642740" y="128650"/>
                </a:cubicBezTo>
                <a:cubicBezTo>
                  <a:pt x="3629332" y="128650"/>
                  <a:pt x="3618427" y="125920"/>
                  <a:pt x="3610026" y="120461"/>
                </a:cubicBezTo>
                <a:cubicBezTo>
                  <a:pt x="3601625" y="115001"/>
                  <a:pt x="3595232" y="107095"/>
                  <a:pt x="3590847" y="96742"/>
                </a:cubicBezTo>
                <a:cubicBezTo>
                  <a:pt x="3586463" y="86389"/>
                  <a:pt x="3584270" y="75272"/>
                  <a:pt x="3584270" y="63391"/>
                </a:cubicBezTo>
                <a:cubicBezTo>
                  <a:pt x="3584270" y="50436"/>
                  <a:pt x="3586746" y="39135"/>
                  <a:pt x="3591696" y="29489"/>
                </a:cubicBezTo>
                <a:cubicBezTo>
                  <a:pt x="3596646" y="19843"/>
                  <a:pt x="3603690" y="12517"/>
                  <a:pt x="3612826" y="7510"/>
                </a:cubicBezTo>
                <a:cubicBezTo>
                  <a:pt x="3621963" y="2503"/>
                  <a:pt x="3632019" y="0"/>
                  <a:pt x="3642995" y="0"/>
                </a:cubicBezTo>
                <a:cubicBezTo>
                  <a:pt x="3655441" y="0"/>
                  <a:pt x="3665907" y="3168"/>
                  <a:pt x="3674393" y="9504"/>
                </a:cubicBezTo>
                <a:cubicBezTo>
                  <a:pt x="3682879" y="15841"/>
                  <a:pt x="3688791" y="24751"/>
                  <a:pt x="3692129" y="36236"/>
                </a:cubicBezTo>
                <a:lnTo>
                  <a:pt x="3675921" y="40055"/>
                </a:lnTo>
                <a:cubicBezTo>
                  <a:pt x="3673035" y="30973"/>
                  <a:pt x="3668849" y="24360"/>
                  <a:pt x="3663361" y="20218"/>
                </a:cubicBezTo>
                <a:cubicBezTo>
                  <a:pt x="3657874" y="16074"/>
                  <a:pt x="3650971" y="14002"/>
                  <a:pt x="3642655" y="14002"/>
                </a:cubicBezTo>
                <a:cubicBezTo>
                  <a:pt x="3633094" y="14002"/>
                  <a:pt x="3625103" y="16298"/>
                  <a:pt x="3618682" y="20889"/>
                </a:cubicBezTo>
                <a:cubicBezTo>
                  <a:pt x="3612261" y="25479"/>
                  <a:pt x="3607749" y="31642"/>
                  <a:pt x="3605146" y="39378"/>
                </a:cubicBezTo>
                <a:cubicBezTo>
                  <a:pt x="3602544" y="47113"/>
                  <a:pt x="3601243" y="55088"/>
                  <a:pt x="3601243" y="63304"/>
                </a:cubicBezTo>
                <a:cubicBezTo>
                  <a:pt x="3601243" y="73901"/>
                  <a:pt x="3602784" y="83153"/>
                  <a:pt x="3605868" y="91059"/>
                </a:cubicBezTo>
                <a:cubicBezTo>
                  <a:pt x="3608951" y="98965"/>
                  <a:pt x="3613746" y="104874"/>
                  <a:pt x="3620252" y="108784"/>
                </a:cubicBezTo>
                <a:cubicBezTo>
                  <a:pt x="3626758" y="112693"/>
                  <a:pt x="3633801" y="114648"/>
                  <a:pt x="3641382" y="114648"/>
                </a:cubicBezTo>
                <a:cubicBezTo>
                  <a:pt x="3650604" y="114648"/>
                  <a:pt x="3658411" y="111975"/>
                  <a:pt x="3664804" y="106628"/>
                </a:cubicBezTo>
                <a:cubicBezTo>
                  <a:pt x="3671197" y="101282"/>
                  <a:pt x="3675525" y="93347"/>
                  <a:pt x="3677788" y="82825"/>
                </a:cubicBezTo>
                <a:close/>
                <a:moveTo>
                  <a:pt x="3722565" y="163273"/>
                </a:moveTo>
                <a:lnTo>
                  <a:pt x="3711618" y="163273"/>
                </a:lnTo>
                <a:cubicBezTo>
                  <a:pt x="3728534" y="136118"/>
                  <a:pt x="3736991" y="108934"/>
                  <a:pt x="3736991" y="81721"/>
                </a:cubicBezTo>
                <a:cubicBezTo>
                  <a:pt x="3736991" y="71085"/>
                  <a:pt x="3735775" y="60534"/>
                  <a:pt x="3733342" y="50068"/>
                </a:cubicBezTo>
                <a:cubicBezTo>
                  <a:pt x="3731419" y="41582"/>
                  <a:pt x="3728732" y="33435"/>
                  <a:pt x="3725281" y="25628"/>
                </a:cubicBezTo>
                <a:cubicBezTo>
                  <a:pt x="3723074" y="20536"/>
                  <a:pt x="3718520" y="12050"/>
                  <a:pt x="3711618" y="170"/>
                </a:cubicBezTo>
                <a:lnTo>
                  <a:pt x="3722565" y="170"/>
                </a:lnTo>
                <a:cubicBezTo>
                  <a:pt x="3733201" y="14370"/>
                  <a:pt x="3741065" y="28627"/>
                  <a:pt x="3746157" y="42940"/>
                </a:cubicBezTo>
                <a:cubicBezTo>
                  <a:pt x="3750513" y="55273"/>
                  <a:pt x="3752691" y="68172"/>
                  <a:pt x="3752691" y="81637"/>
                </a:cubicBezTo>
                <a:cubicBezTo>
                  <a:pt x="3752691" y="96912"/>
                  <a:pt x="3749763" y="111677"/>
                  <a:pt x="3743908" y="125934"/>
                </a:cubicBezTo>
                <a:cubicBezTo>
                  <a:pt x="3738052" y="140191"/>
                  <a:pt x="3730938" y="152637"/>
                  <a:pt x="3722565" y="163273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8.checkifpagewalkwassuccessful">
            <a:extLst xmlns:a="http://schemas.openxmlformats.org/drawingml/2006/main">
              <a:ext uri="{FF2B5EF4-FFF2-40B4-BE49-F238E27FC236}">
                <a16:creationId xmlns:a16="http://schemas.microsoft.com/office/drawing/2014/main" id="{ADF4930B-295C-4E1D-8E23-BC46692A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4" y="1984670"/>
            <a:ext cx="2810859" cy="163103"/>
          </a:xfrm>
          <a:custGeom xmlns:a="http://schemas.openxmlformats.org/drawingml/2006/main">
            <a:pathLst>
              <a:path w="2810859" h="163103">
                <a:moveTo>
                  <a:pt x="23676" y="58809"/>
                </a:moveTo>
                <a:cubicBezTo>
                  <a:pt x="17340" y="56496"/>
                  <a:pt x="12644" y="53197"/>
                  <a:pt x="9589" y="48909"/>
                </a:cubicBezTo>
                <a:cubicBezTo>
                  <a:pt x="6534" y="44622"/>
                  <a:pt x="5007" y="39489"/>
                  <a:pt x="5007" y="33510"/>
                </a:cubicBezTo>
                <a:cubicBezTo>
                  <a:pt x="5007" y="24484"/>
                  <a:pt x="8260" y="16898"/>
                  <a:pt x="14766" y="10751"/>
                </a:cubicBezTo>
                <a:cubicBezTo>
                  <a:pt x="21272" y="4602"/>
                  <a:pt x="29928" y="1528"/>
                  <a:pt x="40733" y="1528"/>
                </a:cubicBezTo>
                <a:cubicBezTo>
                  <a:pt x="51596" y="1528"/>
                  <a:pt x="60336" y="4673"/>
                  <a:pt x="66956" y="10963"/>
                </a:cubicBezTo>
                <a:cubicBezTo>
                  <a:pt x="73575" y="17252"/>
                  <a:pt x="76884" y="24909"/>
                  <a:pt x="76884" y="33934"/>
                </a:cubicBezTo>
                <a:cubicBezTo>
                  <a:pt x="76884" y="39687"/>
                  <a:pt x="75371" y="44693"/>
                  <a:pt x="72344" y="48952"/>
                </a:cubicBezTo>
                <a:cubicBezTo>
                  <a:pt x="69318" y="53211"/>
                  <a:pt x="64721" y="56496"/>
                  <a:pt x="58554" y="58809"/>
                </a:cubicBezTo>
                <a:cubicBezTo>
                  <a:pt x="66192" y="61302"/>
                  <a:pt x="72005" y="65324"/>
                  <a:pt x="75993" y="70875"/>
                </a:cubicBezTo>
                <a:cubicBezTo>
                  <a:pt x="79982" y="76425"/>
                  <a:pt x="81976" y="83052"/>
                  <a:pt x="81976" y="90757"/>
                </a:cubicBezTo>
                <a:cubicBezTo>
                  <a:pt x="81976" y="101405"/>
                  <a:pt x="78214" y="110354"/>
                  <a:pt x="70689" y="117605"/>
                </a:cubicBezTo>
                <a:cubicBezTo>
                  <a:pt x="63165" y="124855"/>
                  <a:pt x="53265" y="128480"/>
                  <a:pt x="40988" y="128480"/>
                </a:cubicBezTo>
                <a:cubicBezTo>
                  <a:pt x="28711" y="128480"/>
                  <a:pt x="18811" y="124841"/>
                  <a:pt x="11287" y="117562"/>
                </a:cubicBezTo>
                <a:cubicBezTo>
                  <a:pt x="3762" y="110283"/>
                  <a:pt x="0" y="101206"/>
                  <a:pt x="0" y="90330"/>
                </a:cubicBezTo>
                <a:cubicBezTo>
                  <a:pt x="0" y="82231"/>
                  <a:pt x="2051" y="75448"/>
                  <a:pt x="6152" y="69981"/>
                </a:cubicBezTo>
                <a:cubicBezTo>
                  <a:pt x="10254" y="64515"/>
                  <a:pt x="16095" y="60791"/>
                  <a:pt x="23676" y="58809"/>
                </a:cubicBezTo>
                <a:moveTo>
                  <a:pt x="20621" y="33101"/>
                </a:moveTo>
                <a:cubicBezTo>
                  <a:pt x="20621" y="38934"/>
                  <a:pt x="22517" y="43701"/>
                  <a:pt x="26307" y="47403"/>
                </a:cubicBezTo>
                <a:cubicBezTo>
                  <a:pt x="30097" y="51103"/>
                  <a:pt x="35019" y="52953"/>
                  <a:pt x="41073" y="52953"/>
                </a:cubicBezTo>
                <a:cubicBezTo>
                  <a:pt x="46957" y="52953"/>
                  <a:pt x="51780" y="51117"/>
                  <a:pt x="55542" y="47443"/>
                </a:cubicBezTo>
                <a:cubicBezTo>
                  <a:pt x="59304" y="43769"/>
                  <a:pt x="61185" y="39269"/>
                  <a:pt x="61185" y="33942"/>
                </a:cubicBezTo>
                <a:cubicBezTo>
                  <a:pt x="61185" y="28389"/>
                  <a:pt x="59247" y="23720"/>
                  <a:pt x="55372" y="19934"/>
                </a:cubicBezTo>
                <a:cubicBezTo>
                  <a:pt x="51497" y="16149"/>
                  <a:pt x="46674" y="14257"/>
                  <a:pt x="40903" y="14257"/>
                </a:cubicBezTo>
                <a:cubicBezTo>
                  <a:pt x="35076" y="14257"/>
                  <a:pt x="30239" y="16108"/>
                  <a:pt x="26392" y="19810"/>
                </a:cubicBezTo>
                <a:cubicBezTo>
                  <a:pt x="22545" y="23510"/>
                  <a:pt x="20621" y="27941"/>
                  <a:pt x="20621" y="33101"/>
                </a:cubicBezTo>
                <a:moveTo>
                  <a:pt x="15699" y="90335"/>
                </a:moveTo>
                <a:cubicBezTo>
                  <a:pt x="15699" y="94684"/>
                  <a:pt x="16732" y="98892"/>
                  <a:pt x="18797" y="102958"/>
                </a:cubicBezTo>
                <a:cubicBezTo>
                  <a:pt x="20862" y="107024"/>
                  <a:pt x="23931" y="110173"/>
                  <a:pt x="28004" y="112404"/>
                </a:cubicBezTo>
                <a:cubicBezTo>
                  <a:pt x="32078" y="114635"/>
                  <a:pt x="36462" y="115751"/>
                  <a:pt x="41158" y="115751"/>
                </a:cubicBezTo>
                <a:cubicBezTo>
                  <a:pt x="48456" y="115751"/>
                  <a:pt x="54481" y="113407"/>
                  <a:pt x="59233" y="108721"/>
                </a:cubicBezTo>
                <a:cubicBezTo>
                  <a:pt x="63985" y="104032"/>
                  <a:pt x="66362" y="98073"/>
                  <a:pt x="66362" y="90844"/>
                </a:cubicBezTo>
                <a:cubicBezTo>
                  <a:pt x="66362" y="83502"/>
                  <a:pt x="63915" y="77431"/>
                  <a:pt x="59021" y="72631"/>
                </a:cubicBezTo>
                <a:cubicBezTo>
                  <a:pt x="54127" y="67829"/>
                  <a:pt x="48003" y="65428"/>
                  <a:pt x="40649" y="65428"/>
                </a:cubicBezTo>
                <a:cubicBezTo>
                  <a:pt x="33464" y="65428"/>
                  <a:pt x="27509" y="67801"/>
                  <a:pt x="22785" y="72546"/>
                </a:cubicBezTo>
                <a:cubicBezTo>
                  <a:pt x="18061" y="77289"/>
                  <a:pt x="15699" y="83219"/>
                  <a:pt x="15699" y="90335"/>
                </a:cubicBezTo>
                <a:close/>
                <a:moveTo>
                  <a:pt x="105371" y="126443"/>
                </a:moveTo>
                <a:lnTo>
                  <a:pt x="105371" y="108962"/>
                </a:lnTo>
                <a:lnTo>
                  <a:pt x="122768" y="108962"/>
                </a:lnTo>
                <a:lnTo>
                  <a:pt x="122768" y="126443"/>
                </a:lnTo>
                <a:lnTo>
                  <a:pt x="105371" y="126443"/>
                </a:lnTo>
                <a:close/>
                <a:moveTo>
                  <a:pt x="256483" y="93347"/>
                </a:moveTo>
                <a:lnTo>
                  <a:pt x="271503" y="95299"/>
                </a:lnTo>
                <a:cubicBezTo>
                  <a:pt x="269863" y="105679"/>
                  <a:pt x="265662" y="113804"/>
                  <a:pt x="258901" y="119676"/>
                </a:cubicBezTo>
                <a:cubicBezTo>
                  <a:pt x="252141" y="125545"/>
                  <a:pt x="243838" y="128480"/>
                  <a:pt x="233995" y="128480"/>
                </a:cubicBezTo>
                <a:cubicBezTo>
                  <a:pt x="221661" y="128480"/>
                  <a:pt x="211747" y="124449"/>
                  <a:pt x="204251" y="116387"/>
                </a:cubicBezTo>
                <a:cubicBezTo>
                  <a:pt x="196755" y="108325"/>
                  <a:pt x="193007" y="96770"/>
                  <a:pt x="193007" y="81721"/>
                </a:cubicBezTo>
                <a:cubicBezTo>
                  <a:pt x="193007" y="71991"/>
                  <a:pt x="194619" y="63476"/>
                  <a:pt x="197844" y="56178"/>
                </a:cubicBezTo>
                <a:cubicBezTo>
                  <a:pt x="201068" y="48880"/>
                  <a:pt x="205976" y="43407"/>
                  <a:pt x="212567" y="39758"/>
                </a:cubicBezTo>
                <a:cubicBezTo>
                  <a:pt x="219158" y="36108"/>
                  <a:pt x="226329" y="34284"/>
                  <a:pt x="234079" y="34284"/>
                </a:cubicBezTo>
                <a:cubicBezTo>
                  <a:pt x="243867" y="34284"/>
                  <a:pt x="251872" y="36767"/>
                  <a:pt x="258095" y="41733"/>
                </a:cubicBezTo>
                <a:cubicBezTo>
                  <a:pt x="264318" y="46698"/>
                  <a:pt x="268307" y="53747"/>
                  <a:pt x="270061" y="62882"/>
                </a:cubicBezTo>
                <a:lnTo>
                  <a:pt x="255210" y="65173"/>
                </a:lnTo>
                <a:cubicBezTo>
                  <a:pt x="253796" y="59148"/>
                  <a:pt x="251292" y="54615"/>
                  <a:pt x="247700" y="51574"/>
                </a:cubicBezTo>
                <a:cubicBezTo>
                  <a:pt x="244107" y="48534"/>
                  <a:pt x="239765" y="47013"/>
                  <a:pt x="234673" y="47013"/>
                </a:cubicBezTo>
                <a:cubicBezTo>
                  <a:pt x="226979" y="47013"/>
                  <a:pt x="220728" y="49758"/>
                  <a:pt x="215919" y="55247"/>
                </a:cubicBezTo>
                <a:cubicBezTo>
                  <a:pt x="211110" y="60735"/>
                  <a:pt x="208706" y="69418"/>
                  <a:pt x="208706" y="81297"/>
                </a:cubicBezTo>
                <a:cubicBezTo>
                  <a:pt x="208706" y="93346"/>
                  <a:pt x="211025" y="102101"/>
                  <a:pt x="215665" y="107562"/>
                </a:cubicBezTo>
                <a:cubicBezTo>
                  <a:pt x="220304" y="113021"/>
                  <a:pt x="226357" y="115751"/>
                  <a:pt x="233825" y="115751"/>
                </a:cubicBezTo>
                <a:cubicBezTo>
                  <a:pt x="239822" y="115751"/>
                  <a:pt x="244829" y="113919"/>
                  <a:pt x="248845" y="110256"/>
                </a:cubicBezTo>
                <a:cubicBezTo>
                  <a:pt x="252862" y="106593"/>
                  <a:pt x="255408" y="100957"/>
                  <a:pt x="256483" y="93347"/>
                </a:cubicBezTo>
                <a:close/>
                <a:moveTo>
                  <a:pt x="284572" y="126443"/>
                </a:moveTo>
                <a:lnTo>
                  <a:pt x="284572" y="2037"/>
                </a:lnTo>
                <a:lnTo>
                  <a:pt x="299847" y="2037"/>
                </a:lnTo>
                <a:lnTo>
                  <a:pt x="299847" y="46674"/>
                </a:lnTo>
                <a:cubicBezTo>
                  <a:pt x="306975" y="38414"/>
                  <a:pt x="315971" y="34284"/>
                  <a:pt x="326833" y="34284"/>
                </a:cubicBezTo>
                <a:cubicBezTo>
                  <a:pt x="333509" y="34284"/>
                  <a:pt x="339307" y="35599"/>
                  <a:pt x="344229" y="38230"/>
                </a:cubicBezTo>
                <a:cubicBezTo>
                  <a:pt x="349151" y="40861"/>
                  <a:pt x="352673" y="44496"/>
                  <a:pt x="354795" y="49135"/>
                </a:cubicBezTo>
                <a:cubicBezTo>
                  <a:pt x="356916" y="53774"/>
                  <a:pt x="357977" y="60506"/>
                  <a:pt x="357977" y="69332"/>
                </a:cubicBezTo>
                <a:lnTo>
                  <a:pt x="357977" y="126443"/>
                </a:lnTo>
                <a:lnTo>
                  <a:pt x="342702" y="126443"/>
                </a:lnTo>
                <a:lnTo>
                  <a:pt x="342702" y="69332"/>
                </a:lnTo>
                <a:cubicBezTo>
                  <a:pt x="342702" y="61694"/>
                  <a:pt x="341047" y="56136"/>
                  <a:pt x="337737" y="52656"/>
                </a:cubicBezTo>
                <a:cubicBezTo>
                  <a:pt x="334428" y="49177"/>
                  <a:pt x="329746" y="47437"/>
                  <a:pt x="323693" y="47437"/>
                </a:cubicBezTo>
                <a:cubicBezTo>
                  <a:pt x="319167" y="47437"/>
                  <a:pt x="314910" y="48611"/>
                  <a:pt x="310921" y="50959"/>
                </a:cubicBezTo>
                <a:cubicBezTo>
                  <a:pt x="306933" y="53307"/>
                  <a:pt x="304090" y="56489"/>
                  <a:pt x="302393" y="60506"/>
                </a:cubicBezTo>
                <a:cubicBezTo>
                  <a:pt x="300696" y="64523"/>
                  <a:pt x="299847" y="70067"/>
                  <a:pt x="299847" y="77139"/>
                </a:cubicBezTo>
                <a:lnTo>
                  <a:pt x="299847" y="126443"/>
                </a:lnTo>
                <a:lnTo>
                  <a:pt x="284572" y="126443"/>
                </a:lnTo>
                <a:close/>
                <a:moveTo>
                  <a:pt x="442897" y="97421"/>
                </a:moveTo>
                <a:lnTo>
                  <a:pt x="458681" y="99373"/>
                </a:lnTo>
                <a:cubicBezTo>
                  <a:pt x="456192" y="108594"/>
                  <a:pt x="451581" y="115751"/>
                  <a:pt x="444848" y="120843"/>
                </a:cubicBezTo>
                <a:cubicBezTo>
                  <a:pt x="438116" y="125934"/>
                  <a:pt x="429517" y="128480"/>
                  <a:pt x="419051" y="128480"/>
                </a:cubicBezTo>
                <a:cubicBezTo>
                  <a:pt x="405869" y="128480"/>
                  <a:pt x="395417" y="124421"/>
                  <a:pt x="387694" y="116302"/>
                </a:cubicBezTo>
                <a:cubicBezTo>
                  <a:pt x="379972" y="108184"/>
                  <a:pt x="376111" y="96798"/>
                  <a:pt x="376111" y="82146"/>
                </a:cubicBezTo>
                <a:cubicBezTo>
                  <a:pt x="376111" y="66984"/>
                  <a:pt x="380014" y="55216"/>
                  <a:pt x="387822" y="46843"/>
                </a:cubicBezTo>
                <a:cubicBezTo>
                  <a:pt x="395629" y="38470"/>
                  <a:pt x="405756" y="34284"/>
                  <a:pt x="418202" y="34284"/>
                </a:cubicBezTo>
                <a:cubicBezTo>
                  <a:pt x="430252" y="34284"/>
                  <a:pt x="440096" y="38379"/>
                  <a:pt x="447734" y="46570"/>
                </a:cubicBezTo>
                <a:cubicBezTo>
                  <a:pt x="455371" y="54759"/>
                  <a:pt x="459190" y="66281"/>
                  <a:pt x="459190" y="81135"/>
                </a:cubicBezTo>
                <a:cubicBezTo>
                  <a:pt x="459190" y="82039"/>
                  <a:pt x="459162" y="83394"/>
                  <a:pt x="459105" y="85201"/>
                </a:cubicBezTo>
                <a:lnTo>
                  <a:pt x="391895" y="85201"/>
                </a:lnTo>
                <a:cubicBezTo>
                  <a:pt x="392461" y="95073"/>
                  <a:pt x="395261" y="102633"/>
                  <a:pt x="400296" y="107880"/>
                </a:cubicBezTo>
                <a:cubicBezTo>
                  <a:pt x="405331" y="113127"/>
                  <a:pt x="411611" y="115751"/>
                  <a:pt x="419135" y="115751"/>
                </a:cubicBezTo>
                <a:cubicBezTo>
                  <a:pt x="424736" y="115751"/>
                  <a:pt x="429517" y="114294"/>
                  <a:pt x="433477" y="111380"/>
                </a:cubicBezTo>
                <a:cubicBezTo>
                  <a:pt x="437437" y="108465"/>
                  <a:pt x="440577" y="103812"/>
                  <a:pt x="442897" y="97421"/>
                </a:cubicBezTo>
                <a:moveTo>
                  <a:pt x="392744" y="72472"/>
                </a:moveTo>
                <a:lnTo>
                  <a:pt x="443066" y="72472"/>
                </a:lnTo>
                <a:cubicBezTo>
                  <a:pt x="442387" y="65014"/>
                  <a:pt x="440464" y="59421"/>
                  <a:pt x="437296" y="55693"/>
                </a:cubicBezTo>
                <a:cubicBezTo>
                  <a:pt x="432430" y="49906"/>
                  <a:pt x="426122" y="47013"/>
                  <a:pt x="418372" y="47013"/>
                </a:cubicBezTo>
                <a:cubicBezTo>
                  <a:pt x="411357" y="47013"/>
                  <a:pt x="405459" y="49323"/>
                  <a:pt x="400678" y="53943"/>
                </a:cubicBezTo>
                <a:cubicBezTo>
                  <a:pt x="395898" y="58561"/>
                  <a:pt x="393253" y="64737"/>
                  <a:pt x="392744" y="72472"/>
                </a:cubicBezTo>
                <a:close/>
                <a:moveTo>
                  <a:pt x="536642" y="93347"/>
                </a:moveTo>
                <a:lnTo>
                  <a:pt x="551662" y="95299"/>
                </a:lnTo>
                <a:cubicBezTo>
                  <a:pt x="550022" y="105679"/>
                  <a:pt x="545821" y="113804"/>
                  <a:pt x="539060" y="119676"/>
                </a:cubicBezTo>
                <a:cubicBezTo>
                  <a:pt x="532300" y="125545"/>
                  <a:pt x="523998" y="128480"/>
                  <a:pt x="514154" y="128480"/>
                </a:cubicBezTo>
                <a:cubicBezTo>
                  <a:pt x="501820" y="128480"/>
                  <a:pt x="491906" y="124449"/>
                  <a:pt x="484410" y="116387"/>
                </a:cubicBezTo>
                <a:cubicBezTo>
                  <a:pt x="476914" y="108325"/>
                  <a:pt x="473166" y="96770"/>
                  <a:pt x="473166" y="81721"/>
                </a:cubicBezTo>
                <a:cubicBezTo>
                  <a:pt x="473166" y="71991"/>
                  <a:pt x="474778" y="63476"/>
                  <a:pt x="478003" y="56178"/>
                </a:cubicBezTo>
                <a:cubicBezTo>
                  <a:pt x="481227" y="48880"/>
                  <a:pt x="486135" y="43407"/>
                  <a:pt x="492726" y="39758"/>
                </a:cubicBezTo>
                <a:cubicBezTo>
                  <a:pt x="499317" y="36108"/>
                  <a:pt x="506488" y="34284"/>
                  <a:pt x="514239" y="34284"/>
                </a:cubicBezTo>
                <a:cubicBezTo>
                  <a:pt x="524026" y="34284"/>
                  <a:pt x="532031" y="36767"/>
                  <a:pt x="538254" y="41733"/>
                </a:cubicBezTo>
                <a:cubicBezTo>
                  <a:pt x="544477" y="46698"/>
                  <a:pt x="548466" y="53747"/>
                  <a:pt x="550220" y="62882"/>
                </a:cubicBezTo>
                <a:lnTo>
                  <a:pt x="535369" y="65173"/>
                </a:lnTo>
                <a:cubicBezTo>
                  <a:pt x="533955" y="59148"/>
                  <a:pt x="531451" y="54615"/>
                  <a:pt x="527859" y="51574"/>
                </a:cubicBezTo>
                <a:cubicBezTo>
                  <a:pt x="524266" y="48534"/>
                  <a:pt x="519924" y="47013"/>
                  <a:pt x="514833" y="47013"/>
                </a:cubicBezTo>
                <a:cubicBezTo>
                  <a:pt x="507138" y="47013"/>
                  <a:pt x="500887" y="49758"/>
                  <a:pt x="496078" y="55247"/>
                </a:cubicBezTo>
                <a:cubicBezTo>
                  <a:pt x="491269" y="60735"/>
                  <a:pt x="488865" y="69418"/>
                  <a:pt x="488865" y="81297"/>
                </a:cubicBezTo>
                <a:cubicBezTo>
                  <a:pt x="488865" y="93346"/>
                  <a:pt x="491185" y="102101"/>
                  <a:pt x="495824" y="107562"/>
                </a:cubicBezTo>
                <a:cubicBezTo>
                  <a:pt x="500463" y="113021"/>
                  <a:pt x="506516" y="115751"/>
                  <a:pt x="513984" y="115751"/>
                </a:cubicBezTo>
                <a:cubicBezTo>
                  <a:pt x="519981" y="115751"/>
                  <a:pt x="524988" y="113919"/>
                  <a:pt x="529004" y="110256"/>
                </a:cubicBezTo>
                <a:cubicBezTo>
                  <a:pt x="533021" y="106593"/>
                  <a:pt x="535567" y="100957"/>
                  <a:pt x="536642" y="93347"/>
                </a:cubicBezTo>
                <a:close/>
                <a:moveTo>
                  <a:pt x="564816" y="126443"/>
                </a:moveTo>
                <a:lnTo>
                  <a:pt x="564816" y="2037"/>
                </a:lnTo>
                <a:lnTo>
                  <a:pt x="580091" y="2037"/>
                </a:lnTo>
                <a:lnTo>
                  <a:pt x="580091" y="72981"/>
                </a:lnTo>
                <a:lnTo>
                  <a:pt x="616242" y="36321"/>
                </a:lnTo>
                <a:lnTo>
                  <a:pt x="636015" y="36321"/>
                </a:lnTo>
                <a:lnTo>
                  <a:pt x="601561" y="69756"/>
                </a:lnTo>
                <a:lnTo>
                  <a:pt x="639494" y="126443"/>
                </a:lnTo>
                <a:lnTo>
                  <a:pt x="620655" y="126443"/>
                </a:lnTo>
                <a:lnTo>
                  <a:pt x="590868" y="80364"/>
                </a:lnTo>
                <a:lnTo>
                  <a:pt x="580091" y="90717"/>
                </a:lnTo>
                <a:lnTo>
                  <a:pt x="580091" y="126443"/>
                </a:lnTo>
                <a:lnTo>
                  <a:pt x="564816" y="126443"/>
                </a:lnTo>
                <a:close/>
                <a:moveTo>
                  <a:pt x="700029" y="19688"/>
                </a:moveTo>
                <a:lnTo>
                  <a:pt x="700029" y="2037"/>
                </a:lnTo>
                <a:lnTo>
                  <a:pt x="715304" y="2037"/>
                </a:lnTo>
                <a:lnTo>
                  <a:pt x="715304" y="19688"/>
                </a:lnTo>
                <a:lnTo>
                  <a:pt x="700029" y="19688"/>
                </a:lnTo>
                <a:moveTo>
                  <a:pt x="700029" y="126443"/>
                </a:moveTo>
                <a:lnTo>
                  <a:pt x="700029" y="36321"/>
                </a:lnTo>
                <a:lnTo>
                  <a:pt x="715304" y="36321"/>
                </a:lnTo>
                <a:lnTo>
                  <a:pt x="715304" y="126443"/>
                </a:lnTo>
                <a:lnTo>
                  <a:pt x="700029" y="126443"/>
                </a:lnTo>
                <a:close/>
                <a:moveTo>
                  <a:pt x="742176" y="126443"/>
                </a:moveTo>
                <a:lnTo>
                  <a:pt x="742176" y="48201"/>
                </a:lnTo>
                <a:lnTo>
                  <a:pt x="728683" y="48201"/>
                </a:lnTo>
                <a:lnTo>
                  <a:pt x="728683" y="36321"/>
                </a:lnTo>
                <a:lnTo>
                  <a:pt x="742176" y="36321"/>
                </a:lnTo>
                <a:lnTo>
                  <a:pt x="742176" y="26753"/>
                </a:lnTo>
                <a:cubicBezTo>
                  <a:pt x="742176" y="20713"/>
                  <a:pt x="742713" y="16226"/>
                  <a:pt x="743788" y="13291"/>
                </a:cubicBezTo>
                <a:cubicBezTo>
                  <a:pt x="745259" y="9342"/>
                  <a:pt x="747848" y="6139"/>
                  <a:pt x="751553" y="3684"/>
                </a:cubicBezTo>
                <a:cubicBezTo>
                  <a:pt x="755259" y="1228"/>
                  <a:pt x="760449" y="0"/>
                  <a:pt x="767125" y="0"/>
                </a:cubicBezTo>
                <a:cubicBezTo>
                  <a:pt x="771425" y="0"/>
                  <a:pt x="776177" y="509"/>
                  <a:pt x="781382" y="1528"/>
                </a:cubicBezTo>
                <a:lnTo>
                  <a:pt x="779091" y="14851"/>
                </a:lnTo>
                <a:cubicBezTo>
                  <a:pt x="775923" y="14285"/>
                  <a:pt x="772924" y="14002"/>
                  <a:pt x="770095" y="14002"/>
                </a:cubicBezTo>
                <a:cubicBezTo>
                  <a:pt x="765456" y="14002"/>
                  <a:pt x="762175" y="14989"/>
                  <a:pt x="760251" y="16962"/>
                </a:cubicBezTo>
                <a:cubicBezTo>
                  <a:pt x="758328" y="18935"/>
                  <a:pt x="757366" y="22626"/>
                  <a:pt x="757366" y="28036"/>
                </a:cubicBezTo>
                <a:lnTo>
                  <a:pt x="757366" y="36321"/>
                </a:lnTo>
                <a:lnTo>
                  <a:pt x="774932" y="36321"/>
                </a:lnTo>
                <a:lnTo>
                  <a:pt x="774932" y="48201"/>
                </a:lnTo>
                <a:lnTo>
                  <a:pt x="757366" y="48201"/>
                </a:lnTo>
                <a:lnTo>
                  <a:pt x="757366" y="126443"/>
                </a:lnTo>
                <a:lnTo>
                  <a:pt x="742176" y="126443"/>
                </a:lnTo>
                <a:close/>
                <a:moveTo>
                  <a:pt x="835157" y="161067"/>
                </a:moveTo>
                <a:lnTo>
                  <a:pt x="835157" y="36321"/>
                </a:lnTo>
                <a:lnTo>
                  <a:pt x="849075" y="36321"/>
                </a:lnTo>
                <a:lnTo>
                  <a:pt x="849075" y="47947"/>
                </a:lnTo>
                <a:cubicBezTo>
                  <a:pt x="852356" y="43392"/>
                  <a:pt x="856062" y="39977"/>
                  <a:pt x="860192" y="37700"/>
                </a:cubicBezTo>
                <a:cubicBezTo>
                  <a:pt x="864321" y="35423"/>
                  <a:pt x="869328" y="34284"/>
                  <a:pt x="875212" y="34284"/>
                </a:cubicBezTo>
                <a:cubicBezTo>
                  <a:pt x="882906" y="34284"/>
                  <a:pt x="889695" y="36264"/>
                  <a:pt x="895579" y="40224"/>
                </a:cubicBezTo>
                <a:cubicBezTo>
                  <a:pt x="901462" y="44184"/>
                  <a:pt x="905903" y="49771"/>
                  <a:pt x="908902" y="56984"/>
                </a:cubicBezTo>
                <a:cubicBezTo>
                  <a:pt x="911900" y="64198"/>
                  <a:pt x="913400" y="72104"/>
                  <a:pt x="913400" y="80703"/>
                </a:cubicBezTo>
                <a:cubicBezTo>
                  <a:pt x="913400" y="89925"/>
                  <a:pt x="911745" y="98227"/>
                  <a:pt x="908435" y="105610"/>
                </a:cubicBezTo>
                <a:cubicBezTo>
                  <a:pt x="905126" y="112993"/>
                  <a:pt x="900317" y="118650"/>
                  <a:pt x="894009" y="122582"/>
                </a:cubicBezTo>
                <a:cubicBezTo>
                  <a:pt x="887701" y="126514"/>
                  <a:pt x="881067" y="128480"/>
                  <a:pt x="874109" y="128480"/>
                </a:cubicBezTo>
                <a:cubicBezTo>
                  <a:pt x="869017" y="128480"/>
                  <a:pt x="864449" y="127391"/>
                  <a:pt x="860404" y="125213"/>
                </a:cubicBezTo>
                <a:cubicBezTo>
                  <a:pt x="856359" y="123033"/>
                  <a:pt x="853035" y="120280"/>
                  <a:pt x="850432" y="116955"/>
                </a:cubicBezTo>
                <a:lnTo>
                  <a:pt x="850432" y="161067"/>
                </a:lnTo>
                <a:lnTo>
                  <a:pt x="835157" y="161067"/>
                </a:lnTo>
                <a:moveTo>
                  <a:pt x="848990" y="81764"/>
                </a:moveTo>
                <a:cubicBezTo>
                  <a:pt x="848990" y="93347"/>
                  <a:pt x="851338" y="101908"/>
                  <a:pt x="856033" y="107445"/>
                </a:cubicBezTo>
                <a:cubicBezTo>
                  <a:pt x="860729" y="112982"/>
                  <a:pt x="866415" y="115751"/>
                  <a:pt x="873090" y="115751"/>
                </a:cubicBezTo>
                <a:cubicBezTo>
                  <a:pt x="879879" y="115751"/>
                  <a:pt x="885692" y="112883"/>
                  <a:pt x="890529" y="107148"/>
                </a:cubicBezTo>
                <a:cubicBezTo>
                  <a:pt x="895367" y="101413"/>
                  <a:pt x="897785" y="92527"/>
                  <a:pt x="897785" y="80491"/>
                </a:cubicBezTo>
                <a:cubicBezTo>
                  <a:pt x="897785" y="69021"/>
                  <a:pt x="895423" y="60432"/>
                  <a:pt x="890699" y="54725"/>
                </a:cubicBezTo>
                <a:cubicBezTo>
                  <a:pt x="885975" y="49018"/>
                  <a:pt x="880332" y="46165"/>
                  <a:pt x="873769" y="46165"/>
                </a:cubicBezTo>
                <a:cubicBezTo>
                  <a:pt x="867263" y="46165"/>
                  <a:pt x="861507" y="49202"/>
                  <a:pt x="856500" y="55277"/>
                </a:cubicBezTo>
                <a:cubicBezTo>
                  <a:pt x="851493" y="61351"/>
                  <a:pt x="848990" y="70180"/>
                  <a:pt x="848990" y="81764"/>
                </a:cubicBezTo>
                <a:close/>
                <a:moveTo>
                  <a:pt x="990597" y="115316"/>
                </a:moveTo>
                <a:cubicBezTo>
                  <a:pt x="984939" y="120128"/>
                  <a:pt x="979494" y="123525"/>
                  <a:pt x="974261" y="125507"/>
                </a:cubicBezTo>
                <a:cubicBezTo>
                  <a:pt x="969028" y="127489"/>
                  <a:pt x="963413" y="128480"/>
                  <a:pt x="957416" y="128480"/>
                </a:cubicBezTo>
                <a:cubicBezTo>
                  <a:pt x="947516" y="128480"/>
                  <a:pt x="939906" y="126060"/>
                  <a:pt x="934588" y="121219"/>
                </a:cubicBezTo>
                <a:cubicBezTo>
                  <a:pt x="929270" y="116378"/>
                  <a:pt x="926611" y="110193"/>
                  <a:pt x="926611" y="102664"/>
                </a:cubicBezTo>
                <a:cubicBezTo>
                  <a:pt x="926611" y="98249"/>
                  <a:pt x="927616" y="94216"/>
                  <a:pt x="929624" y="90566"/>
                </a:cubicBezTo>
                <a:cubicBezTo>
                  <a:pt x="931632" y="86913"/>
                  <a:pt x="934263" y="83983"/>
                  <a:pt x="937516" y="81774"/>
                </a:cubicBezTo>
                <a:cubicBezTo>
                  <a:pt x="940769" y="79566"/>
                  <a:pt x="944432" y="77897"/>
                  <a:pt x="948506" y="76765"/>
                </a:cubicBezTo>
                <a:cubicBezTo>
                  <a:pt x="951504" y="75971"/>
                  <a:pt x="956030" y="75207"/>
                  <a:pt x="962084" y="74471"/>
                </a:cubicBezTo>
                <a:cubicBezTo>
                  <a:pt x="974417" y="73011"/>
                  <a:pt x="983497" y="71269"/>
                  <a:pt x="989324" y="69247"/>
                </a:cubicBezTo>
                <a:cubicBezTo>
                  <a:pt x="989381" y="67162"/>
                  <a:pt x="989409" y="65838"/>
                  <a:pt x="989409" y="65274"/>
                </a:cubicBezTo>
                <a:cubicBezTo>
                  <a:pt x="989409" y="59074"/>
                  <a:pt x="987966" y="54706"/>
                  <a:pt x="985081" y="52171"/>
                </a:cubicBezTo>
                <a:cubicBezTo>
                  <a:pt x="981177" y="48733"/>
                  <a:pt x="975378" y="47013"/>
                  <a:pt x="967684" y="47013"/>
                </a:cubicBezTo>
                <a:cubicBezTo>
                  <a:pt x="960499" y="47013"/>
                  <a:pt x="955196" y="48272"/>
                  <a:pt x="951773" y="50790"/>
                </a:cubicBezTo>
                <a:cubicBezTo>
                  <a:pt x="948350" y="53307"/>
                  <a:pt x="945818" y="57762"/>
                  <a:pt x="944178" y="64155"/>
                </a:cubicBezTo>
                <a:lnTo>
                  <a:pt x="929242" y="62118"/>
                </a:lnTo>
                <a:cubicBezTo>
                  <a:pt x="930600" y="55706"/>
                  <a:pt x="932835" y="50528"/>
                  <a:pt x="935946" y="46584"/>
                </a:cubicBezTo>
                <a:cubicBezTo>
                  <a:pt x="939058" y="42639"/>
                  <a:pt x="943555" y="39604"/>
                  <a:pt x="949439" y="37477"/>
                </a:cubicBezTo>
                <a:cubicBezTo>
                  <a:pt x="955323" y="35348"/>
                  <a:pt x="962140" y="34284"/>
                  <a:pt x="969891" y="34284"/>
                </a:cubicBezTo>
                <a:cubicBezTo>
                  <a:pt x="977585" y="34284"/>
                  <a:pt x="983836" y="35189"/>
                  <a:pt x="988645" y="37000"/>
                </a:cubicBezTo>
                <a:cubicBezTo>
                  <a:pt x="993454" y="38810"/>
                  <a:pt x="996990" y="41087"/>
                  <a:pt x="999253" y="43831"/>
                </a:cubicBezTo>
                <a:cubicBezTo>
                  <a:pt x="1001516" y="46575"/>
                  <a:pt x="1003100" y="50040"/>
                  <a:pt x="1004005" y="54226"/>
                </a:cubicBezTo>
                <a:cubicBezTo>
                  <a:pt x="1004514" y="56829"/>
                  <a:pt x="1004769" y="61524"/>
                  <a:pt x="1004769" y="68313"/>
                </a:cubicBezTo>
                <a:lnTo>
                  <a:pt x="1004769" y="88680"/>
                </a:lnTo>
                <a:cubicBezTo>
                  <a:pt x="1004769" y="102880"/>
                  <a:pt x="1005094" y="111861"/>
                  <a:pt x="1005745" y="115624"/>
                </a:cubicBezTo>
                <a:cubicBezTo>
                  <a:pt x="1006395" y="119386"/>
                  <a:pt x="1007682" y="122992"/>
                  <a:pt x="1009606" y="126443"/>
                </a:cubicBezTo>
                <a:lnTo>
                  <a:pt x="993652" y="126443"/>
                </a:lnTo>
                <a:cubicBezTo>
                  <a:pt x="992068" y="123272"/>
                  <a:pt x="991050" y="119563"/>
                  <a:pt x="990597" y="115316"/>
                </a:cubicBezTo>
                <a:moveTo>
                  <a:pt x="989324" y="81127"/>
                </a:moveTo>
                <a:cubicBezTo>
                  <a:pt x="983780" y="83410"/>
                  <a:pt x="975463" y="85349"/>
                  <a:pt x="964375" y="86946"/>
                </a:cubicBezTo>
                <a:cubicBezTo>
                  <a:pt x="958095" y="87854"/>
                  <a:pt x="953654" y="88877"/>
                  <a:pt x="951052" y="90014"/>
                </a:cubicBezTo>
                <a:cubicBezTo>
                  <a:pt x="948449" y="91149"/>
                  <a:pt x="946441" y="92811"/>
                  <a:pt x="945026" y="95000"/>
                </a:cubicBezTo>
                <a:cubicBezTo>
                  <a:pt x="943612" y="97187"/>
                  <a:pt x="942905" y="99615"/>
                  <a:pt x="942905" y="102284"/>
                </a:cubicBezTo>
                <a:cubicBezTo>
                  <a:pt x="942905" y="106374"/>
                  <a:pt x="944447" y="109782"/>
                  <a:pt x="947530" y="112510"/>
                </a:cubicBezTo>
                <a:cubicBezTo>
                  <a:pt x="950613" y="115236"/>
                  <a:pt x="955125" y="116599"/>
                  <a:pt x="961065" y="116599"/>
                </a:cubicBezTo>
                <a:cubicBezTo>
                  <a:pt x="966949" y="116599"/>
                  <a:pt x="972182" y="115306"/>
                  <a:pt x="976765" y="112720"/>
                </a:cubicBezTo>
                <a:cubicBezTo>
                  <a:pt x="981347" y="110133"/>
                  <a:pt x="984713" y="106595"/>
                  <a:pt x="986863" y="102104"/>
                </a:cubicBezTo>
                <a:cubicBezTo>
                  <a:pt x="988504" y="98635"/>
                  <a:pt x="989324" y="93519"/>
                  <a:pt x="989324" y="86755"/>
                </a:cubicBezTo>
                <a:lnTo>
                  <a:pt x="989324" y="81127"/>
                </a:lnTo>
                <a:close/>
                <a:moveTo>
                  <a:pt x="1025618" y="133911"/>
                </a:moveTo>
                <a:lnTo>
                  <a:pt x="1040469" y="136118"/>
                </a:lnTo>
                <a:cubicBezTo>
                  <a:pt x="1041091" y="140700"/>
                  <a:pt x="1042817" y="144038"/>
                  <a:pt x="1045645" y="146131"/>
                </a:cubicBezTo>
                <a:cubicBezTo>
                  <a:pt x="1049436" y="148960"/>
                  <a:pt x="1054612" y="150374"/>
                  <a:pt x="1061175" y="150374"/>
                </a:cubicBezTo>
                <a:cubicBezTo>
                  <a:pt x="1068247" y="150374"/>
                  <a:pt x="1073706" y="148956"/>
                  <a:pt x="1077553" y="146121"/>
                </a:cubicBezTo>
                <a:cubicBezTo>
                  <a:pt x="1081400" y="143287"/>
                  <a:pt x="1084003" y="139318"/>
                  <a:pt x="1085360" y="134213"/>
                </a:cubicBezTo>
                <a:cubicBezTo>
                  <a:pt x="1086152" y="131097"/>
                  <a:pt x="1086520" y="124548"/>
                  <a:pt x="1086464" y="114568"/>
                </a:cubicBezTo>
                <a:cubicBezTo>
                  <a:pt x="1079788" y="122485"/>
                  <a:pt x="1071471" y="126443"/>
                  <a:pt x="1061514" y="126443"/>
                </a:cubicBezTo>
                <a:cubicBezTo>
                  <a:pt x="1049125" y="126443"/>
                  <a:pt x="1039535" y="121974"/>
                  <a:pt x="1032746" y="113035"/>
                </a:cubicBezTo>
                <a:cubicBezTo>
                  <a:pt x="1025957" y="104097"/>
                  <a:pt x="1022563" y="93376"/>
                  <a:pt x="1022563" y="80873"/>
                </a:cubicBezTo>
                <a:cubicBezTo>
                  <a:pt x="1022563" y="72274"/>
                  <a:pt x="1024119" y="64339"/>
                  <a:pt x="1027230" y="57069"/>
                </a:cubicBezTo>
                <a:cubicBezTo>
                  <a:pt x="1030342" y="49799"/>
                  <a:pt x="1034854" y="44184"/>
                  <a:pt x="1040766" y="40224"/>
                </a:cubicBezTo>
                <a:cubicBezTo>
                  <a:pt x="1046678" y="36264"/>
                  <a:pt x="1053622" y="34284"/>
                  <a:pt x="1061599" y="34284"/>
                </a:cubicBezTo>
                <a:cubicBezTo>
                  <a:pt x="1072235" y="34284"/>
                  <a:pt x="1081004" y="38612"/>
                  <a:pt x="1087906" y="47268"/>
                </a:cubicBezTo>
                <a:lnTo>
                  <a:pt x="1087906" y="36321"/>
                </a:lnTo>
                <a:lnTo>
                  <a:pt x="1101993" y="36321"/>
                </a:lnTo>
                <a:lnTo>
                  <a:pt x="1101993" y="114276"/>
                </a:lnTo>
                <a:cubicBezTo>
                  <a:pt x="1101993" y="128316"/>
                  <a:pt x="1100565" y="138265"/>
                  <a:pt x="1097708" y="144124"/>
                </a:cubicBezTo>
                <a:cubicBezTo>
                  <a:pt x="1094851" y="149983"/>
                  <a:pt x="1090325" y="154610"/>
                  <a:pt x="1084130" y="158006"/>
                </a:cubicBezTo>
                <a:cubicBezTo>
                  <a:pt x="1077935" y="161404"/>
                  <a:pt x="1070312" y="163103"/>
                  <a:pt x="1061260" y="163103"/>
                </a:cubicBezTo>
                <a:cubicBezTo>
                  <a:pt x="1050511" y="163103"/>
                  <a:pt x="1041827" y="160678"/>
                  <a:pt x="1035207" y="155827"/>
                </a:cubicBezTo>
                <a:cubicBezTo>
                  <a:pt x="1028588" y="150975"/>
                  <a:pt x="1025392" y="143670"/>
                  <a:pt x="1025618" y="133911"/>
                </a:cubicBezTo>
                <a:moveTo>
                  <a:pt x="1038262" y="79772"/>
                </a:moveTo>
                <a:cubicBezTo>
                  <a:pt x="1038262" y="91566"/>
                  <a:pt x="1040610" y="100172"/>
                  <a:pt x="1045306" y="105589"/>
                </a:cubicBezTo>
                <a:cubicBezTo>
                  <a:pt x="1050002" y="111006"/>
                  <a:pt x="1055885" y="113714"/>
                  <a:pt x="1062957" y="113714"/>
                </a:cubicBezTo>
                <a:cubicBezTo>
                  <a:pt x="1069972" y="113714"/>
                  <a:pt x="1075856" y="111020"/>
                  <a:pt x="1080608" y="105631"/>
                </a:cubicBezTo>
                <a:cubicBezTo>
                  <a:pt x="1085360" y="100242"/>
                  <a:pt x="1087737" y="91792"/>
                  <a:pt x="1087737" y="80279"/>
                </a:cubicBezTo>
                <a:cubicBezTo>
                  <a:pt x="1087737" y="69275"/>
                  <a:pt x="1085290" y="60980"/>
                  <a:pt x="1080396" y="55393"/>
                </a:cubicBezTo>
                <a:cubicBezTo>
                  <a:pt x="1075502" y="49807"/>
                  <a:pt x="1069604" y="47013"/>
                  <a:pt x="1062702" y="47013"/>
                </a:cubicBezTo>
                <a:cubicBezTo>
                  <a:pt x="1055914" y="47013"/>
                  <a:pt x="1050143" y="49764"/>
                  <a:pt x="1045391" y="55266"/>
                </a:cubicBezTo>
                <a:cubicBezTo>
                  <a:pt x="1040638" y="60768"/>
                  <a:pt x="1038262" y="68937"/>
                  <a:pt x="1038262" y="79772"/>
                </a:cubicBezTo>
                <a:close/>
                <a:moveTo>
                  <a:pt x="1186743" y="97421"/>
                </a:moveTo>
                <a:lnTo>
                  <a:pt x="1202527" y="99373"/>
                </a:lnTo>
                <a:cubicBezTo>
                  <a:pt x="1200038" y="108594"/>
                  <a:pt x="1195427" y="115751"/>
                  <a:pt x="1188695" y="120843"/>
                </a:cubicBezTo>
                <a:cubicBezTo>
                  <a:pt x="1181963" y="125934"/>
                  <a:pt x="1173363" y="128480"/>
                  <a:pt x="1162897" y="128480"/>
                </a:cubicBezTo>
                <a:cubicBezTo>
                  <a:pt x="1149715" y="128480"/>
                  <a:pt x="1139263" y="124421"/>
                  <a:pt x="1131541" y="116302"/>
                </a:cubicBezTo>
                <a:cubicBezTo>
                  <a:pt x="1123819" y="108184"/>
                  <a:pt x="1119957" y="96798"/>
                  <a:pt x="1119957" y="82146"/>
                </a:cubicBezTo>
                <a:cubicBezTo>
                  <a:pt x="1119957" y="66984"/>
                  <a:pt x="1123861" y="55216"/>
                  <a:pt x="1131668" y="46843"/>
                </a:cubicBezTo>
                <a:cubicBezTo>
                  <a:pt x="1139475" y="38470"/>
                  <a:pt x="1149602" y="34284"/>
                  <a:pt x="1162049" y="34284"/>
                </a:cubicBezTo>
                <a:cubicBezTo>
                  <a:pt x="1174099" y="34284"/>
                  <a:pt x="1183943" y="38379"/>
                  <a:pt x="1191580" y="46570"/>
                </a:cubicBezTo>
                <a:cubicBezTo>
                  <a:pt x="1199218" y="54759"/>
                  <a:pt x="1203037" y="66281"/>
                  <a:pt x="1203037" y="81135"/>
                </a:cubicBezTo>
                <a:cubicBezTo>
                  <a:pt x="1203037" y="82039"/>
                  <a:pt x="1203008" y="83394"/>
                  <a:pt x="1202952" y="85201"/>
                </a:cubicBezTo>
                <a:lnTo>
                  <a:pt x="1135742" y="85201"/>
                </a:lnTo>
                <a:cubicBezTo>
                  <a:pt x="1136307" y="95073"/>
                  <a:pt x="1139108" y="102633"/>
                  <a:pt x="1144143" y="107880"/>
                </a:cubicBezTo>
                <a:cubicBezTo>
                  <a:pt x="1149178" y="113127"/>
                  <a:pt x="1155458" y="115751"/>
                  <a:pt x="1162982" y="115751"/>
                </a:cubicBezTo>
                <a:cubicBezTo>
                  <a:pt x="1168583" y="115751"/>
                  <a:pt x="1173363" y="114294"/>
                  <a:pt x="1177324" y="111380"/>
                </a:cubicBezTo>
                <a:cubicBezTo>
                  <a:pt x="1181284" y="108465"/>
                  <a:pt x="1184424" y="103812"/>
                  <a:pt x="1186743" y="97421"/>
                </a:cubicBezTo>
                <a:moveTo>
                  <a:pt x="1136590" y="72472"/>
                </a:moveTo>
                <a:lnTo>
                  <a:pt x="1186913" y="72472"/>
                </a:lnTo>
                <a:cubicBezTo>
                  <a:pt x="1186234" y="65014"/>
                  <a:pt x="1184311" y="59421"/>
                  <a:pt x="1181142" y="55693"/>
                </a:cubicBezTo>
                <a:cubicBezTo>
                  <a:pt x="1176277" y="49906"/>
                  <a:pt x="1169969" y="47013"/>
                  <a:pt x="1162218" y="47013"/>
                </a:cubicBezTo>
                <a:cubicBezTo>
                  <a:pt x="1155203" y="47013"/>
                  <a:pt x="1149305" y="49323"/>
                  <a:pt x="1144525" y="53943"/>
                </a:cubicBezTo>
                <a:cubicBezTo>
                  <a:pt x="1139744" y="58561"/>
                  <a:pt x="1137099" y="64737"/>
                  <a:pt x="1136590" y="72472"/>
                </a:cubicBezTo>
                <a:close/>
                <a:moveTo>
                  <a:pt x="1286628" y="126443"/>
                </a:moveTo>
                <a:lnTo>
                  <a:pt x="1259048" y="36321"/>
                </a:lnTo>
                <a:lnTo>
                  <a:pt x="1274832" y="36321"/>
                </a:lnTo>
                <a:lnTo>
                  <a:pt x="1289174" y="88333"/>
                </a:lnTo>
                <a:lnTo>
                  <a:pt x="1294520" y="107689"/>
                </a:lnTo>
                <a:cubicBezTo>
                  <a:pt x="1294746" y="106729"/>
                  <a:pt x="1296302" y="100540"/>
                  <a:pt x="1299187" y="89123"/>
                </a:cubicBezTo>
                <a:lnTo>
                  <a:pt x="1313529" y="36321"/>
                </a:lnTo>
                <a:lnTo>
                  <a:pt x="1329228" y="36321"/>
                </a:lnTo>
                <a:lnTo>
                  <a:pt x="1342721" y="88585"/>
                </a:lnTo>
                <a:lnTo>
                  <a:pt x="1347219" y="105822"/>
                </a:lnTo>
                <a:lnTo>
                  <a:pt x="1352395" y="88423"/>
                </a:lnTo>
                <a:lnTo>
                  <a:pt x="1367840" y="36321"/>
                </a:lnTo>
                <a:lnTo>
                  <a:pt x="1382691" y="36321"/>
                </a:lnTo>
                <a:lnTo>
                  <a:pt x="1354517" y="126443"/>
                </a:lnTo>
                <a:lnTo>
                  <a:pt x="1338648" y="126443"/>
                </a:lnTo>
                <a:lnTo>
                  <a:pt x="1324306" y="72442"/>
                </a:lnTo>
                <a:lnTo>
                  <a:pt x="1320827" y="57112"/>
                </a:lnTo>
                <a:lnTo>
                  <a:pt x="1302582" y="126443"/>
                </a:lnTo>
                <a:lnTo>
                  <a:pt x="1286628" y="126443"/>
                </a:lnTo>
                <a:close/>
                <a:moveTo>
                  <a:pt x="1454284" y="115316"/>
                </a:moveTo>
                <a:cubicBezTo>
                  <a:pt x="1448627" y="120128"/>
                  <a:pt x="1443182" y="123525"/>
                  <a:pt x="1437949" y="125507"/>
                </a:cubicBezTo>
                <a:cubicBezTo>
                  <a:pt x="1432716" y="127489"/>
                  <a:pt x="1427101" y="128480"/>
                  <a:pt x="1421104" y="128480"/>
                </a:cubicBezTo>
                <a:cubicBezTo>
                  <a:pt x="1411203" y="128480"/>
                  <a:pt x="1403594" y="126060"/>
                  <a:pt x="1398276" y="121219"/>
                </a:cubicBezTo>
                <a:cubicBezTo>
                  <a:pt x="1392958" y="116378"/>
                  <a:pt x="1390299" y="110193"/>
                  <a:pt x="1390299" y="102664"/>
                </a:cubicBezTo>
                <a:cubicBezTo>
                  <a:pt x="1390299" y="98249"/>
                  <a:pt x="1391303" y="94216"/>
                  <a:pt x="1393312" y="90566"/>
                </a:cubicBezTo>
                <a:cubicBezTo>
                  <a:pt x="1395320" y="86913"/>
                  <a:pt x="1397951" y="83983"/>
                  <a:pt x="1401204" y="81774"/>
                </a:cubicBezTo>
                <a:cubicBezTo>
                  <a:pt x="1404457" y="79566"/>
                  <a:pt x="1408120" y="77897"/>
                  <a:pt x="1412193" y="76765"/>
                </a:cubicBezTo>
                <a:cubicBezTo>
                  <a:pt x="1415192" y="75971"/>
                  <a:pt x="1419718" y="75207"/>
                  <a:pt x="1425771" y="74471"/>
                </a:cubicBezTo>
                <a:cubicBezTo>
                  <a:pt x="1438104" y="73011"/>
                  <a:pt x="1447184" y="71269"/>
                  <a:pt x="1453012" y="69247"/>
                </a:cubicBezTo>
                <a:cubicBezTo>
                  <a:pt x="1453068" y="67162"/>
                  <a:pt x="1453096" y="65838"/>
                  <a:pt x="1453096" y="65274"/>
                </a:cubicBezTo>
                <a:cubicBezTo>
                  <a:pt x="1453096" y="59074"/>
                  <a:pt x="1451654" y="54706"/>
                  <a:pt x="1448768" y="52171"/>
                </a:cubicBezTo>
                <a:cubicBezTo>
                  <a:pt x="1444865" y="48733"/>
                  <a:pt x="1439066" y="47013"/>
                  <a:pt x="1431372" y="47013"/>
                </a:cubicBezTo>
                <a:cubicBezTo>
                  <a:pt x="1424187" y="47013"/>
                  <a:pt x="1418883" y="48272"/>
                  <a:pt x="1415460" y="50790"/>
                </a:cubicBezTo>
                <a:cubicBezTo>
                  <a:pt x="1412038" y="53307"/>
                  <a:pt x="1409506" y="57762"/>
                  <a:pt x="1407865" y="64155"/>
                </a:cubicBezTo>
                <a:lnTo>
                  <a:pt x="1392930" y="62118"/>
                </a:lnTo>
                <a:cubicBezTo>
                  <a:pt x="1394288" y="55706"/>
                  <a:pt x="1396522" y="50528"/>
                  <a:pt x="1399634" y="46584"/>
                </a:cubicBezTo>
                <a:cubicBezTo>
                  <a:pt x="1402745" y="42639"/>
                  <a:pt x="1407243" y="39604"/>
                  <a:pt x="1413127" y="37477"/>
                </a:cubicBezTo>
                <a:cubicBezTo>
                  <a:pt x="1419010" y="35348"/>
                  <a:pt x="1425828" y="34284"/>
                  <a:pt x="1433578" y="34284"/>
                </a:cubicBezTo>
                <a:cubicBezTo>
                  <a:pt x="1441272" y="34284"/>
                  <a:pt x="1447524" y="35189"/>
                  <a:pt x="1452333" y="37000"/>
                </a:cubicBezTo>
                <a:cubicBezTo>
                  <a:pt x="1457141" y="38810"/>
                  <a:pt x="1460677" y="41087"/>
                  <a:pt x="1462940" y="43831"/>
                </a:cubicBezTo>
                <a:cubicBezTo>
                  <a:pt x="1465203" y="46575"/>
                  <a:pt x="1466787" y="50040"/>
                  <a:pt x="1467693" y="54226"/>
                </a:cubicBezTo>
                <a:cubicBezTo>
                  <a:pt x="1468202" y="56829"/>
                  <a:pt x="1468456" y="61524"/>
                  <a:pt x="1468456" y="68313"/>
                </a:cubicBezTo>
                <a:lnTo>
                  <a:pt x="1468456" y="88680"/>
                </a:lnTo>
                <a:cubicBezTo>
                  <a:pt x="1468456" y="102880"/>
                  <a:pt x="1468782" y="111861"/>
                  <a:pt x="1469432" y="115624"/>
                </a:cubicBezTo>
                <a:cubicBezTo>
                  <a:pt x="1470083" y="119386"/>
                  <a:pt x="1471370" y="122992"/>
                  <a:pt x="1473293" y="126443"/>
                </a:cubicBezTo>
                <a:lnTo>
                  <a:pt x="1457339" y="126443"/>
                </a:lnTo>
                <a:cubicBezTo>
                  <a:pt x="1455755" y="123272"/>
                  <a:pt x="1454737" y="119563"/>
                  <a:pt x="1454284" y="115316"/>
                </a:cubicBezTo>
                <a:moveTo>
                  <a:pt x="1453012" y="81127"/>
                </a:moveTo>
                <a:cubicBezTo>
                  <a:pt x="1447467" y="83410"/>
                  <a:pt x="1439151" y="85349"/>
                  <a:pt x="1428062" y="86946"/>
                </a:cubicBezTo>
                <a:cubicBezTo>
                  <a:pt x="1421783" y="87854"/>
                  <a:pt x="1417342" y="88877"/>
                  <a:pt x="1414739" y="90014"/>
                </a:cubicBezTo>
                <a:cubicBezTo>
                  <a:pt x="1412137" y="91149"/>
                  <a:pt x="1410128" y="92811"/>
                  <a:pt x="1408714" y="95000"/>
                </a:cubicBezTo>
                <a:cubicBezTo>
                  <a:pt x="1407300" y="97187"/>
                  <a:pt x="1406592" y="99615"/>
                  <a:pt x="1406592" y="102284"/>
                </a:cubicBezTo>
                <a:cubicBezTo>
                  <a:pt x="1406592" y="106374"/>
                  <a:pt x="1408134" y="109782"/>
                  <a:pt x="1411217" y="112510"/>
                </a:cubicBezTo>
                <a:cubicBezTo>
                  <a:pt x="1414301" y="115236"/>
                  <a:pt x="1418812" y="116599"/>
                  <a:pt x="1424753" y="116599"/>
                </a:cubicBezTo>
                <a:cubicBezTo>
                  <a:pt x="1430636" y="116599"/>
                  <a:pt x="1435870" y="115306"/>
                  <a:pt x="1440452" y="112720"/>
                </a:cubicBezTo>
                <a:cubicBezTo>
                  <a:pt x="1445035" y="110133"/>
                  <a:pt x="1448401" y="106595"/>
                  <a:pt x="1450551" y="102104"/>
                </a:cubicBezTo>
                <a:cubicBezTo>
                  <a:pt x="1452191" y="98635"/>
                  <a:pt x="1453012" y="93519"/>
                  <a:pt x="1453012" y="86755"/>
                </a:cubicBezTo>
                <a:lnTo>
                  <a:pt x="1453012" y="81127"/>
                </a:lnTo>
                <a:close/>
                <a:moveTo>
                  <a:pt x="1491767" y="126443"/>
                </a:moveTo>
                <a:lnTo>
                  <a:pt x="1491767" y="2037"/>
                </a:lnTo>
                <a:lnTo>
                  <a:pt x="1507042" y="2037"/>
                </a:lnTo>
                <a:lnTo>
                  <a:pt x="1507042" y="126443"/>
                </a:lnTo>
                <a:lnTo>
                  <a:pt x="1491767" y="126443"/>
                </a:lnTo>
                <a:close/>
                <a:moveTo>
                  <a:pt x="1530774" y="126443"/>
                </a:moveTo>
                <a:lnTo>
                  <a:pt x="1530774" y="2037"/>
                </a:lnTo>
                <a:lnTo>
                  <a:pt x="1546049" y="2037"/>
                </a:lnTo>
                <a:lnTo>
                  <a:pt x="1546049" y="72981"/>
                </a:lnTo>
                <a:lnTo>
                  <a:pt x="1582200" y="36321"/>
                </a:lnTo>
                <a:lnTo>
                  <a:pt x="1601972" y="36321"/>
                </a:lnTo>
                <a:lnTo>
                  <a:pt x="1567519" y="69756"/>
                </a:lnTo>
                <a:lnTo>
                  <a:pt x="1605452" y="126443"/>
                </a:lnTo>
                <a:lnTo>
                  <a:pt x="1586612" y="126443"/>
                </a:lnTo>
                <a:lnTo>
                  <a:pt x="1556826" y="80364"/>
                </a:lnTo>
                <a:lnTo>
                  <a:pt x="1546049" y="90717"/>
                </a:lnTo>
                <a:lnTo>
                  <a:pt x="1546049" y="126443"/>
                </a:lnTo>
                <a:lnTo>
                  <a:pt x="1530774" y="126443"/>
                </a:lnTo>
                <a:close/>
                <a:moveTo>
                  <a:pt x="1682535" y="126443"/>
                </a:moveTo>
                <a:lnTo>
                  <a:pt x="1654955" y="36321"/>
                </a:lnTo>
                <a:lnTo>
                  <a:pt x="1670739" y="36321"/>
                </a:lnTo>
                <a:lnTo>
                  <a:pt x="1685081" y="88333"/>
                </a:lnTo>
                <a:lnTo>
                  <a:pt x="1690427" y="107689"/>
                </a:lnTo>
                <a:cubicBezTo>
                  <a:pt x="1690653" y="106729"/>
                  <a:pt x="1692209" y="100540"/>
                  <a:pt x="1695094" y="89123"/>
                </a:cubicBezTo>
                <a:lnTo>
                  <a:pt x="1709436" y="36321"/>
                </a:lnTo>
                <a:lnTo>
                  <a:pt x="1725135" y="36321"/>
                </a:lnTo>
                <a:lnTo>
                  <a:pt x="1738628" y="88585"/>
                </a:lnTo>
                <a:lnTo>
                  <a:pt x="1743126" y="105822"/>
                </a:lnTo>
                <a:lnTo>
                  <a:pt x="1748302" y="88423"/>
                </a:lnTo>
                <a:lnTo>
                  <a:pt x="1763747" y="36321"/>
                </a:lnTo>
                <a:lnTo>
                  <a:pt x="1778598" y="36321"/>
                </a:lnTo>
                <a:lnTo>
                  <a:pt x="1750424" y="126443"/>
                </a:lnTo>
                <a:lnTo>
                  <a:pt x="1734555" y="126443"/>
                </a:lnTo>
                <a:lnTo>
                  <a:pt x="1720213" y="72442"/>
                </a:lnTo>
                <a:lnTo>
                  <a:pt x="1716734" y="57112"/>
                </a:lnTo>
                <a:lnTo>
                  <a:pt x="1698489" y="126443"/>
                </a:lnTo>
                <a:lnTo>
                  <a:pt x="1682535" y="126443"/>
                </a:lnTo>
                <a:close/>
                <a:moveTo>
                  <a:pt x="1850192" y="115316"/>
                </a:moveTo>
                <a:cubicBezTo>
                  <a:pt x="1844534" y="120128"/>
                  <a:pt x="1839089" y="123525"/>
                  <a:pt x="1833856" y="125507"/>
                </a:cubicBezTo>
                <a:cubicBezTo>
                  <a:pt x="1828623" y="127489"/>
                  <a:pt x="1823008" y="128480"/>
                  <a:pt x="1817011" y="128480"/>
                </a:cubicBezTo>
                <a:cubicBezTo>
                  <a:pt x="1807111" y="128480"/>
                  <a:pt x="1799501" y="126060"/>
                  <a:pt x="1794183" y="121219"/>
                </a:cubicBezTo>
                <a:cubicBezTo>
                  <a:pt x="1788865" y="116378"/>
                  <a:pt x="1786206" y="110193"/>
                  <a:pt x="1786206" y="102664"/>
                </a:cubicBezTo>
                <a:cubicBezTo>
                  <a:pt x="1786206" y="98249"/>
                  <a:pt x="1787211" y="94216"/>
                  <a:pt x="1789219" y="90566"/>
                </a:cubicBezTo>
                <a:cubicBezTo>
                  <a:pt x="1791227" y="86913"/>
                  <a:pt x="1793858" y="83983"/>
                  <a:pt x="1797111" y="81774"/>
                </a:cubicBezTo>
                <a:cubicBezTo>
                  <a:pt x="1800364" y="79566"/>
                  <a:pt x="1804027" y="77897"/>
                  <a:pt x="1808101" y="76765"/>
                </a:cubicBezTo>
                <a:cubicBezTo>
                  <a:pt x="1811099" y="75971"/>
                  <a:pt x="1815625" y="75207"/>
                  <a:pt x="1821678" y="74471"/>
                </a:cubicBezTo>
                <a:cubicBezTo>
                  <a:pt x="1834012" y="73011"/>
                  <a:pt x="1843092" y="71269"/>
                  <a:pt x="1848919" y="69247"/>
                </a:cubicBezTo>
                <a:cubicBezTo>
                  <a:pt x="1848975" y="67162"/>
                  <a:pt x="1849004" y="65838"/>
                  <a:pt x="1849004" y="65274"/>
                </a:cubicBezTo>
                <a:cubicBezTo>
                  <a:pt x="1849004" y="59074"/>
                  <a:pt x="1847561" y="54706"/>
                  <a:pt x="1844676" y="52171"/>
                </a:cubicBezTo>
                <a:cubicBezTo>
                  <a:pt x="1840772" y="48733"/>
                  <a:pt x="1834973" y="47013"/>
                  <a:pt x="1827279" y="47013"/>
                </a:cubicBezTo>
                <a:cubicBezTo>
                  <a:pt x="1820094" y="47013"/>
                  <a:pt x="1814790" y="48272"/>
                  <a:pt x="1811368" y="50790"/>
                </a:cubicBezTo>
                <a:cubicBezTo>
                  <a:pt x="1807945" y="53307"/>
                  <a:pt x="1805413" y="57762"/>
                  <a:pt x="1803773" y="64155"/>
                </a:cubicBezTo>
                <a:lnTo>
                  <a:pt x="1788837" y="62118"/>
                </a:lnTo>
                <a:cubicBezTo>
                  <a:pt x="1790195" y="55706"/>
                  <a:pt x="1792430" y="50528"/>
                  <a:pt x="1795541" y="46584"/>
                </a:cubicBezTo>
                <a:cubicBezTo>
                  <a:pt x="1798653" y="42639"/>
                  <a:pt x="1803150" y="39604"/>
                  <a:pt x="1809034" y="37477"/>
                </a:cubicBezTo>
                <a:cubicBezTo>
                  <a:pt x="1814918" y="35348"/>
                  <a:pt x="1821735" y="34284"/>
                  <a:pt x="1829486" y="34284"/>
                </a:cubicBezTo>
                <a:cubicBezTo>
                  <a:pt x="1837180" y="34284"/>
                  <a:pt x="1843431" y="35189"/>
                  <a:pt x="1848240" y="37000"/>
                </a:cubicBezTo>
                <a:cubicBezTo>
                  <a:pt x="1853049" y="38810"/>
                  <a:pt x="1856585" y="41087"/>
                  <a:pt x="1858848" y="43831"/>
                </a:cubicBezTo>
                <a:cubicBezTo>
                  <a:pt x="1861111" y="46575"/>
                  <a:pt x="1862695" y="50040"/>
                  <a:pt x="1863600" y="54226"/>
                </a:cubicBezTo>
                <a:cubicBezTo>
                  <a:pt x="1864109" y="56829"/>
                  <a:pt x="1864364" y="61524"/>
                  <a:pt x="1864364" y="68313"/>
                </a:cubicBezTo>
                <a:lnTo>
                  <a:pt x="1864364" y="88680"/>
                </a:lnTo>
                <a:cubicBezTo>
                  <a:pt x="1864364" y="102880"/>
                  <a:pt x="1864689" y="111861"/>
                  <a:pt x="1865340" y="115624"/>
                </a:cubicBezTo>
                <a:cubicBezTo>
                  <a:pt x="1865990" y="119386"/>
                  <a:pt x="1867277" y="122992"/>
                  <a:pt x="1869201" y="126443"/>
                </a:cubicBezTo>
                <a:lnTo>
                  <a:pt x="1853247" y="126443"/>
                </a:lnTo>
                <a:cubicBezTo>
                  <a:pt x="1851663" y="123272"/>
                  <a:pt x="1850644" y="119563"/>
                  <a:pt x="1850192" y="115316"/>
                </a:cubicBezTo>
                <a:moveTo>
                  <a:pt x="1848919" y="81127"/>
                </a:moveTo>
                <a:cubicBezTo>
                  <a:pt x="1843375" y="83410"/>
                  <a:pt x="1835058" y="85349"/>
                  <a:pt x="1823970" y="86946"/>
                </a:cubicBezTo>
                <a:cubicBezTo>
                  <a:pt x="1817690" y="87854"/>
                  <a:pt x="1813249" y="88877"/>
                  <a:pt x="1810646" y="90014"/>
                </a:cubicBezTo>
                <a:cubicBezTo>
                  <a:pt x="1808044" y="91149"/>
                  <a:pt x="1806036" y="92811"/>
                  <a:pt x="1804621" y="95000"/>
                </a:cubicBezTo>
                <a:cubicBezTo>
                  <a:pt x="1803207" y="97187"/>
                  <a:pt x="1802500" y="99615"/>
                  <a:pt x="1802500" y="102284"/>
                </a:cubicBezTo>
                <a:cubicBezTo>
                  <a:pt x="1802500" y="106374"/>
                  <a:pt x="1804041" y="109782"/>
                  <a:pt x="1807125" y="112510"/>
                </a:cubicBezTo>
                <a:cubicBezTo>
                  <a:pt x="1810208" y="115236"/>
                  <a:pt x="1814720" y="116599"/>
                  <a:pt x="1820660" y="116599"/>
                </a:cubicBezTo>
                <a:cubicBezTo>
                  <a:pt x="1826544" y="116599"/>
                  <a:pt x="1831777" y="115306"/>
                  <a:pt x="1836359" y="112720"/>
                </a:cubicBezTo>
                <a:cubicBezTo>
                  <a:pt x="1840942" y="110133"/>
                  <a:pt x="1844308" y="106595"/>
                  <a:pt x="1846458" y="102104"/>
                </a:cubicBezTo>
                <a:cubicBezTo>
                  <a:pt x="1848099" y="98635"/>
                  <a:pt x="1848919" y="93519"/>
                  <a:pt x="1848919" y="86755"/>
                </a:cubicBezTo>
                <a:lnTo>
                  <a:pt x="1848919" y="81127"/>
                </a:lnTo>
                <a:close/>
                <a:moveTo>
                  <a:pt x="1881903" y="99457"/>
                </a:moveTo>
                <a:lnTo>
                  <a:pt x="1897009" y="97081"/>
                </a:lnTo>
                <a:cubicBezTo>
                  <a:pt x="1897857" y="103108"/>
                  <a:pt x="1900219" y="107727"/>
                  <a:pt x="1904095" y="110938"/>
                </a:cubicBezTo>
                <a:cubicBezTo>
                  <a:pt x="1907970" y="114146"/>
                  <a:pt x="1913387" y="115751"/>
                  <a:pt x="1920345" y="115751"/>
                </a:cubicBezTo>
                <a:cubicBezTo>
                  <a:pt x="1927361" y="115751"/>
                  <a:pt x="1932566" y="114334"/>
                  <a:pt x="1935960" y="111500"/>
                </a:cubicBezTo>
                <a:cubicBezTo>
                  <a:pt x="1939354" y="108664"/>
                  <a:pt x="1941052" y="105339"/>
                  <a:pt x="1941052" y="101523"/>
                </a:cubicBezTo>
                <a:cubicBezTo>
                  <a:pt x="1941052" y="98099"/>
                  <a:pt x="1939552" y="95404"/>
                  <a:pt x="1936554" y="93440"/>
                </a:cubicBezTo>
                <a:cubicBezTo>
                  <a:pt x="1934461" y="92093"/>
                  <a:pt x="1929256" y="90381"/>
                  <a:pt x="1920940" y="88304"/>
                </a:cubicBezTo>
                <a:cubicBezTo>
                  <a:pt x="1909738" y="85473"/>
                  <a:pt x="1901973" y="83024"/>
                  <a:pt x="1897645" y="80958"/>
                </a:cubicBezTo>
                <a:cubicBezTo>
                  <a:pt x="1893317" y="78891"/>
                  <a:pt x="1890036" y="76031"/>
                  <a:pt x="1887801" y="72379"/>
                </a:cubicBezTo>
                <a:cubicBezTo>
                  <a:pt x="1885566" y="68726"/>
                  <a:pt x="1884449" y="64692"/>
                  <a:pt x="1884449" y="60275"/>
                </a:cubicBezTo>
                <a:cubicBezTo>
                  <a:pt x="1884449" y="56255"/>
                  <a:pt x="1885368" y="52532"/>
                  <a:pt x="1887207" y="49106"/>
                </a:cubicBezTo>
                <a:cubicBezTo>
                  <a:pt x="1889046" y="45679"/>
                  <a:pt x="1891549" y="42834"/>
                  <a:pt x="1894717" y="40569"/>
                </a:cubicBezTo>
                <a:cubicBezTo>
                  <a:pt x="1897093" y="38813"/>
                  <a:pt x="1900332" y="37327"/>
                  <a:pt x="1904434" y="36111"/>
                </a:cubicBezTo>
                <a:cubicBezTo>
                  <a:pt x="1908536" y="34893"/>
                  <a:pt x="1912934" y="34284"/>
                  <a:pt x="1917630" y="34284"/>
                </a:cubicBezTo>
                <a:cubicBezTo>
                  <a:pt x="1924702" y="34284"/>
                  <a:pt x="1930911" y="35309"/>
                  <a:pt x="1936257" y="37360"/>
                </a:cubicBezTo>
                <a:cubicBezTo>
                  <a:pt x="1941603" y="39409"/>
                  <a:pt x="1945549" y="42186"/>
                  <a:pt x="1948095" y="45690"/>
                </a:cubicBezTo>
                <a:cubicBezTo>
                  <a:pt x="1950641" y="49192"/>
                  <a:pt x="1952395" y="53876"/>
                  <a:pt x="1953357" y="59742"/>
                </a:cubicBezTo>
                <a:lnTo>
                  <a:pt x="1938421" y="61779"/>
                </a:lnTo>
                <a:cubicBezTo>
                  <a:pt x="1937742" y="57140"/>
                  <a:pt x="1935776" y="53519"/>
                  <a:pt x="1932523" y="50917"/>
                </a:cubicBezTo>
                <a:cubicBezTo>
                  <a:pt x="1929270" y="48314"/>
                  <a:pt x="1924673" y="47013"/>
                  <a:pt x="1918733" y="47013"/>
                </a:cubicBezTo>
                <a:cubicBezTo>
                  <a:pt x="1911718" y="47013"/>
                  <a:pt x="1906711" y="48168"/>
                  <a:pt x="1903713" y="50477"/>
                </a:cubicBezTo>
                <a:cubicBezTo>
                  <a:pt x="1900714" y="52784"/>
                  <a:pt x="1899215" y="55486"/>
                  <a:pt x="1899215" y="58583"/>
                </a:cubicBezTo>
                <a:cubicBezTo>
                  <a:pt x="1899215" y="60553"/>
                  <a:pt x="1899837" y="62326"/>
                  <a:pt x="1901082" y="63903"/>
                </a:cubicBezTo>
                <a:cubicBezTo>
                  <a:pt x="1902327" y="65535"/>
                  <a:pt x="1904278" y="66886"/>
                  <a:pt x="1906937" y="67955"/>
                </a:cubicBezTo>
                <a:cubicBezTo>
                  <a:pt x="1908465" y="68519"/>
                  <a:pt x="1912963" y="69814"/>
                  <a:pt x="1920430" y="71840"/>
                </a:cubicBezTo>
                <a:cubicBezTo>
                  <a:pt x="1931236" y="74724"/>
                  <a:pt x="1938775" y="77084"/>
                  <a:pt x="1943046" y="78921"/>
                </a:cubicBezTo>
                <a:cubicBezTo>
                  <a:pt x="1947317" y="80758"/>
                  <a:pt x="1950669" y="83429"/>
                  <a:pt x="1953102" y="86935"/>
                </a:cubicBezTo>
                <a:cubicBezTo>
                  <a:pt x="1955535" y="90439"/>
                  <a:pt x="1956751" y="94791"/>
                  <a:pt x="1956751" y="99991"/>
                </a:cubicBezTo>
                <a:cubicBezTo>
                  <a:pt x="1956751" y="105079"/>
                  <a:pt x="1955266" y="109870"/>
                  <a:pt x="1952296" y="114364"/>
                </a:cubicBezTo>
                <a:cubicBezTo>
                  <a:pt x="1949326" y="118856"/>
                  <a:pt x="1945040" y="122332"/>
                  <a:pt x="1939439" y="124791"/>
                </a:cubicBezTo>
                <a:cubicBezTo>
                  <a:pt x="1933838" y="127250"/>
                  <a:pt x="1927502" y="128480"/>
                  <a:pt x="1920430" y="128480"/>
                </a:cubicBezTo>
                <a:cubicBezTo>
                  <a:pt x="1908719" y="128480"/>
                  <a:pt x="1899795" y="126040"/>
                  <a:pt x="1893657" y="121161"/>
                </a:cubicBezTo>
                <a:cubicBezTo>
                  <a:pt x="1887518" y="116281"/>
                  <a:pt x="1883601" y="109047"/>
                  <a:pt x="1881903" y="99457"/>
                </a:cubicBezTo>
                <a:close/>
                <a:moveTo>
                  <a:pt x="2017116" y="99457"/>
                </a:moveTo>
                <a:lnTo>
                  <a:pt x="2032222" y="97081"/>
                </a:lnTo>
                <a:cubicBezTo>
                  <a:pt x="2033070" y="103108"/>
                  <a:pt x="2035432" y="107727"/>
                  <a:pt x="2039308" y="110938"/>
                </a:cubicBezTo>
                <a:cubicBezTo>
                  <a:pt x="2043183" y="114146"/>
                  <a:pt x="2048600" y="115751"/>
                  <a:pt x="2055559" y="115751"/>
                </a:cubicBezTo>
                <a:cubicBezTo>
                  <a:pt x="2062574" y="115751"/>
                  <a:pt x="2067779" y="114334"/>
                  <a:pt x="2071173" y="111500"/>
                </a:cubicBezTo>
                <a:cubicBezTo>
                  <a:pt x="2074568" y="108664"/>
                  <a:pt x="2076265" y="105339"/>
                  <a:pt x="2076265" y="101523"/>
                </a:cubicBezTo>
                <a:cubicBezTo>
                  <a:pt x="2076265" y="98099"/>
                  <a:pt x="2074766" y="95404"/>
                  <a:pt x="2071767" y="93440"/>
                </a:cubicBezTo>
                <a:cubicBezTo>
                  <a:pt x="2069674" y="92093"/>
                  <a:pt x="2064469" y="90381"/>
                  <a:pt x="2056153" y="88304"/>
                </a:cubicBezTo>
                <a:cubicBezTo>
                  <a:pt x="2044951" y="85473"/>
                  <a:pt x="2037186" y="83024"/>
                  <a:pt x="2032858" y="80958"/>
                </a:cubicBezTo>
                <a:cubicBezTo>
                  <a:pt x="2028530" y="78891"/>
                  <a:pt x="2025249" y="76031"/>
                  <a:pt x="2023014" y="72379"/>
                </a:cubicBezTo>
                <a:cubicBezTo>
                  <a:pt x="2020780" y="68726"/>
                  <a:pt x="2019662" y="64692"/>
                  <a:pt x="2019662" y="60275"/>
                </a:cubicBezTo>
                <a:cubicBezTo>
                  <a:pt x="2019662" y="56255"/>
                  <a:pt x="2020582" y="52532"/>
                  <a:pt x="2022420" y="49106"/>
                </a:cubicBezTo>
                <a:cubicBezTo>
                  <a:pt x="2024259" y="45679"/>
                  <a:pt x="2026762" y="42834"/>
                  <a:pt x="2029931" y="40569"/>
                </a:cubicBezTo>
                <a:cubicBezTo>
                  <a:pt x="2032307" y="38813"/>
                  <a:pt x="2035546" y="37327"/>
                  <a:pt x="2039647" y="36111"/>
                </a:cubicBezTo>
                <a:cubicBezTo>
                  <a:pt x="2043749" y="34893"/>
                  <a:pt x="2048147" y="34284"/>
                  <a:pt x="2052843" y="34284"/>
                </a:cubicBezTo>
                <a:cubicBezTo>
                  <a:pt x="2059915" y="34284"/>
                  <a:pt x="2066124" y="35309"/>
                  <a:pt x="2071470" y="37360"/>
                </a:cubicBezTo>
                <a:cubicBezTo>
                  <a:pt x="2076816" y="39409"/>
                  <a:pt x="2080762" y="42186"/>
                  <a:pt x="2083308" y="45690"/>
                </a:cubicBezTo>
                <a:cubicBezTo>
                  <a:pt x="2085854" y="49192"/>
                  <a:pt x="2087608" y="53876"/>
                  <a:pt x="2088570" y="59742"/>
                </a:cubicBezTo>
                <a:lnTo>
                  <a:pt x="2073634" y="61779"/>
                </a:lnTo>
                <a:cubicBezTo>
                  <a:pt x="2072955" y="57140"/>
                  <a:pt x="2070989" y="53519"/>
                  <a:pt x="2067736" y="50917"/>
                </a:cubicBezTo>
                <a:cubicBezTo>
                  <a:pt x="2064483" y="48314"/>
                  <a:pt x="2059887" y="47013"/>
                  <a:pt x="2053946" y="47013"/>
                </a:cubicBezTo>
                <a:cubicBezTo>
                  <a:pt x="2046931" y="47013"/>
                  <a:pt x="2041924" y="48168"/>
                  <a:pt x="2038926" y="50477"/>
                </a:cubicBezTo>
                <a:cubicBezTo>
                  <a:pt x="2035927" y="52784"/>
                  <a:pt x="2034428" y="55486"/>
                  <a:pt x="2034428" y="58583"/>
                </a:cubicBezTo>
                <a:cubicBezTo>
                  <a:pt x="2034428" y="60553"/>
                  <a:pt x="2035051" y="62326"/>
                  <a:pt x="2036295" y="63903"/>
                </a:cubicBezTo>
                <a:cubicBezTo>
                  <a:pt x="2037540" y="65535"/>
                  <a:pt x="2039492" y="66886"/>
                  <a:pt x="2042151" y="67955"/>
                </a:cubicBezTo>
                <a:cubicBezTo>
                  <a:pt x="2043678" y="68519"/>
                  <a:pt x="2048176" y="69814"/>
                  <a:pt x="2055644" y="71840"/>
                </a:cubicBezTo>
                <a:cubicBezTo>
                  <a:pt x="2066449" y="74724"/>
                  <a:pt x="2073988" y="77084"/>
                  <a:pt x="2078259" y="78921"/>
                </a:cubicBezTo>
                <a:cubicBezTo>
                  <a:pt x="2082530" y="80758"/>
                  <a:pt x="2085882" y="83429"/>
                  <a:pt x="2088315" y="86935"/>
                </a:cubicBezTo>
                <a:cubicBezTo>
                  <a:pt x="2090748" y="90439"/>
                  <a:pt x="2091964" y="94791"/>
                  <a:pt x="2091964" y="99991"/>
                </a:cubicBezTo>
                <a:cubicBezTo>
                  <a:pt x="2091964" y="105079"/>
                  <a:pt x="2090479" y="109870"/>
                  <a:pt x="2087509" y="114364"/>
                </a:cubicBezTo>
                <a:cubicBezTo>
                  <a:pt x="2084539" y="118856"/>
                  <a:pt x="2080253" y="122332"/>
                  <a:pt x="2074652" y="124791"/>
                </a:cubicBezTo>
                <a:cubicBezTo>
                  <a:pt x="2069052" y="127250"/>
                  <a:pt x="2062715" y="128480"/>
                  <a:pt x="2055644" y="128480"/>
                </a:cubicBezTo>
                <a:cubicBezTo>
                  <a:pt x="2043933" y="128480"/>
                  <a:pt x="2035008" y="126040"/>
                  <a:pt x="2028870" y="121161"/>
                </a:cubicBezTo>
                <a:cubicBezTo>
                  <a:pt x="2022731" y="116281"/>
                  <a:pt x="2018814" y="109047"/>
                  <a:pt x="2017116" y="99457"/>
                </a:cubicBezTo>
                <a:close/>
                <a:moveTo>
                  <a:pt x="2169188" y="126443"/>
                </a:moveTo>
                <a:lnTo>
                  <a:pt x="2169188" y="113205"/>
                </a:lnTo>
                <a:cubicBezTo>
                  <a:pt x="2162173" y="123388"/>
                  <a:pt x="2152640" y="128480"/>
                  <a:pt x="2140590" y="128480"/>
                </a:cubicBezTo>
                <a:cubicBezTo>
                  <a:pt x="2135272" y="128480"/>
                  <a:pt x="2130307" y="127462"/>
                  <a:pt x="2125697" y="125425"/>
                </a:cubicBezTo>
                <a:cubicBezTo>
                  <a:pt x="2121086" y="123388"/>
                  <a:pt x="2117663" y="120828"/>
                  <a:pt x="2115428" y="117745"/>
                </a:cubicBezTo>
                <a:cubicBezTo>
                  <a:pt x="2113194" y="114662"/>
                  <a:pt x="2111624" y="110885"/>
                  <a:pt x="2110719" y="106416"/>
                </a:cubicBezTo>
                <a:cubicBezTo>
                  <a:pt x="2110096" y="103418"/>
                  <a:pt x="2109785" y="98665"/>
                  <a:pt x="2109785" y="92159"/>
                </a:cubicBezTo>
                <a:lnTo>
                  <a:pt x="2109785" y="36321"/>
                </a:lnTo>
                <a:lnTo>
                  <a:pt x="2125060" y="36321"/>
                </a:lnTo>
                <a:lnTo>
                  <a:pt x="2125060" y="86304"/>
                </a:lnTo>
                <a:cubicBezTo>
                  <a:pt x="2125060" y="94281"/>
                  <a:pt x="2125371" y="99655"/>
                  <a:pt x="2125994" y="102428"/>
                </a:cubicBezTo>
                <a:cubicBezTo>
                  <a:pt x="2126955" y="106444"/>
                  <a:pt x="2128992" y="109598"/>
                  <a:pt x="2132104" y="111890"/>
                </a:cubicBezTo>
                <a:cubicBezTo>
                  <a:pt x="2135215" y="114181"/>
                  <a:pt x="2139062" y="115327"/>
                  <a:pt x="2143645" y="115327"/>
                </a:cubicBezTo>
                <a:cubicBezTo>
                  <a:pt x="2148227" y="115327"/>
                  <a:pt x="2152527" y="114153"/>
                  <a:pt x="2156544" y="111805"/>
                </a:cubicBezTo>
                <a:cubicBezTo>
                  <a:pt x="2160560" y="109457"/>
                  <a:pt x="2163403" y="106261"/>
                  <a:pt x="2165072" y="102215"/>
                </a:cubicBezTo>
                <a:cubicBezTo>
                  <a:pt x="2166741" y="98170"/>
                  <a:pt x="2167576" y="92301"/>
                  <a:pt x="2167576" y="84607"/>
                </a:cubicBezTo>
                <a:lnTo>
                  <a:pt x="2167576" y="36321"/>
                </a:lnTo>
                <a:lnTo>
                  <a:pt x="2182851" y="36321"/>
                </a:lnTo>
                <a:lnTo>
                  <a:pt x="2182851" y="126443"/>
                </a:lnTo>
                <a:lnTo>
                  <a:pt x="2169188" y="126443"/>
                </a:lnTo>
                <a:close/>
                <a:moveTo>
                  <a:pt x="2265564" y="93347"/>
                </a:moveTo>
                <a:lnTo>
                  <a:pt x="2280584" y="95299"/>
                </a:lnTo>
                <a:cubicBezTo>
                  <a:pt x="2278944" y="105679"/>
                  <a:pt x="2274743" y="113804"/>
                  <a:pt x="2267982" y="119676"/>
                </a:cubicBezTo>
                <a:cubicBezTo>
                  <a:pt x="2261222" y="125545"/>
                  <a:pt x="2252919" y="128480"/>
                  <a:pt x="2243076" y="128480"/>
                </a:cubicBezTo>
                <a:cubicBezTo>
                  <a:pt x="2230742" y="128480"/>
                  <a:pt x="2220828" y="124449"/>
                  <a:pt x="2213332" y="116387"/>
                </a:cubicBezTo>
                <a:cubicBezTo>
                  <a:pt x="2205836" y="108325"/>
                  <a:pt x="2202087" y="96770"/>
                  <a:pt x="2202087" y="81721"/>
                </a:cubicBezTo>
                <a:cubicBezTo>
                  <a:pt x="2202087" y="71991"/>
                  <a:pt x="2203700" y="63476"/>
                  <a:pt x="2206925" y="56178"/>
                </a:cubicBezTo>
                <a:cubicBezTo>
                  <a:pt x="2210149" y="48880"/>
                  <a:pt x="2215057" y="43407"/>
                  <a:pt x="2221648" y="39758"/>
                </a:cubicBezTo>
                <a:cubicBezTo>
                  <a:pt x="2228239" y="36108"/>
                  <a:pt x="2235410" y="34284"/>
                  <a:pt x="2243160" y="34284"/>
                </a:cubicBezTo>
                <a:cubicBezTo>
                  <a:pt x="2252948" y="34284"/>
                  <a:pt x="2260953" y="36767"/>
                  <a:pt x="2267176" y="41733"/>
                </a:cubicBezTo>
                <a:cubicBezTo>
                  <a:pt x="2273399" y="46698"/>
                  <a:pt x="2277388" y="53747"/>
                  <a:pt x="2279142" y="62882"/>
                </a:cubicBezTo>
                <a:lnTo>
                  <a:pt x="2264291" y="65173"/>
                </a:lnTo>
                <a:cubicBezTo>
                  <a:pt x="2262876" y="59148"/>
                  <a:pt x="2260373" y="54615"/>
                  <a:pt x="2256781" y="51574"/>
                </a:cubicBezTo>
                <a:cubicBezTo>
                  <a:pt x="2253188" y="48534"/>
                  <a:pt x="2248846" y="47013"/>
                  <a:pt x="2243754" y="47013"/>
                </a:cubicBezTo>
                <a:cubicBezTo>
                  <a:pt x="2236060" y="47013"/>
                  <a:pt x="2229809" y="49758"/>
                  <a:pt x="2225000" y="55247"/>
                </a:cubicBezTo>
                <a:cubicBezTo>
                  <a:pt x="2220191" y="60735"/>
                  <a:pt x="2217787" y="69418"/>
                  <a:pt x="2217787" y="81297"/>
                </a:cubicBezTo>
                <a:cubicBezTo>
                  <a:pt x="2217787" y="93346"/>
                  <a:pt x="2220106" y="102101"/>
                  <a:pt x="2224745" y="107562"/>
                </a:cubicBezTo>
                <a:cubicBezTo>
                  <a:pt x="2229385" y="113021"/>
                  <a:pt x="2235438" y="115751"/>
                  <a:pt x="2242906" y="115751"/>
                </a:cubicBezTo>
                <a:cubicBezTo>
                  <a:pt x="2248903" y="115751"/>
                  <a:pt x="2253909" y="113919"/>
                  <a:pt x="2257926" y="110256"/>
                </a:cubicBezTo>
                <a:cubicBezTo>
                  <a:pt x="2261943" y="106593"/>
                  <a:pt x="2264489" y="100957"/>
                  <a:pt x="2265564" y="93347"/>
                </a:cubicBezTo>
                <a:close/>
                <a:moveTo>
                  <a:pt x="2352462" y="93347"/>
                </a:moveTo>
                <a:lnTo>
                  <a:pt x="2367482" y="95299"/>
                </a:lnTo>
                <a:cubicBezTo>
                  <a:pt x="2365842" y="105679"/>
                  <a:pt x="2361641" y="113804"/>
                  <a:pt x="2354881" y="119676"/>
                </a:cubicBezTo>
                <a:cubicBezTo>
                  <a:pt x="2348120" y="125545"/>
                  <a:pt x="2339818" y="128480"/>
                  <a:pt x="2329974" y="128480"/>
                </a:cubicBezTo>
                <a:cubicBezTo>
                  <a:pt x="2317641" y="128480"/>
                  <a:pt x="2307726" y="124449"/>
                  <a:pt x="2300230" y="116387"/>
                </a:cubicBezTo>
                <a:cubicBezTo>
                  <a:pt x="2292734" y="108325"/>
                  <a:pt x="2288986" y="96770"/>
                  <a:pt x="2288986" y="81721"/>
                </a:cubicBezTo>
                <a:cubicBezTo>
                  <a:pt x="2288986" y="71991"/>
                  <a:pt x="2290598" y="63476"/>
                  <a:pt x="2293823" y="56178"/>
                </a:cubicBezTo>
                <a:cubicBezTo>
                  <a:pt x="2297048" y="48880"/>
                  <a:pt x="2301955" y="43407"/>
                  <a:pt x="2308546" y="39758"/>
                </a:cubicBezTo>
                <a:cubicBezTo>
                  <a:pt x="2315137" y="36108"/>
                  <a:pt x="2322308" y="34284"/>
                  <a:pt x="2330059" y="34284"/>
                </a:cubicBezTo>
                <a:cubicBezTo>
                  <a:pt x="2339846" y="34284"/>
                  <a:pt x="2347851" y="36767"/>
                  <a:pt x="2354074" y="41733"/>
                </a:cubicBezTo>
                <a:cubicBezTo>
                  <a:pt x="2360298" y="46698"/>
                  <a:pt x="2364286" y="53747"/>
                  <a:pt x="2366040" y="62882"/>
                </a:cubicBezTo>
                <a:lnTo>
                  <a:pt x="2351189" y="65173"/>
                </a:lnTo>
                <a:cubicBezTo>
                  <a:pt x="2349775" y="59148"/>
                  <a:pt x="2347271" y="54615"/>
                  <a:pt x="2343679" y="51574"/>
                </a:cubicBezTo>
                <a:cubicBezTo>
                  <a:pt x="2340086" y="48534"/>
                  <a:pt x="2335744" y="47013"/>
                  <a:pt x="2330653" y="47013"/>
                </a:cubicBezTo>
                <a:cubicBezTo>
                  <a:pt x="2322959" y="47013"/>
                  <a:pt x="2316707" y="49758"/>
                  <a:pt x="2311898" y="55247"/>
                </a:cubicBezTo>
                <a:cubicBezTo>
                  <a:pt x="2307090" y="60735"/>
                  <a:pt x="2304685" y="69418"/>
                  <a:pt x="2304685" y="81297"/>
                </a:cubicBezTo>
                <a:cubicBezTo>
                  <a:pt x="2304685" y="93346"/>
                  <a:pt x="2307005" y="102101"/>
                  <a:pt x="2311644" y="107562"/>
                </a:cubicBezTo>
                <a:cubicBezTo>
                  <a:pt x="2316283" y="113021"/>
                  <a:pt x="2322336" y="115751"/>
                  <a:pt x="2329804" y="115751"/>
                </a:cubicBezTo>
                <a:cubicBezTo>
                  <a:pt x="2335801" y="115751"/>
                  <a:pt x="2340808" y="113919"/>
                  <a:pt x="2344825" y="110256"/>
                </a:cubicBezTo>
                <a:cubicBezTo>
                  <a:pt x="2348841" y="106593"/>
                  <a:pt x="2351387" y="100957"/>
                  <a:pt x="2352462" y="93347"/>
                </a:cubicBezTo>
                <a:close/>
                <a:moveTo>
                  <a:pt x="2442245" y="97421"/>
                </a:moveTo>
                <a:lnTo>
                  <a:pt x="2458029" y="99373"/>
                </a:lnTo>
                <a:cubicBezTo>
                  <a:pt x="2455540" y="108594"/>
                  <a:pt x="2450929" y="115751"/>
                  <a:pt x="2444197" y="120843"/>
                </a:cubicBezTo>
                <a:cubicBezTo>
                  <a:pt x="2437465" y="125934"/>
                  <a:pt x="2428865" y="128480"/>
                  <a:pt x="2418399" y="128480"/>
                </a:cubicBezTo>
                <a:cubicBezTo>
                  <a:pt x="2405217" y="128480"/>
                  <a:pt x="2394765" y="124421"/>
                  <a:pt x="2387043" y="116302"/>
                </a:cubicBezTo>
                <a:cubicBezTo>
                  <a:pt x="2379320" y="108184"/>
                  <a:pt x="2375459" y="96798"/>
                  <a:pt x="2375459" y="82146"/>
                </a:cubicBezTo>
                <a:cubicBezTo>
                  <a:pt x="2375459" y="66984"/>
                  <a:pt x="2379363" y="55216"/>
                  <a:pt x="2387170" y="46843"/>
                </a:cubicBezTo>
                <a:cubicBezTo>
                  <a:pt x="2394977" y="38470"/>
                  <a:pt x="2405104" y="34284"/>
                  <a:pt x="2417550" y="34284"/>
                </a:cubicBezTo>
                <a:cubicBezTo>
                  <a:pt x="2429601" y="34284"/>
                  <a:pt x="2439445" y="38379"/>
                  <a:pt x="2447082" y="46570"/>
                </a:cubicBezTo>
                <a:cubicBezTo>
                  <a:pt x="2454720" y="54759"/>
                  <a:pt x="2458538" y="66281"/>
                  <a:pt x="2458538" y="81135"/>
                </a:cubicBezTo>
                <a:cubicBezTo>
                  <a:pt x="2458538" y="82039"/>
                  <a:pt x="2458510" y="83394"/>
                  <a:pt x="2458454" y="85201"/>
                </a:cubicBezTo>
                <a:lnTo>
                  <a:pt x="2391243" y="85201"/>
                </a:lnTo>
                <a:cubicBezTo>
                  <a:pt x="2391809" y="95073"/>
                  <a:pt x="2394610" y="102633"/>
                  <a:pt x="2399645" y="107880"/>
                </a:cubicBezTo>
                <a:cubicBezTo>
                  <a:pt x="2404680" y="113127"/>
                  <a:pt x="2410960" y="115751"/>
                  <a:pt x="2418484" y="115751"/>
                </a:cubicBezTo>
                <a:cubicBezTo>
                  <a:pt x="2424085" y="115751"/>
                  <a:pt x="2428865" y="114294"/>
                  <a:pt x="2432825" y="111380"/>
                </a:cubicBezTo>
                <a:cubicBezTo>
                  <a:pt x="2436786" y="108465"/>
                  <a:pt x="2439926" y="103812"/>
                  <a:pt x="2442245" y="97421"/>
                </a:cubicBezTo>
                <a:moveTo>
                  <a:pt x="2392092" y="72472"/>
                </a:moveTo>
                <a:lnTo>
                  <a:pt x="2442415" y="72472"/>
                </a:lnTo>
                <a:cubicBezTo>
                  <a:pt x="2441736" y="65014"/>
                  <a:pt x="2439812" y="59421"/>
                  <a:pt x="2436644" y="55693"/>
                </a:cubicBezTo>
                <a:cubicBezTo>
                  <a:pt x="2431779" y="49906"/>
                  <a:pt x="2425471" y="47013"/>
                  <a:pt x="2417720" y="47013"/>
                </a:cubicBezTo>
                <a:cubicBezTo>
                  <a:pt x="2410705" y="47013"/>
                  <a:pt x="2404807" y="49323"/>
                  <a:pt x="2400027" y="53943"/>
                </a:cubicBezTo>
                <a:cubicBezTo>
                  <a:pt x="2395246" y="58561"/>
                  <a:pt x="2392601" y="64737"/>
                  <a:pt x="2392092" y="72472"/>
                </a:cubicBezTo>
                <a:close/>
                <a:moveTo>
                  <a:pt x="2471072" y="99457"/>
                </a:moveTo>
                <a:lnTo>
                  <a:pt x="2486177" y="97081"/>
                </a:lnTo>
                <a:cubicBezTo>
                  <a:pt x="2487025" y="103108"/>
                  <a:pt x="2489387" y="107727"/>
                  <a:pt x="2493263" y="110938"/>
                </a:cubicBezTo>
                <a:cubicBezTo>
                  <a:pt x="2497138" y="114146"/>
                  <a:pt x="2502555" y="115751"/>
                  <a:pt x="2509514" y="115751"/>
                </a:cubicBezTo>
                <a:cubicBezTo>
                  <a:pt x="2516529" y="115751"/>
                  <a:pt x="2521734" y="114334"/>
                  <a:pt x="2525128" y="111500"/>
                </a:cubicBezTo>
                <a:cubicBezTo>
                  <a:pt x="2528523" y="108664"/>
                  <a:pt x="2530220" y="105339"/>
                  <a:pt x="2530220" y="101523"/>
                </a:cubicBezTo>
                <a:cubicBezTo>
                  <a:pt x="2530220" y="98099"/>
                  <a:pt x="2528721" y="95404"/>
                  <a:pt x="2525722" y="93440"/>
                </a:cubicBezTo>
                <a:cubicBezTo>
                  <a:pt x="2523629" y="92093"/>
                  <a:pt x="2518424" y="90381"/>
                  <a:pt x="2510108" y="88304"/>
                </a:cubicBezTo>
                <a:cubicBezTo>
                  <a:pt x="2498906" y="85473"/>
                  <a:pt x="2491141" y="83024"/>
                  <a:pt x="2486813" y="80958"/>
                </a:cubicBezTo>
                <a:cubicBezTo>
                  <a:pt x="2482485" y="78891"/>
                  <a:pt x="2479204" y="76031"/>
                  <a:pt x="2476969" y="72379"/>
                </a:cubicBezTo>
                <a:cubicBezTo>
                  <a:pt x="2474735" y="68726"/>
                  <a:pt x="2473617" y="64692"/>
                  <a:pt x="2473617" y="60275"/>
                </a:cubicBezTo>
                <a:cubicBezTo>
                  <a:pt x="2473617" y="56255"/>
                  <a:pt x="2474537" y="52532"/>
                  <a:pt x="2476375" y="49106"/>
                </a:cubicBezTo>
                <a:cubicBezTo>
                  <a:pt x="2478214" y="45679"/>
                  <a:pt x="2480717" y="42834"/>
                  <a:pt x="2483886" y="40569"/>
                </a:cubicBezTo>
                <a:cubicBezTo>
                  <a:pt x="2486262" y="38813"/>
                  <a:pt x="2489501" y="37327"/>
                  <a:pt x="2493602" y="36111"/>
                </a:cubicBezTo>
                <a:cubicBezTo>
                  <a:pt x="2497704" y="34893"/>
                  <a:pt x="2502102" y="34284"/>
                  <a:pt x="2506798" y="34284"/>
                </a:cubicBezTo>
                <a:cubicBezTo>
                  <a:pt x="2513870" y="34284"/>
                  <a:pt x="2520079" y="35309"/>
                  <a:pt x="2525425" y="37360"/>
                </a:cubicBezTo>
                <a:cubicBezTo>
                  <a:pt x="2530771" y="39409"/>
                  <a:pt x="2534717" y="42186"/>
                  <a:pt x="2537263" y="45690"/>
                </a:cubicBezTo>
                <a:cubicBezTo>
                  <a:pt x="2539809" y="49192"/>
                  <a:pt x="2541563" y="53876"/>
                  <a:pt x="2542525" y="59742"/>
                </a:cubicBezTo>
                <a:lnTo>
                  <a:pt x="2527589" y="61779"/>
                </a:lnTo>
                <a:cubicBezTo>
                  <a:pt x="2526910" y="57140"/>
                  <a:pt x="2524944" y="53519"/>
                  <a:pt x="2521691" y="50917"/>
                </a:cubicBezTo>
                <a:cubicBezTo>
                  <a:pt x="2518438" y="48314"/>
                  <a:pt x="2513842" y="47013"/>
                  <a:pt x="2507901" y="47013"/>
                </a:cubicBezTo>
                <a:cubicBezTo>
                  <a:pt x="2500886" y="47013"/>
                  <a:pt x="2495879" y="48168"/>
                  <a:pt x="2492881" y="50477"/>
                </a:cubicBezTo>
                <a:cubicBezTo>
                  <a:pt x="2489882" y="52784"/>
                  <a:pt x="2488383" y="55486"/>
                  <a:pt x="2488383" y="58583"/>
                </a:cubicBezTo>
                <a:cubicBezTo>
                  <a:pt x="2488383" y="60553"/>
                  <a:pt x="2489006" y="62326"/>
                  <a:pt x="2490250" y="63903"/>
                </a:cubicBezTo>
                <a:cubicBezTo>
                  <a:pt x="2491495" y="65535"/>
                  <a:pt x="2493447" y="66886"/>
                  <a:pt x="2496106" y="67955"/>
                </a:cubicBezTo>
                <a:cubicBezTo>
                  <a:pt x="2497633" y="68519"/>
                  <a:pt x="2502131" y="69814"/>
                  <a:pt x="2509599" y="71840"/>
                </a:cubicBezTo>
                <a:cubicBezTo>
                  <a:pt x="2520404" y="74724"/>
                  <a:pt x="2527943" y="77084"/>
                  <a:pt x="2532214" y="78921"/>
                </a:cubicBezTo>
                <a:cubicBezTo>
                  <a:pt x="2536485" y="80758"/>
                  <a:pt x="2539837" y="83429"/>
                  <a:pt x="2542270" y="86935"/>
                </a:cubicBezTo>
                <a:cubicBezTo>
                  <a:pt x="2544703" y="90439"/>
                  <a:pt x="2545919" y="94791"/>
                  <a:pt x="2545919" y="99991"/>
                </a:cubicBezTo>
                <a:cubicBezTo>
                  <a:pt x="2545919" y="105079"/>
                  <a:pt x="2544434" y="109870"/>
                  <a:pt x="2541464" y="114364"/>
                </a:cubicBezTo>
                <a:cubicBezTo>
                  <a:pt x="2538494" y="118856"/>
                  <a:pt x="2534208" y="122332"/>
                  <a:pt x="2528607" y="124791"/>
                </a:cubicBezTo>
                <a:cubicBezTo>
                  <a:pt x="2523007" y="127250"/>
                  <a:pt x="2516670" y="128480"/>
                  <a:pt x="2509599" y="128480"/>
                </a:cubicBezTo>
                <a:cubicBezTo>
                  <a:pt x="2497888" y="128480"/>
                  <a:pt x="2488963" y="126040"/>
                  <a:pt x="2482825" y="121161"/>
                </a:cubicBezTo>
                <a:cubicBezTo>
                  <a:pt x="2476686" y="116281"/>
                  <a:pt x="2472769" y="109047"/>
                  <a:pt x="2471072" y="99457"/>
                </a:cubicBezTo>
                <a:close/>
                <a:moveTo>
                  <a:pt x="2557970" y="99457"/>
                </a:moveTo>
                <a:lnTo>
                  <a:pt x="2573075" y="97081"/>
                </a:lnTo>
                <a:cubicBezTo>
                  <a:pt x="2573923" y="103108"/>
                  <a:pt x="2576285" y="107727"/>
                  <a:pt x="2580161" y="110938"/>
                </a:cubicBezTo>
                <a:cubicBezTo>
                  <a:pt x="2584036" y="114146"/>
                  <a:pt x="2589453" y="115751"/>
                  <a:pt x="2596412" y="115751"/>
                </a:cubicBezTo>
                <a:cubicBezTo>
                  <a:pt x="2603427" y="115751"/>
                  <a:pt x="2608632" y="114334"/>
                  <a:pt x="2612026" y="111500"/>
                </a:cubicBezTo>
                <a:cubicBezTo>
                  <a:pt x="2615421" y="108664"/>
                  <a:pt x="2617118" y="105339"/>
                  <a:pt x="2617118" y="101523"/>
                </a:cubicBezTo>
                <a:cubicBezTo>
                  <a:pt x="2617118" y="98099"/>
                  <a:pt x="2615619" y="95404"/>
                  <a:pt x="2612620" y="93440"/>
                </a:cubicBezTo>
                <a:cubicBezTo>
                  <a:pt x="2610527" y="92093"/>
                  <a:pt x="2605322" y="90381"/>
                  <a:pt x="2597006" y="88304"/>
                </a:cubicBezTo>
                <a:cubicBezTo>
                  <a:pt x="2585804" y="85473"/>
                  <a:pt x="2578039" y="83024"/>
                  <a:pt x="2573711" y="80958"/>
                </a:cubicBezTo>
                <a:cubicBezTo>
                  <a:pt x="2569383" y="78891"/>
                  <a:pt x="2566102" y="76031"/>
                  <a:pt x="2563867" y="72379"/>
                </a:cubicBezTo>
                <a:cubicBezTo>
                  <a:pt x="2561633" y="68726"/>
                  <a:pt x="2560515" y="64692"/>
                  <a:pt x="2560515" y="60275"/>
                </a:cubicBezTo>
                <a:cubicBezTo>
                  <a:pt x="2560515" y="56255"/>
                  <a:pt x="2561435" y="52532"/>
                  <a:pt x="2563273" y="49106"/>
                </a:cubicBezTo>
                <a:cubicBezTo>
                  <a:pt x="2565112" y="45679"/>
                  <a:pt x="2567615" y="42834"/>
                  <a:pt x="2570784" y="40569"/>
                </a:cubicBezTo>
                <a:cubicBezTo>
                  <a:pt x="2573160" y="38813"/>
                  <a:pt x="2576399" y="37327"/>
                  <a:pt x="2580500" y="36111"/>
                </a:cubicBezTo>
                <a:cubicBezTo>
                  <a:pt x="2584602" y="34893"/>
                  <a:pt x="2589000" y="34284"/>
                  <a:pt x="2593696" y="34284"/>
                </a:cubicBezTo>
                <a:cubicBezTo>
                  <a:pt x="2600768" y="34284"/>
                  <a:pt x="2606977" y="35309"/>
                  <a:pt x="2612323" y="37360"/>
                </a:cubicBezTo>
                <a:cubicBezTo>
                  <a:pt x="2617669" y="39409"/>
                  <a:pt x="2621615" y="42186"/>
                  <a:pt x="2624161" y="45690"/>
                </a:cubicBezTo>
                <a:cubicBezTo>
                  <a:pt x="2626707" y="49192"/>
                  <a:pt x="2628461" y="53876"/>
                  <a:pt x="2629423" y="59742"/>
                </a:cubicBezTo>
                <a:lnTo>
                  <a:pt x="2614487" y="61779"/>
                </a:lnTo>
                <a:cubicBezTo>
                  <a:pt x="2613808" y="57140"/>
                  <a:pt x="2611842" y="53519"/>
                  <a:pt x="2608589" y="50917"/>
                </a:cubicBezTo>
                <a:cubicBezTo>
                  <a:pt x="2605336" y="48314"/>
                  <a:pt x="2600740" y="47013"/>
                  <a:pt x="2594799" y="47013"/>
                </a:cubicBezTo>
                <a:cubicBezTo>
                  <a:pt x="2587784" y="47013"/>
                  <a:pt x="2582777" y="48168"/>
                  <a:pt x="2579779" y="50477"/>
                </a:cubicBezTo>
                <a:cubicBezTo>
                  <a:pt x="2576780" y="52784"/>
                  <a:pt x="2575281" y="55486"/>
                  <a:pt x="2575281" y="58583"/>
                </a:cubicBezTo>
                <a:cubicBezTo>
                  <a:pt x="2575281" y="60553"/>
                  <a:pt x="2575904" y="62326"/>
                  <a:pt x="2577148" y="63903"/>
                </a:cubicBezTo>
                <a:cubicBezTo>
                  <a:pt x="2578393" y="65535"/>
                  <a:pt x="2580345" y="66886"/>
                  <a:pt x="2583004" y="67955"/>
                </a:cubicBezTo>
                <a:cubicBezTo>
                  <a:pt x="2584531" y="68519"/>
                  <a:pt x="2589029" y="69814"/>
                  <a:pt x="2596497" y="71840"/>
                </a:cubicBezTo>
                <a:cubicBezTo>
                  <a:pt x="2607302" y="74724"/>
                  <a:pt x="2614841" y="77084"/>
                  <a:pt x="2619112" y="78921"/>
                </a:cubicBezTo>
                <a:cubicBezTo>
                  <a:pt x="2623383" y="80758"/>
                  <a:pt x="2626735" y="83429"/>
                  <a:pt x="2629168" y="86935"/>
                </a:cubicBezTo>
                <a:cubicBezTo>
                  <a:pt x="2631601" y="90439"/>
                  <a:pt x="2632817" y="94791"/>
                  <a:pt x="2632817" y="99991"/>
                </a:cubicBezTo>
                <a:cubicBezTo>
                  <a:pt x="2632817" y="105079"/>
                  <a:pt x="2631332" y="109870"/>
                  <a:pt x="2628362" y="114364"/>
                </a:cubicBezTo>
                <a:cubicBezTo>
                  <a:pt x="2625392" y="118856"/>
                  <a:pt x="2621106" y="122332"/>
                  <a:pt x="2615505" y="124791"/>
                </a:cubicBezTo>
                <a:cubicBezTo>
                  <a:pt x="2609905" y="127250"/>
                  <a:pt x="2603568" y="128480"/>
                  <a:pt x="2596497" y="128480"/>
                </a:cubicBezTo>
                <a:cubicBezTo>
                  <a:pt x="2584786" y="128480"/>
                  <a:pt x="2575861" y="126040"/>
                  <a:pt x="2569723" y="121161"/>
                </a:cubicBezTo>
                <a:cubicBezTo>
                  <a:pt x="2563584" y="116281"/>
                  <a:pt x="2559667" y="109047"/>
                  <a:pt x="2557970" y="99457"/>
                </a:cubicBezTo>
                <a:close/>
                <a:moveTo>
                  <a:pt x="2654627" y="126443"/>
                </a:moveTo>
                <a:lnTo>
                  <a:pt x="2654627" y="48201"/>
                </a:lnTo>
                <a:lnTo>
                  <a:pt x="2641134" y="48201"/>
                </a:lnTo>
                <a:lnTo>
                  <a:pt x="2641134" y="36321"/>
                </a:lnTo>
                <a:lnTo>
                  <a:pt x="2654627" y="36321"/>
                </a:lnTo>
                <a:lnTo>
                  <a:pt x="2654627" y="26753"/>
                </a:lnTo>
                <a:cubicBezTo>
                  <a:pt x="2654627" y="20713"/>
                  <a:pt x="2655164" y="16226"/>
                  <a:pt x="2656239" y="13291"/>
                </a:cubicBezTo>
                <a:cubicBezTo>
                  <a:pt x="2657710" y="9342"/>
                  <a:pt x="2660298" y="6139"/>
                  <a:pt x="2664004" y="3684"/>
                </a:cubicBezTo>
                <a:cubicBezTo>
                  <a:pt x="2667709" y="1228"/>
                  <a:pt x="2672900" y="0"/>
                  <a:pt x="2679576" y="0"/>
                </a:cubicBezTo>
                <a:cubicBezTo>
                  <a:pt x="2683875" y="0"/>
                  <a:pt x="2688628" y="509"/>
                  <a:pt x="2693832" y="1528"/>
                </a:cubicBezTo>
                <a:lnTo>
                  <a:pt x="2691541" y="14851"/>
                </a:lnTo>
                <a:cubicBezTo>
                  <a:pt x="2688373" y="14285"/>
                  <a:pt x="2685375" y="14002"/>
                  <a:pt x="2682546" y="14002"/>
                </a:cubicBezTo>
                <a:cubicBezTo>
                  <a:pt x="2677907" y="14002"/>
                  <a:pt x="2674626" y="14989"/>
                  <a:pt x="2672702" y="16962"/>
                </a:cubicBezTo>
                <a:cubicBezTo>
                  <a:pt x="2670779" y="18935"/>
                  <a:pt x="2669817" y="22626"/>
                  <a:pt x="2669817" y="28036"/>
                </a:cubicBezTo>
                <a:lnTo>
                  <a:pt x="2669817" y="36321"/>
                </a:lnTo>
                <a:lnTo>
                  <a:pt x="2687383" y="36321"/>
                </a:lnTo>
                <a:lnTo>
                  <a:pt x="2687383" y="48201"/>
                </a:lnTo>
                <a:lnTo>
                  <a:pt x="2669817" y="48201"/>
                </a:lnTo>
                <a:lnTo>
                  <a:pt x="2669817" y="126443"/>
                </a:lnTo>
                <a:lnTo>
                  <a:pt x="2654627" y="126443"/>
                </a:lnTo>
                <a:close/>
                <a:moveTo>
                  <a:pt x="2758356" y="126443"/>
                </a:moveTo>
                <a:lnTo>
                  <a:pt x="2758356" y="113205"/>
                </a:lnTo>
                <a:cubicBezTo>
                  <a:pt x="2751341" y="123388"/>
                  <a:pt x="2741808" y="128480"/>
                  <a:pt x="2729758" y="128480"/>
                </a:cubicBezTo>
                <a:cubicBezTo>
                  <a:pt x="2724440" y="128480"/>
                  <a:pt x="2719476" y="127462"/>
                  <a:pt x="2714865" y="125425"/>
                </a:cubicBezTo>
                <a:cubicBezTo>
                  <a:pt x="2710254" y="123388"/>
                  <a:pt x="2706831" y="120828"/>
                  <a:pt x="2704597" y="117745"/>
                </a:cubicBezTo>
                <a:cubicBezTo>
                  <a:pt x="2702362" y="114662"/>
                  <a:pt x="2700792" y="110885"/>
                  <a:pt x="2699887" y="106416"/>
                </a:cubicBezTo>
                <a:cubicBezTo>
                  <a:pt x="2699265" y="103418"/>
                  <a:pt x="2698953" y="98665"/>
                  <a:pt x="2698953" y="92159"/>
                </a:cubicBezTo>
                <a:lnTo>
                  <a:pt x="2698953" y="36321"/>
                </a:lnTo>
                <a:lnTo>
                  <a:pt x="2714229" y="36321"/>
                </a:lnTo>
                <a:lnTo>
                  <a:pt x="2714229" y="86304"/>
                </a:lnTo>
                <a:cubicBezTo>
                  <a:pt x="2714229" y="94281"/>
                  <a:pt x="2714540" y="99655"/>
                  <a:pt x="2715162" y="102428"/>
                </a:cubicBezTo>
                <a:cubicBezTo>
                  <a:pt x="2716124" y="106444"/>
                  <a:pt x="2718160" y="109598"/>
                  <a:pt x="2721272" y="111890"/>
                </a:cubicBezTo>
                <a:cubicBezTo>
                  <a:pt x="2724384" y="114181"/>
                  <a:pt x="2728231" y="115327"/>
                  <a:pt x="2732813" y="115327"/>
                </a:cubicBezTo>
                <a:cubicBezTo>
                  <a:pt x="2737396" y="115327"/>
                  <a:pt x="2741695" y="114153"/>
                  <a:pt x="2745712" y="111805"/>
                </a:cubicBezTo>
                <a:cubicBezTo>
                  <a:pt x="2749729" y="109457"/>
                  <a:pt x="2752572" y="106261"/>
                  <a:pt x="2754241" y="102215"/>
                </a:cubicBezTo>
                <a:cubicBezTo>
                  <a:pt x="2755910" y="98170"/>
                  <a:pt x="2756744" y="92301"/>
                  <a:pt x="2756744" y="84607"/>
                </a:cubicBezTo>
                <a:lnTo>
                  <a:pt x="2756744" y="36321"/>
                </a:lnTo>
                <a:lnTo>
                  <a:pt x="2772019" y="36321"/>
                </a:lnTo>
                <a:lnTo>
                  <a:pt x="2772019" y="126443"/>
                </a:lnTo>
                <a:lnTo>
                  <a:pt x="2758356" y="126443"/>
                </a:lnTo>
                <a:close/>
                <a:moveTo>
                  <a:pt x="2795584" y="126443"/>
                </a:moveTo>
                <a:lnTo>
                  <a:pt x="2795584" y="2037"/>
                </a:lnTo>
                <a:lnTo>
                  <a:pt x="2810859" y="2037"/>
                </a:lnTo>
                <a:lnTo>
                  <a:pt x="2810859" y="126443"/>
                </a:lnTo>
                <a:lnTo>
                  <a:pt x="2795584" y="12644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9.terminateVMincaseoffailure">
            <a:extLst xmlns:a="http://schemas.openxmlformats.org/drawingml/2006/main">
              <a:ext uri="{FF2B5EF4-FFF2-40B4-BE49-F238E27FC236}">
                <a16:creationId xmlns:a16="http://schemas.microsoft.com/office/drawing/2014/main" id="{608B088C-A687-4000-8AAD-2163AF23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83" y="2198573"/>
            <a:ext cx="2525975" cy="128480"/>
          </a:xfrm>
          <a:custGeom xmlns:a="http://schemas.openxmlformats.org/drawingml/2006/main">
            <a:pathLst>
              <a:path w="2525975" h="128480">
                <a:moveTo>
                  <a:pt x="2291" y="97429"/>
                </a:moveTo>
                <a:lnTo>
                  <a:pt x="16972" y="96063"/>
                </a:lnTo>
                <a:cubicBezTo>
                  <a:pt x="18217" y="102965"/>
                  <a:pt x="20593" y="107972"/>
                  <a:pt x="24101" y="111083"/>
                </a:cubicBezTo>
                <a:cubicBezTo>
                  <a:pt x="27608" y="114195"/>
                  <a:pt x="32106" y="115751"/>
                  <a:pt x="37594" y="115751"/>
                </a:cubicBezTo>
                <a:cubicBezTo>
                  <a:pt x="42289" y="115751"/>
                  <a:pt x="46405" y="114676"/>
                  <a:pt x="49941" y="112526"/>
                </a:cubicBezTo>
                <a:cubicBezTo>
                  <a:pt x="53477" y="110376"/>
                  <a:pt x="56376" y="107505"/>
                  <a:pt x="58639" y="103913"/>
                </a:cubicBezTo>
                <a:cubicBezTo>
                  <a:pt x="60902" y="100320"/>
                  <a:pt x="62797" y="95469"/>
                  <a:pt x="64325" y="89359"/>
                </a:cubicBezTo>
                <a:cubicBezTo>
                  <a:pt x="65852" y="83249"/>
                  <a:pt x="66616" y="77026"/>
                  <a:pt x="66616" y="70689"/>
                </a:cubicBezTo>
                <a:cubicBezTo>
                  <a:pt x="66616" y="70011"/>
                  <a:pt x="66588" y="68992"/>
                  <a:pt x="66531" y="67634"/>
                </a:cubicBezTo>
                <a:cubicBezTo>
                  <a:pt x="63476" y="72500"/>
                  <a:pt x="59304" y="76446"/>
                  <a:pt x="54014" y="79473"/>
                </a:cubicBezTo>
                <a:cubicBezTo>
                  <a:pt x="48725" y="82499"/>
                  <a:pt x="42996" y="84013"/>
                  <a:pt x="36830" y="84013"/>
                </a:cubicBezTo>
                <a:cubicBezTo>
                  <a:pt x="26533" y="84013"/>
                  <a:pt x="17821" y="80290"/>
                  <a:pt x="10693" y="72845"/>
                </a:cubicBezTo>
                <a:cubicBezTo>
                  <a:pt x="3564" y="65401"/>
                  <a:pt x="0" y="55587"/>
                  <a:pt x="0" y="43404"/>
                </a:cubicBezTo>
                <a:cubicBezTo>
                  <a:pt x="0" y="30827"/>
                  <a:pt x="3720" y="20704"/>
                  <a:pt x="11159" y="13034"/>
                </a:cubicBezTo>
                <a:cubicBezTo>
                  <a:pt x="18599" y="5363"/>
                  <a:pt x="27919" y="1528"/>
                  <a:pt x="39121" y="1528"/>
                </a:cubicBezTo>
                <a:cubicBezTo>
                  <a:pt x="47211" y="1528"/>
                  <a:pt x="54608" y="3705"/>
                  <a:pt x="61312" y="8059"/>
                </a:cubicBezTo>
                <a:cubicBezTo>
                  <a:pt x="68016" y="12412"/>
                  <a:pt x="73108" y="18616"/>
                  <a:pt x="76587" y="26673"/>
                </a:cubicBezTo>
                <a:cubicBezTo>
                  <a:pt x="80067" y="34729"/>
                  <a:pt x="81806" y="46390"/>
                  <a:pt x="81806" y="61654"/>
                </a:cubicBezTo>
                <a:cubicBezTo>
                  <a:pt x="81806" y="77541"/>
                  <a:pt x="80081" y="90192"/>
                  <a:pt x="76630" y="99606"/>
                </a:cubicBezTo>
                <a:cubicBezTo>
                  <a:pt x="73179" y="109019"/>
                  <a:pt x="68045" y="116184"/>
                  <a:pt x="61227" y="121102"/>
                </a:cubicBezTo>
                <a:cubicBezTo>
                  <a:pt x="54410" y="126021"/>
                  <a:pt x="46419" y="128480"/>
                  <a:pt x="37254" y="128480"/>
                </a:cubicBezTo>
                <a:cubicBezTo>
                  <a:pt x="27523" y="128480"/>
                  <a:pt x="19575" y="125764"/>
                  <a:pt x="13408" y="120333"/>
                </a:cubicBezTo>
                <a:cubicBezTo>
                  <a:pt x="7241" y="114902"/>
                  <a:pt x="3536" y="107267"/>
                  <a:pt x="2291" y="97429"/>
                </a:cubicBezTo>
                <a:moveTo>
                  <a:pt x="64834" y="42683"/>
                </a:moveTo>
                <a:cubicBezTo>
                  <a:pt x="64834" y="33967"/>
                  <a:pt x="62500" y="27050"/>
                  <a:pt x="57833" y="21934"/>
                </a:cubicBezTo>
                <a:cubicBezTo>
                  <a:pt x="53166" y="16816"/>
                  <a:pt x="47551" y="14257"/>
                  <a:pt x="40988" y="14257"/>
                </a:cubicBezTo>
                <a:cubicBezTo>
                  <a:pt x="34199" y="14257"/>
                  <a:pt x="28287" y="17012"/>
                  <a:pt x="23252" y="22523"/>
                </a:cubicBezTo>
                <a:cubicBezTo>
                  <a:pt x="18217" y="28033"/>
                  <a:pt x="15699" y="35175"/>
                  <a:pt x="15699" y="43948"/>
                </a:cubicBezTo>
                <a:cubicBezTo>
                  <a:pt x="15699" y="51822"/>
                  <a:pt x="18090" y="58219"/>
                  <a:pt x="22870" y="63139"/>
                </a:cubicBezTo>
                <a:cubicBezTo>
                  <a:pt x="27651" y="68060"/>
                  <a:pt x="33549" y="70520"/>
                  <a:pt x="40564" y="70520"/>
                </a:cubicBezTo>
                <a:cubicBezTo>
                  <a:pt x="47635" y="70520"/>
                  <a:pt x="53448" y="68060"/>
                  <a:pt x="58003" y="63139"/>
                </a:cubicBezTo>
                <a:cubicBezTo>
                  <a:pt x="62557" y="58219"/>
                  <a:pt x="64834" y="51400"/>
                  <a:pt x="64834" y="42683"/>
                </a:cubicBezTo>
                <a:close/>
                <a:moveTo>
                  <a:pt x="105202" y="126443"/>
                </a:moveTo>
                <a:lnTo>
                  <a:pt x="105202" y="108962"/>
                </a:lnTo>
                <a:lnTo>
                  <a:pt x="122598" y="108962"/>
                </a:lnTo>
                <a:lnTo>
                  <a:pt x="122598" y="126443"/>
                </a:lnTo>
                <a:lnTo>
                  <a:pt x="105202" y="126443"/>
                </a:lnTo>
                <a:close/>
                <a:moveTo>
                  <a:pt x="230855" y="112950"/>
                </a:moveTo>
                <a:lnTo>
                  <a:pt x="233061" y="126443"/>
                </a:lnTo>
                <a:cubicBezTo>
                  <a:pt x="228761" y="127235"/>
                  <a:pt x="224914" y="127631"/>
                  <a:pt x="221520" y="127631"/>
                </a:cubicBezTo>
                <a:cubicBezTo>
                  <a:pt x="215976" y="127631"/>
                  <a:pt x="211676" y="126755"/>
                  <a:pt x="208621" y="125001"/>
                </a:cubicBezTo>
                <a:cubicBezTo>
                  <a:pt x="205566" y="123247"/>
                  <a:pt x="203416" y="120942"/>
                  <a:pt x="202172" y="118085"/>
                </a:cubicBezTo>
                <a:cubicBezTo>
                  <a:pt x="200927" y="115228"/>
                  <a:pt x="200305" y="109217"/>
                  <a:pt x="200305" y="100051"/>
                </a:cubicBezTo>
                <a:lnTo>
                  <a:pt x="200305" y="48201"/>
                </a:lnTo>
                <a:lnTo>
                  <a:pt x="189103" y="48201"/>
                </a:lnTo>
                <a:lnTo>
                  <a:pt x="189103" y="36321"/>
                </a:lnTo>
                <a:lnTo>
                  <a:pt x="200305" y="36321"/>
                </a:lnTo>
                <a:lnTo>
                  <a:pt x="200305" y="13941"/>
                </a:lnTo>
                <a:lnTo>
                  <a:pt x="215495" y="4752"/>
                </a:lnTo>
                <a:lnTo>
                  <a:pt x="215495" y="36321"/>
                </a:lnTo>
                <a:lnTo>
                  <a:pt x="230855" y="36321"/>
                </a:lnTo>
                <a:lnTo>
                  <a:pt x="230855" y="48201"/>
                </a:lnTo>
                <a:lnTo>
                  <a:pt x="215495" y="48201"/>
                </a:lnTo>
                <a:lnTo>
                  <a:pt x="215495" y="100900"/>
                </a:lnTo>
                <a:cubicBezTo>
                  <a:pt x="215495" y="105256"/>
                  <a:pt x="215764" y="108057"/>
                  <a:pt x="216301" y="109301"/>
                </a:cubicBezTo>
                <a:cubicBezTo>
                  <a:pt x="216838" y="110546"/>
                  <a:pt x="217715" y="111536"/>
                  <a:pt x="218932" y="112272"/>
                </a:cubicBezTo>
                <a:cubicBezTo>
                  <a:pt x="220148" y="113007"/>
                  <a:pt x="221888" y="113375"/>
                  <a:pt x="224151" y="113375"/>
                </a:cubicBezTo>
                <a:cubicBezTo>
                  <a:pt x="225848" y="113375"/>
                  <a:pt x="228083" y="113233"/>
                  <a:pt x="230855" y="112950"/>
                </a:cubicBezTo>
                <a:close/>
                <a:moveTo>
                  <a:pt x="307514" y="97421"/>
                </a:moveTo>
                <a:lnTo>
                  <a:pt x="323298" y="99373"/>
                </a:lnTo>
                <a:cubicBezTo>
                  <a:pt x="320809" y="108594"/>
                  <a:pt x="316198" y="115751"/>
                  <a:pt x="309465" y="120843"/>
                </a:cubicBezTo>
                <a:cubicBezTo>
                  <a:pt x="302733" y="125934"/>
                  <a:pt x="294134" y="128480"/>
                  <a:pt x="283668" y="128480"/>
                </a:cubicBezTo>
                <a:cubicBezTo>
                  <a:pt x="270486" y="128480"/>
                  <a:pt x="260034" y="124421"/>
                  <a:pt x="252311" y="116302"/>
                </a:cubicBezTo>
                <a:cubicBezTo>
                  <a:pt x="244589" y="108184"/>
                  <a:pt x="240728" y="96798"/>
                  <a:pt x="240728" y="82146"/>
                </a:cubicBezTo>
                <a:cubicBezTo>
                  <a:pt x="240728" y="66984"/>
                  <a:pt x="244631" y="55216"/>
                  <a:pt x="252439" y="46843"/>
                </a:cubicBezTo>
                <a:cubicBezTo>
                  <a:pt x="260246" y="38470"/>
                  <a:pt x="270373" y="34284"/>
                  <a:pt x="282819" y="34284"/>
                </a:cubicBezTo>
                <a:cubicBezTo>
                  <a:pt x="294869" y="34284"/>
                  <a:pt x="304713" y="38379"/>
                  <a:pt x="312351" y="46570"/>
                </a:cubicBezTo>
                <a:cubicBezTo>
                  <a:pt x="319988" y="54759"/>
                  <a:pt x="323807" y="66281"/>
                  <a:pt x="323807" y="81135"/>
                </a:cubicBezTo>
                <a:cubicBezTo>
                  <a:pt x="323807" y="82039"/>
                  <a:pt x="323779" y="83394"/>
                  <a:pt x="323722" y="85201"/>
                </a:cubicBezTo>
                <a:lnTo>
                  <a:pt x="256512" y="85201"/>
                </a:lnTo>
                <a:cubicBezTo>
                  <a:pt x="257078" y="95073"/>
                  <a:pt x="259878" y="102633"/>
                  <a:pt x="264913" y="107880"/>
                </a:cubicBezTo>
                <a:cubicBezTo>
                  <a:pt x="269948" y="113127"/>
                  <a:pt x="276228" y="115751"/>
                  <a:pt x="283753" y="115751"/>
                </a:cubicBezTo>
                <a:cubicBezTo>
                  <a:pt x="289353" y="115751"/>
                  <a:pt x="294134" y="114294"/>
                  <a:pt x="298094" y="111380"/>
                </a:cubicBezTo>
                <a:cubicBezTo>
                  <a:pt x="302054" y="108465"/>
                  <a:pt x="305194" y="103812"/>
                  <a:pt x="307514" y="97421"/>
                </a:cubicBezTo>
                <a:moveTo>
                  <a:pt x="257361" y="72472"/>
                </a:moveTo>
                <a:lnTo>
                  <a:pt x="307683" y="72472"/>
                </a:lnTo>
                <a:cubicBezTo>
                  <a:pt x="307005" y="65014"/>
                  <a:pt x="305081" y="59421"/>
                  <a:pt x="301913" y="55693"/>
                </a:cubicBezTo>
                <a:cubicBezTo>
                  <a:pt x="297047" y="49906"/>
                  <a:pt x="290739" y="47013"/>
                  <a:pt x="282989" y="47013"/>
                </a:cubicBezTo>
                <a:cubicBezTo>
                  <a:pt x="275974" y="47013"/>
                  <a:pt x="270076" y="49323"/>
                  <a:pt x="265295" y="53943"/>
                </a:cubicBezTo>
                <a:cubicBezTo>
                  <a:pt x="260515" y="58561"/>
                  <a:pt x="257870" y="64737"/>
                  <a:pt x="257361" y="72472"/>
                </a:cubicBezTo>
                <a:close/>
                <a:moveTo>
                  <a:pt x="342280" y="126443"/>
                </a:moveTo>
                <a:lnTo>
                  <a:pt x="342280" y="36321"/>
                </a:lnTo>
                <a:lnTo>
                  <a:pt x="356028" y="36321"/>
                </a:lnTo>
                <a:lnTo>
                  <a:pt x="356028" y="49898"/>
                </a:lnTo>
                <a:cubicBezTo>
                  <a:pt x="359535" y="43541"/>
                  <a:pt x="362774" y="39349"/>
                  <a:pt x="365744" y="37323"/>
                </a:cubicBezTo>
                <a:cubicBezTo>
                  <a:pt x="368715" y="35297"/>
                  <a:pt x="371982" y="34284"/>
                  <a:pt x="375546" y="34284"/>
                </a:cubicBezTo>
                <a:cubicBezTo>
                  <a:pt x="380694" y="34284"/>
                  <a:pt x="385927" y="35918"/>
                  <a:pt x="391245" y="39185"/>
                </a:cubicBezTo>
                <a:lnTo>
                  <a:pt x="385984" y="53293"/>
                </a:lnTo>
                <a:cubicBezTo>
                  <a:pt x="382250" y="51087"/>
                  <a:pt x="378516" y="49983"/>
                  <a:pt x="374782" y="49983"/>
                </a:cubicBezTo>
                <a:cubicBezTo>
                  <a:pt x="371444" y="49983"/>
                  <a:pt x="368446" y="50989"/>
                  <a:pt x="365787" y="53001"/>
                </a:cubicBezTo>
                <a:cubicBezTo>
                  <a:pt x="363128" y="55011"/>
                  <a:pt x="361233" y="57800"/>
                  <a:pt x="360101" y="61368"/>
                </a:cubicBezTo>
                <a:cubicBezTo>
                  <a:pt x="358404" y="66804"/>
                  <a:pt x="357555" y="72751"/>
                  <a:pt x="357555" y="79207"/>
                </a:cubicBezTo>
                <a:lnTo>
                  <a:pt x="357555" y="126443"/>
                </a:lnTo>
                <a:lnTo>
                  <a:pt x="342280" y="126443"/>
                </a:lnTo>
                <a:close/>
                <a:moveTo>
                  <a:pt x="400324" y="126443"/>
                </a:moveTo>
                <a:lnTo>
                  <a:pt x="400324" y="36321"/>
                </a:lnTo>
                <a:lnTo>
                  <a:pt x="413987" y="36321"/>
                </a:lnTo>
                <a:lnTo>
                  <a:pt x="413987" y="48880"/>
                </a:lnTo>
                <a:cubicBezTo>
                  <a:pt x="416815" y="44492"/>
                  <a:pt x="420578" y="40962"/>
                  <a:pt x="425273" y="38291"/>
                </a:cubicBezTo>
                <a:cubicBezTo>
                  <a:pt x="429969" y="35620"/>
                  <a:pt x="435315" y="34284"/>
                  <a:pt x="441312" y="34284"/>
                </a:cubicBezTo>
                <a:cubicBezTo>
                  <a:pt x="447988" y="34284"/>
                  <a:pt x="453461" y="35663"/>
                  <a:pt x="457733" y="38421"/>
                </a:cubicBezTo>
                <a:cubicBezTo>
                  <a:pt x="462004" y="41177"/>
                  <a:pt x="465017" y="45031"/>
                  <a:pt x="466771" y="49983"/>
                </a:cubicBezTo>
                <a:cubicBezTo>
                  <a:pt x="473899" y="39517"/>
                  <a:pt x="483177" y="34284"/>
                  <a:pt x="494605" y="34284"/>
                </a:cubicBezTo>
                <a:cubicBezTo>
                  <a:pt x="503544" y="34284"/>
                  <a:pt x="510418" y="36759"/>
                  <a:pt x="515226" y="41709"/>
                </a:cubicBezTo>
                <a:cubicBezTo>
                  <a:pt x="520035" y="46660"/>
                  <a:pt x="522440" y="54283"/>
                  <a:pt x="522440" y="64579"/>
                </a:cubicBezTo>
                <a:lnTo>
                  <a:pt x="522440" y="126443"/>
                </a:lnTo>
                <a:lnTo>
                  <a:pt x="507249" y="126443"/>
                </a:lnTo>
                <a:lnTo>
                  <a:pt x="507249" y="69610"/>
                </a:lnTo>
                <a:cubicBezTo>
                  <a:pt x="507249" y="63493"/>
                  <a:pt x="506754" y="59090"/>
                  <a:pt x="505764" y="56401"/>
                </a:cubicBezTo>
                <a:cubicBezTo>
                  <a:pt x="504774" y="53710"/>
                  <a:pt x="502978" y="51544"/>
                  <a:pt x="500376" y="49901"/>
                </a:cubicBezTo>
                <a:cubicBezTo>
                  <a:pt x="497773" y="48259"/>
                  <a:pt x="494718" y="47437"/>
                  <a:pt x="491211" y="47437"/>
                </a:cubicBezTo>
                <a:cubicBezTo>
                  <a:pt x="484874" y="47437"/>
                  <a:pt x="479613" y="49548"/>
                  <a:pt x="475426" y="53768"/>
                </a:cubicBezTo>
                <a:cubicBezTo>
                  <a:pt x="471240" y="57986"/>
                  <a:pt x="469147" y="64739"/>
                  <a:pt x="469147" y="74028"/>
                </a:cubicBezTo>
                <a:lnTo>
                  <a:pt x="469147" y="126443"/>
                </a:lnTo>
                <a:lnTo>
                  <a:pt x="453872" y="126443"/>
                </a:lnTo>
                <a:lnTo>
                  <a:pt x="453872" y="67825"/>
                </a:lnTo>
                <a:cubicBezTo>
                  <a:pt x="453872" y="61029"/>
                  <a:pt x="452627" y="55932"/>
                  <a:pt x="450138" y="52534"/>
                </a:cubicBezTo>
                <a:cubicBezTo>
                  <a:pt x="447648" y="49136"/>
                  <a:pt x="443575" y="47437"/>
                  <a:pt x="437918" y="47437"/>
                </a:cubicBezTo>
                <a:cubicBezTo>
                  <a:pt x="433618" y="47437"/>
                  <a:pt x="429644" y="48571"/>
                  <a:pt x="425995" y="50837"/>
                </a:cubicBezTo>
                <a:cubicBezTo>
                  <a:pt x="422346" y="53102"/>
                  <a:pt x="419701" y="56415"/>
                  <a:pt x="418060" y="60777"/>
                </a:cubicBezTo>
                <a:cubicBezTo>
                  <a:pt x="416419" y="65136"/>
                  <a:pt x="415599" y="71422"/>
                  <a:pt x="415599" y="79634"/>
                </a:cubicBezTo>
                <a:lnTo>
                  <a:pt x="415599" y="126443"/>
                </a:lnTo>
                <a:lnTo>
                  <a:pt x="400324" y="126443"/>
                </a:lnTo>
                <a:close/>
                <a:moveTo>
                  <a:pt x="545181" y="19688"/>
                </a:moveTo>
                <a:lnTo>
                  <a:pt x="545181" y="2037"/>
                </a:lnTo>
                <a:lnTo>
                  <a:pt x="560456" y="2037"/>
                </a:lnTo>
                <a:lnTo>
                  <a:pt x="560456" y="19688"/>
                </a:lnTo>
                <a:lnTo>
                  <a:pt x="545181" y="19688"/>
                </a:lnTo>
                <a:moveTo>
                  <a:pt x="545181" y="126443"/>
                </a:moveTo>
                <a:lnTo>
                  <a:pt x="545181" y="36321"/>
                </a:lnTo>
                <a:lnTo>
                  <a:pt x="560456" y="36321"/>
                </a:lnTo>
                <a:lnTo>
                  <a:pt x="560456" y="126443"/>
                </a:lnTo>
                <a:lnTo>
                  <a:pt x="545181" y="126443"/>
                </a:lnTo>
                <a:close/>
                <a:moveTo>
                  <a:pt x="583679" y="126443"/>
                </a:moveTo>
                <a:lnTo>
                  <a:pt x="583679" y="36321"/>
                </a:lnTo>
                <a:lnTo>
                  <a:pt x="597426" y="36321"/>
                </a:lnTo>
                <a:lnTo>
                  <a:pt x="597426" y="49050"/>
                </a:lnTo>
                <a:cubicBezTo>
                  <a:pt x="604046" y="39206"/>
                  <a:pt x="613607" y="34284"/>
                  <a:pt x="626110" y="34284"/>
                </a:cubicBezTo>
                <a:cubicBezTo>
                  <a:pt x="631541" y="34284"/>
                  <a:pt x="636533" y="35260"/>
                  <a:pt x="641088" y="37212"/>
                </a:cubicBezTo>
                <a:cubicBezTo>
                  <a:pt x="645642" y="39163"/>
                  <a:pt x="649050" y="41723"/>
                  <a:pt x="651313" y="44892"/>
                </a:cubicBezTo>
                <a:cubicBezTo>
                  <a:pt x="653576" y="48060"/>
                  <a:pt x="655160" y="51822"/>
                  <a:pt x="656066" y="56178"/>
                </a:cubicBezTo>
                <a:cubicBezTo>
                  <a:pt x="656631" y="59007"/>
                  <a:pt x="656914" y="63957"/>
                  <a:pt x="656914" y="71029"/>
                </a:cubicBezTo>
                <a:lnTo>
                  <a:pt x="656914" y="126443"/>
                </a:lnTo>
                <a:lnTo>
                  <a:pt x="641639" y="126443"/>
                </a:lnTo>
                <a:lnTo>
                  <a:pt x="641639" y="71565"/>
                </a:lnTo>
                <a:cubicBezTo>
                  <a:pt x="641639" y="65334"/>
                  <a:pt x="641045" y="60676"/>
                  <a:pt x="639857" y="57589"/>
                </a:cubicBezTo>
                <a:cubicBezTo>
                  <a:pt x="638669" y="54502"/>
                  <a:pt x="636562" y="52039"/>
                  <a:pt x="633535" y="50198"/>
                </a:cubicBezTo>
                <a:cubicBezTo>
                  <a:pt x="630508" y="48358"/>
                  <a:pt x="626958" y="47437"/>
                  <a:pt x="622885" y="47437"/>
                </a:cubicBezTo>
                <a:cubicBezTo>
                  <a:pt x="616379" y="47437"/>
                  <a:pt x="610764" y="49505"/>
                  <a:pt x="606040" y="53640"/>
                </a:cubicBezTo>
                <a:cubicBezTo>
                  <a:pt x="601316" y="57774"/>
                  <a:pt x="598954" y="65617"/>
                  <a:pt x="598954" y="77171"/>
                </a:cubicBezTo>
                <a:lnTo>
                  <a:pt x="598954" y="126443"/>
                </a:lnTo>
                <a:lnTo>
                  <a:pt x="583679" y="126443"/>
                </a:lnTo>
                <a:close/>
                <a:moveTo>
                  <a:pt x="739118" y="115316"/>
                </a:moveTo>
                <a:cubicBezTo>
                  <a:pt x="733461" y="120128"/>
                  <a:pt x="728016" y="123525"/>
                  <a:pt x="722783" y="125507"/>
                </a:cubicBezTo>
                <a:cubicBezTo>
                  <a:pt x="717549" y="127489"/>
                  <a:pt x="711934" y="128480"/>
                  <a:pt x="705938" y="128480"/>
                </a:cubicBezTo>
                <a:cubicBezTo>
                  <a:pt x="696037" y="128480"/>
                  <a:pt x="688428" y="126060"/>
                  <a:pt x="683110" y="121219"/>
                </a:cubicBezTo>
                <a:cubicBezTo>
                  <a:pt x="677792" y="116378"/>
                  <a:pt x="675133" y="110193"/>
                  <a:pt x="675133" y="102664"/>
                </a:cubicBezTo>
                <a:cubicBezTo>
                  <a:pt x="675133" y="98249"/>
                  <a:pt x="676137" y="94216"/>
                  <a:pt x="678146" y="90566"/>
                </a:cubicBezTo>
                <a:cubicBezTo>
                  <a:pt x="680154" y="86913"/>
                  <a:pt x="682785" y="83983"/>
                  <a:pt x="686038" y="81774"/>
                </a:cubicBezTo>
                <a:cubicBezTo>
                  <a:pt x="689291" y="79566"/>
                  <a:pt x="692954" y="77897"/>
                  <a:pt x="697027" y="76765"/>
                </a:cubicBezTo>
                <a:cubicBezTo>
                  <a:pt x="700026" y="75971"/>
                  <a:pt x="704552" y="75207"/>
                  <a:pt x="710605" y="74471"/>
                </a:cubicBezTo>
                <a:cubicBezTo>
                  <a:pt x="722938" y="73011"/>
                  <a:pt x="732018" y="71269"/>
                  <a:pt x="737845" y="69247"/>
                </a:cubicBezTo>
                <a:cubicBezTo>
                  <a:pt x="737902" y="67162"/>
                  <a:pt x="737930" y="65838"/>
                  <a:pt x="737930" y="65274"/>
                </a:cubicBezTo>
                <a:cubicBezTo>
                  <a:pt x="737930" y="59074"/>
                  <a:pt x="736488" y="54706"/>
                  <a:pt x="733602" y="52171"/>
                </a:cubicBezTo>
                <a:cubicBezTo>
                  <a:pt x="729699" y="48733"/>
                  <a:pt x="723900" y="47013"/>
                  <a:pt x="716206" y="47013"/>
                </a:cubicBezTo>
                <a:cubicBezTo>
                  <a:pt x="709021" y="47013"/>
                  <a:pt x="703717" y="48272"/>
                  <a:pt x="700294" y="50790"/>
                </a:cubicBezTo>
                <a:cubicBezTo>
                  <a:pt x="696872" y="53307"/>
                  <a:pt x="694340" y="57762"/>
                  <a:pt x="692699" y="64155"/>
                </a:cubicBezTo>
                <a:lnTo>
                  <a:pt x="677764" y="62118"/>
                </a:lnTo>
                <a:cubicBezTo>
                  <a:pt x="679121" y="55706"/>
                  <a:pt x="681356" y="50528"/>
                  <a:pt x="684468" y="46584"/>
                </a:cubicBezTo>
                <a:cubicBezTo>
                  <a:pt x="687579" y="42639"/>
                  <a:pt x="692077" y="39604"/>
                  <a:pt x="697961" y="37477"/>
                </a:cubicBezTo>
                <a:cubicBezTo>
                  <a:pt x="703844" y="35348"/>
                  <a:pt x="710662" y="34284"/>
                  <a:pt x="718412" y="34284"/>
                </a:cubicBezTo>
                <a:cubicBezTo>
                  <a:pt x="726106" y="34284"/>
                  <a:pt x="732358" y="35189"/>
                  <a:pt x="737167" y="37000"/>
                </a:cubicBezTo>
                <a:cubicBezTo>
                  <a:pt x="741975" y="38810"/>
                  <a:pt x="745511" y="41087"/>
                  <a:pt x="747774" y="43831"/>
                </a:cubicBezTo>
                <a:cubicBezTo>
                  <a:pt x="750037" y="46575"/>
                  <a:pt x="751621" y="50040"/>
                  <a:pt x="752526" y="54226"/>
                </a:cubicBezTo>
                <a:cubicBezTo>
                  <a:pt x="753036" y="56829"/>
                  <a:pt x="753290" y="61524"/>
                  <a:pt x="753290" y="68313"/>
                </a:cubicBezTo>
                <a:lnTo>
                  <a:pt x="753290" y="88680"/>
                </a:lnTo>
                <a:cubicBezTo>
                  <a:pt x="753290" y="102880"/>
                  <a:pt x="753616" y="111861"/>
                  <a:pt x="754266" y="115624"/>
                </a:cubicBezTo>
                <a:cubicBezTo>
                  <a:pt x="754917" y="119386"/>
                  <a:pt x="756204" y="122992"/>
                  <a:pt x="758127" y="126443"/>
                </a:cubicBezTo>
                <a:lnTo>
                  <a:pt x="742173" y="126443"/>
                </a:lnTo>
                <a:cubicBezTo>
                  <a:pt x="740589" y="123272"/>
                  <a:pt x="739571" y="119563"/>
                  <a:pt x="739118" y="115316"/>
                </a:cubicBezTo>
                <a:moveTo>
                  <a:pt x="737845" y="81127"/>
                </a:moveTo>
                <a:cubicBezTo>
                  <a:pt x="732301" y="83410"/>
                  <a:pt x="723985" y="85349"/>
                  <a:pt x="712896" y="86946"/>
                </a:cubicBezTo>
                <a:cubicBezTo>
                  <a:pt x="706617" y="87854"/>
                  <a:pt x="702175" y="88877"/>
                  <a:pt x="699573" y="90014"/>
                </a:cubicBezTo>
                <a:cubicBezTo>
                  <a:pt x="696971" y="91149"/>
                  <a:pt x="694962" y="92811"/>
                  <a:pt x="693548" y="95000"/>
                </a:cubicBezTo>
                <a:cubicBezTo>
                  <a:pt x="692134" y="97187"/>
                  <a:pt x="691426" y="99615"/>
                  <a:pt x="691426" y="102284"/>
                </a:cubicBezTo>
                <a:cubicBezTo>
                  <a:pt x="691426" y="106374"/>
                  <a:pt x="692968" y="109782"/>
                  <a:pt x="696051" y="112510"/>
                </a:cubicBezTo>
                <a:cubicBezTo>
                  <a:pt x="699135" y="115236"/>
                  <a:pt x="703646" y="116599"/>
                  <a:pt x="709587" y="116599"/>
                </a:cubicBezTo>
                <a:cubicBezTo>
                  <a:pt x="715470" y="116599"/>
                  <a:pt x="720703" y="115306"/>
                  <a:pt x="725286" y="112720"/>
                </a:cubicBezTo>
                <a:cubicBezTo>
                  <a:pt x="729869" y="110133"/>
                  <a:pt x="733235" y="106595"/>
                  <a:pt x="735384" y="102104"/>
                </a:cubicBezTo>
                <a:cubicBezTo>
                  <a:pt x="737025" y="98635"/>
                  <a:pt x="737845" y="93519"/>
                  <a:pt x="737845" y="86755"/>
                </a:cubicBezTo>
                <a:lnTo>
                  <a:pt x="737845" y="81127"/>
                </a:lnTo>
                <a:close/>
                <a:moveTo>
                  <a:pt x="810290" y="112950"/>
                </a:moveTo>
                <a:lnTo>
                  <a:pt x="812497" y="126443"/>
                </a:lnTo>
                <a:cubicBezTo>
                  <a:pt x="808197" y="127235"/>
                  <a:pt x="804350" y="127631"/>
                  <a:pt x="800956" y="127631"/>
                </a:cubicBezTo>
                <a:cubicBezTo>
                  <a:pt x="795411" y="127631"/>
                  <a:pt x="791112" y="126755"/>
                  <a:pt x="788057" y="125001"/>
                </a:cubicBezTo>
                <a:cubicBezTo>
                  <a:pt x="785002" y="123247"/>
                  <a:pt x="782852" y="120942"/>
                  <a:pt x="781607" y="118085"/>
                </a:cubicBezTo>
                <a:cubicBezTo>
                  <a:pt x="780363" y="115228"/>
                  <a:pt x="779740" y="109217"/>
                  <a:pt x="779740" y="100051"/>
                </a:cubicBezTo>
                <a:lnTo>
                  <a:pt x="779740" y="48201"/>
                </a:lnTo>
                <a:lnTo>
                  <a:pt x="768539" y="48201"/>
                </a:lnTo>
                <a:lnTo>
                  <a:pt x="768539" y="36321"/>
                </a:lnTo>
                <a:lnTo>
                  <a:pt x="779740" y="36321"/>
                </a:lnTo>
                <a:lnTo>
                  <a:pt x="779740" y="13941"/>
                </a:lnTo>
                <a:lnTo>
                  <a:pt x="794931" y="4752"/>
                </a:lnTo>
                <a:lnTo>
                  <a:pt x="794931" y="36321"/>
                </a:lnTo>
                <a:lnTo>
                  <a:pt x="810290" y="36321"/>
                </a:lnTo>
                <a:lnTo>
                  <a:pt x="810290" y="48201"/>
                </a:lnTo>
                <a:lnTo>
                  <a:pt x="794931" y="48201"/>
                </a:lnTo>
                <a:lnTo>
                  <a:pt x="794931" y="100900"/>
                </a:lnTo>
                <a:cubicBezTo>
                  <a:pt x="794931" y="105256"/>
                  <a:pt x="795199" y="108057"/>
                  <a:pt x="795737" y="109301"/>
                </a:cubicBezTo>
                <a:cubicBezTo>
                  <a:pt x="796274" y="110546"/>
                  <a:pt x="797151" y="111536"/>
                  <a:pt x="798367" y="112272"/>
                </a:cubicBezTo>
                <a:cubicBezTo>
                  <a:pt x="799584" y="113007"/>
                  <a:pt x="801323" y="113375"/>
                  <a:pt x="803586" y="113375"/>
                </a:cubicBezTo>
                <a:cubicBezTo>
                  <a:pt x="805284" y="113375"/>
                  <a:pt x="807518" y="113233"/>
                  <a:pt x="810290" y="112950"/>
                </a:cubicBezTo>
                <a:close/>
                <a:moveTo>
                  <a:pt x="886949" y="97421"/>
                </a:moveTo>
                <a:lnTo>
                  <a:pt x="902734" y="99373"/>
                </a:lnTo>
                <a:cubicBezTo>
                  <a:pt x="900244" y="108594"/>
                  <a:pt x="895634" y="115751"/>
                  <a:pt x="888901" y="120843"/>
                </a:cubicBezTo>
                <a:cubicBezTo>
                  <a:pt x="882169" y="125934"/>
                  <a:pt x="873570" y="128480"/>
                  <a:pt x="863103" y="128480"/>
                </a:cubicBezTo>
                <a:cubicBezTo>
                  <a:pt x="849922" y="128480"/>
                  <a:pt x="839470" y="124421"/>
                  <a:pt x="831747" y="116302"/>
                </a:cubicBezTo>
                <a:cubicBezTo>
                  <a:pt x="824025" y="108184"/>
                  <a:pt x="820164" y="96798"/>
                  <a:pt x="820164" y="82146"/>
                </a:cubicBezTo>
                <a:cubicBezTo>
                  <a:pt x="820164" y="66984"/>
                  <a:pt x="824067" y="55216"/>
                  <a:pt x="831874" y="46843"/>
                </a:cubicBezTo>
                <a:cubicBezTo>
                  <a:pt x="839682" y="38470"/>
                  <a:pt x="849809" y="34284"/>
                  <a:pt x="862255" y="34284"/>
                </a:cubicBezTo>
                <a:cubicBezTo>
                  <a:pt x="874305" y="34284"/>
                  <a:pt x="884149" y="38379"/>
                  <a:pt x="891787" y="46570"/>
                </a:cubicBezTo>
                <a:cubicBezTo>
                  <a:pt x="899424" y="54759"/>
                  <a:pt x="903243" y="66281"/>
                  <a:pt x="903243" y="81135"/>
                </a:cubicBezTo>
                <a:cubicBezTo>
                  <a:pt x="903243" y="82039"/>
                  <a:pt x="903215" y="83394"/>
                  <a:pt x="903158" y="85201"/>
                </a:cubicBezTo>
                <a:lnTo>
                  <a:pt x="835948" y="85201"/>
                </a:lnTo>
                <a:cubicBezTo>
                  <a:pt x="836514" y="95073"/>
                  <a:pt x="839314" y="102633"/>
                  <a:pt x="844349" y="107880"/>
                </a:cubicBezTo>
                <a:cubicBezTo>
                  <a:pt x="849384" y="113127"/>
                  <a:pt x="855664" y="115751"/>
                  <a:pt x="863188" y="115751"/>
                </a:cubicBezTo>
                <a:cubicBezTo>
                  <a:pt x="868789" y="115751"/>
                  <a:pt x="873570" y="114294"/>
                  <a:pt x="877530" y="111380"/>
                </a:cubicBezTo>
                <a:cubicBezTo>
                  <a:pt x="881490" y="108465"/>
                  <a:pt x="884630" y="103812"/>
                  <a:pt x="886949" y="97421"/>
                </a:cubicBezTo>
                <a:moveTo>
                  <a:pt x="836796" y="72472"/>
                </a:moveTo>
                <a:lnTo>
                  <a:pt x="887119" y="72472"/>
                </a:lnTo>
                <a:cubicBezTo>
                  <a:pt x="886440" y="65014"/>
                  <a:pt x="884517" y="59421"/>
                  <a:pt x="881349" y="55693"/>
                </a:cubicBezTo>
                <a:cubicBezTo>
                  <a:pt x="876483" y="49906"/>
                  <a:pt x="870175" y="47013"/>
                  <a:pt x="862425" y="47013"/>
                </a:cubicBezTo>
                <a:cubicBezTo>
                  <a:pt x="855409" y="47013"/>
                  <a:pt x="849511" y="49323"/>
                  <a:pt x="844731" y="53943"/>
                </a:cubicBezTo>
                <a:cubicBezTo>
                  <a:pt x="839950" y="58561"/>
                  <a:pt x="837306" y="64737"/>
                  <a:pt x="836796" y="72472"/>
                </a:cubicBezTo>
                <a:close/>
                <a:moveTo>
                  <a:pt x="1007710" y="126443"/>
                </a:moveTo>
                <a:lnTo>
                  <a:pt x="959509" y="2037"/>
                </a:lnTo>
                <a:lnTo>
                  <a:pt x="977329" y="2037"/>
                </a:lnTo>
                <a:lnTo>
                  <a:pt x="1009662" y="92414"/>
                </a:lnTo>
                <a:cubicBezTo>
                  <a:pt x="1012264" y="99655"/>
                  <a:pt x="1014442" y="106444"/>
                  <a:pt x="1016196" y="112781"/>
                </a:cubicBezTo>
                <a:cubicBezTo>
                  <a:pt x="1018119" y="105992"/>
                  <a:pt x="1020354" y="99203"/>
                  <a:pt x="1022900" y="92414"/>
                </a:cubicBezTo>
                <a:lnTo>
                  <a:pt x="1056505" y="2037"/>
                </a:lnTo>
                <a:lnTo>
                  <a:pt x="1073308" y="2037"/>
                </a:lnTo>
                <a:lnTo>
                  <a:pt x="1024597" y="126443"/>
                </a:lnTo>
                <a:lnTo>
                  <a:pt x="1007710" y="126443"/>
                </a:lnTo>
                <a:close/>
                <a:moveTo>
                  <a:pt x="1087566" y="126443"/>
                </a:moveTo>
                <a:lnTo>
                  <a:pt x="1087566" y="2037"/>
                </a:lnTo>
                <a:lnTo>
                  <a:pt x="1112345" y="2037"/>
                </a:lnTo>
                <a:lnTo>
                  <a:pt x="1141792" y="90123"/>
                </a:lnTo>
                <a:cubicBezTo>
                  <a:pt x="1144508" y="98326"/>
                  <a:pt x="1146488" y="104464"/>
                  <a:pt x="1147732" y="108538"/>
                </a:cubicBezTo>
                <a:cubicBezTo>
                  <a:pt x="1149147" y="104012"/>
                  <a:pt x="1151353" y="97364"/>
                  <a:pt x="1154351" y="88595"/>
                </a:cubicBezTo>
                <a:lnTo>
                  <a:pt x="1184138" y="2037"/>
                </a:lnTo>
                <a:lnTo>
                  <a:pt x="1206287" y="2037"/>
                </a:lnTo>
                <a:lnTo>
                  <a:pt x="1206287" y="126443"/>
                </a:lnTo>
                <a:lnTo>
                  <a:pt x="1190417" y="126443"/>
                </a:lnTo>
                <a:lnTo>
                  <a:pt x="1190417" y="22319"/>
                </a:lnTo>
                <a:lnTo>
                  <a:pt x="1154267" y="126443"/>
                </a:lnTo>
                <a:lnTo>
                  <a:pt x="1139416" y="126443"/>
                </a:lnTo>
                <a:lnTo>
                  <a:pt x="1103435" y="20536"/>
                </a:lnTo>
                <a:lnTo>
                  <a:pt x="1103435" y="126443"/>
                </a:lnTo>
                <a:lnTo>
                  <a:pt x="1087566" y="126443"/>
                </a:lnTo>
                <a:close/>
                <a:moveTo>
                  <a:pt x="1279295" y="19688"/>
                </a:moveTo>
                <a:lnTo>
                  <a:pt x="1279295" y="2037"/>
                </a:lnTo>
                <a:lnTo>
                  <a:pt x="1294570" y="2037"/>
                </a:lnTo>
                <a:lnTo>
                  <a:pt x="1294570" y="19688"/>
                </a:lnTo>
                <a:lnTo>
                  <a:pt x="1279295" y="19688"/>
                </a:lnTo>
                <a:moveTo>
                  <a:pt x="1279295" y="126443"/>
                </a:moveTo>
                <a:lnTo>
                  <a:pt x="1279295" y="36321"/>
                </a:lnTo>
                <a:lnTo>
                  <a:pt x="1294570" y="36321"/>
                </a:lnTo>
                <a:lnTo>
                  <a:pt x="1294570" y="126443"/>
                </a:lnTo>
                <a:lnTo>
                  <a:pt x="1279295" y="126443"/>
                </a:lnTo>
                <a:close/>
                <a:moveTo>
                  <a:pt x="1317793" y="126443"/>
                </a:moveTo>
                <a:lnTo>
                  <a:pt x="1317793" y="36321"/>
                </a:lnTo>
                <a:lnTo>
                  <a:pt x="1331541" y="36321"/>
                </a:lnTo>
                <a:lnTo>
                  <a:pt x="1331541" y="49050"/>
                </a:lnTo>
                <a:cubicBezTo>
                  <a:pt x="1338160" y="39206"/>
                  <a:pt x="1347721" y="34284"/>
                  <a:pt x="1360224" y="34284"/>
                </a:cubicBezTo>
                <a:cubicBezTo>
                  <a:pt x="1365655" y="34284"/>
                  <a:pt x="1370648" y="35260"/>
                  <a:pt x="1375202" y="37212"/>
                </a:cubicBezTo>
                <a:cubicBezTo>
                  <a:pt x="1379756" y="39163"/>
                  <a:pt x="1383165" y="41723"/>
                  <a:pt x="1385428" y="44892"/>
                </a:cubicBezTo>
                <a:cubicBezTo>
                  <a:pt x="1387690" y="48060"/>
                  <a:pt x="1389275" y="51822"/>
                  <a:pt x="1390180" y="56178"/>
                </a:cubicBezTo>
                <a:cubicBezTo>
                  <a:pt x="1390746" y="59007"/>
                  <a:pt x="1391028" y="63957"/>
                  <a:pt x="1391028" y="71029"/>
                </a:cubicBezTo>
                <a:lnTo>
                  <a:pt x="1391028" y="126443"/>
                </a:lnTo>
                <a:lnTo>
                  <a:pt x="1375753" y="126443"/>
                </a:lnTo>
                <a:lnTo>
                  <a:pt x="1375753" y="71565"/>
                </a:lnTo>
                <a:cubicBezTo>
                  <a:pt x="1375753" y="65334"/>
                  <a:pt x="1375159" y="60676"/>
                  <a:pt x="1373971" y="57589"/>
                </a:cubicBezTo>
                <a:cubicBezTo>
                  <a:pt x="1372783" y="54502"/>
                  <a:pt x="1370676" y="52039"/>
                  <a:pt x="1367649" y="50198"/>
                </a:cubicBezTo>
                <a:cubicBezTo>
                  <a:pt x="1364622" y="48358"/>
                  <a:pt x="1361072" y="47437"/>
                  <a:pt x="1356999" y="47437"/>
                </a:cubicBezTo>
                <a:cubicBezTo>
                  <a:pt x="1350493" y="47437"/>
                  <a:pt x="1344878" y="49505"/>
                  <a:pt x="1340154" y="53640"/>
                </a:cubicBezTo>
                <a:cubicBezTo>
                  <a:pt x="1335430" y="57774"/>
                  <a:pt x="1333068" y="65617"/>
                  <a:pt x="1333068" y="77171"/>
                </a:cubicBezTo>
                <a:lnTo>
                  <a:pt x="1333068" y="126443"/>
                </a:lnTo>
                <a:lnTo>
                  <a:pt x="1317793" y="126443"/>
                </a:lnTo>
                <a:close/>
                <a:moveTo>
                  <a:pt x="1521548" y="93347"/>
                </a:moveTo>
                <a:lnTo>
                  <a:pt x="1536568" y="95299"/>
                </a:lnTo>
                <a:cubicBezTo>
                  <a:pt x="1534927" y="105679"/>
                  <a:pt x="1530727" y="113804"/>
                  <a:pt x="1523966" y="119676"/>
                </a:cubicBezTo>
                <a:cubicBezTo>
                  <a:pt x="1517206" y="125545"/>
                  <a:pt x="1508903" y="128480"/>
                  <a:pt x="1499059" y="128480"/>
                </a:cubicBezTo>
                <a:cubicBezTo>
                  <a:pt x="1486726" y="128480"/>
                  <a:pt x="1476812" y="124449"/>
                  <a:pt x="1469315" y="116387"/>
                </a:cubicBezTo>
                <a:cubicBezTo>
                  <a:pt x="1461819" y="108325"/>
                  <a:pt x="1458071" y="96770"/>
                  <a:pt x="1458071" y="81721"/>
                </a:cubicBezTo>
                <a:cubicBezTo>
                  <a:pt x="1458071" y="71991"/>
                  <a:pt x="1459684" y="63476"/>
                  <a:pt x="1462908" y="56178"/>
                </a:cubicBezTo>
                <a:cubicBezTo>
                  <a:pt x="1466133" y="48880"/>
                  <a:pt x="1471041" y="43407"/>
                  <a:pt x="1477632" y="39758"/>
                </a:cubicBezTo>
                <a:cubicBezTo>
                  <a:pt x="1484223" y="36108"/>
                  <a:pt x="1491394" y="34284"/>
                  <a:pt x="1499144" y="34284"/>
                </a:cubicBezTo>
                <a:cubicBezTo>
                  <a:pt x="1508932" y="34284"/>
                  <a:pt x="1516937" y="36767"/>
                  <a:pt x="1523160" y="41733"/>
                </a:cubicBezTo>
                <a:cubicBezTo>
                  <a:pt x="1529383" y="46698"/>
                  <a:pt x="1533372" y="53747"/>
                  <a:pt x="1535125" y="62882"/>
                </a:cubicBezTo>
                <a:lnTo>
                  <a:pt x="1520275" y="65173"/>
                </a:lnTo>
                <a:cubicBezTo>
                  <a:pt x="1518860" y="59148"/>
                  <a:pt x="1516357" y="54615"/>
                  <a:pt x="1512764" y="51574"/>
                </a:cubicBezTo>
                <a:cubicBezTo>
                  <a:pt x="1509172" y="48534"/>
                  <a:pt x="1504830" y="47013"/>
                  <a:pt x="1499738" y="47013"/>
                </a:cubicBezTo>
                <a:cubicBezTo>
                  <a:pt x="1492044" y="47013"/>
                  <a:pt x="1485793" y="49758"/>
                  <a:pt x="1480984" y="55247"/>
                </a:cubicBezTo>
                <a:cubicBezTo>
                  <a:pt x="1476175" y="60735"/>
                  <a:pt x="1473771" y="69418"/>
                  <a:pt x="1473771" y="81297"/>
                </a:cubicBezTo>
                <a:cubicBezTo>
                  <a:pt x="1473771" y="93346"/>
                  <a:pt x="1476090" y="102101"/>
                  <a:pt x="1480729" y="107562"/>
                </a:cubicBezTo>
                <a:cubicBezTo>
                  <a:pt x="1485368" y="113021"/>
                  <a:pt x="1491422" y="115751"/>
                  <a:pt x="1498890" y="115751"/>
                </a:cubicBezTo>
                <a:cubicBezTo>
                  <a:pt x="1504887" y="115751"/>
                  <a:pt x="1509893" y="113919"/>
                  <a:pt x="1513910" y="110256"/>
                </a:cubicBezTo>
                <a:cubicBezTo>
                  <a:pt x="1517927" y="106593"/>
                  <a:pt x="1520473" y="100957"/>
                  <a:pt x="1521548" y="93347"/>
                </a:cubicBezTo>
                <a:close/>
                <a:moveTo>
                  <a:pt x="1608446" y="115316"/>
                </a:moveTo>
                <a:cubicBezTo>
                  <a:pt x="1602788" y="120128"/>
                  <a:pt x="1597343" y="123525"/>
                  <a:pt x="1592110" y="125507"/>
                </a:cubicBezTo>
                <a:cubicBezTo>
                  <a:pt x="1586877" y="127489"/>
                  <a:pt x="1581262" y="128480"/>
                  <a:pt x="1575265" y="128480"/>
                </a:cubicBezTo>
                <a:cubicBezTo>
                  <a:pt x="1565364" y="128480"/>
                  <a:pt x="1557755" y="126060"/>
                  <a:pt x="1552437" y="121219"/>
                </a:cubicBezTo>
                <a:cubicBezTo>
                  <a:pt x="1547119" y="116378"/>
                  <a:pt x="1544460" y="110193"/>
                  <a:pt x="1544460" y="102664"/>
                </a:cubicBezTo>
                <a:cubicBezTo>
                  <a:pt x="1544460" y="98249"/>
                  <a:pt x="1545464" y="94216"/>
                  <a:pt x="1547473" y="90566"/>
                </a:cubicBezTo>
                <a:cubicBezTo>
                  <a:pt x="1549481" y="86913"/>
                  <a:pt x="1552112" y="83983"/>
                  <a:pt x="1555365" y="81774"/>
                </a:cubicBezTo>
                <a:cubicBezTo>
                  <a:pt x="1558618" y="79566"/>
                  <a:pt x="1562281" y="77897"/>
                  <a:pt x="1566354" y="76765"/>
                </a:cubicBezTo>
                <a:cubicBezTo>
                  <a:pt x="1569353" y="75971"/>
                  <a:pt x="1573879" y="75207"/>
                  <a:pt x="1579932" y="74471"/>
                </a:cubicBezTo>
                <a:cubicBezTo>
                  <a:pt x="1592265" y="73011"/>
                  <a:pt x="1601346" y="71269"/>
                  <a:pt x="1607173" y="69247"/>
                </a:cubicBezTo>
                <a:cubicBezTo>
                  <a:pt x="1607229" y="67162"/>
                  <a:pt x="1607258" y="65838"/>
                  <a:pt x="1607258" y="65274"/>
                </a:cubicBezTo>
                <a:cubicBezTo>
                  <a:pt x="1607258" y="59074"/>
                  <a:pt x="1605815" y="54706"/>
                  <a:pt x="1602930" y="52171"/>
                </a:cubicBezTo>
                <a:cubicBezTo>
                  <a:pt x="1599026" y="48733"/>
                  <a:pt x="1593227" y="47013"/>
                  <a:pt x="1585533" y="47013"/>
                </a:cubicBezTo>
                <a:cubicBezTo>
                  <a:pt x="1578348" y="47013"/>
                  <a:pt x="1573044" y="48272"/>
                  <a:pt x="1569622" y="50790"/>
                </a:cubicBezTo>
                <a:cubicBezTo>
                  <a:pt x="1566199" y="53307"/>
                  <a:pt x="1563667" y="57762"/>
                  <a:pt x="1562026" y="64155"/>
                </a:cubicBezTo>
                <a:lnTo>
                  <a:pt x="1547091" y="62118"/>
                </a:lnTo>
                <a:cubicBezTo>
                  <a:pt x="1548449" y="55706"/>
                  <a:pt x="1550683" y="50528"/>
                  <a:pt x="1553795" y="46584"/>
                </a:cubicBezTo>
                <a:cubicBezTo>
                  <a:pt x="1556907" y="42639"/>
                  <a:pt x="1561404" y="39604"/>
                  <a:pt x="1567288" y="37477"/>
                </a:cubicBezTo>
                <a:cubicBezTo>
                  <a:pt x="1573172" y="35348"/>
                  <a:pt x="1579989" y="34284"/>
                  <a:pt x="1587739" y="34284"/>
                </a:cubicBezTo>
                <a:cubicBezTo>
                  <a:pt x="1595434" y="34284"/>
                  <a:pt x="1601685" y="35189"/>
                  <a:pt x="1606494" y="37000"/>
                </a:cubicBezTo>
                <a:cubicBezTo>
                  <a:pt x="1611303" y="38810"/>
                  <a:pt x="1614838" y="41087"/>
                  <a:pt x="1617101" y="43831"/>
                </a:cubicBezTo>
                <a:cubicBezTo>
                  <a:pt x="1619364" y="46575"/>
                  <a:pt x="1620949" y="50040"/>
                  <a:pt x="1621854" y="54226"/>
                </a:cubicBezTo>
                <a:cubicBezTo>
                  <a:pt x="1622363" y="56829"/>
                  <a:pt x="1622617" y="61524"/>
                  <a:pt x="1622617" y="68313"/>
                </a:cubicBezTo>
                <a:lnTo>
                  <a:pt x="1622617" y="88680"/>
                </a:lnTo>
                <a:cubicBezTo>
                  <a:pt x="1622617" y="102880"/>
                  <a:pt x="1622943" y="111861"/>
                  <a:pt x="1623593" y="115624"/>
                </a:cubicBezTo>
                <a:cubicBezTo>
                  <a:pt x="1624244" y="119386"/>
                  <a:pt x="1625531" y="122992"/>
                  <a:pt x="1627455" y="126443"/>
                </a:cubicBezTo>
                <a:lnTo>
                  <a:pt x="1611501" y="126443"/>
                </a:lnTo>
                <a:cubicBezTo>
                  <a:pt x="1609917" y="123272"/>
                  <a:pt x="1608898" y="119563"/>
                  <a:pt x="1608446" y="115316"/>
                </a:cubicBezTo>
                <a:moveTo>
                  <a:pt x="1607173" y="81127"/>
                </a:moveTo>
                <a:cubicBezTo>
                  <a:pt x="1601628" y="83410"/>
                  <a:pt x="1593312" y="85349"/>
                  <a:pt x="1582223" y="86946"/>
                </a:cubicBezTo>
                <a:cubicBezTo>
                  <a:pt x="1575944" y="87854"/>
                  <a:pt x="1571503" y="88877"/>
                  <a:pt x="1568900" y="90014"/>
                </a:cubicBezTo>
                <a:cubicBezTo>
                  <a:pt x="1566298" y="91149"/>
                  <a:pt x="1564289" y="92811"/>
                  <a:pt x="1562875" y="95000"/>
                </a:cubicBezTo>
                <a:cubicBezTo>
                  <a:pt x="1561461" y="97187"/>
                  <a:pt x="1560754" y="99615"/>
                  <a:pt x="1560754" y="102284"/>
                </a:cubicBezTo>
                <a:cubicBezTo>
                  <a:pt x="1560754" y="106374"/>
                  <a:pt x="1562295" y="109782"/>
                  <a:pt x="1565378" y="112510"/>
                </a:cubicBezTo>
                <a:cubicBezTo>
                  <a:pt x="1568462" y="115236"/>
                  <a:pt x="1572974" y="116599"/>
                  <a:pt x="1578914" y="116599"/>
                </a:cubicBezTo>
                <a:cubicBezTo>
                  <a:pt x="1584798" y="116599"/>
                  <a:pt x="1590031" y="115306"/>
                  <a:pt x="1594613" y="112720"/>
                </a:cubicBezTo>
                <a:cubicBezTo>
                  <a:pt x="1599196" y="110133"/>
                  <a:pt x="1602562" y="106595"/>
                  <a:pt x="1604712" y="102104"/>
                </a:cubicBezTo>
                <a:cubicBezTo>
                  <a:pt x="1606352" y="98635"/>
                  <a:pt x="1607173" y="93519"/>
                  <a:pt x="1607173" y="86755"/>
                </a:cubicBezTo>
                <a:lnTo>
                  <a:pt x="1607173" y="81127"/>
                </a:lnTo>
                <a:close/>
                <a:moveTo>
                  <a:pt x="1640157" y="99457"/>
                </a:moveTo>
                <a:lnTo>
                  <a:pt x="1655263" y="97081"/>
                </a:lnTo>
                <a:cubicBezTo>
                  <a:pt x="1656111" y="103108"/>
                  <a:pt x="1658473" y="107727"/>
                  <a:pt x="1662349" y="110938"/>
                </a:cubicBezTo>
                <a:cubicBezTo>
                  <a:pt x="1666224" y="114146"/>
                  <a:pt x="1671641" y="115751"/>
                  <a:pt x="1678599" y="115751"/>
                </a:cubicBezTo>
                <a:cubicBezTo>
                  <a:pt x="1685615" y="115751"/>
                  <a:pt x="1690820" y="114334"/>
                  <a:pt x="1694214" y="111500"/>
                </a:cubicBezTo>
                <a:cubicBezTo>
                  <a:pt x="1697608" y="108664"/>
                  <a:pt x="1699306" y="105339"/>
                  <a:pt x="1699306" y="101523"/>
                </a:cubicBezTo>
                <a:cubicBezTo>
                  <a:pt x="1699306" y="98099"/>
                  <a:pt x="1697806" y="95404"/>
                  <a:pt x="1694808" y="93440"/>
                </a:cubicBezTo>
                <a:cubicBezTo>
                  <a:pt x="1692715" y="92093"/>
                  <a:pt x="1687510" y="90381"/>
                  <a:pt x="1679194" y="88304"/>
                </a:cubicBezTo>
                <a:cubicBezTo>
                  <a:pt x="1667992" y="85473"/>
                  <a:pt x="1660227" y="83024"/>
                  <a:pt x="1655899" y="80958"/>
                </a:cubicBezTo>
                <a:cubicBezTo>
                  <a:pt x="1651571" y="78891"/>
                  <a:pt x="1648290" y="76031"/>
                  <a:pt x="1646055" y="72379"/>
                </a:cubicBezTo>
                <a:cubicBezTo>
                  <a:pt x="1643821" y="68726"/>
                  <a:pt x="1642703" y="64692"/>
                  <a:pt x="1642703" y="60275"/>
                </a:cubicBezTo>
                <a:cubicBezTo>
                  <a:pt x="1642703" y="56255"/>
                  <a:pt x="1643622" y="52532"/>
                  <a:pt x="1645461" y="49106"/>
                </a:cubicBezTo>
                <a:cubicBezTo>
                  <a:pt x="1647300" y="45679"/>
                  <a:pt x="1649803" y="42834"/>
                  <a:pt x="1652971" y="40569"/>
                </a:cubicBezTo>
                <a:cubicBezTo>
                  <a:pt x="1655347" y="38813"/>
                  <a:pt x="1658586" y="37327"/>
                  <a:pt x="1662688" y="36111"/>
                </a:cubicBezTo>
                <a:cubicBezTo>
                  <a:pt x="1666790" y="34893"/>
                  <a:pt x="1671188" y="34284"/>
                  <a:pt x="1675884" y="34284"/>
                </a:cubicBezTo>
                <a:cubicBezTo>
                  <a:pt x="1682956" y="34284"/>
                  <a:pt x="1689165" y="35309"/>
                  <a:pt x="1694511" y="37360"/>
                </a:cubicBezTo>
                <a:cubicBezTo>
                  <a:pt x="1699857" y="39409"/>
                  <a:pt x="1703803" y="42186"/>
                  <a:pt x="1706349" y="45690"/>
                </a:cubicBezTo>
                <a:cubicBezTo>
                  <a:pt x="1708895" y="49192"/>
                  <a:pt x="1710649" y="53876"/>
                  <a:pt x="1711611" y="59742"/>
                </a:cubicBezTo>
                <a:lnTo>
                  <a:pt x="1696675" y="61779"/>
                </a:lnTo>
                <a:cubicBezTo>
                  <a:pt x="1695996" y="57140"/>
                  <a:pt x="1694030" y="53519"/>
                  <a:pt x="1690777" y="50917"/>
                </a:cubicBezTo>
                <a:cubicBezTo>
                  <a:pt x="1687524" y="48314"/>
                  <a:pt x="1682927" y="47013"/>
                  <a:pt x="1676987" y="47013"/>
                </a:cubicBezTo>
                <a:cubicBezTo>
                  <a:pt x="1669972" y="47013"/>
                  <a:pt x="1664965" y="48168"/>
                  <a:pt x="1661967" y="50477"/>
                </a:cubicBezTo>
                <a:cubicBezTo>
                  <a:pt x="1658968" y="52784"/>
                  <a:pt x="1657469" y="55486"/>
                  <a:pt x="1657469" y="58583"/>
                </a:cubicBezTo>
                <a:cubicBezTo>
                  <a:pt x="1657469" y="60553"/>
                  <a:pt x="1658091" y="62326"/>
                  <a:pt x="1659336" y="63903"/>
                </a:cubicBezTo>
                <a:cubicBezTo>
                  <a:pt x="1660581" y="65535"/>
                  <a:pt x="1662532" y="66886"/>
                  <a:pt x="1665191" y="67955"/>
                </a:cubicBezTo>
                <a:cubicBezTo>
                  <a:pt x="1666719" y="68519"/>
                  <a:pt x="1671217" y="69814"/>
                  <a:pt x="1678684" y="71840"/>
                </a:cubicBezTo>
                <a:cubicBezTo>
                  <a:pt x="1689490" y="74724"/>
                  <a:pt x="1697029" y="77084"/>
                  <a:pt x="1701300" y="78921"/>
                </a:cubicBezTo>
                <a:cubicBezTo>
                  <a:pt x="1705571" y="80758"/>
                  <a:pt x="1708923" y="83429"/>
                  <a:pt x="1711356" y="86935"/>
                </a:cubicBezTo>
                <a:cubicBezTo>
                  <a:pt x="1713789" y="90439"/>
                  <a:pt x="1715005" y="94791"/>
                  <a:pt x="1715005" y="99991"/>
                </a:cubicBezTo>
                <a:cubicBezTo>
                  <a:pt x="1715005" y="105079"/>
                  <a:pt x="1713520" y="109870"/>
                  <a:pt x="1710550" y="114364"/>
                </a:cubicBezTo>
                <a:cubicBezTo>
                  <a:pt x="1707580" y="118856"/>
                  <a:pt x="1703294" y="122332"/>
                  <a:pt x="1697693" y="124791"/>
                </a:cubicBezTo>
                <a:cubicBezTo>
                  <a:pt x="1692092" y="127250"/>
                  <a:pt x="1685756" y="128480"/>
                  <a:pt x="1678684" y="128480"/>
                </a:cubicBezTo>
                <a:cubicBezTo>
                  <a:pt x="1666973" y="128480"/>
                  <a:pt x="1658049" y="126040"/>
                  <a:pt x="1651911" y="121161"/>
                </a:cubicBezTo>
                <a:cubicBezTo>
                  <a:pt x="1645772" y="116281"/>
                  <a:pt x="1641855" y="109047"/>
                  <a:pt x="1640157" y="99457"/>
                </a:cubicBezTo>
                <a:close/>
                <a:moveTo>
                  <a:pt x="1794860" y="97421"/>
                </a:moveTo>
                <a:lnTo>
                  <a:pt x="1810644" y="99373"/>
                </a:lnTo>
                <a:cubicBezTo>
                  <a:pt x="1808155" y="108594"/>
                  <a:pt x="1803544" y="115751"/>
                  <a:pt x="1796811" y="120843"/>
                </a:cubicBezTo>
                <a:cubicBezTo>
                  <a:pt x="1790079" y="125934"/>
                  <a:pt x="1781480" y="128480"/>
                  <a:pt x="1771014" y="128480"/>
                </a:cubicBezTo>
                <a:cubicBezTo>
                  <a:pt x="1757832" y="128480"/>
                  <a:pt x="1747380" y="124421"/>
                  <a:pt x="1739657" y="116302"/>
                </a:cubicBezTo>
                <a:cubicBezTo>
                  <a:pt x="1731935" y="108184"/>
                  <a:pt x="1728074" y="96798"/>
                  <a:pt x="1728074" y="82146"/>
                </a:cubicBezTo>
                <a:cubicBezTo>
                  <a:pt x="1728074" y="66984"/>
                  <a:pt x="1731977" y="55216"/>
                  <a:pt x="1739785" y="46843"/>
                </a:cubicBezTo>
                <a:cubicBezTo>
                  <a:pt x="1747592" y="38470"/>
                  <a:pt x="1757719" y="34284"/>
                  <a:pt x="1770165" y="34284"/>
                </a:cubicBezTo>
                <a:cubicBezTo>
                  <a:pt x="1782215" y="34284"/>
                  <a:pt x="1792059" y="38379"/>
                  <a:pt x="1799697" y="46570"/>
                </a:cubicBezTo>
                <a:cubicBezTo>
                  <a:pt x="1807334" y="54759"/>
                  <a:pt x="1811153" y="66281"/>
                  <a:pt x="1811153" y="81135"/>
                </a:cubicBezTo>
                <a:cubicBezTo>
                  <a:pt x="1811153" y="82039"/>
                  <a:pt x="1811125" y="83394"/>
                  <a:pt x="1811068" y="85201"/>
                </a:cubicBezTo>
                <a:lnTo>
                  <a:pt x="1743858" y="85201"/>
                </a:lnTo>
                <a:cubicBezTo>
                  <a:pt x="1744424" y="95073"/>
                  <a:pt x="1747224" y="102633"/>
                  <a:pt x="1752259" y="107880"/>
                </a:cubicBezTo>
                <a:cubicBezTo>
                  <a:pt x="1757294" y="113127"/>
                  <a:pt x="1763574" y="115751"/>
                  <a:pt x="1771098" y="115751"/>
                </a:cubicBezTo>
                <a:cubicBezTo>
                  <a:pt x="1776699" y="115751"/>
                  <a:pt x="1781480" y="114294"/>
                  <a:pt x="1785440" y="111380"/>
                </a:cubicBezTo>
                <a:cubicBezTo>
                  <a:pt x="1789400" y="108465"/>
                  <a:pt x="1792540" y="103812"/>
                  <a:pt x="1794860" y="97421"/>
                </a:cubicBezTo>
                <a:moveTo>
                  <a:pt x="1744707" y="72472"/>
                </a:moveTo>
                <a:lnTo>
                  <a:pt x="1795029" y="72472"/>
                </a:lnTo>
                <a:cubicBezTo>
                  <a:pt x="1794350" y="65014"/>
                  <a:pt x="1792427" y="59421"/>
                  <a:pt x="1789259" y="55693"/>
                </a:cubicBezTo>
                <a:cubicBezTo>
                  <a:pt x="1784393" y="49906"/>
                  <a:pt x="1778085" y="47013"/>
                  <a:pt x="1770335" y="47013"/>
                </a:cubicBezTo>
                <a:cubicBezTo>
                  <a:pt x="1763319" y="47013"/>
                  <a:pt x="1757422" y="49323"/>
                  <a:pt x="1752641" y="53943"/>
                </a:cubicBezTo>
                <a:cubicBezTo>
                  <a:pt x="1747861" y="58561"/>
                  <a:pt x="1745216" y="64737"/>
                  <a:pt x="1744707" y="72472"/>
                </a:cubicBezTo>
                <a:close/>
                <a:moveTo>
                  <a:pt x="1872425" y="81382"/>
                </a:moveTo>
                <a:cubicBezTo>
                  <a:pt x="1872425" y="64693"/>
                  <a:pt x="1877064" y="52331"/>
                  <a:pt x="1886342" y="44298"/>
                </a:cubicBezTo>
                <a:cubicBezTo>
                  <a:pt x="1894093" y="37622"/>
                  <a:pt x="1903541" y="34284"/>
                  <a:pt x="1914686" y="34284"/>
                </a:cubicBezTo>
                <a:cubicBezTo>
                  <a:pt x="1927076" y="34284"/>
                  <a:pt x="1937203" y="38343"/>
                  <a:pt x="1945067" y="46462"/>
                </a:cubicBezTo>
                <a:cubicBezTo>
                  <a:pt x="1952930" y="54580"/>
                  <a:pt x="1956862" y="65796"/>
                  <a:pt x="1956862" y="80109"/>
                </a:cubicBezTo>
                <a:cubicBezTo>
                  <a:pt x="1956862" y="91707"/>
                  <a:pt x="1955123" y="100829"/>
                  <a:pt x="1951643" y="107477"/>
                </a:cubicBezTo>
                <a:cubicBezTo>
                  <a:pt x="1948164" y="114124"/>
                  <a:pt x="1943101" y="119287"/>
                  <a:pt x="1936453" y="122964"/>
                </a:cubicBezTo>
                <a:cubicBezTo>
                  <a:pt x="1929806" y="126641"/>
                  <a:pt x="1922550" y="128480"/>
                  <a:pt x="1914686" y="128480"/>
                </a:cubicBezTo>
                <a:cubicBezTo>
                  <a:pt x="1902070" y="128480"/>
                  <a:pt x="1891873" y="124435"/>
                  <a:pt x="1884094" y="116345"/>
                </a:cubicBezTo>
                <a:cubicBezTo>
                  <a:pt x="1876315" y="108255"/>
                  <a:pt x="1872425" y="96600"/>
                  <a:pt x="1872425" y="81382"/>
                </a:cubicBezTo>
                <a:moveTo>
                  <a:pt x="1888125" y="81340"/>
                </a:moveTo>
                <a:cubicBezTo>
                  <a:pt x="1888125" y="92838"/>
                  <a:pt x="1890642" y="101448"/>
                  <a:pt x="1895677" y="107169"/>
                </a:cubicBezTo>
                <a:cubicBezTo>
                  <a:pt x="1900712" y="112890"/>
                  <a:pt x="1907049" y="115751"/>
                  <a:pt x="1914686" y="115751"/>
                </a:cubicBezTo>
                <a:cubicBezTo>
                  <a:pt x="1922267" y="115751"/>
                  <a:pt x="1928575" y="112876"/>
                  <a:pt x="1933610" y="107127"/>
                </a:cubicBezTo>
                <a:cubicBezTo>
                  <a:pt x="1938645" y="101377"/>
                  <a:pt x="1941163" y="92613"/>
                  <a:pt x="1941163" y="80833"/>
                </a:cubicBezTo>
                <a:cubicBezTo>
                  <a:pt x="1941163" y="69729"/>
                  <a:pt x="1938631" y="61316"/>
                  <a:pt x="1933568" y="55595"/>
                </a:cubicBezTo>
                <a:cubicBezTo>
                  <a:pt x="1928504" y="49874"/>
                  <a:pt x="1922211" y="47013"/>
                  <a:pt x="1914686" y="47013"/>
                </a:cubicBezTo>
                <a:cubicBezTo>
                  <a:pt x="1907049" y="47013"/>
                  <a:pt x="1900712" y="49860"/>
                  <a:pt x="1895677" y="55552"/>
                </a:cubicBezTo>
                <a:cubicBezTo>
                  <a:pt x="1890642" y="61245"/>
                  <a:pt x="1888125" y="69841"/>
                  <a:pt x="1888125" y="81340"/>
                </a:cubicBezTo>
                <a:close/>
                <a:moveTo>
                  <a:pt x="1978391" y="126443"/>
                </a:moveTo>
                <a:lnTo>
                  <a:pt x="1978391" y="48201"/>
                </a:lnTo>
                <a:lnTo>
                  <a:pt x="1964898" y="48201"/>
                </a:lnTo>
                <a:lnTo>
                  <a:pt x="1964898" y="36321"/>
                </a:lnTo>
                <a:lnTo>
                  <a:pt x="1978391" y="36321"/>
                </a:lnTo>
                <a:lnTo>
                  <a:pt x="1978391" y="26753"/>
                </a:lnTo>
                <a:cubicBezTo>
                  <a:pt x="1978391" y="20713"/>
                  <a:pt x="1978928" y="16226"/>
                  <a:pt x="1980003" y="13291"/>
                </a:cubicBezTo>
                <a:cubicBezTo>
                  <a:pt x="1981474" y="9342"/>
                  <a:pt x="1984062" y="6139"/>
                  <a:pt x="1987768" y="3684"/>
                </a:cubicBezTo>
                <a:cubicBezTo>
                  <a:pt x="1991473" y="1228"/>
                  <a:pt x="1996664" y="0"/>
                  <a:pt x="2003340" y="0"/>
                </a:cubicBezTo>
                <a:cubicBezTo>
                  <a:pt x="2007639" y="0"/>
                  <a:pt x="2012392" y="509"/>
                  <a:pt x="2017597" y="1528"/>
                </a:cubicBezTo>
                <a:lnTo>
                  <a:pt x="2015305" y="14851"/>
                </a:lnTo>
                <a:cubicBezTo>
                  <a:pt x="2012137" y="14285"/>
                  <a:pt x="2009139" y="14002"/>
                  <a:pt x="2006310" y="14002"/>
                </a:cubicBezTo>
                <a:cubicBezTo>
                  <a:pt x="2001671" y="14002"/>
                  <a:pt x="1998390" y="14989"/>
                  <a:pt x="1996466" y="16962"/>
                </a:cubicBezTo>
                <a:cubicBezTo>
                  <a:pt x="1994543" y="18935"/>
                  <a:pt x="1993581" y="22626"/>
                  <a:pt x="1993581" y="28036"/>
                </a:cubicBezTo>
                <a:lnTo>
                  <a:pt x="1993581" y="36321"/>
                </a:lnTo>
                <a:lnTo>
                  <a:pt x="2011147" y="36321"/>
                </a:lnTo>
                <a:lnTo>
                  <a:pt x="2011147" y="48201"/>
                </a:lnTo>
                <a:lnTo>
                  <a:pt x="1993581" y="48201"/>
                </a:lnTo>
                <a:lnTo>
                  <a:pt x="1993581" y="126443"/>
                </a:lnTo>
                <a:lnTo>
                  <a:pt x="1978391" y="126443"/>
                </a:lnTo>
                <a:close/>
                <a:moveTo>
                  <a:pt x="2075021" y="126443"/>
                </a:moveTo>
                <a:lnTo>
                  <a:pt x="2075021" y="48201"/>
                </a:lnTo>
                <a:lnTo>
                  <a:pt x="2061528" y="48201"/>
                </a:lnTo>
                <a:lnTo>
                  <a:pt x="2061528" y="36321"/>
                </a:lnTo>
                <a:lnTo>
                  <a:pt x="2075021" y="36321"/>
                </a:lnTo>
                <a:lnTo>
                  <a:pt x="2075021" y="26753"/>
                </a:lnTo>
                <a:cubicBezTo>
                  <a:pt x="2075021" y="20713"/>
                  <a:pt x="2075558" y="16226"/>
                  <a:pt x="2076633" y="13291"/>
                </a:cubicBezTo>
                <a:cubicBezTo>
                  <a:pt x="2078104" y="9342"/>
                  <a:pt x="2080693" y="6139"/>
                  <a:pt x="2084398" y="3684"/>
                </a:cubicBezTo>
                <a:cubicBezTo>
                  <a:pt x="2088104" y="1228"/>
                  <a:pt x="2093294" y="0"/>
                  <a:pt x="2099970" y="0"/>
                </a:cubicBezTo>
                <a:cubicBezTo>
                  <a:pt x="2104270" y="0"/>
                  <a:pt x="2109022" y="509"/>
                  <a:pt x="2114227" y="1528"/>
                </a:cubicBezTo>
                <a:lnTo>
                  <a:pt x="2111936" y="14851"/>
                </a:lnTo>
                <a:cubicBezTo>
                  <a:pt x="2108768" y="14285"/>
                  <a:pt x="2105769" y="14002"/>
                  <a:pt x="2102940" y="14002"/>
                </a:cubicBezTo>
                <a:cubicBezTo>
                  <a:pt x="2098301" y="14002"/>
                  <a:pt x="2095020" y="14989"/>
                  <a:pt x="2093096" y="16962"/>
                </a:cubicBezTo>
                <a:cubicBezTo>
                  <a:pt x="2091173" y="18935"/>
                  <a:pt x="2090211" y="22626"/>
                  <a:pt x="2090211" y="28036"/>
                </a:cubicBezTo>
                <a:lnTo>
                  <a:pt x="2090211" y="36321"/>
                </a:lnTo>
                <a:lnTo>
                  <a:pt x="2107777" y="36321"/>
                </a:lnTo>
                <a:lnTo>
                  <a:pt x="2107777" y="48201"/>
                </a:lnTo>
                <a:lnTo>
                  <a:pt x="2090211" y="48201"/>
                </a:lnTo>
                <a:lnTo>
                  <a:pt x="2090211" y="126443"/>
                </a:lnTo>
                <a:lnTo>
                  <a:pt x="2075021" y="126443"/>
                </a:lnTo>
                <a:close/>
                <a:moveTo>
                  <a:pt x="2178496" y="115316"/>
                </a:moveTo>
                <a:cubicBezTo>
                  <a:pt x="2172839" y="120128"/>
                  <a:pt x="2167394" y="123525"/>
                  <a:pt x="2162161" y="125507"/>
                </a:cubicBezTo>
                <a:cubicBezTo>
                  <a:pt x="2156927" y="127489"/>
                  <a:pt x="2151312" y="128480"/>
                  <a:pt x="2145316" y="128480"/>
                </a:cubicBezTo>
                <a:cubicBezTo>
                  <a:pt x="2135415" y="128480"/>
                  <a:pt x="2127806" y="126060"/>
                  <a:pt x="2122488" y="121219"/>
                </a:cubicBezTo>
                <a:cubicBezTo>
                  <a:pt x="2117170" y="116378"/>
                  <a:pt x="2114511" y="110193"/>
                  <a:pt x="2114511" y="102664"/>
                </a:cubicBezTo>
                <a:cubicBezTo>
                  <a:pt x="2114511" y="98249"/>
                  <a:pt x="2115515" y="94216"/>
                  <a:pt x="2117523" y="90566"/>
                </a:cubicBezTo>
                <a:cubicBezTo>
                  <a:pt x="2119532" y="86913"/>
                  <a:pt x="2122163" y="83983"/>
                  <a:pt x="2125416" y="81774"/>
                </a:cubicBezTo>
                <a:cubicBezTo>
                  <a:pt x="2128669" y="79566"/>
                  <a:pt x="2132332" y="77897"/>
                  <a:pt x="2136405" y="76765"/>
                </a:cubicBezTo>
                <a:cubicBezTo>
                  <a:pt x="2139404" y="75971"/>
                  <a:pt x="2143929" y="75207"/>
                  <a:pt x="2149983" y="74471"/>
                </a:cubicBezTo>
                <a:cubicBezTo>
                  <a:pt x="2162316" y="73011"/>
                  <a:pt x="2171396" y="71269"/>
                  <a:pt x="2177223" y="69247"/>
                </a:cubicBezTo>
                <a:cubicBezTo>
                  <a:pt x="2177280" y="67162"/>
                  <a:pt x="2177308" y="65838"/>
                  <a:pt x="2177308" y="65274"/>
                </a:cubicBezTo>
                <a:cubicBezTo>
                  <a:pt x="2177308" y="59074"/>
                  <a:pt x="2175866" y="54706"/>
                  <a:pt x="2172980" y="52171"/>
                </a:cubicBezTo>
                <a:cubicBezTo>
                  <a:pt x="2169077" y="48733"/>
                  <a:pt x="2163278" y="47013"/>
                  <a:pt x="2155584" y="47013"/>
                </a:cubicBezTo>
                <a:cubicBezTo>
                  <a:pt x="2148399" y="47013"/>
                  <a:pt x="2143095" y="48272"/>
                  <a:pt x="2139672" y="50790"/>
                </a:cubicBezTo>
                <a:cubicBezTo>
                  <a:pt x="2136250" y="53307"/>
                  <a:pt x="2133718" y="57762"/>
                  <a:pt x="2132077" y="64155"/>
                </a:cubicBezTo>
                <a:lnTo>
                  <a:pt x="2117142" y="62118"/>
                </a:lnTo>
                <a:cubicBezTo>
                  <a:pt x="2118499" y="55706"/>
                  <a:pt x="2120734" y="50528"/>
                  <a:pt x="2123846" y="46584"/>
                </a:cubicBezTo>
                <a:cubicBezTo>
                  <a:pt x="2126957" y="42639"/>
                  <a:pt x="2131455" y="39604"/>
                  <a:pt x="2137339" y="37477"/>
                </a:cubicBezTo>
                <a:cubicBezTo>
                  <a:pt x="2143222" y="35348"/>
                  <a:pt x="2150039" y="34284"/>
                  <a:pt x="2157790" y="34284"/>
                </a:cubicBezTo>
                <a:cubicBezTo>
                  <a:pt x="2165484" y="34284"/>
                  <a:pt x="2171736" y="35189"/>
                  <a:pt x="2176545" y="37000"/>
                </a:cubicBezTo>
                <a:cubicBezTo>
                  <a:pt x="2181353" y="38810"/>
                  <a:pt x="2184889" y="41087"/>
                  <a:pt x="2187152" y="43831"/>
                </a:cubicBezTo>
                <a:cubicBezTo>
                  <a:pt x="2189415" y="46575"/>
                  <a:pt x="2190999" y="50040"/>
                  <a:pt x="2191904" y="54226"/>
                </a:cubicBezTo>
                <a:cubicBezTo>
                  <a:pt x="2192414" y="56829"/>
                  <a:pt x="2192668" y="61524"/>
                  <a:pt x="2192668" y="68313"/>
                </a:cubicBezTo>
                <a:lnTo>
                  <a:pt x="2192668" y="88680"/>
                </a:lnTo>
                <a:cubicBezTo>
                  <a:pt x="2192668" y="102880"/>
                  <a:pt x="2192993" y="111861"/>
                  <a:pt x="2193644" y="115624"/>
                </a:cubicBezTo>
                <a:cubicBezTo>
                  <a:pt x="2194295" y="119386"/>
                  <a:pt x="2195582" y="122992"/>
                  <a:pt x="2197505" y="126443"/>
                </a:cubicBezTo>
                <a:lnTo>
                  <a:pt x="2181551" y="126443"/>
                </a:lnTo>
                <a:cubicBezTo>
                  <a:pt x="2179967" y="123272"/>
                  <a:pt x="2178949" y="119563"/>
                  <a:pt x="2178496" y="115316"/>
                </a:cubicBezTo>
                <a:moveTo>
                  <a:pt x="2177223" y="81127"/>
                </a:moveTo>
                <a:cubicBezTo>
                  <a:pt x="2171679" y="83410"/>
                  <a:pt x="2163363" y="85349"/>
                  <a:pt x="2152274" y="86946"/>
                </a:cubicBezTo>
                <a:cubicBezTo>
                  <a:pt x="2145994" y="87854"/>
                  <a:pt x="2141553" y="88877"/>
                  <a:pt x="2138951" y="90014"/>
                </a:cubicBezTo>
                <a:cubicBezTo>
                  <a:pt x="2136349" y="91149"/>
                  <a:pt x="2134340" y="92811"/>
                  <a:pt x="2132926" y="95000"/>
                </a:cubicBezTo>
                <a:cubicBezTo>
                  <a:pt x="2131511" y="97187"/>
                  <a:pt x="2130804" y="99615"/>
                  <a:pt x="2130804" y="102284"/>
                </a:cubicBezTo>
                <a:cubicBezTo>
                  <a:pt x="2130804" y="106374"/>
                  <a:pt x="2132346" y="109782"/>
                  <a:pt x="2135429" y="112510"/>
                </a:cubicBezTo>
                <a:cubicBezTo>
                  <a:pt x="2138512" y="115236"/>
                  <a:pt x="2143024" y="116599"/>
                  <a:pt x="2148965" y="116599"/>
                </a:cubicBezTo>
                <a:cubicBezTo>
                  <a:pt x="2154848" y="116599"/>
                  <a:pt x="2160081" y="115306"/>
                  <a:pt x="2164664" y="112720"/>
                </a:cubicBezTo>
                <a:cubicBezTo>
                  <a:pt x="2169246" y="110133"/>
                  <a:pt x="2172613" y="106595"/>
                  <a:pt x="2174762" y="102104"/>
                </a:cubicBezTo>
                <a:cubicBezTo>
                  <a:pt x="2176403" y="98635"/>
                  <a:pt x="2177223" y="93519"/>
                  <a:pt x="2177223" y="86755"/>
                </a:cubicBezTo>
                <a:lnTo>
                  <a:pt x="2177223" y="81127"/>
                </a:lnTo>
                <a:close/>
                <a:moveTo>
                  <a:pt x="2216403" y="19688"/>
                </a:moveTo>
                <a:lnTo>
                  <a:pt x="2216403" y="2037"/>
                </a:lnTo>
                <a:lnTo>
                  <a:pt x="2231678" y="2037"/>
                </a:lnTo>
                <a:lnTo>
                  <a:pt x="2231678" y="19688"/>
                </a:lnTo>
                <a:lnTo>
                  <a:pt x="2216403" y="19688"/>
                </a:lnTo>
                <a:moveTo>
                  <a:pt x="2216403" y="126443"/>
                </a:moveTo>
                <a:lnTo>
                  <a:pt x="2216403" y="36321"/>
                </a:lnTo>
                <a:lnTo>
                  <a:pt x="2231678" y="36321"/>
                </a:lnTo>
                <a:lnTo>
                  <a:pt x="2231678" y="126443"/>
                </a:lnTo>
                <a:lnTo>
                  <a:pt x="2216403" y="126443"/>
                </a:lnTo>
                <a:close/>
                <a:moveTo>
                  <a:pt x="2254561" y="126443"/>
                </a:moveTo>
                <a:lnTo>
                  <a:pt x="2254561" y="2037"/>
                </a:lnTo>
                <a:lnTo>
                  <a:pt x="2269836" y="2037"/>
                </a:lnTo>
                <a:lnTo>
                  <a:pt x="2269836" y="126443"/>
                </a:lnTo>
                <a:lnTo>
                  <a:pt x="2254561" y="126443"/>
                </a:lnTo>
                <a:close/>
                <a:moveTo>
                  <a:pt x="2352547" y="126443"/>
                </a:moveTo>
                <a:lnTo>
                  <a:pt x="2352547" y="113205"/>
                </a:lnTo>
                <a:cubicBezTo>
                  <a:pt x="2345532" y="123388"/>
                  <a:pt x="2335999" y="128480"/>
                  <a:pt x="2323949" y="128480"/>
                </a:cubicBezTo>
                <a:cubicBezTo>
                  <a:pt x="2318631" y="128480"/>
                  <a:pt x="2313666" y="127462"/>
                  <a:pt x="2309055" y="125425"/>
                </a:cubicBezTo>
                <a:cubicBezTo>
                  <a:pt x="2304445" y="123388"/>
                  <a:pt x="2301022" y="120828"/>
                  <a:pt x="2298787" y="117745"/>
                </a:cubicBezTo>
                <a:cubicBezTo>
                  <a:pt x="2296553" y="114662"/>
                  <a:pt x="2294983" y="110885"/>
                  <a:pt x="2294077" y="106416"/>
                </a:cubicBezTo>
                <a:cubicBezTo>
                  <a:pt x="2293455" y="103418"/>
                  <a:pt x="2293144" y="98665"/>
                  <a:pt x="2293144" y="92159"/>
                </a:cubicBezTo>
                <a:lnTo>
                  <a:pt x="2293144" y="36321"/>
                </a:lnTo>
                <a:lnTo>
                  <a:pt x="2308419" y="36321"/>
                </a:lnTo>
                <a:lnTo>
                  <a:pt x="2308419" y="86304"/>
                </a:lnTo>
                <a:cubicBezTo>
                  <a:pt x="2308419" y="94281"/>
                  <a:pt x="2308730" y="99655"/>
                  <a:pt x="2309352" y="102428"/>
                </a:cubicBezTo>
                <a:cubicBezTo>
                  <a:pt x="2310314" y="106444"/>
                  <a:pt x="2312351" y="109598"/>
                  <a:pt x="2315463" y="111890"/>
                </a:cubicBezTo>
                <a:cubicBezTo>
                  <a:pt x="2318574" y="114181"/>
                  <a:pt x="2322421" y="115327"/>
                  <a:pt x="2327004" y="115327"/>
                </a:cubicBezTo>
                <a:cubicBezTo>
                  <a:pt x="2331586" y="115327"/>
                  <a:pt x="2335886" y="114153"/>
                  <a:pt x="2339903" y="111805"/>
                </a:cubicBezTo>
                <a:cubicBezTo>
                  <a:pt x="2343919" y="109457"/>
                  <a:pt x="2346762" y="106261"/>
                  <a:pt x="2348431" y="102215"/>
                </a:cubicBezTo>
                <a:cubicBezTo>
                  <a:pt x="2350100" y="98170"/>
                  <a:pt x="2350935" y="92301"/>
                  <a:pt x="2350935" y="84607"/>
                </a:cubicBezTo>
                <a:lnTo>
                  <a:pt x="2350935" y="36321"/>
                </a:lnTo>
                <a:lnTo>
                  <a:pt x="2366210" y="36321"/>
                </a:lnTo>
                <a:lnTo>
                  <a:pt x="2366210" y="126443"/>
                </a:lnTo>
                <a:lnTo>
                  <a:pt x="2352547" y="126443"/>
                </a:lnTo>
                <a:close/>
                <a:moveTo>
                  <a:pt x="2389944" y="126443"/>
                </a:moveTo>
                <a:lnTo>
                  <a:pt x="2389944" y="36321"/>
                </a:lnTo>
                <a:lnTo>
                  <a:pt x="2403692" y="36321"/>
                </a:lnTo>
                <a:lnTo>
                  <a:pt x="2403692" y="49898"/>
                </a:lnTo>
                <a:cubicBezTo>
                  <a:pt x="2407199" y="43541"/>
                  <a:pt x="2410438" y="39349"/>
                  <a:pt x="2413408" y="37323"/>
                </a:cubicBezTo>
                <a:cubicBezTo>
                  <a:pt x="2416378" y="35297"/>
                  <a:pt x="2419646" y="34284"/>
                  <a:pt x="2423210" y="34284"/>
                </a:cubicBezTo>
                <a:cubicBezTo>
                  <a:pt x="2428358" y="34284"/>
                  <a:pt x="2433591" y="35918"/>
                  <a:pt x="2438909" y="39185"/>
                </a:cubicBezTo>
                <a:lnTo>
                  <a:pt x="2433648" y="53293"/>
                </a:lnTo>
                <a:cubicBezTo>
                  <a:pt x="2429914" y="51087"/>
                  <a:pt x="2426180" y="49983"/>
                  <a:pt x="2422446" y="49983"/>
                </a:cubicBezTo>
                <a:cubicBezTo>
                  <a:pt x="2419108" y="49983"/>
                  <a:pt x="2416110" y="50989"/>
                  <a:pt x="2413451" y="53001"/>
                </a:cubicBezTo>
                <a:cubicBezTo>
                  <a:pt x="2410792" y="55011"/>
                  <a:pt x="2408896" y="57800"/>
                  <a:pt x="2407765" y="61368"/>
                </a:cubicBezTo>
                <a:cubicBezTo>
                  <a:pt x="2406068" y="66804"/>
                  <a:pt x="2405219" y="72751"/>
                  <a:pt x="2405219" y="79207"/>
                </a:cubicBezTo>
                <a:lnTo>
                  <a:pt x="2405219" y="126443"/>
                </a:lnTo>
                <a:lnTo>
                  <a:pt x="2389944" y="126443"/>
                </a:lnTo>
                <a:close/>
                <a:moveTo>
                  <a:pt x="2509682" y="97421"/>
                </a:moveTo>
                <a:lnTo>
                  <a:pt x="2525466" y="99373"/>
                </a:lnTo>
                <a:cubicBezTo>
                  <a:pt x="2522977" y="108594"/>
                  <a:pt x="2518366" y="115751"/>
                  <a:pt x="2511634" y="120843"/>
                </a:cubicBezTo>
                <a:cubicBezTo>
                  <a:pt x="2504902" y="125934"/>
                  <a:pt x="2496302" y="128480"/>
                  <a:pt x="2485836" y="128480"/>
                </a:cubicBezTo>
                <a:cubicBezTo>
                  <a:pt x="2472654" y="128480"/>
                  <a:pt x="2462202" y="124421"/>
                  <a:pt x="2454480" y="116302"/>
                </a:cubicBezTo>
                <a:cubicBezTo>
                  <a:pt x="2446757" y="108184"/>
                  <a:pt x="2442896" y="96798"/>
                  <a:pt x="2442896" y="82146"/>
                </a:cubicBezTo>
                <a:cubicBezTo>
                  <a:pt x="2442896" y="66984"/>
                  <a:pt x="2446800" y="55216"/>
                  <a:pt x="2454607" y="46843"/>
                </a:cubicBezTo>
                <a:cubicBezTo>
                  <a:pt x="2462414" y="38470"/>
                  <a:pt x="2472541" y="34284"/>
                  <a:pt x="2484987" y="34284"/>
                </a:cubicBezTo>
                <a:cubicBezTo>
                  <a:pt x="2497038" y="34284"/>
                  <a:pt x="2506882" y="38379"/>
                  <a:pt x="2514519" y="46570"/>
                </a:cubicBezTo>
                <a:cubicBezTo>
                  <a:pt x="2522157" y="54759"/>
                  <a:pt x="2525975" y="66281"/>
                  <a:pt x="2525975" y="81135"/>
                </a:cubicBezTo>
                <a:cubicBezTo>
                  <a:pt x="2525975" y="82039"/>
                  <a:pt x="2525947" y="83394"/>
                  <a:pt x="2525891" y="85201"/>
                </a:cubicBezTo>
                <a:lnTo>
                  <a:pt x="2458680" y="85201"/>
                </a:lnTo>
                <a:cubicBezTo>
                  <a:pt x="2459246" y="95073"/>
                  <a:pt x="2462047" y="102633"/>
                  <a:pt x="2467082" y="107880"/>
                </a:cubicBezTo>
                <a:cubicBezTo>
                  <a:pt x="2472117" y="113127"/>
                  <a:pt x="2478397" y="115751"/>
                  <a:pt x="2485921" y="115751"/>
                </a:cubicBezTo>
                <a:cubicBezTo>
                  <a:pt x="2491522" y="115751"/>
                  <a:pt x="2496302" y="114294"/>
                  <a:pt x="2500262" y="111380"/>
                </a:cubicBezTo>
                <a:cubicBezTo>
                  <a:pt x="2504223" y="108465"/>
                  <a:pt x="2507363" y="103812"/>
                  <a:pt x="2509682" y="97421"/>
                </a:cubicBezTo>
                <a:moveTo>
                  <a:pt x="2459529" y="72472"/>
                </a:moveTo>
                <a:lnTo>
                  <a:pt x="2509852" y="72472"/>
                </a:lnTo>
                <a:cubicBezTo>
                  <a:pt x="2509173" y="65014"/>
                  <a:pt x="2507249" y="59421"/>
                  <a:pt x="2504081" y="55693"/>
                </a:cubicBezTo>
                <a:cubicBezTo>
                  <a:pt x="2499216" y="49906"/>
                  <a:pt x="2492908" y="47013"/>
                  <a:pt x="2485157" y="47013"/>
                </a:cubicBezTo>
                <a:cubicBezTo>
                  <a:pt x="2478142" y="47013"/>
                  <a:pt x="2472244" y="49323"/>
                  <a:pt x="2467464" y="53943"/>
                </a:cubicBezTo>
                <a:cubicBezTo>
                  <a:pt x="2462683" y="58561"/>
                  <a:pt x="2460038" y="64737"/>
                  <a:pt x="2459529" y="72472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10.checkthatrdiismarkedasMMIOpage">
            <a:extLst xmlns:a="http://schemas.openxmlformats.org/drawingml/2006/main">
              <a:ext uri="{FF2B5EF4-FFF2-40B4-BE49-F238E27FC236}">
                <a16:creationId xmlns:a16="http://schemas.microsoft.com/office/drawing/2014/main" id="{D4C5E449-83FE-4E40-B231-2535473F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" y="2398937"/>
            <a:ext cx="3286961" cy="163273"/>
          </a:xfrm>
          <a:custGeom xmlns:a="http://schemas.openxmlformats.org/drawingml/2006/main">
            <a:pathLst>
              <a:path w="3286961" h="163273">
                <a:moveTo>
                  <a:pt x="45825" y="126613"/>
                </a:moveTo>
                <a:lnTo>
                  <a:pt x="30550" y="126613"/>
                </a:lnTo>
                <a:lnTo>
                  <a:pt x="30550" y="29277"/>
                </a:lnTo>
                <a:cubicBezTo>
                  <a:pt x="26873" y="32785"/>
                  <a:pt x="22050" y="36292"/>
                  <a:pt x="16081" y="39800"/>
                </a:cubicBezTo>
                <a:cubicBezTo>
                  <a:pt x="10113" y="43308"/>
                  <a:pt x="4752" y="45938"/>
                  <a:pt x="0" y="47692"/>
                </a:cubicBezTo>
                <a:lnTo>
                  <a:pt x="0" y="32926"/>
                </a:lnTo>
                <a:cubicBezTo>
                  <a:pt x="8543" y="28909"/>
                  <a:pt x="16011" y="24044"/>
                  <a:pt x="22403" y="18330"/>
                </a:cubicBezTo>
                <a:cubicBezTo>
                  <a:pt x="28796" y="12616"/>
                  <a:pt x="33322" y="7072"/>
                  <a:pt x="35981" y="1697"/>
                </a:cubicBezTo>
                <a:lnTo>
                  <a:pt x="45825" y="1697"/>
                </a:lnTo>
                <a:lnTo>
                  <a:pt x="45825" y="126613"/>
                </a:lnTo>
                <a:close/>
                <a:moveTo>
                  <a:pt x="84920" y="65216"/>
                </a:moveTo>
                <a:cubicBezTo>
                  <a:pt x="84920" y="50517"/>
                  <a:pt x="86433" y="38687"/>
                  <a:pt x="89460" y="29725"/>
                </a:cubicBezTo>
                <a:cubicBezTo>
                  <a:pt x="92487" y="20764"/>
                  <a:pt x="96984" y="13852"/>
                  <a:pt x="102953" y="8990"/>
                </a:cubicBezTo>
                <a:cubicBezTo>
                  <a:pt x="108921" y="4128"/>
                  <a:pt x="116432" y="1697"/>
                  <a:pt x="125483" y="1697"/>
                </a:cubicBezTo>
                <a:cubicBezTo>
                  <a:pt x="132159" y="1697"/>
                  <a:pt x="138015" y="3040"/>
                  <a:pt x="143050" y="5725"/>
                </a:cubicBezTo>
                <a:cubicBezTo>
                  <a:pt x="148085" y="8411"/>
                  <a:pt x="152243" y="12284"/>
                  <a:pt x="155524" y="17344"/>
                </a:cubicBezTo>
                <a:cubicBezTo>
                  <a:pt x="158806" y="22403"/>
                  <a:pt x="161380" y="28566"/>
                  <a:pt x="163247" y="35833"/>
                </a:cubicBezTo>
                <a:cubicBezTo>
                  <a:pt x="165114" y="43097"/>
                  <a:pt x="166047" y="52892"/>
                  <a:pt x="166047" y="65216"/>
                </a:cubicBezTo>
                <a:cubicBezTo>
                  <a:pt x="166047" y="79801"/>
                  <a:pt x="164548" y="91575"/>
                  <a:pt x="161549" y="100537"/>
                </a:cubicBezTo>
                <a:cubicBezTo>
                  <a:pt x="158551" y="109498"/>
                  <a:pt x="154068" y="116424"/>
                  <a:pt x="148099" y="121315"/>
                </a:cubicBezTo>
                <a:cubicBezTo>
                  <a:pt x="142130" y="126205"/>
                  <a:pt x="134592" y="128650"/>
                  <a:pt x="125483" y="128650"/>
                </a:cubicBezTo>
                <a:cubicBezTo>
                  <a:pt x="113490" y="128650"/>
                  <a:pt x="104070" y="124353"/>
                  <a:pt x="97225" y="115759"/>
                </a:cubicBezTo>
                <a:cubicBezTo>
                  <a:pt x="89021" y="105413"/>
                  <a:pt x="84920" y="88565"/>
                  <a:pt x="84920" y="65216"/>
                </a:cubicBezTo>
                <a:moveTo>
                  <a:pt x="100619" y="65173"/>
                </a:moveTo>
                <a:cubicBezTo>
                  <a:pt x="100619" y="85528"/>
                  <a:pt x="103009" y="99075"/>
                  <a:pt x="107790" y="105814"/>
                </a:cubicBezTo>
                <a:cubicBezTo>
                  <a:pt x="112570" y="112552"/>
                  <a:pt x="118468" y="115921"/>
                  <a:pt x="125483" y="115921"/>
                </a:cubicBezTo>
                <a:cubicBezTo>
                  <a:pt x="132499" y="115921"/>
                  <a:pt x="138396" y="112538"/>
                  <a:pt x="143177" y="105772"/>
                </a:cubicBezTo>
                <a:cubicBezTo>
                  <a:pt x="147958" y="99006"/>
                  <a:pt x="150348" y="85473"/>
                  <a:pt x="150348" y="65173"/>
                </a:cubicBezTo>
                <a:cubicBezTo>
                  <a:pt x="150348" y="44763"/>
                  <a:pt x="147958" y="31202"/>
                  <a:pt x="143177" y="24493"/>
                </a:cubicBezTo>
                <a:cubicBezTo>
                  <a:pt x="138396" y="17782"/>
                  <a:pt x="132442" y="14426"/>
                  <a:pt x="125314" y="14426"/>
                </a:cubicBezTo>
                <a:cubicBezTo>
                  <a:pt x="118298" y="14426"/>
                  <a:pt x="112698" y="17387"/>
                  <a:pt x="108511" y="23308"/>
                </a:cubicBezTo>
                <a:cubicBezTo>
                  <a:pt x="103250" y="30864"/>
                  <a:pt x="100619" y="44819"/>
                  <a:pt x="100619" y="65173"/>
                </a:cubicBezTo>
                <a:close/>
                <a:moveTo>
                  <a:pt x="190121" y="126613"/>
                </a:moveTo>
                <a:lnTo>
                  <a:pt x="190121" y="109132"/>
                </a:lnTo>
                <a:lnTo>
                  <a:pt x="207518" y="109132"/>
                </a:lnTo>
                <a:lnTo>
                  <a:pt x="207518" y="126613"/>
                </a:lnTo>
                <a:lnTo>
                  <a:pt x="190121" y="126613"/>
                </a:lnTo>
                <a:close/>
                <a:moveTo>
                  <a:pt x="341233" y="93517"/>
                </a:moveTo>
                <a:lnTo>
                  <a:pt x="356253" y="95469"/>
                </a:lnTo>
                <a:cubicBezTo>
                  <a:pt x="354613" y="105849"/>
                  <a:pt x="350412" y="113974"/>
                  <a:pt x="343651" y="119845"/>
                </a:cubicBezTo>
                <a:cubicBezTo>
                  <a:pt x="336891" y="125715"/>
                  <a:pt x="328589" y="128650"/>
                  <a:pt x="318745" y="128650"/>
                </a:cubicBezTo>
                <a:cubicBezTo>
                  <a:pt x="306411" y="128650"/>
                  <a:pt x="296497" y="124619"/>
                  <a:pt x="289001" y="116557"/>
                </a:cubicBezTo>
                <a:cubicBezTo>
                  <a:pt x="281505" y="108495"/>
                  <a:pt x="277757" y="96940"/>
                  <a:pt x="277757" y="81891"/>
                </a:cubicBezTo>
                <a:cubicBezTo>
                  <a:pt x="277757" y="72160"/>
                  <a:pt x="279369" y="63646"/>
                  <a:pt x="282594" y="56348"/>
                </a:cubicBezTo>
                <a:cubicBezTo>
                  <a:pt x="285818" y="49050"/>
                  <a:pt x="290726" y="43576"/>
                  <a:pt x="297317" y="39927"/>
                </a:cubicBezTo>
                <a:cubicBezTo>
                  <a:pt x="303908" y="36278"/>
                  <a:pt x="311079" y="34454"/>
                  <a:pt x="318829" y="34454"/>
                </a:cubicBezTo>
                <a:cubicBezTo>
                  <a:pt x="328617" y="34454"/>
                  <a:pt x="336622" y="36937"/>
                  <a:pt x="342845" y="41903"/>
                </a:cubicBezTo>
                <a:cubicBezTo>
                  <a:pt x="349068" y="46867"/>
                  <a:pt x="353057" y="53917"/>
                  <a:pt x="354811" y="63052"/>
                </a:cubicBezTo>
                <a:lnTo>
                  <a:pt x="339960" y="65343"/>
                </a:lnTo>
                <a:cubicBezTo>
                  <a:pt x="338546" y="59318"/>
                  <a:pt x="336042" y="54785"/>
                  <a:pt x="332450" y="51744"/>
                </a:cubicBezTo>
                <a:cubicBezTo>
                  <a:pt x="328857" y="48703"/>
                  <a:pt x="324515" y="47183"/>
                  <a:pt x="319423" y="47183"/>
                </a:cubicBezTo>
                <a:cubicBezTo>
                  <a:pt x="311729" y="47183"/>
                  <a:pt x="305478" y="49928"/>
                  <a:pt x="300669" y="55417"/>
                </a:cubicBezTo>
                <a:cubicBezTo>
                  <a:pt x="295860" y="60905"/>
                  <a:pt x="293456" y="69588"/>
                  <a:pt x="293456" y="81467"/>
                </a:cubicBezTo>
                <a:cubicBezTo>
                  <a:pt x="293456" y="93515"/>
                  <a:pt x="295775" y="102270"/>
                  <a:pt x="300415" y="107731"/>
                </a:cubicBezTo>
                <a:cubicBezTo>
                  <a:pt x="305054" y="113191"/>
                  <a:pt x="311107" y="115921"/>
                  <a:pt x="318575" y="115921"/>
                </a:cubicBezTo>
                <a:cubicBezTo>
                  <a:pt x="324572" y="115921"/>
                  <a:pt x="329579" y="114089"/>
                  <a:pt x="333595" y="110426"/>
                </a:cubicBezTo>
                <a:cubicBezTo>
                  <a:pt x="337612" y="106763"/>
                  <a:pt x="340158" y="101126"/>
                  <a:pt x="341233" y="93517"/>
                </a:cubicBezTo>
                <a:close/>
                <a:moveTo>
                  <a:pt x="369322" y="126613"/>
                </a:moveTo>
                <a:lnTo>
                  <a:pt x="369322" y="2206"/>
                </a:lnTo>
                <a:lnTo>
                  <a:pt x="384597" y="2206"/>
                </a:lnTo>
                <a:lnTo>
                  <a:pt x="384597" y="46843"/>
                </a:lnTo>
                <a:cubicBezTo>
                  <a:pt x="391725" y="38584"/>
                  <a:pt x="400721" y="34454"/>
                  <a:pt x="411583" y="34454"/>
                </a:cubicBezTo>
                <a:cubicBezTo>
                  <a:pt x="418259" y="34454"/>
                  <a:pt x="424057" y="35769"/>
                  <a:pt x="428979" y="38400"/>
                </a:cubicBezTo>
                <a:cubicBezTo>
                  <a:pt x="433901" y="41030"/>
                  <a:pt x="437423" y="44665"/>
                  <a:pt x="439545" y="49304"/>
                </a:cubicBezTo>
                <a:cubicBezTo>
                  <a:pt x="441666" y="53944"/>
                  <a:pt x="442727" y="60676"/>
                  <a:pt x="442727" y="69501"/>
                </a:cubicBezTo>
                <a:lnTo>
                  <a:pt x="442727" y="126613"/>
                </a:lnTo>
                <a:lnTo>
                  <a:pt x="427452" y="126613"/>
                </a:lnTo>
                <a:lnTo>
                  <a:pt x="427452" y="69501"/>
                </a:lnTo>
                <a:cubicBezTo>
                  <a:pt x="427452" y="61864"/>
                  <a:pt x="425797" y="56305"/>
                  <a:pt x="422488" y="52826"/>
                </a:cubicBezTo>
                <a:cubicBezTo>
                  <a:pt x="419178" y="49347"/>
                  <a:pt x="414496" y="47607"/>
                  <a:pt x="408443" y="47607"/>
                </a:cubicBezTo>
                <a:cubicBezTo>
                  <a:pt x="403917" y="47607"/>
                  <a:pt x="399660" y="48781"/>
                  <a:pt x="395671" y="51129"/>
                </a:cubicBezTo>
                <a:cubicBezTo>
                  <a:pt x="391683" y="53477"/>
                  <a:pt x="388840" y="56659"/>
                  <a:pt x="387143" y="60676"/>
                </a:cubicBezTo>
                <a:cubicBezTo>
                  <a:pt x="385446" y="64693"/>
                  <a:pt x="384597" y="70237"/>
                  <a:pt x="384597" y="77309"/>
                </a:cubicBezTo>
                <a:lnTo>
                  <a:pt x="384597" y="126613"/>
                </a:lnTo>
                <a:lnTo>
                  <a:pt x="369322" y="126613"/>
                </a:lnTo>
                <a:close/>
                <a:moveTo>
                  <a:pt x="527647" y="97591"/>
                </a:moveTo>
                <a:lnTo>
                  <a:pt x="543431" y="99542"/>
                </a:lnTo>
                <a:cubicBezTo>
                  <a:pt x="540942" y="108764"/>
                  <a:pt x="536331" y="115921"/>
                  <a:pt x="529598" y="121012"/>
                </a:cubicBezTo>
                <a:cubicBezTo>
                  <a:pt x="522866" y="126104"/>
                  <a:pt x="514267" y="128650"/>
                  <a:pt x="503801" y="128650"/>
                </a:cubicBezTo>
                <a:cubicBezTo>
                  <a:pt x="490619" y="128650"/>
                  <a:pt x="480167" y="124591"/>
                  <a:pt x="472444" y="116472"/>
                </a:cubicBezTo>
                <a:cubicBezTo>
                  <a:pt x="464722" y="108354"/>
                  <a:pt x="460861" y="96968"/>
                  <a:pt x="460861" y="82315"/>
                </a:cubicBezTo>
                <a:cubicBezTo>
                  <a:pt x="460861" y="67154"/>
                  <a:pt x="464764" y="55386"/>
                  <a:pt x="472572" y="47013"/>
                </a:cubicBezTo>
                <a:cubicBezTo>
                  <a:pt x="480379" y="38640"/>
                  <a:pt x="490506" y="34454"/>
                  <a:pt x="502952" y="34454"/>
                </a:cubicBezTo>
                <a:cubicBezTo>
                  <a:pt x="515002" y="34454"/>
                  <a:pt x="524846" y="38549"/>
                  <a:pt x="532484" y="46740"/>
                </a:cubicBezTo>
                <a:cubicBezTo>
                  <a:pt x="540121" y="54929"/>
                  <a:pt x="543940" y="66451"/>
                  <a:pt x="543940" y="81305"/>
                </a:cubicBezTo>
                <a:cubicBezTo>
                  <a:pt x="543940" y="82209"/>
                  <a:pt x="543912" y="83564"/>
                  <a:pt x="543855" y="85370"/>
                </a:cubicBezTo>
                <a:lnTo>
                  <a:pt x="476645" y="85370"/>
                </a:lnTo>
                <a:cubicBezTo>
                  <a:pt x="477211" y="95243"/>
                  <a:pt x="480011" y="102802"/>
                  <a:pt x="485046" y="108050"/>
                </a:cubicBezTo>
                <a:cubicBezTo>
                  <a:pt x="490081" y="113297"/>
                  <a:pt x="496361" y="115921"/>
                  <a:pt x="503885" y="115921"/>
                </a:cubicBezTo>
                <a:cubicBezTo>
                  <a:pt x="509486" y="115921"/>
                  <a:pt x="514267" y="114464"/>
                  <a:pt x="518227" y="111550"/>
                </a:cubicBezTo>
                <a:cubicBezTo>
                  <a:pt x="522187" y="108635"/>
                  <a:pt x="525327" y="103982"/>
                  <a:pt x="527647" y="97591"/>
                </a:cubicBezTo>
                <a:moveTo>
                  <a:pt x="477494" y="72641"/>
                </a:moveTo>
                <a:lnTo>
                  <a:pt x="527816" y="72641"/>
                </a:lnTo>
                <a:cubicBezTo>
                  <a:pt x="527137" y="65184"/>
                  <a:pt x="525214" y="59591"/>
                  <a:pt x="522046" y="55863"/>
                </a:cubicBezTo>
                <a:cubicBezTo>
                  <a:pt x="517180" y="50076"/>
                  <a:pt x="510872" y="47183"/>
                  <a:pt x="503122" y="47183"/>
                </a:cubicBezTo>
                <a:cubicBezTo>
                  <a:pt x="496107" y="47183"/>
                  <a:pt x="490209" y="49493"/>
                  <a:pt x="485428" y="54112"/>
                </a:cubicBezTo>
                <a:cubicBezTo>
                  <a:pt x="480648" y="58730"/>
                  <a:pt x="478003" y="64907"/>
                  <a:pt x="477494" y="72641"/>
                </a:cubicBezTo>
                <a:close/>
                <a:moveTo>
                  <a:pt x="621392" y="93517"/>
                </a:moveTo>
                <a:lnTo>
                  <a:pt x="636412" y="95469"/>
                </a:lnTo>
                <a:cubicBezTo>
                  <a:pt x="634772" y="105849"/>
                  <a:pt x="630571" y="113974"/>
                  <a:pt x="623810" y="119845"/>
                </a:cubicBezTo>
                <a:cubicBezTo>
                  <a:pt x="617050" y="125715"/>
                  <a:pt x="608748" y="128650"/>
                  <a:pt x="598904" y="128650"/>
                </a:cubicBezTo>
                <a:cubicBezTo>
                  <a:pt x="586571" y="128650"/>
                  <a:pt x="576656" y="124619"/>
                  <a:pt x="569160" y="116557"/>
                </a:cubicBezTo>
                <a:cubicBezTo>
                  <a:pt x="561664" y="108495"/>
                  <a:pt x="557916" y="96940"/>
                  <a:pt x="557916" y="81891"/>
                </a:cubicBezTo>
                <a:cubicBezTo>
                  <a:pt x="557916" y="72160"/>
                  <a:pt x="559528" y="63646"/>
                  <a:pt x="562753" y="56348"/>
                </a:cubicBezTo>
                <a:cubicBezTo>
                  <a:pt x="565977" y="49050"/>
                  <a:pt x="570885" y="43576"/>
                  <a:pt x="577476" y="39927"/>
                </a:cubicBezTo>
                <a:cubicBezTo>
                  <a:pt x="584067" y="36278"/>
                  <a:pt x="591238" y="34454"/>
                  <a:pt x="598989" y="34454"/>
                </a:cubicBezTo>
                <a:cubicBezTo>
                  <a:pt x="608776" y="34454"/>
                  <a:pt x="616781" y="36937"/>
                  <a:pt x="623004" y="41903"/>
                </a:cubicBezTo>
                <a:cubicBezTo>
                  <a:pt x="629227" y="46867"/>
                  <a:pt x="633216" y="53917"/>
                  <a:pt x="634970" y="63052"/>
                </a:cubicBezTo>
                <a:lnTo>
                  <a:pt x="620119" y="65343"/>
                </a:lnTo>
                <a:cubicBezTo>
                  <a:pt x="618705" y="59318"/>
                  <a:pt x="616201" y="54785"/>
                  <a:pt x="612609" y="51744"/>
                </a:cubicBezTo>
                <a:cubicBezTo>
                  <a:pt x="609016" y="48703"/>
                  <a:pt x="604674" y="47183"/>
                  <a:pt x="599583" y="47183"/>
                </a:cubicBezTo>
                <a:cubicBezTo>
                  <a:pt x="591888" y="47183"/>
                  <a:pt x="585637" y="49928"/>
                  <a:pt x="580828" y="55417"/>
                </a:cubicBezTo>
                <a:cubicBezTo>
                  <a:pt x="576019" y="60905"/>
                  <a:pt x="573615" y="69588"/>
                  <a:pt x="573615" y="81467"/>
                </a:cubicBezTo>
                <a:cubicBezTo>
                  <a:pt x="573615" y="93515"/>
                  <a:pt x="575935" y="102270"/>
                  <a:pt x="580574" y="107731"/>
                </a:cubicBezTo>
                <a:cubicBezTo>
                  <a:pt x="585213" y="113191"/>
                  <a:pt x="591266" y="115921"/>
                  <a:pt x="598734" y="115921"/>
                </a:cubicBezTo>
                <a:cubicBezTo>
                  <a:pt x="604731" y="115921"/>
                  <a:pt x="609738" y="114089"/>
                  <a:pt x="613754" y="110426"/>
                </a:cubicBezTo>
                <a:cubicBezTo>
                  <a:pt x="617771" y="106763"/>
                  <a:pt x="620317" y="101126"/>
                  <a:pt x="621392" y="93517"/>
                </a:cubicBezTo>
                <a:close/>
                <a:moveTo>
                  <a:pt x="649566" y="126613"/>
                </a:moveTo>
                <a:lnTo>
                  <a:pt x="649566" y="2206"/>
                </a:lnTo>
                <a:lnTo>
                  <a:pt x="664841" y="2206"/>
                </a:lnTo>
                <a:lnTo>
                  <a:pt x="664841" y="73150"/>
                </a:lnTo>
                <a:lnTo>
                  <a:pt x="700992" y="36490"/>
                </a:lnTo>
                <a:lnTo>
                  <a:pt x="720765" y="36490"/>
                </a:lnTo>
                <a:lnTo>
                  <a:pt x="686311" y="69926"/>
                </a:lnTo>
                <a:lnTo>
                  <a:pt x="724244" y="126613"/>
                </a:lnTo>
                <a:lnTo>
                  <a:pt x="705405" y="126613"/>
                </a:lnTo>
                <a:lnTo>
                  <a:pt x="675618" y="80533"/>
                </a:lnTo>
                <a:lnTo>
                  <a:pt x="664841" y="90886"/>
                </a:lnTo>
                <a:lnTo>
                  <a:pt x="664841" y="126613"/>
                </a:lnTo>
                <a:lnTo>
                  <a:pt x="649566" y="126613"/>
                </a:lnTo>
                <a:close/>
                <a:moveTo>
                  <a:pt x="818045" y="113120"/>
                </a:moveTo>
                <a:lnTo>
                  <a:pt x="820251" y="126613"/>
                </a:lnTo>
                <a:cubicBezTo>
                  <a:pt x="815951" y="127405"/>
                  <a:pt x="812104" y="127801"/>
                  <a:pt x="808710" y="127801"/>
                </a:cubicBezTo>
                <a:cubicBezTo>
                  <a:pt x="803166" y="127801"/>
                  <a:pt x="798866" y="126924"/>
                  <a:pt x="795811" y="125170"/>
                </a:cubicBezTo>
                <a:cubicBezTo>
                  <a:pt x="792756" y="123417"/>
                  <a:pt x="790606" y="121111"/>
                  <a:pt x="789362" y="118254"/>
                </a:cubicBezTo>
                <a:cubicBezTo>
                  <a:pt x="788117" y="115397"/>
                  <a:pt x="787495" y="109386"/>
                  <a:pt x="787495" y="100221"/>
                </a:cubicBezTo>
                <a:lnTo>
                  <a:pt x="787495" y="48371"/>
                </a:lnTo>
                <a:lnTo>
                  <a:pt x="776293" y="48371"/>
                </a:lnTo>
                <a:lnTo>
                  <a:pt x="776293" y="36490"/>
                </a:lnTo>
                <a:lnTo>
                  <a:pt x="787495" y="36490"/>
                </a:lnTo>
                <a:lnTo>
                  <a:pt x="787495" y="14111"/>
                </a:lnTo>
                <a:lnTo>
                  <a:pt x="802685" y="4922"/>
                </a:lnTo>
                <a:lnTo>
                  <a:pt x="802685" y="36490"/>
                </a:lnTo>
                <a:lnTo>
                  <a:pt x="818045" y="36490"/>
                </a:lnTo>
                <a:lnTo>
                  <a:pt x="818045" y="48371"/>
                </a:lnTo>
                <a:lnTo>
                  <a:pt x="802685" y="48371"/>
                </a:lnTo>
                <a:lnTo>
                  <a:pt x="802685" y="101070"/>
                </a:lnTo>
                <a:cubicBezTo>
                  <a:pt x="802685" y="105426"/>
                  <a:pt x="802954" y="108226"/>
                  <a:pt x="803491" y="109471"/>
                </a:cubicBezTo>
                <a:cubicBezTo>
                  <a:pt x="804028" y="110716"/>
                  <a:pt x="804905" y="111706"/>
                  <a:pt x="806122" y="112441"/>
                </a:cubicBezTo>
                <a:cubicBezTo>
                  <a:pt x="807338" y="113177"/>
                  <a:pt x="809078" y="113544"/>
                  <a:pt x="811341" y="113544"/>
                </a:cubicBezTo>
                <a:cubicBezTo>
                  <a:pt x="813038" y="113544"/>
                  <a:pt x="815273" y="113403"/>
                  <a:pt x="818045" y="113120"/>
                </a:cubicBezTo>
                <a:close/>
                <a:moveTo>
                  <a:pt x="833009" y="126613"/>
                </a:moveTo>
                <a:lnTo>
                  <a:pt x="833009" y="2206"/>
                </a:lnTo>
                <a:lnTo>
                  <a:pt x="848285" y="2206"/>
                </a:lnTo>
                <a:lnTo>
                  <a:pt x="848285" y="46843"/>
                </a:lnTo>
                <a:cubicBezTo>
                  <a:pt x="855413" y="38584"/>
                  <a:pt x="864408" y="34454"/>
                  <a:pt x="875270" y="34454"/>
                </a:cubicBezTo>
                <a:cubicBezTo>
                  <a:pt x="881946" y="34454"/>
                  <a:pt x="887745" y="35769"/>
                  <a:pt x="892667" y="38400"/>
                </a:cubicBezTo>
                <a:cubicBezTo>
                  <a:pt x="897589" y="41030"/>
                  <a:pt x="901111" y="44665"/>
                  <a:pt x="903232" y="49304"/>
                </a:cubicBezTo>
                <a:cubicBezTo>
                  <a:pt x="905354" y="53944"/>
                  <a:pt x="906415" y="60676"/>
                  <a:pt x="906415" y="69501"/>
                </a:cubicBezTo>
                <a:lnTo>
                  <a:pt x="906415" y="126613"/>
                </a:lnTo>
                <a:lnTo>
                  <a:pt x="891139" y="126613"/>
                </a:lnTo>
                <a:lnTo>
                  <a:pt x="891139" y="69501"/>
                </a:lnTo>
                <a:cubicBezTo>
                  <a:pt x="891139" y="61864"/>
                  <a:pt x="889485" y="56305"/>
                  <a:pt x="886175" y="52826"/>
                </a:cubicBezTo>
                <a:cubicBezTo>
                  <a:pt x="882865" y="49347"/>
                  <a:pt x="878184" y="47607"/>
                  <a:pt x="872131" y="47607"/>
                </a:cubicBezTo>
                <a:cubicBezTo>
                  <a:pt x="867605" y="47607"/>
                  <a:pt x="863347" y="48781"/>
                  <a:pt x="859359" y="51129"/>
                </a:cubicBezTo>
                <a:cubicBezTo>
                  <a:pt x="855370" y="53477"/>
                  <a:pt x="852528" y="56659"/>
                  <a:pt x="850830" y="60676"/>
                </a:cubicBezTo>
                <a:cubicBezTo>
                  <a:pt x="849133" y="64693"/>
                  <a:pt x="848285" y="70237"/>
                  <a:pt x="848285" y="77309"/>
                </a:cubicBezTo>
                <a:lnTo>
                  <a:pt x="848285" y="126613"/>
                </a:lnTo>
                <a:lnTo>
                  <a:pt x="833009" y="126613"/>
                </a:lnTo>
                <a:close/>
                <a:moveTo>
                  <a:pt x="988449" y="115486"/>
                </a:moveTo>
                <a:cubicBezTo>
                  <a:pt x="982791" y="120298"/>
                  <a:pt x="977346" y="123695"/>
                  <a:pt x="972113" y="125677"/>
                </a:cubicBezTo>
                <a:cubicBezTo>
                  <a:pt x="966880" y="127659"/>
                  <a:pt x="961265" y="128650"/>
                  <a:pt x="955268" y="128650"/>
                </a:cubicBezTo>
                <a:cubicBezTo>
                  <a:pt x="945368" y="128650"/>
                  <a:pt x="937758" y="126229"/>
                  <a:pt x="932440" y="121389"/>
                </a:cubicBezTo>
                <a:cubicBezTo>
                  <a:pt x="927122" y="116548"/>
                  <a:pt x="924463" y="110363"/>
                  <a:pt x="924463" y="102833"/>
                </a:cubicBezTo>
                <a:cubicBezTo>
                  <a:pt x="924463" y="98419"/>
                  <a:pt x="925468" y="94386"/>
                  <a:pt x="927476" y="90735"/>
                </a:cubicBezTo>
                <a:cubicBezTo>
                  <a:pt x="929484" y="87083"/>
                  <a:pt x="932115" y="84152"/>
                  <a:pt x="935368" y="81944"/>
                </a:cubicBezTo>
                <a:cubicBezTo>
                  <a:pt x="938621" y="79736"/>
                  <a:pt x="942284" y="78066"/>
                  <a:pt x="946358" y="76935"/>
                </a:cubicBezTo>
                <a:cubicBezTo>
                  <a:pt x="949356" y="76141"/>
                  <a:pt x="953882" y="75376"/>
                  <a:pt x="959935" y="74641"/>
                </a:cubicBezTo>
                <a:cubicBezTo>
                  <a:pt x="972269" y="73181"/>
                  <a:pt x="981349" y="71439"/>
                  <a:pt x="987176" y="69417"/>
                </a:cubicBezTo>
                <a:cubicBezTo>
                  <a:pt x="987233" y="67332"/>
                  <a:pt x="987261" y="66008"/>
                  <a:pt x="987261" y="65444"/>
                </a:cubicBezTo>
                <a:cubicBezTo>
                  <a:pt x="987261" y="59244"/>
                  <a:pt x="985818" y="54876"/>
                  <a:pt x="982933" y="52341"/>
                </a:cubicBezTo>
                <a:cubicBezTo>
                  <a:pt x="979029" y="48902"/>
                  <a:pt x="973230" y="47183"/>
                  <a:pt x="965536" y="47183"/>
                </a:cubicBezTo>
                <a:cubicBezTo>
                  <a:pt x="958351" y="47183"/>
                  <a:pt x="953048" y="48442"/>
                  <a:pt x="949625" y="50959"/>
                </a:cubicBezTo>
                <a:cubicBezTo>
                  <a:pt x="946202" y="53477"/>
                  <a:pt x="943670" y="57932"/>
                  <a:pt x="942030" y="64325"/>
                </a:cubicBezTo>
                <a:lnTo>
                  <a:pt x="927094" y="62288"/>
                </a:lnTo>
                <a:cubicBezTo>
                  <a:pt x="928452" y="55876"/>
                  <a:pt x="930687" y="50698"/>
                  <a:pt x="933798" y="46753"/>
                </a:cubicBezTo>
                <a:cubicBezTo>
                  <a:pt x="936910" y="42809"/>
                  <a:pt x="941407" y="39773"/>
                  <a:pt x="947291" y="37647"/>
                </a:cubicBezTo>
                <a:cubicBezTo>
                  <a:pt x="953175" y="35518"/>
                  <a:pt x="959992" y="34454"/>
                  <a:pt x="967743" y="34454"/>
                </a:cubicBezTo>
                <a:cubicBezTo>
                  <a:pt x="975437" y="34454"/>
                  <a:pt x="981688" y="35359"/>
                  <a:pt x="986497" y="37169"/>
                </a:cubicBezTo>
                <a:cubicBezTo>
                  <a:pt x="991306" y="38980"/>
                  <a:pt x="994842" y="41257"/>
                  <a:pt x="997105" y="44001"/>
                </a:cubicBezTo>
                <a:cubicBezTo>
                  <a:pt x="999368" y="46744"/>
                  <a:pt x="1000952" y="50210"/>
                  <a:pt x="1001857" y="54396"/>
                </a:cubicBezTo>
                <a:cubicBezTo>
                  <a:pt x="1002366" y="56999"/>
                  <a:pt x="1002621" y="61694"/>
                  <a:pt x="1002621" y="68483"/>
                </a:cubicBezTo>
                <a:lnTo>
                  <a:pt x="1002621" y="88850"/>
                </a:lnTo>
                <a:cubicBezTo>
                  <a:pt x="1002621" y="103050"/>
                  <a:pt x="1002946" y="112031"/>
                  <a:pt x="1003597" y="115793"/>
                </a:cubicBezTo>
                <a:cubicBezTo>
                  <a:pt x="1004247" y="119555"/>
                  <a:pt x="1005534" y="123162"/>
                  <a:pt x="1007458" y="126613"/>
                </a:cubicBezTo>
                <a:lnTo>
                  <a:pt x="991504" y="126613"/>
                </a:lnTo>
                <a:cubicBezTo>
                  <a:pt x="989920" y="123441"/>
                  <a:pt x="988901" y="119732"/>
                  <a:pt x="988449" y="115486"/>
                </a:cubicBezTo>
                <a:moveTo>
                  <a:pt x="987176" y="81297"/>
                </a:moveTo>
                <a:cubicBezTo>
                  <a:pt x="981632" y="83580"/>
                  <a:pt x="973315" y="85519"/>
                  <a:pt x="962227" y="87115"/>
                </a:cubicBezTo>
                <a:cubicBezTo>
                  <a:pt x="955947" y="88024"/>
                  <a:pt x="951506" y="89047"/>
                  <a:pt x="948903" y="90184"/>
                </a:cubicBezTo>
                <a:cubicBezTo>
                  <a:pt x="946301" y="91319"/>
                  <a:pt x="944293" y="92981"/>
                  <a:pt x="942878" y="95169"/>
                </a:cubicBezTo>
                <a:cubicBezTo>
                  <a:pt x="941464" y="97356"/>
                  <a:pt x="940757" y="99785"/>
                  <a:pt x="940757" y="102454"/>
                </a:cubicBezTo>
                <a:cubicBezTo>
                  <a:pt x="940757" y="106543"/>
                  <a:pt x="942298" y="109952"/>
                  <a:pt x="945382" y="112680"/>
                </a:cubicBezTo>
                <a:cubicBezTo>
                  <a:pt x="948465" y="115406"/>
                  <a:pt x="952977" y="116769"/>
                  <a:pt x="958917" y="116769"/>
                </a:cubicBezTo>
                <a:cubicBezTo>
                  <a:pt x="964801" y="116769"/>
                  <a:pt x="970034" y="115476"/>
                  <a:pt x="974616" y="112889"/>
                </a:cubicBezTo>
                <a:cubicBezTo>
                  <a:pt x="979199" y="110303"/>
                  <a:pt x="982565" y="106764"/>
                  <a:pt x="984715" y="102274"/>
                </a:cubicBezTo>
                <a:cubicBezTo>
                  <a:pt x="986356" y="98805"/>
                  <a:pt x="987176" y="93689"/>
                  <a:pt x="987176" y="86925"/>
                </a:cubicBezTo>
                <a:lnTo>
                  <a:pt x="987176" y="81297"/>
                </a:lnTo>
                <a:close/>
                <a:moveTo>
                  <a:pt x="1059621" y="113120"/>
                </a:moveTo>
                <a:lnTo>
                  <a:pt x="1061828" y="126613"/>
                </a:lnTo>
                <a:cubicBezTo>
                  <a:pt x="1057528" y="127405"/>
                  <a:pt x="1053681" y="127801"/>
                  <a:pt x="1050286" y="127801"/>
                </a:cubicBezTo>
                <a:cubicBezTo>
                  <a:pt x="1044742" y="127801"/>
                  <a:pt x="1040442" y="126924"/>
                  <a:pt x="1037387" y="125170"/>
                </a:cubicBezTo>
                <a:cubicBezTo>
                  <a:pt x="1034332" y="123417"/>
                  <a:pt x="1032183" y="121111"/>
                  <a:pt x="1030938" y="118254"/>
                </a:cubicBezTo>
                <a:cubicBezTo>
                  <a:pt x="1029693" y="115397"/>
                  <a:pt x="1029071" y="109386"/>
                  <a:pt x="1029071" y="100221"/>
                </a:cubicBezTo>
                <a:lnTo>
                  <a:pt x="1029071" y="48371"/>
                </a:lnTo>
                <a:lnTo>
                  <a:pt x="1017869" y="48371"/>
                </a:lnTo>
                <a:lnTo>
                  <a:pt x="1017869" y="36490"/>
                </a:lnTo>
                <a:lnTo>
                  <a:pt x="1029071" y="36490"/>
                </a:lnTo>
                <a:lnTo>
                  <a:pt x="1029071" y="14111"/>
                </a:lnTo>
                <a:lnTo>
                  <a:pt x="1044261" y="4922"/>
                </a:lnTo>
                <a:lnTo>
                  <a:pt x="1044261" y="36490"/>
                </a:lnTo>
                <a:lnTo>
                  <a:pt x="1059621" y="36490"/>
                </a:lnTo>
                <a:lnTo>
                  <a:pt x="1059621" y="48371"/>
                </a:lnTo>
                <a:lnTo>
                  <a:pt x="1044261" y="48371"/>
                </a:lnTo>
                <a:lnTo>
                  <a:pt x="1044261" y="101070"/>
                </a:lnTo>
                <a:cubicBezTo>
                  <a:pt x="1044261" y="105426"/>
                  <a:pt x="1044530" y="108226"/>
                  <a:pt x="1045067" y="109471"/>
                </a:cubicBezTo>
                <a:cubicBezTo>
                  <a:pt x="1045605" y="110716"/>
                  <a:pt x="1046482" y="111706"/>
                  <a:pt x="1047698" y="112441"/>
                </a:cubicBezTo>
                <a:cubicBezTo>
                  <a:pt x="1048914" y="113177"/>
                  <a:pt x="1050654" y="113544"/>
                  <a:pt x="1052917" y="113544"/>
                </a:cubicBezTo>
                <a:cubicBezTo>
                  <a:pt x="1054614" y="113544"/>
                  <a:pt x="1056849" y="113403"/>
                  <a:pt x="1059621" y="113120"/>
                </a:cubicBezTo>
                <a:close/>
                <a:moveTo>
                  <a:pt x="1122731" y="126613"/>
                </a:moveTo>
                <a:lnTo>
                  <a:pt x="1122731" y="36490"/>
                </a:lnTo>
                <a:lnTo>
                  <a:pt x="1136479" y="36490"/>
                </a:lnTo>
                <a:lnTo>
                  <a:pt x="1136479" y="50068"/>
                </a:lnTo>
                <a:cubicBezTo>
                  <a:pt x="1139987" y="43711"/>
                  <a:pt x="1143225" y="39519"/>
                  <a:pt x="1146196" y="37493"/>
                </a:cubicBezTo>
                <a:cubicBezTo>
                  <a:pt x="1149166" y="35467"/>
                  <a:pt x="1152433" y="34454"/>
                  <a:pt x="1155997" y="34454"/>
                </a:cubicBezTo>
                <a:cubicBezTo>
                  <a:pt x="1161145" y="34454"/>
                  <a:pt x="1166378" y="36087"/>
                  <a:pt x="1171696" y="39354"/>
                </a:cubicBezTo>
                <a:lnTo>
                  <a:pt x="1166435" y="53463"/>
                </a:lnTo>
                <a:cubicBezTo>
                  <a:pt x="1162701" y="51256"/>
                  <a:pt x="1158967" y="50153"/>
                  <a:pt x="1155233" y="50153"/>
                </a:cubicBezTo>
                <a:cubicBezTo>
                  <a:pt x="1151895" y="50153"/>
                  <a:pt x="1148897" y="51159"/>
                  <a:pt x="1146238" y="53171"/>
                </a:cubicBezTo>
                <a:cubicBezTo>
                  <a:pt x="1143579" y="55181"/>
                  <a:pt x="1141684" y="57970"/>
                  <a:pt x="1140552" y="61538"/>
                </a:cubicBezTo>
                <a:cubicBezTo>
                  <a:pt x="1138855" y="66974"/>
                  <a:pt x="1138006" y="72921"/>
                  <a:pt x="1138006" y="79377"/>
                </a:cubicBezTo>
                <a:lnTo>
                  <a:pt x="1138006" y="126613"/>
                </a:lnTo>
                <a:lnTo>
                  <a:pt x="1122731" y="126613"/>
                </a:lnTo>
                <a:close/>
                <a:moveTo>
                  <a:pt x="1239245" y="126613"/>
                </a:moveTo>
                <a:lnTo>
                  <a:pt x="1239245" y="115242"/>
                </a:lnTo>
                <a:cubicBezTo>
                  <a:pt x="1233531" y="124180"/>
                  <a:pt x="1225129" y="128650"/>
                  <a:pt x="1214041" y="128650"/>
                </a:cubicBezTo>
                <a:cubicBezTo>
                  <a:pt x="1206856" y="128650"/>
                  <a:pt x="1200251" y="126670"/>
                  <a:pt x="1194226" y="122709"/>
                </a:cubicBezTo>
                <a:cubicBezTo>
                  <a:pt x="1188200" y="118749"/>
                  <a:pt x="1183533" y="113219"/>
                  <a:pt x="1180223" y="106119"/>
                </a:cubicBezTo>
                <a:cubicBezTo>
                  <a:pt x="1176914" y="99019"/>
                  <a:pt x="1175259" y="90858"/>
                  <a:pt x="1175259" y="81637"/>
                </a:cubicBezTo>
                <a:cubicBezTo>
                  <a:pt x="1175259" y="72641"/>
                  <a:pt x="1176758" y="64480"/>
                  <a:pt x="1179757" y="57154"/>
                </a:cubicBezTo>
                <a:cubicBezTo>
                  <a:pt x="1182755" y="49828"/>
                  <a:pt x="1187253" y="44213"/>
                  <a:pt x="1193250" y="40309"/>
                </a:cubicBezTo>
                <a:cubicBezTo>
                  <a:pt x="1199247" y="36405"/>
                  <a:pt x="1205951" y="34454"/>
                  <a:pt x="1213362" y="34454"/>
                </a:cubicBezTo>
                <a:cubicBezTo>
                  <a:pt x="1218793" y="34454"/>
                  <a:pt x="1223630" y="35599"/>
                  <a:pt x="1227873" y="37891"/>
                </a:cubicBezTo>
                <a:cubicBezTo>
                  <a:pt x="1232116" y="40182"/>
                  <a:pt x="1235567" y="43166"/>
                  <a:pt x="1238226" y="46843"/>
                </a:cubicBezTo>
                <a:lnTo>
                  <a:pt x="1238226" y="2206"/>
                </a:lnTo>
                <a:lnTo>
                  <a:pt x="1253416" y="2206"/>
                </a:lnTo>
                <a:lnTo>
                  <a:pt x="1253416" y="126613"/>
                </a:lnTo>
                <a:lnTo>
                  <a:pt x="1239245" y="126613"/>
                </a:lnTo>
                <a:moveTo>
                  <a:pt x="1190958" y="81594"/>
                </a:moveTo>
                <a:cubicBezTo>
                  <a:pt x="1190958" y="93093"/>
                  <a:pt x="1193391" y="101689"/>
                  <a:pt x="1198257" y="107381"/>
                </a:cubicBezTo>
                <a:cubicBezTo>
                  <a:pt x="1203122" y="113074"/>
                  <a:pt x="1208864" y="115921"/>
                  <a:pt x="1215483" y="115921"/>
                </a:cubicBezTo>
                <a:cubicBezTo>
                  <a:pt x="1222159" y="115921"/>
                  <a:pt x="1227831" y="113201"/>
                  <a:pt x="1232498" y="107763"/>
                </a:cubicBezTo>
                <a:cubicBezTo>
                  <a:pt x="1237165" y="102323"/>
                  <a:pt x="1239499" y="94023"/>
                  <a:pt x="1239499" y="82862"/>
                </a:cubicBezTo>
                <a:cubicBezTo>
                  <a:pt x="1239499" y="70575"/>
                  <a:pt x="1237123" y="61556"/>
                  <a:pt x="1232371" y="55807"/>
                </a:cubicBezTo>
                <a:cubicBezTo>
                  <a:pt x="1227619" y="50058"/>
                  <a:pt x="1221763" y="47183"/>
                  <a:pt x="1214804" y="47183"/>
                </a:cubicBezTo>
                <a:cubicBezTo>
                  <a:pt x="1208016" y="47183"/>
                  <a:pt x="1202344" y="49945"/>
                  <a:pt x="1197790" y="55470"/>
                </a:cubicBezTo>
                <a:cubicBezTo>
                  <a:pt x="1193236" y="60993"/>
                  <a:pt x="1190958" y="69701"/>
                  <a:pt x="1190958" y="81594"/>
                </a:cubicBezTo>
                <a:close/>
                <a:moveTo>
                  <a:pt x="1277491" y="19858"/>
                </a:moveTo>
                <a:lnTo>
                  <a:pt x="1277491" y="2206"/>
                </a:lnTo>
                <a:lnTo>
                  <a:pt x="1292766" y="2206"/>
                </a:lnTo>
                <a:lnTo>
                  <a:pt x="1292766" y="19858"/>
                </a:lnTo>
                <a:lnTo>
                  <a:pt x="1277491" y="19858"/>
                </a:lnTo>
                <a:moveTo>
                  <a:pt x="1277491" y="126613"/>
                </a:moveTo>
                <a:lnTo>
                  <a:pt x="1277491" y="36490"/>
                </a:lnTo>
                <a:lnTo>
                  <a:pt x="1292766" y="36490"/>
                </a:lnTo>
                <a:lnTo>
                  <a:pt x="1292766" y="126613"/>
                </a:lnTo>
                <a:lnTo>
                  <a:pt x="1277491" y="126613"/>
                </a:lnTo>
                <a:close/>
                <a:moveTo>
                  <a:pt x="1364389" y="19858"/>
                </a:moveTo>
                <a:lnTo>
                  <a:pt x="1364389" y="2206"/>
                </a:lnTo>
                <a:lnTo>
                  <a:pt x="1379664" y="2206"/>
                </a:lnTo>
                <a:lnTo>
                  <a:pt x="1379664" y="19858"/>
                </a:lnTo>
                <a:lnTo>
                  <a:pt x="1364389" y="19858"/>
                </a:lnTo>
                <a:moveTo>
                  <a:pt x="1364389" y="126613"/>
                </a:moveTo>
                <a:lnTo>
                  <a:pt x="1364389" y="36490"/>
                </a:lnTo>
                <a:lnTo>
                  <a:pt x="1379664" y="36490"/>
                </a:lnTo>
                <a:lnTo>
                  <a:pt x="1379664" y="126613"/>
                </a:lnTo>
                <a:lnTo>
                  <a:pt x="1364389" y="126613"/>
                </a:lnTo>
                <a:close/>
                <a:moveTo>
                  <a:pt x="1396776" y="99627"/>
                </a:moveTo>
                <a:lnTo>
                  <a:pt x="1411882" y="97251"/>
                </a:lnTo>
                <a:cubicBezTo>
                  <a:pt x="1412730" y="103278"/>
                  <a:pt x="1415092" y="107897"/>
                  <a:pt x="1418968" y="111107"/>
                </a:cubicBezTo>
                <a:cubicBezTo>
                  <a:pt x="1422843" y="114316"/>
                  <a:pt x="1428260" y="115921"/>
                  <a:pt x="1435219" y="115921"/>
                </a:cubicBezTo>
                <a:cubicBezTo>
                  <a:pt x="1442234" y="115921"/>
                  <a:pt x="1447439" y="114504"/>
                  <a:pt x="1450833" y="111670"/>
                </a:cubicBezTo>
                <a:cubicBezTo>
                  <a:pt x="1454228" y="108834"/>
                  <a:pt x="1455925" y="105508"/>
                  <a:pt x="1455925" y="101693"/>
                </a:cubicBezTo>
                <a:cubicBezTo>
                  <a:pt x="1455925" y="98269"/>
                  <a:pt x="1454426" y="95574"/>
                  <a:pt x="1451427" y="93610"/>
                </a:cubicBezTo>
                <a:cubicBezTo>
                  <a:pt x="1449334" y="92263"/>
                  <a:pt x="1444129" y="90551"/>
                  <a:pt x="1435813" y="88473"/>
                </a:cubicBezTo>
                <a:cubicBezTo>
                  <a:pt x="1424611" y="85643"/>
                  <a:pt x="1416846" y="83194"/>
                  <a:pt x="1412518" y="81127"/>
                </a:cubicBezTo>
                <a:cubicBezTo>
                  <a:pt x="1408190" y="79061"/>
                  <a:pt x="1404909" y="76201"/>
                  <a:pt x="1402674" y="72548"/>
                </a:cubicBezTo>
                <a:cubicBezTo>
                  <a:pt x="1400440" y="68896"/>
                  <a:pt x="1399322" y="64861"/>
                  <a:pt x="1399322" y="60445"/>
                </a:cubicBezTo>
                <a:cubicBezTo>
                  <a:pt x="1399322" y="56425"/>
                  <a:pt x="1400242" y="52702"/>
                  <a:pt x="1402080" y="49275"/>
                </a:cubicBezTo>
                <a:cubicBezTo>
                  <a:pt x="1403919" y="45849"/>
                  <a:pt x="1406422" y="43003"/>
                  <a:pt x="1409591" y="40739"/>
                </a:cubicBezTo>
                <a:cubicBezTo>
                  <a:pt x="1411967" y="38983"/>
                  <a:pt x="1415206" y="37497"/>
                  <a:pt x="1419307" y="36281"/>
                </a:cubicBezTo>
                <a:cubicBezTo>
                  <a:pt x="1423409" y="35063"/>
                  <a:pt x="1427807" y="34454"/>
                  <a:pt x="1432503" y="34454"/>
                </a:cubicBezTo>
                <a:cubicBezTo>
                  <a:pt x="1439575" y="34454"/>
                  <a:pt x="1445784" y="35479"/>
                  <a:pt x="1451130" y="37530"/>
                </a:cubicBezTo>
                <a:cubicBezTo>
                  <a:pt x="1456476" y="39579"/>
                  <a:pt x="1460422" y="42356"/>
                  <a:pt x="1462968" y="45860"/>
                </a:cubicBezTo>
                <a:cubicBezTo>
                  <a:pt x="1465514" y="49362"/>
                  <a:pt x="1467268" y="54046"/>
                  <a:pt x="1468230" y="59912"/>
                </a:cubicBezTo>
                <a:lnTo>
                  <a:pt x="1453294" y="61949"/>
                </a:lnTo>
                <a:cubicBezTo>
                  <a:pt x="1452615" y="57310"/>
                  <a:pt x="1450649" y="53689"/>
                  <a:pt x="1447396" y="51087"/>
                </a:cubicBezTo>
                <a:cubicBezTo>
                  <a:pt x="1444143" y="48484"/>
                  <a:pt x="1439547" y="47183"/>
                  <a:pt x="1433606" y="47183"/>
                </a:cubicBezTo>
                <a:cubicBezTo>
                  <a:pt x="1426591" y="47183"/>
                  <a:pt x="1421584" y="48337"/>
                  <a:pt x="1418586" y="50646"/>
                </a:cubicBezTo>
                <a:cubicBezTo>
                  <a:pt x="1415587" y="52953"/>
                  <a:pt x="1414088" y="55656"/>
                  <a:pt x="1414088" y="58753"/>
                </a:cubicBezTo>
                <a:cubicBezTo>
                  <a:pt x="1414088" y="60723"/>
                  <a:pt x="1414711" y="62496"/>
                  <a:pt x="1415955" y="64073"/>
                </a:cubicBezTo>
                <a:cubicBezTo>
                  <a:pt x="1417200" y="65705"/>
                  <a:pt x="1419152" y="67055"/>
                  <a:pt x="1421811" y="68125"/>
                </a:cubicBezTo>
                <a:cubicBezTo>
                  <a:pt x="1423338" y="68689"/>
                  <a:pt x="1427836" y="69984"/>
                  <a:pt x="1435304" y="72010"/>
                </a:cubicBezTo>
                <a:cubicBezTo>
                  <a:pt x="1446109" y="74894"/>
                  <a:pt x="1453648" y="77254"/>
                  <a:pt x="1457919" y="79091"/>
                </a:cubicBezTo>
                <a:cubicBezTo>
                  <a:pt x="1462190" y="80928"/>
                  <a:pt x="1465542" y="83599"/>
                  <a:pt x="1467975" y="87105"/>
                </a:cubicBezTo>
                <a:cubicBezTo>
                  <a:pt x="1470408" y="90609"/>
                  <a:pt x="1471624" y="94961"/>
                  <a:pt x="1471624" y="100160"/>
                </a:cubicBezTo>
                <a:cubicBezTo>
                  <a:pt x="1471624" y="105248"/>
                  <a:pt x="1470139" y="110039"/>
                  <a:pt x="1467169" y="114534"/>
                </a:cubicBezTo>
                <a:cubicBezTo>
                  <a:pt x="1464199" y="119026"/>
                  <a:pt x="1459913" y="122502"/>
                  <a:pt x="1454312" y="124961"/>
                </a:cubicBezTo>
                <a:cubicBezTo>
                  <a:pt x="1448712" y="127420"/>
                  <a:pt x="1442375" y="128650"/>
                  <a:pt x="1435304" y="128650"/>
                </a:cubicBezTo>
                <a:cubicBezTo>
                  <a:pt x="1423593" y="128650"/>
                  <a:pt x="1414668" y="126210"/>
                  <a:pt x="1408530" y="121330"/>
                </a:cubicBezTo>
                <a:cubicBezTo>
                  <a:pt x="1402391" y="116451"/>
                  <a:pt x="1398474" y="109217"/>
                  <a:pt x="1396776" y="99627"/>
                </a:cubicBezTo>
                <a:close/>
                <a:moveTo>
                  <a:pt x="1538100" y="126613"/>
                </a:moveTo>
                <a:lnTo>
                  <a:pt x="1538100" y="36490"/>
                </a:lnTo>
                <a:lnTo>
                  <a:pt x="1551762" y="36490"/>
                </a:lnTo>
                <a:lnTo>
                  <a:pt x="1551762" y="49050"/>
                </a:lnTo>
                <a:cubicBezTo>
                  <a:pt x="1554591" y="44662"/>
                  <a:pt x="1558353" y="41132"/>
                  <a:pt x="1563049" y="38461"/>
                </a:cubicBezTo>
                <a:cubicBezTo>
                  <a:pt x="1567745" y="35789"/>
                  <a:pt x="1573091" y="34454"/>
                  <a:pt x="1579088" y="34454"/>
                </a:cubicBezTo>
                <a:cubicBezTo>
                  <a:pt x="1585764" y="34454"/>
                  <a:pt x="1591237" y="35833"/>
                  <a:pt x="1595508" y="38591"/>
                </a:cubicBezTo>
                <a:cubicBezTo>
                  <a:pt x="1599780" y="41347"/>
                  <a:pt x="1602792" y="45201"/>
                  <a:pt x="1604546" y="50153"/>
                </a:cubicBezTo>
                <a:cubicBezTo>
                  <a:pt x="1611674" y="39687"/>
                  <a:pt x="1620953" y="34454"/>
                  <a:pt x="1632381" y="34454"/>
                </a:cubicBezTo>
                <a:cubicBezTo>
                  <a:pt x="1641319" y="34454"/>
                  <a:pt x="1648193" y="36929"/>
                  <a:pt x="1653002" y="41879"/>
                </a:cubicBezTo>
                <a:cubicBezTo>
                  <a:pt x="1657811" y="46829"/>
                  <a:pt x="1660215" y="54453"/>
                  <a:pt x="1660215" y="64749"/>
                </a:cubicBezTo>
                <a:lnTo>
                  <a:pt x="1660215" y="126613"/>
                </a:lnTo>
                <a:lnTo>
                  <a:pt x="1645025" y="126613"/>
                </a:lnTo>
                <a:lnTo>
                  <a:pt x="1645025" y="69780"/>
                </a:lnTo>
                <a:cubicBezTo>
                  <a:pt x="1645025" y="63663"/>
                  <a:pt x="1644530" y="59260"/>
                  <a:pt x="1643540" y="56571"/>
                </a:cubicBezTo>
                <a:cubicBezTo>
                  <a:pt x="1642550" y="53880"/>
                  <a:pt x="1640754" y="51713"/>
                  <a:pt x="1638151" y="50071"/>
                </a:cubicBezTo>
                <a:cubicBezTo>
                  <a:pt x="1635549" y="48428"/>
                  <a:pt x="1632494" y="47607"/>
                  <a:pt x="1628986" y="47607"/>
                </a:cubicBezTo>
                <a:cubicBezTo>
                  <a:pt x="1622650" y="47607"/>
                  <a:pt x="1617389" y="49717"/>
                  <a:pt x="1613202" y="53937"/>
                </a:cubicBezTo>
                <a:cubicBezTo>
                  <a:pt x="1609016" y="58156"/>
                  <a:pt x="1606922" y="64909"/>
                  <a:pt x="1606922" y="74198"/>
                </a:cubicBezTo>
                <a:lnTo>
                  <a:pt x="1606922" y="126613"/>
                </a:lnTo>
                <a:lnTo>
                  <a:pt x="1591647" y="126613"/>
                </a:lnTo>
                <a:lnTo>
                  <a:pt x="1591647" y="67995"/>
                </a:lnTo>
                <a:cubicBezTo>
                  <a:pt x="1591647" y="61199"/>
                  <a:pt x="1590403" y="56102"/>
                  <a:pt x="1587913" y="52704"/>
                </a:cubicBezTo>
                <a:cubicBezTo>
                  <a:pt x="1585424" y="49306"/>
                  <a:pt x="1581351" y="47607"/>
                  <a:pt x="1575693" y="47607"/>
                </a:cubicBezTo>
                <a:cubicBezTo>
                  <a:pt x="1571394" y="47607"/>
                  <a:pt x="1567419" y="48740"/>
                  <a:pt x="1563770" y="51007"/>
                </a:cubicBezTo>
                <a:cubicBezTo>
                  <a:pt x="1560121" y="53272"/>
                  <a:pt x="1557476" y="56585"/>
                  <a:pt x="1555836" y="60946"/>
                </a:cubicBezTo>
                <a:cubicBezTo>
                  <a:pt x="1554195" y="65306"/>
                  <a:pt x="1553375" y="71592"/>
                  <a:pt x="1553375" y="79804"/>
                </a:cubicBezTo>
                <a:lnTo>
                  <a:pt x="1553375" y="126613"/>
                </a:lnTo>
                <a:lnTo>
                  <a:pt x="1538100" y="126613"/>
                </a:lnTo>
                <a:close/>
                <a:moveTo>
                  <a:pt x="1741681" y="115486"/>
                </a:moveTo>
                <a:cubicBezTo>
                  <a:pt x="1736023" y="120298"/>
                  <a:pt x="1730578" y="123695"/>
                  <a:pt x="1725345" y="125677"/>
                </a:cubicBezTo>
                <a:cubicBezTo>
                  <a:pt x="1720112" y="127659"/>
                  <a:pt x="1714497" y="128650"/>
                  <a:pt x="1708500" y="128650"/>
                </a:cubicBezTo>
                <a:cubicBezTo>
                  <a:pt x="1698599" y="128650"/>
                  <a:pt x="1690990" y="126229"/>
                  <a:pt x="1685672" y="121389"/>
                </a:cubicBezTo>
                <a:cubicBezTo>
                  <a:pt x="1680354" y="116548"/>
                  <a:pt x="1677695" y="110363"/>
                  <a:pt x="1677695" y="102833"/>
                </a:cubicBezTo>
                <a:cubicBezTo>
                  <a:pt x="1677695" y="98419"/>
                  <a:pt x="1678699" y="94386"/>
                  <a:pt x="1680708" y="90735"/>
                </a:cubicBezTo>
                <a:cubicBezTo>
                  <a:pt x="1682716" y="87083"/>
                  <a:pt x="1685347" y="84152"/>
                  <a:pt x="1688600" y="81944"/>
                </a:cubicBezTo>
                <a:cubicBezTo>
                  <a:pt x="1691853" y="79736"/>
                  <a:pt x="1695516" y="78066"/>
                  <a:pt x="1699589" y="76935"/>
                </a:cubicBezTo>
                <a:cubicBezTo>
                  <a:pt x="1702588" y="76141"/>
                  <a:pt x="1707114" y="75376"/>
                  <a:pt x="1713167" y="74641"/>
                </a:cubicBezTo>
                <a:cubicBezTo>
                  <a:pt x="1725500" y="73181"/>
                  <a:pt x="1734581" y="71439"/>
                  <a:pt x="1740408" y="69417"/>
                </a:cubicBezTo>
                <a:cubicBezTo>
                  <a:pt x="1740464" y="67332"/>
                  <a:pt x="1740493" y="66008"/>
                  <a:pt x="1740493" y="65444"/>
                </a:cubicBezTo>
                <a:cubicBezTo>
                  <a:pt x="1740493" y="59244"/>
                  <a:pt x="1739050" y="54876"/>
                  <a:pt x="1736165" y="52341"/>
                </a:cubicBezTo>
                <a:cubicBezTo>
                  <a:pt x="1732261" y="48902"/>
                  <a:pt x="1726462" y="47183"/>
                  <a:pt x="1718768" y="47183"/>
                </a:cubicBezTo>
                <a:cubicBezTo>
                  <a:pt x="1711583" y="47183"/>
                  <a:pt x="1706279" y="48442"/>
                  <a:pt x="1702857" y="50959"/>
                </a:cubicBezTo>
                <a:cubicBezTo>
                  <a:pt x="1699434" y="53477"/>
                  <a:pt x="1696902" y="57932"/>
                  <a:pt x="1695262" y="64325"/>
                </a:cubicBezTo>
                <a:lnTo>
                  <a:pt x="1680326" y="62288"/>
                </a:lnTo>
                <a:cubicBezTo>
                  <a:pt x="1681684" y="55876"/>
                  <a:pt x="1683918" y="50698"/>
                  <a:pt x="1687030" y="46753"/>
                </a:cubicBezTo>
                <a:cubicBezTo>
                  <a:pt x="1690142" y="42809"/>
                  <a:pt x="1694639" y="39773"/>
                  <a:pt x="1700523" y="37647"/>
                </a:cubicBezTo>
                <a:cubicBezTo>
                  <a:pt x="1706407" y="35518"/>
                  <a:pt x="1713224" y="34454"/>
                  <a:pt x="1720975" y="34454"/>
                </a:cubicBezTo>
                <a:cubicBezTo>
                  <a:pt x="1728669" y="34454"/>
                  <a:pt x="1734920" y="35359"/>
                  <a:pt x="1739729" y="37169"/>
                </a:cubicBezTo>
                <a:cubicBezTo>
                  <a:pt x="1744538" y="38980"/>
                  <a:pt x="1748074" y="41257"/>
                  <a:pt x="1750337" y="44001"/>
                </a:cubicBezTo>
                <a:cubicBezTo>
                  <a:pt x="1752599" y="46744"/>
                  <a:pt x="1754184" y="50210"/>
                  <a:pt x="1755089" y="54396"/>
                </a:cubicBezTo>
                <a:cubicBezTo>
                  <a:pt x="1755598" y="56999"/>
                  <a:pt x="1755853" y="61694"/>
                  <a:pt x="1755853" y="68483"/>
                </a:cubicBezTo>
                <a:lnTo>
                  <a:pt x="1755853" y="88850"/>
                </a:lnTo>
                <a:cubicBezTo>
                  <a:pt x="1755853" y="103050"/>
                  <a:pt x="1756178" y="112031"/>
                  <a:pt x="1756828" y="115793"/>
                </a:cubicBezTo>
                <a:cubicBezTo>
                  <a:pt x="1757479" y="119555"/>
                  <a:pt x="1758766" y="123162"/>
                  <a:pt x="1760690" y="126613"/>
                </a:cubicBezTo>
                <a:lnTo>
                  <a:pt x="1744736" y="126613"/>
                </a:lnTo>
                <a:cubicBezTo>
                  <a:pt x="1743152" y="123441"/>
                  <a:pt x="1742133" y="119732"/>
                  <a:pt x="1741681" y="115486"/>
                </a:cubicBezTo>
                <a:moveTo>
                  <a:pt x="1740408" y="81297"/>
                </a:moveTo>
                <a:cubicBezTo>
                  <a:pt x="1734863" y="83580"/>
                  <a:pt x="1726547" y="85519"/>
                  <a:pt x="1715459" y="87115"/>
                </a:cubicBezTo>
                <a:cubicBezTo>
                  <a:pt x="1709179" y="88024"/>
                  <a:pt x="1704738" y="89047"/>
                  <a:pt x="1702135" y="90184"/>
                </a:cubicBezTo>
                <a:cubicBezTo>
                  <a:pt x="1699533" y="91319"/>
                  <a:pt x="1697524" y="92981"/>
                  <a:pt x="1696110" y="95169"/>
                </a:cubicBezTo>
                <a:cubicBezTo>
                  <a:pt x="1694696" y="97356"/>
                  <a:pt x="1693989" y="99785"/>
                  <a:pt x="1693989" y="102454"/>
                </a:cubicBezTo>
                <a:cubicBezTo>
                  <a:pt x="1693989" y="106543"/>
                  <a:pt x="1695530" y="109952"/>
                  <a:pt x="1698614" y="112680"/>
                </a:cubicBezTo>
                <a:cubicBezTo>
                  <a:pt x="1701697" y="115406"/>
                  <a:pt x="1706209" y="116769"/>
                  <a:pt x="1712149" y="116769"/>
                </a:cubicBezTo>
                <a:cubicBezTo>
                  <a:pt x="1718033" y="116769"/>
                  <a:pt x="1723266" y="115476"/>
                  <a:pt x="1727848" y="112889"/>
                </a:cubicBezTo>
                <a:cubicBezTo>
                  <a:pt x="1732431" y="110303"/>
                  <a:pt x="1735797" y="106764"/>
                  <a:pt x="1737947" y="102274"/>
                </a:cubicBezTo>
                <a:cubicBezTo>
                  <a:pt x="1739587" y="98805"/>
                  <a:pt x="1740408" y="93689"/>
                  <a:pt x="1740408" y="86925"/>
                </a:cubicBezTo>
                <a:lnTo>
                  <a:pt x="1740408" y="81297"/>
                </a:lnTo>
                <a:close/>
                <a:moveTo>
                  <a:pt x="1779332" y="126613"/>
                </a:moveTo>
                <a:lnTo>
                  <a:pt x="1779332" y="36490"/>
                </a:lnTo>
                <a:lnTo>
                  <a:pt x="1793080" y="36490"/>
                </a:lnTo>
                <a:lnTo>
                  <a:pt x="1793080" y="50068"/>
                </a:lnTo>
                <a:cubicBezTo>
                  <a:pt x="1796588" y="43711"/>
                  <a:pt x="1799826" y="39519"/>
                  <a:pt x="1802797" y="37493"/>
                </a:cubicBezTo>
                <a:cubicBezTo>
                  <a:pt x="1805767" y="35467"/>
                  <a:pt x="1809034" y="34454"/>
                  <a:pt x="1812598" y="34454"/>
                </a:cubicBezTo>
                <a:cubicBezTo>
                  <a:pt x="1817746" y="34454"/>
                  <a:pt x="1822979" y="36087"/>
                  <a:pt x="1828297" y="39354"/>
                </a:cubicBezTo>
                <a:lnTo>
                  <a:pt x="1823036" y="53463"/>
                </a:lnTo>
                <a:cubicBezTo>
                  <a:pt x="1819302" y="51256"/>
                  <a:pt x="1815568" y="50153"/>
                  <a:pt x="1811834" y="50153"/>
                </a:cubicBezTo>
                <a:cubicBezTo>
                  <a:pt x="1808496" y="50153"/>
                  <a:pt x="1805498" y="51159"/>
                  <a:pt x="1802839" y="53171"/>
                </a:cubicBezTo>
                <a:cubicBezTo>
                  <a:pt x="1800180" y="55181"/>
                  <a:pt x="1798285" y="57970"/>
                  <a:pt x="1797153" y="61538"/>
                </a:cubicBezTo>
                <a:cubicBezTo>
                  <a:pt x="1795456" y="66974"/>
                  <a:pt x="1794608" y="72921"/>
                  <a:pt x="1794608" y="79377"/>
                </a:cubicBezTo>
                <a:lnTo>
                  <a:pt x="1794608" y="126613"/>
                </a:lnTo>
                <a:lnTo>
                  <a:pt x="1779332" y="126613"/>
                </a:lnTo>
                <a:close/>
                <a:moveTo>
                  <a:pt x="1837461" y="126613"/>
                </a:moveTo>
                <a:lnTo>
                  <a:pt x="1837461" y="2206"/>
                </a:lnTo>
                <a:lnTo>
                  <a:pt x="1852736" y="2206"/>
                </a:lnTo>
                <a:lnTo>
                  <a:pt x="1852736" y="73150"/>
                </a:lnTo>
                <a:lnTo>
                  <a:pt x="1888887" y="36490"/>
                </a:lnTo>
                <a:lnTo>
                  <a:pt x="1908660" y="36490"/>
                </a:lnTo>
                <a:lnTo>
                  <a:pt x="1874206" y="69926"/>
                </a:lnTo>
                <a:lnTo>
                  <a:pt x="1912139" y="126613"/>
                </a:lnTo>
                <a:lnTo>
                  <a:pt x="1893300" y="126613"/>
                </a:lnTo>
                <a:lnTo>
                  <a:pt x="1863514" y="80533"/>
                </a:lnTo>
                <a:lnTo>
                  <a:pt x="1852736" y="90886"/>
                </a:lnTo>
                <a:lnTo>
                  <a:pt x="1852736" y="126613"/>
                </a:lnTo>
                <a:lnTo>
                  <a:pt x="1837461" y="126613"/>
                </a:lnTo>
                <a:close/>
                <a:moveTo>
                  <a:pt x="1985968" y="97591"/>
                </a:moveTo>
                <a:lnTo>
                  <a:pt x="2001753" y="99542"/>
                </a:lnTo>
                <a:cubicBezTo>
                  <a:pt x="1999263" y="108764"/>
                  <a:pt x="1994653" y="115921"/>
                  <a:pt x="1987920" y="121012"/>
                </a:cubicBezTo>
                <a:cubicBezTo>
                  <a:pt x="1981188" y="126104"/>
                  <a:pt x="1972589" y="128650"/>
                  <a:pt x="1962122" y="128650"/>
                </a:cubicBezTo>
                <a:cubicBezTo>
                  <a:pt x="1948941" y="128650"/>
                  <a:pt x="1938489" y="124591"/>
                  <a:pt x="1930766" y="116472"/>
                </a:cubicBezTo>
                <a:cubicBezTo>
                  <a:pt x="1923044" y="108354"/>
                  <a:pt x="1919183" y="96968"/>
                  <a:pt x="1919183" y="82315"/>
                </a:cubicBezTo>
                <a:cubicBezTo>
                  <a:pt x="1919183" y="67154"/>
                  <a:pt x="1923086" y="55386"/>
                  <a:pt x="1930893" y="47013"/>
                </a:cubicBezTo>
                <a:cubicBezTo>
                  <a:pt x="1938701" y="38640"/>
                  <a:pt x="1948827" y="34454"/>
                  <a:pt x="1961274" y="34454"/>
                </a:cubicBezTo>
                <a:cubicBezTo>
                  <a:pt x="1973324" y="34454"/>
                  <a:pt x="1983168" y="38549"/>
                  <a:pt x="1990806" y="46740"/>
                </a:cubicBezTo>
                <a:cubicBezTo>
                  <a:pt x="1998443" y="54929"/>
                  <a:pt x="2002262" y="66451"/>
                  <a:pt x="2002262" y="81305"/>
                </a:cubicBezTo>
                <a:cubicBezTo>
                  <a:pt x="2002262" y="82209"/>
                  <a:pt x="2002234" y="83564"/>
                  <a:pt x="2002177" y="85370"/>
                </a:cubicBezTo>
                <a:lnTo>
                  <a:pt x="1934967" y="85370"/>
                </a:lnTo>
                <a:cubicBezTo>
                  <a:pt x="1935533" y="95243"/>
                  <a:pt x="1938333" y="102802"/>
                  <a:pt x="1943368" y="108050"/>
                </a:cubicBezTo>
                <a:cubicBezTo>
                  <a:pt x="1948403" y="113297"/>
                  <a:pt x="1954683" y="115921"/>
                  <a:pt x="1962207" y="115921"/>
                </a:cubicBezTo>
                <a:cubicBezTo>
                  <a:pt x="1967808" y="115921"/>
                  <a:pt x="1972589" y="114464"/>
                  <a:pt x="1976549" y="111550"/>
                </a:cubicBezTo>
                <a:cubicBezTo>
                  <a:pt x="1980509" y="108635"/>
                  <a:pt x="1983649" y="103982"/>
                  <a:pt x="1985968" y="97591"/>
                </a:cubicBezTo>
                <a:moveTo>
                  <a:pt x="1935815" y="72641"/>
                </a:moveTo>
                <a:lnTo>
                  <a:pt x="1986138" y="72641"/>
                </a:lnTo>
                <a:cubicBezTo>
                  <a:pt x="1985459" y="65184"/>
                  <a:pt x="1983536" y="59591"/>
                  <a:pt x="1980368" y="55863"/>
                </a:cubicBezTo>
                <a:cubicBezTo>
                  <a:pt x="1975502" y="50076"/>
                  <a:pt x="1969194" y="47183"/>
                  <a:pt x="1961444" y="47183"/>
                </a:cubicBezTo>
                <a:cubicBezTo>
                  <a:pt x="1954428" y="47183"/>
                  <a:pt x="1948530" y="49493"/>
                  <a:pt x="1943750" y="54112"/>
                </a:cubicBezTo>
                <a:cubicBezTo>
                  <a:pt x="1938969" y="58730"/>
                  <a:pt x="1936325" y="64907"/>
                  <a:pt x="1935815" y="72641"/>
                </a:cubicBezTo>
                <a:close/>
                <a:moveTo>
                  <a:pt x="2079374" y="126613"/>
                </a:moveTo>
                <a:lnTo>
                  <a:pt x="2079374" y="115242"/>
                </a:lnTo>
                <a:cubicBezTo>
                  <a:pt x="2073660" y="124180"/>
                  <a:pt x="2065259" y="128650"/>
                  <a:pt x="2054171" y="128650"/>
                </a:cubicBezTo>
                <a:cubicBezTo>
                  <a:pt x="2046986" y="128650"/>
                  <a:pt x="2040381" y="126670"/>
                  <a:pt x="2034355" y="122709"/>
                </a:cubicBezTo>
                <a:cubicBezTo>
                  <a:pt x="2028330" y="118749"/>
                  <a:pt x="2023663" y="113219"/>
                  <a:pt x="2020353" y="106119"/>
                </a:cubicBezTo>
                <a:cubicBezTo>
                  <a:pt x="2017044" y="99019"/>
                  <a:pt x="2015389" y="90858"/>
                  <a:pt x="2015389" y="81637"/>
                </a:cubicBezTo>
                <a:cubicBezTo>
                  <a:pt x="2015389" y="72641"/>
                  <a:pt x="2016888" y="64480"/>
                  <a:pt x="2019887" y="57154"/>
                </a:cubicBezTo>
                <a:cubicBezTo>
                  <a:pt x="2022885" y="49828"/>
                  <a:pt x="2027383" y="44213"/>
                  <a:pt x="2033379" y="40309"/>
                </a:cubicBezTo>
                <a:cubicBezTo>
                  <a:pt x="2039376" y="36405"/>
                  <a:pt x="2046080" y="34454"/>
                  <a:pt x="2053492" y="34454"/>
                </a:cubicBezTo>
                <a:cubicBezTo>
                  <a:pt x="2058923" y="34454"/>
                  <a:pt x="2063760" y="35599"/>
                  <a:pt x="2068003" y="37891"/>
                </a:cubicBezTo>
                <a:cubicBezTo>
                  <a:pt x="2072246" y="40182"/>
                  <a:pt x="2075697" y="43166"/>
                  <a:pt x="2078356" y="46843"/>
                </a:cubicBezTo>
                <a:lnTo>
                  <a:pt x="2078356" y="2206"/>
                </a:lnTo>
                <a:lnTo>
                  <a:pt x="2093546" y="2206"/>
                </a:lnTo>
                <a:lnTo>
                  <a:pt x="2093546" y="126613"/>
                </a:lnTo>
                <a:lnTo>
                  <a:pt x="2079374" y="126613"/>
                </a:lnTo>
                <a:moveTo>
                  <a:pt x="2031088" y="81594"/>
                </a:moveTo>
                <a:cubicBezTo>
                  <a:pt x="2031088" y="93093"/>
                  <a:pt x="2033521" y="101689"/>
                  <a:pt x="2038386" y="107381"/>
                </a:cubicBezTo>
                <a:cubicBezTo>
                  <a:pt x="2043252" y="113074"/>
                  <a:pt x="2048994" y="115921"/>
                  <a:pt x="2055613" y="115921"/>
                </a:cubicBezTo>
                <a:cubicBezTo>
                  <a:pt x="2062289" y="115921"/>
                  <a:pt x="2067960" y="113201"/>
                  <a:pt x="2072628" y="107763"/>
                </a:cubicBezTo>
                <a:cubicBezTo>
                  <a:pt x="2077295" y="102323"/>
                  <a:pt x="2079629" y="94023"/>
                  <a:pt x="2079629" y="82862"/>
                </a:cubicBezTo>
                <a:cubicBezTo>
                  <a:pt x="2079629" y="70575"/>
                  <a:pt x="2077253" y="61556"/>
                  <a:pt x="2072501" y="55807"/>
                </a:cubicBezTo>
                <a:cubicBezTo>
                  <a:pt x="2067748" y="50058"/>
                  <a:pt x="2061893" y="47183"/>
                  <a:pt x="2054934" y="47183"/>
                </a:cubicBezTo>
                <a:cubicBezTo>
                  <a:pt x="2048145" y="47183"/>
                  <a:pt x="2042474" y="49945"/>
                  <a:pt x="2037920" y="55470"/>
                </a:cubicBezTo>
                <a:cubicBezTo>
                  <a:pt x="2033365" y="60993"/>
                  <a:pt x="2031088" y="69701"/>
                  <a:pt x="2031088" y="81594"/>
                </a:cubicBezTo>
                <a:close/>
                <a:moveTo>
                  <a:pt x="2224659" y="115486"/>
                </a:moveTo>
                <a:cubicBezTo>
                  <a:pt x="2219002" y="120298"/>
                  <a:pt x="2213557" y="123695"/>
                  <a:pt x="2208324" y="125677"/>
                </a:cubicBezTo>
                <a:cubicBezTo>
                  <a:pt x="2203090" y="127659"/>
                  <a:pt x="2197475" y="128650"/>
                  <a:pt x="2191479" y="128650"/>
                </a:cubicBezTo>
                <a:cubicBezTo>
                  <a:pt x="2181578" y="128650"/>
                  <a:pt x="2173969" y="126229"/>
                  <a:pt x="2168651" y="121389"/>
                </a:cubicBezTo>
                <a:cubicBezTo>
                  <a:pt x="2163333" y="116548"/>
                  <a:pt x="2160674" y="110363"/>
                  <a:pt x="2160674" y="102833"/>
                </a:cubicBezTo>
                <a:cubicBezTo>
                  <a:pt x="2160674" y="98419"/>
                  <a:pt x="2161678" y="94386"/>
                  <a:pt x="2163687" y="90735"/>
                </a:cubicBezTo>
                <a:cubicBezTo>
                  <a:pt x="2165695" y="87083"/>
                  <a:pt x="2168326" y="84152"/>
                  <a:pt x="2171579" y="81944"/>
                </a:cubicBezTo>
                <a:cubicBezTo>
                  <a:pt x="2174832" y="79736"/>
                  <a:pt x="2178495" y="78066"/>
                  <a:pt x="2182568" y="76935"/>
                </a:cubicBezTo>
                <a:cubicBezTo>
                  <a:pt x="2185567" y="76141"/>
                  <a:pt x="2190093" y="75376"/>
                  <a:pt x="2196146" y="74641"/>
                </a:cubicBezTo>
                <a:cubicBezTo>
                  <a:pt x="2208479" y="73181"/>
                  <a:pt x="2217559" y="71439"/>
                  <a:pt x="2223386" y="69417"/>
                </a:cubicBezTo>
                <a:cubicBezTo>
                  <a:pt x="2223443" y="67332"/>
                  <a:pt x="2223471" y="66008"/>
                  <a:pt x="2223471" y="65444"/>
                </a:cubicBezTo>
                <a:cubicBezTo>
                  <a:pt x="2223471" y="59244"/>
                  <a:pt x="2222029" y="54876"/>
                  <a:pt x="2219143" y="52341"/>
                </a:cubicBezTo>
                <a:cubicBezTo>
                  <a:pt x="2215240" y="48902"/>
                  <a:pt x="2209441" y="47183"/>
                  <a:pt x="2201747" y="47183"/>
                </a:cubicBezTo>
                <a:cubicBezTo>
                  <a:pt x="2194562" y="47183"/>
                  <a:pt x="2189258" y="48442"/>
                  <a:pt x="2185835" y="50959"/>
                </a:cubicBezTo>
                <a:cubicBezTo>
                  <a:pt x="2182413" y="53477"/>
                  <a:pt x="2179881" y="57932"/>
                  <a:pt x="2178240" y="64325"/>
                </a:cubicBezTo>
                <a:lnTo>
                  <a:pt x="2163305" y="62288"/>
                </a:lnTo>
                <a:cubicBezTo>
                  <a:pt x="2164662" y="55876"/>
                  <a:pt x="2166897" y="50698"/>
                  <a:pt x="2170009" y="46753"/>
                </a:cubicBezTo>
                <a:cubicBezTo>
                  <a:pt x="2173120" y="42809"/>
                  <a:pt x="2177618" y="39773"/>
                  <a:pt x="2183502" y="37647"/>
                </a:cubicBezTo>
                <a:cubicBezTo>
                  <a:pt x="2189385" y="35518"/>
                  <a:pt x="2196203" y="34454"/>
                  <a:pt x="2203953" y="34454"/>
                </a:cubicBezTo>
                <a:cubicBezTo>
                  <a:pt x="2211647" y="34454"/>
                  <a:pt x="2217899" y="35359"/>
                  <a:pt x="2222708" y="37169"/>
                </a:cubicBezTo>
                <a:cubicBezTo>
                  <a:pt x="2227516" y="38980"/>
                  <a:pt x="2231052" y="41257"/>
                  <a:pt x="2233315" y="44001"/>
                </a:cubicBezTo>
                <a:cubicBezTo>
                  <a:pt x="2235578" y="46744"/>
                  <a:pt x="2237162" y="50210"/>
                  <a:pt x="2238067" y="54396"/>
                </a:cubicBezTo>
                <a:cubicBezTo>
                  <a:pt x="2238577" y="56999"/>
                  <a:pt x="2238831" y="61694"/>
                  <a:pt x="2238831" y="68483"/>
                </a:cubicBezTo>
                <a:lnTo>
                  <a:pt x="2238831" y="88850"/>
                </a:lnTo>
                <a:cubicBezTo>
                  <a:pt x="2238831" y="103050"/>
                  <a:pt x="2239157" y="112031"/>
                  <a:pt x="2239807" y="115793"/>
                </a:cubicBezTo>
                <a:cubicBezTo>
                  <a:pt x="2240458" y="119555"/>
                  <a:pt x="2241745" y="123162"/>
                  <a:pt x="2243668" y="126613"/>
                </a:cubicBezTo>
                <a:lnTo>
                  <a:pt x="2227714" y="126613"/>
                </a:lnTo>
                <a:cubicBezTo>
                  <a:pt x="2226130" y="123441"/>
                  <a:pt x="2225112" y="119732"/>
                  <a:pt x="2224659" y="115486"/>
                </a:cubicBezTo>
                <a:moveTo>
                  <a:pt x="2223386" y="81297"/>
                </a:moveTo>
                <a:cubicBezTo>
                  <a:pt x="2217842" y="83580"/>
                  <a:pt x="2209526" y="85519"/>
                  <a:pt x="2198437" y="87115"/>
                </a:cubicBezTo>
                <a:cubicBezTo>
                  <a:pt x="2192157" y="88024"/>
                  <a:pt x="2187716" y="89047"/>
                  <a:pt x="2185114" y="90184"/>
                </a:cubicBezTo>
                <a:cubicBezTo>
                  <a:pt x="2182512" y="91319"/>
                  <a:pt x="2180503" y="92981"/>
                  <a:pt x="2179089" y="95169"/>
                </a:cubicBezTo>
                <a:cubicBezTo>
                  <a:pt x="2177674" y="97356"/>
                  <a:pt x="2176967" y="99785"/>
                  <a:pt x="2176967" y="102454"/>
                </a:cubicBezTo>
                <a:cubicBezTo>
                  <a:pt x="2176967" y="106543"/>
                  <a:pt x="2178509" y="109952"/>
                  <a:pt x="2181592" y="112680"/>
                </a:cubicBezTo>
                <a:cubicBezTo>
                  <a:pt x="2184676" y="115406"/>
                  <a:pt x="2189187" y="116769"/>
                  <a:pt x="2195128" y="116769"/>
                </a:cubicBezTo>
                <a:cubicBezTo>
                  <a:pt x="2201011" y="116769"/>
                  <a:pt x="2206244" y="115476"/>
                  <a:pt x="2210827" y="112889"/>
                </a:cubicBezTo>
                <a:cubicBezTo>
                  <a:pt x="2215409" y="110303"/>
                  <a:pt x="2218776" y="106764"/>
                  <a:pt x="2220925" y="102274"/>
                </a:cubicBezTo>
                <a:cubicBezTo>
                  <a:pt x="2222566" y="98805"/>
                  <a:pt x="2223386" y="93689"/>
                  <a:pt x="2223386" y="86925"/>
                </a:cubicBezTo>
                <a:lnTo>
                  <a:pt x="2223386" y="81297"/>
                </a:lnTo>
                <a:close/>
                <a:moveTo>
                  <a:pt x="2256371" y="99627"/>
                </a:moveTo>
                <a:lnTo>
                  <a:pt x="2271476" y="97251"/>
                </a:lnTo>
                <a:cubicBezTo>
                  <a:pt x="2272325" y="103278"/>
                  <a:pt x="2274687" y="107897"/>
                  <a:pt x="2278562" y="111107"/>
                </a:cubicBezTo>
                <a:cubicBezTo>
                  <a:pt x="2282437" y="114316"/>
                  <a:pt x="2287854" y="115921"/>
                  <a:pt x="2294813" y="115921"/>
                </a:cubicBezTo>
                <a:cubicBezTo>
                  <a:pt x="2301828" y="115921"/>
                  <a:pt x="2307033" y="114504"/>
                  <a:pt x="2310427" y="111670"/>
                </a:cubicBezTo>
                <a:cubicBezTo>
                  <a:pt x="2313822" y="108834"/>
                  <a:pt x="2315519" y="105508"/>
                  <a:pt x="2315519" y="101693"/>
                </a:cubicBezTo>
                <a:cubicBezTo>
                  <a:pt x="2315519" y="98269"/>
                  <a:pt x="2314020" y="95574"/>
                  <a:pt x="2311022" y="93610"/>
                </a:cubicBezTo>
                <a:cubicBezTo>
                  <a:pt x="2308928" y="92263"/>
                  <a:pt x="2303723" y="90551"/>
                  <a:pt x="2295407" y="88473"/>
                </a:cubicBezTo>
                <a:cubicBezTo>
                  <a:pt x="2284205" y="85643"/>
                  <a:pt x="2276441" y="83194"/>
                  <a:pt x="2272113" y="81127"/>
                </a:cubicBezTo>
                <a:cubicBezTo>
                  <a:pt x="2267785" y="79061"/>
                  <a:pt x="2264503" y="76201"/>
                  <a:pt x="2262269" y="72548"/>
                </a:cubicBezTo>
                <a:cubicBezTo>
                  <a:pt x="2260034" y="68896"/>
                  <a:pt x="2258917" y="64861"/>
                  <a:pt x="2258917" y="60445"/>
                </a:cubicBezTo>
                <a:cubicBezTo>
                  <a:pt x="2258917" y="56425"/>
                  <a:pt x="2259836" y="52702"/>
                  <a:pt x="2261675" y="49275"/>
                </a:cubicBezTo>
                <a:cubicBezTo>
                  <a:pt x="2263513" y="45849"/>
                  <a:pt x="2266017" y="43003"/>
                  <a:pt x="2269185" y="40739"/>
                </a:cubicBezTo>
                <a:cubicBezTo>
                  <a:pt x="2271561" y="38983"/>
                  <a:pt x="2274800" y="37497"/>
                  <a:pt x="2278902" y="36281"/>
                </a:cubicBezTo>
                <a:cubicBezTo>
                  <a:pt x="2283003" y="35063"/>
                  <a:pt x="2287402" y="34454"/>
                  <a:pt x="2292097" y="34454"/>
                </a:cubicBezTo>
                <a:cubicBezTo>
                  <a:pt x="2299169" y="34454"/>
                  <a:pt x="2305378" y="35479"/>
                  <a:pt x="2310725" y="37530"/>
                </a:cubicBezTo>
                <a:cubicBezTo>
                  <a:pt x="2316071" y="39579"/>
                  <a:pt x="2320017" y="42356"/>
                  <a:pt x="2322563" y="45860"/>
                </a:cubicBezTo>
                <a:cubicBezTo>
                  <a:pt x="2325109" y="49362"/>
                  <a:pt x="2326862" y="54046"/>
                  <a:pt x="2327824" y="59912"/>
                </a:cubicBezTo>
                <a:lnTo>
                  <a:pt x="2312888" y="61949"/>
                </a:lnTo>
                <a:cubicBezTo>
                  <a:pt x="2312210" y="57310"/>
                  <a:pt x="2310244" y="53689"/>
                  <a:pt x="2306991" y="51087"/>
                </a:cubicBezTo>
                <a:cubicBezTo>
                  <a:pt x="2303738" y="48484"/>
                  <a:pt x="2299141" y="47183"/>
                  <a:pt x="2293201" y="47183"/>
                </a:cubicBezTo>
                <a:cubicBezTo>
                  <a:pt x="2286185" y="47183"/>
                  <a:pt x="2281179" y="48337"/>
                  <a:pt x="2278180" y="50646"/>
                </a:cubicBezTo>
                <a:cubicBezTo>
                  <a:pt x="2275182" y="52953"/>
                  <a:pt x="2273683" y="55656"/>
                  <a:pt x="2273683" y="58753"/>
                </a:cubicBezTo>
                <a:cubicBezTo>
                  <a:pt x="2273683" y="60723"/>
                  <a:pt x="2274305" y="62496"/>
                  <a:pt x="2275549" y="64073"/>
                </a:cubicBezTo>
                <a:cubicBezTo>
                  <a:pt x="2276794" y="65705"/>
                  <a:pt x="2278746" y="67055"/>
                  <a:pt x="2281405" y="68125"/>
                </a:cubicBezTo>
                <a:cubicBezTo>
                  <a:pt x="2282932" y="68689"/>
                  <a:pt x="2287430" y="69984"/>
                  <a:pt x="2294898" y="72010"/>
                </a:cubicBezTo>
                <a:cubicBezTo>
                  <a:pt x="2305704" y="74894"/>
                  <a:pt x="2313242" y="77254"/>
                  <a:pt x="2317513" y="79091"/>
                </a:cubicBezTo>
                <a:cubicBezTo>
                  <a:pt x="2321785" y="80928"/>
                  <a:pt x="2325137" y="83599"/>
                  <a:pt x="2327569" y="87105"/>
                </a:cubicBezTo>
                <a:cubicBezTo>
                  <a:pt x="2330002" y="90609"/>
                  <a:pt x="2331219" y="94961"/>
                  <a:pt x="2331219" y="100160"/>
                </a:cubicBezTo>
                <a:cubicBezTo>
                  <a:pt x="2331219" y="105248"/>
                  <a:pt x="2329733" y="110039"/>
                  <a:pt x="2326763" y="114534"/>
                </a:cubicBezTo>
                <a:cubicBezTo>
                  <a:pt x="2323793" y="119026"/>
                  <a:pt x="2319508" y="122502"/>
                  <a:pt x="2313907" y="124961"/>
                </a:cubicBezTo>
                <a:cubicBezTo>
                  <a:pt x="2308306" y="127420"/>
                  <a:pt x="2301970" y="128650"/>
                  <a:pt x="2294898" y="128650"/>
                </a:cubicBezTo>
                <a:cubicBezTo>
                  <a:pt x="2283187" y="128650"/>
                  <a:pt x="2274262" y="126210"/>
                  <a:pt x="2268124" y="121330"/>
                </a:cubicBezTo>
                <a:cubicBezTo>
                  <a:pt x="2261986" y="116451"/>
                  <a:pt x="2258068" y="109217"/>
                  <a:pt x="2256371" y="99627"/>
                </a:cubicBezTo>
                <a:close/>
                <a:moveTo>
                  <a:pt x="2399137" y="126613"/>
                </a:moveTo>
                <a:lnTo>
                  <a:pt x="2399137" y="2206"/>
                </a:lnTo>
                <a:lnTo>
                  <a:pt x="2423916" y="2206"/>
                </a:lnTo>
                <a:lnTo>
                  <a:pt x="2453363" y="90292"/>
                </a:lnTo>
                <a:cubicBezTo>
                  <a:pt x="2456079" y="98496"/>
                  <a:pt x="2458059" y="104634"/>
                  <a:pt x="2459304" y="108707"/>
                </a:cubicBezTo>
                <a:cubicBezTo>
                  <a:pt x="2460718" y="104181"/>
                  <a:pt x="2462924" y="97534"/>
                  <a:pt x="2465923" y="88765"/>
                </a:cubicBezTo>
                <a:lnTo>
                  <a:pt x="2495709" y="2206"/>
                </a:lnTo>
                <a:lnTo>
                  <a:pt x="2517858" y="2206"/>
                </a:lnTo>
                <a:lnTo>
                  <a:pt x="2517858" y="126613"/>
                </a:lnTo>
                <a:lnTo>
                  <a:pt x="2501989" y="126613"/>
                </a:lnTo>
                <a:lnTo>
                  <a:pt x="2501989" y="22488"/>
                </a:lnTo>
                <a:lnTo>
                  <a:pt x="2465838" y="126613"/>
                </a:lnTo>
                <a:lnTo>
                  <a:pt x="2450987" y="126613"/>
                </a:lnTo>
                <a:lnTo>
                  <a:pt x="2415006" y="20706"/>
                </a:lnTo>
                <a:lnTo>
                  <a:pt x="2415006" y="126613"/>
                </a:lnTo>
                <a:lnTo>
                  <a:pt x="2399137" y="126613"/>
                </a:lnTo>
                <a:close/>
                <a:moveTo>
                  <a:pt x="2543909" y="126613"/>
                </a:moveTo>
                <a:lnTo>
                  <a:pt x="2543909" y="2206"/>
                </a:lnTo>
                <a:lnTo>
                  <a:pt x="2568689" y="2206"/>
                </a:lnTo>
                <a:lnTo>
                  <a:pt x="2598135" y="90292"/>
                </a:lnTo>
                <a:cubicBezTo>
                  <a:pt x="2600851" y="98496"/>
                  <a:pt x="2602831" y="104634"/>
                  <a:pt x="2604076" y="108707"/>
                </a:cubicBezTo>
                <a:cubicBezTo>
                  <a:pt x="2605490" y="104181"/>
                  <a:pt x="2607696" y="97534"/>
                  <a:pt x="2610695" y="88765"/>
                </a:cubicBezTo>
                <a:lnTo>
                  <a:pt x="2640481" y="2206"/>
                </a:lnTo>
                <a:lnTo>
                  <a:pt x="2662630" y="2206"/>
                </a:lnTo>
                <a:lnTo>
                  <a:pt x="2662630" y="126613"/>
                </a:lnTo>
                <a:lnTo>
                  <a:pt x="2646761" y="126613"/>
                </a:lnTo>
                <a:lnTo>
                  <a:pt x="2646761" y="22488"/>
                </a:lnTo>
                <a:lnTo>
                  <a:pt x="2610610" y="126613"/>
                </a:lnTo>
                <a:lnTo>
                  <a:pt x="2595759" y="126613"/>
                </a:lnTo>
                <a:lnTo>
                  <a:pt x="2559778" y="20706"/>
                </a:lnTo>
                <a:lnTo>
                  <a:pt x="2559778" y="126613"/>
                </a:lnTo>
                <a:lnTo>
                  <a:pt x="2543909" y="126613"/>
                </a:lnTo>
                <a:close/>
                <a:moveTo>
                  <a:pt x="2691990" y="126613"/>
                </a:moveTo>
                <a:lnTo>
                  <a:pt x="2691990" y="2206"/>
                </a:lnTo>
                <a:lnTo>
                  <a:pt x="2708454" y="2206"/>
                </a:lnTo>
                <a:lnTo>
                  <a:pt x="2708454" y="126613"/>
                </a:lnTo>
                <a:lnTo>
                  <a:pt x="2691990" y="126613"/>
                </a:lnTo>
                <a:close/>
                <a:moveTo>
                  <a:pt x="2732498" y="65980"/>
                </a:moveTo>
                <a:cubicBezTo>
                  <a:pt x="2732498" y="45342"/>
                  <a:pt x="2738043" y="29187"/>
                  <a:pt x="2749131" y="17513"/>
                </a:cubicBezTo>
                <a:cubicBezTo>
                  <a:pt x="2760220" y="5838"/>
                  <a:pt x="2774533" y="0"/>
                  <a:pt x="2792071" y="0"/>
                </a:cubicBezTo>
                <a:cubicBezTo>
                  <a:pt x="2803556" y="0"/>
                  <a:pt x="2813909" y="2742"/>
                  <a:pt x="2823130" y="8226"/>
                </a:cubicBezTo>
                <a:cubicBezTo>
                  <a:pt x="2832352" y="13710"/>
                  <a:pt x="2839381" y="21358"/>
                  <a:pt x="2844218" y="31168"/>
                </a:cubicBezTo>
                <a:cubicBezTo>
                  <a:pt x="2849055" y="40977"/>
                  <a:pt x="2851474" y="52100"/>
                  <a:pt x="2851474" y="64537"/>
                </a:cubicBezTo>
                <a:cubicBezTo>
                  <a:pt x="2851474" y="77144"/>
                  <a:pt x="2848928" y="88424"/>
                  <a:pt x="2843836" y="98375"/>
                </a:cubicBezTo>
                <a:cubicBezTo>
                  <a:pt x="2838745" y="108325"/>
                  <a:pt x="2831532" y="115859"/>
                  <a:pt x="2822197" y="120975"/>
                </a:cubicBezTo>
                <a:cubicBezTo>
                  <a:pt x="2812862" y="126092"/>
                  <a:pt x="2802792" y="128650"/>
                  <a:pt x="2791986" y="128650"/>
                </a:cubicBezTo>
                <a:cubicBezTo>
                  <a:pt x="2780275" y="128650"/>
                  <a:pt x="2769809" y="125823"/>
                  <a:pt x="2760587" y="120169"/>
                </a:cubicBezTo>
                <a:cubicBezTo>
                  <a:pt x="2751366" y="114515"/>
                  <a:pt x="2744379" y="106798"/>
                  <a:pt x="2739627" y="97018"/>
                </a:cubicBezTo>
                <a:cubicBezTo>
                  <a:pt x="2734875" y="87237"/>
                  <a:pt x="2732498" y="76891"/>
                  <a:pt x="2732498" y="65980"/>
                </a:cubicBezTo>
                <a:moveTo>
                  <a:pt x="2749471" y="66194"/>
                </a:moveTo>
                <a:cubicBezTo>
                  <a:pt x="2749471" y="81213"/>
                  <a:pt x="2753502" y="93043"/>
                  <a:pt x="2761563" y="101685"/>
                </a:cubicBezTo>
                <a:cubicBezTo>
                  <a:pt x="2769625" y="110327"/>
                  <a:pt x="2779738" y="114648"/>
                  <a:pt x="2791901" y="114648"/>
                </a:cubicBezTo>
                <a:cubicBezTo>
                  <a:pt x="2804291" y="114648"/>
                  <a:pt x="2814489" y="110284"/>
                  <a:pt x="2822494" y="101558"/>
                </a:cubicBezTo>
                <a:cubicBezTo>
                  <a:pt x="2830499" y="92829"/>
                  <a:pt x="2834502" y="80447"/>
                  <a:pt x="2834502" y="64410"/>
                </a:cubicBezTo>
                <a:cubicBezTo>
                  <a:pt x="2834502" y="54265"/>
                  <a:pt x="2832790" y="45411"/>
                  <a:pt x="2829368" y="37845"/>
                </a:cubicBezTo>
                <a:cubicBezTo>
                  <a:pt x="2825945" y="30280"/>
                  <a:pt x="2820938" y="24415"/>
                  <a:pt x="2814347" y="20250"/>
                </a:cubicBezTo>
                <a:cubicBezTo>
                  <a:pt x="2807756" y="16085"/>
                  <a:pt x="2800359" y="14002"/>
                  <a:pt x="2792156" y="14002"/>
                </a:cubicBezTo>
                <a:cubicBezTo>
                  <a:pt x="2780502" y="14002"/>
                  <a:pt x="2770474" y="18012"/>
                  <a:pt x="2762073" y="26031"/>
                </a:cubicBezTo>
                <a:cubicBezTo>
                  <a:pt x="2753671" y="34049"/>
                  <a:pt x="2749471" y="47437"/>
                  <a:pt x="2749471" y="66194"/>
                </a:cubicBezTo>
                <a:close/>
                <a:moveTo>
                  <a:pt x="2919082" y="161236"/>
                </a:moveTo>
                <a:lnTo>
                  <a:pt x="2919082" y="36490"/>
                </a:lnTo>
                <a:lnTo>
                  <a:pt x="2932999" y="36490"/>
                </a:lnTo>
                <a:lnTo>
                  <a:pt x="2932999" y="48116"/>
                </a:lnTo>
                <a:cubicBezTo>
                  <a:pt x="2936281" y="43562"/>
                  <a:pt x="2939986" y="40146"/>
                  <a:pt x="2944116" y="37869"/>
                </a:cubicBezTo>
                <a:cubicBezTo>
                  <a:pt x="2948246" y="35592"/>
                  <a:pt x="2953253" y="34454"/>
                  <a:pt x="2959137" y="34454"/>
                </a:cubicBezTo>
                <a:cubicBezTo>
                  <a:pt x="2966831" y="34454"/>
                  <a:pt x="2973620" y="36434"/>
                  <a:pt x="2979503" y="40394"/>
                </a:cubicBezTo>
                <a:cubicBezTo>
                  <a:pt x="2985387" y="44354"/>
                  <a:pt x="2989828" y="49941"/>
                  <a:pt x="2992827" y="57154"/>
                </a:cubicBezTo>
                <a:cubicBezTo>
                  <a:pt x="2995825" y="64367"/>
                  <a:pt x="2997324" y="72274"/>
                  <a:pt x="2997324" y="80873"/>
                </a:cubicBezTo>
                <a:cubicBezTo>
                  <a:pt x="2997324" y="90094"/>
                  <a:pt x="2995669" y="98397"/>
                  <a:pt x="2992360" y="105780"/>
                </a:cubicBezTo>
                <a:cubicBezTo>
                  <a:pt x="2989050" y="113163"/>
                  <a:pt x="2984241" y="118820"/>
                  <a:pt x="2977933" y="122752"/>
                </a:cubicBezTo>
                <a:cubicBezTo>
                  <a:pt x="2971625" y="126684"/>
                  <a:pt x="2964992" y="128650"/>
                  <a:pt x="2958033" y="128650"/>
                </a:cubicBezTo>
                <a:cubicBezTo>
                  <a:pt x="2952942" y="128650"/>
                  <a:pt x="2948373" y="127561"/>
                  <a:pt x="2944328" y="125383"/>
                </a:cubicBezTo>
                <a:cubicBezTo>
                  <a:pt x="2940283" y="123203"/>
                  <a:pt x="2936960" y="120450"/>
                  <a:pt x="2934357" y="117125"/>
                </a:cubicBezTo>
                <a:lnTo>
                  <a:pt x="2934357" y="161236"/>
                </a:lnTo>
                <a:lnTo>
                  <a:pt x="2919082" y="161236"/>
                </a:lnTo>
                <a:moveTo>
                  <a:pt x="2932914" y="81934"/>
                </a:moveTo>
                <a:cubicBezTo>
                  <a:pt x="2932914" y="93517"/>
                  <a:pt x="2935262" y="102078"/>
                  <a:pt x="2939958" y="107615"/>
                </a:cubicBezTo>
                <a:cubicBezTo>
                  <a:pt x="2944654" y="113152"/>
                  <a:pt x="2950339" y="115921"/>
                  <a:pt x="2957015" y="115921"/>
                </a:cubicBezTo>
                <a:cubicBezTo>
                  <a:pt x="2963804" y="115921"/>
                  <a:pt x="2969617" y="113053"/>
                  <a:pt x="2974454" y="107318"/>
                </a:cubicBezTo>
                <a:cubicBezTo>
                  <a:pt x="2979291" y="101583"/>
                  <a:pt x="2981710" y="92697"/>
                  <a:pt x="2981710" y="80661"/>
                </a:cubicBezTo>
                <a:cubicBezTo>
                  <a:pt x="2981710" y="69190"/>
                  <a:pt x="2979348" y="60602"/>
                  <a:pt x="2974624" y="54895"/>
                </a:cubicBezTo>
                <a:cubicBezTo>
                  <a:pt x="2969900" y="49188"/>
                  <a:pt x="2964257" y="46334"/>
                  <a:pt x="2957694" y="46334"/>
                </a:cubicBezTo>
                <a:cubicBezTo>
                  <a:pt x="2951188" y="46334"/>
                  <a:pt x="2945431" y="49372"/>
                  <a:pt x="2940425" y="55446"/>
                </a:cubicBezTo>
                <a:cubicBezTo>
                  <a:pt x="2935418" y="61521"/>
                  <a:pt x="2932914" y="70350"/>
                  <a:pt x="2932914" y="81934"/>
                </a:cubicBezTo>
                <a:close/>
                <a:moveTo>
                  <a:pt x="3074521" y="115486"/>
                </a:moveTo>
                <a:cubicBezTo>
                  <a:pt x="3068864" y="120298"/>
                  <a:pt x="3063419" y="123695"/>
                  <a:pt x="3058186" y="125677"/>
                </a:cubicBezTo>
                <a:cubicBezTo>
                  <a:pt x="3052952" y="127659"/>
                  <a:pt x="3047337" y="128650"/>
                  <a:pt x="3041341" y="128650"/>
                </a:cubicBezTo>
                <a:cubicBezTo>
                  <a:pt x="3031440" y="128650"/>
                  <a:pt x="3023831" y="126229"/>
                  <a:pt x="3018513" y="121389"/>
                </a:cubicBezTo>
                <a:cubicBezTo>
                  <a:pt x="3013195" y="116548"/>
                  <a:pt x="3010536" y="110363"/>
                  <a:pt x="3010536" y="102833"/>
                </a:cubicBezTo>
                <a:cubicBezTo>
                  <a:pt x="3010536" y="98419"/>
                  <a:pt x="3011540" y="94386"/>
                  <a:pt x="3013548" y="90735"/>
                </a:cubicBezTo>
                <a:cubicBezTo>
                  <a:pt x="3015557" y="87083"/>
                  <a:pt x="3018188" y="84152"/>
                  <a:pt x="3021441" y="81944"/>
                </a:cubicBezTo>
                <a:cubicBezTo>
                  <a:pt x="3024694" y="79736"/>
                  <a:pt x="3028357" y="78066"/>
                  <a:pt x="3032430" y="76935"/>
                </a:cubicBezTo>
                <a:cubicBezTo>
                  <a:pt x="3035429" y="76141"/>
                  <a:pt x="3039954" y="75376"/>
                  <a:pt x="3046008" y="74641"/>
                </a:cubicBezTo>
                <a:cubicBezTo>
                  <a:pt x="3058341" y="73181"/>
                  <a:pt x="3067421" y="71439"/>
                  <a:pt x="3073248" y="69417"/>
                </a:cubicBezTo>
                <a:cubicBezTo>
                  <a:pt x="3073305" y="67332"/>
                  <a:pt x="3073333" y="66008"/>
                  <a:pt x="3073333" y="65444"/>
                </a:cubicBezTo>
                <a:cubicBezTo>
                  <a:pt x="3073333" y="59244"/>
                  <a:pt x="3071891" y="54876"/>
                  <a:pt x="3069005" y="52341"/>
                </a:cubicBezTo>
                <a:cubicBezTo>
                  <a:pt x="3065102" y="48902"/>
                  <a:pt x="3059303" y="47183"/>
                  <a:pt x="3051609" y="47183"/>
                </a:cubicBezTo>
                <a:cubicBezTo>
                  <a:pt x="3044424" y="47183"/>
                  <a:pt x="3039120" y="48442"/>
                  <a:pt x="3035697" y="50959"/>
                </a:cubicBezTo>
                <a:cubicBezTo>
                  <a:pt x="3032275" y="53477"/>
                  <a:pt x="3029743" y="57932"/>
                  <a:pt x="3028102" y="64325"/>
                </a:cubicBezTo>
                <a:lnTo>
                  <a:pt x="3013167" y="62288"/>
                </a:lnTo>
                <a:cubicBezTo>
                  <a:pt x="3014524" y="55876"/>
                  <a:pt x="3016759" y="50698"/>
                  <a:pt x="3019871" y="46753"/>
                </a:cubicBezTo>
                <a:cubicBezTo>
                  <a:pt x="3022982" y="42809"/>
                  <a:pt x="3027480" y="39773"/>
                  <a:pt x="3033364" y="37647"/>
                </a:cubicBezTo>
                <a:cubicBezTo>
                  <a:pt x="3039247" y="35518"/>
                  <a:pt x="3046064" y="34454"/>
                  <a:pt x="3053815" y="34454"/>
                </a:cubicBezTo>
                <a:cubicBezTo>
                  <a:pt x="3061509" y="34454"/>
                  <a:pt x="3067761" y="35359"/>
                  <a:pt x="3072569" y="37169"/>
                </a:cubicBezTo>
                <a:cubicBezTo>
                  <a:pt x="3077378" y="38980"/>
                  <a:pt x="3080914" y="41257"/>
                  <a:pt x="3083177" y="44001"/>
                </a:cubicBezTo>
                <a:cubicBezTo>
                  <a:pt x="3085440" y="46744"/>
                  <a:pt x="3087024" y="50210"/>
                  <a:pt x="3087929" y="54396"/>
                </a:cubicBezTo>
                <a:cubicBezTo>
                  <a:pt x="3088439" y="56999"/>
                  <a:pt x="3088693" y="61694"/>
                  <a:pt x="3088693" y="68483"/>
                </a:cubicBezTo>
                <a:lnTo>
                  <a:pt x="3088693" y="88850"/>
                </a:lnTo>
                <a:cubicBezTo>
                  <a:pt x="3088693" y="103050"/>
                  <a:pt x="3089018" y="112031"/>
                  <a:pt x="3089669" y="115793"/>
                </a:cubicBezTo>
                <a:cubicBezTo>
                  <a:pt x="3090320" y="119555"/>
                  <a:pt x="3091607" y="123162"/>
                  <a:pt x="3093530" y="126613"/>
                </a:cubicBezTo>
                <a:lnTo>
                  <a:pt x="3077576" y="126613"/>
                </a:lnTo>
                <a:cubicBezTo>
                  <a:pt x="3075992" y="123441"/>
                  <a:pt x="3074974" y="119732"/>
                  <a:pt x="3074521" y="115486"/>
                </a:cubicBezTo>
                <a:moveTo>
                  <a:pt x="3073248" y="81297"/>
                </a:moveTo>
                <a:cubicBezTo>
                  <a:pt x="3067704" y="83580"/>
                  <a:pt x="3059388" y="85519"/>
                  <a:pt x="3048299" y="87115"/>
                </a:cubicBezTo>
                <a:cubicBezTo>
                  <a:pt x="3042019" y="88024"/>
                  <a:pt x="3037578" y="89047"/>
                  <a:pt x="3034976" y="90184"/>
                </a:cubicBezTo>
                <a:cubicBezTo>
                  <a:pt x="3032374" y="91319"/>
                  <a:pt x="3030365" y="92981"/>
                  <a:pt x="3028951" y="95169"/>
                </a:cubicBezTo>
                <a:cubicBezTo>
                  <a:pt x="3027536" y="97356"/>
                  <a:pt x="3026829" y="99785"/>
                  <a:pt x="3026829" y="102454"/>
                </a:cubicBezTo>
                <a:cubicBezTo>
                  <a:pt x="3026829" y="106543"/>
                  <a:pt x="3028371" y="109952"/>
                  <a:pt x="3031454" y="112680"/>
                </a:cubicBezTo>
                <a:cubicBezTo>
                  <a:pt x="3034537" y="115406"/>
                  <a:pt x="3039049" y="116769"/>
                  <a:pt x="3044990" y="116769"/>
                </a:cubicBezTo>
                <a:cubicBezTo>
                  <a:pt x="3050873" y="116769"/>
                  <a:pt x="3056106" y="115476"/>
                  <a:pt x="3060689" y="112889"/>
                </a:cubicBezTo>
                <a:cubicBezTo>
                  <a:pt x="3065271" y="110303"/>
                  <a:pt x="3068638" y="106764"/>
                  <a:pt x="3070787" y="102274"/>
                </a:cubicBezTo>
                <a:cubicBezTo>
                  <a:pt x="3072428" y="98805"/>
                  <a:pt x="3073248" y="93689"/>
                  <a:pt x="3073248" y="86925"/>
                </a:cubicBezTo>
                <a:lnTo>
                  <a:pt x="3073248" y="81297"/>
                </a:lnTo>
                <a:close/>
                <a:moveTo>
                  <a:pt x="3109543" y="134081"/>
                </a:moveTo>
                <a:lnTo>
                  <a:pt x="3124393" y="136287"/>
                </a:lnTo>
                <a:cubicBezTo>
                  <a:pt x="3125016" y="140870"/>
                  <a:pt x="3126741" y="144208"/>
                  <a:pt x="3129570" y="146301"/>
                </a:cubicBezTo>
                <a:cubicBezTo>
                  <a:pt x="3133360" y="149130"/>
                  <a:pt x="3138537" y="150544"/>
                  <a:pt x="3145100" y="150544"/>
                </a:cubicBezTo>
                <a:cubicBezTo>
                  <a:pt x="3152171" y="150544"/>
                  <a:pt x="3157631" y="149126"/>
                  <a:pt x="3161478" y="146290"/>
                </a:cubicBezTo>
                <a:cubicBezTo>
                  <a:pt x="3165325" y="143456"/>
                  <a:pt x="3167927" y="139487"/>
                  <a:pt x="3169285" y="134383"/>
                </a:cubicBezTo>
                <a:cubicBezTo>
                  <a:pt x="3170077" y="131266"/>
                  <a:pt x="3170445" y="124718"/>
                  <a:pt x="3170388" y="114738"/>
                </a:cubicBezTo>
                <a:cubicBezTo>
                  <a:pt x="3163712" y="122655"/>
                  <a:pt x="3155396" y="126613"/>
                  <a:pt x="3145439" y="126613"/>
                </a:cubicBezTo>
                <a:cubicBezTo>
                  <a:pt x="3133049" y="126613"/>
                  <a:pt x="3123460" y="122144"/>
                  <a:pt x="3116671" y="113205"/>
                </a:cubicBezTo>
                <a:cubicBezTo>
                  <a:pt x="3109882" y="104266"/>
                  <a:pt x="3106488" y="93545"/>
                  <a:pt x="3106488" y="81043"/>
                </a:cubicBezTo>
                <a:cubicBezTo>
                  <a:pt x="3106488" y="72443"/>
                  <a:pt x="3108043" y="64509"/>
                  <a:pt x="3111155" y="57239"/>
                </a:cubicBezTo>
                <a:cubicBezTo>
                  <a:pt x="3114267" y="49969"/>
                  <a:pt x="3118778" y="44354"/>
                  <a:pt x="3124690" y="40394"/>
                </a:cubicBezTo>
                <a:cubicBezTo>
                  <a:pt x="3130602" y="36434"/>
                  <a:pt x="3137547" y="34454"/>
                  <a:pt x="3145524" y="34454"/>
                </a:cubicBezTo>
                <a:cubicBezTo>
                  <a:pt x="3156160" y="34454"/>
                  <a:pt x="3164929" y="38782"/>
                  <a:pt x="3171831" y="47437"/>
                </a:cubicBezTo>
                <a:lnTo>
                  <a:pt x="3171831" y="36490"/>
                </a:lnTo>
                <a:lnTo>
                  <a:pt x="3185918" y="36490"/>
                </a:lnTo>
                <a:lnTo>
                  <a:pt x="3185918" y="114446"/>
                </a:lnTo>
                <a:cubicBezTo>
                  <a:pt x="3185918" y="128485"/>
                  <a:pt x="3184489" y="138434"/>
                  <a:pt x="3181632" y="144293"/>
                </a:cubicBezTo>
                <a:cubicBezTo>
                  <a:pt x="3178775" y="150152"/>
                  <a:pt x="3174249" y="154780"/>
                  <a:pt x="3168055" y="158176"/>
                </a:cubicBezTo>
                <a:cubicBezTo>
                  <a:pt x="3161860" y="161574"/>
                  <a:pt x="3154236" y="163273"/>
                  <a:pt x="3145184" y="163273"/>
                </a:cubicBezTo>
                <a:cubicBezTo>
                  <a:pt x="3134435" y="163273"/>
                  <a:pt x="3125751" y="160848"/>
                  <a:pt x="3119132" y="155996"/>
                </a:cubicBezTo>
                <a:cubicBezTo>
                  <a:pt x="3112513" y="151145"/>
                  <a:pt x="3109316" y="143840"/>
                  <a:pt x="3109543" y="134081"/>
                </a:cubicBezTo>
                <a:moveTo>
                  <a:pt x="3122187" y="79942"/>
                </a:moveTo>
                <a:cubicBezTo>
                  <a:pt x="3122187" y="91736"/>
                  <a:pt x="3124535" y="100341"/>
                  <a:pt x="3129230" y="105758"/>
                </a:cubicBezTo>
                <a:cubicBezTo>
                  <a:pt x="3133926" y="111175"/>
                  <a:pt x="3139810" y="113884"/>
                  <a:pt x="3146882" y="113884"/>
                </a:cubicBezTo>
                <a:cubicBezTo>
                  <a:pt x="3153897" y="113884"/>
                  <a:pt x="3159781" y="111190"/>
                  <a:pt x="3164533" y="105801"/>
                </a:cubicBezTo>
                <a:cubicBezTo>
                  <a:pt x="3169285" y="100412"/>
                  <a:pt x="3171661" y="91961"/>
                  <a:pt x="3171661" y="80449"/>
                </a:cubicBezTo>
                <a:cubicBezTo>
                  <a:pt x="3171661" y="69445"/>
                  <a:pt x="3169214" y="61150"/>
                  <a:pt x="3164321" y="55563"/>
                </a:cubicBezTo>
                <a:cubicBezTo>
                  <a:pt x="3159427" y="49976"/>
                  <a:pt x="3153529" y="47183"/>
                  <a:pt x="3146627" y="47183"/>
                </a:cubicBezTo>
                <a:cubicBezTo>
                  <a:pt x="3139838" y="47183"/>
                  <a:pt x="3134068" y="49934"/>
                  <a:pt x="3129315" y="55436"/>
                </a:cubicBezTo>
                <a:cubicBezTo>
                  <a:pt x="3124563" y="60937"/>
                  <a:pt x="3122187" y="69106"/>
                  <a:pt x="3122187" y="79942"/>
                </a:cubicBezTo>
                <a:close/>
                <a:moveTo>
                  <a:pt x="3270668" y="97591"/>
                </a:moveTo>
                <a:lnTo>
                  <a:pt x="3286452" y="99542"/>
                </a:lnTo>
                <a:cubicBezTo>
                  <a:pt x="3283963" y="108764"/>
                  <a:pt x="3279352" y="115921"/>
                  <a:pt x="3272620" y="121012"/>
                </a:cubicBezTo>
                <a:cubicBezTo>
                  <a:pt x="3265887" y="126104"/>
                  <a:pt x="3257288" y="128650"/>
                  <a:pt x="3246822" y="128650"/>
                </a:cubicBezTo>
                <a:cubicBezTo>
                  <a:pt x="3233640" y="128650"/>
                  <a:pt x="3223188" y="124591"/>
                  <a:pt x="3215466" y="116472"/>
                </a:cubicBezTo>
                <a:cubicBezTo>
                  <a:pt x="3207743" y="108354"/>
                  <a:pt x="3203882" y="96968"/>
                  <a:pt x="3203882" y="82315"/>
                </a:cubicBezTo>
                <a:cubicBezTo>
                  <a:pt x="3203882" y="67154"/>
                  <a:pt x="3207786" y="55386"/>
                  <a:pt x="3215593" y="47013"/>
                </a:cubicBezTo>
                <a:cubicBezTo>
                  <a:pt x="3223400" y="38640"/>
                  <a:pt x="3233527" y="34454"/>
                  <a:pt x="3245973" y="34454"/>
                </a:cubicBezTo>
                <a:cubicBezTo>
                  <a:pt x="3258023" y="34454"/>
                  <a:pt x="3267867" y="38549"/>
                  <a:pt x="3275505" y="46740"/>
                </a:cubicBezTo>
                <a:cubicBezTo>
                  <a:pt x="3283142" y="54929"/>
                  <a:pt x="3286961" y="66451"/>
                  <a:pt x="3286961" y="81305"/>
                </a:cubicBezTo>
                <a:cubicBezTo>
                  <a:pt x="3286961" y="82209"/>
                  <a:pt x="3286933" y="83564"/>
                  <a:pt x="3286876" y="85370"/>
                </a:cubicBezTo>
                <a:lnTo>
                  <a:pt x="3219666" y="85370"/>
                </a:lnTo>
                <a:cubicBezTo>
                  <a:pt x="3220232" y="95243"/>
                  <a:pt x="3223032" y="102802"/>
                  <a:pt x="3228067" y="108050"/>
                </a:cubicBezTo>
                <a:cubicBezTo>
                  <a:pt x="3233103" y="113297"/>
                  <a:pt x="3239382" y="115921"/>
                  <a:pt x="3246907" y="115921"/>
                </a:cubicBezTo>
                <a:cubicBezTo>
                  <a:pt x="3252507" y="115921"/>
                  <a:pt x="3257288" y="114464"/>
                  <a:pt x="3261248" y="111550"/>
                </a:cubicBezTo>
                <a:cubicBezTo>
                  <a:pt x="3265208" y="108635"/>
                  <a:pt x="3268348" y="103982"/>
                  <a:pt x="3270668" y="97591"/>
                </a:cubicBezTo>
                <a:moveTo>
                  <a:pt x="3220515" y="72641"/>
                </a:moveTo>
                <a:lnTo>
                  <a:pt x="3270838" y="72641"/>
                </a:lnTo>
                <a:cubicBezTo>
                  <a:pt x="3270159" y="65184"/>
                  <a:pt x="3268235" y="59591"/>
                  <a:pt x="3265067" y="55863"/>
                </a:cubicBezTo>
                <a:cubicBezTo>
                  <a:pt x="3260202" y="50076"/>
                  <a:pt x="3253894" y="47183"/>
                  <a:pt x="3246143" y="47183"/>
                </a:cubicBezTo>
                <a:cubicBezTo>
                  <a:pt x="3239128" y="47183"/>
                  <a:pt x="3233230" y="49493"/>
                  <a:pt x="3228449" y="54112"/>
                </a:cubicBezTo>
                <a:cubicBezTo>
                  <a:pt x="3223669" y="58730"/>
                  <a:pt x="3221024" y="64907"/>
                  <a:pt x="3220515" y="72641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11.copyphysicaladdressofpagetoghcb">
            <a:extLst xmlns:a="http://schemas.openxmlformats.org/drawingml/2006/main">
              <a:ext uri="{FF2B5EF4-FFF2-40B4-BE49-F238E27FC236}">
                <a16:creationId xmlns:a16="http://schemas.microsoft.com/office/drawing/2014/main" id="{01AE599D-9831-49D5-B747-1EBED308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" y="2613010"/>
            <a:ext cx="3207088" cy="163103"/>
          </a:xfrm>
          <a:custGeom xmlns:a="http://schemas.openxmlformats.org/drawingml/2006/main">
            <a:pathLst>
              <a:path w="3207088" h="163103">
                <a:moveTo>
                  <a:pt x="45825" y="126443"/>
                </a:moveTo>
                <a:lnTo>
                  <a:pt x="30550" y="126443"/>
                </a:lnTo>
                <a:lnTo>
                  <a:pt x="30550" y="29107"/>
                </a:lnTo>
                <a:cubicBezTo>
                  <a:pt x="26873" y="32615"/>
                  <a:pt x="22050" y="36123"/>
                  <a:pt x="16081" y="39630"/>
                </a:cubicBezTo>
                <a:cubicBezTo>
                  <a:pt x="10113" y="43138"/>
                  <a:pt x="4752" y="45769"/>
                  <a:pt x="0" y="47522"/>
                </a:cubicBezTo>
                <a:lnTo>
                  <a:pt x="0" y="32756"/>
                </a:lnTo>
                <a:cubicBezTo>
                  <a:pt x="8543" y="28740"/>
                  <a:pt x="16011" y="23874"/>
                  <a:pt x="22403" y="18160"/>
                </a:cubicBezTo>
                <a:cubicBezTo>
                  <a:pt x="28796" y="12446"/>
                  <a:pt x="33322" y="6902"/>
                  <a:pt x="35981" y="1528"/>
                </a:cubicBezTo>
                <a:lnTo>
                  <a:pt x="45825" y="1528"/>
                </a:lnTo>
                <a:lnTo>
                  <a:pt x="45825" y="126443"/>
                </a:lnTo>
                <a:close/>
                <a:moveTo>
                  <a:pt x="129583" y="126443"/>
                </a:moveTo>
                <a:lnTo>
                  <a:pt x="114308" y="126443"/>
                </a:lnTo>
                <a:lnTo>
                  <a:pt x="114308" y="29107"/>
                </a:lnTo>
                <a:cubicBezTo>
                  <a:pt x="110631" y="32615"/>
                  <a:pt x="105808" y="36123"/>
                  <a:pt x="99839" y="39630"/>
                </a:cubicBezTo>
                <a:cubicBezTo>
                  <a:pt x="93871" y="43138"/>
                  <a:pt x="88510" y="45769"/>
                  <a:pt x="83758" y="47522"/>
                </a:cubicBezTo>
                <a:lnTo>
                  <a:pt x="83758" y="32756"/>
                </a:lnTo>
                <a:cubicBezTo>
                  <a:pt x="92301" y="28740"/>
                  <a:pt x="99769" y="23874"/>
                  <a:pt x="106162" y="18160"/>
                </a:cubicBezTo>
                <a:cubicBezTo>
                  <a:pt x="112554" y="12446"/>
                  <a:pt x="117080" y="6902"/>
                  <a:pt x="119739" y="1528"/>
                </a:cubicBezTo>
                <a:lnTo>
                  <a:pt x="129583" y="1528"/>
                </a:lnTo>
                <a:lnTo>
                  <a:pt x="129583" y="126443"/>
                </a:lnTo>
                <a:close/>
                <a:moveTo>
                  <a:pt x="177249" y="126443"/>
                </a:moveTo>
                <a:lnTo>
                  <a:pt x="177249" y="108962"/>
                </a:lnTo>
                <a:lnTo>
                  <a:pt x="194645" y="108962"/>
                </a:lnTo>
                <a:lnTo>
                  <a:pt x="194645" y="126443"/>
                </a:lnTo>
                <a:lnTo>
                  <a:pt x="177249" y="126443"/>
                </a:lnTo>
                <a:close/>
                <a:moveTo>
                  <a:pt x="328360" y="93347"/>
                </a:moveTo>
                <a:lnTo>
                  <a:pt x="343381" y="95299"/>
                </a:lnTo>
                <a:cubicBezTo>
                  <a:pt x="341740" y="105679"/>
                  <a:pt x="337540" y="113804"/>
                  <a:pt x="330779" y="119676"/>
                </a:cubicBezTo>
                <a:cubicBezTo>
                  <a:pt x="324018" y="125545"/>
                  <a:pt x="315716" y="128480"/>
                  <a:pt x="305872" y="128480"/>
                </a:cubicBezTo>
                <a:cubicBezTo>
                  <a:pt x="293539" y="128480"/>
                  <a:pt x="283624" y="124449"/>
                  <a:pt x="276128" y="116387"/>
                </a:cubicBezTo>
                <a:cubicBezTo>
                  <a:pt x="268632" y="108325"/>
                  <a:pt x="264884" y="96770"/>
                  <a:pt x="264884" y="81721"/>
                </a:cubicBezTo>
                <a:cubicBezTo>
                  <a:pt x="264884" y="71991"/>
                  <a:pt x="266496" y="63476"/>
                  <a:pt x="269721" y="56178"/>
                </a:cubicBezTo>
                <a:cubicBezTo>
                  <a:pt x="272946" y="48880"/>
                  <a:pt x="277854" y="43407"/>
                  <a:pt x="284445" y="39758"/>
                </a:cubicBezTo>
                <a:cubicBezTo>
                  <a:pt x="291036" y="36108"/>
                  <a:pt x="298206" y="34284"/>
                  <a:pt x="305957" y="34284"/>
                </a:cubicBezTo>
                <a:cubicBezTo>
                  <a:pt x="315744" y="34284"/>
                  <a:pt x="323750" y="36767"/>
                  <a:pt x="329973" y="41733"/>
                </a:cubicBezTo>
                <a:cubicBezTo>
                  <a:pt x="336196" y="46698"/>
                  <a:pt x="340184" y="53747"/>
                  <a:pt x="341938" y="62882"/>
                </a:cubicBezTo>
                <a:lnTo>
                  <a:pt x="327087" y="65173"/>
                </a:lnTo>
                <a:cubicBezTo>
                  <a:pt x="325673" y="59148"/>
                  <a:pt x="323170" y="54615"/>
                  <a:pt x="319577" y="51574"/>
                </a:cubicBezTo>
                <a:cubicBezTo>
                  <a:pt x="315985" y="48534"/>
                  <a:pt x="311643" y="47013"/>
                  <a:pt x="306551" y="47013"/>
                </a:cubicBezTo>
                <a:cubicBezTo>
                  <a:pt x="298857" y="47013"/>
                  <a:pt x="292605" y="49758"/>
                  <a:pt x="287797" y="55247"/>
                </a:cubicBezTo>
                <a:cubicBezTo>
                  <a:pt x="282988" y="60735"/>
                  <a:pt x="280583" y="69418"/>
                  <a:pt x="280583" y="81297"/>
                </a:cubicBezTo>
                <a:cubicBezTo>
                  <a:pt x="280583" y="93346"/>
                  <a:pt x="282903" y="102101"/>
                  <a:pt x="287542" y="107562"/>
                </a:cubicBezTo>
                <a:cubicBezTo>
                  <a:pt x="292181" y="113021"/>
                  <a:pt x="298235" y="115751"/>
                  <a:pt x="305702" y="115751"/>
                </a:cubicBezTo>
                <a:cubicBezTo>
                  <a:pt x="311699" y="115751"/>
                  <a:pt x="316706" y="113919"/>
                  <a:pt x="320723" y="110256"/>
                </a:cubicBezTo>
                <a:cubicBezTo>
                  <a:pt x="324740" y="106593"/>
                  <a:pt x="327285" y="100957"/>
                  <a:pt x="328360" y="93347"/>
                </a:cubicBezTo>
                <a:close/>
                <a:moveTo>
                  <a:pt x="350764" y="81382"/>
                </a:moveTo>
                <a:cubicBezTo>
                  <a:pt x="350764" y="64693"/>
                  <a:pt x="355403" y="52331"/>
                  <a:pt x="364681" y="44298"/>
                </a:cubicBezTo>
                <a:cubicBezTo>
                  <a:pt x="372432" y="37622"/>
                  <a:pt x="381880" y="34284"/>
                  <a:pt x="393025" y="34284"/>
                </a:cubicBezTo>
                <a:cubicBezTo>
                  <a:pt x="405414" y="34284"/>
                  <a:pt x="415541" y="38343"/>
                  <a:pt x="423405" y="46462"/>
                </a:cubicBezTo>
                <a:cubicBezTo>
                  <a:pt x="431269" y="54580"/>
                  <a:pt x="435201" y="65796"/>
                  <a:pt x="435201" y="80109"/>
                </a:cubicBezTo>
                <a:cubicBezTo>
                  <a:pt x="435201" y="91707"/>
                  <a:pt x="433461" y="100829"/>
                  <a:pt x="429982" y="107477"/>
                </a:cubicBezTo>
                <a:cubicBezTo>
                  <a:pt x="426502" y="114124"/>
                  <a:pt x="421439" y="119287"/>
                  <a:pt x="414792" y="122964"/>
                </a:cubicBezTo>
                <a:cubicBezTo>
                  <a:pt x="408144" y="126641"/>
                  <a:pt x="400888" y="128480"/>
                  <a:pt x="393025" y="128480"/>
                </a:cubicBezTo>
                <a:cubicBezTo>
                  <a:pt x="380409" y="128480"/>
                  <a:pt x="370211" y="124435"/>
                  <a:pt x="362432" y="116345"/>
                </a:cubicBezTo>
                <a:cubicBezTo>
                  <a:pt x="354653" y="108255"/>
                  <a:pt x="350764" y="96600"/>
                  <a:pt x="350764" y="81382"/>
                </a:cubicBezTo>
                <a:moveTo>
                  <a:pt x="366463" y="81340"/>
                </a:moveTo>
                <a:cubicBezTo>
                  <a:pt x="366463" y="92838"/>
                  <a:pt x="368981" y="101448"/>
                  <a:pt x="374016" y="107169"/>
                </a:cubicBezTo>
                <a:cubicBezTo>
                  <a:pt x="379051" y="112890"/>
                  <a:pt x="385387" y="115751"/>
                  <a:pt x="393025" y="115751"/>
                </a:cubicBezTo>
                <a:cubicBezTo>
                  <a:pt x="400606" y="115751"/>
                  <a:pt x="406914" y="112876"/>
                  <a:pt x="411949" y="107127"/>
                </a:cubicBezTo>
                <a:cubicBezTo>
                  <a:pt x="416984" y="101377"/>
                  <a:pt x="419501" y="92613"/>
                  <a:pt x="419501" y="80833"/>
                </a:cubicBezTo>
                <a:cubicBezTo>
                  <a:pt x="419501" y="69729"/>
                  <a:pt x="416970" y="61316"/>
                  <a:pt x="411906" y="55595"/>
                </a:cubicBezTo>
                <a:cubicBezTo>
                  <a:pt x="406843" y="49874"/>
                  <a:pt x="400549" y="47013"/>
                  <a:pt x="393025" y="47013"/>
                </a:cubicBezTo>
                <a:cubicBezTo>
                  <a:pt x="385387" y="47013"/>
                  <a:pt x="379051" y="49860"/>
                  <a:pt x="374016" y="55552"/>
                </a:cubicBezTo>
                <a:cubicBezTo>
                  <a:pt x="368981" y="61245"/>
                  <a:pt x="366463" y="69841"/>
                  <a:pt x="366463" y="81340"/>
                </a:cubicBezTo>
                <a:close/>
                <a:moveTo>
                  <a:pt x="453080" y="161067"/>
                </a:moveTo>
                <a:lnTo>
                  <a:pt x="453080" y="36321"/>
                </a:lnTo>
                <a:lnTo>
                  <a:pt x="466997" y="36321"/>
                </a:lnTo>
                <a:lnTo>
                  <a:pt x="466997" y="47947"/>
                </a:lnTo>
                <a:cubicBezTo>
                  <a:pt x="470279" y="43392"/>
                  <a:pt x="473984" y="39977"/>
                  <a:pt x="478114" y="37700"/>
                </a:cubicBezTo>
                <a:cubicBezTo>
                  <a:pt x="482244" y="35423"/>
                  <a:pt x="487251" y="34284"/>
                  <a:pt x="493135" y="34284"/>
                </a:cubicBezTo>
                <a:cubicBezTo>
                  <a:pt x="500829" y="34284"/>
                  <a:pt x="507618" y="36264"/>
                  <a:pt x="513501" y="40224"/>
                </a:cubicBezTo>
                <a:cubicBezTo>
                  <a:pt x="519385" y="44184"/>
                  <a:pt x="523826" y="49771"/>
                  <a:pt x="526825" y="56984"/>
                </a:cubicBezTo>
                <a:cubicBezTo>
                  <a:pt x="529823" y="64198"/>
                  <a:pt x="531322" y="72104"/>
                  <a:pt x="531322" y="80703"/>
                </a:cubicBezTo>
                <a:cubicBezTo>
                  <a:pt x="531322" y="89925"/>
                  <a:pt x="529667" y="98227"/>
                  <a:pt x="526358" y="105610"/>
                </a:cubicBezTo>
                <a:cubicBezTo>
                  <a:pt x="523048" y="112993"/>
                  <a:pt x="518239" y="118650"/>
                  <a:pt x="511931" y="122582"/>
                </a:cubicBezTo>
                <a:cubicBezTo>
                  <a:pt x="505623" y="126514"/>
                  <a:pt x="498990" y="128480"/>
                  <a:pt x="492031" y="128480"/>
                </a:cubicBezTo>
                <a:cubicBezTo>
                  <a:pt x="486940" y="128480"/>
                  <a:pt x="482371" y="127391"/>
                  <a:pt x="478326" y="125213"/>
                </a:cubicBezTo>
                <a:cubicBezTo>
                  <a:pt x="474281" y="123033"/>
                  <a:pt x="470957" y="120280"/>
                  <a:pt x="468355" y="116955"/>
                </a:cubicBezTo>
                <a:lnTo>
                  <a:pt x="468355" y="161067"/>
                </a:lnTo>
                <a:lnTo>
                  <a:pt x="453080" y="161067"/>
                </a:lnTo>
                <a:moveTo>
                  <a:pt x="466912" y="81764"/>
                </a:moveTo>
                <a:cubicBezTo>
                  <a:pt x="466912" y="93347"/>
                  <a:pt x="469260" y="101908"/>
                  <a:pt x="473956" y="107445"/>
                </a:cubicBezTo>
                <a:cubicBezTo>
                  <a:pt x="478652" y="112982"/>
                  <a:pt x="484337" y="115751"/>
                  <a:pt x="491013" y="115751"/>
                </a:cubicBezTo>
                <a:cubicBezTo>
                  <a:pt x="497802" y="115751"/>
                  <a:pt x="503615" y="112883"/>
                  <a:pt x="508452" y="107148"/>
                </a:cubicBezTo>
                <a:cubicBezTo>
                  <a:pt x="513289" y="101413"/>
                  <a:pt x="515708" y="92527"/>
                  <a:pt x="515708" y="80491"/>
                </a:cubicBezTo>
                <a:cubicBezTo>
                  <a:pt x="515708" y="69021"/>
                  <a:pt x="513346" y="60432"/>
                  <a:pt x="508622" y="54725"/>
                </a:cubicBezTo>
                <a:cubicBezTo>
                  <a:pt x="503898" y="49018"/>
                  <a:pt x="498255" y="46165"/>
                  <a:pt x="491692" y="46165"/>
                </a:cubicBezTo>
                <a:cubicBezTo>
                  <a:pt x="485186" y="46165"/>
                  <a:pt x="479429" y="49202"/>
                  <a:pt x="474423" y="55277"/>
                </a:cubicBezTo>
                <a:cubicBezTo>
                  <a:pt x="469416" y="61351"/>
                  <a:pt x="466912" y="70180"/>
                  <a:pt x="466912" y="81764"/>
                </a:cubicBezTo>
                <a:close/>
                <a:moveTo>
                  <a:pt x="549032" y="161237"/>
                </a:moveTo>
                <a:lnTo>
                  <a:pt x="547334" y="146895"/>
                </a:lnTo>
                <a:cubicBezTo>
                  <a:pt x="550672" y="147800"/>
                  <a:pt x="553586" y="148253"/>
                  <a:pt x="556075" y="148253"/>
                </a:cubicBezTo>
                <a:cubicBezTo>
                  <a:pt x="559470" y="148253"/>
                  <a:pt x="562185" y="147680"/>
                  <a:pt x="564222" y="146534"/>
                </a:cubicBezTo>
                <a:cubicBezTo>
                  <a:pt x="566259" y="145390"/>
                  <a:pt x="567928" y="143788"/>
                  <a:pt x="569229" y="141726"/>
                </a:cubicBezTo>
                <a:cubicBezTo>
                  <a:pt x="570190" y="140181"/>
                  <a:pt x="571746" y="136347"/>
                  <a:pt x="573896" y="130222"/>
                </a:cubicBezTo>
                <a:cubicBezTo>
                  <a:pt x="574179" y="129363"/>
                  <a:pt x="574632" y="128103"/>
                  <a:pt x="575254" y="126443"/>
                </a:cubicBezTo>
                <a:lnTo>
                  <a:pt x="541055" y="36321"/>
                </a:lnTo>
                <a:lnTo>
                  <a:pt x="557518" y="36321"/>
                </a:lnTo>
                <a:lnTo>
                  <a:pt x="576272" y="88388"/>
                </a:lnTo>
                <a:cubicBezTo>
                  <a:pt x="578705" y="94993"/>
                  <a:pt x="580883" y="101936"/>
                  <a:pt x="582807" y="109217"/>
                </a:cubicBezTo>
                <a:cubicBezTo>
                  <a:pt x="584560" y="102217"/>
                  <a:pt x="586654" y="95388"/>
                  <a:pt x="589086" y="88728"/>
                </a:cubicBezTo>
                <a:lnTo>
                  <a:pt x="608350" y="36321"/>
                </a:lnTo>
                <a:lnTo>
                  <a:pt x="623625" y="36321"/>
                </a:lnTo>
                <a:lnTo>
                  <a:pt x="589341" y="128032"/>
                </a:lnTo>
                <a:cubicBezTo>
                  <a:pt x="585664" y="137939"/>
                  <a:pt x="582807" y="144761"/>
                  <a:pt x="580770" y="148497"/>
                </a:cubicBezTo>
                <a:cubicBezTo>
                  <a:pt x="578054" y="153535"/>
                  <a:pt x="574943" y="157229"/>
                  <a:pt x="571435" y="159579"/>
                </a:cubicBezTo>
                <a:cubicBezTo>
                  <a:pt x="567928" y="161929"/>
                  <a:pt x="563741" y="163103"/>
                  <a:pt x="558876" y="163103"/>
                </a:cubicBezTo>
                <a:cubicBezTo>
                  <a:pt x="555934" y="163103"/>
                  <a:pt x="552652" y="162481"/>
                  <a:pt x="549032" y="161237"/>
                </a:cubicBezTo>
                <a:close/>
                <a:moveTo>
                  <a:pt x="684924" y="161067"/>
                </a:moveTo>
                <a:lnTo>
                  <a:pt x="684924" y="36321"/>
                </a:lnTo>
                <a:lnTo>
                  <a:pt x="698841" y="36321"/>
                </a:lnTo>
                <a:lnTo>
                  <a:pt x="698841" y="47947"/>
                </a:lnTo>
                <a:cubicBezTo>
                  <a:pt x="702122" y="43392"/>
                  <a:pt x="705828" y="39977"/>
                  <a:pt x="709958" y="37700"/>
                </a:cubicBezTo>
                <a:cubicBezTo>
                  <a:pt x="714088" y="35423"/>
                  <a:pt x="719095" y="34284"/>
                  <a:pt x="724978" y="34284"/>
                </a:cubicBezTo>
                <a:cubicBezTo>
                  <a:pt x="732672" y="34284"/>
                  <a:pt x="739461" y="36264"/>
                  <a:pt x="745345" y="40224"/>
                </a:cubicBezTo>
                <a:cubicBezTo>
                  <a:pt x="751229" y="44184"/>
                  <a:pt x="755670" y="49771"/>
                  <a:pt x="758668" y="56984"/>
                </a:cubicBezTo>
                <a:cubicBezTo>
                  <a:pt x="761667" y="64198"/>
                  <a:pt x="763166" y="72104"/>
                  <a:pt x="763166" y="80703"/>
                </a:cubicBezTo>
                <a:cubicBezTo>
                  <a:pt x="763166" y="89925"/>
                  <a:pt x="761511" y="98227"/>
                  <a:pt x="758202" y="105610"/>
                </a:cubicBezTo>
                <a:cubicBezTo>
                  <a:pt x="754892" y="112993"/>
                  <a:pt x="750083" y="118650"/>
                  <a:pt x="743775" y="122582"/>
                </a:cubicBezTo>
                <a:cubicBezTo>
                  <a:pt x="737467" y="126514"/>
                  <a:pt x="730834" y="128480"/>
                  <a:pt x="723875" y="128480"/>
                </a:cubicBezTo>
                <a:cubicBezTo>
                  <a:pt x="718784" y="128480"/>
                  <a:pt x="714215" y="127391"/>
                  <a:pt x="710170" y="125213"/>
                </a:cubicBezTo>
                <a:cubicBezTo>
                  <a:pt x="706125" y="123033"/>
                  <a:pt x="702801" y="120280"/>
                  <a:pt x="700199" y="116955"/>
                </a:cubicBezTo>
                <a:lnTo>
                  <a:pt x="700199" y="161067"/>
                </a:lnTo>
                <a:lnTo>
                  <a:pt x="684924" y="161067"/>
                </a:lnTo>
                <a:moveTo>
                  <a:pt x="698756" y="81764"/>
                </a:moveTo>
                <a:cubicBezTo>
                  <a:pt x="698756" y="93347"/>
                  <a:pt x="701104" y="101908"/>
                  <a:pt x="705800" y="107445"/>
                </a:cubicBezTo>
                <a:cubicBezTo>
                  <a:pt x="710495" y="112982"/>
                  <a:pt x="716181" y="115751"/>
                  <a:pt x="722857" y="115751"/>
                </a:cubicBezTo>
                <a:cubicBezTo>
                  <a:pt x="729646" y="115751"/>
                  <a:pt x="735459" y="112883"/>
                  <a:pt x="740296" y="107148"/>
                </a:cubicBezTo>
                <a:cubicBezTo>
                  <a:pt x="745133" y="101413"/>
                  <a:pt x="747552" y="92527"/>
                  <a:pt x="747552" y="80491"/>
                </a:cubicBezTo>
                <a:cubicBezTo>
                  <a:pt x="747552" y="69021"/>
                  <a:pt x="745190" y="60432"/>
                  <a:pt x="740466" y="54725"/>
                </a:cubicBezTo>
                <a:cubicBezTo>
                  <a:pt x="735742" y="49018"/>
                  <a:pt x="730098" y="46165"/>
                  <a:pt x="723536" y="46165"/>
                </a:cubicBezTo>
                <a:cubicBezTo>
                  <a:pt x="717030" y="46165"/>
                  <a:pt x="711273" y="49202"/>
                  <a:pt x="706266" y="55277"/>
                </a:cubicBezTo>
                <a:cubicBezTo>
                  <a:pt x="701260" y="61351"/>
                  <a:pt x="698756" y="70180"/>
                  <a:pt x="698756" y="81764"/>
                </a:cubicBezTo>
                <a:close/>
                <a:moveTo>
                  <a:pt x="781554" y="126443"/>
                </a:moveTo>
                <a:lnTo>
                  <a:pt x="781554" y="2037"/>
                </a:lnTo>
                <a:lnTo>
                  <a:pt x="796829" y="2037"/>
                </a:lnTo>
                <a:lnTo>
                  <a:pt x="796829" y="46674"/>
                </a:lnTo>
                <a:cubicBezTo>
                  <a:pt x="803958" y="38414"/>
                  <a:pt x="812953" y="34284"/>
                  <a:pt x="823815" y="34284"/>
                </a:cubicBezTo>
                <a:cubicBezTo>
                  <a:pt x="830491" y="34284"/>
                  <a:pt x="836290" y="35599"/>
                  <a:pt x="841212" y="38230"/>
                </a:cubicBezTo>
                <a:cubicBezTo>
                  <a:pt x="846134" y="40861"/>
                  <a:pt x="849656" y="44496"/>
                  <a:pt x="851777" y="49135"/>
                </a:cubicBezTo>
                <a:cubicBezTo>
                  <a:pt x="853899" y="53774"/>
                  <a:pt x="854959" y="60506"/>
                  <a:pt x="854959" y="69332"/>
                </a:cubicBezTo>
                <a:lnTo>
                  <a:pt x="854959" y="126443"/>
                </a:lnTo>
                <a:lnTo>
                  <a:pt x="839684" y="126443"/>
                </a:lnTo>
                <a:lnTo>
                  <a:pt x="839684" y="69332"/>
                </a:lnTo>
                <a:cubicBezTo>
                  <a:pt x="839684" y="61694"/>
                  <a:pt x="838030" y="56136"/>
                  <a:pt x="834720" y="52656"/>
                </a:cubicBezTo>
                <a:cubicBezTo>
                  <a:pt x="831410" y="49177"/>
                  <a:pt x="826729" y="47437"/>
                  <a:pt x="820675" y="47437"/>
                </a:cubicBezTo>
                <a:cubicBezTo>
                  <a:pt x="816150" y="47437"/>
                  <a:pt x="811892" y="48611"/>
                  <a:pt x="807904" y="50959"/>
                </a:cubicBezTo>
                <a:cubicBezTo>
                  <a:pt x="803915" y="53307"/>
                  <a:pt x="801073" y="56489"/>
                  <a:pt x="799375" y="60506"/>
                </a:cubicBezTo>
                <a:cubicBezTo>
                  <a:pt x="797678" y="64523"/>
                  <a:pt x="796829" y="70067"/>
                  <a:pt x="796829" y="77139"/>
                </a:cubicBezTo>
                <a:lnTo>
                  <a:pt x="796829" y="126443"/>
                </a:lnTo>
                <a:lnTo>
                  <a:pt x="781554" y="126443"/>
                </a:lnTo>
                <a:close/>
                <a:moveTo>
                  <a:pt x="877506" y="161237"/>
                </a:moveTo>
                <a:lnTo>
                  <a:pt x="875809" y="146895"/>
                </a:lnTo>
                <a:cubicBezTo>
                  <a:pt x="879147" y="147800"/>
                  <a:pt x="882060" y="148253"/>
                  <a:pt x="884550" y="148253"/>
                </a:cubicBezTo>
                <a:cubicBezTo>
                  <a:pt x="887944" y="148253"/>
                  <a:pt x="890660" y="147680"/>
                  <a:pt x="892696" y="146534"/>
                </a:cubicBezTo>
                <a:cubicBezTo>
                  <a:pt x="894733" y="145390"/>
                  <a:pt x="896402" y="143788"/>
                  <a:pt x="897703" y="141726"/>
                </a:cubicBezTo>
                <a:cubicBezTo>
                  <a:pt x="898665" y="140181"/>
                  <a:pt x="900221" y="136347"/>
                  <a:pt x="902370" y="130222"/>
                </a:cubicBezTo>
                <a:cubicBezTo>
                  <a:pt x="902653" y="129363"/>
                  <a:pt x="903106" y="128103"/>
                  <a:pt x="903728" y="126443"/>
                </a:cubicBezTo>
                <a:lnTo>
                  <a:pt x="869529" y="36321"/>
                </a:lnTo>
                <a:lnTo>
                  <a:pt x="885992" y="36321"/>
                </a:lnTo>
                <a:lnTo>
                  <a:pt x="904747" y="88388"/>
                </a:lnTo>
                <a:cubicBezTo>
                  <a:pt x="907179" y="94993"/>
                  <a:pt x="909357" y="101936"/>
                  <a:pt x="911281" y="109217"/>
                </a:cubicBezTo>
                <a:cubicBezTo>
                  <a:pt x="913035" y="102217"/>
                  <a:pt x="915128" y="95388"/>
                  <a:pt x="917561" y="88728"/>
                </a:cubicBezTo>
                <a:lnTo>
                  <a:pt x="936824" y="36321"/>
                </a:lnTo>
                <a:lnTo>
                  <a:pt x="952099" y="36321"/>
                </a:lnTo>
                <a:lnTo>
                  <a:pt x="917815" y="128032"/>
                </a:lnTo>
                <a:cubicBezTo>
                  <a:pt x="914138" y="137939"/>
                  <a:pt x="911281" y="144761"/>
                  <a:pt x="909244" y="148497"/>
                </a:cubicBezTo>
                <a:cubicBezTo>
                  <a:pt x="906529" y="153535"/>
                  <a:pt x="903417" y="157229"/>
                  <a:pt x="899909" y="159579"/>
                </a:cubicBezTo>
                <a:cubicBezTo>
                  <a:pt x="896402" y="161929"/>
                  <a:pt x="892215" y="163103"/>
                  <a:pt x="887350" y="163103"/>
                </a:cubicBezTo>
                <a:cubicBezTo>
                  <a:pt x="884408" y="163103"/>
                  <a:pt x="881127" y="162481"/>
                  <a:pt x="877506" y="161237"/>
                </a:cubicBezTo>
                <a:close/>
                <a:moveTo>
                  <a:pt x="958973" y="99457"/>
                </a:moveTo>
                <a:lnTo>
                  <a:pt x="974078" y="97081"/>
                </a:lnTo>
                <a:cubicBezTo>
                  <a:pt x="974927" y="103108"/>
                  <a:pt x="977289" y="107727"/>
                  <a:pt x="981164" y="110938"/>
                </a:cubicBezTo>
                <a:cubicBezTo>
                  <a:pt x="985039" y="114146"/>
                  <a:pt x="990456" y="115751"/>
                  <a:pt x="997415" y="115751"/>
                </a:cubicBezTo>
                <a:cubicBezTo>
                  <a:pt x="1004430" y="115751"/>
                  <a:pt x="1009635" y="114334"/>
                  <a:pt x="1013030" y="111500"/>
                </a:cubicBezTo>
                <a:cubicBezTo>
                  <a:pt x="1016424" y="108664"/>
                  <a:pt x="1018121" y="105339"/>
                  <a:pt x="1018121" y="101523"/>
                </a:cubicBezTo>
                <a:cubicBezTo>
                  <a:pt x="1018121" y="98099"/>
                  <a:pt x="1016622" y="95404"/>
                  <a:pt x="1013624" y="93440"/>
                </a:cubicBezTo>
                <a:cubicBezTo>
                  <a:pt x="1011530" y="92093"/>
                  <a:pt x="1006325" y="90381"/>
                  <a:pt x="998009" y="88304"/>
                </a:cubicBezTo>
                <a:cubicBezTo>
                  <a:pt x="986807" y="85473"/>
                  <a:pt x="979043" y="83024"/>
                  <a:pt x="974715" y="80958"/>
                </a:cubicBezTo>
                <a:cubicBezTo>
                  <a:pt x="970387" y="78891"/>
                  <a:pt x="967105" y="76031"/>
                  <a:pt x="964871" y="72379"/>
                </a:cubicBezTo>
                <a:cubicBezTo>
                  <a:pt x="962636" y="68726"/>
                  <a:pt x="961519" y="64692"/>
                  <a:pt x="961519" y="60275"/>
                </a:cubicBezTo>
                <a:cubicBezTo>
                  <a:pt x="961519" y="56255"/>
                  <a:pt x="962438" y="52532"/>
                  <a:pt x="964277" y="49106"/>
                </a:cubicBezTo>
                <a:cubicBezTo>
                  <a:pt x="966115" y="45679"/>
                  <a:pt x="968619" y="42834"/>
                  <a:pt x="971787" y="40569"/>
                </a:cubicBezTo>
                <a:cubicBezTo>
                  <a:pt x="974163" y="38813"/>
                  <a:pt x="977402" y="37327"/>
                  <a:pt x="981504" y="36111"/>
                </a:cubicBezTo>
                <a:cubicBezTo>
                  <a:pt x="985605" y="34893"/>
                  <a:pt x="990004" y="34284"/>
                  <a:pt x="994699" y="34284"/>
                </a:cubicBezTo>
                <a:cubicBezTo>
                  <a:pt x="1001771" y="34284"/>
                  <a:pt x="1007980" y="35309"/>
                  <a:pt x="1013327" y="37360"/>
                </a:cubicBezTo>
                <a:cubicBezTo>
                  <a:pt x="1018673" y="39409"/>
                  <a:pt x="1022619" y="42186"/>
                  <a:pt x="1025165" y="45690"/>
                </a:cubicBezTo>
                <a:cubicBezTo>
                  <a:pt x="1027711" y="49192"/>
                  <a:pt x="1029464" y="53876"/>
                  <a:pt x="1030426" y="59742"/>
                </a:cubicBezTo>
                <a:lnTo>
                  <a:pt x="1015490" y="61779"/>
                </a:lnTo>
                <a:cubicBezTo>
                  <a:pt x="1014812" y="57140"/>
                  <a:pt x="1012846" y="53519"/>
                  <a:pt x="1009593" y="50917"/>
                </a:cubicBezTo>
                <a:cubicBezTo>
                  <a:pt x="1006340" y="48314"/>
                  <a:pt x="1001743" y="47013"/>
                  <a:pt x="995803" y="47013"/>
                </a:cubicBezTo>
                <a:cubicBezTo>
                  <a:pt x="988787" y="47013"/>
                  <a:pt x="983781" y="48168"/>
                  <a:pt x="980782" y="50477"/>
                </a:cubicBezTo>
                <a:cubicBezTo>
                  <a:pt x="977784" y="52784"/>
                  <a:pt x="976285" y="55486"/>
                  <a:pt x="976285" y="58583"/>
                </a:cubicBezTo>
                <a:cubicBezTo>
                  <a:pt x="976285" y="60553"/>
                  <a:pt x="976907" y="62326"/>
                  <a:pt x="978152" y="63903"/>
                </a:cubicBezTo>
                <a:cubicBezTo>
                  <a:pt x="979396" y="65535"/>
                  <a:pt x="981348" y="66886"/>
                  <a:pt x="984007" y="67955"/>
                </a:cubicBezTo>
                <a:cubicBezTo>
                  <a:pt x="985534" y="68519"/>
                  <a:pt x="990032" y="69814"/>
                  <a:pt x="997500" y="71840"/>
                </a:cubicBezTo>
                <a:cubicBezTo>
                  <a:pt x="1008306" y="74724"/>
                  <a:pt x="1015844" y="77084"/>
                  <a:pt x="1020115" y="78921"/>
                </a:cubicBezTo>
                <a:cubicBezTo>
                  <a:pt x="1024387" y="80758"/>
                  <a:pt x="1027739" y="83429"/>
                  <a:pt x="1030171" y="86935"/>
                </a:cubicBezTo>
                <a:cubicBezTo>
                  <a:pt x="1032604" y="90439"/>
                  <a:pt x="1033821" y="94791"/>
                  <a:pt x="1033821" y="99991"/>
                </a:cubicBezTo>
                <a:cubicBezTo>
                  <a:pt x="1033821" y="105079"/>
                  <a:pt x="1032335" y="109870"/>
                  <a:pt x="1029365" y="114364"/>
                </a:cubicBezTo>
                <a:cubicBezTo>
                  <a:pt x="1026395" y="118856"/>
                  <a:pt x="1022110" y="122332"/>
                  <a:pt x="1016509" y="124791"/>
                </a:cubicBezTo>
                <a:cubicBezTo>
                  <a:pt x="1010908" y="127250"/>
                  <a:pt x="1004572" y="128480"/>
                  <a:pt x="997500" y="128480"/>
                </a:cubicBezTo>
                <a:cubicBezTo>
                  <a:pt x="985789" y="128480"/>
                  <a:pt x="976864" y="126040"/>
                  <a:pt x="970726" y="121161"/>
                </a:cubicBezTo>
                <a:cubicBezTo>
                  <a:pt x="964588" y="116281"/>
                  <a:pt x="960670" y="109047"/>
                  <a:pt x="958973" y="99457"/>
                </a:cubicBezTo>
                <a:close/>
                <a:moveTo>
                  <a:pt x="1052066" y="19688"/>
                </a:moveTo>
                <a:lnTo>
                  <a:pt x="1052066" y="2037"/>
                </a:lnTo>
                <a:lnTo>
                  <a:pt x="1067341" y="2037"/>
                </a:lnTo>
                <a:lnTo>
                  <a:pt x="1067341" y="19688"/>
                </a:lnTo>
                <a:lnTo>
                  <a:pt x="1052066" y="19688"/>
                </a:lnTo>
                <a:moveTo>
                  <a:pt x="1052066" y="126443"/>
                </a:moveTo>
                <a:lnTo>
                  <a:pt x="1052066" y="36321"/>
                </a:lnTo>
                <a:lnTo>
                  <a:pt x="1067341" y="36321"/>
                </a:lnTo>
                <a:lnTo>
                  <a:pt x="1067341" y="126443"/>
                </a:lnTo>
                <a:lnTo>
                  <a:pt x="1052066" y="126443"/>
                </a:lnTo>
                <a:close/>
                <a:moveTo>
                  <a:pt x="1149372" y="93347"/>
                </a:moveTo>
                <a:lnTo>
                  <a:pt x="1164393" y="95299"/>
                </a:lnTo>
                <a:cubicBezTo>
                  <a:pt x="1162752" y="105679"/>
                  <a:pt x="1158552" y="113804"/>
                  <a:pt x="1151791" y="119676"/>
                </a:cubicBezTo>
                <a:cubicBezTo>
                  <a:pt x="1145030" y="125545"/>
                  <a:pt x="1136728" y="128480"/>
                  <a:pt x="1126884" y="128480"/>
                </a:cubicBezTo>
                <a:cubicBezTo>
                  <a:pt x="1114551" y="128480"/>
                  <a:pt x="1104636" y="124449"/>
                  <a:pt x="1097140" y="116387"/>
                </a:cubicBezTo>
                <a:cubicBezTo>
                  <a:pt x="1089644" y="108325"/>
                  <a:pt x="1085896" y="96770"/>
                  <a:pt x="1085896" y="81721"/>
                </a:cubicBezTo>
                <a:cubicBezTo>
                  <a:pt x="1085896" y="71991"/>
                  <a:pt x="1087509" y="63476"/>
                  <a:pt x="1090733" y="56178"/>
                </a:cubicBezTo>
                <a:cubicBezTo>
                  <a:pt x="1093958" y="48880"/>
                  <a:pt x="1098866" y="43407"/>
                  <a:pt x="1105457" y="39758"/>
                </a:cubicBezTo>
                <a:cubicBezTo>
                  <a:pt x="1112048" y="36108"/>
                  <a:pt x="1119218" y="34284"/>
                  <a:pt x="1126969" y="34284"/>
                </a:cubicBezTo>
                <a:cubicBezTo>
                  <a:pt x="1136756" y="34284"/>
                  <a:pt x="1144762" y="36767"/>
                  <a:pt x="1150985" y="41733"/>
                </a:cubicBezTo>
                <a:cubicBezTo>
                  <a:pt x="1157208" y="46698"/>
                  <a:pt x="1161196" y="53747"/>
                  <a:pt x="1162950" y="62882"/>
                </a:cubicBezTo>
                <a:lnTo>
                  <a:pt x="1148099" y="65173"/>
                </a:lnTo>
                <a:cubicBezTo>
                  <a:pt x="1146685" y="59148"/>
                  <a:pt x="1144182" y="54615"/>
                  <a:pt x="1140589" y="51574"/>
                </a:cubicBezTo>
                <a:cubicBezTo>
                  <a:pt x="1136997" y="48534"/>
                  <a:pt x="1132655" y="47013"/>
                  <a:pt x="1127563" y="47013"/>
                </a:cubicBezTo>
                <a:cubicBezTo>
                  <a:pt x="1119869" y="47013"/>
                  <a:pt x="1113618" y="49758"/>
                  <a:pt x="1108809" y="55247"/>
                </a:cubicBezTo>
                <a:cubicBezTo>
                  <a:pt x="1104000" y="60735"/>
                  <a:pt x="1101595" y="69418"/>
                  <a:pt x="1101595" y="81297"/>
                </a:cubicBezTo>
                <a:cubicBezTo>
                  <a:pt x="1101595" y="93346"/>
                  <a:pt x="1103915" y="102101"/>
                  <a:pt x="1108554" y="107562"/>
                </a:cubicBezTo>
                <a:cubicBezTo>
                  <a:pt x="1113193" y="113021"/>
                  <a:pt x="1119247" y="115751"/>
                  <a:pt x="1126714" y="115751"/>
                </a:cubicBezTo>
                <a:cubicBezTo>
                  <a:pt x="1132711" y="115751"/>
                  <a:pt x="1137718" y="113919"/>
                  <a:pt x="1141735" y="110256"/>
                </a:cubicBezTo>
                <a:cubicBezTo>
                  <a:pt x="1145752" y="106593"/>
                  <a:pt x="1148298" y="100957"/>
                  <a:pt x="1149372" y="93347"/>
                </a:cubicBezTo>
                <a:close/>
                <a:moveTo>
                  <a:pt x="1236270" y="115316"/>
                </a:moveTo>
                <a:cubicBezTo>
                  <a:pt x="1230613" y="120128"/>
                  <a:pt x="1225168" y="123525"/>
                  <a:pt x="1219935" y="125507"/>
                </a:cubicBezTo>
                <a:cubicBezTo>
                  <a:pt x="1214701" y="127489"/>
                  <a:pt x="1209087" y="128480"/>
                  <a:pt x="1203090" y="128480"/>
                </a:cubicBezTo>
                <a:cubicBezTo>
                  <a:pt x="1193189" y="128480"/>
                  <a:pt x="1185580" y="126060"/>
                  <a:pt x="1180262" y="121219"/>
                </a:cubicBezTo>
                <a:cubicBezTo>
                  <a:pt x="1174944" y="116378"/>
                  <a:pt x="1172285" y="110193"/>
                  <a:pt x="1172285" y="102664"/>
                </a:cubicBezTo>
                <a:cubicBezTo>
                  <a:pt x="1172285" y="98249"/>
                  <a:pt x="1173289" y="94216"/>
                  <a:pt x="1175298" y="90566"/>
                </a:cubicBezTo>
                <a:cubicBezTo>
                  <a:pt x="1177306" y="86913"/>
                  <a:pt x="1179937" y="83983"/>
                  <a:pt x="1183190" y="81774"/>
                </a:cubicBezTo>
                <a:cubicBezTo>
                  <a:pt x="1186443" y="79566"/>
                  <a:pt x="1190106" y="77897"/>
                  <a:pt x="1194179" y="76765"/>
                </a:cubicBezTo>
                <a:cubicBezTo>
                  <a:pt x="1197178" y="75971"/>
                  <a:pt x="1201704" y="75207"/>
                  <a:pt x="1207757" y="74471"/>
                </a:cubicBezTo>
                <a:cubicBezTo>
                  <a:pt x="1220090" y="73011"/>
                  <a:pt x="1229170" y="71269"/>
                  <a:pt x="1234997" y="69247"/>
                </a:cubicBezTo>
                <a:cubicBezTo>
                  <a:pt x="1235054" y="67162"/>
                  <a:pt x="1235082" y="65838"/>
                  <a:pt x="1235082" y="65274"/>
                </a:cubicBezTo>
                <a:cubicBezTo>
                  <a:pt x="1235082" y="59074"/>
                  <a:pt x="1233640" y="54706"/>
                  <a:pt x="1230754" y="52171"/>
                </a:cubicBezTo>
                <a:cubicBezTo>
                  <a:pt x="1226851" y="48733"/>
                  <a:pt x="1221052" y="47013"/>
                  <a:pt x="1213358" y="47013"/>
                </a:cubicBezTo>
                <a:cubicBezTo>
                  <a:pt x="1206173" y="47013"/>
                  <a:pt x="1200869" y="48272"/>
                  <a:pt x="1197446" y="50790"/>
                </a:cubicBezTo>
                <a:cubicBezTo>
                  <a:pt x="1194024" y="53307"/>
                  <a:pt x="1191492" y="57762"/>
                  <a:pt x="1189851" y="64155"/>
                </a:cubicBezTo>
                <a:lnTo>
                  <a:pt x="1174916" y="62118"/>
                </a:lnTo>
                <a:cubicBezTo>
                  <a:pt x="1176273" y="55706"/>
                  <a:pt x="1178508" y="50528"/>
                  <a:pt x="1181620" y="46584"/>
                </a:cubicBezTo>
                <a:cubicBezTo>
                  <a:pt x="1184731" y="42639"/>
                  <a:pt x="1189229" y="39604"/>
                  <a:pt x="1195113" y="37477"/>
                </a:cubicBezTo>
                <a:cubicBezTo>
                  <a:pt x="1200996" y="35348"/>
                  <a:pt x="1207814" y="34284"/>
                  <a:pt x="1215564" y="34284"/>
                </a:cubicBezTo>
                <a:cubicBezTo>
                  <a:pt x="1223258" y="34284"/>
                  <a:pt x="1229510" y="35189"/>
                  <a:pt x="1234319" y="37000"/>
                </a:cubicBezTo>
                <a:cubicBezTo>
                  <a:pt x="1239127" y="38810"/>
                  <a:pt x="1242663" y="41087"/>
                  <a:pt x="1244926" y="43831"/>
                </a:cubicBezTo>
                <a:cubicBezTo>
                  <a:pt x="1247189" y="46575"/>
                  <a:pt x="1248773" y="50040"/>
                  <a:pt x="1249679" y="54226"/>
                </a:cubicBezTo>
                <a:cubicBezTo>
                  <a:pt x="1250188" y="56829"/>
                  <a:pt x="1250442" y="61524"/>
                  <a:pt x="1250442" y="68313"/>
                </a:cubicBezTo>
                <a:lnTo>
                  <a:pt x="1250442" y="88680"/>
                </a:lnTo>
                <a:cubicBezTo>
                  <a:pt x="1250442" y="102880"/>
                  <a:pt x="1250768" y="111861"/>
                  <a:pt x="1251418" y="115624"/>
                </a:cubicBezTo>
                <a:cubicBezTo>
                  <a:pt x="1252069" y="119386"/>
                  <a:pt x="1253356" y="122992"/>
                  <a:pt x="1255279" y="126443"/>
                </a:cubicBezTo>
                <a:lnTo>
                  <a:pt x="1239325" y="126443"/>
                </a:lnTo>
                <a:cubicBezTo>
                  <a:pt x="1237741" y="123272"/>
                  <a:pt x="1236723" y="119563"/>
                  <a:pt x="1236270" y="115316"/>
                </a:cubicBezTo>
                <a:moveTo>
                  <a:pt x="1234997" y="81127"/>
                </a:moveTo>
                <a:cubicBezTo>
                  <a:pt x="1229453" y="83410"/>
                  <a:pt x="1221137" y="85349"/>
                  <a:pt x="1210048" y="86946"/>
                </a:cubicBezTo>
                <a:cubicBezTo>
                  <a:pt x="1203769" y="87854"/>
                  <a:pt x="1199327" y="88877"/>
                  <a:pt x="1196725" y="90014"/>
                </a:cubicBezTo>
                <a:cubicBezTo>
                  <a:pt x="1194123" y="91149"/>
                  <a:pt x="1192114" y="92811"/>
                  <a:pt x="1190700" y="95000"/>
                </a:cubicBezTo>
                <a:cubicBezTo>
                  <a:pt x="1189286" y="97187"/>
                  <a:pt x="1188578" y="99615"/>
                  <a:pt x="1188578" y="102284"/>
                </a:cubicBezTo>
                <a:cubicBezTo>
                  <a:pt x="1188578" y="106374"/>
                  <a:pt x="1190120" y="109782"/>
                  <a:pt x="1193203" y="112510"/>
                </a:cubicBezTo>
                <a:cubicBezTo>
                  <a:pt x="1196287" y="115236"/>
                  <a:pt x="1200798" y="116599"/>
                  <a:pt x="1206739" y="116599"/>
                </a:cubicBezTo>
                <a:cubicBezTo>
                  <a:pt x="1212622" y="116599"/>
                  <a:pt x="1217856" y="115306"/>
                  <a:pt x="1222438" y="112720"/>
                </a:cubicBezTo>
                <a:cubicBezTo>
                  <a:pt x="1227021" y="110133"/>
                  <a:pt x="1230387" y="106595"/>
                  <a:pt x="1232537" y="102104"/>
                </a:cubicBezTo>
                <a:cubicBezTo>
                  <a:pt x="1234177" y="98635"/>
                  <a:pt x="1234997" y="93519"/>
                  <a:pt x="1234997" y="86755"/>
                </a:cubicBezTo>
                <a:lnTo>
                  <a:pt x="1234997" y="81127"/>
                </a:lnTo>
                <a:close/>
                <a:moveTo>
                  <a:pt x="1273753" y="126443"/>
                </a:moveTo>
                <a:lnTo>
                  <a:pt x="1273753" y="2037"/>
                </a:lnTo>
                <a:lnTo>
                  <a:pt x="1289028" y="2037"/>
                </a:lnTo>
                <a:lnTo>
                  <a:pt x="1289028" y="126443"/>
                </a:lnTo>
                <a:lnTo>
                  <a:pt x="1273753" y="126443"/>
                </a:lnTo>
                <a:close/>
                <a:moveTo>
                  <a:pt x="1419799" y="115316"/>
                </a:moveTo>
                <a:cubicBezTo>
                  <a:pt x="1414142" y="120128"/>
                  <a:pt x="1408696" y="123525"/>
                  <a:pt x="1403463" y="125507"/>
                </a:cubicBezTo>
                <a:cubicBezTo>
                  <a:pt x="1398230" y="127489"/>
                  <a:pt x="1392615" y="128480"/>
                  <a:pt x="1386618" y="128480"/>
                </a:cubicBezTo>
                <a:cubicBezTo>
                  <a:pt x="1376718" y="128480"/>
                  <a:pt x="1369109" y="126060"/>
                  <a:pt x="1363791" y="121219"/>
                </a:cubicBezTo>
                <a:cubicBezTo>
                  <a:pt x="1358473" y="116378"/>
                  <a:pt x="1355814" y="110193"/>
                  <a:pt x="1355814" y="102664"/>
                </a:cubicBezTo>
                <a:cubicBezTo>
                  <a:pt x="1355814" y="98249"/>
                  <a:pt x="1356818" y="94216"/>
                  <a:pt x="1358826" y="90566"/>
                </a:cubicBezTo>
                <a:cubicBezTo>
                  <a:pt x="1360835" y="86913"/>
                  <a:pt x="1363465" y="83983"/>
                  <a:pt x="1366718" y="81774"/>
                </a:cubicBezTo>
                <a:cubicBezTo>
                  <a:pt x="1369971" y="79566"/>
                  <a:pt x="1373634" y="77897"/>
                  <a:pt x="1377708" y="76765"/>
                </a:cubicBezTo>
                <a:cubicBezTo>
                  <a:pt x="1380706" y="75971"/>
                  <a:pt x="1385232" y="75207"/>
                  <a:pt x="1391286" y="74471"/>
                </a:cubicBezTo>
                <a:cubicBezTo>
                  <a:pt x="1403619" y="73011"/>
                  <a:pt x="1412699" y="71269"/>
                  <a:pt x="1418526" y="69247"/>
                </a:cubicBezTo>
                <a:cubicBezTo>
                  <a:pt x="1418583" y="67162"/>
                  <a:pt x="1418611" y="65838"/>
                  <a:pt x="1418611" y="65274"/>
                </a:cubicBezTo>
                <a:cubicBezTo>
                  <a:pt x="1418611" y="59074"/>
                  <a:pt x="1417168" y="54706"/>
                  <a:pt x="1414283" y="52171"/>
                </a:cubicBezTo>
                <a:cubicBezTo>
                  <a:pt x="1410379" y="48733"/>
                  <a:pt x="1404581" y="47013"/>
                  <a:pt x="1396886" y="47013"/>
                </a:cubicBezTo>
                <a:cubicBezTo>
                  <a:pt x="1389702" y="47013"/>
                  <a:pt x="1384398" y="48272"/>
                  <a:pt x="1380975" y="50790"/>
                </a:cubicBezTo>
                <a:cubicBezTo>
                  <a:pt x="1377552" y="53307"/>
                  <a:pt x="1375021" y="57762"/>
                  <a:pt x="1373380" y="64155"/>
                </a:cubicBezTo>
                <a:lnTo>
                  <a:pt x="1358444" y="62118"/>
                </a:lnTo>
                <a:cubicBezTo>
                  <a:pt x="1359802" y="55706"/>
                  <a:pt x="1362037" y="50528"/>
                  <a:pt x="1365148" y="46584"/>
                </a:cubicBezTo>
                <a:cubicBezTo>
                  <a:pt x="1368260" y="42639"/>
                  <a:pt x="1372758" y="39604"/>
                  <a:pt x="1378641" y="37477"/>
                </a:cubicBezTo>
                <a:cubicBezTo>
                  <a:pt x="1384525" y="35348"/>
                  <a:pt x="1391342" y="34284"/>
                  <a:pt x="1399093" y="34284"/>
                </a:cubicBezTo>
                <a:cubicBezTo>
                  <a:pt x="1406787" y="34284"/>
                  <a:pt x="1413038" y="35189"/>
                  <a:pt x="1417847" y="37000"/>
                </a:cubicBezTo>
                <a:cubicBezTo>
                  <a:pt x="1422656" y="38810"/>
                  <a:pt x="1426192" y="41087"/>
                  <a:pt x="1428455" y="43831"/>
                </a:cubicBezTo>
                <a:cubicBezTo>
                  <a:pt x="1430718" y="46575"/>
                  <a:pt x="1432302" y="50040"/>
                  <a:pt x="1433207" y="54226"/>
                </a:cubicBezTo>
                <a:cubicBezTo>
                  <a:pt x="1433716" y="56829"/>
                  <a:pt x="1433971" y="61524"/>
                  <a:pt x="1433971" y="68313"/>
                </a:cubicBezTo>
                <a:lnTo>
                  <a:pt x="1433971" y="88680"/>
                </a:lnTo>
                <a:cubicBezTo>
                  <a:pt x="1433971" y="102880"/>
                  <a:pt x="1434296" y="111861"/>
                  <a:pt x="1434947" y="115624"/>
                </a:cubicBezTo>
                <a:cubicBezTo>
                  <a:pt x="1435597" y="119386"/>
                  <a:pt x="1436884" y="122992"/>
                  <a:pt x="1438808" y="126443"/>
                </a:cubicBezTo>
                <a:lnTo>
                  <a:pt x="1422854" y="126443"/>
                </a:lnTo>
                <a:cubicBezTo>
                  <a:pt x="1421270" y="123272"/>
                  <a:pt x="1420252" y="119563"/>
                  <a:pt x="1419799" y="115316"/>
                </a:cubicBezTo>
                <a:moveTo>
                  <a:pt x="1418526" y="81127"/>
                </a:moveTo>
                <a:cubicBezTo>
                  <a:pt x="1412982" y="83410"/>
                  <a:pt x="1404665" y="85349"/>
                  <a:pt x="1393577" y="86946"/>
                </a:cubicBezTo>
                <a:cubicBezTo>
                  <a:pt x="1387297" y="87854"/>
                  <a:pt x="1382856" y="88877"/>
                  <a:pt x="1380254" y="90014"/>
                </a:cubicBezTo>
                <a:cubicBezTo>
                  <a:pt x="1377651" y="91149"/>
                  <a:pt x="1375643" y="92811"/>
                  <a:pt x="1374228" y="95000"/>
                </a:cubicBezTo>
                <a:cubicBezTo>
                  <a:pt x="1372814" y="97187"/>
                  <a:pt x="1372107" y="99615"/>
                  <a:pt x="1372107" y="102284"/>
                </a:cubicBezTo>
                <a:cubicBezTo>
                  <a:pt x="1372107" y="106374"/>
                  <a:pt x="1373649" y="109782"/>
                  <a:pt x="1376732" y="112510"/>
                </a:cubicBezTo>
                <a:cubicBezTo>
                  <a:pt x="1379815" y="115236"/>
                  <a:pt x="1384327" y="116599"/>
                  <a:pt x="1390267" y="116599"/>
                </a:cubicBezTo>
                <a:cubicBezTo>
                  <a:pt x="1396151" y="116599"/>
                  <a:pt x="1401384" y="115306"/>
                  <a:pt x="1405967" y="112720"/>
                </a:cubicBezTo>
                <a:cubicBezTo>
                  <a:pt x="1410549" y="110133"/>
                  <a:pt x="1413915" y="106595"/>
                  <a:pt x="1416065" y="102104"/>
                </a:cubicBezTo>
                <a:cubicBezTo>
                  <a:pt x="1417706" y="98635"/>
                  <a:pt x="1418526" y="93519"/>
                  <a:pt x="1418526" y="86755"/>
                </a:cubicBezTo>
                <a:lnTo>
                  <a:pt x="1418526" y="81127"/>
                </a:lnTo>
                <a:close/>
                <a:moveTo>
                  <a:pt x="1516090" y="126443"/>
                </a:moveTo>
                <a:lnTo>
                  <a:pt x="1516090" y="115072"/>
                </a:lnTo>
                <a:cubicBezTo>
                  <a:pt x="1510376" y="124011"/>
                  <a:pt x="1501975" y="128480"/>
                  <a:pt x="1490886" y="128480"/>
                </a:cubicBezTo>
                <a:cubicBezTo>
                  <a:pt x="1483701" y="128480"/>
                  <a:pt x="1477096" y="126500"/>
                  <a:pt x="1471071" y="122540"/>
                </a:cubicBezTo>
                <a:cubicBezTo>
                  <a:pt x="1465046" y="118580"/>
                  <a:pt x="1460379" y="113049"/>
                  <a:pt x="1457069" y="105949"/>
                </a:cubicBezTo>
                <a:cubicBezTo>
                  <a:pt x="1453759" y="98849"/>
                  <a:pt x="1452105" y="90688"/>
                  <a:pt x="1452105" y="81467"/>
                </a:cubicBezTo>
                <a:cubicBezTo>
                  <a:pt x="1452105" y="72472"/>
                  <a:pt x="1453604" y="64311"/>
                  <a:pt x="1456602" y="56984"/>
                </a:cubicBezTo>
                <a:cubicBezTo>
                  <a:pt x="1459601" y="49658"/>
                  <a:pt x="1464098" y="44043"/>
                  <a:pt x="1470095" y="40139"/>
                </a:cubicBezTo>
                <a:cubicBezTo>
                  <a:pt x="1476092" y="36236"/>
                  <a:pt x="1482796" y="34284"/>
                  <a:pt x="1490207" y="34284"/>
                </a:cubicBezTo>
                <a:cubicBezTo>
                  <a:pt x="1495638" y="34284"/>
                  <a:pt x="1500476" y="35430"/>
                  <a:pt x="1504719" y="37721"/>
                </a:cubicBezTo>
                <a:cubicBezTo>
                  <a:pt x="1508962" y="40012"/>
                  <a:pt x="1512413" y="42996"/>
                  <a:pt x="1515072" y="46674"/>
                </a:cubicBezTo>
                <a:lnTo>
                  <a:pt x="1515072" y="2037"/>
                </a:lnTo>
                <a:lnTo>
                  <a:pt x="1530262" y="2037"/>
                </a:lnTo>
                <a:lnTo>
                  <a:pt x="1530262" y="126443"/>
                </a:lnTo>
                <a:lnTo>
                  <a:pt x="1516090" y="126443"/>
                </a:lnTo>
                <a:moveTo>
                  <a:pt x="1467804" y="81424"/>
                </a:moveTo>
                <a:cubicBezTo>
                  <a:pt x="1467804" y="92923"/>
                  <a:pt x="1470237" y="101519"/>
                  <a:pt x="1475102" y="107212"/>
                </a:cubicBezTo>
                <a:cubicBezTo>
                  <a:pt x="1479967" y="112904"/>
                  <a:pt x="1485710" y="115751"/>
                  <a:pt x="1492329" y="115751"/>
                </a:cubicBezTo>
                <a:cubicBezTo>
                  <a:pt x="1499005" y="115751"/>
                  <a:pt x="1504676" y="113032"/>
                  <a:pt x="1509344" y="107594"/>
                </a:cubicBezTo>
                <a:cubicBezTo>
                  <a:pt x="1514011" y="102154"/>
                  <a:pt x="1516345" y="93853"/>
                  <a:pt x="1516345" y="82692"/>
                </a:cubicBezTo>
                <a:cubicBezTo>
                  <a:pt x="1516345" y="70405"/>
                  <a:pt x="1513968" y="61387"/>
                  <a:pt x="1509216" y="55637"/>
                </a:cubicBezTo>
                <a:cubicBezTo>
                  <a:pt x="1504464" y="49888"/>
                  <a:pt x="1498609" y="47013"/>
                  <a:pt x="1491650" y="47013"/>
                </a:cubicBezTo>
                <a:cubicBezTo>
                  <a:pt x="1484861" y="47013"/>
                  <a:pt x="1479189" y="49776"/>
                  <a:pt x="1474635" y="55300"/>
                </a:cubicBezTo>
                <a:cubicBezTo>
                  <a:pt x="1470081" y="60823"/>
                  <a:pt x="1467804" y="69531"/>
                  <a:pt x="1467804" y="81424"/>
                </a:cubicBezTo>
                <a:close/>
                <a:moveTo>
                  <a:pt x="1612721" y="126443"/>
                </a:moveTo>
                <a:lnTo>
                  <a:pt x="1612721" y="115072"/>
                </a:lnTo>
                <a:cubicBezTo>
                  <a:pt x="1607007" y="124011"/>
                  <a:pt x="1598605" y="128480"/>
                  <a:pt x="1587517" y="128480"/>
                </a:cubicBezTo>
                <a:cubicBezTo>
                  <a:pt x="1580332" y="128480"/>
                  <a:pt x="1573727" y="126500"/>
                  <a:pt x="1567702" y="122540"/>
                </a:cubicBezTo>
                <a:cubicBezTo>
                  <a:pt x="1561677" y="118580"/>
                  <a:pt x="1557009" y="113049"/>
                  <a:pt x="1553700" y="105949"/>
                </a:cubicBezTo>
                <a:cubicBezTo>
                  <a:pt x="1550390" y="98849"/>
                  <a:pt x="1548735" y="90688"/>
                  <a:pt x="1548735" y="81467"/>
                </a:cubicBezTo>
                <a:cubicBezTo>
                  <a:pt x="1548735" y="72472"/>
                  <a:pt x="1550234" y="64311"/>
                  <a:pt x="1553233" y="56984"/>
                </a:cubicBezTo>
                <a:cubicBezTo>
                  <a:pt x="1556231" y="49658"/>
                  <a:pt x="1560729" y="44043"/>
                  <a:pt x="1566726" y="40139"/>
                </a:cubicBezTo>
                <a:cubicBezTo>
                  <a:pt x="1572723" y="36236"/>
                  <a:pt x="1579427" y="34284"/>
                  <a:pt x="1586838" y="34284"/>
                </a:cubicBezTo>
                <a:cubicBezTo>
                  <a:pt x="1592269" y="34284"/>
                  <a:pt x="1597106" y="35430"/>
                  <a:pt x="1601349" y="37721"/>
                </a:cubicBezTo>
                <a:cubicBezTo>
                  <a:pt x="1605592" y="40012"/>
                  <a:pt x="1609043" y="42996"/>
                  <a:pt x="1611702" y="46674"/>
                </a:cubicBezTo>
                <a:lnTo>
                  <a:pt x="1611702" y="2037"/>
                </a:lnTo>
                <a:lnTo>
                  <a:pt x="1626892" y="2037"/>
                </a:lnTo>
                <a:lnTo>
                  <a:pt x="1626892" y="126443"/>
                </a:lnTo>
                <a:lnTo>
                  <a:pt x="1612721" y="126443"/>
                </a:lnTo>
                <a:moveTo>
                  <a:pt x="1564435" y="81424"/>
                </a:moveTo>
                <a:cubicBezTo>
                  <a:pt x="1564435" y="92923"/>
                  <a:pt x="1566867" y="101519"/>
                  <a:pt x="1571733" y="107212"/>
                </a:cubicBezTo>
                <a:cubicBezTo>
                  <a:pt x="1576598" y="112904"/>
                  <a:pt x="1582340" y="115751"/>
                  <a:pt x="1588959" y="115751"/>
                </a:cubicBezTo>
                <a:cubicBezTo>
                  <a:pt x="1595635" y="115751"/>
                  <a:pt x="1601307" y="113032"/>
                  <a:pt x="1605974" y="107594"/>
                </a:cubicBezTo>
                <a:cubicBezTo>
                  <a:pt x="1610642" y="102154"/>
                  <a:pt x="1612975" y="93853"/>
                  <a:pt x="1612975" y="82692"/>
                </a:cubicBezTo>
                <a:cubicBezTo>
                  <a:pt x="1612975" y="70405"/>
                  <a:pt x="1610599" y="61387"/>
                  <a:pt x="1605847" y="55637"/>
                </a:cubicBezTo>
                <a:cubicBezTo>
                  <a:pt x="1601095" y="49888"/>
                  <a:pt x="1595239" y="47013"/>
                  <a:pt x="1588281" y="47013"/>
                </a:cubicBezTo>
                <a:cubicBezTo>
                  <a:pt x="1581492" y="47013"/>
                  <a:pt x="1575820" y="49776"/>
                  <a:pt x="1571266" y="55300"/>
                </a:cubicBezTo>
                <a:cubicBezTo>
                  <a:pt x="1566712" y="60823"/>
                  <a:pt x="1564435" y="69531"/>
                  <a:pt x="1564435" y="81424"/>
                </a:cubicBezTo>
                <a:close/>
                <a:moveTo>
                  <a:pt x="1650712" y="126443"/>
                </a:moveTo>
                <a:lnTo>
                  <a:pt x="1650712" y="36321"/>
                </a:lnTo>
                <a:lnTo>
                  <a:pt x="1664459" y="36321"/>
                </a:lnTo>
                <a:lnTo>
                  <a:pt x="1664459" y="49898"/>
                </a:lnTo>
                <a:cubicBezTo>
                  <a:pt x="1667967" y="43541"/>
                  <a:pt x="1671206" y="39349"/>
                  <a:pt x="1674176" y="37323"/>
                </a:cubicBezTo>
                <a:cubicBezTo>
                  <a:pt x="1677146" y="35297"/>
                  <a:pt x="1680413" y="34284"/>
                  <a:pt x="1683978" y="34284"/>
                </a:cubicBezTo>
                <a:cubicBezTo>
                  <a:pt x="1689126" y="34284"/>
                  <a:pt x="1694359" y="35918"/>
                  <a:pt x="1699677" y="39185"/>
                </a:cubicBezTo>
                <a:lnTo>
                  <a:pt x="1694416" y="53293"/>
                </a:lnTo>
                <a:cubicBezTo>
                  <a:pt x="1690682" y="51087"/>
                  <a:pt x="1686948" y="49983"/>
                  <a:pt x="1683214" y="49983"/>
                </a:cubicBezTo>
                <a:cubicBezTo>
                  <a:pt x="1679876" y="49983"/>
                  <a:pt x="1676878" y="50989"/>
                  <a:pt x="1674219" y="53001"/>
                </a:cubicBezTo>
                <a:cubicBezTo>
                  <a:pt x="1671560" y="55011"/>
                  <a:pt x="1669664" y="57800"/>
                  <a:pt x="1668533" y="61368"/>
                </a:cubicBezTo>
                <a:cubicBezTo>
                  <a:pt x="1666836" y="66804"/>
                  <a:pt x="1665987" y="72751"/>
                  <a:pt x="1665987" y="79207"/>
                </a:cubicBezTo>
                <a:lnTo>
                  <a:pt x="1665987" y="126443"/>
                </a:lnTo>
                <a:lnTo>
                  <a:pt x="1650712" y="126443"/>
                </a:lnTo>
                <a:close/>
                <a:moveTo>
                  <a:pt x="1770450" y="97421"/>
                </a:moveTo>
                <a:lnTo>
                  <a:pt x="1786234" y="99373"/>
                </a:lnTo>
                <a:cubicBezTo>
                  <a:pt x="1783745" y="108594"/>
                  <a:pt x="1779134" y="115751"/>
                  <a:pt x="1772402" y="120843"/>
                </a:cubicBezTo>
                <a:cubicBezTo>
                  <a:pt x="1765669" y="125934"/>
                  <a:pt x="1757070" y="128480"/>
                  <a:pt x="1746604" y="128480"/>
                </a:cubicBezTo>
                <a:cubicBezTo>
                  <a:pt x="1733422" y="128480"/>
                  <a:pt x="1722970" y="124421"/>
                  <a:pt x="1715247" y="116302"/>
                </a:cubicBezTo>
                <a:cubicBezTo>
                  <a:pt x="1707525" y="108184"/>
                  <a:pt x="1703664" y="96798"/>
                  <a:pt x="1703664" y="82146"/>
                </a:cubicBezTo>
                <a:cubicBezTo>
                  <a:pt x="1703664" y="66984"/>
                  <a:pt x="1707567" y="55216"/>
                  <a:pt x="1715375" y="46843"/>
                </a:cubicBezTo>
                <a:cubicBezTo>
                  <a:pt x="1723182" y="38470"/>
                  <a:pt x="1733309" y="34284"/>
                  <a:pt x="1745755" y="34284"/>
                </a:cubicBezTo>
                <a:cubicBezTo>
                  <a:pt x="1757805" y="34284"/>
                  <a:pt x="1767649" y="38379"/>
                  <a:pt x="1775287" y="46570"/>
                </a:cubicBezTo>
                <a:cubicBezTo>
                  <a:pt x="1782924" y="54759"/>
                  <a:pt x="1786743" y="66281"/>
                  <a:pt x="1786743" y="81135"/>
                </a:cubicBezTo>
                <a:cubicBezTo>
                  <a:pt x="1786743" y="82039"/>
                  <a:pt x="1786715" y="83394"/>
                  <a:pt x="1786658" y="85201"/>
                </a:cubicBezTo>
                <a:lnTo>
                  <a:pt x="1719448" y="85201"/>
                </a:lnTo>
                <a:cubicBezTo>
                  <a:pt x="1720014" y="95073"/>
                  <a:pt x="1722814" y="102633"/>
                  <a:pt x="1727849" y="107880"/>
                </a:cubicBezTo>
                <a:cubicBezTo>
                  <a:pt x="1732884" y="113127"/>
                  <a:pt x="1739164" y="115751"/>
                  <a:pt x="1746689" y="115751"/>
                </a:cubicBezTo>
                <a:cubicBezTo>
                  <a:pt x="1752289" y="115751"/>
                  <a:pt x="1757070" y="114294"/>
                  <a:pt x="1761030" y="111380"/>
                </a:cubicBezTo>
                <a:cubicBezTo>
                  <a:pt x="1764990" y="108465"/>
                  <a:pt x="1768130" y="103812"/>
                  <a:pt x="1770450" y="97421"/>
                </a:cubicBezTo>
                <a:moveTo>
                  <a:pt x="1720297" y="72472"/>
                </a:moveTo>
                <a:lnTo>
                  <a:pt x="1770619" y="72472"/>
                </a:lnTo>
                <a:cubicBezTo>
                  <a:pt x="1769941" y="65014"/>
                  <a:pt x="1768017" y="59421"/>
                  <a:pt x="1764849" y="55693"/>
                </a:cubicBezTo>
                <a:cubicBezTo>
                  <a:pt x="1759984" y="49906"/>
                  <a:pt x="1753675" y="47013"/>
                  <a:pt x="1745925" y="47013"/>
                </a:cubicBezTo>
                <a:cubicBezTo>
                  <a:pt x="1738910" y="47013"/>
                  <a:pt x="1733012" y="49323"/>
                  <a:pt x="1728231" y="53943"/>
                </a:cubicBezTo>
                <a:cubicBezTo>
                  <a:pt x="1723451" y="58561"/>
                  <a:pt x="1720806" y="64737"/>
                  <a:pt x="1720297" y="72472"/>
                </a:cubicBezTo>
                <a:close/>
                <a:moveTo>
                  <a:pt x="1799276" y="99457"/>
                </a:moveTo>
                <a:lnTo>
                  <a:pt x="1814381" y="97081"/>
                </a:lnTo>
                <a:cubicBezTo>
                  <a:pt x="1815230" y="103108"/>
                  <a:pt x="1817592" y="107727"/>
                  <a:pt x="1821467" y="110938"/>
                </a:cubicBezTo>
                <a:cubicBezTo>
                  <a:pt x="1825343" y="114146"/>
                  <a:pt x="1830760" y="115751"/>
                  <a:pt x="1837718" y="115751"/>
                </a:cubicBezTo>
                <a:cubicBezTo>
                  <a:pt x="1844733" y="115751"/>
                  <a:pt x="1849938" y="114334"/>
                  <a:pt x="1853333" y="111500"/>
                </a:cubicBezTo>
                <a:cubicBezTo>
                  <a:pt x="1856727" y="108664"/>
                  <a:pt x="1858424" y="105339"/>
                  <a:pt x="1858424" y="101523"/>
                </a:cubicBezTo>
                <a:cubicBezTo>
                  <a:pt x="1858424" y="98099"/>
                  <a:pt x="1856925" y="95404"/>
                  <a:pt x="1853927" y="93440"/>
                </a:cubicBezTo>
                <a:cubicBezTo>
                  <a:pt x="1851833" y="92093"/>
                  <a:pt x="1846629" y="90381"/>
                  <a:pt x="1838312" y="88304"/>
                </a:cubicBezTo>
                <a:cubicBezTo>
                  <a:pt x="1827110" y="85473"/>
                  <a:pt x="1819346" y="83024"/>
                  <a:pt x="1815018" y="80958"/>
                </a:cubicBezTo>
                <a:cubicBezTo>
                  <a:pt x="1810690" y="78891"/>
                  <a:pt x="1807409" y="76031"/>
                  <a:pt x="1805174" y="72379"/>
                </a:cubicBezTo>
                <a:cubicBezTo>
                  <a:pt x="1802939" y="68726"/>
                  <a:pt x="1801822" y="64692"/>
                  <a:pt x="1801822" y="60275"/>
                </a:cubicBezTo>
                <a:cubicBezTo>
                  <a:pt x="1801822" y="56255"/>
                  <a:pt x="1802741" y="52532"/>
                  <a:pt x="1804580" y="49106"/>
                </a:cubicBezTo>
                <a:cubicBezTo>
                  <a:pt x="1806418" y="45679"/>
                  <a:pt x="1808922" y="42834"/>
                  <a:pt x="1812090" y="40569"/>
                </a:cubicBezTo>
                <a:cubicBezTo>
                  <a:pt x="1814466" y="38813"/>
                  <a:pt x="1817705" y="37327"/>
                  <a:pt x="1821807" y="36111"/>
                </a:cubicBezTo>
                <a:cubicBezTo>
                  <a:pt x="1825908" y="34893"/>
                  <a:pt x="1830307" y="34284"/>
                  <a:pt x="1835003" y="34284"/>
                </a:cubicBezTo>
                <a:cubicBezTo>
                  <a:pt x="1842074" y="34284"/>
                  <a:pt x="1848283" y="35309"/>
                  <a:pt x="1853630" y="37360"/>
                </a:cubicBezTo>
                <a:cubicBezTo>
                  <a:pt x="1858976" y="39409"/>
                  <a:pt x="1862922" y="42186"/>
                  <a:pt x="1865468" y="45690"/>
                </a:cubicBezTo>
                <a:cubicBezTo>
                  <a:pt x="1868014" y="49192"/>
                  <a:pt x="1869767" y="53876"/>
                  <a:pt x="1870729" y="59742"/>
                </a:cubicBezTo>
                <a:lnTo>
                  <a:pt x="1855794" y="61779"/>
                </a:lnTo>
                <a:cubicBezTo>
                  <a:pt x="1855115" y="57140"/>
                  <a:pt x="1853149" y="53519"/>
                  <a:pt x="1849896" y="50917"/>
                </a:cubicBezTo>
                <a:cubicBezTo>
                  <a:pt x="1846643" y="48314"/>
                  <a:pt x="1842046" y="47013"/>
                  <a:pt x="1836106" y="47013"/>
                </a:cubicBezTo>
                <a:cubicBezTo>
                  <a:pt x="1829091" y="47013"/>
                  <a:pt x="1824084" y="48168"/>
                  <a:pt x="1821085" y="50477"/>
                </a:cubicBezTo>
                <a:cubicBezTo>
                  <a:pt x="1818087" y="52784"/>
                  <a:pt x="1816588" y="55486"/>
                  <a:pt x="1816588" y="58583"/>
                </a:cubicBezTo>
                <a:cubicBezTo>
                  <a:pt x="1816588" y="60553"/>
                  <a:pt x="1817210" y="62326"/>
                  <a:pt x="1818455" y="63903"/>
                </a:cubicBezTo>
                <a:cubicBezTo>
                  <a:pt x="1819699" y="65535"/>
                  <a:pt x="1821651" y="66886"/>
                  <a:pt x="1824310" y="67955"/>
                </a:cubicBezTo>
                <a:cubicBezTo>
                  <a:pt x="1825838" y="68519"/>
                  <a:pt x="1830335" y="69814"/>
                  <a:pt x="1837803" y="71840"/>
                </a:cubicBezTo>
                <a:cubicBezTo>
                  <a:pt x="1848609" y="74724"/>
                  <a:pt x="1856147" y="77084"/>
                  <a:pt x="1860419" y="78921"/>
                </a:cubicBezTo>
                <a:cubicBezTo>
                  <a:pt x="1864690" y="80758"/>
                  <a:pt x="1868042" y="83429"/>
                  <a:pt x="1870475" y="86935"/>
                </a:cubicBezTo>
                <a:cubicBezTo>
                  <a:pt x="1872907" y="90439"/>
                  <a:pt x="1874124" y="94791"/>
                  <a:pt x="1874124" y="99991"/>
                </a:cubicBezTo>
                <a:cubicBezTo>
                  <a:pt x="1874124" y="105079"/>
                  <a:pt x="1872639" y="109870"/>
                  <a:pt x="1869668" y="114364"/>
                </a:cubicBezTo>
                <a:cubicBezTo>
                  <a:pt x="1866698" y="118856"/>
                  <a:pt x="1862413" y="122332"/>
                  <a:pt x="1856812" y="124791"/>
                </a:cubicBezTo>
                <a:cubicBezTo>
                  <a:pt x="1851211" y="127250"/>
                  <a:pt x="1844875" y="128480"/>
                  <a:pt x="1837803" y="128480"/>
                </a:cubicBezTo>
                <a:cubicBezTo>
                  <a:pt x="1826092" y="128480"/>
                  <a:pt x="1817168" y="126040"/>
                  <a:pt x="1811029" y="121161"/>
                </a:cubicBezTo>
                <a:cubicBezTo>
                  <a:pt x="1804891" y="116281"/>
                  <a:pt x="1800973" y="109047"/>
                  <a:pt x="1799276" y="99457"/>
                </a:cubicBezTo>
                <a:close/>
                <a:moveTo>
                  <a:pt x="1886174" y="99457"/>
                </a:moveTo>
                <a:lnTo>
                  <a:pt x="1901280" y="97081"/>
                </a:lnTo>
                <a:cubicBezTo>
                  <a:pt x="1902128" y="103108"/>
                  <a:pt x="1904490" y="107727"/>
                  <a:pt x="1908365" y="110938"/>
                </a:cubicBezTo>
                <a:cubicBezTo>
                  <a:pt x="1912241" y="114146"/>
                  <a:pt x="1917658" y="115751"/>
                  <a:pt x="1924616" y="115751"/>
                </a:cubicBezTo>
                <a:cubicBezTo>
                  <a:pt x="1931632" y="115751"/>
                  <a:pt x="1936836" y="114334"/>
                  <a:pt x="1940231" y="111500"/>
                </a:cubicBezTo>
                <a:cubicBezTo>
                  <a:pt x="1943625" y="108664"/>
                  <a:pt x="1945323" y="105339"/>
                  <a:pt x="1945323" y="101523"/>
                </a:cubicBezTo>
                <a:cubicBezTo>
                  <a:pt x="1945323" y="98099"/>
                  <a:pt x="1943823" y="95404"/>
                  <a:pt x="1940825" y="93440"/>
                </a:cubicBezTo>
                <a:cubicBezTo>
                  <a:pt x="1938732" y="92093"/>
                  <a:pt x="1933527" y="90381"/>
                  <a:pt x="1925210" y="88304"/>
                </a:cubicBezTo>
                <a:cubicBezTo>
                  <a:pt x="1914009" y="85473"/>
                  <a:pt x="1906244" y="83024"/>
                  <a:pt x="1901916" y="80958"/>
                </a:cubicBezTo>
                <a:cubicBezTo>
                  <a:pt x="1897588" y="78891"/>
                  <a:pt x="1894307" y="76031"/>
                  <a:pt x="1892072" y="72379"/>
                </a:cubicBezTo>
                <a:cubicBezTo>
                  <a:pt x="1889837" y="68726"/>
                  <a:pt x="1888720" y="64692"/>
                  <a:pt x="1888720" y="60275"/>
                </a:cubicBezTo>
                <a:cubicBezTo>
                  <a:pt x="1888720" y="56255"/>
                  <a:pt x="1889639" y="52532"/>
                  <a:pt x="1891478" y="49106"/>
                </a:cubicBezTo>
                <a:cubicBezTo>
                  <a:pt x="1893317" y="45679"/>
                  <a:pt x="1895820" y="42834"/>
                  <a:pt x="1898988" y="40569"/>
                </a:cubicBezTo>
                <a:cubicBezTo>
                  <a:pt x="1901364" y="38813"/>
                  <a:pt x="1904603" y="37327"/>
                  <a:pt x="1908705" y="36111"/>
                </a:cubicBezTo>
                <a:cubicBezTo>
                  <a:pt x="1912807" y="34893"/>
                  <a:pt x="1917205" y="34284"/>
                  <a:pt x="1921901" y="34284"/>
                </a:cubicBezTo>
                <a:cubicBezTo>
                  <a:pt x="1928973" y="34284"/>
                  <a:pt x="1935182" y="35309"/>
                  <a:pt x="1940528" y="37360"/>
                </a:cubicBezTo>
                <a:cubicBezTo>
                  <a:pt x="1945874" y="39409"/>
                  <a:pt x="1949820" y="42186"/>
                  <a:pt x="1952366" y="45690"/>
                </a:cubicBezTo>
                <a:cubicBezTo>
                  <a:pt x="1954912" y="49192"/>
                  <a:pt x="1956666" y="53876"/>
                  <a:pt x="1957627" y="59742"/>
                </a:cubicBezTo>
                <a:lnTo>
                  <a:pt x="1942692" y="61779"/>
                </a:lnTo>
                <a:cubicBezTo>
                  <a:pt x="1942013" y="57140"/>
                  <a:pt x="1940047" y="53519"/>
                  <a:pt x="1936794" y="50917"/>
                </a:cubicBezTo>
                <a:cubicBezTo>
                  <a:pt x="1933541" y="48314"/>
                  <a:pt x="1928944" y="47013"/>
                  <a:pt x="1923004" y="47013"/>
                </a:cubicBezTo>
                <a:cubicBezTo>
                  <a:pt x="1915989" y="47013"/>
                  <a:pt x="1910982" y="48168"/>
                  <a:pt x="1907984" y="50477"/>
                </a:cubicBezTo>
                <a:cubicBezTo>
                  <a:pt x="1904985" y="52784"/>
                  <a:pt x="1903486" y="55486"/>
                  <a:pt x="1903486" y="58583"/>
                </a:cubicBezTo>
                <a:cubicBezTo>
                  <a:pt x="1903486" y="60553"/>
                  <a:pt x="1904108" y="62326"/>
                  <a:pt x="1905353" y="63903"/>
                </a:cubicBezTo>
                <a:cubicBezTo>
                  <a:pt x="1906598" y="65535"/>
                  <a:pt x="1908549" y="66886"/>
                  <a:pt x="1911208" y="67955"/>
                </a:cubicBezTo>
                <a:cubicBezTo>
                  <a:pt x="1912736" y="68519"/>
                  <a:pt x="1917233" y="69814"/>
                  <a:pt x="1924701" y="71840"/>
                </a:cubicBezTo>
                <a:cubicBezTo>
                  <a:pt x="1935507" y="74724"/>
                  <a:pt x="1943045" y="77084"/>
                  <a:pt x="1947317" y="78921"/>
                </a:cubicBezTo>
                <a:cubicBezTo>
                  <a:pt x="1951588" y="80758"/>
                  <a:pt x="1954940" y="83429"/>
                  <a:pt x="1957373" y="86935"/>
                </a:cubicBezTo>
                <a:cubicBezTo>
                  <a:pt x="1959806" y="90439"/>
                  <a:pt x="1961022" y="94791"/>
                  <a:pt x="1961022" y="99991"/>
                </a:cubicBezTo>
                <a:cubicBezTo>
                  <a:pt x="1961022" y="105079"/>
                  <a:pt x="1959537" y="109870"/>
                  <a:pt x="1956567" y="114364"/>
                </a:cubicBezTo>
                <a:cubicBezTo>
                  <a:pt x="1953597" y="118856"/>
                  <a:pt x="1949311" y="122332"/>
                  <a:pt x="1943710" y="124791"/>
                </a:cubicBezTo>
                <a:cubicBezTo>
                  <a:pt x="1938109" y="127250"/>
                  <a:pt x="1931773" y="128480"/>
                  <a:pt x="1924701" y="128480"/>
                </a:cubicBezTo>
                <a:cubicBezTo>
                  <a:pt x="1912990" y="128480"/>
                  <a:pt x="1904066" y="126040"/>
                  <a:pt x="1897928" y="121161"/>
                </a:cubicBezTo>
                <a:cubicBezTo>
                  <a:pt x="1891789" y="116281"/>
                  <a:pt x="1887871" y="109047"/>
                  <a:pt x="1886174" y="99457"/>
                </a:cubicBezTo>
                <a:close/>
                <a:moveTo>
                  <a:pt x="2021812" y="81382"/>
                </a:moveTo>
                <a:cubicBezTo>
                  <a:pt x="2021812" y="64693"/>
                  <a:pt x="2026451" y="52331"/>
                  <a:pt x="2035729" y="44298"/>
                </a:cubicBezTo>
                <a:cubicBezTo>
                  <a:pt x="2043480" y="37622"/>
                  <a:pt x="2052928" y="34284"/>
                  <a:pt x="2064073" y="34284"/>
                </a:cubicBezTo>
                <a:cubicBezTo>
                  <a:pt x="2076462" y="34284"/>
                  <a:pt x="2086589" y="38343"/>
                  <a:pt x="2094453" y="46462"/>
                </a:cubicBezTo>
                <a:cubicBezTo>
                  <a:pt x="2102317" y="54580"/>
                  <a:pt x="2106249" y="65796"/>
                  <a:pt x="2106249" y="80109"/>
                </a:cubicBezTo>
                <a:cubicBezTo>
                  <a:pt x="2106249" y="91707"/>
                  <a:pt x="2104509" y="100829"/>
                  <a:pt x="2101030" y="107477"/>
                </a:cubicBezTo>
                <a:cubicBezTo>
                  <a:pt x="2097550" y="114124"/>
                  <a:pt x="2092487" y="119287"/>
                  <a:pt x="2085840" y="122964"/>
                </a:cubicBezTo>
                <a:cubicBezTo>
                  <a:pt x="2079192" y="126641"/>
                  <a:pt x="2071937" y="128480"/>
                  <a:pt x="2064073" y="128480"/>
                </a:cubicBezTo>
                <a:cubicBezTo>
                  <a:pt x="2051457" y="128480"/>
                  <a:pt x="2041259" y="124435"/>
                  <a:pt x="2033480" y="116345"/>
                </a:cubicBezTo>
                <a:cubicBezTo>
                  <a:pt x="2025701" y="108255"/>
                  <a:pt x="2021812" y="96600"/>
                  <a:pt x="2021812" y="81382"/>
                </a:cubicBezTo>
                <a:moveTo>
                  <a:pt x="2037511" y="81340"/>
                </a:moveTo>
                <a:cubicBezTo>
                  <a:pt x="2037511" y="92838"/>
                  <a:pt x="2040029" y="101448"/>
                  <a:pt x="2045064" y="107169"/>
                </a:cubicBezTo>
                <a:cubicBezTo>
                  <a:pt x="2050099" y="112890"/>
                  <a:pt x="2056435" y="115751"/>
                  <a:pt x="2064073" y="115751"/>
                </a:cubicBezTo>
                <a:cubicBezTo>
                  <a:pt x="2071654" y="115751"/>
                  <a:pt x="2077962" y="112876"/>
                  <a:pt x="2082997" y="107127"/>
                </a:cubicBezTo>
                <a:cubicBezTo>
                  <a:pt x="2088032" y="101377"/>
                  <a:pt x="2090549" y="92613"/>
                  <a:pt x="2090549" y="80833"/>
                </a:cubicBezTo>
                <a:cubicBezTo>
                  <a:pt x="2090549" y="69729"/>
                  <a:pt x="2088018" y="61316"/>
                  <a:pt x="2082954" y="55595"/>
                </a:cubicBezTo>
                <a:cubicBezTo>
                  <a:pt x="2077891" y="49874"/>
                  <a:pt x="2071597" y="47013"/>
                  <a:pt x="2064073" y="47013"/>
                </a:cubicBezTo>
                <a:cubicBezTo>
                  <a:pt x="2056435" y="47013"/>
                  <a:pt x="2050099" y="49860"/>
                  <a:pt x="2045064" y="55552"/>
                </a:cubicBezTo>
                <a:cubicBezTo>
                  <a:pt x="2040029" y="61245"/>
                  <a:pt x="2037511" y="69841"/>
                  <a:pt x="2037511" y="81340"/>
                </a:cubicBezTo>
                <a:close/>
                <a:moveTo>
                  <a:pt x="2127777" y="126443"/>
                </a:moveTo>
                <a:lnTo>
                  <a:pt x="2127777" y="48201"/>
                </a:lnTo>
                <a:lnTo>
                  <a:pt x="2114284" y="48201"/>
                </a:lnTo>
                <a:lnTo>
                  <a:pt x="2114284" y="36321"/>
                </a:lnTo>
                <a:lnTo>
                  <a:pt x="2127777" y="36321"/>
                </a:lnTo>
                <a:lnTo>
                  <a:pt x="2127777" y="26753"/>
                </a:lnTo>
                <a:cubicBezTo>
                  <a:pt x="2127777" y="20713"/>
                  <a:pt x="2128314" y="16226"/>
                  <a:pt x="2129389" y="13291"/>
                </a:cubicBezTo>
                <a:cubicBezTo>
                  <a:pt x="2130860" y="9342"/>
                  <a:pt x="2133448" y="6139"/>
                  <a:pt x="2137154" y="3684"/>
                </a:cubicBezTo>
                <a:cubicBezTo>
                  <a:pt x="2140860" y="1228"/>
                  <a:pt x="2146050" y="0"/>
                  <a:pt x="2152726" y="0"/>
                </a:cubicBezTo>
                <a:cubicBezTo>
                  <a:pt x="2157026" y="0"/>
                  <a:pt x="2161778" y="509"/>
                  <a:pt x="2166983" y="1528"/>
                </a:cubicBezTo>
                <a:lnTo>
                  <a:pt x="2164692" y="14851"/>
                </a:lnTo>
                <a:cubicBezTo>
                  <a:pt x="2161523" y="14285"/>
                  <a:pt x="2158525" y="14002"/>
                  <a:pt x="2155696" y="14002"/>
                </a:cubicBezTo>
                <a:cubicBezTo>
                  <a:pt x="2151057" y="14002"/>
                  <a:pt x="2147776" y="14989"/>
                  <a:pt x="2145852" y="16962"/>
                </a:cubicBezTo>
                <a:cubicBezTo>
                  <a:pt x="2143929" y="18935"/>
                  <a:pt x="2142967" y="22626"/>
                  <a:pt x="2142967" y="28036"/>
                </a:cubicBezTo>
                <a:lnTo>
                  <a:pt x="2142967" y="36321"/>
                </a:lnTo>
                <a:lnTo>
                  <a:pt x="2160533" y="36321"/>
                </a:lnTo>
                <a:lnTo>
                  <a:pt x="2160533" y="48201"/>
                </a:lnTo>
                <a:lnTo>
                  <a:pt x="2142967" y="48201"/>
                </a:lnTo>
                <a:lnTo>
                  <a:pt x="2142967" y="126443"/>
                </a:lnTo>
                <a:lnTo>
                  <a:pt x="2127777" y="126443"/>
                </a:lnTo>
                <a:close/>
                <a:moveTo>
                  <a:pt x="2220758" y="161067"/>
                </a:moveTo>
                <a:lnTo>
                  <a:pt x="2220758" y="36321"/>
                </a:lnTo>
                <a:lnTo>
                  <a:pt x="2234676" y="36321"/>
                </a:lnTo>
                <a:lnTo>
                  <a:pt x="2234676" y="47947"/>
                </a:lnTo>
                <a:cubicBezTo>
                  <a:pt x="2237957" y="43392"/>
                  <a:pt x="2241663" y="39977"/>
                  <a:pt x="2245793" y="37700"/>
                </a:cubicBezTo>
                <a:cubicBezTo>
                  <a:pt x="2249922" y="35423"/>
                  <a:pt x="2254929" y="34284"/>
                  <a:pt x="2260813" y="34284"/>
                </a:cubicBezTo>
                <a:cubicBezTo>
                  <a:pt x="2268507" y="34284"/>
                  <a:pt x="2275296" y="36264"/>
                  <a:pt x="2281180" y="40224"/>
                </a:cubicBezTo>
                <a:cubicBezTo>
                  <a:pt x="2287063" y="44184"/>
                  <a:pt x="2291505" y="49771"/>
                  <a:pt x="2294503" y="56984"/>
                </a:cubicBezTo>
                <a:cubicBezTo>
                  <a:pt x="2297501" y="64198"/>
                  <a:pt x="2299001" y="72104"/>
                  <a:pt x="2299001" y="80703"/>
                </a:cubicBezTo>
                <a:cubicBezTo>
                  <a:pt x="2299001" y="89925"/>
                  <a:pt x="2297346" y="98227"/>
                  <a:pt x="2294036" y="105610"/>
                </a:cubicBezTo>
                <a:cubicBezTo>
                  <a:pt x="2290727" y="112993"/>
                  <a:pt x="2285918" y="118650"/>
                  <a:pt x="2279610" y="122582"/>
                </a:cubicBezTo>
                <a:cubicBezTo>
                  <a:pt x="2273302" y="126514"/>
                  <a:pt x="2266668" y="128480"/>
                  <a:pt x="2259710" y="128480"/>
                </a:cubicBezTo>
                <a:cubicBezTo>
                  <a:pt x="2254618" y="128480"/>
                  <a:pt x="2250050" y="127391"/>
                  <a:pt x="2246005" y="125213"/>
                </a:cubicBezTo>
                <a:cubicBezTo>
                  <a:pt x="2241960" y="123033"/>
                  <a:pt x="2238636" y="120280"/>
                  <a:pt x="2236034" y="116955"/>
                </a:cubicBezTo>
                <a:lnTo>
                  <a:pt x="2236034" y="161067"/>
                </a:lnTo>
                <a:lnTo>
                  <a:pt x="2220758" y="161067"/>
                </a:lnTo>
                <a:moveTo>
                  <a:pt x="2234591" y="81764"/>
                </a:moveTo>
                <a:cubicBezTo>
                  <a:pt x="2234591" y="93347"/>
                  <a:pt x="2236939" y="101908"/>
                  <a:pt x="2241634" y="107445"/>
                </a:cubicBezTo>
                <a:cubicBezTo>
                  <a:pt x="2246330" y="112982"/>
                  <a:pt x="2252016" y="115751"/>
                  <a:pt x="2258691" y="115751"/>
                </a:cubicBezTo>
                <a:cubicBezTo>
                  <a:pt x="2265480" y="115751"/>
                  <a:pt x="2271293" y="112883"/>
                  <a:pt x="2276130" y="107148"/>
                </a:cubicBezTo>
                <a:cubicBezTo>
                  <a:pt x="2280968" y="101413"/>
                  <a:pt x="2283386" y="92527"/>
                  <a:pt x="2283386" y="80491"/>
                </a:cubicBezTo>
                <a:cubicBezTo>
                  <a:pt x="2283386" y="69021"/>
                  <a:pt x="2281024" y="60432"/>
                  <a:pt x="2276300" y="54725"/>
                </a:cubicBezTo>
                <a:cubicBezTo>
                  <a:pt x="2271576" y="49018"/>
                  <a:pt x="2265933" y="46165"/>
                  <a:pt x="2259370" y="46165"/>
                </a:cubicBezTo>
                <a:cubicBezTo>
                  <a:pt x="2252864" y="46165"/>
                  <a:pt x="2247108" y="49202"/>
                  <a:pt x="2242101" y="55277"/>
                </a:cubicBezTo>
                <a:cubicBezTo>
                  <a:pt x="2237094" y="61351"/>
                  <a:pt x="2234591" y="70180"/>
                  <a:pt x="2234591" y="81764"/>
                </a:cubicBezTo>
                <a:close/>
                <a:moveTo>
                  <a:pt x="2376198" y="115316"/>
                </a:moveTo>
                <a:cubicBezTo>
                  <a:pt x="2370540" y="120128"/>
                  <a:pt x="2365095" y="123525"/>
                  <a:pt x="2359862" y="125507"/>
                </a:cubicBezTo>
                <a:cubicBezTo>
                  <a:pt x="2354629" y="127489"/>
                  <a:pt x="2349014" y="128480"/>
                  <a:pt x="2343017" y="128480"/>
                </a:cubicBezTo>
                <a:cubicBezTo>
                  <a:pt x="2333116" y="128480"/>
                  <a:pt x="2325507" y="126060"/>
                  <a:pt x="2320189" y="121219"/>
                </a:cubicBezTo>
                <a:cubicBezTo>
                  <a:pt x="2314871" y="116378"/>
                  <a:pt x="2312212" y="110193"/>
                  <a:pt x="2312212" y="102664"/>
                </a:cubicBezTo>
                <a:cubicBezTo>
                  <a:pt x="2312212" y="98249"/>
                  <a:pt x="2313217" y="94216"/>
                  <a:pt x="2315225" y="90566"/>
                </a:cubicBezTo>
                <a:cubicBezTo>
                  <a:pt x="2317233" y="86913"/>
                  <a:pt x="2319864" y="83983"/>
                  <a:pt x="2323117" y="81774"/>
                </a:cubicBezTo>
                <a:cubicBezTo>
                  <a:pt x="2326370" y="79566"/>
                  <a:pt x="2330033" y="77897"/>
                  <a:pt x="2334107" y="76765"/>
                </a:cubicBezTo>
                <a:cubicBezTo>
                  <a:pt x="2337105" y="75971"/>
                  <a:pt x="2341631" y="75207"/>
                  <a:pt x="2347684" y="74471"/>
                </a:cubicBezTo>
                <a:cubicBezTo>
                  <a:pt x="2360018" y="73011"/>
                  <a:pt x="2369098" y="71269"/>
                  <a:pt x="2374925" y="69247"/>
                </a:cubicBezTo>
                <a:cubicBezTo>
                  <a:pt x="2374981" y="67162"/>
                  <a:pt x="2375010" y="65838"/>
                  <a:pt x="2375010" y="65274"/>
                </a:cubicBezTo>
                <a:cubicBezTo>
                  <a:pt x="2375010" y="59074"/>
                  <a:pt x="2373567" y="54706"/>
                  <a:pt x="2370682" y="52171"/>
                </a:cubicBezTo>
                <a:cubicBezTo>
                  <a:pt x="2366778" y="48733"/>
                  <a:pt x="2360979" y="47013"/>
                  <a:pt x="2353285" y="47013"/>
                </a:cubicBezTo>
                <a:cubicBezTo>
                  <a:pt x="2346100" y="47013"/>
                  <a:pt x="2340796" y="48272"/>
                  <a:pt x="2337374" y="50790"/>
                </a:cubicBezTo>
                <a:cubicBezTo>
                  <a:pt x="2333951" y="53307"/>
                  <a:pt x="2331419" y="57762"/>
                  <a:pt x="2329779" y="64155"/>
                </a:cubicBezTo>
                <a:lnTo>
                  <a:pt x="2314843" y="62118"/>
                </a:lnTo>
                <a:cubicBezTo>
                  <a:pt x="2316201" y="55706"/>
                  <a:pt x="2318435" y="50528"/>
                  <a:pt x="2321547" y="46584"/>
                </a:cubicBezTo>
                <a:cubicBezTo>
                  <a:pt x="2324659" y="42639"/>
                  <a:pt x="2329156" y="39604"/>
                  <a:pt x="2335040" y="37477"/>
                </a:cubicBezTo>
                <a:cubicBezTo>
                  <a:pt x="2340924" y="35348"/>
                  <a:pt x="2347741" y="34284"/>
                  <a:pt x="2355492" y="34284"/>
                </a:cubicBezTo>
                <a:cubicBezTo>
                  <a:pt x="2363186" y="34284"/>
                  <a:pt x="2369437" y="35189"/>
                  <a:pt x="2374246" y="37000"/>
                </a:cubicBezTo>
                <a:cubicBezTo>
                  <a:pt x="2379055" y="38810"/>
                  <a:pt x="2382591" y="41087"/>
                  <a:pt x="2384854" y="43831"/>
                </a:cubicBezTo>
                <a:cubicBezTo>
                  <a:pt x="2387117" y="46575"/>
                  <a:pt x="2388701" y="50040"/>
                  <a:pt x="2389606" y="54226"/>
                </a:cubicBezTo>
                <a:cubicBezTo>
                  <a:pt x="2390115" y="56829"/>
                  <a:pt x="2390370" y="61524"/>
                  <a:pt x="2390370" y="68313"/>
                </a:cubicBezTo>
                <a:lnTo>
                  <a:pt x="2390370" y="88680"/>
                </a:lnTo>
                <a:cubicBezTo>
                  <a:pt x="2390370" y="102880"/>
                  <a:pt x="2390695" y="111861"/>
                  <a:pt x="2391345" y="115624"/>
                </a:cubicBezTo>
                <a:cubicBezTo>
                  <a:pt x="2391996" y="119386"/>
                  <a:pt x="2393283" y="122992"/>
                  <a:pt x="2395207" y="126443"/>
                </a:cubicBezTo>
                <a:lnTo>
                  <a:pt x="2379253" y="126443"/>
                </a:lnTo>
                <a:cubicBezTo>
                  <a:pt x="2377669" y="123272"/>
                  <a:pt x="2376650" y="119563"/>
                  <a:pt x="2376198" y="115316"/>
                </a:cubicBezTo>
                <a:moveTo>
                  <a:pt x="2374925" y="81127"/>
                </a:moveTo>
                <a:cubicBezTo>
                  <a:pt x="2369381" y="83410"/>
                  <a:pt x="2361064" y="85349"/>
                  <a:pt x="2349976" y="86946"/>
                </a:cubicBezTo>
                <a:cubicBezTo>
                  <a:pt x="2343696" y="87854"/>
                  <a:pt x="2339255" y="88877"/>
                  <a:pt x="2336652" y="90014"/>
                </a:cubicBezTo>
                <a:cubicBezTo>
                  <a:pt x="2334050" y="91149"/>
                  <a:pt x="2332042" y="92811"/>
                  <a:pt x="2330627" y="95000"/>
                </a:cubicBezTo>
                <a:cubicBezTo>
                  <a:pt x="2329213" y="97187"/>
                  <a:pt x="2328506" y="99615"/>
                  <a:pt x="2328506" y="102284"/>
                </a:cubicBezTo>
                <a:cubicBezTo>
                  <a:pt x="2328506" y="106374"/>
                  <a:pt x="2330047" y="109782"/>
                  <a:pt x="2333131" y="112510"/>
                </a:cubicBezTo>
                <a:cubicBezTo>
                  <a:pt x="2336214" y="115236"/>
                  <a:pt x="2340726" y="116599"/>
                  <a:pt x="2346666" y="116599"/>
                </a:cubicBezTo>
                <a:cubicBezTo>
                  <a:pt x="2352550" y="116599"/>
                  <a:pt x="2357783" y="115306"/>
                  <a:pt x="2362365" y="112720"/>
                </a:cubicBezTo>
                <a:cubicBezTo>
                  <a:pt x="2366948" y="110133"/>
                  <a:pt x="2370314" y="106595"/>
                  <a:pt x="2372464" y="102104"/>
                </a:cubicBezTo>
                <a:cubicBezTo>
                  <a:pt x="2374104" y="98635"/>
                  <a:pt x="2374925" y="93519"/>
                  <a:pt x="2374925" y="86755"/>
                </a:cubicBezTo>
                <a:lnTo>
                  <a:pt x="2374925" y="81127"/>
                </a:lnTo>
                <a:close/>
                <a:moveTo>
                  <a:pt x="2411219" y="133911"/>
                </a:moveTo>
                <a:lnTo>
                  <a:pt x="2426070" y="136118"/>
                </a:lnTo>
                <a:cubicBezTo>
                  <a:pt x="2426692" y="140700"/>
                  <a:pt x="2428418" y="144038"/>
                  <a:pt x="2431246" y="146131"/>
                </a:cubicBezTo>
                <a:cubicBezTo>
                  <a:pt x="2435037" y="148960"/>
                  <a:pt x="2440213" y="150374"/>
                  <a:pt x="2446776" y="150374"/>
                </a:cubicBezTo>
                <a:cubicBezTo>
                  <a:pt x="2453848" y="150374"/>
                  <a:pt x="2459307" y="148956"/>
                  <a:pt x="2463154" y="146121"/>
                </a:cubicBezTo>
                <a:cubicBezTo>
                  <a:pt x="2467001" y="143287"/>
                  <a:pt x="2469604" y="139318"/>
                  <a:pt x="2470961" y="134213"/>
                </a:cubicBezTo>
                <a:cubicBezTo>
                  <a:pt x="2471753" y="131097"/>
                  <a:pt x="2472121" y="124548"/>
                  <a:pt x="2472065" y="114568"/>
                </a:cubicBezTo>
                <a:cubicBezTo>
                  <a:pt x="2465389" y="122485"/>
                  <a:pt x="2457072" y="126443"/>
                  <a:pt x="2447115" y="126443"/>
                </a:cubicBezTo>
                <a:cubicBezTo>
                  <a:pt x="2434726" y="126443"/>
                  <a:pt x="2425136" y="121974"/>
                  <a:pt x="2418347" y="113035"/>
                </a:cubicBezTo>
                <a:cubicBezTo>
                  <a:pt x="2411559" y="104097"/>
                  <a:pt x="2408164" y="93376"/>
                  <a:pt x="2408164" y="80873"/>
                </a:cubicBezTo>
                <a:cubicBezTo>
                  <a:pt x="2408164" y="72274"/>
                  <a:pt x="2409720" y="64339"/>
                  <a:pt x="2412831" y="57069"/>
                </a:cubicBezTo>
                <a:cubicBezTo>
                  <a:pt x="2415943" y="49799"/>
                  <a:pt x="2420455" y="44184"/>
                  <a:pt x="2426367" y="40224"/>
                </a:cubicBezTo>
                <a:cubicBezTo>
                  <a:pt x="2432279" y="36264"/>
                  <a:pt x="2439223" y="34284"/>
                  <a:pt x="2447200" y="34284"/>
                </a:cubicBezTo>
                <a:cubicBezTo>
                  <a:pt x="2457836" y="34284"/>
                  <a:pt x="2466605" y="38612"/>
                  <a:pt x="2473507" y="47268"/>
                </a:cubicBezTo>
                <a:lnTo>
                  <a:pt x="2473507" y="36321"/>
                </a:lnTo>
                <a:lnTo>
                  <a:pt x="2487594" y="36321"/>
                </a:lnTo>
                <a:lnTo>
                  <a:pt x="2487594" y="114276"/>
                </a:lnTo>
                <a:cubicBezTo>
                  <a:pt x="2487594" y="128316"/>
                  <a:pt x="2486166" y="138265"/>
                  <a:pt x="2483309" y="144124"/>
                </a:cubicBezTo>
                <a:cubicBezTo>
                  <a:pt x="2480452" y="149983"/>
                  <a:pt x="2475926" y="154610"/>
                  <a:pt x="2469731" y="158006"/>
                </a:cubicBezTo>
                <a:cubicBezTo>
                  <a:pt x="2463536" y="161404"/>
                  <a:pt x="2455913" y="163103"/>
                  <a:pt x="2446861" y="163103"/>
                </a:cubicBezTo>
                <a:cubicBezTo>
                  <a:pt x="2436112" y="163103"/>
                  <a:pt x="2427428" y="160678"/>
                  <a:pt x="2420808" y="155827"/>
                </a:cubicBezTo>
                <a:cubicBezTo>
                  <a:pt x="2414189" y="150975"/>
                  <a:pt x="2410993" y="143670"/>
                  <a:pt x="2411219" y="133911"/>
                </a:cubicBezTo>
                <a:moveTo>
                  <a:pt x="2423863" y="79772"/>
                </a:moveTo>
                <a:cubicBezTo>
                  <a:pt x="2423863" y="91566"/>
                  <a:pt x="2426211" y="100172"/>
                  <a:pt x="2430907" y="105589"/>
                </a:cubicBezTo>
                <a:cubicBezTo>
                  <a:pt x="2435603" y="111006"/>
                  <a:pt x="2441486" y="113714"/>
                  <a:pt x="2448558" y="113714"/>
                </a:cubicBezTo>
                <a:cubicBezTo>
                  <a:pt x="2455573" y="113714"/>
                  <a:pt x="2461457" y="111020"/>
                  <a:pt x="2466209" y="105631"/>
                </a:cubicBezTo>
                <a:cubicBezTo>
                  <a:pt x="2470961" y="100242"/>
                  <a:pt x="2473338" y="91792"/>
                  <a:pt x="2473338" y="80279"/>
                </a:cubicBezTo>
                <a:cubicBezTo>
                  <a:pt x="2473338" y="69275"/>
                  <a:pt x="2470891" y="60980"/>
                  <a:pt x="2465997" y="55393"/>
                </a:cubicBezTo>
                <a:cubicBezTo>
                  <a:pt x="2461103" y="49807"/>
                  <a:pt x="2455206" y="47013"/>
                  <a:pt x="2448303" y="47013"/>
                </a:cubicBezTo>
                <a:cubicBezTo>
                  <a:pt x="2441515" y="47013"/>
                  <a:pt x="2435744" y="49764"/>
                  <a:pt x="2430992" y="55266"/>
                </a:cubicBezTo>
                <a:cubicBezTo>
                  <a:pt x="2426240" y="60768"/>
                  <a:pt x="2423863" y="68937"/>
                  <a:pt x="2423863" y="79772"/>
                </a:cubicBezTo>
                <a:close/>
                <a:moveTo>
                  <a:pt x="2572344" y="97421"/>
                </a:moveTo>
                <a:lnTo>
                  <a:pt x="2588128" y="99373"/>
                </a:lnTo>
                <a:cubicBezTo>
                  <a:pt x="2585639" y="108594"/>
                  <a:pt x="2581028" y="115751"/>
                  <a:pt x="2574296" y="120843"/>
                </a:cubicBezTo>
                <a:cubicBezTo>
                  <a:pt x="2567564" y="125934"/>
                  <a:pt x="2558964" y="128480"/>
                  <a:pt x="2548498" y="128480"/>
                </a:cubicBezTo>
                <a:cubicBezTo>
                  <a:pt x="2535316" y="128480"/>
                  <a:pt x="2524864" y="124421"/>
                  <a:pt x="2517142" y="116302"/>
                </a:cubicBezTo>
                <a:cubicBezTo>
                  <a:pt x="2509419" y="108184"/>
                  <a:pt x="2505558" y="96798"/>
                  <a:pt x="2505558" y="82146"/>
                </a:cubicBezTo>
                <a:cubicBezTo>
                  <a:pt x="2505558" y="66984"/>
                  <a:pt x="2509462" y="55216"/>
                  <a:pt x="2517269" y="46843"/>
                </a:cubicBezTo>
                <a:cubicBezTo>
                  <a:pt x="2525076" y="38470"/>
                  <a:pt x="2535203" y="34284"/>
                  <a:pt x="2547649" y="34284"/>
                </a:cubicBezTo>
                <a:cubicBezTo>
                  <a:pt x="2559700" y="34284"/>
                  <a:pt x="2569544" y="38379"/>
                  <a:pt x="2577181" y="46570"/>
                </a:cubicBezTo>
                <a:cubicBezTo>
                  <a:pt x="2584819" y="54759"/>
                  <a:pt x="2588637" y="66281"/>
                  <a:pt x="2588637" y="81135"/>
                </a:cubicBezTo>
                <a:cubicBezTo>
                  <a:pt x="2588637" y="82039"/>
                  <a:pt x="2588609" y="83394"/>
                  <a:pt x="2588553" y="85201"/>
                </a:cubicBezTo>
                <a:lnTo>
                  <a:pt x="2521342" y="85201"/>
                </a:lnTo>
                <a:cubicBezTo>
                  <a:pt x="2521908" y="95073"/>
                  <a:pt x="2524709" y="102633"/>
                  <a:pt x="2529744" y="107880"/>
                </a:cubicBezTo>
                <a:cubicBezTo>
                  <a:pt x="2534779" y="113127"/>
                  <a:pt x="2541059" y="115751"/>
                  <a:pt x="2548583" y="115751"/>
                </a:cubicBezTo>
                <a:cubicBezTo>
                  <a:pt x="2554184" y="115751"/>
                  <a:pt x="2558964" y="114294"/>
                  <a:pt x="2562924" y="111380"/>
                </a:cubicBezTo>
                <a:cubicBezTo>
                  <a:pt x="2566885" y="108465"/>
                  <a:pt x="2570025" y="103812"/>
                  <a:pt x="2572344" y="97421"/>
                </a:cubicBezTo>
                <a:moveTo>
                  <a:pt x="2522191" y="72472"/>
                </a:moveTo>
                <a:lnTo>
                  <a:pt x="2572514" y="72472"/>
                </a:lnTo>
                <a:cubicBezTo>
                  <a:pt x="2571835" y="65014"/>
                  <a:pt x="2569911" y="59421"/>
                  <a:pt x="2566743" y="55693"/>
                </a:cubicBezTo>
                <a:cubicBezTo>
                  <a:pt x="2561878" y="49906"/>
                  <a:pt x="2555570" y="47013"/>
                  <a:pt x="2547819" y="47013"/>
                </a:cubicBezTo>
                <a:cubicBezTo>
                  <a:pt x="2540804" y="47013"/>
                  <a:pt x="2534906" y="49323"/>
                  <a:pt x="2530126" y="53943"/>
                </a:cubicBezTo>
                <a:cubicBezTo>
                  <a:pt x="2525345" y="58561"/>
                  <a:pt x="2522700" y="64737"/>
                  <a:pt x="2522191" y="72472"/>
                </a:cubicBezTo>
                <a:close/>
                <a:moveTo>
                  <a:pt x="2688946" y="112950"/>
                </a:moveTo>
                <a:lnTo>
                  <a:pt x="2691153" y="126443"/>
                </a:lnTo>
                <a:cubicBezTo>
                  <a:pt x="2686853" y="127235"/>
                  <a:pt x="2683006" y="127631"/>
                  <a:pt x="2679612" y="127631"/>
                </a:cubicBezTo>
                <a:cubicBezTo>
                  <a:pt x="2674067" y="127631"/>
                  <a:pt x="2669768" y="126755"/>
                  <a:pt x="2666713" y="125001"/>
                </a:cubicBezTo>
                <a:cubicBezTo>
                  <a:pt x="2663658" y="123247"/>
                  <a:pt x="2661508" y="120942"/>
                  <a:pt x="2660263" y="118085"/>
                </a:cubicBezTo>
                <a:cubicBezTo>
                  <a:pt x="2659019" y="115228"/>
                  <a:pt x="2658396" y="109217"/>
                  <a:pt x="2658396" y="100051"/>
                </a:cubicBezTo>
                <a:lnTo>
                  <a:pt x="2658396" y="48201"/>
                </a:lnTo>
                <a:lnTo>
                  <a:pt x="2647195" y="48201"/>
                </a:lnTo>
                <a:lnTo>
                  <a:pt x="2647195" y="36321"/>
                </a:lnTo>
                <a:lnTo>
                  <a:pt x="2658396" y="36321"/>
                </a:lnTo>
                <a:lnTo>
                  <a:pt x="2658396" y="13941"/>
                </a:lnTo>
                <a:lnTo>
                  <a:pt x="2673587" y="4752"/>
                </a:lnTo>
                <a:lnTo>
                  <a:pt x="2673587" y="36321"/>
                </a:lnTo>
                <a:lnTo>
                  <a:pt x="2688946" y="36321"/>
                </a:lnTo>
                <a:lnTo>
                  <a:pt x="2688946" y="48201"/>
                </a:lnTo>
                <a:lnTo>
                  <a:pt x="2673587" y="48201"/>
                </a:lnTo>
                <a:lnTo>
                  <a:pt x="2673587" y="100900"/>
                </a:lnTo>
                <a:cubicBezTo>
                  <a:pt x="2673587" y="105256"/>
                  <a:pt x="2673855" y="108057"/>
                  <a:pt x="2674393" y="109301"/>
                </a:cubicBezTo>
                <a:cubicBezTo>
                  <a:pt x="2674930" y="110546"/>
                  <a:pt x="2675807" y="111536"/>
                  <a:pt x="2677023" y="112272"/>
                </a:cubicBezTo>
                <a:cubicBezTo>
                  <a:pt x="2678240" y="113007"/>
                  <a:pt x="2679979" y="113375"/>
                  <a:pt x="2682242" y="113375"/>
                </a:cubicBezTo>
                <a:cubicBezTo>
                  <a:pt x="2683940" y="113375"/>
                  <a:pt x="2686174" y="113233"/>
                  <a:pt x="2688946" y="112950"/>
                </a:cubicBezTo>
                <a:close/>
                <a:moveTo>
                  <a:pt x="2698225" y="81382"/>
                </a:moveTo>
                <a:cubicBezTo>
                  <a:pt x="2698225" y="64693"/>
                  <a:pt x="2702864" y="52331"/>
                  <a:pt x="2712142" y="44298"/>
                </a:cubicBezTo>
                <a:cubicBezTo>
                  <a:pt x="2719893" y="37622"/>
                  <a:pt x="2729341" y="34284"/>
                  <a:pt x="2740486" y="34284"/>
                </a:cubicBezTo>
                <a:cubicBezTo>
                  <a:pt x="2752876" y="34284"/>
                  <a:pt x="2763003" y="38343"/>
                  <a:pt x="2770866" y="46462"/>
                </a:cubicBezTo>
                <a:cubicBezTo>
                  <a:pt x="2778730" y="54580"/>
                  <a:pt x="2782662" y="65796"/>
                  <a:pt x="2782662" y="80109"/>
                </a:cubicBezTo>
                <a:cubicBezTo>
                  <a:pt x="2782662" y="91707"/>
                  <a:pt x="2780923" y="100829"/>
                  <a:pt x="2777443" y="107477"/>
                </a:cubicBezTo>
                <a:cubicBezTo>
                  <a:pt x="2773964" y="114124"/>
                  <a:pt x="2768901" y="119287"/>
                  <a:pt x="2762253" y="122964"/>
                </a:cubicBezTo>
                <a:cubicBezTo>
                  <a:pt x="2755606" y="126641"/>
                  <a:pt x="2748350" y="128480"/>
                  <a:pt x="2740486" y="128480"/>
                </a:cubicBezTo>
                <a:cubicBezTo>
                  <a:pt x="2727870" y="128480"/>
                  <a:pt x="2717673" y="124435"/>
                  <a:pt x="2709894" y="116345"/>
                </a:cubicBezTo>
                <a:cubicBezTo>
                  <a:pt x="2702115" y="108255"/>
                  <a:pt x="2698225" y="96600"/>
                  <a:pt x="2698225" y="81382"/>
                </a:cubicBezTo>
                <a:moveTo>
                  <a:pt x="2713925" y="81340"/>
                </a:moveTo>
                <a:cubicBezTo>
                  <a:pt x="2713925" y="92838"/>
                  <a:pt x="2716442" y="101448"/>
                  <a:pt x="2721477" y="107169"/>
                </a:cubicBezTo>
                <a:cubicBezTo>
                  <a:pt x="2726512" y="112890"/>
                  <a:pt x="2732849" y="115751"/>
                  <a:pt x="2740486" y="115751"/>
                </a:cubicBezTo>
                <a:cubicBezTo>
                  <a:pt x="2748067" y="115751"/>
                  <a:pt x="2754375" y="112876"/>
                  <a:pt x="2759410" y="107127"/>
                </a:cubicBezTo>
                <a:cubicBezTo>
                  <a:pt x="2764445" y="101377"/>
                  <a:pt x="2766963" y="92613"/>
                  <a:pt x="2766963" y="80833"/>
                </a:cubicBezTo>
                <a:cubicBezTo>
                  <a:pt x="2766963" y="69729"/>
                  <a:pt x="2764431" y="61316"/>
                  <a:pt x="2759368" y="55595"/>
                </a:cubicBezTo>
                <a:cubicBezTo>
                  <a:pt x="2754304" y="49874"/>
                  <a:pt x="2748010" y="47013"/>
                  <a:pt x="2740486" y="47013"/>
                </a:cubicBezTo>
                <a:cubicBezTo>
                  <a:pt x="2732849" y="47013"/>
                  <a:pt x="2726512" y="49860"/>
                  <a:pt x="2721477" y="55552"/>
                </a:cubicBezTo>
                <a:cubicBezTo>
                  <a:pt x="2716442" y="61245"/>
                  <a:pt x="2713925" y="69841"/>
                  <a:pt x="2713925" y="81340"/>
                </a:cubicBezTo>
                <a:close/>
                <a:moveTo>
                  <a:pt x="2846057" y="133911"/>
                </a:moveTo>
                <a:lnTo>
                  <a:pt x="2860907" y="136118"/>
                </a:lnTo>
                <a:cubicBezTo>
                  <a:pt x="2861530" y="140700"/>
                  <a:pt x="2863255" y="144038"/>
                  <a:pt x="2866084" y="146131"/>
                </a:cubicBezTo>
                <a:cubicBezTo>
                  <a:pt x="2869874" y="148960"/>
                  <a:pt x="2875051" y="150374"/>
                  <a:pt x="2881613" y="150374"/>
                </a:cubicBezTo>
                <a:cubicBezTo>
                  <a:pt x="2888685" y="150374"/>
                  <a:pt x="2894145" y="148956"/>
                  <a:pt x="2897992" y="146121"/>
                </a:cubicBezTo>
                <a:cubicBezTo>
                  <a:pt x="2901839" y="143287"/>
                  <a:pt x="2904441" y="139318"/>
                  <a:pt x="2905799" y="134213"/>
                </a:cubicBezTo>
                <a:cubicBezTo>
                  <a:pt x="2906591" y="131097"/>
                  <a:pt x="2906959" y="124548"/>
                  <a:pt x="2906902" y="114568"/>
                </a:cubicBezTo>
                <a:cubicBezTo>
                  <a:pt x="2900226" y="122485"/>
                  <a:pt x="2891910" y="126443"/>
                  <a:pt x="2881953" y="126443"/>
                </a:cubicBezTo>
                <a:cubicBezTo>
                  <a:pt x="2869563" y="126443"/>
                  <a:pt x="2859974" y="121974"/>
                  <a:pt x="2853185" y="113035"/>
                </a:cubicBezTo>
                <a:cubicBezTo>
                  <a:pt x="2846396" y="104097"/>
                  <a:pt x="2843002" y="93376"/>
                  <a:pt x="2843002" y="80873"/>
                </a:cubicBezTo>
                <a:cubicBezTo>
                  <a:pt x="2843002" y="72274"/>
                  <a:pt x="2844557" y="64339"/>
                  <a:pt x="2847669" y="57069"/>
                </a:cubicBezTo>
                <a:cubicBezTo>
                  <a:pt x="2850780" y="49799"/>
                  <a:pt x="2855292" y="44184"/>
                  <a:pt x="2861204" y="40224"/>
                </a:cubicBezTo>
                <a:cubicBezTo>
                  <a:pt x="2867116" y="36264"/>
                  <a:pt x="2874061" y="34284"/>
                  <a:pt x="2882038" y="34284"/>
                </a:cubicBezTo>
                <a:cubicBezTo>
                  <a:pt x="2892674" y="34284"/>
                  <a:pt x="2901443" y="38612"/>
                  <a:pt x="2908345" y="47268"/>
                </a:cubicBezTo>
                <a:lnTo>
                  <a:pt x="2908345" y="36321"/>
                </a:lnTo>
                <a:lnTo>
                  <a:pt x="2922432" y="36321"/>
                </a:lnTo>
                <a:lnTo>
                  <a:pt x="2922432" y="114276"/>
                </a:lnTo>
                <a:cubicBezTo>
                  <a:pt x="2922432" y="128316"/>
                  <a:pt x="2921003" y="138265"/>
                  <a:pt x="2918146" y="144124"/>
                </a:cubicBezTo>
                <a:cubicBezTo>
                  <a:pt x="2915289" y="149983"/>
                  <a:pt x="2910763" y="154610"/>
                  <a:pt x="2904568" y="158006"/>
                </a:cubicBezTo>
                <a:cubicBezTo>
                  <a:pt x="2898374" y="161404"/>
                  <a:pt x="2890750" y="163103"/>
                  <a:pt x="2881698" y="163103"/>
                </a:cubicBezTo>
                <a:cubicBezTo>
                  <a:pt x="2870949" y="163103"/>
                  <a:pt x="2862265" y="160678"/>
                  <a:pt x="2855646" y="155827"/>
                </a:cubicBezTo>
                <a:cubicBezTo>
                  <a:pt x="2849027" y="150975"/>
                  <a:pt x="2845830" y="143670"/>
                  <a:pt x="2846057" y="133911"/>
                </a:cubicBezTo>
                <a:moveTo>
                  <a:pt x="2858701" y="79772"/>
                </a:moveTo>
                <a:cubicBezTo>
                  <a:pt x="2858701" y="91566"/>
                  <a:pt x="2861049" y="100172"/>
                  <a:pt x="2865744" y="105589"/>
                </a:cubicBezTo>
                <a:cubicBezTo>
                  <a:pt x="2870440" y="111006"/>
                  <a:pt x="2876324" y="113714"/>
                  <a:pt x="2883396" y="113714"/>
                </a:cubicBezTo>
                <a:cubicBezTo>
                  <a:pt x="2890411" y="113714"/>
                  <a:pt x="2896294" y="111020"/>
                  <a:pt x="2901047" y="105631"/>
                </a:cubicBezTo>
                <a:cubicBezTo>
                  <a:pt x="2905799" y="100242"/>
                  <a:pt x="2908175" y="91792"/>
                  <a:pt x="2908175" y="80279"/>
                </a:cubicBezTo>
                <a:cubicBezTo>
                  <a:pt x="2908175" y="69275"/>
                  <a:pt x="2905728" y="60980"/>
                  <a:pt x="2900835" y="55393"/>
                </a:cubicBezTo>
                <a:cubicBezTo>
                  <a:pt x="2895941" y="49807"/>
                  <a:pt x="2890043" y="47013"/>
                  <a:pt x="2883141" y="47013"/>
                </a:cubicBezTo>
                <a:cubicBezTo>
                  <a:pt x="2876352" y="47013"/>
                  <a:pt x="2870581" y="49764"/>
                  <a:pt x="2865829" y="55266"/>
                </a:cubicBezTo>
                <a:cubicBezTo>
                  <a:pt x="2861077" y="60768"/>
                  <a:pt x="2858701" y="68937"/>
                  <a:pt x="2858701" y="79772"/>
                </a:cubicBezTo>
                <a:close/>
                <a:moveTo>
                  <a:pt x="2945487" y="126443"/>
                </a:moveTo>
                <a:lnTo>
                  <a:pt x="2945487" y="2037"/>
                </a:lnTo>
                <a:lnTo>
                  <a:pt x="2960762" y="2037"/>
                </a:lnTo>
                <a:lnTo>
                  <a:pt x="2960762" y="46674"/>
                </a:lnTo>
                <a:cubicBezTo>
                  <a:pt x="2967891" y="38414"/>
                  <a:pt x="2976886" y="34284"/>
                  <a:pt x="2987748" y="34284"/>
                </a:cubicBezTo>
                <a:cubicBezTo>
                  <a:pt x="2994424" y="34284"/>
                  <a:pt x="3000223" y="35599"/>
                  <a:pt x="3005145" y="38230"/>
                </a:cubicBezTo>
                <a:cubicBezTo>
                  <a:pt x="3010067" y="40861"/>
                  <a:pt x="3013589" y="44496"/>
                  <a:pt x="3015710" y="49135"/>
                </a:cubicBezTo>
                <a:cubicBezTo>
                  <a:pt x="3017832" y="53774"/>
                  <a:pt x="3018892" y="60506"/>
                  <a:pt x="3018892" y="69332"/>
                </a:cubicBezTo>
                <a:lnTo>
                  <a:pt x="3018892" y="126443"/>
                </a:lnTo>
                <a:lnTo>
                  <a:pt x="3003617" y="126443"/>
                </a:lnTo>
                <a:lnTo>
                  <a:pt x="3003617" y="69332"/>
                </a:lnTo>
                <a:cubicBezTo>
                  <a:pt x="3003617" y="61694"/>
                  <a:pt x="3001963" y="56136"/>
                  <a:pt x="2998653" y="52656"/>
                </a:cubicBezTo>
                <a:cubicBezTo>
                  <a:pt x="2995343" y="49177"/>
                  <a:pt x="2990662" y="47437"/>
                  <a:pt x="2984608" y="47437"/>
                </a:cubicBezTo>
                <a:cubicBezTo>
                  <a:pt x="2980082" y="47437"/>
                  <a:pt x="2975825" y="48611"/>
                  <a:pt x="2971837" y="50959"/>
                </a:cubicBezTo>
                <a:cubicBezTo>
                  <a:pt x="2967848" y="53307"/>
                  <a:pt x="2965005" y="56489"/>
                  <a:pt x="2963308" y="60506"/>
                </a:cubicBezTo>
                <a:cubicBezTo>
                  <a:pt x="2961611" y="64523"/>
                  <a:pt x="2960762" y="70067"/>
                  <a:pt x="2960762" y="77139"/>
                </a:cubicBezTo>
                <a:lnTo>
                  <a:pt x="2960762" y="126443"/>
                </a:lnTo>
                <a:lnTo>
                  <a:pt x="2945487" y="126443"/>
                </a:lnTo>
                <a:close/>
                <a:moveTo>
                  <a:pt x="3100927" y="93347"/>
                </a:moveTo>
                <a:lnTo>
                  <a:pt x="3115947" y="95299"/>
                </a:lnTo>
                <a:cubicBezTo>
                  <a:pt x="3114307" y="105679"/>
                  <a:pt x="3110106" y="113804"/>
                  <a:pt x="3103345" y="119676"/>
                </a:cubicBezTo>
                <a:cubicBezTo>
                  <a:pt x="3096585" y="125545"/>
                  <a:pt x="3088283" y="128480"/>
                  <a:pt x="3078439" y="128480"/>
                </a:cubicBezTo>
                <a:cubicBezTo>
                  <a:pt x="3066105" y="128480"/>
                  <a:pt x="3056191" y="124449"/>
                  <a:pt x="3048695" y="116387"/>
                </a:cubicBezTo>
                <a:cubicBezTo>
                  <a:pt x="3041199" y="108325"/>
                  <a:pt x="3037451" y="96770"/>
                  <a:pt x="3037451" y="81721"/>
                </a:cubicBezTo>
                <a:cubicBezTo>
                  <a:pt x="3037451" y="71991"/>
                  <a:pt x="3039063" y="63476"/>
                  <a:pt x="3042288" y="56178"/>
                </a:cubicBezTo>
                <a:cubicBezTo>
                  <a:pt x="3045512" y="48880"/>
                  <a:pt x="3050420" y="43407"/>
                  <a:pt x="3057011" y="39758"/>
                </a:cubicBezTo>
                <a:cubicBezTo>
                  <a:pt x="3063602" y="36108"/>
                  <a:pt x="3070773" y="34284"/>
                  <a:pt x="3078523" y="34284"/>
                </a:cubicBezTo>
                <a:cubicBezTo>
                  <a:pt x="3088311" y="34284"/>
                  <a:pt x="3096316" y="36767"/>
                  <a:pt x="3102539" y="41733"/>
                </a:cubicBezTo>
                <a:cubicBezTo>
                  <a:pt x="3108762" y="46698"/>
                  <a:pt x="3112751" y="53747"/>
                  <a:pt x="3114505" y="62882"/>
                </a:cubicBezTo>
                <a:lnTo>
                  <a:pt x="3099654" y="65173"/>
                </a:lnTo>
                <a:cubicBezTo>
                  <a:pt x="3098240" y="59148"/>
                  <a:pt x="3095736" y="54615"/>
                  <a:pt x="3092144" y="51574"/>
                </a:cubicBezTo>
                <a:cubicBezTo>
                  <a:pt x="3088551" y="48534"/>
                  <a:pt x="3084209" y="47013"/>
                  <a:pt x="3079118" y="47013"/>
                </a:cubicBezTo>
                <a:cubicBezTo>
                  <a:pt x="3071423" y="47013"/>
                  <a:pt x="3065172" y="49758"/>
                  <a:pt x="3060363" y="55247"/>
                </a:cubicBezTo>
                <a:cubicBezTo>
                  <a:pt x="3055554" y="60735"/>
                  <a:pt x="3053150" y="69418"/>
                  <a:pt x="3053150" y="81297"/>
                </a:cubicBezTo>
                <a:cubicBezTo>
                  <a:pt x="3053150" y="93346"/>
                  <a:pt x="3055469" y="102101"/>
                  <a:pt x="3060109" y="107562"/>
                </a:cubicBezTo>
                <a:cubicBezTo>
                  <a:pt x="3064748" y="113021"/>
                  <a:pt x="3070801" y="115751"/>
                  <a:pt x="3078269" y="115751"/>
                </a:cubicBezTo>
                <a:cubicBezTo>
                  <a:pt x="3084266" y="115751"/>
                  <a:pt x="3089273" y="113919"/>
                  <a:pt x="3093289" y="110256"/>
                </a:cubicBezTo>
                <a:cubicBezTo>
                  <a:pt x="3097306" y="106593"/>
                  <a:pt x="3099852" y="100957"/>
                  <a:pt x="3100927" y="93347"/>
                </a:cubicBezTo>
                <a:close/>
                <a:moveTo>
                  <a:pt x="3143103" y="126443"/>
                </a:moveTo>
                <a:lnTo>
                  <a:pt x="3128931" y="126443"/>
                </a:lnTo>
                <a:lnTo>
                  <a:pt x="3128931" y="2037"/>
                </a:lnTo>
                <a:lnTo>
                  <a:pt x="3144206" y="2037"/>
                </a:lnTo>
                <a:lnTo>
                  <a:pt x="3144206" y="46584"/>
                </a:lnTo>
                <a:cubicBezTo>
                  <a:pt x="3150655" y="38384"/>
                  <a:pt x="3158887" y="34284"/>
                  <a:pt x="3168901" y="34284"/>
                </a:cubicBezTo>
                <a:cubicBezTo>
                  <a:pt x="3174445" y="34284"/>
                  <a:pt x="3179692" y="35401"/>
                  <a:pt x="3184642" y="37636"/>
                </a:cubicBezTo>
                <a:cubicBezTo>
                  <a:pt x="3189593" y="39871"/>
                  <a:pt x="3193666" y="43011"/>
                  <a:pt x="3196862" y="47056"/>
                </a:cubicBezTo>
                <a:cubicBezTo>
                  <a:pt x="3200059" y="51101"/>
                  <a:pt x="3202562" y="55980"/>
                  <a:pt x="3204373" y="61694"/>
                </a:cubicBezTo>
                <a:cubicBezTo>
                  <a:pt x="3206183" y="67408"/>
                  <a:pt x="3207088" y="73518"/>
                  <a:pt x="3207088" y="80024"/>
                </a:cubicBezTo>
                <a:cubicBezTo>
                  <a:pt x="3207088" y="95469"/>
                  <a:pt x="3203269" y="107406"/>
                  <a:pt x="3195632" y="115836"/>
                </a:cubicBezTo>
                <a:cubicBezTo>
                  <a:pt x="3187994" y="124265"/>
                  <a:pt x="3178829" y="128480"/>
                  <a:pt x="3168137" y="128480"/>
                </a:cubicBezTo>
                <a:cubicBezTo>
                  <a:pt x="3157501" y="128480"/>
                  <a:pt x="3149156" y="123982"/>
                  <a:pt x="3143103" y="114987"/>
                </a:cubicBezTo>
                <a:lnTo>
                  <a:pt x="3143103" y="126443"/>
                </a:lnTo>
                <a:moveTo>
                  <a:pt x="3142933" y="80706"/>
                </a:moveTo>
                <a:cubicBezTo>
                  <a:pt x="3142933" y="91458"/>
                  <a:pt x="3144404" y="99228"/>
                  <a:pt x="3147346" y="104013"/>
                </a:cubicBezTo>
                <a:cubicBezTo>
                  <a:pt x="3152155" y="111838"/>
                  <a:pt x="3158661" y="115751"/>
                  <a:pt x="3166864" y="115751"/>
                </a:cubicBezTo>
                <a:cubicBezTo>
                  <a:pt x="3173540" y="115751"/>
                  <a:pt x="3179310" y="112866"/>
                  <a:pt x="3184176" y="107095"/>
                </a:cubicBezTo>
                <a:cubicBezTo>
                  <a:pt x="3189041" y="101324"/>
                  <a:pt x="3191474" y="92725"/>
                  <a:pt x="3191474" y="81297"/>
                </a:cubicBezTo>
                <a:cubicBezTo>
                  <a:pt x="3191474" y="69588"/>
                  <a:pt x="3189140" y="60947"/>
                  <a:pt x="3184473" y="55375"/>
                </a:cubicBezTo>
                <a:cubicBezTo>
                  <a:pt x="3179805" y="49800"/>
                  <a:pt x="3174162" y="47013"/>
                  <a:pt x="3167543" y="47013"/>
                </a:cubicBezTo>
                <a:cubicBezTo>
                  <a:pt x="3160867" y="47013"/>
                  <a:pt x="3155096" y="49898"/>
                  <a:pt x="3150231" y="55669"/>
                </a:cubicBezTo>
                <a:cubicBezTo>
                  <a:pt x="3145366" y="61440"/>
                  <a:pt x="3142933" y="69785"/>
                  <a:pt x="3142933" y="8070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12.exittheVMandletthehypervisordotheMMIO">
            <a:extLst xmlns:a="http://schemas.openxmlformats.org/drawingml/2006/main">
              <a:ext uri="{FF2B5EF4-FFF2-40B4-BE49-F238E27FC236}">
                <a16:creationId xmlns:a16="http://schemas.microsoft.com/office/drawing/2014/main" id="{018A5715-0BE2-4139-A039-595BF5C9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" y="2826743"/>
            <a:ext cx="3895119" cy="163273"/>
          </a:xfrm>
          <a:custGeom xmlns:a="http://schemas.openxmlformats.org/drawingml/2006/main">
            <a:pathLst>
              <a:path w="3895119" h="163273">
                <a:moveTo>
                  <a:pt x="45825" y="126613"/>
                </a:moveTo>
                <a:lnTo>
                  <a:pt x="30550" y="126613"/>
                </a:lnTo>
                <a:lnTo>
                  <a:pt x="30550" y="29277"/>
                </a:lnTo>
                <a:cubicBezTo>
                  <a:pt x="26873" y="32785"/>
                  <a:pt x="22050" y="36292"/>
                  <a:pt x="16081" y="39800"/>
                </a:cubicBezTo>
                <a:cubicBezTo>
                  <a:pt x="10113" y="43308"/>
                  <a:pt x="4752" y="45938"/>
                  <a:pt x="0" y="47692"/>
                </a:cubicBezTo>
                <a:lnTo>
                  <a:pt x="0" y="32926"/>
                </a:lnTo>
                <a:cubicBezTo>
                  <a:pt x="8543" y="28909"/>
                  <a:pt x="16011" y="24044"/>
                  <a:pt x="22403" y="18330"/>
                </a:cubicBezTo>
                <a:cubicBezTo>
                  <a:pt x="28796" y="12616"/>
                  <a:pt x="33322" y="7072"/>
                  <a:pt x="35981" y="1697"/>
                </a:cubicBezTo>
                <a:lnTo>
                  <a:pt x="45825" y="1697"/>
                </a:lnTo>
                <a:lnTo>
                  <a:pt x="45825" y="126613"/>
                </a:lnTo>
                <a:close/>
                <a:moveTo>
                  <a:pt x="165199" y="111932"/>
                </a:moveTo>
                <a:lnTo>
                  <a:pt x="165199" y="126613"/>
                </a:lnTo>
                <a:lnTo>
                  <a:pt x="82968" y="126613"/>
                </a:lnTo>
                <a:cubicBezTo>
                  <a:pt x="82855" y="122938"/>
                  <a:pt x="83449" y="119403"/>
                  <a:pt x="84750" y="116011"/>
                </a:cubicBezTo>
                <a:cubicBezTo>
                  <a:pt x="86843" y="110413"/>
                  <a:pt x="90195" y="104901"/>
                  <a:pt x="94806" y="99473"/>
                </a:cubicBezTo>
                <a:cubicBezTo>
                  <a:pt x="99417" y="94046"/>
                  <a:pt x="106078" y="87770"/>
                  <a:pt x="114791" y="80645"/>
                </a:cubicBezTo>
                <a:cubicBezTo>
                  <a:pt x="128312" y="69567"/>
                  <a:pt x="137449" y="60792"/>
                  <a:pt x="142201" y="54319"/>
                </a:cubicBezTo>
                <a:cubicBezTo>
                  <a:pt x="146953" y="47847"/>
                  <a:pt x="149329" y="41728"/>
                  <a:pt x="149329" y="35963"/>
                </a:cubicBezTo>
                <a:cubicBezTo>
                  <a:pt x="149329" y="29914"/>
                  <a:pt x="147165" y="24813"/>
                  <a:pt x="142838" y="20658"/>
                </a:cubicBezTo>
                <a:cubicBezTo>
                  <a:pt x="138510" y="16504"/>
                  <a:pt x="132866" y="14426"/>
                  <a:pt x="125908" y="14426"/>
                </a:cubicBezTo>
                <a:cubicBezTo>
                  <a:pt x="118553" y="14426"/>
                  <a:pt x="112669" y="16633"/>
                  <a:pt x="108257" y="21046"/>
                </a:cubicBezTo>
                <a:cubicBezTo>
                  <a:pt x="103844" y="25458"/>
                  <a:pt x="101609" y="31568"/>
                  <a:pt x="101553" y="39376"/>
                </a:cubicBezTo>
                <a:lnTo>
                  <a:pt x="85853" y="37761"/>
                </a:lnTo>
                <a:cubicBezTo>
                  <a:pt x="86928" y="26023"/>
                  <a:pt x="90973" y="17078"/>
                  <a:pt x="97988" y="10926"/>
                </a:cubicBezTo>
                <a:cubicBezTo>
                  <a:pt x="105004" y="4773"/>
                  <a:pt x="114423" y="1697"/>
                  <a:pt x="126247" y="1697"/>
                </a:cubicBezTo>
                <a:cubicBezTo>
                  <a:pt x="138184" y="1697"/>
                  <a:pt x="147632" y="5008"/>
                  <a:pt x="154591" y="11629"/>
                </a:cubicBezTo>
                <a:cubicBezTo>
                  <a:pt x="161549" y="18250"/>
                  <a:pt x="165029" y="26456"/>
                  <a:pt x="165029" y="36246"/>
                </a:cubicBezTo>
                <a:cubicBezTo>
                  <a:pt x="165029" y="41227"/>
                  <a:pt x="164010" y="46122"/>
                  <a:pt x="161974" y="50933"/>
                </a:cubicBezTo>
                <a:cubicBezTo>
                  <a:pt x="159937" y="55743"/>
                  <a:pt x="156557" y="60808"/>
                  <a:pt x="151833" y="66128"/>
                </a:cubicBezTo>
                <a:cubicBezTo>
                  <a:pt x="147109" y="71446"/>
                  <a:pt x="139259" y="78746"/>
                  <a:pt x="128284" y="88028"/>
                </a:cubicBezTo>
                <a:cubicBezTo>
                  <a:pt x="119119" y="95713"/>
                  <a:pt x="113235" y="100927"/>
                  <a:pt x="110633" y="103669"/>
                </a:cubicBezTo>
                <a:cubicBezTo>
                  <a:pt x="108030" y="106409"/>
                  <a:pt x="105880" y="109163"/>
                  <a:pt x="104183" y="111932"/>
                </a:cubicBezTo>
                <a:lnTo>
                  <a:pt x="165199" y="111932"/>
                </a:lnTo>
                <a:close/>
                <a:moveTo>
                  <a:pt x="190121" y="126613"/>
                </a:moveTo>
                <a:lnTo>
                  <a:pt x="190121" y="109132"/>
                </a:lnTo>
                <a:lnTo>
                  <a:pt x="207518" y="109132"/>
                </a:lnTo>
                <a:lnTo>
                  <a:pt x="207518" y="126613"/>
                </a:lnTo>
                <a:lnTo>
                  <a:pt x="190121" y="126613"/>
                </a:lnTo>
                <a:close/>
                <a:moveTo>
                  <a:pt x="344118" y="97591"/>
                </a:moveTo>
                <a:lnTo>
                  <a:pt x="359902" y="99542"/>
                </a:lnTo>
                <a:cubicBezTo>
                  <a:pt x="357413" y="108764"/>
                  <a:pt x="352802" y="115921"/>
                  <a:pt x="346070" y="121012"/>
                </a:cubicBezTo>
                <a:cubicBezTo>
                  <a:pt x="339338" y="126104"/>
                  <a:pt x="330738" y="128650"/>
                  <a:pt x="320272" y="128650"/>
                </a:cubicBezTo>
                <a:cubicBezTo>
                  <a:pt x="307090" y="128650"/>
                  <a:pt x="296638" y="124591"/>
                  <a:pt x="288916" y="116472"/>
                </a:cubicBezTo>
                <a:cubicBezTo>
                  <a:pt x="281193" y="108354"/>
                  <a:pt x="277332" y="96968"/>
                  <a:pt x="277332" y="82315"/>
                </a:cubicBezTo>
                <a:cubicBezTo>
                  <a:pt x="277332" y="67154"/>
                  <a:pt x="281236" y="55386"/>
                  <a:pt x="289043" y="47013"/>
                </a:cubicBezTo>
                <a:cubicBezTo>
                  <a:pt x="296850" y="38640"/>
                  <a:pt x="306977" y="34454"/>
                  <a:pt x="319423" y="34454"/>
                </a:cubicBezTo>
                <a:cubicBezTo>
                  <a:pt x="331474" y="34454"/>
                  <a:pt x="341318" y="38549"/>
                  <a:pt x="348955" y="46740"/>
                </a:cubicBezTo>
                <a:cubicBezTo>
                  <a:pt x="356593" y="54929"/>
                  <a:pt x="360411" y="66451"/>
                  <a:pt x="360411" y="81305"/>
                </a:cubicBezTo>
                <a:cubicBezTo>
                  <a:pt x="360411" y="82209"/>
                  <a:pt x="360383" y="83564"/>
                  <a:pt x="360327" y="85370"/>
                </a:cubicBezTo>
                <a:lnTo>
                  <a:pt x="293116" y="85370"/>
                </a:lnTo>
                <a:cubicBezTo>
                  <a:pt x="293682" y="95243"/>
                  <a:pt x="296483" y="102802"/>
                  <a:pt x="301518" y="108050"/>
                </a:cubicBezTo>
                <a:cubicBezTo>
                  <a:pt x="306553" y="113297"/>
                  <a:pt x="312833" y="115921"/>
                  <a:pt x="320357" y="115921"/>
                </a:cubicBezTo>
                <a:cubicBezTo>
                  <a:pt x="325958" y="115921"/>
                  <a:pt x="330738" y="114464"/>
                  <a:pt x="334699" y="111550"/>
                </a:cubicBezTo>
                <a:cubicBezTo>
                  <a:pt x="338659" y="108635"/>
                  <a:pt x="341799" y="103982"/>
                  <a:pt x="344118" y="97591"/>
                </a:cubicBezTo>
                <a:moveTo>
                  <a:pt x="293965" y="72641"/>
                </a:moveTo>
                <a:lnTo>
                  <a:pt x="344288" y="72641"/>
                </a:lnTo>
                <a:cubicBezTo>
                  <a:pt x="343609" y="65184"/>
                  <a:pt x="341685" y="59591"/>
                  <a:pt x="338517" y="55863"/>
                </a:cubicBezTo>
                <a:cubicBezTo>
                  <a:pt x="333652" y="50076"/>
                  <a:pt x="327344" y="47183"/>
                  <a:pt x="319593" y="47183"/>
                </a:cubicBezTo>
                <a:cubicBezTo>
                  <a:pt x="312578" y="47183"/>
                  <a:pt x="306680" y="49493"/>
                  <a:pt x="301900" y="54112"/>
                </a:cubicBezTo>
                <a:cubicBezTo>
                  <a:pt x="297119" y="58730"/>
                  <a:pt x="294474" y="64907"/>
                  <a:pt x="293965" y="72641"/>
                </a:cubicBezTo>
                <a:close/>
                <a:moveTo>
                  <a:pt x="368871" y="126613"/>
                </a:moveTo>
                <a:lnTo>
                  <a:pt x="401797" y="79770"/>
                </a:lnTo>
                <a:lnTo>
                  <a:pt x="371332" y="36490"/>
                </a:lnTo>
                <a:lnTo>
                  <a:pt x="390426" y="36490"/>
                </a:lnTo>
                <a:lnTo>
                  <a:pt x="404258" y="57621"/>
                </a:lnTo>
                <a:cubicBezTo>
                  <a:pt x="406861" y="61638"/>
                  <a:pt x="408954" y="65004"/>
                  <a:pt x="410538" y="67719"/>
                </a:cubicBezTo>
                <a:cubicBezTo>
                  <a:pt x="413027" y="63985"/>
                  <a:pt x="415319" y="60676"/>
                  <a:pt x="417412" y="57791"/>
                </a:cubicBezTo>
                <a:lnTo>
                  <a:pt x="432602" y="36490"/>
                </a:lnTo>
                <a:lnTo>
                  <a:pt x="450847" y="36490"/>
                </a:lnTo>
                <a:lnTo>
                  <a:pt x="419703" y="78921"/>
                </a:lnTo>
                <a:lnTo>
                  <a:pt x="453223" y="126613"/>
                </a:lnTo>
                <a:lnTo>
                  <a:pt x="434469" y="126613"/>
                </a:lnTo>
                <a:lnTo>
                  <a:pt x="415969" y="98609"/>
                </a:lnTo>
                <a:lnTo>
                  <a:pt x="411047" y="91056"/>
                </a:lnTo>
                <a:lnTo>
                  <a:pt x="387371" y="126613"/>
                </a:lnTo>
                <a:lnTo>
                  <a:pt x="368871" y="126613"/>
                </a:lnTo>
                <a:close/>
                <a:moveTo>
                  <a:pt x="466037" y="19858"/>
                </a:moveTo>
                <a:lnTo>
                  <a:pt x="466037" y="2206"/>
                </a:lnTo>
                <a:lnTo>
                  <a:pt x="481312" y="2206"/>
                </a:lnTo>
                <a:lnTo>
                  <a:pt x="481312" y="19858"/>
                </a:lnTo>
                <a:lnTo>
                  <a:pt x="466037" y="19858"/>
                </a:lnTo>
                <a:moveTo>
                  <a:pt x="466037" y="126613"/>
                </a:moveTo>
                <a:lnTo>
                  <a:pt x="466037" y="36490"/>
                </a:lnTo>
                <a:lnTo>
                  <a:pt x="481312" y="36490"/>
                </a:lnTo>
                <a:lnTo>
                  <a:pt x="481312" y="126613"/>
                </a:lnTo>
                <a:lnTo>
                  <a:pt x="466037" y="126613"/>
                </a:lnTo>
                <a:close/>
                <a:moveTo>
                  <a:pt x="537886" y="113120"/>
                </a:moveTo>
                <a:lnTo>
                  <a:pt x="540092" y="126613"/>
                </a:lnTo>
                <a:cubicBezTo>
                  <a:pt x="535792" y="127405"/>
                  <a:pt x="531945" y="127801"/>
                  <a:pt x="528551" y="127801"/>
                </a:cubicBezTo>
                <a:cubicBezTo>
                  <a:pt x="523007" y="127801"/>
                  <a:pt x="518707" y="126924"/>
                  <a:pt x="515652" y="125170"/>
                </a:cubicBezTo>
                <a:cubicBezTo>
                  <a:pt x="512597" y="123417"/>
                  <a:pt x="510447" y="121111"/>
                  <a:pt x="509203" y="118254"/>
                </a:cubicBezTo>
                <a:cubicBezTo>
                  <a:pt x="507958" y="115397"/>
                  <a:pt x="507336" y="109386"/>
                  <a:pt x="507336" y="100221"/>
                </a:cubicBezTo>
                <a:lnTo>
                  <a:pt x="507336" y="48371"/>
                </a:lnTo>
                <a:lnTo>
                  <a:pt x="496134" y="48371"/>
                </a:lnTo>
                <a:lnTo>
                  <a:pt x="496134" y="36490"/>
                </a:lnTo>
                <a:lnTo>
                  <a:pt x="507336" y="36490"/>
                </a:lnTo>
                <a:lnTo>
                  <a:pt x="507336" y="14111"/>
                </a:lnTo>
                <a:lnTo>
                  <a:pt x="522526" y="4922"/>
                </a:lnTo>
                <a:lnTo>
                  <a:pt x="522526" y="36490"/>
                </a:lnTo>
                <a:lnTo>
                  <a:pt x="537886" y="36490"/>
                </a:lnTo>
                <a:lnTo>
                  <a:pt x="537886" y="48371"/>
                </a:lnTo>
                <a:lnTo>
                  <a:pt x="522526" y="48371"/>
                </a:lnTo>
                <a:lnTo>
                  <a:pt x="522526" y="101070"/>
                </a:lnTo>
                <a:cubicBezTo>
                  <a:pt x="522526" y="105426"/>
                  <a:pt x="522795" y="108226"/>
                  <a:pt x="523332" y="109471"/>
                </a:cubicBezTo>
                <a:cubicBezTo>
                  <a:pt x="523869" y="110716"/>
                  <a:pt x="524746" y="111706"/>
                  <a:pt x="525963" y="112441"/>
                </a:cubicBezTo>
                <a:cubicBezTo>
                  <a:pt x="527179" y="113177"/>
                  <a:pt x="528919" y="113544"/>
                  <a:pt x="531182" y="113544"/>
                </a:cubicBezTo>
                <a:cubicBezTo>
                  <a:pt x="532879" y="113544"/>
                  <a:pt x="535114" y="113403"/>
                  <a:pt x="537886" y="113120"/>
                </a:cubicBezTo>
                <a:close/>
                <a:moveTo>
                  <a:pt x="634516" y="113120"/>
                </a:moveTo>
                <a:lnTo>
                  <a:pt x="636723" y="126613"/>
                </a:lnTo>
                <a:cubicBezTo>
                  <a:pt x="632423" y="127405"/>
                  <a:pt x="628576" y="127801"/>
                  <a:pt x="625182" y="127801"/>
                </a:cubicBezTo>
                <a:cubicBezTo>
                  <a:pt x="619637" y="127801"/>
                  <a:pt x="615338" y="126924"/>
                  <a:pt x="612283" y="125170"/>
                </a:cubicBezTo>
                <a:cubicBezTo>
                  <a:pt x="609228" y="123417"/>
                  <a:pt x="607078" y="121111"/>
                  <a:pt x="605833" y="118254"/>
                </a:cubicBezTo>
                <a:cubicBezTo>
                  <a:pt x="604588" y="115397"/>
                  <a:pt x="603966" y="109386"/>
                  <a:pt x="603966" y="100221"/>
                </a:cubicBezTo>
                <a:lnTo>
                  <a:pt x="603966" y="48371"/>
                </a:lnTo>
                <a:lnTo>
                  <a:pt x="592764" y="48371"/>
                </a:lnTo>
                <a:lnTo>
                  <a:pt x="592764" y="36490"/>
                </a:lnTo>
                <a:lnTo>
                  <a:pt x="603966" y="36490"/>
                </a:lnTo>
                <a:lnTo>
                  <a:pt x="603966" y="14111"/>
                </a:lnTo>
                <a:lnTo>
                  <a:pt x="619156" y="4922"/>
                </a:lnTo>
                <a:lnTo>
                  <a:pt x="619156" y="36490"/>
                </a:lnTo>
                <a:lnTo>
                  <a:pt x="634516" y="36490"/>
                </a:lnTo>
                <a:lnTo>
                  <a:pt x="634516" y="48371"/>
                </a:lnTo>
                <a:lnTo>
                  <a:pt x="619156" y="48371"/>
                </a:lnTo>
                <a:lnTo>
                  <a:pt x="619156" y="101070"/>
                </a:lnTo>
                <a:cubicBezTo>
                  <a:pt x="619156" y="105426"/>
                  <a:pt x="619425" y="108226"/>
                  <a:pt x="619963" y="109471"/>
                </a:cubicBezTo>
                <a:cubicBezTo>
                  <a:pt x="620500" y="110716"/>
                  <a:pt x="621377" y="111706"/>
                  <a:pt x="622593" y="112441"/>
                </a:cubicBezTo>
                <a:cubicBezTo>
                  <a:pt x="623810" y="113177"/>
                  <a:pt x="625549" y="113544"/>
                  <a:pt x="627812" y="113544"/>
                </a:cubicBezTo>
                <a:cubicBezTo>
                  <a:pt x="629509" y="113544"/>
                  <a:pt x="631744" y="113403"/>
                  <a:pt x="634516" y="113120"/>
                </a:cubicBezTo>
                <a:close/>
                <a:moveTo>
                  <a:pt x="649481" y="126613"/>
                </a:moveTo>
                <a:lnTo>
                  <a:pt x="649481" y="2206"/>
                </a:lnTo>
                <a:lnTo>
                  <a:pt x="664756" y="2206"/>
                </a:lnTo>
                <a:lnTo>
                  <a:pt x="664756" y="46843"/>
                </a:lnTo>
                <a:cubicBezTo>
                  <a:pt x="671884" y="38584"/>
                  <a:pt x="680880" y="34454"/>
                  <a:pt x="691742" y="34454"/>
                </a:cubicBezTo>
                <a:cubicBezTo>
                  <a:pt x="698418" y="34454"/>
                  <a:pt x="704217" y="35769"/>
                  <a:pt x="709138" y="38400"/>
                </a:cubicBezTo>
                <a:cubicBezTo>
                  <a:pt x="714060" y="41030"/>
                  <a:pt x="717582" y="44665"/>
                  <a:pt x="719704" y="49304"/>
                </a:cubicBezTo>
                <a:cubicBezTo>
                  <a:pt x="721825" y="53944"/>
                  <a:pt x="722886" y="60676"/>
                  <a:pt x="722886" y="69501"/>
                </a:cubicBezTo>
                <a:lnTo>
                  <a:pt x="722886" y="126613"/>
                </a:lnTo>
                <a:lnTo>
                  <a:pt x="707611" y="126613"/>
                </a:lnTo>
                <a:lnTo>
                  <a:pt x="707611" y="69501"/>
                </a:lnTo>
                <a:cubicBezTo>
                  <a:pt x="707611" y="61864"/>
                  <a:pt x="705956" y="56305"/>
                  <a:pt x="702647" y="52826"/>
                </a:cubicBezTo>
                <a:cubicBezTo>
                  <a:pt x="699337" y="49347"/>
                  <a:pt x="694655" y="47607"/>
                  <a:pt x="688602" y="47607"/>
                </a:cubicBezTo>
                <a:cubicBezTo>
                  <a:pt x="684076" y="47607"/>
                  <a:pt x="679819" y="48781"/>
                  <a:pt x="675830" y="51129"/>
                </a:cubicBezTo>
                <a:cubicBezTo>
                  <a:pt x="671842" y="53477"/>
                  <a:pt x="668999" y="56659"/>
                  <a:pt x="667302" y="60676"/>
                </a:cubicBezTo>
                <a:cubicBezTo>
                  <a:pt x="665605" y="64693"/>
                  <a:pt x="664756" y="70237"/>
                  <a:pt x="664756" y="77309"/>
                </a:cubicBezTo>
                <a:lnTo>
                  <a:pt x="664756" y="126613"/>
                </a:lnTo>
                <a:lnTo>
                  <a:pt x="649481" y="126613"/>
                </a:lnTo>
                <a:close/>
                <a:moveTo>
                  <a:pt x="807806" y="97591"/>
                </a:moveTo>
                <a:lnTo>
                  <a:pt x="823590" y="99542"/>
                </a:lnTo>
                <a:cubicBezTo>
                  <a:pt x="821101" y="108764"/>
                  <a:pt x="816490" y="115921"/>
                  <a:pt x="809757" y="121012"/>
                </a:cubicBezTo>
                <a:cubicBezTo>
                  <a:pt x="803025" y="126104"/>
                  <a:pt x="794426" y="128650"/>
                  <a:pt x="783960" y="128650"/>
                </a:cubicBezTo>
                <a:cubicBezTo>
                  <a:pt x="770778" y="128650"/>
                  <a:pt x="760326" y="124591"/>
                  <a:pt x="752603" y="116472"/>
                </a:cubicBezTo>
                <a:cubicBezTo>
                  <a:pt x="744881" y="108354"/>
                  <a:pt x="741020" y="96968"/>
                  <a:pt x="741020" y="82315"/>
                </a:cubicBezTo>
                <a:cubicBezTo>
                  <a:pt x="741020" y="67154"/>
                  <a:pt x="744923" y="55386"/>
                  <a:pt x="752731" y="47013"/>
                </a:cubicBezTo>
                <a:cubicBezTo>
                  <a:pt x="760538" y="38640"/>
                  <a:pt x="770665" y="34454"/>
                  <a:pt x="783111" y="34454"/>
                </a:cubicBezTo>
                <a:cubicBezTo>
                  <a:pt x="795161" y="34454"/>
                  <a:pt x="805005" y="38549"/>
                  <a:pt x="812643" y="46740"/>
                </a:cubicBezTo>
                <a:cubicBezTo>
                  <a:pt x="820280" y="54929"/>
                  <a:pt x="824099" y="66451"/>
                  <a:pt x="824099" y="81305"/>
                </a:cubicBezTo>
                <a:cubicBezTo>
                  <a:pt x="824099" y="82209"/>
                  <a:pt x="824071" y="83564"/>
                  <a:pt x="824014" y="85370"/>
                </a:cubicBezTo>
                <a:lnTo>
                  <a:pt x="756804" y="85370"/>
                </a:lnTo>
                <a:cubicBezTo>
                  <a:pt x="757370" y="95243"/>
                  <a:pt x="760170" y="102802"/>
                  <a:pt x="765205" y="108050"/>
                </a:cubicBezTo>
                <a:cubicBezTo>
                  <a:pt x="770240" y="113297"/>
                  <a:pt x="776520" y="115921"/>
                  <a:pt x="784045" y="115921"/>
                </a:cubicBezTo>
                <a:cubicBezTo>
                  <a:pt x="789645" y="115921"/>
                  <a:pt x="794426" y="114464"/>
                  <a:pt x="798386" y="111550"/>
                </a:cubicBezTo>
                <a:cubicBezTo>
                  <a:pt x="802346" y="108635"/>
                  <a:pt x="805486" y="103982"/>
                  <a:pt x="807806" y="97591"/>
                </a:cubicBezTo>
                <a:moveTo>
                  <a:pt x="757653" y="72641"/>
                </a:moveTo>
                <a:lnTo>
                  <a:pt x="807975" y="72641"/>
                </a:lnTo>
                <a:cubicBezTo>
                  <a:pt x="807297" y="65184"/>
                  <a:pt x="805373" y="59591"/>
                  <a:pt x="802205" y="55863"/>
                </a:cubicBezTo>
                <a:cubicBezTo>
                  <a:pt x="797339" y="50076"/>
                  <a:pt x="791031" y="47183"/>
                  <a:pt x="783281" y="47183"/>
                </a:cubicBezTo>
                <a:cubicBezTo>
                  <a:pt x="776266" y="47183"/>
                  <a:pt x="770368" y="49493"/>
                  <a:pt x="765587" y="54112"/>
                </a:cubicBezTo>
                <a:cubicBezTo>
                  <a:pt x="760807" y="58730"/>
                  <a:pt x="758162" y="64907"/>
                  <a:pt x="757653" y="72641"/>
                </a:cubicBezTo>
                <a:close/>
                <a:moveTo>
                  <a:pt x="928566" y="126613"/>
                </a:moveTo>
                <a:lnTo>
                  <a:pt x="880365" y="2206"/>
                </a:lnTo>
                <a:lnTo>
                  <a:pt x="898186" y="2206"/>
                </a:lnTo>
                <a:lnTo>
                  <a:pt x="930518" y="92584"/>
                </a:lnTo>
                <a:cubicBezTo>
                  <a:pt x="933120" y="99825"/>
                  <a:pt x="935298" y="106614"/>
                  <a:pt x="937052" y="112950"/>
                </a:cubicBezTo>
                <a:cubicBezTo>
                  <a:pt x="938976" y="106162"/>
                  <a:pt x="941210" y="99373"/>
                  <a:pt x="943756" y="92584"/>
                </a:cubicBezTo>
                <a:lnTo>
                  <a:pt x="977361" y="2206"/>
                </a:lnTo>
                <a:lnTo>
                  <a:pt x="994164" y="2206"/>
                </a:lnTo>
                <a:lnTo>
                  <a:pt x="945453" y="126613"/>
                </a:lnTo>
                <a:lnTo>
                  <a:pt x="928566" y="126613"/>
                </a:lnTo>
                <a:close/>
                <a:moveTo>
                  <a:pt x="1008422" y="126613"/>
                </a:moveTo>
                <a:lnTo>
                  <a:pt x="1008422" y="2206"/>
                </a:lnTo>
                <a:lnTo>
                  <a:pt x="1033201" y="2206"/>
                </a:lnTo>
                <a:lnTo>
                  <a:pt x="1062648" y="90292"/>
                </a:lnTo>
                <a:cubicBezTo>
                  <a:pt x="1065364" y="98496"/>
                  <a:pt x="1067344" y="104634"/>
                  <a:pt x="1068589" y="108707"/>
                </a:cubicBezTo>
                <a:cubicBezTo>
                  <a:pt x="1070003" y="104181"/>
                  <a:pt x="1072209" y="97534"/>
                  <a:pt x="1075208" y="88765"/>
                </a:cubicBezTo>
                <a:lnTo>
                  <a:pt x="1104994" y="2206"/>
                </a:lnTo>
                <a:lnTo>
                  <a:pt x="1127143" y="2206"/>
                </a:lnTo>
                <a:lnTo>
                  <a:pt x="1127143" y="126613"/>
                </a:lnTo>
                <a:lnTo>
                  <a:pt x="1111274" y="126613"/>
                </a:lnTo>
                <a:lnTo>
                  <a:pt x="1111274" y="22488"/>
                </a:lnTo>
                <a:lnTo>
                  <a:pt x="1075123" y="126613"/>
                </a:lnTo>
                <a:lnTo>
                  <a:pt x="1060272" y="126613"/>
                </a:lnTo>
                <a:lnTo>
                  <a:pt x="1024291" y="20706"/>
                </a:lnTo>
                <a:lnTo>
                  <a:pt x="1024291" y="126613"/>
                </a:lnTo>
                <a:lnTo>
                  <a:pt x="1008422" y="126613"/>
                </a:lnTo>
                <a:close/>
                <a:moveTo>
                  <a:pt x="1258875" y="115486"/>
                </a:moveTo>
                <a:cubicBezTo>
                  <a:pt x="1253218" y="120298"/>
                  <a:pt x="1247773" y="123695"/>
                  <a:pt x="1242540" y="125677"/>
                </a:cubicBezTo>
                <a:cubicBezTo>
                  <a:pt x="1237306" y="127659"/>
                  <a:pt x="1231692" y="128650"/>
                  <a:pt x="1225695" y="128650"/>
                </a:cubicBezTo>
                <a:cubicBezTo>
                  <a:pt x="1215794" y="128650"/>
                  <a:pt x="1208185" y="126229"/>
                  <a:pt x="1202867" y="121389"/>
                </a:cubicBezTo>
                <a:cubicBezTo>
                  <a:pt x="1197549" y="116548"/>
                  <a:pt x="1194890" y="110363"/>
                  <a:pt x="1194890" y="102833"/>
                </a:cubicBezTo>
                <a:cubicBezTo>
                  <a:pt x="1194890" y="98419"/>
                  <a:pt x="1195894" y="94386"/>
                  <a:pt x="1197903" y="90735"/>
                </a:cubicBezTo>
                <a:cubicBezTo>
                  <a:pt x="1199911" y="87083"/>
                  <a:pt x="1202542" y="84152"/>
                  <a:pt x="1205795" y="81944"/>
                </a:cubicBezTo>
                <a:cubicBezTo>
                  <a:pt x="1209048" y="79736"/>
                  <a:pt x="1212711" y="78066"/>
                  <a:pt x="1216784" y="76935"/>
                </a:cubicBezTo>
                <a:cubicBezTo>
                  <a:pt x="1219783" y="76141"/>
                  <a:pt x="1224309" y="75376"/>
                  <a:pt x="1230362" y="74641"/>
                </a:cubicBezTo>
                <a:cubicBezTo>
                  <a:pt x="1242695" y="73181"/>
                  <a:pt x="1251775" y="71439"/>
                  <a:pt x="1257602" y="69417"/>
                </a:cubicBezTo>
                <a:cubicBezTo>
                  <a:pt x="1257659" y="67332"/>
                  <a:pt x="1257687" y="66008"/>
                  <a:pt x="1257687" y="65444"/>
                </a:cubicBezTo>
                <a:cubicBezTo>
                  <a:pt x="1257687" y="59244"/>
                  <a:pt x="1256245" y="54876"/>
                  <a:pt x="1253359" y="52341"/>
                </a:cubicBezTo>
                <a:cubicBezTo>
                  <a:pt x="1249456" y="48902"/>
                  <a:pt x="1243657" y="47183"/>
                  <a:pt x="1235963" y="47183"/>
                </a:cubicBezTo>
                <a:cubicBezTo>
                  <a:pt x="1228778" y="47183"/>
                  <a:pt x="1223474" y="48442"/>
                  <a:pt x="1220051" y="50959"/>
                </a:cubicBezTo>
                <a:cubicBezTo>
                  <a:pt x="1216629" y="53477"/>
                  <a:pt x="1214097" y="57932"/>
                  <a:pt x="1212456" y="64325"/>
                </a:cubicBezTo>
                <a:lnTo>
                  <a:pt x="1197521" y="62288"/>
                </a:lnTo>
                <a:cubicBezTo>
                  <a:pt x="1198878" y="55876"/>
                  <a:pt x="1201113" y="50698"/>
                  <a:pt x="1204225" y="46753"/>
                </a:cubicBezTo>
                <a:cubicBezTo>
                  <a:pt x="1207336" y="42809"/>
                  <a:pt x="1211834" y="39773"/>
                  <a:pt x="1217718" y="37647"/>
                </a:cubicBezTo>
                <a:cubicBezTo>
                  <a:pt x="1223601" y="35518"/>
                  <a:pt x="1230419" y="34454"/>
                  <a:pt x="1238169" y="34454"/>
                </a:cubicBezTo>
                <a:cubicBezTo>
                  <a:pt x="1245863" y="34454"/>
                  <a:pt x="1252115" y="35359"/>
                  <a:pt x="1256924" y="37169"/>
                </a:cubicBezTo>
                <a:cubicBezTo>
                  <a:pt x="1261732" y="38980"/>
                  <a:pt x="1265268" y="41257"/>
                  <a:pt x="1267531" y="44001"/>
                </a:cubicBezTo>
                <a:cubicBezTo>
                  <a:pt x="1269794" y="46744"/>
                  <a:pt x="1271378" y="50210"/>
                  <a:pt x="1272283" y="54396"/>
                </a:cubicBezTo>
                <a:cubicBezTo>
                  <a:pt x="1272793" y="56999"/>
                  <a:pt x="1273047" y="61694"/>
                  <a:pt x="1273047" y="68483"/>
                </a:cubicBezTo>
                <a:lnTo>
                  <a:pt x="1273047" y="88850"/>
                </a:lnTo>
                <a:cubicBezTo>
                  <a:pt x="1273047" y="103050"/>
                  <a:pt x="1273373" y="112031"/>
                  <a:pt x="1274023" y="115793"/>
                </a:cubicBezTo>
                <a:cubicBezTo>
                  <a:pt x="1274674" y="119555"/>
                  <a:pt x="1275961" y="123162"/>
                  <a:pt x="1277884" y="126613"/>
                </a:cubicBezTo>
                <a:lnTo>
                  <a:pt x="1261930" y="126613"/>
                </a:lnTo>
                <a:cubicBezTo>
                  <a:pt x="1260346" y="123441"/>
                  <a:pt x="1259328" y="119732"/>
                  <a:pt x="1258875" y="115486"/>
                </a:cubicBezTo>
                <a:moveTo>
                  <a:pt x="1257602" y="81297"/>
                </a:moveTo>
                <a:cubicBezTo>
                  <a:pt x="1252058" y="83580"/>
                  <a:pt x="1243742" y="85519"/>
                  <a:pt x="1232653" y="87115"/>
                </a:cubicBezTo>
                <a:cubicBezTo>
                  <a:pt x="1226374" y="88024"/>
                  <a:pt x="1221932" y="89047"/>
                  <a:pt x="1219330" y="90184"/>
                </a:cubicBezTo>
                <a:cubicBezTo>
                  <a:pt x="1216728" y="91319"/>
                  <a:pt x="1214719" y="92981"/>
                  <a:pt x="1213305" y="95169"/>
                </a:cubicBezTo>
                <a:cubicBezTo>
                  <a:pt x="1211891" y="97356"/>
                  <a:pt x="1211183" y="99785"/>
                  <a:pt x="1211183" y="102454"/>
                </a:cubicBezTo>
                <a:cubicBezTo>
                  <a:pt x="1211183" y="106543"/>
                  <a:pt x="1212725" y="109952"/>
                  <a:pt x="1215808" y="112680"/>
                </a:cubicBezTo>
                <a:cubicBezTo>
                  <a:pt x="1218892" y="115406"/>
                  <a:pt x="1223403" y="116769"/>
                  <a:pt x="1229344" y="116769"/>
                </a:cubicBezTo>
                <a:cubicBezTo>
                  <a:pt x="1235227" y="116769"/>
                  <a:pt x="1240461" y="115476"/>
                  <a:pt x="1245043" y="112889"/>
                </a:cubicBezTo>
                <a:cubicBezTo>
                  <a:pt x="1249626" y="110303"/>
                  <a:pt x="1252992" y="106764"/>
                  <a:pt x="1255142" y="102274"/>
                </a:cubicBezTo>
                <a:cubicBezTo>
                  <a:pt x="1256782" y="98805"/>
                  <a:pt x="1257602" y="93689"/>
                  <a:pt x="1257602" y="86925"/>
                </a:cubicBezTo>
                <a:lnTo>
                  <a:pt x="1257602" y="81297"/>
                </a:lnTo>
                <a:close/>
                <a:moveTo>
                  <a:pt x="1296697" y="126613"/>
                </a:moveTo>
                <a:lnTo>
                  <a:pt x="1296697" y="36490"/>
                </a:lnTo>
                <a:lnTo>
                  <a:pt x="1310445" y="36490"/>
                </a:lnTo>
                <a:lnTo>
                  <a:pt x="1310445" y="49220"/>
                </a:lnTo>
                <a:cubicBezTo>
                  <a:pt x="1317064" y="39376"/>
                  <a:pt x="1326625" y="34454"/>
                  <a:pt x="1339128" y="34454"/>
                </a:cubicBezTo>
                <a:cubicBezTo>
                  <a:pt x="1344559" y="34454"/>
                  <a:pt x="1349551" y="35430"/>
                  <a:pt x="1354106" y="37381"/>
                </a:cubicBezTo>
                <a:cubicBezTo>
                  <a:pt x="1358660" y="39333"/>
                  <a:pt x="1362068" y="41893"/>
                  <a:pt x="1364331" y="45061"/>
                </a:cubicBezTo>
                <a:cubicBezTo>
                  <a:pt x="1366594" y="48230"/>
                  <a:pt x="1368179" y="51992"/>
                  <a:pt x="1369084" y="56348"/>
                </a:cubicBezTo>
                <a:cubicBezTo>
                  <a:pt x="1369649" y="59177"/>
                  <a:pt x="1369932" y="64127"/>
                  <a:pt x="1369932" y="71199"/>
                </a:cubicBezTo>
                <a:lnTo>
                  <a:pt x="1369932" y="126613"/>
                </a:lnTo>
                <a:lnTo>
                  <a:pt x="1354657" y="126613"/>
                </a:lnTo>
                <a:lnTo>
                  <a:pt x="1354657" y="71734"/>
                </a:lnTo>
                <a:cubicBezTo>
                  <a:pt x="1354657" y="65504"/>
                  <a:pt x="1354063" y="60846"/>
                  <a:pt x="1352875" y="57759"/>
                </a:cubicBezTo>
                <a:cubicBezTo>
                  <a:pt x="1351687" y="54672"/>
                  <a:pt x="1349580" y="52208"/>
                  <a:pt x="1346553" y="50368"/>
                </a:cubicBezTo>
                <a:cubicBezTo>
                  <a:pt x="1343526" y="48527"/>
                  <a:pt x="1339976" y="47607"/>
                  <a:pt x="1335903" y="47607"/>
                </a:cubicBezTo>
                <a:cubicBezTo>
                  <a:pt x="1329397" y="47607"/>
                  <a:pt x="1323782" y="49675"/>
                  <a:pt x="1319058" y="53810"/>
                </a:cubicBezTo>
                <a:cubicBezTo>
                  <a:pt x="1314334" y="57943"/>
                  <a:pt x="1311972" y="65787"/>
                  <a:pt x="1311972" y="77340"/>
                </a:cubicBezTo>
                <a:lnTo>
                  <a:pt x="1311972" y="126613"/>
                </a:lnTo>
                <a:lnTo>
                  <a:pt x="1296697" y="126613"/>
                </a:lnTo>
                <a:close/>
                <a:moveTo>
                  <a:pt x="1451797" y="126613"/>
                </a:moveTo>
                <a:lnTo>
                  <a:pt x="1451797" y="115242"/>
                </a:lnTo>
                <a:cubicBezTo>
                  <a:pt x="1446083" y="124180"/>
                  <a:pt x="1437682" y="128650"/>
                  <a:pt x="1426593" y="128650"/>
                </a:cubicBezTo>
                <a:cubicBezTo>
                  <a:pt x="1419408" y="128650"/>
                  <a:pt x="1412803" y="126670"/>
                  <a:pt x="1406778" y="122709"/>
                </a:cubicBezTo>
                <a:cubicBezTo>
                  <a:pt x="1400753" y="118749"/>
                  <a:pt x="1396086" y="113219"/>
                  <a:pt x="1392776" y="106119"/>
                </a:cubicBezTo>
                <a:cubicBezTo>
                  <a:pt x="1389466" y="99019"/>
                  <a:pt x="1387812" y="90858"/>
                  <a:pt x="1387812" y="81637"/>
                </a:cubicBezTo>
                <a:cubicBezTo>
                  <a:pt x="1387812" y="72641"/>
                  <a:pt x="1389311" y="64480"/>
                  <a:pt x="1392309" y="57154"/>
                </a:cubicBezTo>
                <a:cubicBezTo>
                  <a:pt x="1395308" y="49828"/>
                  <a:pt x="1399805" y="44213"/>
                  <a:pt x="1405802" y="40309"/>
                </a:cubicBezTo>
                <a:cubicBezTo>
                  <a:pt x="1411799" y="36405"/>
                  <a:pt x="1418503" y="34454"/>
                  <a:pt x="1425914" y="34454"/>
                </a:cubicBezTo>
                <a:cubicBezTo>
                  <a:pt x="1431345" y="34454"/>
                  <a:pt x="1436182" y="35599"/>
                  <a:pt x="1440426" y="37891"/>
                </a:cubicBezTo>
                <a:cubicBezTo>
                  <a:pt x="1444669" y="40182"/>
                  <a:pt x="1448120" y="43166"/>
                  <a:pt x="1450779" y="46843"/>
                </a:cubicBezTo>
                <a:lnTo>
                  <a:pt x="1450779" y="2206"/>
                </a:lnTo>
                <a:lnTo>
                  <a:pt x="1465969" y="2206"/>
                </a:lnTo>
                <a:lnTo>
                  <a:pt x="1465969" y="126613"/>
                </a:lnTo>
                <a:lnTo>
                  <a:pt x="1451797" y="126613"/>
                </a:lnTo>
                <a:moveTo>
                  <a:pt x="1403511" y="81594"/>
                </a:moveTo>
                <a:cubicBezTo>
                  <a:pt x="1403511" y="93093"/>
                  <a:pt x="1405944" y="101689"/>
                  <a:pt x="1410809" y="107381"/>
                </a:cubicBezTo>
                <a:cubicBezTo>
                  <a:pt x="1415674" y="113074"/>
                  <a:pt x="1421417" y="115921"/>
                  <a:pt x="1428036" y="115921"/>
                </a:cubicBezTo>
                <a:cubicBezTo>
                  <a:pt x="1434712" y="115921"/>
                  <a:pt x="1440383" y="113201"/>
                  <a:pt x="1445051" y="107763"/>
                </a:cubicBezTo>
                <a:cubicBezTo>
                  <a:pt x="1449718" y="102323"/>
                  <a:pt x="1452052" y="94023"/>
                  <a:pt x="1452052" y="82862"/>
                </a:cubicBezTo>
                <a:cubicBezTo>
                  <a:pt x="1452052" y="70575"/>
                  <a:pt x="1449675" y="61556"/>
                  <a:pt x="1444923" y="55807"/>
                </a:cubicBezTo>
                <a:cubicBezTo>
                  <a:pt x="1440171" y="50058"/>
                  <a:pt x="1434316" y="47183"/>
                  <a:pt x="1427357" y="47183"/>
                </a:cubicBezTo>
                <a:cubicBezTo>
                  <a:pt x="1420568" y="47183"/>
                  <a:pt x="1414896" y="49945"/>
                  <a:pt x="1410342" y="55470"/>
                </a:cubicBezTo>
                <a:cubicBezTo>
                  <a:pt x="1405788" y="60993"/>
                  <a:pt x="1403511" y="69701"/>
                  <a:pt x="1403511" y="81594"/>
                </a:cubicBezTo>
                <a:close/>
                <a:moveTo>
                  <a:pt x="1537934" y="126613"/>
                </a:moveTo>
                <a:lnTo>
                  <a:pt x="1537934" y="2206"/>
                </a:lnTo>
                <a:lnTo>
                  <a:pt x="1553209" y="2206"/>
                </a:lnTo>
                <a:lnTo>
                  <a:pt x="1553209" y="126613"/>
                </a:lnTo>
                <a:lnTo>
                  <a:pt x="1537934" y="126613"/>
                </a:lnTo>
                <a:close/>
                <a:moveTo>
                  <a:pt x="1638550" y="97591"/>
                </a:moveTo>
                <a:lnTo>
                  <a:pt x="1654334" y="99542"/>
                </a:lnTo>
                <a:cubicBezTo>
                  <a:pt x="1651845" y="108764"/>
                  <a:pt x="1647234" y="115921"/>
                  <a:pt x="1640502" y="121012"/>
                </a:cubicBezTo>
                <a:cubicBezTo>
                  <a:pt x="1633770" y="126104"/>
                  <a:pt x="1625170" y="128650"/>
                  <a:pt x="1614704" y="128650"/>
                </a:cubicBezTo>
                <a:cubicBezTo>
                  <a:pt x="1601522" y="128650"/>
                  <a:pt x="1591070" y="124591"/>
                  <a:pt x="1583348" y="116472"/>
                </a:cubicBezTo>
                <a:cubicBezTo>
                  <a:pt x="1575626" y="108354"/>
                  <a:pt x="1571764" y="96968"/>
                  <a:pt x="1571764" y="82315"/>
                </a:cubicBezTo>
                <a:cubicBezTo>
                  <a:pt x="1571764" y="67154"/>
                  <a:pt x="1575668" y="55386"/>
                  <a:pt x="1583475" y="47013"/>
                </a:cubicBezTo>
                <a:cubicBezTo>
                  <a:pt x="1591282" y="38640"/>
                  <a:pt x="1601409" y="34454"/>
                  <a:pt x="1613856" y="34454"/>
                </a:cubicBezTo>
                <a:cubicBezTo>
                  <a:pt x="1625906" y="34454"/>
                  <a:pt x="1635750" y="38549"/>
                  <a:pt x="1643387" y="46740"/>
                </a:cubicBezTo>
                <a:cubicBezTo>
                  <a:pt x="1651025" y="54929"/>
                  <a:pt x="1654844" y="66451"/>
                  <a:pt x="1654844" y="81305"/>
                </a:cubicBezTo>
                <a:cubicBezTo>
                  <a:pt x="1654844" y="82209"/>
                  <a:pt x="1654815" y="83564"/>
                  <a:pt x="1654759" y="85370"/>
                </a:cubicBezTo>
                <a:lnTo>
                  <a:pt x="1587549" y="85370"/>
                </a:lnTo>
                <a:cubicBezTo>
                  <a:pt x="1588114" y="95243"/>
                  <a:pt x="1590915" y="102802"/>
                  <a:pt x="1595950" y="108050"/>
                </a:cubicBezTo>
                <a:cubicBezTo>
                  <a:pt x="1600985" y="113297"/>
                  <a:pt x="1607265" y="115921"/>
                  <a:pt x="1614789" y="115921"/>
                </a:cubicBezTo>
                <a:cubicBezTo>
                  <a:pt x="1620390" y="115921"/>
                  <a:pt x="1625170" y="114464"/>
                  <a:pt x="1629131" y="111550"/>
                </a:cubicBezTo>
                <a:cubicBezTo>
                  <a:pt x="1633091" y="108635"/>
                  <a:pt x="1636231" y="103982"/>
                  <a:pt x="1638550" y="97591"/>
                </a:cubicBezTo>
                <a:moveTo>
                  <a:pt x="1588397" y="72641"/>
                </a:moveTo>
                <a:lnTo>
                  <a:pt x="1638720" y="72641"/>
                </a:lnTo>
                <a:cubicBezTo>
                  <a:pt x="1638041" y="65184"/>
                  <a:pt x="1636117" y="59591"/>
                  <a:pt x="1632949" y="55863"/>
                </a:cubicBezTo>
                <a:cubicBezTo>
                  <a:pt x="1628084" y="50076"/>
                  <a:pt x="1621776" y="47183"/>
                  <a:pt x="1614025" y="47183"/>
                </a:cubicBezTo>
                <a:cubicBezTo>
                  <a:pt x="1607010" y="47183"/>
                  <a:pt x="1601112" y="49493"/>
                  <a:pt x="1596332" y="54112"/>
                </a:cubicBezTo>
                <a:cubicBezTo>
                  <a:pt x="1591551" y="58730"/>
                  <a:pt x="1588906" y="64907"/>
                  <a:pt x="1588397" y="72641"/>
                </a:cubicBezTo>
                <a:close/>
                <a:moveTo>
                  <a:pt x="1706837" y="113120"/>
                </a:moveTo>
                <a:lnTo>
                  <a:pt x="1709043" y="126613"/>
                </a:lnTo>
                <a:cubicBezTo>
                  <a:pt x="1704744" y="127405"/>
                  <a:pt x="1700897" y="127801"/>
                  <a:pt x="1697502" y="127801"/>
                </a:cubicBezTo>
                <a:cubicBezTo>
                  <a:pt x="1691958" y="127801"/>
                  <a:pt x="1687658" y="126924"/>
                  <a:pt x="1684603" y="125170"/>
                </a:cubicBezTo>
                <a:cubicBezTo>
                  <a:pt x="1681548" y="123417"/>
                  <a:pt x="1679399" y="121111"/>
                  <a:pt x="1678154" y="118254"/>
                </a:cubicBezTo>
                <a:cubicBezTo>
                  <a:pt x="1676909" y="115397"/>
                  <a:pt x="1676287" y="109386"/>
                  <a:pt x="1676287" y="100221"/>
                </a:cubicBezTo>
                <a:lnTo>
                  <a:pt x="1676287" y="48371"/>
                </a:lnTo>
                <a:lnTo>
                  <a:pt x="1665085" y="48371"/>
                </a:lnTo>
                <a:lnTo>
                  <a:pt x="1665085" y="36490"/>
                </a:lnTo>
                <a:lnTo>
                  <a:pt x="1676287" y="36490"/>
                </a:lnTo>
                <a:lnTo>
                  <a:pt x="1676287" y="14111"/>
                </a:lnTo>
                <a:lnTo>
                  <a:pt x="1691477" y="4922"/>
                </a:lnTo>
                <a:lnTo>
                  <a:pt x="1691477" y="36490"/>
                </a:lnTo>
                <a:lnTo>
                  <a:pt x="1706837" y="36490"/>
                </a:lnTo>
                <a:lnTo>
                  <a:pt x="1706837" y="48371"/>
                </a:lnTo>
                <a:lnTo>
                  <a:pt x="1691477" y="48371"/>
                </a:lnTo>
                <a:lnTo>
                  <a:pt x="1691477" y="101070"/>
                </a:lnTo>
                <a:cubicBezTo>
                  <a:pt x="1691477" y="105426"/>
                  <a:pt x="1691746" y="108226"/>
                  <a:pt x="1692283" y="109471"/>
                </a:cubicBezTo>
                <a:cubicBezTo>
                  <a:pt x="1692821" y="110716"/>
                  <a:pt x="1693698" y="111706"/>
                  <a:pt x="1694914" y="112441"/>
                </a:cubicBezTo>
                <a:cubicBezTo>
                  <a:pt x="1696130" y="113177"/>
                  <a:pt x="1697870" y="113544"/>
                  <a:pt x="1700133" y="113544"/>
                </a:cubicBezTo>
                <a:cubicBezTo>
                  <a:pt x="1701830" y="113544"/>
                  <a:pt x="1704065" y="113403"/>
                  <a:pt x="1706837" y="113120"/>
                </a:cubicBezTo>
                <a:close/>
                <a:moveTo>
                  <a:pt x="1803468" y="113120"/>
                </a:moveTo>
                <a:lnTo>
                  <a:pt x="1805674" y="126613"/>
                </a:lnTo>
                <a:cubicBezTo>
                  <a:pt x="1801374" y="127405"/>
                  <a:pt x="1797527" y="127801"/>
                  <a:pt x="1794133" y="127801"/>
                </a:cubicBezTo>
                <a:cubicBezTo>
                  <a:pt x="1788589" y="127801"/>
                  <a:pt x="1784289" y="126924"/>
                  <a:pt x="1781234" y="125170"/>
                </a:cubicBezTo>
                <a:cubicBezTo>
                  <a:pt x="1778179" y="123417"/>
                  <a:pt x="1776029" y="121111"/>
                  <a:pt x="1774784" y="118254"/>
                </a:cubicBezTo>
                <a:cubicBezTo>
                  <a:pt x="1773540" y="115397"/>
                  <a:pt x="1772917" y="109386"/>
                  <a:pt x="1772917" y="100221"/>
                </a:cubicBezTo>
                <a:lnTo>
                  <a:pt x="1772917" y="48371"/>
                </a:lnTo>
                <a:lnTo>
                  <a:pt x="1761716" y="48371"/>
                </a:lnTo>
                <a:lnTo>
                  <a:pt x="1761716" y="36490"/>
                </a:lnTo>
                <a:lnTo>
                  <a:pt x="1772917" y="36490"/>
                </a:lnTo>
                <a:lnTo>
                  <a:pt x="1772917" y="14111"/>
                </a:lnTo>
                <a:lnTo>
                  <a:pt x="1788108" y="4922"/>
                </a:lnTo>
                <a:lnTo>
                  <a:pt x="1788108" y="36490"/>
                </a:lnTo>
                <a:lnTo>
                  <a:pt x="1803468" y="36490"/>
                </a:lnTo>
                <a:lnTo>
                  <a:pt x="1803468" y="48371"/>
                </a:lnTo>
                <a:lnTo>
                  <a:pt x="1788108" y="48371"/>
                </a:lnTo>
                <a:lnTo>
                  <a:pt x="1788108" y="101070"/>
                </a:lnTo>
                <a:cubicBezTo>
                  <a:pt x="1788108" y="105426"/>
                  <a:pt x="1788376" y="108226"/>
                  <a:pt x="1788914" y="109471"/>
                </a:cubicBezTo>
                <a:cubicBezTo>
                  <a:pt x="1789451" y="110716"/>
                  <a:pt x="1790328" y="111706"/>
                  <a:pt x="1791545" y="112441"/>
                </a:cubicBezTo>
                <a:cubicBezTo>
                  <a:pt x="1792761" y="113177"/>
                  <a:pt x="1794501" y="113544"/>
                  <a:pt x="1796763" y="113544"/>
                </a:cubicBezTo>
                <a:cubicBezTo>
                  <a:pt x="1798461" y="113544"/>
                  <a:pt x="1800695" y="113403"/>
                  <a:pt x="1803468" y="113120"/>
                </a:cubicBezTo>
                <a:close/>
                <a:moveTo>
                  <a:pt x="1818432" y="126613"/>
                </a:moveTo>
                <a:lnTo>
                  <a:pt x="1818432" y="2206"/>
                </a:lnTo>
                <a:lnTo>
                  <a:pt x="1833708" y="2206"/>
                </a:lnTo>
                <a:lnTo>
                  <a:pt x="1833708" y="46843"/>
                </a:lnTo>
                <a:cubicBezTo>
                  <a:pt x="1840836" y="38584"/>
                  <a:pt x="1849831" y="34454"/>
                  <a:pt x="1860693" y="34454"/>
                </a:cubicBezTo>
                <a:cubicBezTo>
                  <a:pt x="1867369" y="34454"/>
                  <a:pt x="1873168" y="35769"/>
                  <a:pt x="1878090" y="38400"/>
                </a:cubicBezTo>
                <a:cubicBezTo>
                  <a:pt x="1883012" y="41030"/>
                  <a:pt x="1886534" y="44665"/>
                  <a:pt x="1888655" y="49304"/>
                </a:cubicBezTo>
                <a:cubicBezTo>
                  <a:pt x="1890777" y="53944"/>
                  <a:pt x="1891838" y="60676"/>
                  <a:pt x="1891838" y="69501"/>
                </a:cubicBezTo>
                <a:lnTo>
                  <a:pt x="1891838" y="126613"/>
                </a:lnTo>
                <a:lnTo>
                  <a:pt x="1876562" y="126613"/>
                </a:lnTo>
                <a:lnTo>
                  <a:pt x="1876562" y="69501"/>
                </a:lnTo>
                <a:cubicBezTo>
                  <a:pt x="1876562" y="61864"/>
                  <a:pt x="1874908" y="56305"/>
                  <a:pt x="1871598" y="52826"/>
                </a:cubicBezTo>
                <a:cubicBezTo>
                  <a:pt x="1868289" y="49347"/>
                  <a:pt x="1863607" y="47607"/>
                  <a:pt x="1857554" y="47607"/>
                </a:cubicBezTo>
                <a:cubicBezTo>
                  <a:pt x="1853028" y="47607"/>
                  <a:pt x="1848770" y="48781"/>
                  <a:pt x="1844782" y="51129"/>
                </a:cubicBezTo>
                <a:cubicBezTo>
                  <a:pt x="1840793" y="53477"/>
                  <a:pt x="1837951" y="56659"/>
                  <a:pt x="1836253" y="60676"/>
                </a:cubicBezTo>
                <a:cubicBezTo>
                  <a:pt x="1834556" y="64693"/>
                  <a:pt x="1833708" y="70237"/>
                  <a:pt x="1833708" y="77309"/>
                </a:cubicBezTo>
                <a:lnTo>
                  <a:pt x="1833708" y="126613"/>
                </a:lnTo>
                <a:lnTo>
                  <a:pt x="1818432" y="126613"/>
                </a:lnTo>
                <a:close/>
                <a:moveTo>
                  <a:pt x="1976757" y="97591"/>
                </a:moveTo>
                <a:lnTo>
                  <a:pt x="1992541" y="99542"/>
                </a:lnTo>
                <a:cubicBezTo>
                  <a:pt x="1990052" y="108764"/>
                  <a:pt x="1985441" y="115921"/>
                  <a:pt x="1978709" y="121012"/>
                </a:cubicBezTo>
                <a:cubicBezTo>
                  <a:pt x="1971977" y="126104"/>
                  <a:pt x="1963377" y="128650"/>
                  <a:pt x="1952911" y="128650"/>
                </a:cubicBezTo>
                <a:cubicBezTo>
                  <a:pt x="1939729" y="128650"/>
                  <a:pt x="1929277" y="124591"/>
                  <a:pt x="1921555" y="116472"/>
                </a:cubicBezTo>
                <a:cubicBezTo>
                  <a:pt x="1913832" y="108354"/>
                  <a:pt x="1909971" y="96968"/>
                  <a:pt x="1909971" y="82315"/>
                </a:cubicBezTo>
                <a:cubicBezTo>
                  <a:pt x="1909971" y="67154"/>
                  <a:pt x="1913875" y="55386"/>
                  <a:pt x="1921682" y="47013"/>
                </a:cubicBezTo>
                <a:cubicBezTo>
                  <a:pt x="1929489" y="38640"/>
                  <a:pt x="1939616" y="34454"/>
                  <a:pt x="1952062" y="34454"/>
                </a:cubicBezTo>
                <a:cubicBezTo>
                  <a:pt x="1964113" y="34454"/>
                  <a:pt x="1973957" y="38549"/>
                  <a:pt x="1981594" y="46740"/>
                </a:cubicBezTo>
                <a:cubicBezTo>
                  <a:pt x="1989232" y="54929"/>
                  <a:pt x="1993050" y="66451"/>
                  <a:pt x="1993050" y="81305"/>
                </a:cubicBezTo>
                <a:cubicBezTo>
                  <a:pt x="1993050" y="82209"/>
                  <a:pt x="1993022" y="83564"/>
                  <a:pt x="1992966" y="85370"/>
                </a:cubicBezTo>
                <a:lnTo>
                  <a:pt x="1925755" y="85370"/>
                </a:lnTo>
                <a:cubicBezTo>
                  <a:pt x="1926321" y="95243"/>
                  <a:pt x="1929122" y="102802"/>
                  <a:pt x="1934157" y="108050"/>
                </a:cubicBezTo>
                <a:cubicBezTo>
                  <a:pt x="1939192" y="113297"/>
                  <a:pt x="1945471" y="115921"/>
                  <a:pt x="1952996" y="115921"/>
                </a:cubicBezTo>
                <a:cubicBezTo>
                  <a:pt x="1958597" y="115921"/>
                  <a:pt x="1963377" y="114464"/>
                  <a:pt x="1967337" y="111550"/>
                </a:cubicBezTo>
                <a:cubicBezTo>
                  <a:pt x="1971298" y="108635"/>
                  <a:pt x="1974437" y="103982"/>
                  <a:pt x="1976757" y="97591"/>
                </a:cubicBezTo>
                <a:moveTo>
                  <a:pt x="1926604" y="72641"/>
                </a:moveTo>
                <a:lnTo>
                  <a:pt x="1976927" y="72641"/>
                </a:lnTo>
                <a:cubicBezTo>
                  <a:pt x="1976248" y="65184"/>
                  <a:pt x="1974324" y="59591"/>
                  <a:pt x="1971156" y="55863"/>
                </a:cubicBezTo>
                <a:cubicBezTo>
                  <a:pt x="1966291" y="50076"/>
                  <a:pt x="1959983" y="47183"/>
                  <a:pt x="1952232" y="47183"/>
                </a:cubicBezTo>
                <a:cubicBezTo>
                  <a:pt x="1945217" y="47183"/>
                  <a:pt x="1939319" y="49493"/>
                  <a:pt x="1934539" y="54112"/>
                </a:cubicBezTo>
                <a:cubicBezTo>
                  <a:pt x="1929758" y="58730"/>
                  <a:pt x="1927113" y="64907"/>
                  <a:pt x="1926604" y="72641"/>
                </a:cubicBezTo>
                <a:close/>
                <a:moveTo>
                  <a:pt x="2060009" y="126613"/>
                </a:moveTo>
                <a:lnTo>
                  <a:pt x="2060009" y="2206"/>
                </a:lnTo>
                <a:lnTo>
                  <a:pt x="2075284" y="2206"/>
                </a:lnTo>
                <a:lnTo>
                  <a:pt x="2075284" y="46843"/>
                </a:lnTo>
                <a:cubicBezTo>
                  <a:pt x="2082412" y="38584"/>
                  <a:pt x="2091407" y="34454"/>
                  <a:pt x="2102270" y="34454"/>
                </a:cubicBezTo>
                <a:cubicBezTo>
                  <a:pt x="2108945" y="34454"/>
                  <a:pt x="2114744" y="35769"/>
                  <a:pt x="2119666" y="38400"/>
                </a:cubicBezTo>
                <a:cubicBezTo>
                  <a:pt x="2124588" y="41030"/>
                  <a:pt x="2128110" y="44665"/>
                  <a:pt x="2130231" y="49304"/>
                </a:cubicBezTo>
                <a:cubicBezTo>
                  <a:pt x="2132353" y="53944"/>
                  <a:pt x="2133414" y="60676"/>
                  <a:pt x="2133414" y="69501"/>
                </a:cubicBezTo>
                <a:lnTo>
                  <a:pt x="2133414" y="126613"/>
                </a:lnTo>
                <a:lnTo>
                  <a:pt x="2118139" y="126613"/>
                </a:lnTo>
                <a:lnTo>
                  <a:pt x="2118139" y="69501"/>
                </a:lnTo>
                <a:cubicBezTo>
                  <a:pt x="2118139" y="61864"/>
                  <a:pt x="2116484" y="56305"/>
                  <a:pt x="2113174" y="52826"/>
                </a:cubicBezTo>
                <a:cubicBezTo>
                  <a:pt x="2109865" y="49347"/>
                  <a:pt x="2105183" y="47607"/>
                  <a:pt x="2099130" y="47607"/>
                </a:cubicBezTo>
                <a:cubicBezTo>
                  <a:pt x="2094604" y="47607"/>
                  <a:pt x="2090347" y="48781"/>
                  <a:pt x="2086358" y="51129"/>
                </a:cubicBezTo>
                <a:cubicBezTo>
                  <a:pt x="2082370" y="53477"/>
                  <a:pt x="2079527" y="56659"/>
                  <a:pt x="2077830" y="60676"/>
                </a:cubicBezTo>
                <a:cubicBezTo>
                  <a:pt x="2076132" y="64693"/>
                  <a:pt x="2075284" y="70237"/>
                  <a:pt x="2075284" y="77309"/>
                </a:cubicBezTo>
                <a:lnTo>
                  <a:pt x="2075284" y="126613"/>
                </a:lnTo>
                <a:lnTo>
                  <a:pt x="2060009" y="126613"/>
                </a:lnTo>
                <a:close/>
                <a:moveTo>
                  <a:pt x="2155960" y="161406"/>
                </a:moveTo>
                <a:lnTo>
                  <a:pt x="2154263" y="147065"/>
                </a:lnTo>
                <a:cubicBezTo>
                  <a:pt x="2157601" y="147970"/>
                  <a:pt x="2160514" y="148422"/>
                  <a:pt x="2163004" y="148422"/>
                </a:cubicBezTo>
                <a:cubicBezTo>
                  <a:pt x="2166398" y="148422"/>
                  <a:pt x="2169114" y="147850"/>
                  <a:pt x="2171150" y="146704"/>
                </a:cubicBezTo>
                <a:cubicBezTo>
                  <a:pt x="2173187" y="145560"/>
                  <a:pt x="2174856" y="143957"/>
                  <a:pt x="2176157" y="141896"/>
                </a:cubicBezTo>
                <a:cubicBezTo>
                  <a:pt x="2177119" y="140351"/>
                  <a:pt x="2178675" y="136516"/>
                  <a:pt x="2180825" y="130392"/>
                </a:cubicBezTo>
                <a:cubicBezTo>
                  <a:pt x="2181107" y="129533"/>
                  <a:pt x="2181560" y="128273"/>
                  <a:pt x="2182182" y="126613"/>
                </a:cubicBezTo>
                <a:lnTo>
                  <a:pt x="2147983" y="36490"/>
                </a:lnTo>
                <a:lnTo>
                  <a:pt x="2164446" y="36490"/>
                </a:lnTo>
                <a:lnTo>
                  <a:pt x="2183201" y="88558"/>
                </a:lnTo>
                <a:cubicBezTo>
                  <a:pt x="2185633" y="95163"/>
                  <a:pt x="2187811" y="102106"/>
                  <a:pt x="2189735" y="109386"/>
                </a:cubicBezTo>
                <a:cubicBezTo>
                  <a:pt x="2191489" y="102387"/>
                  <a:pt x="2193582" y="95557"/>
                  <a:pt x="2196015" y="88898"/>
                </a:cubicBezTo>
                <a:lnTo>
                  <a:pt x="2215278" y="36490"/>
                </a:lnTo>
                <a:lnTo>
                  <a:pt x="2230553" y="36490"/>
                </a:lnTo>
                <a:lnTo>
                  <a:pt x="2196269" y="128202"/>
                </a:lnTo>
                <a:cubicBezTo>
                  <a:pt x="2192592" y="138109"/>
                  <a:pt x="2189735" y="144931"/>
                  <a:pt x="2187698" y="148666"/>
                </a:cubicBezTo>
                <a:cubicBezTo>
                  <a:pt x="2184983" y="153705"/>
                  <a:pt x="2181871" y="157399"/>
                  <a:pt x="2178364" y="159749"/>
                </a:cubicBezTo>
                <a:cubicBezTo>
                  <a:pt x="2174856" y="162098"/>
                  <a:pt x="2170669" y="163273"/>
                  <a:pt x="2165804" y="163273"/>
                </a:cubicBezTo>
                <a:cubicBezTo>
                  <a:pt x="2162862" y="163273"/>
                  <a:pt x="2159581" y="162651"/>
                  <a:pt x="2155960" y="161406"/>
                </a:cubicBezTo>
                <a:close/>
                <a:moveTo>
                  <a:pt x="2243537" y="161236"/>
                </a:moveTo>
                <a:lnTo>
                  <a:pt x="2243537" y="36490"/>
                </a:lnTo>
                <a:lnTo>
                  <a:pt x="2257455" y="36490"/>
                </a:lnTo>
                <a:lnTo>
                  <a:pt x="2257455" y="48116"/>
                </a:lnTo>
                <a:cubicBezTo>
                  <a:pt x="2260736" y="43562"/>
                  <a:pt x="2264441" y="40146"/>
                  <a:pt x="2268571" y="37869"/>
                </a:cubicBezTo>
                <a:cubicBezTo>
                  <a:pt x="2272701" y="35592"/>
                  <a:pt x="2277708" y="34454"/>
                  <a:pt x="2283592" y="34454"/>
                </a:cubicBezTo>
                <a:cubicBezTo>
                  <a:pt x="2291286" y="34454"/>
                  <a:pt x="2298075" y="36434"/>
                  <a:pt x="2303959" y="40394"/>
                </a:cubicBezTo>
                <a:cubicBezTo>
                  <a:pt x="2309842" y="44354"/>
                  <a:pt x="2314283" y="49941"/>
                  <a:pt x="2317282" y="57154"/>
                </a:cubicBezTo>
                <a:cubicBezTo>
                  <a:pt x="2320280" y="64367"/>
                  <a:pt x="2321779" y="72274"/>
                  <a:pt x="2321779" y="80873"/>
                </a:cubicBezTo>
                <a:cubicBezTo>
                  <a:pt x="2321779" y="90094"/>
                  <a:pt x="2320125" y="98397"/>
                  <a:pt x="2316815" y="105780"/>
                </a:cubicBezTo>
                <a:cubicBezTo>
                  <a:pt x="2313505" y="113163"/>
                  <a:pt x="2308697" y="118820"/>
                  <a:pt x="2302389" y="122752"/>
                </a:cubicBezTo>
                <a:cubicBezTo>
                  <a:pt x="2296081" y="126684"/>
                  <a:pt x="2289447" y="128650"/>
                  <a:pt x="2282489" y="128650"/>
                </a:cubicBezTo>
                <a:cubicBezTo>
                  <a:pt x="2277397" y="128650"/>
                  <a:pt x="2272829" y="127561"/>
                  <a:pt x="2268784" y="125383"/>
                </a:cubicBezTo>
                <a:cubicBezTo>
                  <a:pt x="2264738" y="123203"/>
                  <a:pt x="2261415" y="120450"/>
                  <a:pt x="2258812" y="117125"/>
                </a:cubicBezTo>
                <a:lnTo>
                  <a:pt x="2258812" y="161236"/>
                </a:lnTo>
                <a:lnTo>
                  <a:pt x="2243537" y="161236"/>
                </a:lnTo>
                <a:moveTo>
                  <a:pt x="2257370" y="81934"/>
                </a:moveTo>
                <a:cubicBezTo>
                  <a:pt x="2257370" y="93517"/>
                  <a:pt x="2259718" y="102078"/>
                  <a:pt x="2264413" y="107615"/>
                </a:cubicBezTo>
                <a:cubicBezTo>
                  <a:pt x="2269109" y="113152"/>
                  <a:pt x="2274795" y="115921"/>
                  <a:pt x="2281470" y="115921"/>
                </a:cubicBezTo>
                <a:cubicBezTo>
                  <a:pt x="2288259" y="115921"/>
                  <a:pt x="2294072" y="113053"/>
                  <a:pt x="2298909" y="107318"/>
                </a:cubicBezTo>
                <a:cubicBezTo>
                  <a:pt x="2303746" y="101583"/>
                  <a:pt x="2306165" y="92697"/>
                  <a:pt x="2306165" y="80661"/>
                </a:cubicBezTo>
                <a:cubicBezTo>
                  <a:pt x="2306165" y="69190"/>
                  <a:pt x="2303803" y="60602"/>
                  <a:pt x="2299079" y="54895"/>
                </a:cubicBezTo>
                <a:cubicBezTo>
                  <a:pt x="2294355" y="49188"/>
                  <a:pt x="2288712" y="46334"/>
                  <a:pt x="2282149" y="46334"/>
                </a:cubicBezTo>
                <a:cubicBezTo>
                  <a:pt x="2275643" y="46334"/>
                  <a:pt x="2269887" y="49372"/>
                  <a:pt x="2264880" y="55446"/>
                </a:cubicBezTo>
                <a:cubicBezTo>
                  <a:pt x="2259873" y="61521"/>
                  <a:pt x="2257370" y="70350"/>
                  <a:pt x="2257370" y="81934"/>
                </a:cubicBezTo>
                <a:close/>
                <a:moveTo>
                  <a:pt x="2401862" y="97591"/>
                </a:moveTo>
                <a:lnTo>
                  <a:pt x="2417646" y="99542"/>
                </a:lnTo>
                <a:cubicBezTo>
                  <a:pt x="2415157" y="108764"/>
                  <a:pt x="2410546" y="115921"/>
                  <a:pt x="2403814" y="121012"/>
                </a:cubicBezTo>
                <a:cubicBezTo>
                  <a:pt x="2397081" y="126104"/>
                  <a:pt x="2388482" y="128650"/>
                  <a:pt x="2378016" y="128650"/>
                </a:cubicBezTo>
                <a:cubicBezTo>
                  <a:pt x="2364834" y="128650"/>
                  <a:pt x="2354382" y="124591"/>
                  <a:pt x="2346660" y="116472"/>
                </a:cubicBezTo>
                <a:cubicBezTo>
                  <a:pt x="2338937" y="108354"/>
                  <a:pt x="2335076" y="96968"/>
                  <a:pt x="2335076" y="82315"/>
                </a:cubicBezTo>
                <a:cubicBezTo>
                  <a:pt x="2335076" y="67154"/>
                  <a:pt x="2338980" y="55386"/>
                  <a:pt x="2346787" y="47013"/>
                </a:cubicBezTo>
                <a:cubicBezTo>
                  <a:pt x="2354594" y="38640"/>
                  <a:pt x="2364721" y="34454"/>
                  <a:pt x="2377167" y="34454"/>
                </a:cubicBezTo>
                <a:cubicBezTo>
                  <a:pt x="2389218" y="34454"/>
                  <a:pt x="2399061" y="38549"/>
                  <a:pt x="2406699" y="46740"/>
                </a:cubicBezTo>
                <a:cubicBezTo>
                  <a:pt x="2414336" y="54929"/>
                  <a:pt x="2418155" y="66451"/>
                  <a:pt x="2418155" y="81305"/>
                </a:cubicBezTo>
                <a:cubicBezTo>
                  <a:pt x="2418155" y="82209"/>
                  <a:pt x="2418127" y="83564"/>
                  <a:pt x="2418070" y="85370"/>
                </a:cubicBezTo>
                <a:lnTo>
                  <a:pt x="2350860" y="85370"/>
                </a:lnTo>
                <a:cubicBezTo>
                  <a:pt x="2351426" y="95243"/>
                  <a:pt x="2354226" y="102802"/>
                  <a:pt x="2359261" y="108050"/>
                </a:cubicBezTo>
                <a:cubicBezTo>
                  <a:pt x="2364297" y="113297"/>
                  <a:pt x="2370576" y="115921"/>
                  <a:pt x="2378101" y="115921"/>
                </a:cubicBezTo>
                <a:cubicBezTo>
                  <a:pt x="2383702" y="115921"/>
                  <a:pt x="2388482" y="114464"/>
                  <a:pt x="2392442" y="111550"/>
                </a:cubicBezTo>
                <a:cubicBezTo>
                  <a:pt x="2396402" y="108635"/>
                  <a:pt x="2399542" y="103982"/>
                  <a:pt x="2401862" y="97591"/>
                </a:cubicBezTo>
                <a:moveTo>
                  <a:pt x="2351709" y="72641"/>
                </a:moveTo>
                <a:lnTo>
                  <a:pt x="2402032" y="72641"/>
                </a:lnTo>
                <a:cubicBezTo>
                  <a:pt x="2401353" y="65184"/>
                  <a:pt x="2399429" y="59591"/>
                  <a:pt x="2396261" y="55863"/>
                </a:cubicBezTo>
                <a:cubicBezTo>
                  <a:pt x="2391396" y="50076"/>
                  <a:pt x="2385088" y="47183"/>
                  <a:pt x="2377337" y="47183"/>
                </a:cubicBezTo>
                <a:cubicBezTo>
                  <a:pt x="2370322" y="47183"/>
                  <a:pt x="2364424" y="49493"/>
                  <a:pt x="2359643" y="54112"/>
                </a:cubicBezTo>
                <a:cubicBezTo>
                  <a:pt x="2354863" y="58730"/>
                  <a:pt x="2352218" y="64907"/>
                  <a:pt x="2351709" y="72641"/>
                </a:cubicBezTo>
                <a:close/>
                <a:moveTo>
                  <a:pt x="2436629" y="126613"/>
                </a:moveTo>
                <a:lnTo>
                  <a:pt x="2436629" y="36490"/>
                </a:lnTo>
                <a:lnTo>
                  <a:pt x="2450376" y="36490"/>
                </a:lnTo>
                <a:lnTo>
                  <a:pt x="2450376" y="50068"/>
                </a:lnTo>
                <a:cubicBezTo>
                  <a:pt x="2453884" y="43711"/>
                  <a:pt x="2457123" y="39519"/>
                  <a:pt x="2460093" y="37493"/>
                </a:cubicBezTo>
                <a:cubicBezTo>
                  <a:pt x="2463063" y="35467"/>
                  <a:pt x="2466330" y="34454"/>
                  <a:pt x="2469894" y="34454"/>
                </a:cubicBezTo>
                <a:cubicBezTo>
                  <a:pt x="2475042" y="34454"/>
                  <a:pt x="2480276" y="36087"/>
                  <a:pt x="2485594" y="39354"/>
                </a:cubicBezTo>
                <a:lnTo>
                  <a:pt x="2480332" y="53463"/>
                </a:lnTo>
                <a:cubicBezTo>
                  <a:pt x="2476598" y="51256"/>
                  <a:pt x="2472864" y="50153"/>
                  <a:pt x="2469130" y="50153"/>
                </a:cubicBezTo>
                <a:cubicBezTo>
                  <a:pt x="2465793" y="50153"/>
                  <a:pt x="2462794" y="51159"/>
                  <a:pt x="2460135" y="53171"/>
                </a:cubicBezTo>
                <a:cubicBezTo>
                  <a:pt x="2457476" y="55181"/>
                  <a:pt x="2455581" y="57970"/>
                  <a:pt x="2454449" y="61538"/>
                </a:cubicBezTo>
                <a:cubicBezTo>
                  <a:pt x="2452752" y="66974"/>
                  <a:pt x="2451904" y="72921"/>
                  <a:pt x="2451904" y="79377"/>
                </a:cubicBezTo>
                <a:lnTo>
                  <a:pt x="2451904" y="126613"/>
                </a:lnTo>
                <a:lnTo>
                  <a:pt x="2436629" y="126613"/>
                </a:lnTo>
                <a:close/>
                <a:moveTo>
                  <a:pt x="2519706" y="126613"/>
                </a:moveTo>
                <a:lnTo>
                  <a:pt x="2485422" y="36490"/>
                </a:lnTo>
                <a:lnTo>
                  <a:pt x="2501546" y="36490"/>
                </a:lnTo>
                <a:lnTo>
                  <a:pt x="2520894" y="90462"/>
                </a:lnTo>
                <a:cubicBezTo>
                  <a:pt x="2522988" y="96289"/>
                  <a:pt x="2524911" y="102343"/>
                  <a:pt x="2526665" y="108622"/>
                </a:cubicBezTo>
                <a:cubicBezTo>
                  <a:pt x="2528023" y="103870"/>
                  <a:pt x="2529918" y="98156"/>
                  <a:pt x="2532351" y="91480"/>
                </a:cubicBezTo>
                <a:lnTo>
                  <a:pt x="2552378" y="36490"/>
                </a:lnTo>
                <a:lnTo>
                  <a:pt x="2568077" y="36490"/>
                </a:lnTo>
                <a:lnTo>
                  <a:pt x="2533963" y="126613"/>
                </a:lnTo>
                <a:lnTo>
                  <a:pt x="2519706" y="126613"/>
                </a:lnTo>
                <a:close/>
                <a:moveTo>
                  <a:pt x="2581655" y="19858"/>
                </a:moveTo>
                <a:lnTo>
                  <a:pt x="2581655" y="2206"/>
                </a:lnTo>
                <a:lnTo>
                  <a:pt x="2596930" y="2206"/>
                </a:lnTo>
                <a:lnTo>
                  <a:pt x="2596930" y="19858"/>
                </a:lnTo>
                <a:lnTo>
                  <a:pt x="2581655" y="19858"/>
                </a:lnTo>
                <a:moveTo>
                  <a:pt x="2581655" y="126613"/>
                </a:moveTo>
                <a:lnTo>
                  <a:pt x="2581655" y="36490"/>
                </a:lnTo>
                <a:lnTo>
                  <a:pt x="2596930" y="36490"/>
                </a:lnTo>
                <a:lnTo>
                  <a:pt x="2596930" y="126613"/>
                </a:lnTo>
                <a:lnTo>
                  <a:pt x="2581655" y="126613"/>
                </a:lnTo>
                <a:close/>
                <a:moveTo>
                  <a:pt x="2614043" y="99627"/>
                </a:moveTo>
                <a:lnTo>
                  <a:pt x="2629148" y="97251"/>
                </a:lnTo>
                <a:cubicBezTo>
                  <a:pt x="2629997" y="103278"/>
                  <a:pt x="2632359" y="107897"/>
                  <a:pt x="2636234" y="111107"/>
                </a:cubicBezTo>
                <a:cubicBezTo>
                  <a:pt x="2640110" y="114316"/>
                  <a:pt x="2645526" y="115921"/>
                  <a:pt x="2652485" y="115921"/>
                </a:cubicBezTo>
                <a:cubicBezTo>
                  <a:pt x="2659500" y="115921"/>
                  <a:pt x="2664705" y="114504"/>
                  <a:pt x="2668100" y="111670"/>
                </a:cubicBezTo>
                <a:cubicBezTo>
                  <a:pt x="2671494" y="108834"/>
                  <a:pt x="2673191" y="105508"/>
                  <a:pt x="2673191" y="101693"/>
                </a:cubicBezTo>
                <a:cubicBezTo>
                  <a:pt x="2673191" y="98269"/>
                  <a:pt x="2671692" y="95574"/>
                  <a:pt x="2668694" y="93610"/>
                </a:cubicBezTo>
                <a:cubicBezTo>
                  <a:pt x="2666600" y="92263"/>
                  <a:pt x="2661396" y="90551"/>
                  <a:pt x="2653079" y="88473"/>
                </a:cubicBezTo>
                <a:cubicBezTo>
                  <a:pt x="2641877" y="85643"/>
                  <a:pt x="2634113" y="83194"/>
                  <a:pt x="2629785" y="81127"/>
                </a:cubicBezTo>
                <a:cubicBezTo>
                  <a:pt x="2625457" y="79061"/>
                  <a:pt x="2622175" y="76201"/>
                  <a:pt x="2619941" y="72548"/>
                </a:cubicBezTo>
                <a:cubicBezTo>
                  <a:pt x="2617706" y="68896"/>
                  <a:pt x="2616589" y="64861"/>
                  <a:pt x="2616589" y="60445"/>
                </a:cubicBezTo>
                <a:cubicBezTo>
                  <a:pt x="2616589" y="56425"/>
                  <a:pt x="2617508" y="52702"/>
                  <a:pt x="2619347" y="49275"/>
                </a:cubicBezTo>
                <a:cubicBezTo>
                  <a:pt x="2621185" y="45849"/>
                  <a:pt x="2623689" y="43003"/>
                  <a:pt x="2626857" y="40739"/>
                </a:cubicBezTo>
                <a:cubicBezTo>
                  <a:pt x="2629233" y="38983"/>
                  <a:pt x="2632472" y="37497"/>
                  <a:pt x="2636574" y="36281"/>
                </a:cubicBezTo>
                <a:cubicBezTo>
                  <a:pt x="2640675" y="35063"/>
                  <a:pt x="2645074" y="34454"/>
                  <a:pt x="2649770" y="34454"/>
                </a:cubicBezTo>
                <a:cubicBezTo>
                  <a:pt x="2656841" y="34454"/>
                  <a:pt x="2663050" y="35479"/>
                  <a:pt x="2668397" y="37530"/>
                </a:cubicBezTo>
                <a:cubicBezTo>
                  <a:pt x="2673743" y="39579"/>
                  <a:pt x="2677689" y="42356"/>
                  <a:pt x="2680235" y="45860"/>
                </a:cubicBezTo>
                <a:cubicBezTo>
                  <a:pt x="2682781" y="49362"/>
                  <a:pt x="2684534" y="54046"/>
                  <a:pt x="2685496" y="59912"/>
                </a:cubicBezTo>
                <a:lnTo>
                  <a:pt x="2670561" y="61949"/>
                </a:lnTo>
                <a:cubicBezTo>
                  <a:pt x="2669882" y="57310"/>
                  <a:pt x="2667916" y="53689"/>
                  <a:pt x="2664663" y="51087"/>
                </a:cubicBezTo>
                <a:cubicBezTo>
                  <a:pt x="2661410" y="48484"/>
                  <a:pt x="2656813" y="47183"/>
                  <a:pt x="2650873" y="47183"/>
                </a:cubicBezTo>
                <a:cubicBezTo>
                  <a:pt x="2643858" y="47183"/>
                  <a:pt x="2638851" y="48337"/>
                  <a:pt x="2635852" y="50646"/>
                </a:cubicBezTo>
                <a:cubicBezTo>
                  <a:pt x="2632854" y="52953"/>
                  <a:pt x="2631355" y="55656"/>
                  <a:pt x="2631355" y="58753"/>
                </a:cubicBezTo>
                <a:cubicBezTo>
                  <a:pt x="2631355" y="60723"/>
                  <a:pt x="2631977" y="62496"/>
                  <a:pt x="2633222" y="64073"/>
                </a:cubicBezTo>
                <a:cubicBezTo>
                  <a:pt x="2634466" y="65705"/>
                  <a:pt x="2636418" y="67055"/>
                  <a:pt x="2639077" y="68125"/>
                </a:cubicBezTo>
                <a:cubicBezTo>
                  <a:pt x="2640605" y="68689"/>
                  <a:pt x="2645102" y="69984"/>
                  <a:pt x="2652570" y="72010"/>
                </a:cubicBezTo>
                <a:cubicBezTo>
                  <a:pt x="2663376" y="74894"/>
                  <a:pt x="2670914" y="77254"/>
                  <a:pt x="2675186" y="79091"/>
                </a:cubicBezTo>
                <a:cubicBezTo>
                  <a:pt x="2679457" y="80928"/>
                  <a:pt x="2682809" y="83599"/>
                  <a:pt x="2685242" y="87105"/>
                </a:cubicBezTo>
                <a:cubicBezTo>
                  <a:pt x="2687674" y="90609"/>
                  <a:pt x="2688891" y="94961"/>
                  <a:pt x="2688891" y="100160"/>
                </a:cubicBezTo>
                <a:cubicBezTo>
                  <a:pt x="2688891" y="105248"/>
                  <a:pt x="2687406" y="110039"/>
                  <a:pt x="2684435" y="114534"/>
                </a:cubicBezTo>
                <a:cubicBezTo>
                  <a:pt x="2681465" y="119026"/>
                  <a:pt x="2677180" y="122502"/>
                  <a:pt x="2671579" y="124961"/>
                </a:cubicBezTo>
                <a:cubicBezTo>
                  <a:pt x="2665978" y="127420"/>
                  <a:pt x="2659642" y="128650"/>
                  <a:pt x="2652570" y="128650"/>
                </a:cubicBezTo>
                <a:cubicBezTo>
                  <a:pt x="2640859" y="128650"/>
                  <a:pt x="2631935" y="126210"/>
                  <a:pt x="2625796" y="121330"/>
                </a:cubicBezTo>
                <a:cubicBezTo>
                  <a:pt x="2619658" y="116451"/>
                  <a:pt x="2615740" y="109217"/>
                  <a:pt x="2614043" y="99627"/>
                </a:cubicBezTo>
                <a:close/>
                <a:moveTo>
                  <a:pt x="2701365" y="81552"/>
                </a:moveTo>
                <a:cubicBezTo>
                  <a:pt x="2701365" y="64862"/>
                  <a:pt x="2706004" y="52501"/>
                  <a:pt x="2715282" y="44467"/>
                </a:cubicBezTo>
                <a:cubicBezTo>
                  <a:pt x="2723033" y="37792"/>
                  <a:pt x="2732481" y="34454"/>
                  <a:pt x="2743626" y="34454"/>
                </a:cubicBezTo>
                <a:cubicBezTo>
                  <a:pt x="2756016" y="34454"/>
                  <a:pt x="2766142" y="38513"/>
                  <a:pt x="2774006" y="46631"/>
                </a:cubicBezTo>
                <a:cubicBezTo>
                  <a:pt x="2781870" y="54750"/>
                  <a:pt x="2785802" y="65966"/>
                  <a:pt x="2785802" y="80279"/>
                </a:cubicBezTo>
                <a:cubicBezTo>
                  <a:pt x="2785802" y="91877"/>
                  <a:pt x="2784062" y="100999"/>
                  <a:pt x="2780583" y="107647"/>
                </a:cubicBezTo>
                <a:cubicBezTo>
                  <a:pt x="2777104" y="114294"/>
                  <a:pt x="2772040" y="119456"/>
                  <a:pt x="2765393" y="123134"/>
                </a:cubicBezTo>
                <a:cubicBezTo>
                  <a:pt x="2758745" y="126811"/>
                  <a:pt x="2751490" y="128650"/>
                  <a:pt x="2743626" y="128650"/>
                </a:cubicBezTo>
                <a:cubicBezTo>
                  <a:pt x="2731010" y="128650"/>
                  <a:pt x="2720812" y="124605"/>
                  <a:pt x="2713033" y="116515"/>
                </a:cubicBezTo>
                <a:cubicBezTo>
                  <a:pt x="2705254" y="108424"/>
                  <a:pt x="2701365" y="96770"/>
                  <a:pt x="2701365" y="81552"/>
                </a:cubicBezTo>
                <a:moveTo>
                  <a:pt x="2717064" y="81509"/>
                </a:moveTo>
                <a:cubicBezTo>
                  <a:pt x="2717064" y="93008"/>
                  <a:pt x="2719582" y="101618"/>
                  <a:pt x="2724617" y="107339"/>
                </a:cubicBezTo>
                <a:cubicBezTo>
                  <a:pt x="2729652" y="113060"/>
                  <a:pt x="2735988" y="115921"/>
                  <a:pt x="2743626" y="115921"/>
                </a:cubicBezTo>
                <a:cubicBezTo>
                  <a:pt x="2751207" y="115921"/>
                  <a:pt x="2757515" y="113046"/>
                  <a:pt x="2762550" y="107297"/>
                </a:cubicBezTo>
                <a:cubicBezTo>
                  <a:pt x="2767585" y="101547"/>
                  <a:pt x="2770103" y="92783"/>
                  <a:pt x="2770103" y="81003"/>
                </a:cubicBezTo>
                <a:cubicBezTo>
                  <a:pt x="2770103" y="69898"/>
                  <a:pt x="2767571" y="61486"/>
                  <a:pt x="2762508" y="55764"/>
                </a:cubicBezTo>
                <a:cubicBezTo>
                  <a:pt x="2757444" y="50043"/>
                  <a:pt x="2751150" y="47183"/>
                  <a:pt x="2743626" y="47183"/>
                </a:cubicBezTo>
                <a:cubicBezTo>
                  <a:pt x="2735988" y="47183"/>
                  <a:pt x="2729652" y="50029"/>
                  <a:pt x="2724617" y="55722"/>
                </a:cubicBezTo>
                <a:cubicBezTo>
                  <a:pt x="2719582" y="61415"/>
                  <a:pt x="2717064" y="70011"/>
                  <a:pt x="2717064" y="81509"/>
                </a:cubicBezTo>
                <a:close/>
                <a:moveTo>
                  <a:pt x="2803512" y="126613"/>
                </a:moveTo>
                <a:lnTo>
                  <a:pt x="2803512" y="36490"/>
                </a:lnTo>
                <a:lnTo>
                  <a:pt x="2817259" y="36490"/>
                </a:lnTo>
                <a:lnTo>
                  <a:pt x="2817259" y="50068"/>
                </a:lnTo>
                <a:cubicBezTo>
                  <a:pt x="2820767" y="43711"/>
                  <a:pt x="2824006" y="39519"/>
                  <a:pt x="2826976" y="37493"/>
                </a:cubicBezTo>
                <a:cubicBezTo>
                  <a:pt x="2829946" y="35467"/>
                  <a:pt x="2833213" y="34454"/>
                  <a:pt x="2836777" y="34454"/>
                </a:cubicBezTo>
                <a:cubicBezTo>
                  <a:pt x="2841926" y="34454"/>
                  <a:pt x="2847159" y="36087"/>
                  <a:pt x="2852477" y="39354"/>
                </a:cubicBezTo>
                <a:lnTo>
                  <a:pt x="2847215" y="53463"/>
                </a:lnTo>
                <a:cubicBezTo>
                  <a:pt x="2843482" y="51256"/>
                  <a:pt x="2839748" y="50153"/>
                  <a:pt x="2836014" y="50153"/>
                </a:cubicBezTo>
                <a:cubicBezTo>
                  <a:pt x="2832676" y="50153"/>
                  <a:pt x="2829677" y="51159"/>
                  <a:pt x="2827018" y="53171"/>
                </a:cubicBezTo>
                <a:cubicBezTo>
                  <a:pt x="2824359" y="55181"/>
                  <a:pt x="2822464" y="57970"/>
                  <a:pt x="2821333" y="61538"/>
                </a:cubicBezTo>
                <a:cubicBezTo>
                  <a:pt x="2819636" y="66974"/>
                  <a:pt x="2818787" y="72921"/>
                  <a:pt x="2818787" y="79377"/>
                </a:cubicBezTo>
                <a:lnTo>
                  <a:pt x="2818787" y="126613"/>
                </a:lnTo>
                <a:lnTo>
                  <a:pt x="2803512" y="126613"/>
                </a:lnTo>
                <a:close/>
                <a:moveTo>
                  <a:pt x="2968340" y="126613"/>
                </a:moveTo>
                <a:lnTo>
                  <a:pt x="2968340" y="115242"/>
                </a:lnTo>
                <a:cubicBezTo>
                  <a:pt x="2962626" y="124180"/>
                  <a:pt x="2954225" y="128650"/>
                  <a:pt x="2943136" y="128650"/>
                </a:cubicBezTo>
                <a:cubicBezTo>
                  <a:pt x="2935951" y="128650"/>
                  <a:pt x="2929346" y="126670"/>
                  <a:pt x="2923321" y="122709"/>
                </a:cubicBezTo>
                <a:cubicBezTo>
                  <a:pt x="2917296" y="118749"/>
                  <a:pt x="2912629" y="113219"/>
                  <a:pt x="2909319" y="106119"/>
                </a:cubicBezTo>
                <a:cubicBezTo>
                  <a:pt x="2906009" y="99019"/>
                  <a:pt x="2904355" y="90858"/>
                  <a:pt x="2904355" y="81637"/>
                </a:cubicBezTo>
                <a:cubicBezTo>
                  <a:pt x="2904355" y="72641"/>
                  <a:pt x="2905854" y="64480"/>
                  <a:pt x="2908852" y="57154"/>
                </a:cubicBezTo>
                <a:cubicBezTo>
                  <a:pt x="2911851" y="49828"/>
                  <a:pt x="2916348" y="44213"/>
                  <a:pt x="2922345" y="40309"/>
                </a:cubicBezTo>
                <a:cubicBezTo>
                  <a:pt x="2928342" y="36405"/>
                  <a:pt x="2935046" y="34454"/>
                  <a:pt x="2942457" y="34454"/>
                </a:cubicBezTo>
                <a:cubicBezTo>
                  <a:pt x="2947888" y="34454"/>
                  <a:pt x="2952726" y="35599"/>
                  <a:pt x="2956969" y="37891"/>
                </a:cubicBezTo>
                <a:cubicBezTo>
                  <a:pt x="2961212" y="40182"/>
                  <a:pt x="2964663" y="43166"/>
                  <a:pt x="2967322" y="46843"/>
                </a:cubicBezTo>
                <a:lnTo>
                  <a:pt x="2967322" y="2206"/>
                </a:lnTo>
                <a:lnTo>
                  <a:pt x="2982512" y="2206"/>
                </a:lnTo>
                <a:lnTo>
                  <a:pt x="2982512" y="126613"/>
                </a:lnTo>
                <a:lnTo>
                  <a:pt x="2968340" y="126613"/>
                </a:lnTo>
                <a:moveTo>
                  <a:pt x="2920054" y="81594"/>
                </a:moveTo>
                <a:cubicBezTo>
                  <a:pt x="2920054" y="93093"/>
                  <a:pt x="2922487" y="101689"/>
                  <a:pt x="2927352" y="107381"/>
                </a:cubicBezTo>
                <a:cubicBezTo>
                  <a:pt x="2932217" y="113074"/>
                  <a:pt x="2937960" y="115921"/>
                  <a:pt x="2944579" y="115921"/>
                </a:cubicBezTo>
                <a:cubicBezTo>
                  <a:pt x="2951255" y="115921"/>
                  <a:pt x="2956926" y="113201"/>
                  <a:pt x="2961594" y="107763"/>
                </a:cubicBezTo>
                <a:cubicBezTo>
                  <a:pt x="2966261" y="102323"/>
                  <a:pt x="2968595" y="94023"/>
                  <a:pt x="2968595" y="82862"/>
                </a:cubicBezTo>
                <a:cubicBezTo>
                  <a:pt x="2968595" y="70575"/>
                  <a:pt x="2966219" y="61556"/>
                  <a:pt x="2961466" y="55807"/>
                </a:cubicBezTo>
                <a:cubicBezTo>
                  <a:pt x="2956714" y="50058"/>
                  <a:pt x="2950859" y="47183"/>
                  <a:pt x="2943900" y="47183"/>
                </a:cubicBezTo>
                <a:cubicBezTo>
                  <a:pt x="2937111" y="47183"/>
                  <a:pt x="2931440" y="49945"/>
                  <a:pt x="2926885" y="55470"/>
                </a:cubicBezTo>
                <a:cubicBezTo>
                  <a:pt x="2922331" y="60993"/>
                  <a:pt x="2920054" y="69701"/>
                  <a:pt x="2920054" y="81594"/>
                </a:cubicBezTo>
                <a:close/>
                <a:moveTo>
                  <a:pt x="3000816" y="81552"/>
                </a:moveTo>
                <a:cubicBezTo>
                  <a:pt x="3000816" y="64862"/>
                  <a:pt x="3005455" y="52501"/>
                  <a:pt x="3014733" y="44467"/>
                </a:cubicBezTo>
                <a:cubicBezTo>
                  <a:pt x="3022483" y="37792"/>
                  <a:pt x="3031931" y="34454"/>
                  <a:pt x="3043076" y="34454"/>
                </a:cubicBezTo>
                <a:cubicBezTo>
                  <a:pt x="3055466" y="34454"/>
                  <a:pt x="3065593" y="38513"/>
                  <a:pt x="3073457" y="46631"/>
                </a:cubicBezTo>
                <a:cubicBezTo>
                  <a:pt x="3081321" y="54750"/>
                  <a:pt x="3085253" y="65966"/>
                  <a:pt x="3085253" y="80279"/>
                </a:cubicBezTo>
                <a:cubicBezTo>
                  <a:pt x="3085253" y="91877"/>
                  <a:pt x="3083513" y="100999"/>
                  <a:pt x="3080034" y="107647"/>
                </a:cubicBezTo>
                <a:cubicBezTo>
                  <a:pt x="3076554" y="114294"/>
                  <a:pt x="3071491" y="119456"/>
                  <a:pt x="3064843" y="123134"/>
                </a:cubicBezTo>
                <a:cubicBezTo>
                  <a:pt x="3058196" y="126811"/>
                  <a:pt x="3050940" y="128650"/>
                  <a:pt x="3043076" y="128650"/>
                </a:cubicBezTo>
                <a:cubicBezTo>
                  <a:pt x="3030460" y="128650"/>
                  <a:pt x="3020263" y="124605"/>
                  <a:pt x="3012484" y="116515"/>
                </a:cubicBezTo>
                <a:cubicBezTo>
                  <a:pt x="3004705" y="108424"/>
                  <a:pt x="3000816" y="96770"/>
                  <a:pt x="3000816" y="81552"/>
                </a:cubicBezTo>
                <a:moveTo>
                  <a:pt x="3016515" y="81509"/>
                </a:moveTo>
                <a:cubicBezTo>
                  <a:pt x="3016515" y="93008"/>
                  <a:pt x="3019032" y="101618"/>
                  <a:pt x="3024068" y="107339"/>
                </a:cubicBezTo>
                <a:cubicBezTo>
                  <a:pt x="3029103" y="113060"/>
                  <a:pt x="3035439" y="115921"/>
                  <a:pt x="3043076" y="115921"/>
                </a:cubicBezTo>
                <a:cubicBezTo>
                  <a:pt x="3050657" y="115921"/>
                  <a:pt x="3056965" y="113046"/>
                  <a:pt x="3062001" y="107297"/>
                </a:cubicBezTo>
                <a:cubicBezTo>
                  <a:pt x="3067036" y="101547"/>
                  <a:pt x="3069553" y="92783"/>
                  <a:pt x="3069553" y="81003"/>
                </a:cubicBezTo>
                <a:cubicBezTo>
                  <a:pt x="3069553" y="69898"/>
                  <a:pt x="3067022" y="61486"/>
                  <a:pt x="3061958" y="55764"/>
                </a:cubicBezTo>
                <a:cubicBezTo>
                  <a:pt x="3056895" y="50043"/>
                  <a:pt x="3050601" y="47183"/>
                  <a:pt x="3043076" y="47183"/>
                </a:cubicBezTo>
                <a:cubicBezTo>
                  <a:pt x="3035439" y="47183"/>
                  <a:pt x="3029103" y="50029"/>
                  <a:pt x="3024068" y="55722"/>
                </a:cubicBezTo>
                <a:cubicBezTo>
                  <a:pt x="3019032" y="61415"/>
                  <a:pt x="3016515" y="70011"/>
                  <a:pt x="3016515" y="81509"/>
                </a:cubicBezTo>
                <a:close/>
                <a:moveTo>
                  <a:pt x="3184798" y="113120"/>
                </a:moveTo>
                <a:lnTo>
                  <a:pt x="3187004" y="126613"/>
                </a:lnTo>
                <a:cubicBezTo>
                  <a:pt x="3182704" y="127405"/>
                  <a:pt x="3178857" y="127801"/>
                  <a:pt x="3175463" y="127801"/>
                </a:cubicBezTo>
                <a:cubicBezTo>
                  <a:pt x="3169919" y="127801"/>
                  <a:pt x="3165619" y="126924"/>
                  <a:pt x="3162564" y="125170"/>
                </a:cubicBezTo>
                <a:cubicBezTo>
                  <a:pt x="3159509" y="123417"/>
                  <a:pt x="3157359" y="121111"/>
                  <a:pt x="3156114" y="118254"/>
                </a:cubicBezTo>
                <a:cubicBezTo>
                  <a:pt x="3154870" y="115397"/>
                  <a:pt x="3154248" y="109386"/>
                  <a:pt x="3154248" y="100221"/>
                </a:cubicBezTo>
                <a:lnTo>
                  <a:pt x="3154248" y="48371"/>
                </a:lnTo>
                <a:lnTo>
                  <a:pt x="3143046" y="48371"/>
                </a:lnTo>
                <a:lnTo>
                  <a:pt x="3143046" y="36490"/>
                </a:lnTo>
                <a:lnTo>
                  <a:pt x="3154248" y="36490"/>
                </a:lnTo>
                <a:lnTo>
                  <a:pt x="3154248" y="14111"/>
                </a:lnTo>
                <a:lnTo>
                  <a:pt x="3169438" y="4922"/>
                </a:lnTo>
                <a:lnTo>
                  <a:pt x="3169438" y="36490"/>
                </a:lnTo>
                <a:lnTo>
                  <a:pt x="3184798" y="36490"/>
                </a:lnTo>
                <a:lnTo>
                  <a:pt x="3184798" y="48371"/>
                </a:lnTo>
                <a:lnTo>
                  <a:pt x="3169438" y="48371"/>
                </a:lnTo>
                <a:lnTo>
                  <a:pt x="3169438" y="101070"/>
                </a:lnTo>
                <a:cubicBezTo>
                  <a:pt x="3169438" y="105426"/>
                  <a:pt x="3169706" y="108226"/>
                  <a:pt x="3170244" y="109471"/>
                </a:cubicBezTo>
                <a:cubicBezTo>
                  <a:pt x="3170781" y="110716"/>
                  <a:pt x="3171658" y="111706"/>
                  <a:pt x="3172875" y="112441"/>
                </a:cubicBezTo>
                <a:cubicBezTo>
                  <a:pt x="3174091" y="113177"/>
                  <a:pt x="3175831" y="113544"/>
                  <a:pt x="3178094" y="113544"/>
                </a:cubicBezTo>
                <a:cubicBezTo>
                  <a:pt x="3179791" y="113544"/>
                  <a:pt x="3182025" y="113403"/>
                  <a:pt x="3184798" y="113120"/>
                </a:cubicBezTo>
                <a:close/>
                <a:moveTo>
                  <a:pt x="3199762" y="126613"/>
                </a:moveTo>
                <a:lnTo>
                  <a:pt x="3199762" y="2206"/>
                </a:lnTo>
                <a:lnTo>
                  <a:pt x="3215037" y="2206"/>
                </a:lnTo>
                <a:lnTo>
                  <a:pt x="3215037" y="46843"/>
                </a:lnTo>
                <a:cubicBezTo>
                  <a:pt x="3222166" y="38584"/>
                  <a:pt x="3231161" y="34454"/>
                  <a:pt x="3242023" y="34454"/>
                </a:cubicBezTo>
                <a:cubicBezTo>
                  <a:pt x="3248699" y="34454"/>
                  <a:pt x="3254498" y="35769"/>
                  <a:pt x="3259420" y="38400"/>
                </a:cubicBezTo>
                <a:cubicBezTo>
                  <a:pt x="3264342" y="41030"/>
                  <a:pt x="3267863" y="44665"/>
                  <a:pt x="3269985" y="49304"/>
                </a:cubicBezTo>
                <a:cubicBezTo>
                  <a:pt x="3272107" y="53944"/>
                  <a:pt x="3273167" y="60676"/>
                  <a:pt x="3273167" y="69501"/>
                </a:cubicBezTo>
                <a:lnTo>
                  <a:pt x="3273167" y="126613"/>
                </a:lnTo>
                <a:lnTo>
                  <a:pt x="3257892" y="126613"/>
                </a:lnTo>
                <a:lnTo>
                  <a:pt x="3257892" y="69501"/>
                </a:lnTo>
                <a:cubicBezTo>
                  <a:pt x="3257892" y="61864"/>
                  <a:pt x="3256237" y="56305"/>
                  <a:pt x="3252928" y="52826"/>
                </a:cubicBezTo>
                <a:cubicBezTo>
                  <a:pt x="3249618" y="49347"/>
                  <a:pt x="3244937" y="47607"/>
                  <a:pt x="3238883" y="47607"/>
                </a:cubicBezTo>
                <a:cubicBezTo>
                  <a:pt x="3234357" y="47607"/>
                  <a:pt x="3230100" y="48781"/>
                  <a:pt x="3226112" y="51129"/>
                </a:cubicBezTo>
                <a:cubicBezTo>
                  <a:pt x="3222123" y="53477"/>
                  <a:pt x="3219280" y="56659"/>
                  <a:pt x="3217583" y="60676"/>
                </a:cubicBezTo>
                <a:cubicBezTo>
                  <a:pt x="3215886" y="64693"/>
                  <a:pt x="3215037" y="70237"/>
                  <a:pt x="3215037" y="77309"/>
                </a:cubicBezTo>
                <a:lnTo>
                  <a:pt x="3215037" y="126613"/>
                </a:lnTo>
                <a:lnTo>
                  <a:pt x="3199762" y="126613"/>
                </a:lnTo>
                <a:close/>
                <a:moveTo>
                  <a:pt x="3358087" y="97591"/>
                </a:moveTo>
                <a:lnTo>
                  <a:pt x="3373871" y="99542"/>
                </a:lnTo>
                <a:cubicBezTo>
                  <a:pt x="3371382" y="108764"/>
                  <a:pt x="3366771" y="115921"/>
                  <a:pt x="3360039" y="121012"/>
                </a:cubicBezTo>
                <a:cubicBezTo>
                  <a:pt x="3353307" y="126104"/>
                  <a:pt x="3344707" y="128650"/>
                  <a:pt x="3334241" y="128650"/>
                </a:cubicBezTo>
                <a:cubicBezTo>
                  <a:pt x="3321059" y="128650"/>
                  <a:pt x="3310607" y="124591"/>
                  <a:pt x="3302885" y="116472"/>
                </a:cubicBezTo>
                <a:cubicBezTo>
                  <a:pt x="3295162" y="108354"/>
                  <a:pt x="3291301" y="96968"/>
                  <a:pt x="3291301" y="82315"/>
                </a:cubicBezTo>
                <a:cubicBezTo>
                  <a:pt x="3291301" y="67154"/>
                  <a:pt x="3295205" y="55386"/>
                  <a:pt x="3303012" y="47013"/>
                </a:cubicBezTo>
                <a:cubicBezTo>
                  <a:pt x="3310819" y="38640"/>
                  <a:pt x="3320946" y="34454"/>
                  <a:pt x="3333392" y="34454"/>
                </a:cubicBezTo>
                <a:cubicBezTo>
                  <a:pt x="3345443" y="34454"/>
                  <a:pt x="3355287" y="38549"/>
                  <a:pt x="3362924" y="46740"/>
                </a:cubicBezTo>
                <a:cubicBezTo>
                  <a:pt x="3370562" y="54929"/>
                  <a:pt x="3374380" y="66451"/>
                  <a:pt x="3374380" y="81305"/>
                </a:cubicBezTo>
                <a:cubicBezTo>
                  <a:pt x="3374380" y="82209"/>
                  <a:pt x="3374352" y="83564"/>
                  <a:pt x="3374296" y="85370"/>
                </a:cubicBezTo>
                <a:lnTo>
                  <a:pt x="3307085" y="85370"/>
                </a:lnTo>
                <a:cubicBezTo>
                  <a:pt x="3307651" y="95243"/>
                  <a:pt x="3310452" y="102802"/>
                  <a:pt x="3315487" y="108050"/>
                </a:cubicBezTo>
                <a:cubicBezTo>
                  <a:pt x="3320522" y="113297"/>
                  <a:pt x="3326802" y="115921"/>
                  <a:pt x="3334326" y="115921"/>
                </a:cubicBezTo>
                <a:cubicBezTo>
                  <a:pt x="3339927" y="115921"/>
                  <a:pt x="3344707" y="114464"/>
                  <a:pt x="3348667" y="111550"/>
                </a:cubicBezTo>
                <a:cubicBezTo>
                  <a:pt x="3352628" y="108635"/>
                  <a:pt x="3355768" y="103982"/>
                  <a:pt x="3358087" y="97591"/>
                </a:cubicBezTo>
                <a:moveTo>
                  <a:pt x="3307934" y="72641"/>
                </a:moveTo>
                <a:lnTo>
                  <a:pt x="3358257" y="72641"/>
                </a:lnTo>
                <a:cubicBezTo>
                  <a:pt x="3357578" y="65184"/>
                  <a:pt x="3355654" y="59591"/>
                  <a:pt x="3352486" y="55863"/>
                </a:cubicBezTo>
                <a:cubicBezTo>
                  <a:pt x="3347621" y="50076"/>
                  <a:pt x="3341313" y="47183"/>
                  <a:pt x="3333562" y="47183"/>
                </a:cubicBezTo>
                <a:cubicBezTo>
                  <a:pt x="3326547" y="47183"/>
                  <a:pt x="3320649" y="49493"/>
                  <a:pt x="3315869" y="54112"/>
                </a:cubicBezTo>
                <a:cubicBezTo>
                  <a:pt x="3311088" y="58730"/>
                  <a:pt x="3308443" y="64907"/>
                  <a:pt x="3307934" y="72641"/>
                </a:cubicBezTo>
                <a:close/>
                <a:moveTo>
                  <a:pt x="3442781" y="126613"/>
                </a:moveTo>
                <a:lnTo>
                  <a:pt x="3442781" y="2206"/>
                </a:lnTo>
                <a:lnTo>
                  <a:pt x="3467561" y="2206"/>
                </a:lnTo>
                <a:lnTo>
                  <a:pt x="3497008" y="90292"/>
                </a:lnTo>
                <a:cubicBezTo>
                  <a:pt x="3499723" y="98496"/>
                  <a:pt x="3501703" y="104634"/>
                  <a:pt x="3502948" y="108707"/>
                </a:cubicBezTo>
                <a:cubicBezTo>
                  <a:pt x="3504362" y="104181"/>
                  <a:pt x="3506569" y="97534"/>
                  <a:pt x="3509567" y="88765"/>
                </a:cubicBezTo>
                <a:lnTo>
                  <a:pt x="3539354" y="2206"/>
                </a:lnTo>
                <a:lnTo>
                  <a:pt x="3561502" y="2206"/>
                </a:lnTo>
                <a:lnTo>
                  <a:pt x="3561502" y="126613"/>
                </a:lnTo>
                <a:lnTo>
                  <a:pt x="3545633" y="126613"/>
                </a:lnTo>
                <a:lnTo>
                  <a:pt x="3545633" y="22488"/>
                </a:lnTo>
                <a:lnTo>
                  <a:pt x="3509482" y="126613"/>
                </a:lnTo>
                <a:lnTo>
                  <a:pt x="3494632" y="126613"/>
                </a:lnTo>
                <a:lnTo>
                  <a:pt x="3458650" y="20706"/>
                </a:lnTo>
                <a:lnTo>
                  <a:pt x="3458650" y="126613"/>
                </a:lnTo>
                <a:lnTo>
                  <a:pt x="3442781" y="126613"/>
                </a:lnTo>
                <a:close/>
                <a:moveTo>
                  <a:pt x="3587554" y="126613"/>
                </a:moveTo>
                <a:lnTo>
                  <a:pt x="3587554" y="2206"/>
                </a:lnTo>
                <a:lnTo>
                  <a:pt x="3612333" y="2206"/>
                </a:lnTo>
                <a:lnTo>
                  <a:pt x="3641780" y="90292"/>
                </a:lnTo>
                <a:cubicBezTo>
                  <a:pt x="3644496" y="98496"/>
                  <a:pt x="3646476" y="104634"/>
                  <a:pt x="3647720" y="108707"/>
                </a:cubicBezTo>
                <a:cubicBezTo>
                  <a:pt x="3649135" y="104181"/>
                  <a:pt x="3651341" y="97534"/>
                  <a:pt x="3654340" y="88765"/>
                </a:cubicBezTo>
                <a:lnTo>
                  <a:pt x="3684126" y="2206"/>
                </a:lnTo>
                <a:lnTo>
                  <a:pt x="3706275" y="2206"/>
                </a:lnTo>
                <a:lnTo>
                  <a:pt x="3706275" y="126613"/>
                </a:lnTo>
                <a:lnTo>
                  <a:pt x="3690406" y="126613"/>
                </a:lnTo>
                <a:lnTo>
                  <a:pt x="3690406" y="22488"/>
                </a:lnTo>
                <a:lnTo>
                  <a:pt x="3654255" y="126613"/>
                </a:lnTo>
                <a:lnTo>
                  <a:pt x="3639404" y="126613"/>
                </a:lnTo>
                <a:lnTo>
                  <a:pt x="3603423" y="20706"/>
                </a:lnTo>
                <a:lnTo>
                  <a:pt x="3603423" y="126613"/>
                </a:lnTo>
                <a:lnTo>
                  <a:pt x="3587554" y="126613"/>
                </a:lnTo>
                <a:close/>
                <a:moveTo>
                  <a:pt x="3735635" y="126613"/>
                </a:moveTo>
                <a:lnTo>
                  <a:pt x="3735635" y="2206"/>
                </a:lnTo>
                <a:lnTo>
                  <a:pt x="3752099" y="2206"/>
                </a:lnTo>
                <a:lnTo>
                  <a:pt x="3752099" y="126613"/>
                </a:lnTo>
                <a:lnTo>
                  <a:pt x="3735635" y="126613"/>
                </a:lnTo>
                <a:close/>
                <a:moveTo>
                  <a:pt x="3776144" y="65980"/>
                </a:moveTo>
                <a:cubicBezTo>
                  <a:pt x="3776144" y="45342"/>
                  <a:pt x="3781688" y="29187"/>
                  <a:pt x="3792777" y="17513"/>
                </a:cubicBezTo>
                <a:cubicBezTo>
                  <a:pt x="3803865" y="5838"/>
                  <a:pt x="3818178" y="0"/>
                  <a:pt x="3835716" y="0"/>
                </a:cubicBezTo>
                <a:cubicBezTo>
                  <a:pt x="3847201" y="0"/>
                  <a:pt x="3857554" y="2742"/>
                  <a:pt x="3866776" y="8226"/>
                </a:cubicBezTo>
                <a:cubicBezTo>
                  <a:pt x="3875997" y="13710"/>
                  <a:pt x="3883027" y="21358"/>
                  <a:pt x="3887864" y="31168"/>
                </a:cubicBezTo>
                <a:cubicBezTo>
                  <a:pt x="3892701" y="40977"/>
                  <a:pt x="3895119" y="52100"/>
                  <a:pt x="3895119" y="64537"/>
                </a:cubicBezTo>
                <a:cubicBezTo>
                  <a:pt x="3895119" y="77144"/>
                  <a:pt x="3892573" y="88424"/>
                  <a:pt x="3887482" y="98375"/>
                </a:cubicBezTo>
                <a:cubicBezTo>
                  <a:pt x="3882390" y="108325"/>
                  <a:pt x="3875177" y="115859"/>
                  <a:pt x="3865842" y="120975"/>
                </a:cubicBezTo>
                <a:cubicBezTo>
                  <a:pt x="3856507" y="126092"/>
                  <a:pt x="3846437" y="128650"/>
                  <a:pt x="3835631" y="128650"/>
                </a:cubicBezTo>
                <a:cubicBezTo>
                  <a:pt x="3823921" y="128650"/>
                  <a:pt x="3813454" y="125823"/>
                  <a:pt x="3804233" y="120169"/>
                </a:cubicBezTo>
                <a:cubicBezTo>
                  <a:pt x="3795011" y="114515"/>
                  <a:pt x="3788024" y="106798"/>
                  <a:pt x="3783272" y="97018"/>
                </a:cubicBezTo>
                <a:cubicBezTo>
                  <a:pt x="3778520" y="87237"/>
                  <a:pt x="3776144" y="76891"/>
                  <a:pt x="3776144" y="65980"/>
                </a:cubicBezTo>
                <a:moveTo>
                  <a:pt x="3793116" y="66194"/>
                </a:moveTo>
                <a:cubicBezTo>
                  <a:pt x="3793116" y="81213"/>
                  <a:pt x="3797147" y="93043"/>
                  <a:pt x="3805209" y="101685"/>
                </a:cubicBezTo>
                <a:cubicBezTo>
                  <a:pt x="3813271" y="110327"/>
                  <a:pt x="3823383" y="114648"/>
                  <a:pt x="3835547" y="114648"/>
                </a:cubicBezTo>
                <a:cubicBezTo>
                  <a:pt x="3847936" y="114648"/>
                  <a:pt x="3858134" y="110284"/>
                  <a:pt x="3866139" y="101558"/>
                </a:cubicBezTo>
                <a:cubicBezTo>
                  <a:pt x="3874144" y="92829"/>
                  <a:pt x="3878147" y="80447"/>
                  <a:pt x="3878147" y="64410"/>
                </a:cubicBezTo>
                <a:cubicBezTo>
                  <a:pt x="3878147" y="54265"/>
                  <a:pt x="3876436" y="45411"/>
                  <a:pt x="3873013" y="37845"/>
                </a:cubicBezTo>
                <a:cubicBezTo>
                  <a:pt x="3869590" y="30280"/>
                  <a:pt x="3864583" y="24415"/>
                  <a:pt x="3857992" y="20250"/>
                </a:cubicBezTo>
                <a:cubicBezTo>
                  <a:pt x="3851402" y="16085"/>
                  <a:pt x="3844004" y="14002"/>
                  <a:pt x="3835801" y="14002"/>
                </a:cubicBezTo>
                <a:cubicBezTo>
                  <a:pt x="3824147" y="14002"/>
                  <a:pt x="3814119" y="18012"/>
                  <a:pt x="3805718" y="26031"/>
                </a:cubicBezTo>
                <a:cubicBezTo>
                  <a:pt x="3797317" y="34049"/>
                  <a:pt x="3793116" y="47437"/>
                  <a:pt x="3793116" y="6619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f7c12365b4ac9"/>
          <a:stretch xmlns:a="http://schemas.openxmlformats.org/drawingml/2006/main"/>
        </p:blipFill>
        <p:spPr>
          <a:xfrm xmlns:a="http://schemas.openxmlformats.org/drawingml/2006/main">
            <a:off x="8107499" y="386678"/>
            <a:ext cx="3004490" cy="2870759"/>
          </a:xfrm>
          <a:prstGeom xmlns:a="http://schemas.openxmlformats.org/drawingml/2006/main" prst="rect">
            <a:avLst/>
          </a:prstGeom>
        </p:spPr>
      </p:pic>
      <p:sp>
        <p:nvSpPr>
          <p:cNvPr id="51" name="Text 1.-">
            <a:extLst xmlns:a="http://schemas.openxmlformats.org/drawingml/2006/main">
              <a:ext uri="{FF2B5EF4-FFF2-40B4-BE49-F238E27FC236}">
                <a16:creationId xmlns:a16="http://schemas.microsoft.com/office/drawing/2014/main" id="{530A3C2B-E97F-49B2-B944-29FECC0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336" y="555723"/>
            <a:ext cx="226782" cy="124916"/>
          </a:xfrm>
          <a:custGeom xmlns:a="http://schemas.openxmlformats.org/drawingml/2006/main">
            <a:pathLst>
              <a:path w="226782" h="124916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93490" y="124916"/>
                </a:moveTo>
                <a:lnTo>
                  <a:pt x="93490" y="107434"/>
                </a:lnTo>
                <a:lnTo>
                  <a:pt x="110887" y="107434"/>
                </a:lnTo>
                <a:lnTo>
                  <a:pt x="110887" y="124916"/>
                </a:lnTo>
                <a:lnTo>
                  <a:pt x="93490" y="124916"/>
                </a:lnTo>
                <a:close/>
                <a:moveTo>
                  <a:pt x="179853" y="87577"/>
                </a:moveTo>
                <a:lnTo>
                  <a:pt x="179853" y="72132"/>
                </a:lnTo>
                <a:lnTo>
                  <a:pt x="226782" y="72132"/>
                </a:lnTo>
                <a:lnTo>
                  <a:pt x="226782" y="87577"/>
                </a:lnTo>
                <a:lnTo>
                  <a:pt x="179853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2.useW">
            <a:extLst xmlns:a="http://schemas.openxmlformats.org/drawingml/2006/main">
              <a:ext uri="{FF2B5EF4-FFF2-40B4-BE49-F238E27FC236}">
                <a16:creationId xmlns:a16="http://schemas.microsoft.com/office/drawing/2014/main" id="{8D86D067-19FF-411E-9A6B-A5FC760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561" y="769626"/>
            <a:ext cx="678675" cy="126953"/>
          </a:xfrm>
          <a:custGeom xmlns:a="http://schemas.openxmlformats.org/drawingml/2006/main">
            <a:pathLst>
              <a:path w="678675" h="126953">
                <a:moveTo>
                  <a:pt x="82344" y="110235"/>
                </a:moveTo>
                <a:lnTo>
                  <a:pt x="82344" y="124916"/>
                </a:lnTo>
                <a:lnTo>
                  <a:pt x="113" y="124916"/>
                </a:lnTo>
                <a:cubicBezTo>
                  <a:pt x="0" y="121240"/>
                  <a:pt x="594" y="117706"/>
                  <a:pt x="1895" y="114313"/>
                </a:cubicBezTo>
                <a:cubicBezTo>
                  <a:pt x="3988" y="108716"/>
                  <a:pt x="7341" y="103204"/>
                  <a:pt x="11951" y="97776"/>
                </a:cubicBezTo>
                <a:cubicBezTo>
                  <a:pt x="16562" y="92349"/>
                  <a:pt x="23224" y="86072"/>
                  <a:pt x="31936" y="78948"/>
                </a:cubicBezTo>
                <a:cubicBezTo>
                  <a:pt x="45457" y="67870"/>
                  <a:pt x="54594" y="59094"/>
                  <a:pt x="59346" y="52622"/>
                </a:cubicBezTo>
                <a:cubicBezTo>
                  <a:pt x="64099" y="46150"/>
                  <a:pt x="66475" y="40031"/>
                  <a:pt x="66475" y="34265"/>
                </a:cubicBezTo>
                <a:cubicBezTo>
                  <a:pt x="66475" y="28217"/>
                  <a:pt x="64311" y="23116"/>
                  <a:pt x="59983" y="18961"/>
                </a:cubicBezTo>
                <a:cubicBezTo>
                  <a:pt x="55655" y="14807"/>
                  <a:pt x="50012" y="12729"/>
                  <a:pt x="43053" y="12729"/>
                </a:cubicBezTo>
                <a:cubicBezTo>
                  <a:pt x="35698" y="12729"/>
                  <a:pt x="29815" y="14936"/>
                  <a:pt x="25402" y="19348"/>
                </a:cubicBezTo>
                <a:cubicBezTo>
                  <a:pt x="20989" y="23761"/>
                  <a:pt x="18754" y="29871"/>
                  <a:pt x="18698" y="37678"/>
                </a:cubicBezTo>
                <a:lnTo>
                  <a:pt x="2998" y="36063"/>
                </a:lnTo>
                <a:cubicBezTo>
                  <a:pt x="4073" y="24326"/>
                  <a:pt x="8118" y="15381"/>
                  <a:pt x="15134" y="9229"/>
                </a:cubicBezTo>
                <a:cubicBezTo>
                  <a:pt x="22149" y="3076"/>
                  <a:pt x="31568" y="0"/>
                  <a:pt x="43392" y="0"/>
                </a:cubicBezTo>
                <a:cubicBezTo>
                  <a:pt x="55330" y="0"/>
                  <a:pt x="64777" y="3310"/>
                  <a:pt x="71736" y="9931"/>
                </a:cubicBezTo>
                <a:cubicBezTo>
                  <a:pt x="78695" y="16552"/>
                  <a:pt x="82174" y="24758"/>
                  <a:pt x="82174" y="34549"/>
                </a:cubicBezTo>
                <a:cubicBezTo>
                  <a:pt x="82174" y="39529"/>
                  <a:pt x="81156" y="44425"/>
                  <a:pt x="79119" y="49235"/>
                </a:cubicBezTo>
                <a:cubicBezTo>
                  <a:pt x="77082" y="54046"/>
                  <a:pt x="73702" y="59111"/>
                  <a:pt x="68978" y="64431"/>
                </a:cubicBezTo>
                <a:cubicBezTo>
                  <a:pt x="64254" y="69749"/>
                  <a:pt x="56404" y="77049"/>
                  <a:pt x="45429" y="86330"/>
                </a:cubicBezTo>
                <a:cubicBezTo>
                  <a:pt x="36264" y="94016"/>
                  <a:pt x="30380" y="99229"/>
                  <a:pt x="27778" y="101971"/>
                </a:cubicBezTo>
                <a:cubicBezTo>
                  <a:pt x="25176" y="104712"/>
                  <a:pt x="23026" y="107466"/>
                  <a:pt x="21328" y="110235"/>
                </a:cubicBezTo>
                <a:lnTo>
                  <a:pt x="82344" y="110235"/>
                </a:lnTo>
                <a:close/>
                <a:moveTo>
                  <a:pt x="107266" y="124916"/>
                </a:moveTo>
                <a:lnTo>
                  <a:pt x="107266" y="107434"/>
                </a:lnTo>
                <a:lnTo>
                  <a:pt x="124663" y="107434"/>
                </a:lnTo>
                <a:lnTo>
                  <a:pt x="124663" y="124916"/>
                </a:lnTo>
                <a:lnTo>
                  <a:pt x="107266" y="124916"/>
                </a:lnTo>
                <a:close/>
                <a:moveTo>
                  <a:pt x="258633" y="124916"/>
                </a:moveTo>
                <a:lnTo>
                  <a:pt x="258633" y="111677"/>
                </a:lnTo>
                <a:cubicBezTo>
                  <a:pt x="251618" y="121861"/>
                  <a:pt x="242085" y="126953"/>
                  <a:pt x="230035" y="126953"/>
                </a:cubicBezTo>
                <a:cubicBezTo>
                  <a:pt x="224717" y="126953"/>
                  <a:pt x="219752" y="125934"/>
                  <a:pt x="215141" y="123898"/>
                </a:cubicBezTo>
                <a:cubicBezTo>
                  <a:pt x="210531" y="121861"/>
                  <a:pt x="207108" y="119301"/>
                  <a:pt x="204873" y="116218"/>
                </a:cubicBezTo>
                <a:cubicBezTo>
                  <a:pt x="202638" y="113134"/>
                  <a:pt x="201069" y="109358"/>
                  <a:pt x="200163" y="104889"/>
                </a:cubicBezTo>
                <a:cubicBezTo>
                  <a:pt x="199541" y="101890"/>
                  <a:pt x="199230" y="97138"/>
                  <a:pt x="199230" y="90632"/>
                </a:cubicBezTo>
                <a:lnTo>
                  <a:pt x="199230" y="34793"/>
                </a:lnTo>
                <a:lnTo>
                  <a:pt x="214505" y="34793"/>
                </a:lnTo>
                <a:lnTo>
                  <a:pt x="214505" y="84776"/>
                </a:lnTo>
                <a:cubicBezTo>
                  <a:pt x="214505" y="92753"/>
                  <a:pt x="214816" y="98128"/>
                  <a:pt x="215438" y="100900"/>
                </a:cubicBezTo>
                <a:cubicBezTo>
                  <a:pt x="216400" y="104917"/>
                  <a:pt x="218437" y="108071"/>
                  <a:pt x="221548" y="110362"/>
                </a:cubicBezTo>
                <a:cubicBezTo>
                  <a:pt x="224660" y="112653"/>
                  <a:pt x="228507" y="113799"/>
                  <a:pt x="233090" y="113799"/>
                </a:cubicBezTo>
                <a:cubicBezTo>
                  <a:pt x="237672" y="113799"/>
                  <a:pt x="241972" y="112625"/>
                  <a:pt x="245988" y="110277"/>
                </a:cubicBezTo>
                <a:cubicBezTo>
                  <a:pt x="250005" y="107929"/>
                  <a:pt x="252848" y="104733"/>
                  <a:pt x="254517" y="100688"/>
                </a:cubicBezTo>
                <a:cubicBezTo>
                  <a:pt x="256186" y="96643"/>
                  <a:pt x="257020" y="90773"/>
                  <a:pt x="257020" y="83079"/>
                </a:cubicBezTo>
                <a:lnTo>
                  <a:pt x="257020" y="34793"/>
                </a:lnTo>
                <a:lnTo>
                  <a:pt x="272295" y="34793"/>
                </a:lnTo>
                <a:lnTo>
                  <a:pt x="272295" y="124916"/>
                </a:lnTo>
                <a:lnTo>
                  <a:pt x="258633" y="124916"/>
                </a:lnTo>
                <a:close/>
                <a:moveTo>
                  <a:pt x="290092" y="97930"/>
                </a:moveTo>
                <a:lnTo>
                  <a:pt x="305197" y="95554"/>
                </a:lnTo>
                <a:cubicBezTo>
                  <a:pt x="306046" y="101581"/>
                  <a:pt x="308408" y="106200"/>
                  <a:pt x="312283" y="109410"/>
                </a:cubicBezTo>
                <a:cubicBezTo>
                  <a:pt x="316159" y="112619"/>
                  <a:pt x="321576" y="114223"/>
                  <a:pt x="328534" y="114223"/>
                </a:cubicBezTo>
                <a:cubicBezTo>
                  <a:pt x="335549" y="114223"/>
                  <a:pt x="340754" y="112806"/>
                  <a:pt x="344149" y="109972"/>
                </a:cubicBezTo>
                <a:cubicBezTo>
                  <a:pt x="347543" y="107137"/>
                  <a:pt x="349240" y="103811"/>
                  <a:pt x="349240" y="99996"/>
                </a:cubicBezTo>
                <a:cubicBezTo>
                  <a:pt x="349240" y="96571"/>
                  <a:pt x="347741" y="93877"/>
                  <a:pt x="344743" y="91913"/>
                </a:cubicBezTo>
                <a:cubicBezTo>
                  <a:pt x="342649" y="90566"/>
                  <a:pt x="337445" y="88853"/>
                  <a:pt x="329128" y="86776"/>
                </a:cubicBezTo>
                <a:cubicBezTo>
                  <a:pt x="317926" y="83946"/>
                  <a:pt x="310162" y="81497"/>
                  <a:pt x="305834" y="79430"/>
                </a:cubicBezTo>
                <a:cubicBezTo>
                  <a:pt x="301506" y="77363"/>
                  <a:pt x="298224" y="74504"/>
                  <a:pt x="295990" y="70851"/>
                </a:cubicBezTo>
                <a:cubicBezTo>
                  <a:pt x="293755" y="67199"/>
                  <a:pt x="292638" y="63164"/>
                  <a:pt x="292638" y="58748"/>
                </a:cubicBezTo>
                <a:cubicBezTo>
                  <a:pt x="292638" y="54728"/>
                  <a:pt x="293557" y="51004"/>
                  <a:pt x="295396" y="47578"/>
                </a:cubicBezTo>
                <a:cubicBezTo>
                  <a:pt x="297234" y="44152"/>
                  <a:pt x="299738" y="41306"/>
                  <a:pt x="302906" y="39042"/>
                </a:cubicBezTo>
                <a:cubicBezTo>
                  <a:pt x="305282" y="37286"/>
                  <a:pt x="308521" y="35800"/>
                  <a:pt x="312623" y="34584"/>
                </a:cubicBezTo>
                <a:cubicBezTo>
                  <a:pt x="316724" y="33366"/>
                  <a:pt x="321123" y="32756"/>
                  <a:pt x="325819" y="32756"/>
                </a:cubicBezTo>
                <a:cubicBezTo>
                  <a:pt x="332890" y="32756"/>
                  <a:pt x="339099" y="33782"/>
                  <a:pt x="344446" y="35833"/>
                </a:cubicBezTo>
                <a:cubicBezTo>
                  <a:pt x="349792" y="37882"/>
                  <a:pt x="353738" y="40658"/>
                  <a:pt x="356284" y="44162"/>
                </a:cubicBezTo>
                <a:cubicBezTo>
                  <a:pt x="358830" y="47665"/>
                  <a:pt x="360583" y="52349"/>
                  <a:pt x="361545" y="58215"/>
                </a:cubicBezTo>
                <a:lnTo>
                  <a:pt x="346610" y="60252"/>
                </a:lnTo>
                <a:cubicBezTo>
                  <a:pt x="345931" y="55612"/>
                  <a:pt x="343965" y="51992"/>
                  <a:pt x="340712" y="49389"/>
                </a:cubicBezTo>
                <a:cubicBezTo>
                  <a:pt x="337459" y="46787"/>
                  <a:pt x="332862" y="45486"/>
                  <a:pt x="326922" y="45486"/>
                </a:cubicBezTo>
                <a:cubicBezTo>
                  <a:pt x="319907" y="45486"/>
                  <a:pt x="314900" y="46640"/>
                  <a:pt x="311901" y="48949"/>
                </a:cubicBezTo>
                <a:cubicBezTo>
                  <a:pt x="308903" y="51256"/>
                  <a:pt x="307404" y="53959"/>
                  <a:pt x="307404" y="57056"/>
                </a:cubicBezTo>
                <a:cubicBezTo>
                  <a:pt x="307404" y="59025"/>
                  <a:pt x="308026" y="60799"/>
                  <a:pt x="309271" y="62376"/>
                </a:cubicBezTo>
                <a:cubicBezTo>
                  <a:pt x="310515" y="64008"/>
                  <a:pt x="312467" y="65358"/>
                  <a:pt x="315126" y="66428"/>
                </a:cubicBezTo>
                <a:cubicBezTo>
                  <a:pt x="316654" y="66992"/>
                  <a:pt x="321151" y="68287"/>
                  <a:pt x="328619" y="70313"/>
                </a:cubicBezTo>
                <a:cubicBezTo>
                  <a:pt x="339425" y="73196"/>
                  <a:pt x="346963" y="75557"/>
                  <a:pt x="351235" y="77394"/>
                </a:cubicBezTo>
                <a:cubicBezTo>
                  <a:pt x="355506" y="79230"/>
                  <a:pt x="358858" y="81902"/>
                  <a:pt x="361291" y="85408"/>
                </a:cubicBezTo>
                <a:cubicBezTo>
                  <a:pt x="363723" y="88912"/>
                  <a:pt x="364940" y="93263"/>
                  <a:pt x="364940" y="98463"/>
                </a:cubicBezTo>
                <a:cubicBezTo>
                  <a:pt x="364940" y="103551"/>
                  <a:pt x="363455" y="108342"/>
                  <a:pt x="360484" y="112836"/>
                </a:cubicBezTo>
                <a:cubicBezTo>
                  <a:pt x="357514" y="117329"/>
                  <a:pt x="353229" y="120805"/>
                  <a:pt x="347628" y="123264"/>
                </a:cubicBezTo>
                <a:cubicBezTo>
                  <a:pt x="342027" y="125723"/>
                  <a:pt x="335691" y="126953"/>
                  <a:pt x="328619" y="126953"/>
                </a:cubicBezTo>
                <a:cubicBezTo>
                  <a:pt x="316908" y="126953"/>
                  <a:pt x="307984" y="124513"/>
                  <a:pt x="301845" y="119633"/>
                </a:cubicBezTo>
                <a:cubicBezTo>
                  <a:pt x="295707" y="114754"/>
                  <a:pt x="291789" y="107519"/>
                  <a:pt x="290092" y="97930"/>
                </a:cubicBezTo>
                <a:close/>
                <a:moveTo>
                  <a:pt x="444793" y="95893"/>
                </a:moveTo>
                <a:lnTo>
                  <a:pt x="460577" y="97845"/>
                </a:lnTo>
                <a:cubicBezTo>
                  <a:pt x="458088" y="107067"/>
                  <a:pt x="453477" y="114223"/>
                  <a:pt x="446745" y="119315"/>
                </a:cubicBezTo>
                <a:cubicBezTo>
                  <a:pt x="440012" y="124407"/>
                  <a:pt x="431413" y="126953"/>
                  <a:pt x="420947" y="126953"/>
                </a:cubicBezTo>
                <a:cubicBezTo>
                  <a:pt x="407765" y="126953"/>
                  <a:pt x="397313" y="122893"/>
                  <a:pt x="389591" y="114775"/>
                </a:cubicBezTo>
                <a:cubicBezTo>
                  <a:pt x="381868" y="106657"/>
                  <a:pt x="378007" y="95271"/>
                  <a:pt x="378007" y="80618"/>
                </a:cubicBezTo>
                <a:cubicBezTo>
                  <a:pt x="378007" y="65456"/>
                  <a:pt x="381911" y="53689"/>
                  <a:pt x="389718" y="45316"/>
                </a:cubicBezTo>
                <a:cubicBezTo>
                  <a:pt x="397525" y="36943"/>
                  <a:pt x="407652" y="32756"/>
                  <a:pt x="420098" y="32756"/>
                </a:cubicBezTo>
                <a:cubicBezTo>
                  <a:pt x="432149" y="32756"/>
                  <a:pt x="441993" y="36852"/>
                  <a:pt x="449630" y="45043"/>
                </a:cubicBezTo>
                <a:cubicBezTo>
                  <a:pt x="457268" y="53232"/>
                  <a:pt x="461086" y="64754"/>
                  <a:pt x="461086" y="79608"/>
                </a:cubicBezTo>
                <a:cubicBezTo>
                  <a:pt x="461086" y="80511"/>
                  <a:pt x="461058" y="81866"/>
                  <a:pt x="461002" y="83673"/>
                </a:cubicBezTo>
                <a:lnTo>
                  <a:pt x="393791" y="83673"/>
                </a:lnTo>
                <a:cubicBezTo>
                  <a:pt x="394357" y="93545"/>
                  <a:pt x="397158" y="101105"/>
                  <a:pt x="402193" y="106352"/>
                </a:cubicBezTo>
                <a:cubicBezTo>
                  <a:pt x="407228" y="111600"/>
                  <a:pt x="413507" y="114223"/>
                  <a:pt x="421032" y="114223"/>
                </a:cubicBezTo>
                <a:cubicBezTo>
                  <a:pt x="426633" y="114223"/>
                  <a:pt x="431413" y="112767"/>
                  <a:pt x="435373" y="109853"/>
                </a:cubicBezTo>
                <a:cubicBezTo>
                  <a:pt x="439334" y="106938"/>
                  <a:pt x="442473" y="102284"/>
                  <a:pt x="444793" y="95893"/>
                </a:cubicBezTo>
                <a:moveTo>
                  <a:pt x="394640" y="70944"/>
                </a:moveTo>
                <a:lnTo>
                  <a:pt x="444963" y="70944"/>
                </a:lnTo>
                <a:cubicBezTo>
                  <a:pt x="444284" y="63487"/>
                  <a:pt x="442360" y="57894"/>
                  <a:pt x="439192" y="54165"/>
                </a:cubicBezTo>
                <a:cubicBezTo>
                  <a:pt x="434327" y="48379"/>
                  <a:pt x="428019" y="45486"/>
                  <a:pt x="420268" y="45486"/>
                </a:cubicBezTo>
                <a:cubicBezTo>
                  <a:pt x="413253" y="45486"/>
                  <a:pt x="407355" y="47795"/>
                  <a:pt x="402575" y="52415"/>
                </a:cubicBezTo>
                <a:cubicBezTo>
                  <a:pt x="397794" y="57033"/>
                  <a:pt x="395149" y="63209"/>
                  <a:pt x="394640" y="70944"/>
                </a:cubicBezTo>
                <a:close/>
                <a:moveTo>
                  <a:pt x="551722" y="124916"/>
                </a:moveTo>
                <a:lnTo>
                  <a:pt x="518711" y="509"/>
                </a:lnTo>
                <a:lnTo>
                  <a:pt x="535598" y="509"/>
                </a:lnTo>
                <a:lnTo>
                  <a:pt x="554523" y="82061"/>
                </a:lnTo>
                <a:cubicBezTo>
                  <a:pt x="556559" y="90604"/>
                  <a:pt x="558313" y="99090"/>
                  <a:pt x="559784" y="107519"/>
                </a:cubicBezTo>
                <a:cubicBezTo>
                  <a:pt x="562952" y="94224"/>
                  <a:pt x="564819" y="86559"/>
                  <a:pt x="565385" y="84522"/>
                </a:cubicBezTo>
                <a:lnTo>
                  <a:pt x="589061" y="509"/>
                </a:lnTo>
                <a:lnTo>
                  <a:pt x="608919" y="509"/>
                </a:lnTo>
                <a:lnTo>
                  <a:pt x="626740" y="63476"/>
                </a:lnTo>
                <a:cubicBezTo>
                  <a:pt x="631209" y="79091"/>
                  <a:pt x="634434" y="93772"/>
                  <a:pt x="636414" y="107519"/>
                </a:cubicBezTo>
                <a:cubicBezTo>
                  <a:pt x="637998" y="99655"/>
                  <a:pt x="640063" y="90632"/>
                  <a:pt x="642609" y="80449"/>
                </a:cubicBezTo>
                <a:lnTo>
                  <a:pt x="662127" y="509"/>
                </a:lnTo>
                <a:lnTo>
                  <a:pt x="678675" y="509"/>
                </a:lnTo>
                <a:lnTo>
                  <a:pt x="644560" y="124916"/>
                </a:lnTo>
                <a:lnTo>
                  <a:pt x="628691" y="124916"/>
                </a:lnTo>
                <a:lnTo>
                  <a:pt x="602469" y="30126"/>
                </a:lnTo>
                <a:cubicBezTo>
                  <a:pt x="600263" y="22205"/>
                  <a:pt x="598962" y="17340"/>
                  <a:pt x="598566" y="15530"/>
                </a:cubicBezTo>
                <a:cubicBezTo>
                  <a:pt x="597264" y="21244"/>
                  <a:pt x="596048" y="26109"/>
                  <a:pt x="594917" y="30126"/>
                </a:cubicBezTo>
                <a:lnTo>
                  <a:pt x="568525" y="124916"/>
                </a:lnTo>
                <a:lnTo>
                  <a:pt x="551722" y="12491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tosetraxtoV">
            <a:extLst xmlns:a="http://schemas.openxmlformats.org/drawingml/2006/main">
              <a:ext uri="{FF2B5EF4-FFF2-40B4-BE49-F238E27FC236}">
                <a16:creationId xmlns:a16="http://schemas.microsoft.com/office/drawing/2014/main" id="{3AF09DB7-D654-4AAA-8E6F-C547B0F6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161" y="770135"/>
            <a:ext cx="1067908" cy="126443"/>
          </a:xfrm>
          <a:custGeom xmlns:a="http://schemas.openxmlformats.org/drawingml/2006/main">
            <a:pathLst>
              <a:path w="1067908" h="126443">
                <a:moveTo>
                  <a:pt x="41752" y="110914"/>
                </a:moveTo>
                <a:lnTo>
                  <a:pt x="43958" y="124407"/>
                </a:lnTo>
                <a:cubicBezTo>
                  <a:pt x="39659" y="125199"/>
                  <a:pt x="35811" y="125595"/>
                  <a:pt x="32417" y="125595"/>
                </a:cubicBezTo>
                <a:cubicBezTo>
                  <a:pt x="26873" y="125595"/>
                  <a:pt x="22573" y="124718"/>
                  <a:pt x="19518" y="122964"/>
                </a:cubicBezTo>
                <a:cubicBezTo>
                  <a:pt x="16463" y="121210"/>
                  <a:pt x="14313" y="118905"/>
                  <a:pt x="13069" y="116048"/>
                </a:cubicBezTo>
                <a:cubicBezTo>
                  <a:pt x="11824" y="113191"/>
                  <a:pt x="11202" y="107180"/>
                  <a:pt x="11202" y="98015"/>
                </a:cubicBezTo>
                <a:lnTo>
                  <a:pt x="11202" y="46165"/>
                </a:lnTo>
                <a:lnTo>
                  <a:pt x="0" y="46165"/>
                </a:lnTo>
                <a:lnTo>
                  <a:pt x="0" y="34284"/>
                </a:lnTo>
                <a:lnTo>
                  <a:pt x="11202" y="34284"/>
                </a:lnTo>
                <a:lnTo>
                  <a:pt x="11202" y="11904"/>
                </a:lnTo>
                <a:lnTo>
                  <a:pt x="26392" y="2716"/>
                </a:lnTo>
                <a:lnTo>
                  <a:pt x="26392" y="34284"/>
                </a:lnTo>
                <a:lnTo>
                  <a:pt x="41752" y="34284"/>
                </a:lnTo>
                <a:lnTo>
                  <a:pt x="41752" y="46165"/>
                </a:lnTo>
                <a:lnTo>
                  <a:pt x="26392" y="46165"/>
                </a:lnTo>
                <a:lnTo>
                  <a:pt x="26392" y="98863"/>
                </a:lnTo>
                <a:cubicBezTo>
                  <a:pt x="26392" y="103220"/>
                  <a:pt x="26661" y="106020"/>
                  <a:pt x="27198" y="107265"/>
                </a:cubicBezTo>
                <a:cubicBezTo>
                  <a:pt x="27736" y="108509"/>
                  <a:pt x="28612" y="109499"/>
                  <a:pt x="29829" y="110235"/>
                </a:cubicBezTo>
                <a:cubicBezTo>
                  <a:pt x="31045" y="110970"/>
                  <a:pt x="32785" y="111338"/>
                  <a:pt x="35048" y="111338"/>
                </a:cubicBezTo>
                <a:cubicBezTo>
                  <a:pt x="36745" y="111338"/>
                  <a:pt x="38980" y="111197"/>
                  <a:pt x="41752" y="110914"/>
                </a:cubicBezTo>
                <a:close/>
                <a:moveTo>
                  <a:pt x="51030" y="79345"/>
                </a:moveTo>
                <a:cubicBezTo>
                  <a:pt x="51030" y="62656"/>
                  <a:pt x="55669" y="50294"/>
                  <a:pt x="64947" y="42261"/>
                </a:cubicBezTo>
                <a:cubicBezTo>
                  <a:pt x="72698" y="35585"/>
                  <a:pt x="82146" y="32247"/>
                  <a:pt x="93291" y="32247"/>
                </a:cubicBezTo>
                <a:cubicBezTo>
                  <a:pt x="105681" y="32247"/>
                  <a:pt x="115807" y="36307"/>
                  <a:pt x="123671" y="44425"/>
                </a:cubicBezTo>
                <a:cubicBezTo>
                  <a:pt x="131535" y="52543"/>
                  <a:pt x="135467" y="63759"/>
                  <a:pt x="135467" y="78072"/>
                </a:cubicBezTo>
                <a:cubicBezTo>
                  <a:pt x="135467" y="89670"/>
                  <a:pt x="133727" y="98793"/>
                  <a:pt x="130248" y="105440"/>
                </a:cubicBezTo>
                <a:cubicBezTo>
                  <a:pt x="126769" y="112088"/>
                  <a:pt x="121705" y="117250"/>
                  <a:pt x="115058" y="120927"/>
                </a:cubicBezTo>
                <a:cubicBezTo>
                  <a:pt x="108410" y="124605"/>
                  <a:pt x="101155" y="126443"/>
                  <a:pt x="93291" y="126443"/>
                </a:cubicBezTo>
                <a:cubicBezTo>
                  <a:pt x="80675" y="126443"/>
                  <a:pt x="70477" y="122398"/>
                  <a:pt x="62698" y="114308"/>
                </a:cubicBezTo>
                <a:cubicBezTo>
                  <a:pt x="54919" y="106218"/>
                  <a:pt x="51030" y="94564"/>
                  <a:pt x="51030" y="79345"/>
                </a:cubicBezTo>
                <a:moveTo>
                  <a:pt x="66729" y="79303"/>
                </a:moveTo>
                <a:cubicBezTo>
                  <a:pt x="66729" y="90802"/>
                  <a:pt x="69247" y="99411"/>
                  <a:pt x="74282" y="105133"/>
                </a:cubicBezTo>
                <a:cubicBezTo>
                  <a:pt x="79317" y="110854"/>
                  <a:pt x="85653" y="113714"/>
                  <a:pt x="93291" y="113714"/>
                </a:cubicBezTo>
                <a:cubicBezTo>
                  <a:pt x="100872" y="113714"/>
                  <a:pt x="107180" y="110839"/>
                  <a:pt x="112215" y="105090"/>
                </a:cubicBezTo>
                <a:cubicBezTo>
                  <a:pt x="117250" y="99341"/>
                  <a:pt x="119768" y="90576"/>
                  <a:pt x="119768" y="78796"/>
                </a:cubicBezTo>
                <a:cubicBezTo>
                  <a:pt x="119768" y="67692"/>
                  <a:pt x="117236" y="59279"/>
                  <a:pt x="112172" y="53558"/>
                </a:cubicBezTo>
                <a:cubicBezTo>
                  <a:pt x="107109" y="47837"/>
                  <a:pt x="100815" y="44976"/>
                  <a:pt x="93291" y="44976"/>
                </a:cubicBezTo>
                <a:cubicBezTo>
                  <a:pt x="85653" y="44976"/>
                  <a:pt x="79317" y="47823"/>
                  <a:pt x="74282" y="53516"/>
                </a:cubicBezTo>
                <a:cubicBezTo>
                  <a:pt x="69247" y="59208"/>
                  <a:pt x="66729" y="67804"/>
                  <a:pt x="66729" y="79303"/>
                </a:cubicBezTo>
                <a:close/>
                <a:moveTo>
                  <a:pt x="195553" y="97421"/>
                </a:moveTo>
                <a:lnTo>
                  <a:pt x="210658" y="95045"/>
                </a:lnTo>
                <a:cubicBezTo>
                  <a:pt x="211506" y="101072"/>
                  <a:pt x="213868" y="105690"/>
                  <a:pt x="217744" y="108901"/>
                </a:cubicBezTo>
                <a:cubicBezTo>
                  <a:pt x="221619" y="112110"/>
                  <a:pt x="227036" y="113714"/>
                  <a:pt x="233995" y="113714"/>
                </a:cubicBezTo>
                <a:cubicBezTo>
                  <a:pt x="241010" y="113714"/>
                  <a:pt x="246215" y="112297"/>
                  <a:pt x="249609" y="109463"/>
                </a:cubicBezTo>
                <a:cubicBezTo>
                  <a:pt x="253004" y="106627"/>
                  <a:pt x="254701" y="103302"/>
                  <a:pt x="254701" y="99487"/>
                </a:cubicBezTo>
                <a:cubicBezTo>
                  <a:pt x="254701" y="96062"/>
                  <a:pt x="253202" y="93368"/>
                  <a:pt x="250203" y="91404"/>
                </a:cubicBezTo>
                <a:cubicBezTo>
                  <a:pt x="248110" y="90056"/>
                  <a:pt x="242905" y="88344"/>
                  <a:pt x="234589" y="86267"/>
                </a:cubicBezTo>
                <a:cubicBezTo>
                  <a:pt x="223387" y="83436"/>
                  <a:pt x="215622" y="80988"/>
                  <a:pt x="211294" y="78921"/>
                </a:cubicBezTo>
                <a:cubicBezTo>
                  <a:pt x="206966" y="76854"/>
                  <a:pt x="203685" y="73995"/>
                  <a:pt x="201450" y="70342"/>
                </a:cubicBezTo>
                <a:cubicBezTo>
                  <a:pt x="199216" y="66689"/>
                  <a:pt x="198098" y="62655"/>
                  <a:pt x="198098" y="58239"/>
                </a:cubicBezTo>
                <a:cubicBezTo>
                  <a:pt x="198098" y="54218"/>
                  <a:pt x="199018" y="50495"/>
                  <a:pt x="200856" y="47069"/>
                </a:cubicBezTo>
                <a:cubicBezTo>
                  <a:pt x="202695" y="43643"/>
                  <a:pt x="205198" y="40797"/>
                  <a:pt x="208367" y="38532"/>
                </a:cubicBezTo>
                <a:cubicBezTo>
                  <a:pt x="210743" y="36777"/>
                  <a:pt x="213982" y="35291"/>
                  <a:pt x="218083" y="34074"/>
                </a:cubicBezTo>
                <a:cubicBezTo>
                  <a:pt x="222185" y="32856"/>
                  <a:pt x="226584" y="32247"/>
                  <a:pt x="231279" y="32247"/>
                </a:cubicBezTo>
                <a:cubicBezTo>
                  <a:pt x="238351" y="32247"/>
                  <a:pt x="244560" y="33273"/>
                  <a:pt x="249906" y="35324"/>
                </a:cubicBezTo>
                <a:cubicBezTo>
                  <a:pt x="255252" y="37373"/>
                  <a:pt x="259199" y="40149"/>
                  <a:pt x="261744" y="43653"/>
                </a:cubicBezTo>
                <a:cubicBezTo>
                  <a:pt x="264290" y="47155"/>
                  <a:pt x="266044" y="51840"/>
                  <a:pt x="267006" y="57706"/>
                </a:cubicBezTo>
                <a:lnTo>
                  <a:pt x="252070" y="59742"/>
                </a:lnTo>
                <a:cubicBezTo>
                  <a:pt x="251391" y="55103"/>
                  <a:pt x="249425" y="51483"/>
                  <a:pt x="246172" y="48880"/>
                </a:cubicBezTo>
                <a:cubicBezTo>
                  <a:pt x="242919" y="46278"/>
                  <a:pt x="238323" y="44976"/>
                  <a:pt x="232382" y="44976"/>
                </a:cubicBezTo>
                <a:cubicBezTo>
                  <a:pt x="225367" y="44976"/>
                  <a:pt x="220360" y="46131"/>
                  <a:pt x="217362" y="48440"/>
                </a:cubicBezTo>
                <a:cubicBezTo>
                  <a:pt x="214363" y="50747"/>
                  <a:pt x="212864" y="53449"/>
                  <a:pt x="212864" y="56547"/>
                </a:cubicBezTo>
                <a:cubicBezTo>
                  <a:pt x="212864" y="58516"/>
                  <a:pt x="213487" y="60290"/>
                  <a:pt x="214731" y="61867"/>
                </a:cubicBezTo>
                <a:cubicBezTo>
                  <a:pt x="215976" y="63498"/>
                  <a:pt x="217928" y="64849"/>
                  <a:pt x="220587" y="65919"/>
                </a:cubicBezTo>
                <a:cubicBezTo>
                  <a:pt x="222114" y="66483"/>
                  <a:pt x="226612" y="67778"/>
                  <a:pt x="234080" y="69804"/>
                </a:cubicBezTo>
                <a:cubicBezTo>
                  <a:pt x="244885" y="72687"/>
                  <a:pt x="252424" y="75047"/>
                  <a:pt x="256695" y="76884"/>
                </a:cubicBezTo>
                <a:cubicBezTo>
                  <a:pt x="260966" y="78721"/>
                  <a:pt x="264319" y="81393"/>
                  <a:pt x="266751" y="84898"/>
                </a:cubicBezTo>
                <a:cubicBezTo>
                  <a:pt x="269184" y="88403"/>
                  <a:pt x="270400" y="92754"/>
                  <a:pt x="270400" y="97954"/>
                </a:cubicBezTo>
                <a:cubicBezTo>
                  <a:pt x="270400" y="103042"/>
                  <a:pt x="268915" y="107833"/>
                  <a:pt x="265945" y="112327"/>
                </a:cubicBezTo>
                <a:cubicBezTo>
                  <a:pt x="262975" y="116820"/>
                  <a:pt x="258689" y="120295"/>
                  <a:pt x="253089" y="122755"/>
                </a:cubicBezTo>
                <a:cubicBezTo>
                  <a:pt x="247488" y="125214"/>
                  <a:pt x="241151" y="126443"/>
                  <a:pt x="234080" y="126443"/>
                </a:cubicBezTo>
                <a:cubicBezTo>
                  <a:pt x="222369" y="126443"/>
                  <a:pt x="213444" y="124004"/>
                  <a:pt x="207306" y="119124"/>
                </a:cubicBezTo>
                <a:cubicBezTo>
                  <a:pt x="201168" y="114245"/>
                  <a:pt x="197250" y="107010"/>
                  <a:pt x="195553" y="97421"/>
                </a:cubicBezTo>
                <a:close/>
                <a:moveTo>
                  <a:pt x="350254" y="95384"/>
                </a:moveTo>
                <a:lnTo>
                  <a:pt x="366038" y="97336"/>
                </a:lnTo>
                <a:cubicBezTo>
                  <a:pt x="363549" y="106558"/>
                  <a:pt x="358938" y="113714"/>
                  <a:pt x="352206" y="118806"/>
                </a:cubicBezTo>
                <a:cubicBezTo>
                  <a:pt x="345473" y="123898"/>
                  <a:pt x="336874" y="126443"/>
                  <a:pt x="326408" y="126443"/>
                </a:cubicBezTo>
                <a:cubicBezTo>
                  <a:pt x="313226" y="126443"/>
                  <a:pt x="302774" y="122384"/>
                  <a:pt x="295052" y="114266"/>
                </a:cubicBezTo>
                <a:cubicBezTo>
                  <a:pt x="287329" y="106147"/>
                  <a:pt x="283468" y="94762"/>
                  <a:pt x="283468" y="80109"/>
                </a:cubicBezTo>
                <a:cubicBezTo>
                  <a:pt x="283468" y="64947"/>
                  <a:pt x="287372" y="53180"/>
                  <a:pt x="295179" y="44807"/>
                </a:cubicBezTo>
                <a:cubicBezTo>
                  <a:pt x="302986" y="36434"/>
                  <a:pt x="313113" y="32247"/>
                  <a:pt x="325559" y="32247"/>
                </a:cubicBezTo>
                <a:cubicBezTo>
                  <a:pt x="337610" y="32247"/>
                  <a:pt x="347453" y="36343"/>
                  <a:pt x="355091" y="44534"/>
                </a:cubicBezTo>
                <a:cubicBezTo>
                  <a:pt x="362729" y="52723"/>
                  <a:pt x="366547" y="64244"/>
                  <a:pt x="366547" y="79099"/>
                </a:cubicBezTo>
                <a:cubicBezTo>
                  <a:pt x="366547" y="80002"/>
                  <a:pt x="366519" y="81357"/>
                  <a:pt x="366462" y="83164"/>
                </a:cubicBezTo>
                <a:lnTo>
                  <a:pt x="299252" y="83164"/>
                </a:lnTo>
                <a:cubicBezTo>
                  <a:pt x="299818" y="93036"/>
                  <a:pt x="302618" y="100596"/>
                  <a:pt x="307654" y="105843"/>
                </a:cubicBezTo>
                <a:cubicBezTo>
                  <a:pt x="312689" y="111091"/>
                  <a:pt x="318968" y="113714"/>
                  <a:pt x="326493" y="113714"/>
                </a:cubicBezTo>
                <a:cubicBezTo>
                  <a:pt x="332094" y="113714"/>
                  <a:pt x="336874" y="112257"/>
                  <a:pt x="340834" y="109344"/>
                </a:cubicBezTo>
                <a:cubicBezTo>
                  <a:pt x="344794" y="106428"/>
                  <a:pt x="347934" y="101775"/>
                  <a:pt x="350254" y="95384"/>
                </a:cubicBezTo>
                <a:moveTo>
                  <a:pt x="300101" y="70435"/>
                </a:moveTo>
                <a:lnTo>
                  <a:pt x="350424" y="70435"/>
                </a:lnTo>
                <a:cubicBezTo>
                  <a:pt x="349745" y="62978"/>
                  <a:pt x="347821" y="57385"/>
                  <a:pt x="344653" y="53656"/>
                </a:cubicBezTo>
                <a:cubicBezTo>
                  <a:pt x="339788" y="47870"/>
                  <a:pt x="333480" y="44976"/>
                  <a:pt x="325729" y="44976"/>
                </a:cubicBezTo>
                <a:cubicBezTo>
                  <a:pt x="318714" y="44976"/>
                  <a:pt x="312816" y="47286"/>
                  <a:pt x="308035" y="51906"/>
                </a:cubicBezTo>
                <a:cubicBezTo>
                  <a:pt x="303255" y="56524"/>
                  <a:pt x="300610" y="62700"/>
                  <a:pt x="300101" y="70435"/>
                </a:cubicBezTo>
                <a:close/>
                <a:moveTo>
                  <a:pt x="418542" y="110914"/>
                </a:moveTo>
                <a:lnTo>
                  <a:pt x="420749" y="124407"/>
                </a:lnTo>
                <a:cubicBezTo>
                  <a:pt x="416449" y="125199"/>
                  <a:pt x="412602" y="125595"/>
                  <a:pt x="409208" y="125595"/>
                </a:cubicBezTo>
                <a:cubicBezTo>
                  <a:pt x="403663" y="125595"/>
                  <a:pt x="399364" y="124718"/>
                  <a:pt x="396309" y="122964"/>
                </a:cubicBezTo>
                <a:cubicBezTo>
                  <a:pt x="393254" y="121210"/>
                  <a:pt x="391104" y="118905"/>
                  <a:pt x="389859" y="116048"/>
                </a:cubicBezTo>
                <a:cubicBezTo>
                  <a:pt x="388615" y="113191"/>
                  <a:pt x="387992" y="107180"/>
                  <a:pt x="387992" y="98015"/>
                </a:cubicBezTo>
                <a:lnTo>
                  <a:pt x="387992" y="46165"/>
                </a:lnTo>
                <a:lnTo>
                  <a:pt x="376791" y="46165"/>
                </a:lnTo>
                <a:lnTo>
                  <a:pt x="376791" y="34284"/>
                </a:lnTo>
                <a:lnTo>
                  <a:pt x="387992" y="34284"/>
                </a:lnTo>
                <a:lnTo>
                  <a:pt x="387992" y="11904"/>
                </a:lnTo>
                <a:lnTo>
                  <a:pt x="403182" y="2716"/>
                </a:lnTo>
                <a:lnTo>
                  <a:pt x="403182" y="34284"/>
                </a:lnTo>
                <a:lnTo>
                  <a:pt x="418542" y="34284"/>
                </a:lnTo>
                <a:lnTo>
                  <a:pt x="418542" y="46165"/>
                </a:lnTo>
                <a:lnTo>
                  <a:pt x="403182" y="46165"/>
                </a:lnTo>
                <a:lnTo>
                  <a:pt x="403182" y="98863"/>
                </a:lnTo>
                <a:cubicBezTo>
                  <a:pt x="403182" y="103220"/>
                  <a:pt x="403451" y="106020"/>
                  <a:pt x="403989" y="107265"/>
                </a:cubicBezTo>
                <a:cubicBezTo>
                  <a:pt x="404526" y="108509"/>
                  <a:pt x="405403" y="109499"/>
                  <a:pt x="406619" y="110235"/>
                </a:cubicBezTo>
                <a:cubicBezTo>
                  <a:pt x="407836" y="110970"/>
                  <a:pt x="409575" y="111338"/>
                  <a:pt x="411838" y="111338"/>
                </a:cubicBezTo>
                <a:cubicBezTo>
                  <a:pt x="413535" y="111338"/>
                  <a:pt x="415770" y="111197"/>
                  <a:pt x="418542" y="110914"/>
                </a:cubicBezTo>
                <a:close/>
                <a:moveTo>
                  <a:pt x="481653" y="124407"/>
                </a:moveTo>
                <a:lnTo>
                  <a:pt x="481653" y="34284"/>
                </a:lnTo>
                <a:lnTo>
                  <a:pt x="495401" y="34284"/>
                </a:lnTo>
                <a:lnTo>
                  <a:pt x="495401" y="47862"/>
                </a:lnTo>
                <a:cubicBezTo>
                  <a:pt x="498908" y="41504"/>
                  <a:pt x="502147" y="37312"/>
                  <a:pt x="505117" y="35286"/>
                </a:cubicBezTo>
                <a:cubicBezTo>
                  <a:pt x="508087" y="33260"/>
                  <a:pt x="511354" y="32247"/>
                  <a:pt x="514919" y="32247"/>
                </a:cubicBezTo>
                <a:cubicBezTo>
                  <a:pt x="520067" y="32247"/>
                  <a:pt x="525300" y="33881"/>
                  <a:pt x="530618" y="37148"/>
                </a:cubicBezTo>
                <a:lnTo>
                  <a:pt x="525357" y="51256"/>
                </a:lnTo>
                <a:cubicBezTo>
                  <a:pt x="521623" y="49050"/>
                  <a:pt x="517889" y="47947"/>
                  <a:pt x="514155" y="47947"/>
                </a:cubicBezTo>
                <a:cubicBezTo>
                  <a:pt x="510817" y="47947"/>
                  <a:pt x="507819" y="48953"/>
                  <a:pt x="505160" y="50965"/>
                </a:cubicBezTo>
                <a:cubicBezTo>
                  <a:pt x="502501" y="52975"/>
                  <a:pt x="500605" y="55764"/>
                  <a:pt x="499474" y="59331"/>
                </a:cubicBezTo>
                <a:cubicBezTo>
                  <a:pt x="497777" y="64768"/>
                  <a:pt x="496928" y="70714"/>
                  <a:pt x="496928" y="77171"/>
                </a:cubicBezTo>
                <a:lnTo>
                  <a:pt x="496928" y="124407"/>
                </a:lnTo>
                <a:lnTo>
                  <a:pt x="481653" y="124407"/>
                </a:lnTo>
                <a:close/>
                <a:moveTo>
                  <a:pt x="598505" y="113279"/>
                </a:moveTo>
                <a:cubicBezTo>
                  <a:pt x="592848" y="118092"/>
                  <a:pt x="587403" y="121489"/>
                  <a:pt x="582170" y="123471"/>
                </a:cubicBezTo>
                <a:cubicBezTo>
                  <a:pt x="576937" y="125452"/>
                  <a:pt x="571322" y="126443"/>
                  <a:pt x="565325" y="126443"/>
                </a:cubicBezTo>
                <a:cubicBezTo>
                  <a:pt x="555424" y="126443"/>
                  <a:pt x="547815" y="124023"/>
                  <a:pt x="542497" y="119182"/>
                </a:cubicBezTo>
                <a:cubicBezTo>
                  <a:pt x="537179" y="114342"/>
                  <a:pt x="534520" y="108157"/>
                  <a:pt x="534520" y="100627"/>
                </a:cubicBezTo>
                <a:cubicBezTo>
                  <a:pt x="534520" y="96212"/>
                  <a:pt x="535524" y="92180"/>
                  <a:pt x="537533" y="88529"/>
                </a:cubicBezTo>
                <a:cubicBezTo>
                  <a:pt x="539541" y="84876"/>
                  <a:pt x="542172" y="81946"/>
                  <a:pt x="545425" y="79738"/>
                </a:cubicBezTo>
                <a:cubicBezTo>
                  <a:pt x="548678" y="77530"/>
                  <a:pt x="552341" y="75860"/>
                  <a:pt x="556414" y="74728"/>
                </a:cubicBezTo>
                <a:cubicBezTo>
                  <a:pt x="559413" y="73935"/>
                  <a:pt x="563939" y="73170"/>
                  <a:pt x="569992" y="72434"/>
                </a:cubicBezTo>
                <a:cubicBezTo>
                  <a:pt x="582325" y="70974"/>
                  <a:pt x="591405" y="69233"/>
                  <a:pt x="597233" y="67210"/>
                </a:cubicBezTo>
                <a:cubicBezTo>
                  <a:pt x="597289" y="65126"/>
                  <a:pt x="597317" y="63802"/>
                  <a:pt x="597317" y="63238"/>
                </a:cubicBezTo>
                <a:cubicBezTo>
                  <a:pt x="597317" y="57037"/>
                  <a:pt x="595875" y="52670"/>
                  <a:pt x="592989" y="50134"/>
                </a:cubicBezTo>
                <a:cubicBezTo>
                  <a:pt x="589086" y="46696"/>
                  <a:pt x="583287" y="44976"/>
                  <a:pt x="575593" y="44976"/>
                </a:cubicBezTo>
                <a:cubicBezTo>
                  <a:pt x="568408" y="44976"/>
                  <a:pt x="563104" y="46235"/>
                  <a:pt x="559681" y="48753"/>
                </a:cubicBezTo>
                <a:cubicBezTo>
                  <a:pt x="556259" y="51270"/>
                  <a:pt x="553727" y="55726"/>
                  <a:pt x="552086" y="62118"/>
                </a:cubicBezTo>
                <a:lnTo>
                  <a:pt x="537151" y="60082"/>
                </a:lnTo>
                <a:cubicBezTo>
                  <a:pt x="538508" y="53669"/>
                  <a:pt x="540743" y="48491"/>
                  <a:pt x="543855" y="44547"/>
                </a:cubicBezTo>
                <a:cubicBezTo>
                  <a:pt x="546966" y="40603"/>
                  <a:pt x="551464" y="37567"/>
                  <a:pt x="557348" y="35440"/>
                </a:cubicBezTo>
                <a:cubicBezTo>
                  <a:pt x="563231" y="33312"/>
                  <a:pt x="570049" y="32247"/>
                  <a:pt x="577799" y="32247"/>
                </a:cubicBezTo>
                <a:cubicBezTo>
                  <a:pt x="585493" y="32247"/>
                  <a:pt x="591745" y="33152"/>
                  <a:pt x="596554" y="34963"/>
                </a:cubicBezTo>
                <a:cubicBezTo>
                  <a:pt x="601362" y="36773"/>
                  <a:pt x="604898" y="39050"/>
                  <a:pt x="607161" y="41794"/>
                </a:cubicBezTo>
                <a:cubicBezTo>
                  <a:pt x="609424" y="44538"/>
                  <a:pt x="611008" y="48003"/>
                  <a:pt x="611914" y="52190"/>
                </a:cubicBezTo>
                <a:cubicBezTo>
                  <a:pt x="612423" y="54792"/>
                  <a:pt x="612677" y="59488"/>
                  <a:pt x="612677" y="66277"/>
                </a:cubicBezTo>
                <a:lnTo>
                  <a:pt x="612677" y="86643"/>
                </a:lnTo>
                <a:cubicBezTo>
                  <a:pt x="612677" y="100844"/>
                  <a:pt x="613003" y="109825"/>
                  <a:pt x="613653" y="113587"/>
                </a:cubicBezTo>
                <a:cubicBezTo>
                  <a:pt x="614304" y="117349"/>
                  <a:pt x="615591" y="120956"/>
                  <a:pt x="617514" y="124407"/>
                </a:cubicBezTo>
                <a:lnTo>
                  <a:pt x="601560" y="124407"/>
                </a:lnTo>
                <a:cubicBezTo>
                  <a:pt x="599976" y="121235"/>
                  <a:pt x="598958" y="117526"/>
                  <a:pt x="598505" y="113279"/>
                </a:cubicBezTo>
                <a:moveTo>
                  <a:pt x="597233" y="79091"/>
                </a:moveTo>
                <a:cubicBezTo>
                  <a:pt x="591688" y="81373"/>
                  <a:pt x="583372" y="83313"/>
                  <a:pt x="572283" y="84909"/>
                </a:cubicBezTo>
                <a:cubicBezTo>
                  <a:pt x="566004" y="85818"/>
                  <a:pt x="561562" y="86841"/>
                  <a:pt x="558960" y="87977"/>
                </a:cubicBezTo>
                <a:cubicBezTo>
                  <a:pt x="556358" y="89112"/>
                  <a:pt x="554349" y="90774"/>
                  <a:pt x="552935" y="92963"/>
                </a:cubicBezTo>
                <a:cubicBezTo>
                  <a:pt x="551521" y="95150"/>
                  <a:pt x="550813" y="97578"/>
                  <a:pt x="550813" y="100248"/>
                </a:cubicBezTo>
                <a:cubicBezTo>
                  <a:pt x="550813" y="104337"/>
                  <a:pt x="552355" y="107746"/>
                  <a:pt x="555438" y="110474"/>
                </a:cubicBezTo>
                <a:cubicBezTo>
                  <a:pt x="558522" y="113200"/>
                  <a:pt x="563033" y="114563"/>
                  <a:pt x="568974" y="114563"/>
                </a:cubicBezTo>
                <a:cubicBezTo>
                  <a:pt x="574857" y="114563"/>
                  <a:pt x="580091" y="113270"/>
                  <a:pt x="584673" y="110683"/>
                </a:cubicBezTo>
                <a:cubicBezTo>
                  <a:pt x="589256" y="108097"/>
                  <a:pt x="592622" y="104558"/>
                  <a:pt x="594772" y="100067"/>
                </a:cubicBezTo>
                <a:cubicBezTo>
                  <a:pt x="596412" y="96599"/>
                  <a:pt x="597233" y="91482"/>
                  <a:pt x="597233" y="84718"/>
                </a:cubicBezTo>
                <a:lnTo>
                  <a:pt x="597233" y="79091"/>
                </a:lnTo>
                <a:close/>
                <a:moveTo>
                  <a:pt x="626144" y="124407"/>
                </a:moveTo>
                <a:lnTo>
                  <a:pt x="659070" y="77563"/>
                </a:lnTo>
                <a:lnTo>
                  <a:pt x="628605" y="34284"/>
                </a:lnTo>
                <a:lnTo>
                  <a:pt x="647699" y="34284"/>
                </a:lnTo>
                <a:lnTo>
                  <a:pt x="661531" y="55414"/>
                </a:lnTo>
                <a:cubicBezTo>
                  <a:pt x="664134" y="59431"/>
                  <a:pt x="666227" y="62797"/>
                  <a:pt x="667811" y="65513"/>
                </a:cubicBezTo>
                <a:cubicBezTo>
                  <a:pt x="670300" y="61779"/>
                  <a:pt x="672592" y="58469"/>
                  <a:pt x="674685" y="55584"/>
                </a:cubicBezTo>
                <a:lnTo>
                  <a:pt x="689875" y="34284"/>
                </a:lnTo>
                <a:lnTo>
                  <a:pt x="708120" y="34284"/>
                </a:lnTo>
                <a:lnTo>
                  <a:pt x="676976" y="76715"/>
                </a:lnTo>
                <a:lnTo>
                  <a:pt x="710496" y="124407"/>
                </a:lnTo>
                <a:lnTo>
                  <a:pt x="691742" y="124407"/>
                </a:lnTo>
                <a:lnTo>
                  <a:pt x="673242" y="96402"/>
                </a:lnTo>
                <a:lnTo>
                  <a:pt x="668320" y="88850"/>
                </a:lnTo>
                <a:lnTo>
                  <a:pt x="644644" y="124407"/>
                </a:lnTo>
                <a:lnTo>
                  <a:pt x="626144" y="124407"/>
                </a:lnTo>
                <a:close/>
                <a:moveTo>
                  <a:pt x="804891" y="110914"/>
                </a:moveTo>
                <a:lnTo>
                  <a:pt x="807097" y="124407"/>
                </a:lnTo>
                <a:cubicBezTo>
                  <a:pt x="802797" y="125199"/>
                  <a:pt x="798950" y="125595"/>
                  <a:pt x="795556" y="125595"/>
                </a:cubicBezTo>
                <a:cubicBezTo>
                  <a:pt x="790012" y="125595"/>
                  <a:pt x="785712" y="124718"/>
                  <a:pt x="782657" y="122964"/>
                </a:cubicBezTo>
                <a:cubicBezTo>
                  <a:pt x="779602" y="121210"/>
                  <a:pt x="777452" y="118905"/>
                  <a:pt x="776207" y="116048"/>
                </a:cubicBezTo>
                <a:cubicBezTo>
                  <a:pt x="774963" y="113191"/>
                  <a:pt x="774341" y="107180"/>
                  <a:pt x="774341" y="98015"/>
                </a:cubicBezTo>
                <a:lnTo>
                  <a:pt x="774341" y="46165"/>
                </a:lnTo>
                <a:lnTo>
                  <a:pt x="763139" y="46165"/>
                </a:lnTo>
                <a:lnTo>
                  <a:pt x="763139" y="34284"/>
                </a:lnTo>
                <a:lnTo>
                  <a:pt x="774341" y="34284"/>
                </a:lnTo>
                <a:lnTo>
                  <a:pt x="774341" y="11904"/>
                </a:lnTo>
                <a:lnTo>
                  <a:pt x="789531" y="2716"/>
                </a:lnTo>
                <a:lnTo>
                  <a:pt x="789531" y="34284"/>
                </a:lnTo>
                <a:lnTo>
                  <a:pt x="804891" y="34284"/>
                </a:lnTo>
                <a:lnTo>
                  <a:pt x="804891" y="46165"/>
                </a:lnTo>
                <a:lnTo>
                  <a:pt x="789531" y="46165"/>
                </a:lnTo>
                <a:lnTo>
                  <a:pt x="789531" y="98863"/>
                </a:lnTo>
                <a:cubicBezTo>
                  <a:pt x="789531" y="103220"/>
                  <a:pt x="789799" y="106020"/>
                  <a:pt x="790337" y="107265"/>
                </a:cubicBezTo>
                <a:cubicBezTo>
                  <a:pt x="790874" y="108509"/>
                  <a:pt x="791751" y="109499"/>
                  <a:pt x="792968" y="110235"/>
                </a:cubicBezTo>
                <a:cubicBezTo>
                  <a:pt x="794184" y="110970"/>
                  <a:pt x="795924" y="111338"/>
                  <a:pt x="798187" y="111338"/>
                </a:cubicBezTo>
                <a:cubicBezTo>
                  <a:pt x="799884" y="111338"/>
                  <a:pt x="802118" y="111197"/>
                  <a:pt x="804891" y="110914"/>
                </a:cubicBezTo>
                <a:close/>
                <a:moveTo>
                  <a:pt x="814169" y="79345"/>
                </a:moveTo>
                <a:cubicBezTo>
                  <a:pt x="814169" y="62656"/>
                  <a:pt x="818808" y="50294"/>
                  <a:pt x="828086" y="42261"/>
                </a:cubicBezTo>
                <a:cubicBezTo>
                  <a:pt x="835837" y="35585"/>
                  <a:pt x="845285" y="32247"/>
                  <a:pt x="856430" y="32247"/>
                </a:cubicBezTo>
                <a:cubicBezTo>
                  <a:pt x="868820" y="32247"/>
                  <a:pt x="878946" y="36307"/>
                  <a:pt x="886810" y="44425"/>
                </a:cubicBezTo>
                <a:cubicBezTo>
                  <a:pt x="894674" y="52543"/>
                  <a:pt x="898606" y="63759"/>
                  <a:pt x="898606" y="78072"/>
                </a:cubicBezTo>
                <a:cubicBezTo>
                  <a:pt x="898606" y="89670"/>
                  <a:pt x="896866" y="98793"/>
                  <a:pt x="893387" y="105440"/>
                </a:cubicBezTo>
                <a:cubicBezTo>
                  <a:pt x="889908" y="112088"/>
                  <a:pt x="884844" y="117250"/>
                  <a:pt x="878197" y="120927"/>
                </a:cubicBezTo>
                <a:cubicBezTo>
                  <a:pt x="871549" y="124605"/>
                  <a:pt x="864294" y="126443"/>
                  <a:pt x="856430" y="126443"/>
                </a:cubicBezTo>
                <a:cubicBezTo>
                  <a:pt x="843814" y="126443"/>
                  <a:pt x="833616" y="122398"/>
                  <a:pt x="825837" y="114308"/>
                </a:cubicBezTo>
                <a:cubicBezTo>
                  <a:pt x="818058" y="106218"/>
                  <a:pt x="814169" y="94564"/>
                  <a:pt x="814169" y="79345"/>
                </a:cubicBezTo>
                <a:moveTo>
                  <a:pt x="829868" y="79303"/>
                </a:moveTo>
                <a:cubicBezTo>
                  <a:pt x="829868" y="90802"/>
                  <a:pt x="832386" y="99411"/>
                  <a:pt x="837421" y="105133"/>
                </a:cubicBezTo>
                <a:cubicBezTo>
                  <a:pt x="842456" y="110854"/>
                  <a:pt x="848792" y="113714"/>
                  <a:pt x="856430" y="113714"/>
                </a:cubicBezTo>
                <a:cubicBezTo>
                  <a:pt x="864011" y="113714"/>
                  <a:pt x="870319" y="110839"/>
                  <a:pt x="875354" y="105090"/>
                </a:cubicBezTo>
                <a:cubicBezTo>
                  <a:pt x="880389" y="99341"/>
                  <a:pt x="882907" y="90576"/>
                  <a:pt x="882907" y="78796"/>
                </a:cubicBezTo>
                <a:cubicBezTo>
                  <a:pt x="882907" y="67692"/>
                  <a:pt x="880375" y="59279"/>
                  <a:pt x="875312" y="53558"/>
                </a:cubicBezTo>
                <a:cubicBezTo>
                  <a:pt x="870248" y="47837"/>
                  <a:pt x="863954" y="44976"/>
                  <a:pt x="856430" y="44976"/>
                </a:cubicBezTo>
                <a:cubicBezTo>
                  <a:pt x="848792" y="44976"/>
                  <a:pt x="842456" y="47823"/>
                  <a:pt x="837421" y="53516"/>
                </a:cubicBezTo>
                <a:cubicBezTo>
                  <a:pt x="832386" y="59208"/>
                  <a:pt x="829868" y="67804"/>
                  <a:pt x="829868" y="79303"/>
                </a:cubicBezTo>
                <a:close/>
                <a:moveTo>
                  <a:pt x="1002310" y="124407"/>
                </a:moveTo>
                <a:lnTo>
                  <a:pt x="954109" y="0"/>
                </a:lnTo>
                <a:lnTo>
                  <a:pt x="971930" y="0"/>
                </a:lnTo>
                <a:lnTo>
                  <a:pt x="1004262" y="90377"/>
                </a:lnTo>
                <a:cubicBezTo>
                  <a:pt x="1006864" y="97619"/>
                  <a:pt x="1009042" y="104408"/>
                  <a:pt x="1010796" y="110744"/>
                </a:cubicBezTo>
                <a:cubicBezTo>
                  <a:pt x="1012720" y="103955"/>
                  <a:pt x="1014954" y="97166"/>
                  <a:pt x="1017500" y="90377"/>
                </a:cubicBezTo>
                <a:lnTo>
                  <a:pt x="1051105" y="0"/>
                </a:lnTo>
                <a:lnTo>
                  <a:pt x="1067908" y="0"/>
                </a:lnTo>
                <a:lnTo>
                  <a:pt x="1019197" y="124407"/>
                </a:lnTo>
                <a:lnTo>
                  <a:pt x="1002310" y="12440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A">
            <a:extLst xmlns:a="http://schemas.openxmlformats.org/drawingml/2006/main">
              <a:ext uri="{FF2B5EF4-FFF2-40B4-BE49-F238E27FC236}">
                <a16:creationId xmlns:a16="http://schemas.microsoft.com/office/drawing/2014/main" id="{72B1DC22-94AB-49DF-A9DF-81F09E98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933" y="770135"/>
            <a:ext cx="116430" cy="124407"/>
          </a:xfrm>
          <a:custGeom xmlns:a="http://schemas.openxmlformats.org/drawingml/2006/main">
            <a:pathLst>
              <a:path w="116430" h="124407">
                <a:moveTo>
                  <a:pt x="0" y="124407"/>
                </a:moveTo>
                <a:lnTo>
                  <a:pt x="47777" y="0"/>
                </a:lnTo>
                <a:lnTo>
                  <a:pt x="65513" y="0"/>
                </a:lnTo>
                <a:lnTo>
                  <a:pt x="116430" y="124407"/>
                </a:lnTo>
                <a:lnTo>
                  <a:pt x="97675" y="124407"/>
                </a:lnTo>
                <a:lnTo>
                  <a:pt x="83164" y="86898"/>
                </a:lnTo>
                <a:lnTo>
                  <a:pt x="31144" y="86898"/>
                </a:lnTo>
                <a:lnTo>
                  <a:pt x="17481" y="124407"/>
                </a:lnTo>
                <a:lnTo>
                  <a:pt x="0" y="124407"/>
                </a:lnTo>
                <a:moveTo>
                  <a:pt x="35896" y="73320"/>
                </a:moveTo>
                <a:lnTo>
                  <a:pt x="78072" y="73320"/>
                </a:lnTo>
                <a:lnTo>
                  <a:pt x="65089" y="38866"/>
                </a:lnTo>
                <a:cubicBezTo>
                  <a:pt x="61128" y="28400"/>
                  <a:pt x="58187" y="19801"/>
                  <a:pt x="56263" y="13069"/>
                </a:cubicBezTo>
                <a:cubicBezTo>
                  <a:pt x="54679" y="21046"/>
                  <a:pt x="52444" y="28966"/>
                  <a:pt x="49559" y="36830"/>
                </a:cubicBezTo>
                <a:lnTo>
                  <a:pt x="35896" y="7332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3.-">
            <a:extLst xmlns:a="http://schemas.openxmlformats.org/drawingml/2006/main">
              <a:ext uri="{FF2B5EF4-FFF2-40B4-BE49-F238E27FC236}">
                <a16:creationId xmlns:a16="http://schemas.microsoft.com/office/drawing/2014/main" id="{65142F61-72D9-418F-945A-4D52A17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710" y="970160"/>
            <a:ext cx="238408" cy="126953"/>
          </a:xfrm>
          <a:custGeom xmlns:a="http://schemas.openxmlformats.org/drawingml/2006/main">
            <a:pathLst>
              <a:path w="238408" h="126953">
                <a:moveTo>
                  <a:pt x="0" y="91820"/>
                </a:moveTo>
                <a:lnTo>
                  <a:pt x="15275" y="89783"/>
                </a:lnTo>
                <a:cubicBezTo>
                  <a:pt x="17029" y="98439"/>
                  <a:pt x="20013" y="104676"/>
                  <a:pt x="24228" y="108495"/>
                </a:cubicBezTo>
                <a:cubicBezTo>
                  <a:pt x="28443" y="112314"/>
                  <a:pt x="33577" y="114223"/>
                  <a:pt x="39630" y="114223"/>
                </a:cubicBezTo>
                <a:cubicBezTo>
                  <a:pt x="46815" y="114223"/>
                  <a:pt x="52883" y="111738"/>
                  <a:pt x="57833" y="106769"/>
                </a:cubicBezTo>
                <a:cubicBezTo>
                  <a:pt x="62783" y="101799"/>
                  <a:pt x="65258" y="95643"/>
                  <a:pt x="65258" y="88301"/>
                </a:cubicBezTo>
                <a:cubicBezTo>
                  <a:pt x="65258" y="81296"/>
                  <a:pt x="62967" y="75521"/>
                  <a:pt x="58385" y="70976"/>
                </a:cubicBezTo>
                <a:cubicBezTo>
                  <a:pt x="53802" y="66429"/>
                  <a:pt x="47975" y="64155"/>
                  <a:pt x="40903" y="64155"/>
                </a:cubicBezTo>
                <a:cubicBezTo>
                  <a:pt x="38018" y="64155"/>
                  <a:pt x="34425" y="64721"/>
                  <a:pt x="30126" y="65852"/>
                </a:cubicBezTo>
                <a:lnTo>
                  <a:pt x="31823" y="52444"/>
                </a:lnTo>
                <a:cubicBezTo>
                  <a:pt x="32841" y="52557"/>
                  <a:pt x="33662" y="52614"/>
                  <a:pt x="34284" y="52614"/>
                </a:cubicBezTo>
                <a:cubicBezTo>
                  <a:pt x="40790" y="52614"/>
                  <a:pt x="46645" y="50931"/>
                  <a:pt x="51850" y="47565"/>
                </a:cubicBezTo>
                <a:cubicBezTo>
                  <a:pt x="57055" y="44199"/>
                  <a:pt x="59658" y="39010"/>
                  <a:pt x="59658" y="31998"/>
                </a:cubicBezTo>
                <a:cubicBezTo>
                  <a:pt x="59658" y="26445"/>
                  <a:pt x="57762" y="21846"/>
                  <a:pt x="53972" y="18200"/>
                </a:cubicBezTo>
                <a:cubicBezTo>
                  <a:pt x="50181" y="14553"/>
                  <a:pt x="45288" y="12729"/>
                  <a:pt x="39291" y="12729"/>
                </a:cubicBezTo>
                <a:cubicBezTo>
                  <a:pt x="33350" y="12729"/>
                  <a:pt x="28400" y="14596"/>
                  <a:pt x="24440" y="18330"/>
                </a:cubicBezTo>
                <a:cubicBezTo>
                  <a:pt x="20480" y="22064"/>
                  <a:pt x="17934" y="27665"/>
                  <a:pt x="16803" y="35133"/>
                </a:cubicBezTo>
                <a:lnTo>
                  <a:pt x="1528" y="32417"/>
                </a:lnTo>
                <a:cubicBezTo>
                  <a:pt x="3394" y="22124"/>
                  <a:pt x="7638" y="14148"/>
                  <a:pt x="14257" y="8489"/>
                </a:cubicBezTo>
                <a:cubicBezTo>
                  <a:pt x="20876" y="2830"/>
                  <a:pt x="29107" y="0"/>
                  <a:pt x="38951" y="0"/>
                </a:cubicBezTo>
                <a:cubicBezTo>
                  <a:pt x="45740" y="0"/>
                  <a:pt x="51992" y="1452"/>
                  <a:pt x="57706" y="4357"/>
                </a:cubicBezTo>
                <a:cubicBezTo>
                  <a:pt x="63420" y="7262"/>
                  <a:pt x="67790" y="11225"/>
                  <a:pt x="70817" y="16246"/>
                </a:cubicBezTo>
                <a:cubicBezTo>
                  <a:pt x="73843" y="21265"/>
                  <a:pt x="75357" y="26595"/>
                  <a:pt x="75357" y="32237"/>
                </a:cubicBezTo>
                <a:cubicBezTo>
                  <a:pt x="75357" y="37595"/>
                  <a:pt x="73914" y="42475"/>
                  <a:pt x="71029" y="46875"/>
                </a:cubicBezTo>
                <a:cubicBezTo>
                  <a:pt x="68144" y="51274"/>
                  <a:pt x="63872" y="54771"/>
                  <a:pt x="58215" y="57366"/>
                </a:cubicBezTo>
                <a:cubicBezTo>
                  <a:pt x="65570" y="59063"/>
                  <a:pt x="71284" y="62585"/>
                  <a:pt x="75357" y="67931"/>
                </a:cubicBezTo>
                <a:cubicBezTo>
                  <a:pt x="79430" y="73278"/>
                  <a:pt x="81467" y="79968"/>
                  <a:pt x="81467" y="88001"/>
                </a:cubicBezTo>
                <a:cubicBezTo>
                  <a:pt x="81467" y="98863"/>
                  <a:pt x="77507" y="108071"/>
                  <a:pt x="69586" y="115624"/>
                </a:cubicBezTo>
                <a:cubicBezTo>
                  <a:pt x="61666" y="123176"/>
                  <a:pt x="51652" y="126953"/>
                  <a:pt x="39545" y="126953"/>
                </a:cubicBezTo>
                <a:cubicBezTo>
                  <a:pt x="28627" y="126953"/>
                  <a:pt x="19561" y="123692"/>
                  <a:pt x="12347" y="117170"/>
                </a:cubicBezTo>
                <a:cubicBezTo>
                  <a:pt x="5134" y="110648"/>
                  <a:pt x="1018" y="102198"/>
                  <a:pt x="0" y="91820"/>
                </a:cubicBezTo>
                <a:close/>
                <a:moveTo>
                  <a:pt x="105116" y="124916"/>
                </a:moveTo>
                <a:lnTo>
                  <a:pt x="105116" y="107434"/>
                </a:lnTo>
                <a:lnTo>
                  <a:pt x="122513" y="107434"/>
                </a:lnTo>
                <a:lnTo>
                  <a:pt x="122513" y="124916"/>
                </a:lnTo>
                <a:lnTo>
                  <a:pt x="105116" y="124916"/>
                </a:lnTo>
                <a:close/>
                <a:moveTo>
                  <a:pt x="191479" y="87577"/>
                </a:moveTo>
                <a:lnTo>
                  <a:pt x="191479" y="72132"/>
                </a:lnTo>
                <a:lnTo>
                  <a:pt x="238408" y="72132"/>
                </a:lnTo>
                <a:lnTo>
                  <a:pt x="238408" y="87577"/>
                </a:lnTo>
                <a:lnTo>
                  <a:pt x="191479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4.-">
            <a:extLst xmlns:a="http://schemas.openxmlformats.org/drawingml/2006/main">
              <a:ext uri="{FF2B5EF4-FFF2-40B4-BE49-F238E27FC236}">
                <a16:creationId xmlns:a16="http://schemas.microsoft.com/office/drawing/2014/main" id="{B3E03A26-4A2F-4B52-951D-01B3F2C3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19" y="1184572"/>
            <a:ext cx="243499" cy="124407"/>
          </a:xfrm>
          <a:custGeom xmlns:a="http://schemas.openxmlformats.org/drawingml/2006/main">
            <a:pathLst>
              <a:path w="243499" h="124407">
                <a:moveTo>
                  <a:pt x="53972" y="124407"/>
                </a:moveTo>
                <a:lnTo>
                  <a:pt x="53972" y="94620"/>
                </a:lnTo>
                <a:lnTo>
                  <a:pt x="0" y="94620"/>
                </a:lnTo>
                <a:lnTo>
                  <a:pt x="0" y="80618"/>
                </a:lnTo>
                <a:lnTo>
                  <a:pt x="56772" y="0"/>
                </a:lnTo>
                <a:lnTo>
                  <a:pt x="69247" y="0"/>
                </a:lnTo>
                <a:lnTo>
                  <a:pt x="69247" y="80618"/>
                </a:lnTo>
                <a:lnTo>
                  <a:pt x="86049" y="80618"/>
                </a:lnTo>
                <a:lnTo>
                  <a:pt x="86049" y="94620"/>
                </a:lnTo>
                <a:lnTo>
                  <a:pt x="69247" y="94620"/>
                </a:lnTo>
                <a:lnTo>
                  <a:pt x="69247" y="124407"/>
                </a:lnTo>
                <a:lnTo>
                  <a:pt x="53972" y="124407"/>
                </a:lnTo>
                <a:moveTo>
                  <a:pt x="53972" y="80618"/>
                </a:moveTo>
                <a:lnTo>
                  <a:pt x="53972" y="24525"/>
                </a:lnTo>
                <a:lnTo>
                  <a:pt x="15020" y="80618"/>
                </a:lnTo>
                <a:lnTo>
                  <a:pt x="53972" y="80618"/>
                </a:lnTo>
                <a:close/>
                <a:moveTo>
                  <a:pt x="110208" y="124407"/>
                </a:moveTo>
                <a:lnTo>
                  <a:pt x="110208" y="106925"/>
                </a:lnTo>
                <a:lnTo>
                  <a:pt x="127605" y="106925"/>
                </a:lnTo>
                <a:lnTo>
                  <a:pt x="127605" y="124407"/>
                </a:lnTo>
                <a:lnTo>
                  <a:pt x="110208" y="124407"/>
                </a:lnTo>
                <a:close/>
                <a:moveTo>
                  <a:pt x="196571" y="87068"/>
                </a:moveTo>
                <a:lnTo>
                  <a:pt x="196571" y="71623"/>
                </a:lnTo>
                <a:lnTo>
                  <a:pt x="243499" y="71623"/>
                </a:lnTo>
                <a:lnTo>
                  <a:pt x="243499" y="87068"/>
                </a:lnTo>
                <a:lnTo>
                  <a:pt x="196571" y="8706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5.-">
            <a:extLst xmlns:a="http://schemas.openxmlformats.org/drawingml/2006/main">
              <a:ext uri="{FF2B5EF4-FFF2-40B4-BE49-F238E27FC236}">
                <a16:creationId xmlns:a16="http://schemas.microsoft.com/office/drawing/2014/main" id="{91220E3A-029E-4B0C-82AE-E4FFDD5A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626" y="1386633"/>
            <a:ext cx="238492" cy="124916"/>
          </a:xfrm>
          <a:custGeom xmlns:a="http://schemas.openxmlformats.org/drawingml/2006/main">
            <a:pathLst>
              <a:path w="238492" h="124916">
                <a:moveTo>
                  <a:pt x="0" y="90123"/>
                </a:moveTo>
                <a:lnTo>
                  <a:pt x="16039" y="88765"/>
                </a:lnTo>
                <a:cubicBezTo>
                  <a:pt x="17227" y="96546"/>
                  <a:pt x="19985" y="102395"/>
                  <a:pt x="24313" y="106313"/>
                </a:cubicBezTo>
                <a:cubicBezTo>
                  <a:pt x="28641" y="110229"/>
                  <a:pt x="33860" y="112187"/>
                  <a:pt x="39970" y="112187"/>
                </a:cubicBezTo>
                <a:cubicBezTo>
                  <a:pt x="47324" y="112187"/>
                  <a:pt x="53547" y="109419"/>
                  <a:pt x="58639" y="103884"/>
                </a:cubicBezTo>
                <a:cubicBezTo>
                  <a:pt x="63731" y="98346"/>
                  <a:pt x="66277" y="91002"/>
                  <a:pt x="66277" y="81851"/>
                </a:cubicBezTo>
                <a:cubicBezTo>
                  <a:pt x="66277" y="73151"/>
                  <a:pt x="63830" y="66287"/>
                  <a:pt x="58936" y="61259"/>
                </a:cubicBezTo>
                <a:cubicBezTo>
                  <a:pt x="54043" y="56231"/>
                  <a:pt x="47635" y="53717"/>
                  <a:pt x="39715" y="53717"/>
                </a:cubicBezTo>
                <a:cubicBezTo>
                  <a:pt x="34793" y="53717"/>
                  <a:pt x="30352" y="54827"/>
                  <a:pt x="26392" y="57045"/>
                </a:cubicBezTo>
                <a:cubicBezTo>
                  <a:pt x="22432" y="59264"/>
                  <a:pt x="19320" y="62143"/>
                  <a:pt x="17057" y="65683"/>
                </a:cubicBezTo>
                <a:lnTo>
                  <a:pt x="2716" y="63816"/>
                </a:lnTo>
                <a:lnTo>
                  <a:pt x="14766" y="0"/>
                </a:lnTo>
                <a:lnTo>
                  <a:pt x="76630" y="0"/>
                </a:lnTo>
                <a:lnTo>
                  <a:pt x="76630" y="14426"/>
                </a:lnTo>
                <a:lnTo>
                  <a:pt x="26986" y="14426"/>
                </a:lnTo>
                <a:lnTo>
                  <a:pt x="20282" y="47947"/>
                </a:lnTo>
                <a:cubicBezTo>
                  <a:pt x="27750" y="42798"/>
                  <a:pt x="35585" y="40224"/>
                  <a:pt x="43788" y="40224"/>
                </a:cubicBezTo>
                <a:cubicBezTo>
                  <a:pt x="54651" y="40224"/>
                  <a:pt x="63816" y="43991"/>
                  <a:pt x="71284" y="51524"/>
                </a:cubicBezTo>
                <a:cubicBezTo>
                  <a:pt x="78751" y="59056"/>
                  <a:pt x="82485" y="68739"/>
                  <a:pt x="82485" y="80573"/>
                </a:cubicBezTo>
                <a:cubicBezTo>
                  <a:pt x="82485" y="91844"/>
                  <a:pt x="79204" y="101584"/>
                  <a:pt x="72641" y="109795"/>
                </a:cubicBezTo>
                <a:cubicBezTo>
                  <a:pt x="64664" y="119875"/>
                  <a:pt x="53774" y="124916"/>
                  <a:pt x="39970" y="124916"/>
                </a:cubicBezTo>
                <a:cubicBezTo>
                  <a:pt x="28655" y="124916"/>
                  <a:pt x="19419" y="121740"/>
                  <a:pt x="12262" y="115388"/>
                </a:cubicBezTo>
                <a:cubicBezTo>
                  <a:pt x="5106" y="109035"/>
                  <a:pt x="1018" y="100614"/>
                  <a:pt x="0" y="90123"/>
                </a:cubicBezTo>
                <a:close/>
                <a:moveTo>
                  <a:pt x="105201" y="122879"/>
                </a:moveTo>
                <a:lnTo>
                  <a:pt x="105201" y="105398"/>
                </a:lnTo>
                <a:lnTo>
                  <a:pt x="122598" y="105398"/>
                </a:lnTo>
                <a:lnTo>
                  <a:pt x="122598" y="122879"/>
                </a:lnTo>
                <a:lnTo>
                  <a:pt x="105201" y="122879"/>
                </a:lnTo>
                <a:close/>
                <a:moveTo>
                  <a:pt x="191564" y="85540"/>
                </a:moveTo>
                <a:lnTo>
                  <a:pt x="191564" y="70095"/>
                </a:lnTo>
                <a:lnTo>
                  <a:pt x="238492" y="70095"/>
                </a:lnTo>
                <a:lnTo>
                  <a:pt x="238492" y="85540"/>
                </a:lnTo>
                <a:lnTo>
                  <a:pt x="191564" y="8554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6.-">
            <a:extLst xmlns:a="http://schemas.openxmlformats.org/drawingml/2006/main">
              <a:ext uri="{FF2B5EF4-FFF2-40B4-BE49-F238E27FC236}">
                <a16:creationId xmlns:a16="http://schemas.microsoft.com/office/drawing/2014/main" id="{A3A0905E-47C9-4578-9157-5756027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947" y="1598499"/>
            <a:ext cx="239171" cy="126953"/>
          </a:xfrm>
          <a:custGeom xmlns:a="http://schemas.openxmlformats.org/drawingml/2006/main">
            <a:pathLst>
              <a:path w="239171" h="126953">
                <a:moveTo>
                  <a:pt x="79939" y="31057"/>
                </a:moveTo>
                <a:lnTo>
                  <a:pt x="64749" y="32247"/>
                </a:lnTo>
                <a:cubicBezTo>
                  <a:pt x="63391" y="26277"/>
                  <a:pt x="61468" y="21939"/>
                  <a:pt x="58979" y="19234"/>
                </a:cubicBezTo>
                <a:cubicBezTo>
                  <a:pt x="54849" y="14898"/>
                  <a:pt x="49757" y="12729"/>
                  <a:pt x="43704" y="12729"/>
                </a:cubicBezTo>
                <a:cubicBezTo>
                  <a:pt x="38838" y="12729"/>
                  <a:pt x="34567" y="14080"/>
                  <a:pt x="30890" y="16781"/>
                </a:cubicBezTo>
                <a:cubicBezTo>
                  <a:pt x="26081" y="20269"/>
                  <a:pt x="22290" y="25362"/>
                  <a:pt x="19518" y="32059"/>
                </a:cubicBezTo>
                <a:cubicBezTo>
                  <a:pt x="16746" y="38756"/>
                  <a:pt x="15303" y="48295"/>
                  <a:pt x="15190" y="60676"/>
                </a:cubicBezTo>
                <a:cubicBezTo>
                  <a:pt x="18868" y="55075"/>
                  <a:pt x="23365" y="50917"/>
                  <a:pt x="28683" y="48201"/>
                </a:cubicBezTo>
                <a:cubicBezTo>
                  <a:pt x="34001" y="45486"/>
                  <a:pt x="39574" y="44128"/>
                  <a:pt x="45401" y="44128"/>
                </a:cubicBezTo>
                <a:cubicBezTo>
                  <a:pt x="55584" y="44128"/>
                  <a:pt x="64254" y="47876"/>
                  <a:pt x="71411" y="55372"/>
                </a:cubicBezTo>
                <a:cubicBezTo>
                  <a:pt x="78567" y="62868"/>
                  <a:pt x="82146" y="72556"/>
                  <a:pt x="82146" y="84437"/>
                </a:cubicBezTo>
                <a:cubicBezTo>
                  <a:pt x="82146" y="92244"/>
                  <a:pt x="80463" y="99500"/>
                  <a:pt x="77097" y="106204"/>
                </a:cubicBezTo>
                <a:cubicBezTo>
                  <a:pt x="73730" y="112908"/>
                  <a:pt x="69105" y="118042"/>
                  <a:pt x="63222" y="121606"/>
                </a:cubicBezTo>
                <a:cubicBezTo>
                  <a:pt x="57338" y="125170"/>
                  <a:pt x="50662" y="126953"/>
                  <a:pt x="43194" y="126953"/>
                </a:cubicBezTo>
                <a:cubicBezTo>
                  <a:pt x="30465" y="126953"/>
                  <a:pt x="20084" y="122275"/>
                  <a:pt x="12050" y="112919"/>
                </a:cubicBezTo>
                <a:cubicBezTo>
                  <a:pt x="4017" y="103561"/>
                  <a:pt x="0" y="88140"/>
                  <a:pt x="0" y="66656"/>
                </a:cubicBezTo>
                <a:cubicBezTo>
                  <a:pt x="0" y="42628"/>
                  <a:pt x="4441" y="25158"/>
                  <a:pt x="13323" y="14246"/>
                </a:cubicBezTo>
                <a:cubicBezTo>
                  <a:pt x="21074" y="4749"/>
                  <a:pt x="31512" y="0"/>
                  <a:pt x="44637" y="0"/>
                </a:cubicBezTo>
                <a:cubicBezTo>
                  <a:pt x="54424" y="0"/>
                  <a:pt x="62444" y="2751"/>
                  <a:pt x="68695" y="8253"/>
                </a:cubicBezTo>
                <a:cubicBezTo>
                  <a:pt x="74947" y="13755"/>
                  <a:pt x="78695" y="21356"/>
                  <a:pt x="79939" y="31057"/>
                </a:cubicBezTo>
                <a:moveTo>
                  <a:pt x="17566" y="84442"/>
                </a:moveTo>
                <a:cubicBezTo>
                  <a:pt x="17566" y="89688"/>
                  <a:pt x="18684" y="94708"/>
                  <a:pt x="20918" y="99503"/>
                </a:cubicBezTo>
                <a:cubicBezTo>
                  <a:pt x="23153" y="104297"/>
                  <a:pt x="26279" y="107950"/>
                  <a:pt x="30295" y="110460"/>
                </a:cubicBezTo>
                <a:cubicBezTo>
                  <a:pt x="34312" y="112969"/>
                  <a:pt x="38527" y="114223"/>
                  <a:pt x="42940" y="114223"/>
                </a:cubicBezTo>
                <a:cubicBezTo>
                  <a:pt x="49389" y="114223"/>
                  <a:pt x="54934" y="111629"/>
                  <a:pt x="59573" y="106440"/>
                </a:cubicBezTo>
                <a:cubicBezTo>
                  <a:pt x="64212" y="101251"/>
                  <a:pt x="66531" y="94200"/>
                  <a:pt x="66531" y="85288"/>
                </a:cubicBezTo>
                <a:cubicBezTo>
                  <a:pt x="66531" y="76714"/>
                  <a:pt x="64240" y="69959"/>
                  <a:pt x="59658" y="65025"/>
                </a:cubicBezTo>
                <a:cubicBezTo>
                  <a:pt x="55075" y="60089"/>
                  <a:pt x="49304" y="57621"/>
                  <a:pt x="42346" y="57621"/>
                </a:cubicBezTo>
                <a:cubicBezTo>
                  <a:pt x="35444" y="57621"/>
                  <a:pt x="29588" y="60089"/>
                  <a:pt x="24780" y="65025"/>
                </a:cubicBezTo>
                <a:cubicBezTo>
                  <a:pt x="19971" y="69959"/>
                  <a:pt x="17566" y="76432"/>
                  <a:pt x="17566" y="84442"/>
                </a:cubicBezTo>
                <a:close/>
                <a:moveTo>
                  <a:pt x="105880" y="124916"/>
                </a:moveTo>
                <a:lnTo>
                  <a:pt x="105880" y="107434"/>
                </a:lnTo>
                <a:lnTo>
                  <a:pt x="123277" y="107434"/>
                </a:lnTo>
                <a:lnTo>
                  <a:pt x="123277" y="124916"/>
                </a:lnTo>
                <a:lnTo>
                  <a:pt x="105880" y="124916"/>
                </a:lnTo>
                <a:close/>
                <a:moveTo>
                  <a:pt x="192243" y="87577"/>
                </a:moveTo>
                <a:lnTo>
                  <a:pt x="192243" y="72132"/>
                </a:lnTo>
                <a:lnTo>
                  <a:pt x="239171" y="72132"/>
                </a:lnTo>
                <a:lnTo>
                  <a:pt x="239171" y="87577"/>
                </a:lnTo>
                <a:lnTo>
                  <a:pt x="192243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7.useWStosetraxtoV">
            <a:extLst xmlns:a="http://schemas.openxmlformats.org/drawingml/2006/main">
              <a:ext uri="{FF2B5EF4-FFF2-40B4-BE49-F238E27FC236}">
                <a16:creationId xmlns:a16="http://schemas.microsoft.com/office/drawing/2014/main" id="{2BFCEA0F-0276-40E5-B504-5D03D5C1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644" y="1810705"/>
            <a:ext cx="2154348" cy="128650"/>
          </a:xfrm>
          <a:custGeom xmlns:a="http://schemas.openxmlformats.org/drawingml/2006/main">
            <a:pathLst>
              <a:path w="2154348" h="128650">
                <a:moveTo>
                  <a:pt x="0" y="18415"/>
                </a:moveTo>
                <a:lnTo>
                  <a:pt x="0" y="3734"/>
                </a:lnTo>
                <a:lnTo>
                  <a:pt x="80533" y="3734"/>
                </a:lnTo>
                <a:lnTo>
                  <a:pt x="80533" y="15614"/>
                </a:lnTo>
                <a:cubicBezTo>
                  <a:pt x="72613" y="24051"/>
                  <a:pt x="64763" y="35262"/>
                  <a:pt x="56984" y="49246"/>
                </a:cubicBezTo>
                <a:cubicBezTo>
                  <a:pt x="49205" y="63231"/>
                  <a:pt x="43194" y="77611"/>
                  <a:pt x="38951" y="92387"/>
                </a:cubicBezTo>
                <a:cubicBezTo>
                  <a:pt x="35896" y="102806"/>
                  <a:pt x="33945" y="114214"/>
                  <a:pt x="33096" y="126613"/>
                </a:cubicBezTo>
                <a:lnTo>
                  <a:pt x="17397" y="126613"/>
                </a:lnTo>
                <a:cubicBezTo>
                  <a:pt x="17566" y="116819"/>
                  <a:pt x="19490" y="104986"/>
                  <a:pt x="23167" y="91115"/>
                </a:cubicBezTo>
                <a:cubicBezTo>
                  <a:pt x="26844" y="77241"/>
                  <a:pt x="32120" y="63865"/>
                  <a:pt x="38994" y="50986"/>
                </a:cubicBezTo>
                <a:cubicBezTo>
                  <a:pt x="45868" y="38104"/>
                  <a:pt x="53180" y="27248"/>
                  <a:pt x="60930" y="18415"/>
                </a:cubicBezTo>
                <a:lnTo>
                  <a:pt x="0" y="18415"/>
                </a:lnTo>
                <a:close/>
                <a:moveTo>
                  <a:pt x="104183" y="126613"/>
                </a:moveTo>
                <a:lnTo>
                  <a:pt x="104183" y="109132"/>
                </a:lnTo>
                <a:lnTo>
                  <a:pt x="121580" y="109132"/>
                </a:lnTo>
                <a:lnTo>
                  <a:pt x="121580" y="126613"/>
                </a:lnTo>
                <a:lnTo>
                  <a:pt x="104183" y="126613"/>
                </a:lnTo>
                <a:close/>
                <a:moveTo>
                  <a:pt x="255550" y="126613"/>
                </a:moveTo>
                <a:lnTo>
                  <a:pt x="255550" y="113375"/>
                </a:lnTo>
                <a:cubicBezTo>
                  <a:pt x="248534" y="123558"/>
                  <a:pt x="239002" y="128650"/>
                  <a:pt x="226951" y="128650"/>
                </a:cubicBezTo>
                <a:cubicBezTo>
                  <a:pt x="221633" y="128650"/>
                  <a:pt x="216669" y="127631"/>
                  <a:pt x="212058" y="125595"/>
                </a:cubicBezTo>
                <a:cubicBezTo>
                  <a:pt x="207447" y="123558"/>
                  <a:pt x="204025" y="120998"/>
                  <a:pt x="201790" y="117915"/>
                </a:cubicBezTo>
                <a:cubicBezTo>
                  <a:pt x="199555" y="114832"/>
                  <a:pt x="197985" y="111055"/>
                  <a:pt x="197080" y="106586"/>
                </a:cubicBezTo>
                <a:cubicBezTo>
                  <a:pt x="196458" y="103587"/>
                  <a:pt x="196147" y="98835"/>
                  <a:pt x="196147" y="92329"/>
                </a:cubicBezTo>
                <a:lnTo>
                  <a:pt x="196147" y="36490"/>
                </a:lnTo>
                <a:lnTo>
                  <a:pt x="211422" y="36490"/>
                </a:lnTo>
                <a:lnTo>
                  <a:pt x="211422" y="86474"/>
                </a:lnTo>
                <a:cubicBezTo>
                  <a:pt x="211422" y="94451"/>
                  <a:pt x="211733" y="99825"/>
                  <a:pt x="212355" y="102597"/>
                </a:cubicBezTo>
                <a:cubicBezTo>
                  <a:pt x="213317" y="106614"/>
                  <a:pt x="215354" y="109768"/>
                  <a:pt x="218465" y="112059"/>
                </a:cubicBezTo>
                <a:cubicBezTo>
                  <a:pt x="221577" y="114351"/>
                  <a:pt x="225424" y="115496"/>
                  <a:pt x="230006" y="115496"/>
                </a:cubicBezTo>
                <a:cubicBezTo>
                  <a:pt x="234589" y="115496"/>
                  <a:pt x="238888" y="114322"/>
                  <a:pt x="242905" y="111975"/>
                </a:cubicBezTo>
                <a:cubicBezTo>
                  <a:pt x="246922" y="109627"/>
                  <a:pt x="249765" y="106430"/>
                  <a:pt x="251434" y="102385"/>
                </a:cubicBezTo>
                <a:cubicBezTo>
                  <a:pt x="253103" y="98340"/>
                  <a:pt x="253937" y="92471"/>
                  <a:pt x="253937" y="84776"/>
                </a:cubicBezTo>
                <a:lnTo>
                  <a:pt x="253937" y="36490"/>
                </a:lnTo>
                <a:lnTo>
                  <a:pt x="269212" y="36490"/>
                </a:lnTo>
                <a:lnTo>
                  <a:pt x="269212" y="126613"/>
                </a:lnTo>
                <a:lnTo>
                  <a:pt x="255550" y="126613"/>
                </a:lnTo>
                <a:close/>
                <a:moveTo>
                  <a:pt x="287009" y="99627"/>
                </a:moveTo>
                <a:lnTo>
                  <a:pt x="302114" y="97251"/>
                </a:lnTo>
                <a:cubicBezTo>
                  <a:pt x="302963" y="103278"/>
                  <a:pt x="305325" y="107897"/>
                  <a:pt x="309200" y="111107"/>
                </a:cubicBezTo>
                <a:cubicBezTo>
                  <a:pt x="313075" y="114316"/>
                  <a:pt x="318492" y="115921"/>
                  <a:pt x="325451" y="115921"/>
                </a:cubicBezTo>
                <a:cubicBezTo>
                  <a:pt x="332466" y="115921"/>
                  <a:pt x="337671" y="114504"/>
                  <a:pt x="341065" y="111670"/>
                </a:cubicBezTo>
                <a:cubicBezTo>
                  <a:pt x="344460" y="108834"/>
                  <a:pt x="346157" y="105508"/>
                  <a:pt x="346157" y="101693"/>
                </a:cubicBezTo>
                <a:cubicBezTo>
                  <a:pt x="346157" y="98269"/>
                  <a:pt x="344658" y="95574"/>
                  <a:pt x="341659" y="93610"/>
                </a:cubicBezTo>
                <a:cubicBezTo>
                  <a:pt x="339566" y="92263"/>
                  <a:pt x="334361" y="90551"/>
                  <a:pt x="326045" y="88473"/>
                </a:cubicBezTo>
                <a:cubicBezTo>
                  <a:pt x="314843" y="85643"/>
                  <a:pt x="307078" y="83194"/>
                  <a:pt x="302750" y="81127"/>
                </a:cubicBezTo>
                <a:cubicBezTo>
                  <a:pt x="298423" y="79061"/>
                  <a:pt x="295141" y="76201"/>
                  <a:pt x="292907" y="72548"/>
                </a:cubicBezTo>
                <a:cubicBezTo>
                  <a:pt x="290672" y="68896"/>
                  <a:pt x="289555" y="64861"/>
                  <a:pt x="289555" y="60445"/>
                </a:cubicBezTo>
                <a:cubicBezTo>
                  <a:pt x="289555" y="56425"/>
                  <a:pt x="290474" y="52702"/>
                  <a:pt x="292312" y="49275"/>
                </a:cubicBezTo>
                <a:cubicBezTo>
                  <a:pt x="294151" y="45849"/>
                  <a:pt x="296655" y="43003"/>
                  <a:pt x="299823" y="40739"/>
                </a:cubicBezTo>
                <a:cubicBezTo>
                  <a:pt x="302199" y="38983"/>
                  <a:pt x="305438" y="37497"/>
                  <a:pt x="309539" y="36281"/>
                </a:cubicBezTo>
                <a:cubicBezTo>
                  <a:pt x="313641" y="35063"/>
                  <a:pt x="318040" y="34454"/>
                  <a:pt x="322735" y="34454"/>
                </a:cubicBezTo>
                <a:cubicBezTo>
                  <a:pt x="329807" y="34454"/>
                  <a:pt x="336016" y="35479"/>
                  <a:pt x="341362" y="37530"/>
                </a:cubicBezTo>
                <a:cubicBezTo>
                  <a:pt x="346709" y="39579"/>
                  <a:pt x="350655" y="42356"/>
                  <a:pt x="353200" y="45860"/>
                </a:cubicBezTo>
                <a:cubicBezTo>
                  <a:pt x="355746" y="49362"/>
                  <a:pt x="357500" y="54046"/>
                  <a:pt x="358462" y="59912"/>
                </a:cubicBezTo>
                <a:lnTo>
                  <a:pt x="343526" y="61949"/>
                </a:lnTo>
                <a:cubicBezTo>
                  <a:pt x="342847" y="57310"/>
                  <a:pt x="340881" y="53689"/>
                  <a:pt x="337628" y="51087"/>
                </a:cubicBezTo>
                <a:cubicBezTo>
                  <a:pt x="334375" y="48484"/>
                  <a:pt x="329779" y="47183"/>
                  <a:pt x="323838" y="47183"/>
                </a:cubicBezTo>
                <a:cubicBezTo>
                  <a:pt x="316823" y="47183"/>
                  <a:pt x="311816" y="48337"/>
                  <a:pt x="308818" y="50646"/>
                </a:cubicBezTo>
                <a:cubicBezTo>
                  <a:pt x="305820" y="52953"/>
                  <a:pt x="304320" y="55656"/>
                  <a:pt x="304320" y="58753"/>
                </a:cubicBezTo>
                <a:cubicBezTo>
                  <a:pt x="304320" y="60723"/>
                  <a:pt x="304943" y="62496"/>
                  <a:pt x="306187" y="64073"/>
                </a:cubicBezTo>
                <a:cubicBezTo>
                  <a:pt x="307432" y="65705"/>
                  <a:pt x="309384" y="67055"/>
                  <a:pt x="312043" y="68125"/>
                </a:cubicBezTo>
                <a:cubicBezTo>
                  <a:pt x="313570" y="68689"/>
                  <a:pt x="318068" y="69984"/>
                  <a:pt x="325536" y="72010"/>
                </a:cubicBezTo>
                <a:cubicBezTo>
                  <a:pt x="336341" y="74894"/>
                  <a:pt x="343880" y="77254"/>
                  <a:pt x="348151" y="79091"/>
                </a:cubicBezTo>
                <a:cubicBezTo>
                  <a:pt x="352423" y="80928"/>
                  <a:pt x="355775" y="83599"/>
                  <a:pt x="358207" y="87105"/>
                </a:cubicBezTo>
                <a:cubicBezTo>
                  <a:pt x="360640" y="90609"/>
                  <a:pt x="361856" y="94961"/>
                  <a:pt x="361856" y="100160"/>
                </a:cubicBezTo>
                <a:cubicBezTo>
                  <a:pt x="361856" y="105248"/>
                  <a:pt x="360371" y="110039"/>
                  <a:pt x="357401" y="114534"/>
                </a:cubicBezTo>
                <a:cubicBezTo>
                  <a:pt x="354431" y="119026"/>
                  <a:pt x="350145" y="122502"/>
                  <a:pt x="344545" y="124961"/>
                </a:cubicBezTo>
                <a:cubicBezTo>
                  <a:pt x="338944" y="127420"/>
                  <a:pt x="332607" y="128650"/>
                  <a:pt x="325536" y="128650"/>
                </a:cubicBezTo>
                <a:cubicBezTo>
                  <a:pt x="313825" y="128650"/>
                  <a:pt x="304900" y="126210"/>
                  <a:pt x="298762" y="121330"/>
                </a:cubicBezTo>
                <a:cubicBezTo>
                  <a:pt x="292624" y="116451"/>
                  <a:pt x="288706" y="109217"/>
                  <a:pt x="287009" y="99627"/>
                </a:cubicBezTo>
                <a:close/>
                <a:moveTo>
                  <a:pt x="441710" y="97591"/>
                </a:moveTo>
                <a:lnTo>
                  <a:pt x="457494" y="99542"/>
                </a:lnTo>
                <a:cubicBezTo>
                  <a:pt x="455005" y="108764"/>
                  <a:pt x="450394" y="115921"/>
                  <a:pt x="443662" y="121012"/>
                </a:cubicBezTo>
                <a:cubicBezTo>
                  <a:pt x="436929" y="126104"/>
                  <a:pt x="428330" y="128650"/>
                  <a:pt x="417864" y="128650"/>
                </a:cubicBezTo>
                <a:cubicBezTo>
                  <a:pt x="404682" y="128650"/>
                  <a:pt x="394230" y="124591"/>
                  <a:pt x="386507" y="116472"/>
                </a:cubicBezTo>
                <a:cubicBezTo>
                  <a:pt x="378785" y="108354"/>
                  <a:pt x="374924" y="96968"/>
                  <a:pt x="374924" y="82315"/>
                </a:cubicBezTo>
                <a:cubicBezTo>
                  <a:pt x="374924" y="67154"/>
                  <a:pt x="378827" y="55386"/>
                  <a:pt x="386635" y="47013"/>
                </a:cubicBezTo>
                <a:cubicBezTo>
                  <a:pt x="394442" y="38640"/>
                  <a:pt x="404569" y="34454"/>
                  <a:pt x="417015" y="34454"/>
                </a:cubicBezTo>
                <a:cubicBezTo>
                  <a:pt x="429065" y="34454"/>
                  <a:pt x="438909" y="38549"/>
                  <a:pt x="446547" y="46740"/>
                </a:cubicBezTo>
                <a:cubicBezTo>
                  <a:pt x="454184" y="54929"/>
                  <a:pt x="458003" y="66451"/>
                  <a:pt x="458003" y="81305"/>
                </a:cubicBezTo>
                <a:cubicBezTo>
                  <a:pt x="458003" y="82209"/>
                  <a:pt x="457975" y="83564"/>
                  <a:pt x="457918" y="85370"/>
                </a:cubicBezTo>
                <a:lnTo>
                  <a:pt x="390708" y="85370"/>
                </a:lnTo>
                <a:cubicBezTo>
                  <a:pt x="391274" y="95243"/>
                  <a:pt x="394074" y="102802"/>
                  <a:pt x="399109" y="108050"/>
                </a:cubicBezTo>
                <a:cubicBezTo>
                  <a:pt x="404144" y="113297"/>
                  <a:pt x="410424" y="115921"/>
                  <a:pt x="417949" y="115921"/>
                </a:cubicBezTo>
                <a:cubicBezTo>
                  <a:pt x="423549" y="115921"/>
                  <a:pt x="428330" y="114464"/>
                  <a:pt x="432290" y="111550"/>
                </a:cubicBezTo>
                <a:cubicBezTo>
                  <a:pt x="436250" y="108635"/>
                  <a:pt x="439390" y="103982"/>
                  <a:pt x="441710" y="97591"/>
                </a:cubicBezTo>
                <a:moveTo>
                  <a:pt x="391557" y="72641"/>
                </a:moveTo>
                <a:lnTo>
                  <a:pt x="441879" y="72641"/>
                </a:lnTo>
                <a:cubicBezTo>
                  <a:pt x="441201" y="65184"/>
                  <a:pt x="439277" y="59591"/>
                  <a:pt x="436109" y="55863"/>
                </a:cubicBezTo>
                <a:cubicBezTo>
                  <a:pt x="431243" y="50076"/>
                  <a:pt x="424935" y="47183"/>
                  <a:pt x="417185" y="47183"/>
                </a:cubicBezTo>
                <a:cubicBezTo>
                  <a:pt x="410170" y="47183"/>
                  <a:pt x="404272" y="49493"/>
                  <a:pt x="399491" y="54112"/>
                </a:cubicBezTo>
                <a:cubicBezTo>
                  <a:pt x="394711" y="58730"/>
                  <a:pt x="392066" y="64907"/>
                  <a:pt x="391557" y="72641"/>
                </a:cubicBezTo>
                <a:close/>
                <a:moveTo>
                  <a:pt x="548639" y="126613"/>
                </a:moveTo>
                <a:lnTo>
                  <a:pt x="515628" y="2206"/>
                </a:lnTo>
                <a:lnTo>
                  <a:pt x="532515" y="2206"/>
                </a:lnTo>
                <a:lnTo>
                  <a:pt x="551439" y="83758"/>
                </a:lnTo>
                <a:cubicBezTo>
                  <a:pt x="553476" y="92301"/>
                  <a:pt x="555230" y="100787"/>
                  <a:pt x="556701" y="109217"/>
                </a:cubicBezTo>
                <a:cubicBezTo>
                  <a:pt x="559869" y="95922"/>
                  <a:pt x="561736" y="88256"/>
                  <a:pt x="562301" y="86219"/>
                </a:cubicBezTo>
                <a:lnTo>
                  <a:pt x="585978" y="2206"/>
                </a:lnTo>
                <a:lnTo>
                  <a:pt x="605835" y="2206"/>
                </a:lnTo>
                <a:lnTo>
                  <a:pt x="623656" y="65173"/>
                </a:lnTo>
                <a:cubicBezTo>
                  <a:pt x="628126" y="80788"/>
                  <a:pt x="631350" y="95469"/>
                  <a:pt x="633330" y="109217"/>
                </a:cubicBezTo>
                <a:cubicBezTo>
                  <a:pt x="634914" y="101353"/>
                  <a:pt x="636979" y="92329"/>
                  <a:pt x="639525" y="82146"/>
                </a:cubicBezTo>
                <a:lnTo>
                  <a:pt x="659043" y="2206"/>
                </a:lnTo>
                <a:lnTo>
                  <a:pt x="675591" y="2206"/>
                </a:lnTo>
                <a:lnTo>
                  <a:pt x="641477" y="126613"/>
                </a:lnTo>
                <a:lnTo>
                  <a:pt x="625608" y="126613"/>
                </a:lnTo>
                <a:lnTo>
                  <a:pt x="599386" y="31823"/>
                </a:lnTo>
                <a:cubicBezTo>
                  <a:pt x="597179" y="23903"/>
                  <a:pt x="595878" y="19037"/>
                  <a:pt x="595482" y="17227"/>
                </a:cubicBezTo>
                <a:cubicBezTo>
                  <a:pt x="594181" y="22941"/>
                  <a:pt x="592965" y="27806"/>
                  <a:pt x="591833" y="31823"/>
                </a:cubicBezTo>
                <a:lnTo>
                  <a:pt x="565441" y="126613"/>
                </a:lnTo>
                <a:lnTo>
                  <a:pt x="548639" y="126613"/>
                </a:lnTo>
                <a:close/>
                <a:moveTo>
                  <a:pt x="926953" y="86559"/>
                </a:moveTo>
                <a:lnTo>
                  <a:pt x="942482" y="85201"/>
                </a:lnTo>
                <a:cubicBezTo>
                  <a:pt x="943218" y="91424"/>
                  <a:pt x="944929" y="96530"/>
                  <a:pt x="947616" y="100518"/>
                </a:cubicBezTo>
                <a:cubicBezTo>
                  <a:pt x="950304" y="104507"/>
                  <a:pt x="954476" y="107731"/>
                  <a:pt x="960134" y="110192"/>
                </a:cubicBezTo>
                <a:cubicBezTo>
                  <a:pt x="965791" y="112653"/>
                  <a:pt x="972156" y="113884"/>
                  <a:pt x="979227" y="113884"/>
                </a:cubicBezTo>
                <a:cubicBezTo>
                  <a:pt x="985507" y="113884"/>
                  <a:pt x="991051" y="112950"/>
                  <a:pt x="995860" y="111083"/>
                </a:cubicBezTo>
                <a:cubicBezTo>
                  <a:pt x="1000669" y="109217"/>
                  <a:pt x="1004247" y="106657"/>
                  <a:pt x="1006595" y="103404"/>
                </a:cubicBezTo>
                <a:cubicBezTo>
                  <a:pt x="1008943" y="100150"/>
                  <a:pt x="1010117" y="96600"/>
                  <a:pt x="1010117" y="92753"/>
                </a:cubicBezTo>
                <a:cubicBezTo>
                  <a:pt x="1010117" y="88850"/>
                  <a:pt x="1008985" y="85441"/>
                  <a:pt x="1006722" y="82528"/>
                </a:cubicBezTo>
                <a:cubicBezTo>
                  <a:pt x="1004459" y="79614"/>
                  <a:pt x="1000726" y="77167"/>
                  <a:pt x="995521" y="75187"/>
                </a:cubicBezTo>
                <a:cubicBezTo>
                  <a:pt x="992183" y="73886"/>
                  <a:pt x="984800" y="71863"/>
                  <a:pt x="973372" y="69120"/>
                </a:cubicBezTo>
                <a:cubicBezTo>
                  <a:pt x="961944" y="66376"/>
                  <a:pt x="953939" y="63787"/>
                  <a:pt x="949356" y="61355"/>
                </a:cubicBezTo>
                <a:cubicBezTo>
                  <a:pt x="943416" y="58243"/>
                  <a:pt x="938989" y="54382"/>
                  <a:pt x="936075" y="49771"/>
                </a:cubicBezTo>
                <a:cubicBezTo>
                  <a:pt x="933162" y="45160"/>
                  <a:pt x="931705" y="39998"/>
                  <a:pt x="931705" y="34284"/>
                </a:cubicBezTo>
                <a:cubicBezTo>
                  <a:pt x="931705" y="28004"/>
                  <a:pt x="933487" y="22135"/>
                  <a:pt x="937051" y="16675"/>
                </a:cubicBezTo>
                <a:cubicBezTo>
                  <a:pt x="940615" y="11216"/>
                  <a:pt x="945820" y="7072"/>
                  <a:pt x="952666" y="4243"/>
                </a:cubicBezTo>
                <a:cubicBezTo>
                  <a:pt x="959511" y="1414"/>
                  <a:pt x="967120" y="0"/>
                  <a:pt x="975493" y="0"/>
                </a:cubicBezTo>
                <a:cubicBezTo>
                  <a:pt x="984715" y="0"/>
                  <a:pt x="992848" y="1485"/>
                  <a:pt x="999891" y="4455"/>
                </a:cubicBezTo>
                <a:cubicBezTo>
                  <a:pt x="1006935" y="7425"/>
                  <a:pt x="1012352" y="11796"/>
                  <a:pt x="1016142" y="17566"/>
                </a:cubicBezTo>
                <a:cubicBezTo>
                  <a:pt x="1019932" y="23337"/>
                  <a:pt x="1021969" y="29871"/>
                  <a:pt x="1022252" y="37169"/>
                </a:cubicBezTo>
                <a:lnTo>
                  <a:pt x="1006468" y="38357"/>
                </a:lnTo>
                <a:cubicBezTo>
                  <a:pt x="1005619" y="30465"/>
                  <a:pt x="1002748" y="24504"/>
                  <a:pt x="997854" y="20473"/>
                </a:cubicBezTo>
                <a:cubicBezTo>
                  <a:pt x="992961" y="16442"/>
                  <a:pt x="985733" y="14426"/>
                  <a:pt x="976172" y="14426"/>
                </a:cubicBezTo>
                <a:cubicBezTo>
                  <a:pt x="966215" y="14426"/>
                  <a:pt x="958960" y="16253"/>
                  <a:pt x="954405" y="19905"/>
                </a:cubicBezTo>
                <a:cubicBezTo>
                  <a:pt x="949851" y="23556"/>
                  <a:pt x="947574" y="27957"/>
                  <a:pt x="947574" y="33109"/>
                </a:cubicBezTo>
                <a:cubicBezTo>
                  <a:pt x="947574" y="37582"/>
                  <a:pt x="949186" y="41262"/>
                  <a:pt x="952411" y="44149"/>
                </a:cubicBezTo>
                <a:cubicBezTo>
                  <a:pt x="955579" y="47038"/>
                  <a:pt x="963853" y="49997"/>
                  <a:pt x="977233" y="53025"/>
                </a:cubicBezTo>
                <a:cubicBezTo>
                  <a:pt x="990613" y="56054"/>
                  <a:pt x="999792" y="58700"/>
                  <a:pt x="1004771" y="60965"/>
                </a:cubicBezTo>
                <a:cubicBezTo>
                  <a:pt x="1012012" y="64305"/>
                  <a:pt x="1017358" y="68537"/>
                  <a:pt x="1020809" y="73662"/>
                </a:cubicBezTo>
                <a:cubicBezTo>
                  <a:pt x="1024260" y="78786"/>
                  <a:pt x="1025986" y="84688"/>
                  <a:pt x="1025986" y="91369"/>
                </a:cubicBezTo>
                <a:cubicBezTo>
                  <a:pt x="1025986" y="97992"/>
                  <a:pt x="1024091" y="104234"/>
                  <a:pt x="1020300" y="110094"/>
                </a:cubicBezTo>
                <a:cubicBezTo>
                  <a:pt x="1016510" y="115953"/>
                  <a:pt x="1011064" y="120511"/>
                  <a:pt x="1003964" y="123768"/>
                </a:cubicBezTo>
                <a:cubicBezTo>
                  <a:pt x="996864" y="127022"/>
                  <a:pt x="988873" y="128650"/>
                  <a:pt x="979991" y="128650"/>
                </a:cubicBezTo>
                <a:cubicBezTo>
                  <a:pt x="968733" y="128650"/>
                  <a:pt x="959299" y="127009"/>
                  <a:pt x="951690" y="123728"/>
                </a:cubicBezTo>
                <a:cubicBezTo>
                  <a:pt x="944081" y="120446"/>
                  <a:pt x="938112" y="115510"/>
                  <a:pt x="933784" y="108919"/>
                </a:cubicBezTo>
                <a:cubicBezTo>
                  <a:pt x="929456" y="102329"/>
                  <a:pt x="927179" y="94875"/>
                  <a:pt x="926953" y="86559"/>
                </a:cubicBezTo>
                <a:close/>
                <a:moveTo>
                  <a:pt x="1128191" y="113120"/>
                </a:moveTo>
                <a:lnTo>
                  <a:pt x="1130397" y="126613"/>
                </a:lnTo>
                <a:cubicBezTo>
                  <a:pt x="1126098" y="127405"/>
                  <a:pt x="1122251" y="127801"/>
                  <a:pt x="1118856" y="127801"/>
                </a:cubicBezTo>
                <a:cubicBezTo>
                  <a:pt x="1113312" y="127801"/>
                  <a:pt x="1109012" y="126924"/>
                  <a:pt x="1105957" y="125170"/>
                </a:cubicBezTo>
                <a:cubicBezTo>
                  <a:pt x="1102902" y="123417"/>
                  <a:pt x="1100753" y="121111"/>
                  <a:pt x="1099508" y="118254"/>
                </a:cubicBezTo>
                <a:cubicBezTo>
                  <a:pt x="1098263" y="115397"/>
                  <a:pt x="1097641" y="109386"/>
                  <a:pt x="1097641" y="100221"/>
                </a:cubicBezTo>
                <a:lnTo>
                  <a:pt x="1097641" y="48371"/>
                </a:lnTo>
                <a:lnTo>
                  <a:pt x="1086439" y="48371"/>
                </a:lnTo>
                <a:lnTo>
                  <a:pt x="1086439" y="36490"/>
                </a:lnTo>
                <a:lnTo>
                  <a:pt x="1097641" y="36490"/>
                </a:lnTo>
                <a:lnTo>
                  <a:pt x="1097641" y="14111"/>
                </a:lnTo>
                <a:lnTo>
                  <a:pt x="1112831" y="4922"/>
                </a:lnTo>
                <a:lnTo>
                  <a:pt x="1112831" y="36490"/>
                </a:lnTo>
                <a:lnTo>
                  <a:pt x="1128191" y="36490"/>
                </a:lnTo>
                <a:lnTo>
                  <a:pt x="1128191" y="48371"/>
                </a:lnTo>
                <a:lnTo>
                  <a:pt x="1112831" y="48371"/>
                </a:lnTo>
                <a:lnTo>
                  <a:pt x="1112831" y="101070"/>
                </a:lnTo>
                <a:cubicBezTo>
                  <a:pt x="1112831" y="105426"/>
                  <a:pt x="1113100" y="108226"/>
                  <a:pt x="1113637" y="109471"/>
                </a:cubicBezTo>
                <a:cubicBezTo>
                  <a:pt x="1114175" y="110716"/>
                  <a:pt x="1115052" y="111706"/>
                  <a:pt x="1116268" y="112441"/>
                </a:cubicBezTo>
                <a:cubicBezTo>
                  <a:pt x="1117484" y="113177"/>
                  <a:pt x="1119224" y="113544"/>
                  <a:pt x="1121487" y="113544"/>
                </a:cubicBezTo>
                <a:cubicBezTo>
                  <a:pt x="1123184" y="113544"/>
                  <a:pt x="1125419" y="113403"/>
                  <a:pt x="1128191" y="113120"/>
                </a:cubicBezTo>
                <a:close/>
                <a:moveTo>
                  <a:pt x="1137469" y="81552"/>
                </a:moveTo>
                <a:cubicBezTo>
                  <a:pt x="1137469" y="64862"/>
                  <a:pt x="1142109" y="52501"/>
                  <a:pt x="1151387" y="44467"/>
                </a:cubicBezTo>
                <a:cubicBezTo>
                  <a:pt x="1159137" y="37792"/>
                  <a:pt x="1168585" y="34454"/>
                  <a:pt x="1179730" y="34454"/>
                </a:cubicBezTo>
                <a:cubicBezTo>
                  <a:pt x="1192120" y="34454"/>
                  <a:pt x="1202247" y="38513"/>
                  <a:pt x="1210111" y="46631"/>
                </a:cubicBezTo>
                <a:cubicBezTo>
                  <a:pt x="1217975" y="54750"/>
                  <a:pt x="1221907" y="65966"/>
                  <a:pt x="1221907" y="80279"/>
                </a:cubicBezTo>
                <a:cubicBezTo>
                  <a:pt x="1221907" y="91877"/>
                  <a:pt x="1220167" y="100999"/>
                  <a:pt x="1216688" y="107647"/>
                </a:cubicBezTo>
                <a:cubicBezTo>
                  <a:pt x="1213208" y="114294"/>
                  <a:pt x="1208145" y="119456"/>
                  <a:pt x="1201497" y="123134"/>
                </a:cubicBezTo>
                <a:cubicBezTo>
                  <a:pt x="1194850" y="126811"/>
                  <a:pt x="1187594" y="128650"/>
                  <a:pt x="1179730" y="128650"/>
                </a:cubicBezTo>
                <a:cubicBezTo>
                  <a:pt x="1167114" y="128650"/>
                  <a:pt x="1156917" y="124605"/>
                  <a:pt x="1149138" y="116515"/>
                </a:cubicBezTo>
                <a:cubicBezTo>
                  <a:pt x="1141359" y="108424"/>
                  <a:pt x="1137469" y="96770"/>
                  <a:pt x="1137469" y="81552"/>
                </a:cubicBezTo>
                <a:moveTo>
                  <a:pt x="1153169" y="81509"/>
                </a:moveTo>
                <a:cubicBezTo>
                  <a:pt x="1153169" y="93008"/>
                  <a:pt x="1155686" y="101618"/>
                  <a:pt x="1160721" y="107339"/>
                </a:cubicBezTo>
                <a:cubicBezTo>
                  <a:pt x="1165757" y="113060"/>
                  <a:pt x="1172093" y="115921"/>
                  <a:pt x="1179730" y="115921"/>
                </a:cubicBezTo>
                <a:cubicBezTo>
                  <a:pt x="1187311" y="115921"/>
                  <a:pt x="1193619" y="113046"/>
                  <a:pt x="1198655" y="107297"/>
                </a:cubicBezTo>
                <a:cubicBezTo>
                  <a:pt x="1203690" y="101547"/>
                  <a:pt x="1206207" y="92783"/>
                  <a:pt x="1206207" y="81003"/>
                </a:cubicBezTo>
                <a:cubicBezTo>
                  <a:pt x="1206207" y="69898"/>
                  <a:pt x="1203675" y="61486"/>
                  <a:pt x="1198612" y="55764"/>
                </a:cubicBezTo>
                <a:cubicBezTo>
                  <a:pt x="1193549" y="50043"/>
                  <a:pt x="1187255" y="47183"/>
                  <a:pt x="1179730" y="47183"/>
                </a:cubicBezTo>
                <a:cubicBezTo>
                  <a:pt x="1172093" y="47183"/>
                  <a:pt x="1165757" y="50029"/>
                  <a:pt x="1160721" y="55722"/>
                </a:cubicBezTo>
                <a:cubicBezTo>
                  <a:pt x="1155686" y="61415"/>
                  <a:pt x="1153169" y="70011"/>
                  <a:pt x="1153169" y="81509"/>
                </a:cubicBezTo>
                <a:close/>
                <a:moveTo>
                  <a:pt x="1281992" y="99627"/>
                </a:moveTo>
                <a:lnTo>
                  <a:pt x="1297097" y="97251"/>
                </a:lnTo>
                <a:cubicBezTo>
                  <a:pt x="1297946" y="103278"/>
                  <a:pt x="1300308" y="107897"/>
                  <a:pt x="1304183" y="111107"/>
                </a:cubicBezTo>
                <a:cubicBezTo>
                  <a:pt x="1308059" y="114316"/>
                  <a:pt x="1313476" y="115921"/>
                  <a:pt x="1320434" y="115921"/>
                </a:cubicBezTo>
                <a:cubicBezTo>
                  <a:pt x="1327450" y="115921"/>
                  <a:pt x="1332654" y="114504"/>
                  <a:pt x="1336049" y="111670"/>
                </a:cubicBezTo>
                <a:cubicBezTo>
                  <a:pt x="1339443" y="108834"/>
                  <a:pt x="1341141" y="105508"/>
                  <a:pt x="1341141" y="101693"/>
                </a:cubicBezTo>
                <a:cubicBezTo>
                  <a:pt x="1341141" y="98269"/>
                  <a:pt x="1339641" y="95574"/>
                  <a:pt x="1336643" y="93610"/>
                </a:cubicBezTo>
                <a:cubicBezTo>
                  <a:pt x="1334550" y="92263"/>
                  <a:pt x="1329345" y="90551"/>
                  <a:pt x="1321028" y="88473"/>
                </a:cubicBezTo>
                <a:cubicBezTo>
                  <a:pt x="1309827" y="85643"/>
                  <a:pt x="1302062" y="83194"/>
                  <a:pt x="1297734" y="81127"/>
                </a:cubicBezTo>
                <a:cubicBezTo>
                  <a:pt x="1293406" y="79061"/>
                  <a:pt x="1290125" y="76201"/>
                  <a:pt x="1287890" y="72548"/>
                </a:cubicBezTo>
                <a:cubicBezTo>
                  <a:pt x="1285655" y="68896"/>
                  <a:pt x="1284538" y="64861"/>
                  <a:pt x="1284538" y="60445"/>
                </a:cubicBezTo>
                <a:cubicBezTo>
                  <a:pt x="1284538" y="56425"/>
                  <a:pt x="1285457" y="52702"/>
                  <a:pt x="1287296" y="49275"/>
                </a:cubicBezTo>
                <a:cubicBezTo>
                  <a:pt x="1289135" y="45849"/>
                  <a:pt x="1291638" y="43003"/>
                  <a:pt x="1294806" y="40739"/>
                </a:cubicBezTo>
                <a:cubicBezTo>
                  <a:pt x="1297182" y="38983"/>
                  <a:pt x="1300421" y="37497"/>
                  <a:pt x="1304523" y="36281"/>
                </a:cubicBezTo>
                <a:cubicBezTo>
                  <a:pt x="1308624" y="35063"/>
                  <a:pt x="1313023" y="34454"/>
                  <a:pt x="1317719" y="34454"/>
                </a:cubicBezTo>
                <a:cubicBezTo>
                  <a:pt x="1324791" y="34454"/>
                  <a:pt x="1331000" y="35479"/>
                  <a:pt x="1336346" y="37530"/>
                </a:cubicBezTo>
                <a:cubicBezTo>
                  <a:pt x="1341692" y="39579"/>
                  <a:pt x="1345638" y="42356"/>
                  <a:pt x="1348184" y="45860"/>
                </a:cubicBezTo>
                <a:cubicBezTo>
                  <a:pt x="1350730" y="49362"/>
                  <a:pt x="1352484" y="54046"/>
                  <a:pt x="1353445" y="59912"/>
                </a:cubicBezTo>
                <a:lnTo>
                  <a:pt x="1338510" y="61949"/>
                </a:lnTo>
                <a:cubicBezTo>
                  <a:pt x="1337831" y="57310"/>
                  <a:pt x="1335865" y="53689"/>
                  <a:pt x="1332612" y="51087"/>
                </a:cubicBezTo>
                <a:cubicBezTo>
                  <a:pt x="1329359" y="48484"/>
                  <a:pt x="1324762" y="47183"/>
                  <a:pt x="1318822" y="47183"/>
                </a:cubicBezTo>
                <a:cubicBezTo>
                  <a:pt x="1311807" y="47183"/>
                  <a:pt x="1306800" y="48337"/>
                  <a:pt x="1303802" y="50646"/>
                </a:cubicBezTo>
                <a:cubicBezTo>
                  <a:pt x="1300803" y="52953"/>
                  <a:pt x="1299304" y="55656"/>
                  <a:pt x="1299304" y="58753"/>
                </a:cubicBezTo>
                <a:cubicBezTo>
                  <a:pt x="1299304" y="60723"/>
                  <a:pt x="1299926" y="62496"/>
                  <a:pt x="1301171" y="64073"/>
                </a:cubicBezTo>
                <a:cubicBezTo>
                  <a:pt x="1302415" y="65705"/>
                  <a:pt x="1304367" y="67055"/>
                  <a:pt x="1307026" y="68125"/>
                </a:cubicBezTo>
                <a:cubicBezTo>
                  <a:pt x="1308554" y="68689"/>
                  <a:pt x="1313051" y="69984"/>
                  <a:pt x="1320519" y="72010"/>
                </a:cubicBezTo>
                <a:cubicBezTo>
                  <a:pt x="1331325" y="74894"/>
                  <a:pt x="1338863" y="77254"/>
                  <a:pt x="1343135" y="79091"/>
                </a:cubicBezTo>
                <a:cubicBezTo>
                  <a:pt x="1347406" y="80928"/>
                  <a:pt x="1350758" y="83599"/>
                  <a:pt x="1353191" y="87105"/>
                </a:cubicBezTo>
                <a:cubicBezTo>
                  <a:pt x="1355624" y="90609"/>
                  <a:pt x="1356840" y="94961"/>
                  <a:pt x="1356840" y="100160"/>
                </a:cubicBezTo>
                <a:cubicBezTo>
                  <a:pt x="1356840" y="105248"/>
                  <a:pt x="1355355" y="110039"/>
                  <a:pt x="1352385" y="114534"/>
                </a:cubicBezTo>
                <a:cubicBezTo>
                  <a:pt x="1349414" y="119026"/>
                  <a:pt x="1345129" y="122502"/>
                  <a:pt x="1339528" y="124961"/>
                </a:cubicBezTo>
                <a:cubicBezTo>
                  <a:pt x="1333927" y="127420"/>
                  <a:pt x="1327591" y="128650"/>
                  <a:pt x="1320519" y="128650"/>
                </a:cubicBezTo>
                <a:cubicBezTo>
                  <a:pt x="1308808" y="128650"/>
                  <a:pt x="1299884" y="126210"/>
                  <a:pt x="1293745" y="121330"/>
                </a:cubicBezTo>
                <a:cubicBezTo>
                  <a:pt x="1287607" y="116451"/>
                  <a:pt x="1283689" y="109217"/>
                  <a:pt x="1281992" y="99627"/>
                </a:cubicBezTo>
                <a:close/>
                <a:moveTo>
                  <a:pt x="1436694" y="97591"/>
                </a:moveTo>
                <a:lnTo>
                  <a:pt x="1452479" y="99542"/>
                </a:lnTo>
                <a:cubicBezTo>
                  <a:pt x="1449989" y="108764"/>
                  <a:pt x="1445379" y="115921"/>
                  <a:pt x="1438646" y="121012"/>
                </a:cubicBezTo>
                <a:cubicBezTo>
                  <a:pt x="1431914" y="126104"/>
                  <a:pt x="1423315" y="128650"/>
                  <a:pt x="1412848" y="128650"/>
                </a:cubicBezTo>
                <a:cubicBezTo>
                  <a:pt x="1399667" y="128650"/>
                  <a:pt x="1389214" y="124591"/>
                  <a:pt x="1381492" y="116472"/>
                </a:cubicBezTo>
                <a:cubicBezTo>
                  <a:pt x="1373770" y="108354"/>
                  <a:pt x="1369909" y="96968"/>
                  <a:pt x="1369909" y="82315"/>
                </a:cubicBezTo>
                <a:cubicBezTo>
                  <a:pt x="1369909" y="67154"/>
                  <a:pt x="1373812" y="55386"/>
                  <a:pt x="1381619" y="47013"/>
                </a:cubicBezTo>
                <a:cubicBezTo>
                  <a:pt x="1389427" y="38640"/>
                  <a:pt x="1399553" y="34454"/>
                  <a:pt x="1412000" y="34454"/>
                </a:cubicBezTo>
                <a:cubicBezTo>
                  <a:pt x="1424050" y="34454"/>
                  <a:pt x="1433894" y="38549"/>
                  <a:pt x="1441531" y="46740"/>
                </a:cubicBezTo>
                <a:cubicBezTo>
                  <a:pt x="1449169" y="54929"/>
                  <a:pt x="1452988" y="66451"/>
                  <a:pt x="1452988" y="81305"/>
                </a:cubicBezTo>
                <a:cubicBezTo>
                  <a:pt x="1452988" y="82209"/>
                  <a:pt x="1452959" y="83564"/>
                  <a:pt x="1452903" y="85370"/>
                </a:cubicBezTo>
                <a:lnTo>
                  <a:pt x="1385693" y="85370"/>
                </a:lnTo>
                <a:cubicBezTo>
                  <a:pt x="1386258" y="95243"/>
                  <a:pt x="1389059" y="102802"/>
                  <a:pt x="1394094" y="108050"/>
                </a:cubicBezTo>
                <a:cubicBezTo>
                  <a:pt x="1399129" y="113297"/>
                  <a:pt x="1405409" y="115921"/>
                  <a:pt x="1412933" y="115921"/>
                </a:cubicBezTo>
                <a:cubicBezTo>
                  <a:pt x="1418534" y="115921"/>
                  <a:pt x="1423315" y="114464"/>
                  <a:pt x="1427275" y="111550"/>
                </a:cubicBezTo>
                <a:cubicBezTo>
                  <a:pt x="1431235" y="108635"/>
                  <a:pt x="1434375" y="103982"/>
                  <a:pt x="1436694" y="97591"/>
                </a:cubicBezTo>
                <a:moveTo>
                  <a:pt x="1386541" y="72641"/>
                </a:moveTo>
                <a:lnTo>
                  <a:pt x="1436864" y="72641"/>
                </a:lnTo>
                <a:cubicBezTo>
                  <a:pt x="1436185" y="65184"/>
                  <a:pt x="1434262" y="59591"/>
                  <a:pt x="1431094" y="55863"/>
                </a:cubicBezTo>
                <a:cubicBezTo>
                  <a:pt x="1426228" y="50076"/>
                  <a:pt x="1419920" y="47183"/>
                  <a:pt x="1412169" y="47183"/>
                </a:cubicBezTo>
                <a:cubicBezTo>
                  <a:pt x="1405154" y="47183"/>
                  <a:pt x="1399256" y="49493"/>
                  <a:pt x="1394476" y="54112"/>
                </a:cubicBezTo>
                <a:cubicBezTo>
                  <a:pt x="1389695" y="58730"/>
                  <a:pt x="1387050" y="64907"/>
                  <a:pt x="1386541" y="72641"/>
                </a:cubicBezTo>
                <a:close/>
                <a:moveTo>
                  <a:pt x="1504982" y="113120"/>
                </a:moveTo>
                <a:lnTo>
                  <a:pt x="1507188" y="126613"/>
                </a:lnTo>
                <a:cubicBezTo>
                  <a:pt x="1502889" y="127405"/>
                  <a:pt x="1499042" y="127801"/>
                  <a:pt x="1495647" y="127801"/>
                </a:cubicBezTo>
                <a:cubicBezTo>
                  <a:pt x="1490103" y="127801"/>
                  <a:pt x="1485803" y="126924"/>
                  <a:pt x="1482748" y="125170"/>
                </a:cubicBezTo>
                <a:cubicBezTo>
                  <a:pt x="1479693" y="123417"/>
                  <a:pt x="1477543" y="121111"/>
                  <a:pt x="1476299" y="118254"/>
                </a:cubicBezTo>
                <a:cubicBezTo>
                  <a:pt x="1475054" y="115397"/>
                  <a:pt x="1474432" y="109386"/>
                  <a:pt x="1474432" y="100221"/>
                </a:cubicBezTo>
                <a:lnTo>
                  <a:pt x="1474432" y="48371"/>
                </a:lnTo>
                <a:lnTo>
                  <a:pt x="1463230" y="48371"/>
                </a:lnTo>
                <a:lnTo>
                  <a:pt x="1463230" y="36490"/>
                </a:lnTo>
                <a:lnTo>
                  <a:pt x="1474432" y="36490"/>
                </a:lnTo>
                <a:lnTo>
                  <a:pt x="1474432" y="14111"/>
                </a:lnTo>
                <a:lnTo>
                  <a:pt x="1489622" y="4922"/>
                </a:lnTo>
                <a:lnTo>
                  <a:pt x="1489622" y="36490"/>
                </a:lnTo>
                <a:lnTo>
                  <a:pt x="1504982" y="36490"/>
                </a:lnTo>
                <a:lnTo>
                  <a:pt x="1504982" y="48371"/>
                </a:lnTo>
                <a:lnTo>
                  <a:pt x="1489622" y="48371"/>
                </a:lnTo>
                <a:lnTo>
                  <a:pt x="1489622" y="101070"/>
                </a:lnTo>
                <a:cubicBezTo>
                  <a:pt x="1489622" y="105426"/>
                  <a:pt x="1489891" y="108226"/>
                  <a:pt x="1490428" y="109471"/>
                </a:cubicBezTo>
                <a:cubicBezTo>
                  <a:pt x="1490966" y="110716"/>
                  <a:pt x="1491843" y="111706"/>
                  <a:pt x="1493059" y="112441"/>
                </a:cubicBezTo>
                <a:cubicBezTo>
                  <a:pt x="1494275" y="113177"/>
                  <a:pt x="1496015" y="113544"/>
                  <a:pt x="1498278" y="113544"/>
                </a:cubicBezTo>
                <a:cubicBezTo>
                  <a:pt x="1499975" y="113544"/>
                  <a:pt x="1502210" y="113403"/>
                  <a:pt x="1504982" y="113120"/>
                </a:cubicBezTo>
                <a:close/>
                <a:moveTo>
                  <a:pt x="1568093" y="126613"/>
                </a:moveTo>
                <a:lnTo>
                  <a:pt x="1568093" y="36490"/>
                </a:lnTo>
                <a:lnTo>
                  <a:pt x="1581840" y="36490"/>
                </a:lnTo>
                <a:lnTo>
                  <a:pt x="1581840" y="50068"/>
                </a:lnTo>
                <a:cubicBezTo>
                  <a:pt x="1585348" y="43711"/>
                  <a:pt x="1588587" y="39519"/>
                  <a:pt x="1591557" y="37493"/>
                </a:cubicBezTo>
                <a:cubicBezTo>
                  <a:pt x="1594527" y="35467"/>
                  <a:pt x="1597794" y="34454"/>
                  <a:pt x="1601358" y="34454"/>
                </a:cubicBezTo>
                <a:cubicBezTo>
                  <a:pt x="1606507" y="34454"/>
                  <a:pt x="1611740" y="36087"/>
                  <a:pt x="1617058" y="39354"/>
                </a:cubicBezTo>
                <a:lnTo>
                  <a:pt x="1611796" y="53463"/>
                </a:lnTo>
                <a:cubicBezTo>
                  <a:pt x="1608062" y="51256"/>
                  <a:pt x="1604328" y="50153"/>
                  <a:pt x="1600594" y="50153"/>
                </a:cubicBezTo>
                <a:cubicBezTo>
                  <a:pt x="1597257" y="50153"/>
                  <a:pt x="1594258" y="51159"/>
                  <a:pt x="1591599" y="53171"/>
                </a:cubicBezTo>
                <a:cubicBezTo>
                  <a:pt x="1588940" y="55181"/>
                  <a:pt x="1587045" y="57970"/>
                  <a:pt x="1585913" y="61538"/>
                </a:cubicBezTo>
                <a:cubicBezTo>
                  <a:pt x="1584216" y="66974"/>
                  <a:pt x="1583368" y="72921"/>
                  <a:pt x="1583368" y="79377"/>
                </a:cubicBezTo>
                <a:lnTo>
                  <a:pt x="1583368" y="126613"/>
                </a:lnTo>
                <a:lnTo>
                  <a:pt x="1568093" y="126613"/>
                </a:lnTo>
                <a:close/>
                <a:moveTo>
                  <a:pt x="1684945" y="115486"/>
                </a:moveTo>
                <a:cubicBezTo>
                  <a:pt x="1679288" y="120298"/>
                  <a:pt x="1673842" y="123695"/>
                  <a:pt x="1668609" y="125677"/>
                </a:cubicBezTo>
                <a:cubicBezTo>
                  <a:pt x="1663376" y="127659"/>
                  <a:pt x="1657761" y="128650"/>
                  <a:pt x="1651764" y="128650"/>
                </a:cubicBezTo>
                <a:cubicBezTo>
                  <a:pt x="1641864" y="128650"/>
                  <a:pt x="1634255" y="126229"/>
                  <a:pt x="1628937" y="121389"/>
                </a:cubicBezTo>
                <a:cubicBezTo>
                  <a:pt x="1623619" y="116548"/>
                  <a:pt x="1620960" y="110363"/>
                  <a:pt x="1620960" y="102833"/>
                </a:cubicBezTo>
                <a:cubicBezTo>
                  <a:pt x="1620960" y="98419"/>
                  <a:pt x="1621964" y="94386"/>
                  <a:pt x="1623972" y="90735"/>
                </a:cubicBezTo>
                <a:cubicBezTo>
                  <a:pt x="1625981" y="87083"/>
                  <a:pt x="1628611" y="84152"/>
                  <a:pt x="1631864" y="81944"/>
                </a:cubicBezTo>
                <a:cubicBezTo>
                  <a:pt x="1635117" y="79736"/>
                  <a:pt x="1638780" y="78066"/>
                  <a:pt x="1642854" y="76935"/>
                </a:cubicBezTo>
                <a:cubicBezTo>
                  <a:pt x="1645852" y="76141"/>
                  <a:pt x="1650378" y="75376"/>
                  <a:pt x="1656432" y="74641"/>
                </a:cubicBezTo>
                <a:cubicBezTo>
                  <a:pt x="1668765" y="73181"/>
                  <a:pt x="1677845" y="71439"/>
                  <a:pt x="1683672" y="69417"/>
                </a:cubicBezTo>
                <a:cubicBezTo>
                  <a:pt x="1683729" y="67332"/>
                  <a:pt x="1683757" y="66008"/>
                  <a:pt x="1683757" y="65444"/>
                </a:cubicBezTo>
                <a:cubicBezTo>
                  <a:pt x="1683757" y="59244"/>
                  <a:pt x="1682314" y="54876"/>
                  <a:pt x="1679429" y="52341"/>
                </a:cubicBezTo>
                <a:cubicBezTo>
                  <a:pt x="1675525" y="48902"/>
                  <a:pt x="1669727" y="47183"/>
                  <a:pt x="1662032" y="47183"/>
                </a:cubicBezTo>
                <a:cubicBezTo>
                  <a:pt x="1654848" y="47183"/>
                  <a:pt x="1649544" y="48442"/>
                  <a:pt x="1646121" y="50959"/>
                </a:cubicBezTo>
                <a:cubicBezTo>
                  <a:pt x="1642698" y="53477"/>
                  <a:pt x="1640167" y="57932"/>
                  <a:pt x="1638526" y="64325"/>
                </a:cubicBezTo>
                <a:lnTo>
                  <a:pt x="1623590" y="62288"/>
                </a:lnTo>
                <a:cubicBezTo>
                  <a:pt x="1624948" y="55876"/>
                  <a:pt x="1627183" y="50698"/>
                  <a:pt x="1630294" y="46753"/>
                </a:cubicBezTo>
                <a:cubicBezTo>
                  <a:pt x="1633406" y="42809"/>
                  <a:pt x="1637904" y="39773"/>
                  <a:pt x="1643787" y="37647"/>
                </a:cubicBezTo>
                <a:cubicBezTo>
                  <a:pt x="1649671" y="35518"/>
                  <a:pt x="1656488" y="34454"/>
                  <a:pt x="1664239" y="34454"/>
                </a:cubicBezTo>
                <a:cubicBezTo>
                  <a:pt x="1671933" y="34454"/>
                  <a:pt x="1678184" y="35359"/>
                  <a:pt x="1682993" y="37169"/>
                </a:cubicBezTo>
                <a:cubicBezTo>
                  <a:pt x="1687802" y="38980"/>
                  <a:pt x="1691338" y="41257"/>
                  <a:pt x="1693601" y="44001"/>
                </a:cubicBezTo>
                <a:cubicBezTo>
                  <a:pt x="1695864" y="46744"/>
                  <a:pt x="1697448" y="50210"/>
                  <a:pt x="1698353" y="54396"/>
                </a:cubicBezTo>
                <a:cubicBezTo>
                  <a:pt x="1698862" y="56999"/>
                  <a:pt x="1699117" y="61694"/>
                  <a:pt x="1699117" y="68483"/>
                </a:cubicBezTo>
                <a:lnTo>
                  <a:pt x="1699117" y="88850"/>
                </a:lnTo>
                <a:cubicBezTo>
                  <a:pt x="1699117" y="103050"/>
                  <a:pt x="1699442" y="112031"/>
                  <a:pt x="1700093" y="115793"/>
                </a:cubicBezTo>
                <a:cubicBezTo>
                  <a:pt x="1700743" y="119555"/>
                  <a:pt x="1702030" y="123162"/>
                  <a:pt x="1703954" y="126613"/>
                </a:cubicBezTo>
                <a:lnTo>
                  <a:pt x="1688000" y="126613"/>
                </a:lnTo>
                <a:cubicBezTo>
                  <a:pt x="1686416" y="123441"/>
                  <a:pt x="1685398" y="119732"/>
                  <a:pt x="1684945" y="115486"/>
                </a:cubicBezTo>
                <a:moveTo>
                  <a:pt x="1683672" y="81297"/>
                </a:moveTo>
                <a:cubicBezTo>
                  <a:pt x="1678128" y="83580"/>
                  <a:pt x="1669811" y="85519"/>
                  <a:pt x="1658723" y="87115"/>
                </a:cubicBezTo>
                <a:cubicBezTo>
                  <a:pt x="1652443" y="88024"/>
                  <a:pt x="1648002" y="89047"/>
                  <a:pt x="1645400" y="90184"/>
                </a:cubicBezTo>
                <a:cubicBezTo>
                  <a:pt x="1642797" y="91319"/>
                  <a:pt x="1640789" y="92981"/>
                  <a:pt x="1639375" y="95169"/>
                </a:cubicBezTo>
                <a:cubicBezTo>
                  <a:pt x="1637960" y="97356"/>
                  <a:pt x="1637253" y="99785"/>
                  <a:pt x="1637253" y="102454"/>
                </a:cubicBezTo>
                <a:cubicBezTo>
                  <a:pt x="1637253" y="106543"/>
                  <a:pt x="1638795" y="109952"/>
                  <a:pt x="1641878" y="112680"/>
                </a:cubicBezTo>
                <a:cubicBezTo>
                  <a:pt x="1644961" y="115406"/>
                  <a:pt x="1649473" y="116769"/>
                  <a:pt x="1655413" y="116769"/>
                </a:cubicBezTo>
                <a:cubicBezTo>
                  <a:pt x="1661297" y="116769"/>
                  <a:pt x="1666530" y="115476"/>
                  <a:pt x="1671113" y="112889"/>
                </a:cubicBezTo>
                <a:cubicBezTo>
                  <a:pt x="1675695" y="110303"/>
                  <a:pt x="1679061" y="106764"/>
                  <a:pt x="1681211" y="102274"/>
                </a:cubicBezTo>
                <a:cubicBezTo>
                  <a:pt x="1682852" y="98805"/>
                  <a:pt x="1683672" y="93689"/>
                  <a:pt x="1683672" y="86925"/>
                </a:cubicBezTo>
                <a:lnTo>
                  <a:pt x="1683672" y="81297"/>
                </a:lnTo>
                <a:close/>
                <a:moveTo>
                  <a:pt x="1712583" y="126613"/>
                </a:moveTo>
                <a:lnTo>
                  <a:pt x="1745509" y="79770"/>
                </a:lnTo>
                <a:lnTo>
                  <a:pt x="1715044" y="36490"/>
                </a:lnTo>
                <a:lnTo>
                  <a:pt x="1734138" y="36490"/>
                </a:lnTo>
                <a:lnTo>
                  <a:pt x="1747970" y="57621"/>
                </a:lnTo>
                <a:cubicBezTo>
                  <a:pt x="1750573" y="61638"/>
                  <a:pt x="1752666" y="65004"/>
                  <a:pt x="1754250" y="67719"/>
                </a:cubicBezTo>
                <a:cubicBezTo>
                  <a:pt x="1756739" y="63985"/>
                  <a:pt x="1759031" y="60676"/>
                  <a:pt x="1761124" y="57791"/>
                </a:cubicBezTo>
                <a:lnTo>
                  <a:pt x="1776314" y="36490"/>
                </a:lnTo>
                <a:lnTo>
                  <a:pt x="1794559" y="36490"/>
                </a:lnTo>
                <a:lnTo>
                  <a:pt x="1763415" y="78921"/>
                </a:lnTo>
                <a:lnTo>
                  <a:pt x="1796935" y="126613"/>
                </a:lnTo>
                <a:lnTo>
                  <a:pt x="1778181" y="126613"/>
                </a:lnTo>
                <a:lnTo>
                  <a:pt x="1759681" y="98609"/>
                </a:lnTo>
                <a:lnTo>
                  <a:pt x="1754759" y="91056"/>
                </a:lnTo>
                <a:lnTo>
                  <a:pt x="1731083" y="126613"/>
                </a:lnTo>
                <a:lnTo>
                  <a:pt x="1712583" y="126613"/>
                </a:lnTo>
                <a:close/>
                <a:moveTo>
                  <a:pt x="1891330" y="113120"/>
                </a:moveTo>
                <a:lnTo>
                  <a:pt x="1893537" y="126613"/>
                </a:lnTo>
                <a:cubicBezTo>
                  <a:pt x="1889237" y="127405"/>
                  <a:pt x="1885390" y="127801"/>
                  <a:pt x="1881996" y="127801"/>
                </a:cubicBezTo>
                <a:cubicBezTo>
                  <a:pt x="1876451" y="127801"/>
                  <a:pt x="1872152" y="126924"/>
                  <a:pt x="1869097" y="125170"/>
                </a:cubicBezTo>
                <a:cubicBezTo>
                  <a:pt x="1866042" y="123417"/>
                  <a:pt x="1863892" y="121111"/>
                  <a:pt x="1862647" y="118254"/>
                </a:cubicBezTo>
                <a:cubicBezTo>
                  <a:pt x="1861403" y="115397"/>
                  <a:pt x="1860780" y="109386"/>
                  <a:pt x="1860780" y="100221"/>
                </a:cubicBezTo>
                <a:lnTo>
                  <a:pt x="1860780" y="48371"/>
                </a:lnTo>
                <a:lnTo>
                  <a:pt x="1849579" y="48371"/>
                </a:lnTo>
                <a:lnTo>
                  <a:pt x="1849579" y="36490"/>
                </a:lnTo>
                <a:lnTo>
                  <a:pt x="1860780" y="36490"/>
                </a:lnTo>
                <a:lnTo>
                  <a:pt x="1860780" y="14111"/>
                </a:lnTo>
                <a:lnTo>
                  <a:pt x="1875971" y="4922"/>
                </a:lnTo>
                <a:lnTo>
                  <a:pt x="1875971" y="36490"/>
                </a:lnTo>
                <a:lnTo>
                  <a:pt x="1891330" y="36490"/>
                </a:lnTo>
                <a:lnTo>
                  <a:pt x="1891330" y="48371"/>
                </a:lnTo>
                <a:lnTo>
                  <a:pt x="1875971" y="48371"/>
                </a:lnTo>
                <a:lnTo>
                  <a:pt x="1875971" y="101070"/>
                </a:lnTo>
                <a:cubicBezTo>
                  <a:pt x="1875971" y="105426"/>
                  <a:pt x="1876239" y="108226"/>
                  <a:pt x="1876777" y="109471"/>
                </a:cubicBezTo>
                <a:cubicBezTo>
                  <a:pt x="1877314" y="110716"/>
                  <a:pt x="1878191" y="111706"/>
                  <a:pt x="1879407" y="112441"/>
                </a:cubicBezTo>
                <a:cubicBezTo>
                  <a:pt x="1880624" y="113177"/>
                  <a:pt x="1882363" y="113544"/>
                  <a:pt x="1884626" y="113544"/>
                </a:cubicBezTo>
                <a:cubicBezTo>
                  <a:pt x="1886324" y="113544"/>
                  <a:pt x="1888558" y="113403"/>
                  <a:pt x="1891330" y="113120"/>
                </a:cubicBezTo>
                <a:close/>
                <a:moveTo>
                  <a:pt x="1900611" y="81552"/>
                </a:moveTo>
                <a:cubicBezTo>
                  <a:pt x="1900611" y="64862"/>
                  <a:pt x="1905250" y="52501"/>
                  <a:pt x="1914528" y="44467"/>
                </a:cubicBezTo>
                <a:cubicBezTo>
                  <a:pt x="1922279" y="37792"/>
                  <a:pt x="1931726" y="34454"/>
                  <a:pt x="1942872" y="34454"/>
                </a:cubicBezTo>
                <a:cubicBezTo>
                  <a:pt x="1955261" y="34454"/>
                  <a:pt x="1965388" y="38513"/>
                  <a:pt x="1973252" y="46631"/>
                </a:cubicBezTo>
                <a:cubicBezTo>
                  <a:pt x="1981116" y="54750"/>
                  <a:pt x="1985048" y="65966"/>
                  <a:pt x="1985048" y="80279"/>
                </a:cubicBezTo>
                <a:cubicBezTo>
                  <a:pt x="1985048" y="91877"/>
                  <a:pt x="1983308" y="100999"/>
                  <a:pt x="1979829" y="107647"/>
                </a:cubicBezTo>
                <a:cubicBezTo>
                  <a:pt x="1976349" y="114294"/>
                  <a:pt x="1971286" y="119456"/>
                  <a:pt x="1964638" y="123134"/>
                </a:cubicBezTo>
                <a:cubicBezTo>
                  <a:pt x="1957991" y="126811"/>
                  <a:pt x="1950735" y="128650"/>
                  <a:pt x="1942872" y="128650"/>
                </a:cubicBezTo>
                <a:cubicBezTo>
                  <a:pt x="1930255" y="128650"/>
                  <a:pt x="1920058" y="124605"/>
                  <a:pt x="1912279" y="116515"/>
                </a:cubicBezTo>
                <a:cubicBezTo>
                  <a:pt x="1904500" y="108424"/>
                  <a:pt x="1900611" y="96770"/>
                  <a:pt x="1900611" y="81552"/>
                </a:cubicBezTo>
                <a:moveTo>
                  <a:pt x="1916310" y="81509"/>
                </a:moveTo>
                <a:cubicBezTo>
                  <a:pt x="1916310" y="93008"/>
                  <a:pt x="1918827" y="101618"/>
                  <a:pt x="1923863" y="107339"/>
                </a:cubicBezTo>
                <a:cubicBezTo>
                  <a:pt x="1928898" y="113060"/>
                  <a:pt x="1935234" y="115921"/>
                  <a:pt x="1942872" y="115921"/>
                </a:cubicBezTo>
                <a:cubicBezTo>
                  <a:pt x="1950452" y="115921"/>
                  <a:pt x="1956760" y="113046"/>
                  <a:pt x="1961796" y="107297"/>
                </a:cubicBezTo>
                <a:cubicBezTo>
                  <a:pt x="1966831" y="101547"/>
                  <a:pt x="1969348" y="92783"/>
                  <a:pt x="1969348" y="81003"/>
                </a:cubicBezTo>
                <a:cubicBezTo>
                  <a:pt x="1969348" y="69898"/>
                  <a:pt x="1966817" y="61486"/>
                  <a:pt x="1961753" y="55764"/>
                </a:cubicBezTo>
                <a:cubicBezTo>
                  <a:pt x="1956690" y="50043"/>
                  <a:pt x="1950396" y="47183"/>
                  <a:pt x="1942872" y="47183"/>
                </a:cubicBezTo>
                <a:cubicBezTo>
                  <a:pt x="1935234" y="47183"/>
                  <a:pt x="1928898" y="50029"/>
                  <a:pt x="1923863" y="55722"/>
                </a:cubicBezTo>
                <a:cubicBezTo>
                  <a:pt x="1918827" y="61415"/>
                  <a:pt x="1916310" y="70011"/>
                  <a:pt x="1916310" y="81509"/>
                </a:cubicBezTo>
                <a:close/>
                <a:moveTo>
                  <a:pt x="2088750" y="126613"/>
                </a:moveTo>
                <a:lnTo>
                  <a:pt x="2040549" y="2206"/>
                </a:lnTo>
                <a:lnTo>
                  <a:pt x="2058370" y="2206"/>
                </a:lnTo>
                <a:lnTo>
                  <a:pt x="2090702" y="92584"/>
                </a:lnTo>
                <a:cubicBezTo>
                  <a:pt x="2093304" y="99825"/>
                  <a:pt x="2095483" y="106614"/>
                  <a:pt x="2097236" y="112950"/>
                </a:cubicBezTo>
                <a:cubicBezTo>
                  <a:pt x="2099160" y="106162"/>
                  <a:pt x="2101395" y="99373"/>
                  <a:pt x="2103940" y="92584"/>
                </a:cubicBezTo>
                <a:lnTo>
                  <a:pt x="2137546" y="2206"/>
                </a:lnTo>
                <a:lnTo>
                  <a:pt x="2154348" y="2206"/>
                </a:lnTo>
                <a:lnTo>
                  <a:pt x="2105638" y="126613"/>
                </a:lnTo>
                <a:lnTo>
                  <a:pt x="2088750" y="12661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A">
            <a:extLst xmlns:a="http://schemas.openxmlformats.org/drawingml/2006/main">
              <a:ext uri="{FF2B5EF4-FFF2-40B4-BE49-F238E27FC236}">
                <a16:creationId xmlns:a16="http://schemas.microsoft.com/office/drawing/2014/main" id="{519899BE-8C60-4A21-A67E-20F4823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1853" y="1812911"/>
            <a:ext cx="116430" cy="124407"/>
          </a:xfrm>
          <a:custGeom xmlns:a="http://schemas.openxmlformats.org/drawingml/2006/main">
            <a:pathLst>
              <a:path w="116430" h="124407">
                <a:moveTo>
                  <a:pt x="0" y="124407"/>
                </a:moveTo>
                <a:lnTo>
                  <a:pt x="47777" y="0"/>
                </a:lnTo>
                <a:lnTo>
                  <a:pt x="65513" y="0"/>
                </a:lnTo>
                <a:lnTo>
                  <a:pt x="116430" y="124407"/>
                </a:lnTo>
                <a:lnTo>
                  <a:pt x="97675" y="124407"/>
                </a:lnTo>
                <a:lnTo>
                  <a:pt x="83164" y="86898"/>
                </a:lnTo>
                <a:lnTo>
                  <a:pt x="31144" y="86898"/>
                </a:lnTo>
                <a:lnTo>
                  <a:pt x="17481" y="124407"/>
                </a:lnTo>
                <a:lnTo>
                  <a:pt x="0" y="124407"/>
                </a:lnTo>
                <a:moveTo>
                  <a:pt x="35896" y="73320"/>
                </a:moveTo>
                <a:lnTo>
                  <a:pt x="78072" y="73320"/>
                </a:lnTo>
                <a:lnTo>
                  <a:pt x="65089" y="38866"/>
                </a:lnTo>
                <a:cubicBezTo>
                  <a:pt x="61128" y="28400"/>
                  <a:pt x="58187" y="19801"/>
                  <a:pt x="56263" y="13069"/>
                </a:cubicBezTo>
                <a:cubicBezTo>
                  <a:pt x="54679" y="21046"/>
                  <a:pt x="52444" y="28966"/>
                  <a:pt x="49559" y="36830"/>
                </a:cubicBezTo>
                <a:lnTo>
                  <a:pt x="35896" y="7332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8.skipped">
            <a:extLst xmlns:a="http://schemas.openxmlformats.org/drawingml/2006/main">
              <a:ext uri="{FF2B5EF4-FFF2-40B4-BE49-F238E27FC236}">
                <a16:creationId xmlns:a16="http://schemas.microsoft.com/office/drawing/2014/main" id="{B35A40DC-67D9-4021-ACA4-CFB07D01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56" y="2012936"/>
            <a:ext cx="772588" cy="159539"/>
          </a:xfrm>
          <a:custGeom xmlns:a="http://schemas.openxmlformats.org/drawingml/2006/main">
            <a:pathLst>
              <a:path w="772588" h="159539">
                <a:moveTo>
                  <a:pt x="23676" y="57281"/>
                </a:moveTo>
                <a:cubicBezTo>
                  <a:pt x="17340" y="54969"/>
                  <a:pt x="12644" y="51669"/>
                  <a:pt x="9589" y="47382"/>
                </a:cubicBezTo>
                <a:cubicBezTo>
                  <a:pt x="6534" y="43095"/>
                  <a:pt x="5007" y="37961"/>
                  <a:pt x="5007" y="31982"/>
                </a:cubicBezTo>
                <a:cubicBezTo>
                  <a:pt x="5007" y="22957"/>
                  <a:pt x="8260" y="15371"/>
                  <a:pt x="14766" y="9223"/>
                </a:cubicBezTo>
                <a:cubicBezTo>
                  <a:pt x="21272" y="3074"/>
                  <a:pt x="29928" y="0"/>
                  <a:pt x="40733" y="0"/>
                </a:cubicBezTo>
                <a:cubicBezTo>
                  <a:pt x="51596" y="0"/>
                  <a:pt x="60336" y="3145"/>
                  <a:pt x="66956" y="9436"/>
                </a:cubicBezTo>
                <a:cubicBezTo>
                  <a:pt x="73575" y="15724"/>
                  <a:pt x="76884" y="23381"/>
                  <a:pt x="76884" y="32406"/>
                </a:cubicBezTo>
                <a:cubicBezTo>
                  <a:pt x="76884" y="38159"/>
                  <a:pt x="75371" y="43165"/>
                  <a:pt x="72344" y="47424"/>
                </a:cubicBezTo>
                <a:cubicBezTo>
                  <a:pt x="69318" y="51683"/>
                  <a:pt x="64721" y="54969"/>
                  <a:pt x="58554" y="57281"/>
                </a:cubicBezTo>
                <a:cubicBezTo>
                  <a:pt x="66192" y="59774"/>
                  <a:pt x="72005" y="63796"/>
                  <a:pt x="75993" y="69348"/>
                </a:cubicBezTo>
                <a:cubicBezTo>
                  <a:pt x="79982" y="74897"/>
                  <a:pt x="81976" y="81524"/>
                  <a:pt x="81976" y="89229"/>
                </a:cubicBezTo>
                <a:cubicBezTo>
                  <a:pt x="81976" y="99877"/>
                  <a:pt x="78214" y="108827"/>
                  <a:pt x="70689" y="116077"/>
                </a:cubicBezTo>
                <a:cubicBezTo>
                  <a:pt x="63165" y="123327"/>
                  <a:pt x="53265" y="126953"/>
                  <a:pt x="40988" y="126953"/>
                </a:cubicBezTo>
                <a:cubicBezTo>
                  <a:pt x="28711" y="126953"/>
                  <a:pt x="18811" y="123313"/>
                  <a:pt x="11287" y="116035"/>
                </a:cubicBezTo>
                <a:cubicBezTo>
                  <a:pt x="3762" y="108756"/>
                  <a:pt x="0" y="99678"/>
                  <a:pt x="0" y="88802"/>
                </a:cubicBezTo>
                <a:cubicBezTo>
                  <a:pt x="0" y="80703"/>
                  <a:pt x="2051" y="73920"/>
                  <a:pt x="6152" y="68454"/>
                </a:cubicBezTo>
                <a:cubicBezTo>
                  <a:pt x="10254" y="62987"/>
                  <a:pt x="16095" y="59263"/>
                  <a:pt x="23676" y="57281"/>
                </a:cubicBezTo>
                <a:moveTo>
                  <a:pt x="20621" y="31574"/>
                </a:moveTo>
                <a:cubicBezTo>
                  <a:pt x="20621" y="37406"/>
                  <a:pt x="22517" y="42173"/>
                  <a:pt x="26307" y="45875"/>
                </a:cubicBezTo>
                <a:cubicBezTo>
                  <a:pt x="30097" y="49576"/>
                  <a:pt x="35019" y="51426"/>
                  <a:pt x="41073" y="51426"/>
                </a:cubicBezTo>
                <a:cubicBezTo>
                  <a:pt x="46957" y="51426"/>
                  <a:pt x="51780" y="49589"/>
                  <a:pt x="55542" y="45915"/>
                </a:cubicBezTo>
                <a:cubicBezTo>
                  <a:pt x="59304" y="42241"/>
                  <a:pt x="61185" y="37741"/>
                  <a:pt x="61185" y="32414"/>
                </a:cubicBezTo>
                <a:cubicBezTo>
                  <a:pt x="61185" y="26861"/>
                  <a:pt x="59247" y="22192"/>
                  <a:pt x="55372" y="18407"/>
                </a:cubicBezTo>
                <a:cubicBezTo>
                  <a:pt x="51497" y="14622"/>
                  <a:pt x="46674" y="12729"/>
                  <a:pt x="40903" y="12729"/>
                </a:cubicBezTo>
                <a:cubicBezTo>
                  <a:pt x="35076" y="12729"/>
                  <a:pt x="30239" y="14580"/>
                  <a:pt x="26392" y="18282"/>
                </a:cubicBezTo>
                <a:cubicBezTo>
                  <a:pt x="22545" y="21983"/>
                  <a:pt x="20621" y="26413"/>
                  <a:pt x="20621" y="31574"/>
                </a:cubicBezTo>
                <a:moveTo>
                  <a:pt x="15699" y="88807"/>
                </a:moveTo>
                <a:cubicBezTo>
                  <a:pt x="15699" y="93157"/>
                  <a:pt x="16732" y="97364"/>
                  <a:pt x="18797" y="101430"/>
                </a:cubicBezTo>
                <a:cubicBezTo>
                  <a:pt x="20862" y="105497"/>
                  <a:pt x="23931" y="108645"/>
                  <a:pt x="28004" y="110877"/>
                </a:cubicBezTo>
                <a:cubicBezTo>
                  <a:pt x="32078" y="113108"/>
                  <a:pt x="36462" y="114223"/>
                  <a:pt x="41158" y="114223"/>
                </a:cubicBezTo>
                <a:cubicBezTo>
                  <a:pt x="48456" y="114223"/>
                  <a:pt x="54481" y="111880"/>
                  <a:pt x="59233" y="107193"/>
                </a:cubicBezTo>
                <a:cubicBezTo>
                  <a:pt x="63985" y="102505"/>
                  <a:pt x="66362" y="96546"/>
                  <a:pt x="66362" y="89317"/>
                </a:cubicBezTo>
                <a:cubicBezTo>
                  <a:pt x="66362" y="81974"/>
                  <a:pt x="63915" y="75903"/>
                  <a:pt x="59021" y="71103"/>
                </a:cubicBezTo>
                <a:cubicBezTo>
                  <a:pt x="54127" y="66301"/>
                  <a:pt x="48003" y="63901"/>
                  <a:pt x="40649" y="63901"/>
                </a:cubicBezTo>
                <a:cubicBezTo>
                  <a:pt x="33464" y="63901"/>
                  <a:pt x="27509" y="66273"/>
                  <a:pt x="22785" y="71018"/>
                </a:cubicBezTo>
                <a:cubicBezTo>
                  <a:pt x="18061" y="75762"/>
                  <a:pt x="15699" y="81691"/>
                  <a:pt x="15699" y="88807"/>
                </a:cubicBezTo>
                <a:close/>
                <a:moveTo>
                  <a:pt x="105371" y="124916"/>
                </a:moveTo>
                <a:lnTo>
                  <a:pt x="105371" y="107434"/>
                </a:lnTo>
                <a:lnTo>
                  <a:pt x="122768" y="107434"/>
                </a:lnTo>
                <a:lnTo>
                  <a:pt x="122768" y="124916"/>
                </a:lnTo>
                <a:lnTo>
                  <a:pt x="105371" y="124916"/>
                </a:lnTo>
                <a:close/>
                <a:moveTo>
                  <a:pt x="191564" y="97930"/>
                </a:moveTo>
                <a:lnTo>
                  <a:pt x="206669" y="95554"/>
                </a:lnTo>
                <a:cubicBezTo>
                  <a:pt x="207518" y="101581"/>
                  <a:pt x="209880" y="106200"/>
                  <a:pt x="213755" y="109410"/>
                </a:cubicBezTo>
                <a:cubicBezTo>
                  <a:pt x="217631" y="112619"/>
                  <a:pt x="223048" y="114223"/>
                  <a:pt x="230006" y="114223"/>
                </a:cubicBezTo>
                <a:cubicBezTo>
                  <a:pt x="237021" y="114223"/>
                  <a:pt x="242226" y="112806"/>
                  <a:pt x="245621" y="109972"/>
                </a:cubicBezTo>
                <a:cubicBezTo>
                  <a:pt x="249015" y="107137"/>
                  <a:pt x="250712" y="103811"/>
                  <a:pt x="250712" y="99996"/>
                </a:cubicBezTo>
                <a:cubicBezTo>
                  <a:pt x="250712" y="96571"/>
                  <a:pt x="249213" y="93877"/>
                  <a:pt x="246215" y="91913"/>
                </a:cubicBezTo>
                <a:cubicBezTo>
                  <a:pt x="244122" y="90566"/>
                  <a:pt x="238917" y="88853"/>
                  <a:pt x="230600" y="86776"/>
                </a:cubicBezTo>
                <a:cubicBezTo>
                  <a:pt x="219399" y="83946"/>
                  <a:pt x="211634" y="81497"/>
                  <a:pt x="207306" y="79430"/>
                </a:cubicBezTo>
                <a:cubicBezTo>
                  <a:pt x="202978" y="77363"/>
                  <a:pt x="199697" y="74504"/>
                  <a:pt x="197462" y="70851"/>
                </a:cubicBezTo>
                <a:cubicBezTo>
                  <a:pt x="195227" y="67199"/>
                  <a:pt x="194110" y="63164"/>
                  <a:pt x="194110" y="58748"/>
                </a:cubicBezTo>
                <a:cubicBezTo>
                  <a:pt x="194110" y="54728"/>
                  <a:pt x="195029" y="51004"/>
                  <a:pt x="196868" y="47578"/>
                </a:cubicBezTo>
                <a:cubicBezTo>
                  <a:pt x="198707" y="44152"/>
                  <a:pt x="201210" y="41306"/>
                  <a:pt x="204378" y="39042"/>
                </a:cubicBezTo>
                <a:cubicBezTo>
                  <a:pt x="206754" y="37286"/>
                  <a:pt x="209993" y="35800"/>
                  <a:pt x="214095" y="34584"/>
                </a:cubicBezTo>
                <a:cubicBezTo>
                  <a:pt x="218196" y="33366"/>
                  <a:pt x="222595" y="32756"/>
                  <a:pt x="227291" y="32756"/>
                </a:cubicBezTo>
                <a:cubicBezTo>
                  <a:pt x="234362" y="32756"/>
                  <a:pt x="240571" y="33782"/>
                  <a:pt x="245918" y="35833"/>
                </a:cubicBezTo>
                <a:cubicBezTo>
                  <a:pt x="251264" y="37882"/>
                  <a:pt x="255210" y="40658"/>
                  <a:pt x="257756" y="44162"/>
                </a:cubicBezTo>
                <a:cubicBezTo>
                  <a:pt x="260302" y="47665"/>
                  <a:pt x="262056" y="52349"/>
                  <a:pt x="263017" y="58215"/>
                </a:cubicBezTo>
                <a:lnTo>
                  <a:pt x="248082" y="60252"/>
                </a:lnTo>
                <a:cubicBezTo>
                  <a:pt x="247403" y="55612"/>
                  <a:pt x="245437" y="51992"/>
                  <a:pt x="242184" y="49389"/>
                </a:cubicBezTo>
                <a:cubicBezTo>
                  <a:pt x="238931" y="46787"/>
                  <a:pt x="234334" y="45486"/>
                  <a:pt x="228394" y="45486"/>
                </a:cubicBezTo>
                <a:cubicBezTo>
                  <a:pt x="221379" y="45486"/>
                  <a:pt x="216372" y="46640"/>
                  <a:pt x="213373" y="48949"/>
                </a:cubicBezTo>
                <a:cubicBezTo>
                  <a:pt x="210375" y="51256"/>
                  <a:pt x="208876" y="53959"/>
                  <a:pt x="208876" y="57056"/>
                </a:cubicBezTo>
                <a:cubicBezTo>
                  <a:pt x="208876" y="59025"/>
                  <a:pt x="209498" y="60799"/>
                  <a:pt x="210743" y="62376"/>
                </a:cubicBezTo>
                <a:cubicBezTo>
                  <a:pt x="211987" y="64008"/>
                  <a:pt x="213939" y="65358"/>
                  <a:pt x="216598" y="66428"/>
                </a:cubicBezTo>
                <a:cubicBezTo>
                  <a:pt x="218126" y="66992"/>
                  <a:pt x="222623" y="68287"/>
                  <a:pt x="230091" y="70313"/>
                </a:cubicBezTo>
                <a:cubicBezTo>
                  <a:pt x="240897" y="73196"/>
                  <a:pt x="248435" y="75557"/>
                  <a:pt x="252707" y="77394"/>
                </a:cubicBezTo>
                <a:cubicBezTo>
                  <a:pt x="256978" y="79230"/>
                  <a:pt x="260330" y="81902"/>
                  <a:pt x="262763" y="85408"/>
                </a:cubicBezTo>
                <a:cubicBezTo>
                  <a:pt x="265195" y="88912"/>
                  <a:pt x="266412" y="93263"/>
                  <a:pt x="266412" y="98463"/>
                </a:cubicBezTo>
                <a:cubicBezTo>
                  <a:pt x="266412" y="103551"/>
                  <a:pt x="264927" y="108342"/>
                  <a:pt x="261957" y="112836"/>
                </a:cubicBezTo>
                <a:cubicBezTo>
                  <a:pt x="258986" y="117329"/>
                  <a:pt x="254701" y="120805"/>
                  <a:pt x="249100" y="123264"/>
                </a:cubicBezTo>
                <a:cubicBezTo>
                  <a:pt x="243499" y="125723"/>
                  <a:pt x="237163" y="126953"/>
                  <a:pt x="230091" y="126953"/>
                </a:cubicBezTo>
                <a:cubicBezTo>
                  <a:pt x="218380" y="126953"/>
                  <a:pt x="209456" y="124513"/>
                  <a:pt x="203317" y="119633"/>
                </a:cubicBezTo>
                <a:cubicBezTo>
                  <a:pt x="197179" y="114754"/>
                  <a:pt x="193261" y="107519"/>
                  <a:pt x="191564" y="97930"/>
                </a:cubicBezTo>
                <a:close/>
                <a:moveTo>
                  <a:pt x="284658" y="124916"/>
                </a:moveTo>
                <a:lnTo>
                  <a:pt x="284658" y="509"/>
                </a:lnTo>
                <a:lnTo>
                  <a:pt x="299933" y="509"/>
                </a:lnTo>
                <a:lnTo>
                  <a:pt x="299933" y="71453"/>
                </a:lnTo>
                <a:lnTo>
                  <a:pt x="336084" y="34793"/>
                </a:lnTo>
                <a:lnTo>
                  <a:pt x="355856" y="34793"/>
                </a:lnTo>
                <a:lnTo>
                  <a:pt x="321403" y="68228"/>
                </a:lnTo>
                <a:lnTo>
                  <a:pt x="359336" y="124916"/>
                </a:lnTo>
                <a:lnTo>
                  <a:pt x="340497" y="124916"/>
                </a:lnTo>
                <a:lnTo>
                  <a:pt x="310710" y="78836"/>
                </a:lnTo>
                <a:lnTo>
                  <a:pt x="299933" y="89189"/>
                </a:lnTo>
                <a:lnTo>
                  <a:pt x="299933" y="124916"/>
                </a:lnTo>
                <a:lnTo>
                  <a:pt x="284658" y="124916"/>
                </a:lnTo>
                <a:close/>
                <a:moveTo>
                  <a:pt x="371556" y="18160"/>
                </a:moveTo>
                <a:lnTo>
                  <a:pt x="371556" y="509"/>
                </a:lnTo>
                <a:lnTo>
                  <a:pt x="386831" y="509"/>
                </a:lnTo>
                <a:lnTo>
                  <a:pt x="386831" y="18160"/>
                </a:lnTo>
                <a:lnTo>
                  <a:pt x="371556" y="18160"/>
                </a:lnTo>
                <a:moveTo>
                  <a:pt x="371556" y="124916"/>
                </a:moveTo>
                <a:lnTo>
                  <a:pt x="371556" y="34793"/>
                </a:lnTo>
                <a:lnTo>
                  <a:pt x="386831" y="34793"/>
                </a:lnTo>
                <a:lnTo>
                  <a:pt x="386831" y="124916"/>
                </a:lnTo>
                <a:lnTo>
                  <a:pt x="371556" y="124916"/>
                </a:lnTo>
                <a:close/>
                <a:moveTo>
                  <a:pt x="410054" y="159539"/>
                </a:moveTo>
                <a:lnTo>
                  <a:pt x="410054" y="34793"/>
                </a:lnTo>
                <a:lnTo>
                  <a:pt x="423972" y="34793"/>
                </a:lnTo>
                <a:lnTo>
                  <a:pt x="423972" y="46419"/>
                </a:lnTo>
                <a:cubicBezTo>
                  <a:pt x="427253" y="41865"/>
                  <a:pt x="430959" y="38449"/>
                  <a:pt x="435088" y="36172"/>
                </a:cubicBezTo>
                <a:cubicBezTo>
                  <a:pt x="439218" y="33895"/>
                  <a:pt x="444225" y="32756"/>
                  <a:pt x="450109" y="32756"/>
                </a:cubicBezTo>
                <a:cubicBezTo>
                  <a:pt x="457803" y="32756"/>
                  <a:pt x="464592" y="34737"/>
                  <a:pt x="470476" y="38697"/>
                </a:cubicBezTo>
                <a:cubicBezTo>
                  <a:pt x="476359" y="42657"/>
                  <a:pt x="480800" y="48244"/>
                  <a:pt x="483799" y="55457"/>
                </a:cubicBezTo>
                <a:cubicBezTo>
                  <a:pt x="486797" y="62670"/>
                  <a:pt x="488296" y="70576"/>
                  <a:pt x="488296" y="79176"/>
                </a:cubicBezTo>
                <a:cubicBezTo>
                  <a:pt x="488296" y="88397"/>
                  <a:pt x="486642" y="96699"/>
                  <a:pt x="483332" y="104082"/>
                </a:cubicBezTo>
                <a:cubicBezTo>
                  <a:pt x="480023" y="111465"/>
                  <a:pt x="475214" y="117123"/>
                  <a:pt x="468906" y="121055"/>
                </a:cubicBezTo>
                <a:cubicBezTo>
                  <a:pt x="462598" y="124987"/>
                  <a:pt x="455964" y="126953"/>
                  <a:pt x="449006" y="126953"/>
                </a:cubicBezTo>
                <a:cubicBezTo>
                  <a:pt x="443914" y="126953"/>
                  <a:pt x="439346" y="125863"/>
                  <a:pt x="435301" y="123685"/>
                </a:cubicBezTo>
                <a:cubicBezTo>
                  <a:pt x="431256" y="121505"/>
                  <a:pt x="427932" y="118753"/>
                  <a:pt x="425329" y="115427"/>
                </a:cubicBezTo>
                <a:lnTo>
                  <a:pt x="425329" y="159539"/>
                </a:lnTo>
                <a:lnTo>
                  <a:pt x="410054" y="159539"/>
                </a:lnTo>
                <a:moveTo>
                  <a:pt x="423887" y="80236"/>
                </a:moveTo>
                <a:cubicBezTo>
                  <a:pt x="423887" y="91820"/>
                  <a:pt x="426235" y="100380"/>
                  <a:pt x="430930" y="105918"/>
                </a:cubicBezTo>
                <a:cubicBezTo>
                  <a:pt x="435626" y="111455"/>
                  <a:pt x="441312" y="114223"/>
                  <a:pt x="447987" y="114223"/>
                </a:cubicBezTo>
                <a:cubicBezTo>
                  <a:pt x="454776" y="114223"/>
                  <a:pt x="460589" y="111356"/>
                  <a:pt x="465426" y="105621"/>
                </a:cubicBezTo>
                <a:cubicBezTo>
                  <a:pt x="470263" y="99885"/>
                  <a:pt x="472682" y="91000"/>
                  <a:pt x="472682" y="78963"/>
                </a:cubicBezTo>
                <a:cubicBezTo>
                  <a:pt x="472682" y="67493"/>
                  <a:pt x="470320" y="58904"/>
                  <a:pt x="465596" y="53197"/>
                </a:cubicBezTo>
                <a:cubicBezTo>
                  <a:pt x="460872" y="47491"/>
                  <a:pt x="455229" y="44637"/>
                  <a:pt x="448666" y="44637"/>
                </a:cubicBezTo>
                <a:cubicBezTo>
                  <a:pt x="442160" y="44637"/>
                  <a:pt x="436404" y="47674"/>
                  <a:pt x="431397" y="53749"/>
                </a:cubicBezTo>
                <a:cubicBezTo>
                  <a:pt x="426390" y="59824"/>
                  <a:pt x="423887" y="68653"/>
                  <a:pt x="423887" y="80236"/>
                </a:cubicBezTo>
                <a:close/>
                <a:moveTo>
                  <a:pt x="506685" y="159539"/>
                </a:moveTo>
                <a:lnTo>
                  <a:pt x="506685" y="34793"/>
                </a:lnTo>
                <a:lnTo>
                  <a:pt x="520602" y="34793"/>
                </a:lnTo>
                <a:lnTo>
                  <a:pt x="520602" y="46419"/>
                </a:lnTo>
                <a:cubicBezTo>
                  <a:pt x="523884" y="41865"/>
                  <a:pt x="527589" y="38449"/>
                  <a:pt x="531719" y="36172"/>
                </a:cubicBezTo>
                <a:cubicBezTo>
                  <a:pt x="535849" y="33895"/>
                  <a:pt x="540856" y="32756"/>
                  <a:pt x="546740" y="32756"/>
                </a:cubicBezTo>
                <a:cubicBezTo>
                  <a:pt x="554434" y="32756"/>
                  <a:pt x="561223" y="34737"/>
                  <a:pt x="567106" y="38697"/>
                </a:cubicBezTo>
                <a:cubicBezTo>
                  <a:pt x="572990" y="42657"/>
                  <a:pt x="577431" y="48244"/>
                  <a:pt x="580429" y="55457"/>
                </a:cubicBezTo>
                <a:cubicBezTo>
                  <a:pt x="583428" y="62670"/>
                  <a:pt x="584927" y="70576"/>
                  <a:pt x="584927" y="79176"/>
                </a:cubicBezTo>
                <a:cubicBezTo>
                  <a:pt x="584927" y="88397"/>
                  <a:pt x="583272" y="96699"/>
                  <a:pt x="579963" y="104082"/>
                </a:cubicBezTo>
                <a:cubicBezTo>
                  <a:pt x="576653" y="111465"/>
                  <a:pt x="571844" y="117123"/>
                  <a:pt x="565536" y="121055"/>
                </a:cubicBezTo>
                <a:cubicBezTo>
                  <a:pt x="559228" y="124987"/>
                  <a:pt x="552595" y="126953"/>
                  <a:pt x="545636" y="126953"/>
                </a:cubicBezTo>
                <a:cubicBezTo>
                  <a:pt x="540545" y="126953"/>
                  <a:pt x="535976" y="125863"/>
                  <a:pt x="531931" y="123685"/>
                </a:cubicBezTo>
                <a:cubicBezTo>
                  <a:pt x="527886" y="121505"/>
                  <a:pt x="524562" y="118753"/>
                  <a:pt x="521960" y="115427"/>
                </a:cubicBezTo>
                <a:lnTo>
                  <a:pt x="521960" y="159539"/>
                </a:lnTo>
                <a:lnTo>
                  <a:pt x="506685" y="159539"/>
                </a:lnTo>
                <a:moveTo>
                  <a:pt x="520517" y="80236"/>
                </a:moveTo>
                <a:cubicBezTo>
                  <a:pt x="520517" y="91820"/>
                  <a:pt x="522865" y="100380"/>
                  <a:pt x="527561" y="105918"/>
                </a:cubicBezTo>
                <a:cubicBezTo>
                  <a:pt x="532257" y="111455"/>
                  <a:pt x="537942" y="114223"/>
                  <a:pt x="544618" y="114223"/>
                </a:cubicBezTo>
                <a:cubicBezTo>
                  <a:pt x="551407" y="114223"/>
                  <a:pt x="557220" y="111356"/>
                  <a:pt x="562057" y="105621"/>
                </a:cubicBezTo>
                <a:cubicBezTo>
                  <a:pt x="566894" y="99885"/>
                  <a:pt x="569313" y="91000"/>
                  <a:pt x="569313" y="78963"/>
                </a:cubicBezTo>
                <a:cubicBezTo>
                  <a:pt x="569313" y="67493"/>
                  <a:pt x="566951" y="58904"/>
                  <a:pt x="562227" y="53197"/>
                </a:cubicBezTo>
                <a:cubicBezTo>
                  <a:pt x="557503" y="47491"/>
                  <a:pt x="551860" y="44637"/>
                  <a:pt x="545297" y="44637"/>
                </a:cubicBezTo>
                <a:cubicBezTo>
                  <a:pt x="538791" y="44637"/>
                  <a:pt x="533034" y="47674"/>
                  <a:pt x="528028" y="53749"/>
                </a:cubicBezTo>
                <a:cubicBezTo>
                  <a:pt x="523021" y="59824"/>
                  <a:pt x="520517" y="68653"/>
                  <a:pt x="520517" y="80236"/>
                </a:cubicBezTo>
                <a:close/>
                <a:moveTo>
                  <a:pt x="665010" y="95893"/>
                </a:moveTo>
                <a:lnTo>
                  <a:pt x="680794" y="97845"/>
                </a:lnTo>
                <a:cubicBezTo>
                  <a:pt x="678305" y="107067"/>
                  <a:pt x="673694" y="114223"/>
                  <a:pt x="666962" y="119315"/>
                </a:cubicBezTo>
                <a:cubicBezTo>
                  <a:pt x="660229" y="124407"/>
                  <a:pt x="651630" y="126953"/>
                  <a:pt x="641164" y="126953"/>
                </a:cubicBezTo>
                <a:cubicBezTo>
                  <a:pt x="627982" y="126953"/>
                  <a:pt x="617530" y="122893"/>
                  <a:pt x="609808" y="114775"/>
                </a:cubicBezTo>
                <a:cubicBezTo>
                  <a:pt x="602085" y="106657"/>
                  <a:pt x="598224" y="95271"/>
                  <a:pt x="598224" y="80618"/>
                </a:cubicBezTo>
                <a:cubicBezTo>
                  <a:pt x="598224" y="65456"/>
                  <a:pt x="602128" y="53689"/>
                  <a:pt x="609935" y="45316"/>
                </a:cubicBezTo>
                <a:cubicBezTo>
                  <a:pt x="617742" y="36943"/>
                  <a:pt x="627869" y="32756"/>
                  <a:pt x="640315" y="32756"/>
                </a:cubicBezTo>
                <a:cubicBezTo>
                  <a:pt x="652365" y="32756"/>
                  <a:pt x="662209" y="36852"/>
                  <a:pt x="669847" y="45043"/>
                </a:cubicBezTo>
                <a:cubicBezTo>
                  <a:pt x="677484" y="53232"/>
                  <a:pt x="681303" y="64754"/>
                  <a:pt x="681303" y="79608"/>
                </a:cubicBezTo>
                <a:cubicBezTo>
                  <a:pt x="681303" y="80511"/>
                  <a:pt x="681275" y="81866"/>
                  <a:pt x="681218" y="83673"/>
                </a:cubicBezTo>
                <a:lnTo>
                  <a:pt x="614008" y="83673"/>
                </a:lnTo>
                <a:cubicBezTo>
                  <a:pt x="614574" y="93545"/>
                  <a:pt x="617374" y="101105"/>
                  <a:pt x="622409" y="106352"/>
                </a:cubicBezTo>
                <a:cubicBezTo>
                  <a:pt x="627445" y="111600"/>
                  <a:pt x="633724" y="114223"/>
                  <a:pt x="641249" y="114223"/>
                </a:cubicBezTo>
                <a:cubicBezTo>
                  <a:pt x="646849" y="114223"/>
                  <a:pt x="651630" y="112767"/>
                  <a:pt x="655590" y="109853"/>
                </a:cubicBezTo>
                <a:cubicBezTo>
                  <a:pt x="659550" y="106938"/>
                  <a:pt x="662690" y="102284"/>
                  <a:pt x="665010" y="95893"/>
                </a:cubicBezTo>
                <a:moveTo>
                  <a:pt x="614857" y="70944"/>
                </a:moveTo>
                <a:lnTo>
                  <a:pt x="665180" y="70944"/>
                </a:lnTo>
                <a:cubicBezTo>
                  <a:pt x="664501" y="63487"/>
                  <a:pt x="662577" y="57894"/>
                  <a:pt x="659409" y="54165"/>
                </a:cubicBezTo>
                <a:cubicBezTo>
                  <a:pt x="654544" y="48379"/>
                  <a:pt x="648236" y="45486"/>
                  <a:pt x="640485" y="45486"/>
                </a:cubicBezTo>
                <a:cubicBezTo>
                  <a:pt x="633470" y="45486"/>
                  <a:pt x="627572" y="47795"/>
                  <a:pt x="622791" y="52415"/>
                </a:cubicBezTo>
                <a:cubicBezTo>
                  <a:pt x="618011" y="57033"/>
                  <a:pt x="615366" y="63209"/>
                  <a:pt x="614857" y="70944"/>
                </a:cubicBezTo>
                <a:close/>
                <a:moveTo>
                  <a:pt x="758416" y="124916"/>
                </a:moveTo>
                <a:lnTo>
                  <a:pt x="758416" y="113544"/>
                </a:lnTo>
                <a:cubicBezTo>
                  <a:pt x="752702" y="122483"/>
                  <a:pt x="744300" y="126953"/>
                  <a:pt x="733212" y="126953"/>
                </a:cubicBezTo>
                <a:cubicBezTo>
                  <a:pt x="726027" y="126953"/>
                  <a:pt x="719422" y="124972"/>
                  <a:pt x="713397" y="121012"/>
                </a:cubicBezTo>
                <a:cubicBezTo>
                  <a:pt x="707372" y="117052"/>
                  <a:pt x="702704" y="111522"/>
                  <a:pt x="699395" y="104422"/>
                </a:cubicBezTo>
                <a:cubicBezTo>
                  <a:pt x="696085" y="97322"/>
                  <a:pt x="694430" y="89161"/>
                  <a:pt x="694430" y="79939"/>
                </a:cubicBezTo>
                <a:cubicBezTo>
                  <a:pt x="694430" y="70944"/>
                  <a:pt x="695930" y="62783"/>
                  <a:pt x="698928" y="55457"/>
                </a:cubicBezTo>
                <a:cubicBezTo>
                  <a:pt x="701926" y="48131"/>
                  <a:pt x="706424" y="42516"/>
                  <a:pt x="712421" y="38612"/>
                </a:cubicBezTo>
                <a:cubicBezTo>
                  <a:pt x="718418" y="34708"/>
                  <a:pt x="725122" y="32756"/>
                  <a:pt x="732533" y="32756"/>
                </a:cubicBezTo>
                <a:cubicBezTo>
                  <a:pt x="737964" y="32756"/>
                  <a:pt x="742801" y="33902"/>
                  <a:pt x="747044" y="36193"/>
                </a:cubicBezTo>
                <a:cubicBezTo>
                  <a:pt x="751287" y="38485"/>
                  <a:pt x="754738" y="41469"/>
                  <a:pt x="757397" y="45146"/>
                </a:cubicBezTo>
                <a:lnTo>
                  <a:pt x="757397" y="509"/>
                </a:lnTo>
                <a:lnTo>
                  <a:pt x="772588" y="509"/>
                </a:lnTo>
                <a:lnTo>
                  <a:pt x="772588" y="124916"/>
                </a:lnTo>
                <a:lnTo>
                  <a:pt x="758416" y="124916"/>
                </a:lnTo>
                <a:moveTo>
                  <a:pt x="710130" y="79897"/>
                </a:moveTo>
                <a:cubicBezTo>
                  <a:pt x="710130" y="91396"/>
                  <a:pt x="712562" y="99991"/>
                  <a:pt x="717428" y="105684"/>
                </a:cubicBezTo>
                <a:cubicBezTo>
                  <a:pt x="722293" y="111377"/>
                  <a:pt x="728035" y="114223"/>
                  <a:pt x="734655" y="114223"/>
                </a:cubicBezTo>
                <a:cubicBezTo>
                  <a:pt x="741330" y="114223"/>
                  <a:pt x="747002" y="111504"/>
                  <a:pt x="751669" y="106066"/>
                </a:cubicBezTo>
                <a:cubicBezTo>
                  <a:pt x="756337" y="100626"/>
                  <a:pt x="758670" y="92326"/>
                  <a:pt x="758670" y="81165"/>
                </a:cubicBezTo>
                <a:cubicBezTo>
                  <a:pt x="758670" y="68877"/>
                  <a:pt x="756294" y="59859"/>
                  <a:pt x="751542" y="54110"/>
                </a:cubicBezTo>
                <a:cubicBezTo>
                  <a:pt x="746790" y="48360"/>
                  <a:pt x="740934" y="45486"/>
                  <a:pt x="733976" y="45486"/>
                </a:cubicBezTo>
                <a:cubicBezTo>
                  <a:pt x="727187" y="45486"/>
                  <a:pt x="721515" y="48248"/>
                  <a:pt x="716961" y="53773"/>
                </a:cubicBezTo>
                <a:cubicBezTo>
                  <a:pt x="712407" y="59296"/>
                  <a:pt x="710130" y="68004"/>
                  <a:pt x="710130" y="79897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9.useStoskip">
            <a:extLst xmlns:a="http://schemas.openxmlformats.org/drawingml/2006/main">
              <a:ext uri="{FF2B5EF4-FFF2-40B4-BE49-F238E27FC236}">
                <a16:creationId xmlns:a16="http://schemas.microsoft.com/office/drawing/2014/main" id="{87A5E95E-D4C0-42AD-B73B-BE3BEE16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626" y="2225141"/>
            <a:ext cx="1174101" cy="161236"/>
          </a:xfrm>
          <a:custGeom xmlns:a="http://schemas.openxmlformats.org/drawingml/2006/main">
            <a:pathLst>
              <a:path w="1174101" h="161236">
                <a:moveTo>
                  <a:pt x="2291" y="97598"/>
                </a:moveTo>
                <a:lnTo>
                  <a:pt x="16972" y="96233"/>
                </a:lnTo>
                <a:cubicBezTo>
                  <a:pt x="18217" y="103135"/>
                  <a:pt x="20593" y="108142"/>
                  <a:pt x="24101" y="111253"/>
                </a:cubicBezTo>
                <a:cubicBezTo>
                  <a:pt x="27608" y="114365"/>
                  <a:pt x="32106" y="115921"/>
                  <a:pt x="37594" y="115921"/>
                </a:cubicBezTo>
                <a:cubicBezTo>
                  <a:pt x="42289" y="115921"/>
                  <a:pt x="46405" y="114846"/>
                  <a:pt x="49941" y="112696"/>
                </a:cubicBezTo>
                <a:cubicBezTo>
                  <a:pt x="53477" y="110546"/>
                  <a:pt x="56376" y="107675"/>
                  <a:pt x="58639" y="104082"/>
                </a:cubicBezTo>
                <a:cubicBezTo>
                  <a:pt x="60902" y="100490"/>
                  <a:pt x="62797" y="95639"/>
                  <a:pt x="64325" y="89529"/>
                </a:cubicBezTo>
                <a:cubicBezTo>
                  <a:pt x="65852" y="83419"/>
                  <a:pt x="66616" y="77196"/>
                  <a:pt x="66616" y="70859"/>
                </a:cubicBezTo>
                <a:cubicBezTo>
                  <a:pt x="66616" y="70180"/>
                  <a:pt x="66588" y="69162"/>
                  <a:pt x="66531" y="67804"/>
                </a:cubicBezTo>
                <a:cubicBezTo>
                  <a:pt x="63476" y="72670"/>
                  <a:pt x="59304" y="76616"/>
                  <a:pt x="54014" y="79642"/>
                </a:cubicBezTo>
                <a:cubicBezTo>
                  <a:pt x="48725" y="82669"/>
                  <a:pt x="42996" y="84182"/>
                  <a:pt x="36830" y="84182"/>
                </a:cubicBezTo>
                <a:cubicBezTo>
                  <a:pt x="26533" y="84182"/>
                  <a:pt x="17821" y="80460"/>
                  <a:pt x="10693" y="73015"/>
                </a:cubicBezTo>
                <a:cubicBezTo>
                  <a:pt x="3564" y="65570"/>
                  <a:pt x="0" y="55757"/>
                  <a:pt x="0" y="43574"/>
                </a:cubicBezTo>
                <a:cubicBezTo>
                  <a:pt x="0" y="30996"/>
                  <a:pt x="3720" y="20873"/>
                  <a:pt x="11159" y="13204"/>
                </a:cubicBezTo>
                <a:cubicBezTo>
                  <a:pt x="18599" y="5533"/>
                  <a:pt x="27919" y="1697"/>
                  <a:pt x="39121" y="1697"/>
                </a:cubicBezTo>
                <a:cubicBezTo>
                  <a:pt x="47211" y="1697"/>
                  <a:pt x="54608" y="3874"/>
                  <a:pt x="61312" y="8229"/>
                </a:cubicBezTo>
                <a:cubicBezTo>
                  <a:pt x="68016" y="12582"/>
                  <a:pt x="73108" y="18786"/>
                  <a:pt x="76587" y="26843"/>
                </a:cubicBezTo>
                <a:cubicBezTo>
                  <a:pt x="80067" y="34899"/>
                  <a:pt x="81806" y="46560"/>
                  <a:pt x="81806" y="61824"/>
                </a:cubicBezTo>
                <a:cubicBezTo>
                  <a:pt x="81806" y="77711"/>
                  <a:pt x="80081" y="90361"/>
                  <a:pt x="76630" y="99776"/>
                </a:cubicBezTo>
                <a:cubicBezTo>
                  <a:pt x="73179" y="109188"/>
                  <a:pt x="68045" y="116354"/>
                  <a:pt x="61227" y="121272"/>
                </a:cubicBezTo>
                <a:cubicBezTo>
                  <a:pt x="54410" y="126191"/>
                  <a:pt x="46419" y="128650"/>
                  <a:pt x="37254" y="128650"/>
                </a:cubicBezTo>
                <a:cubicBezTo>
                  <a:pt x="27523" y="128650"/>
                  <a:pt x="19575" y="125934"/>
                  <a:pt x="13408" y="120503"/>
                </a:cubicBezTo>
                <a:cubicBezTo>
                  <a:pt x="7241" y="115072"/>
                  <a:pt x="3536" y="107437"/>
                  <a:pt x="2291" y="97598"/>
                </a:cubicBezTo>
                <a:moveTo>
                  <a:pt x="64834" y="42852"/>
                </a:moveTo>
                <a:cubicBezTo>
                  <a:pt x="64834" y="34136"/>
                  <a:pt x="62500" y="27220"/>
                  <a:pt x="57833" y="22104"/>
                </a:cubicBezTo>
                <a:cubicBezTo>
                  <a:pt x="53166" y="16986"/>
                  <a:pt x="47551" y="14426"/>
                  <a:pt x="40988" y="14426"/>
                </a:cubicBezTo>
                <a:cubicBezTo>
                  <a:pt x="34199" y="14426"/>
                  <a:pt x="28287" y="17182"/>
                  <a:pt x="23252" y="22692"/>
                </a:cubicBezTo>
                <a:cubicBezTo>
                  <a:pt x="18217" y="28203"/>
                  <a:pt x="15699" y="35345"/>
                  <a:pt x="15699" y="44117"/>
                </a:cubicBezTo>
                <a:cubicBezTo>
                  <a:pt x="15699" y="51992"/>
                  <a:pt x="18090" y="58389"/>
                  <a:pt x="22870" y="63309"/>
                </a:cubicBezTo>
                <a:cubicBezTo>
                  <a:pt x="27651" y="68229"/>
                  <a:pt x="33549" y="70689"/>
                  <a:pt x="40564" y="70689"/>
                </a:cubicBezTo>
                <a:cubicBezTo>
                  <a:pt x="47635" y="70689"/>
                  <a:pt x="53448" y="68229"/>
                  <a:pt x="58003" y="63309"/>
                </a:cubicBezTo>
                <a:cubicBezTo>
                  <a:pt x="62557" y="58389"/>
                  <a:pt x="64834" y="51570"/>
                  <a:pt x="64834" y="42852"/>
                </a:cubicBezTo>
                <a:close/>
                <a:moveTo>
                  <a:pt x="105201" y="126613"/>
                </a:moveTo>
                <a:lnTo>
                  <a:pt x="105201" y="109132"/>
                </a:lnTo>
                <a:lnTo>
                  <a:pt x="122598" y="109132"/>
                </a:lnTo>
                <a:lnTo>
                  <a:pt x="122598" y="126613"/>
                </a:lnTo>
                <a:lnTo>
                  <a:pt x="105201" y="126613"/>
                </a:lnTo>
                <a:close/>
                <a:moveTo>
                  <a:pt x="256568" y="126613"/>
                </a:moveTo>
                <a:lnTo>
                  <a:pt x="256568" y="113375"/>
                </a:lnTo>
                <a:cubicBezTo>
                  <a:pt x="249553" y="123558"/>
                  <a:pt x="240020" y="128650"/>
                  <a:pt x="227970" y="128650"/>
                </a:cubicBezTo>
                <a:cubicBezTo>
                  <a:pt x="222652" y="128650"/>
                  <a:pt x="217687" y="127631"/>
                  <a:pt x="213076" y="125595"/>
                </a:cubicBezTo>
                <a:cubicBezTo>
                  <a:pt x="208466" y="123558"/>
                  <a:pt x="205043" y="120998"/>
                  <a:pt x="202808" y="117915"/>
                </a:cubicBezTo>
                <a:cubicBezTo>
                  <a:pt x="200574" y="114832"/>
                  <a:pt x="199004" y="111055"/>
                  <a:pt x="198098" y="106586"/>
                </a:cubicBezTo>
                <a:cubicBezTo>
                  <a:pt x="197476" y="103587"/>
                  <a:pt x="197165" y="98835"/>
                  <a:pt x="197165" y="92329"/>
                </a:cubicBezTo>
                <a:lnTo>
                  <a:pt x="197165" y="36490"/>
                </a:lnTo>
                <a:lnTo>
                  <a:pt x="212440" y="36490"/>
                </a:lnTo>
                <a:lnTo>
                  <a:pt x="212440" y="86474"/>
                </a:lnTo>
                <a:cubicBezTo>
                  <a:pt x="212440" y="94451"/>
                  <a:pt x="212751" y="99825"/>
                  <a:pt x="213373" y="102597"/>
                </a:cubicBezTo>
                <a:cubicBezTo>
                  <a:pt x="214335" y="106614"/>
                  <a:pt x="216372" y="109768"/>
                  <a:pt x="219483" y="112059"/>
                </a:cubicBezTo>
                <a:cubicBezTo>
                  <a:pt x="222595" y="114351"/>
                  <a:pt x="226442" y="115496"/>
                  <a:pt x="231025" y="115496"/>
                </a:cubicBezTo>
                <a:cubicBezTo>
                  <a:pt x="235607" y="115496"/>
                  <a:pt x="239907" y="114322"/>
                  <a:pt x="243924" y="111975"/>
                </a:cubicBezTo>
                <a:cubicBezTo>
                  <a:pt x="247940" y="109627"/>
                  <a:pt x="250783" y="106430"/>
                  <a:pt x="252452" y="102385"/>
                </a:cubicBezTo>
                <a:cubicBezTo>
                  <a:pt x="254121" y="98340"/>
                  <a:pt x="254955" y="92471"/>
                  <a:pt x="254955" y="84776"/>
                </a:cubicBezTo>
                <a:lnTo>
                  <a:pt x="254955" y="36490"/>
                </a:lnTo>
                <a:lnTo>
                  <a:pt x="270231" y="36490"/>
                </a:lnTo>
                <a:lnTo>
                  <a:pt x="270231" y="126613"/>
                </a:lnTo>
                <a:lnTo>
                  <a:pt x="256568" y="126613"/>
                </a:lnTo>
                <a:close/>
                <a:moveTo>
                  <a:pt x="288027" y="99627"/>
                </a:moveTo>
                <a:lnTo>
                  <a:pt x="303132" y="97251"/>
                </a:lnTo>
                <a:cubicBezTo>
                  <a:pt x="303981" y="103278"/>
                  <a:pt x="306343" y="107897"/>
                  <a:pt x="310218" y="111107"/>
                </a:cubicBezTo>
                <a:cubicBezTo>
                  <a:pt x="314094" y="114316"/>
                  <a:pt x="319511" y="115921"/>
                  <a:pt x="326469" y="115921"/>
                </a:cubicBezTo>
                <a:cubicBezTo>
                  <a:pt x="333484" y="115921"/>
                  <a:pt x="338689" y="114504"/>
                  <a:pt x="342084" y="111670"/>
                </a:cubicBezTo>
                <a:cubicBezTo>
                  <a:pt x="345478" y="108834"/>
                  <a:pt x="347175" y="105508"/>
                  <a:pt x="347175" y="101693"/>
                </a:cubicBezTo>
                <a:cubicBezTo>
                  <a:pt x="347175" y="98269"/>
                  <a:pt x="345676" y="95574"/>
                  <a:pt x="342678" y="93610"/>
                </a:cubicBezTo>
                <a:cubicBezTo>
                  <a:pt x="340584" y="92263"/>
                  <a:pt x="335380" y="90551"/>
                  <a:pt x="327063" y="88473"/>
                </a:cubicBezTo>
                <a:cubicBezTo>
                  <a:pt x="315862" y="85643"/>
                  <a:pt x="308097" y="83194"/>
                  <a:pt x="303769" y="81127"/>
                </a:cubicBezTo>
                <a:cubicBezTo>
                  <a:pt x="299441" y="79061"/>
                  <a:pt x="296160" y="76201"/>
                  <a:pt x="293925" y="72548"/>
                </a:cubicBezTo>
                <a:cubicBezTo>
                  <a:pt x="291690" y="68896"/>
                  <a:pt x="290573" y="64861"/>
                  <a:pt x="290573" y="60445"/>
                </a:cubicBezTo>
                <a:cubicBezTo>
                  <a:pt x="290573" y="56425"/>
                  <a:pt x="291492" y="52702"/>
                  <a:pt x="293331" y="49275"/>
                </a:cubicBezTo>
                <a:cubicBezTo>
                  <a:pt x="295169" y="45849"/>
                  <a:pt x="297673" y="43003"/>
                  <a:pt x="300841" y="40739"/>
                </a:cubicBezTo>
                <a:cubicBezTo>
                  <a:pt x="303217" y="38983"/>
                  <a:pt x="306456" y="37497"/>
                  <a:pt x="310558" y="36281"/>
                </a:cubicBezTo>
                <a:cubicBezTo>
                  <a:pt x="314659" y="35063"/>
                  <a:pt x="319058" y="34454"/>
                  <a:pt x="323754" y="34454"/>
                </a:cubicBezTo>
                <a:cubicBezTo>
                  <a:pt x="330825" y="34454"/>
                  <a:pt x="337034" y="35479"/>
                  <a:pt x="342381" y="37530"/>
                </a:cubicBezTo>
                <a:cubicBezTo>
                  <a:pt x="347727" y="39579"/>
                  <a:pt x="351673" y="42356"/>
                  <a:pt x="354219" y="45860"/>
                </a:cubicBezTo>
                <a:cubicBezTo>
                  <a:pt x="356765" y="49362"/>
                  <a:pt x="358518" y="54046"/>
                  <a:pt x="359480" y="59912"/>
                </a:cubicBezTo>
                <a:lnTo>
                  <a:pt x="344545" y="61949"/>
                </a:lnTo>
                <a:cubicBezTo>
                  <a:pt x="343866" y="57310"/>
                  <a:pt x="341900" y="53689"/>
                  <a:pt x="338647" y="51087"/>
                </a:cubicBezTo>
                <a:cubicBezTo>
                  <a:pt x="335394" y="48484"/>
                  <a:pt x="330797" y="47183"/>
                  <a:pt x="324857" y="47183"/>
                </a:cubicBezTo>
                <a:cubicBezTo>
                  <a:pt x="317842" y="47183"/>
                  <a:pt x="312835" y="48337"/>
                  <a:pt x="309836" y="50646"/>
                </a:cubicBezTo>
                <a:cubicBezTo>
                  <a:pt x="306838" y="52953"/>
                  <a:pt x="305339" y="55656"/>
                  <a:pt x="305339" y="58753"/>
                </a:cubicBezTo>
                <a:cubicBezTo>
                  <a:pt x="305339" y="60723"/>
                  <a:pt x="305961" y="62496"/>
                  <a:pt x="307206" y="64073"/>
                </a:cubicBezTo>
                <a:cubicBezTo>
                  <a:pt x="308450" y="65705"/>
                  <a:pt x="310402" y="67055"/>
                  <a:pt x="313061" y="68125"/>
                </a:cubicBezTo>
                <a:cubicBezTo>
                  <a:pt x="314589" y="68689"/>
                  <a:pt x="319086" y="69984"/>
                  <a:pt x="326554" y="72010"/>
                </a:cubicBezTo>
                <a:cubicBezTo>
                  <a:pt x="337360" y="74894"/>
                  <a:pt x="344898" y="77254"/>
                  <a:pt x="349170" y="79091"/>
                </a:cubicBezTo>
                <a:cubicBezTo>
                  <a:pt x="353441" y="80928"/>
                  <a:pt x="356793" y="83599"/>
                  <a:pt x="359226" y="87105"/>
                </a:cubicBezTo>
                <a:cubicBezTo>
                  <a:pt x="361658" y="90609"/>
                  <a:pt x="362875" y="94961"/>
                  <a:pt x="362875" y="100160"/>
                </a:cubicBezTo>
                <a:cubicBezTo>
                  <a:pt x="362875" y="105248"/>
                  <a:pt x="361390" y="110039"/>
                  <a:pt x="358419" y="114534"/>
                </a:cubicBezTo>
                <a:cubicBezTo>
                  <a:pt x="355449" y="119026"/>
                  <a:pt x="351164" y="122502"/>
                  <a:pt x="345563" y="124961"/>
                </a:cubicBezTo>
                <a:cubicBezTo>
                  <a:pt x="339962" y="127420"/>
                  <a:pt x="333626" y="128650"/>
                  <a:pt x="326554" y="128650"/>
                </a:cubicBezTo>
                <a:cubicBezTo>
                  <a:pt x="314843" y="128650"/>
                  <a:pt x="305919" y="126210"/>
                  <a:pt x="299780" y="121330"/>
                </a:cubicBezTo>
                <a:cubicBezTo>
                  <a:pt x="293642" y="116451"/>
                  <a:pt x="289724" y="109217"/>
                  <a:pt x="288027" y="99627"/>
                </a:cubicBezTo>
                <a:close/>
                <a:moveTo>
                  <a:pt x="442728" y="97591"/>
                </a:moveTo>
                <a:lnTo>
                  <a:pt x="458512" y="99542"/>
                </a:lnTo>
                <a:cubicBezTo>
                  <a:pt x="456023" y="108764"/>
                  <a:pt x="451412" y="115921"/>
                  <a:pt x="444680" y="121012"/>
                </a:cubicBezTo>
                <a:cubicBezTo>
                  <a:pt x="437948" y="126104"/>
                  <a:pt x="429348" y="128650"/>
                  <a:pt x="418882" y="128650"/>
                </a:cubicBezTo>
                <a:cubicBezTo>
                  <a:pt x="405700" y="128650"/>
                  <a:pt x="395248" y="124591"/>
                  <a:pt x="387526" y="116472"/>
                </a:cubicBezTo>
                <a:cubicBezTo>
                  <a:pt x="379803" y="108354"/>
                  <a:pt x="375942" y="96968"/>
                  <a:pt x="375942" y="82315"/>
                </a:cubicBezTo>
                <a:cubicBezTo>
                  <a:pt x="375942" y="67154"/>
                  <a:pt x="379846" y="55386"/>
                  <a:pt x="387653" y="47013"/>
                </a:cubicBezTo>
                <a:cubicBezTo>
                  <a:pt x="395460" y="38640"/>
                  <a:pt x="405587" y="34454"/>
                  <a:pt x="418033" y="34454"/>
                </a:cubicBezTo>
                <a:cubicBezTo>
                  <a:pt x="430084" y="34454"/>
                  <a:pt x="439928" y="38549"/>
                  <a:pt x="447565" y="46740"/>
                </a:cubicBezTo>
                <a:cubicBezTo>
                  <a:pt x="455203" y="54929"/>
                  <a:pt x="459021" y="66451"/>
                  <a:pt x="459021" y="81305"/>
                </a:cubicBezTo>
                <a:cubicBezTo>
                  <a:pt x="459021" y="82209"/>
                  <a:pt x="458993" y="83564"/>
                  <a:pt x="458937" y="85370"/>
                </a:cubicBezTo>
                <a:lnTo>
                  <a:pt x="391726" y="85370"/>
                </a:lnTo>
                <a:cubicBezTo>
                  <a:pt x="392292" y="95243"/>
                  <a:pt x="395093" y="102802"/>
                  <a:pt x="400128" y="108050"/>
                </a:cubicBezTo>
                <a:cubicBezTo>
                  <a:pt x="405163" y="113297"/>
                  <a:pt x="411443" y="115921"/>
                  <a:pt x="418967" y="115921"/>
                </a:cubicBezTo>
                <a:cubicBezTo>
                  <a:pt x="424568" y="115921"/>
                  <a:pt x="429348" y="114464"/>
                  <a:pt x="433308" y="111550"/>
                </a:cubicBezTo>
                <a:cubicBezTo>
                  <a:pt x="437269" y="108635"/>
                  <a:pt x="440409" y="103982"/>
                  <a:pt x="442728" y="97591"/>
                </a:cubicBezTo>
                <a:moveTo>
                  <a:pt x="392575" y="72641"/>
                </a:moveTo>
                <a:lnTo>
                  <a:pt x="442898" y="72641"/>
                </a:lnTo>
                <a:cubicBezTo>
                  <a:pt x="442219" y="65184"/>
                  <a:pt x="440295" y="59591"/>
                  <a:pt x="437127" y="55863"/>
                </a:cubicBezTo>
                <a:cubicBezTo>
                  <a:pt x="432262" y="50076"/>
                  <a:pt x="425954" y="47183"/>
                  <a:pt x="418203" y="47183"/>
                </a:cubicBezTo>
                <a:cubicBezTo>
                  <a:pt x="411188" y="47183"/>
                  <a:pt x="405290" y="49493"/>
                  <a:pt x="400510" y="54112"/>
                </a:cubicBezTo>
                <a:cubicBezTo>
                  <a:pt x="395729" y="58730"/>
                  <a:pt x="393084" y="64907"/>
                  <a:pt x="392575" y="72641"/>
                </a:cubicBezTo>
                <a:close/>
                <a:moveTo>
                  <a:pt x="522332" y="86559"/>
                </a:moveTo>
                <a:lnTo>
                  <a:pt x="537861" y="85201"/>
                </a:lnTo>
                <a:cubicBezTo>
                  <a:pt x="538597" y="91424"/>
                  <a:pt x="540308" y="96530"/>
                  <a:pt x="542996" y="100518"/>
                </a:cubicBezTo>
                <a:cubicBezTo>
                  <a:pt x="545683" y="104507"/>
                  <a:pt x="549855" y="107731"/>
                  <a:pt x="555513" y="110192"/>
                </a:cubicBezTo>
                <a:cubicBezTo>
                  <a:pt x="561170" y="112653"/>
                  <a:pt x="567535" y="113884"/>
                  <a:pt x="574606" y="113884"/>
                </a:cubicBezTo>
                <a:cubicBezTo>
                  <a:pt x="580886" y="113884"/>
                  <a:pt x="586430" y="112950"/>
                  <a:pt x="591239" y="111083"/>
                </a:cubicBezTo>
                <a:cubicBezTo>
                  <a:pt x="596048" y="109217"/>
                  <a:pt x="599626" y="106657"/>
                  <a:pt x="601974" y="103404"/>
                </a:cubicBezTo>
                <a:cubicBezTo>
                  <a:pt x="604322" y="100150"/>
                  <a:pt x="605496" y="96600"/>
                  <a:pt x="605496" y="92753"/>
                </a:cubicBezTo>
                <a:cubicBezTo>
                  <a:pt x="605496" y="88850"/>
                  <a:pt x="604364" y="85441"/>
                  <a:pt x="602101" y="82528"/>
                </a:cubicBezTo>
                <a:cubicBezTo>
                  <a:pt x="599838" y="79614"/>
                  <a:pt x="596105" y="77167"/>
                  <a:pt x="590900" y="75187"/>
                </a:cubicBezTo>
                <a:cubicBezTo>
                  <a:pt x="587562" y="73886"/>
                  <a:pt x="580179" y="71863"/>
                  <a:pt x="568751" y="69120"/>
                </a:cubicBezTo>
                <a:cubicBezTo>
                  <a:pt x="557323" y="66376"/>
                  <a:pt x="549318" y="63787"/>
                  <a:pt x="544735" y="61355"/>
                </a:cubicBezTo>
                <a:cubicBezTo>
                  <a:pt x="538795" y="58243"/>
                  <a:pt x="534368" y="54382"/>
                  <a:pt x="531454" y="49771"/>
                </a:cubicBezTo>
                <a:cubicBezTo>
                  <a:pt x="528541" y="45160"/>
                  <a:pt x="527084" y="39998"/>
                  <a:pt x="527084" y="34284"/>
                </a:cubicBezTo>
                <a:cubicBezTo>
                  <a:pt x="527084" y="28004"/>
                  <a:pt x="528866" y="22135"/>
                  <a:pt x="532430" y="16675"/>
                </a:cubicBezTo>
                <a:cubicBezTo>
                  <a:pt x="535994" y="11216"/>
                  <a:pt x="541199" y="7072"/>
                  <a:pt x="548045" y="4243"/>
                </a:cubicBezTo>
                <a:cubicBezTo>
                  <a:pt x="554890" y="1414"/>
                  <a:pt x="562500" y="0"/>
                  <a:pt x="570872" y="0"/>
                </a:cubicBezTo>
                <a:cubicBezTo>
                  <a:pt x="580094" y="0"/>
                  <a:pt x="588227" y="1485"/>
                  <a:pt x="595270" y="4455"/>
                </a:cubicBezTo>
                <a:cubicBezTo>
                  <a:pt x="602314" y="7425"/>
                  <a:pt x="607731" y="11796"/>
                  <a:pt x="611521" y="17566"/>
                </a:cubicBezTo>
                <a:cubicBezTo>
                  <a:pt x="615312" y="23337"/>
                  <a:pt x="617348" y="29871"/>
                  <a:pt x="617631" y="37169"/>
                </a:cubicBezTo>
                <a:lnTo>
                  <a:pt x="601847" y="38357"/>
                </a:lnTo>
                <a:cubicBezTo>
                  <a:pt x="600998" y="30465"/>
                  <a:pt x="598127" y="24504"/>
                  <a:pt x="593233" y="20473"/>
                </a:cubicBezTo>
                <a:cubicBezTo>
                  <a:pt x="588340" y="16442"/>
                  <a:pt x="581112" y="14426"/>
                  <a:pt x="571551" y="14426"/>
                </a:cubicBezTo>
                <a:cubicBezTo>
                  <a:pt x="561594" y="14426"/>
                  <a:pt x="554339" y="16253"/>
                  <a:pt x="549784" y="19905"/>
                </a:cubicBezTo>
                <a:cubicBezTo>
                  <a:pt x="545230" y="23556"/>
                  <a:pt x="542953" y="27957"/>
                  <a:pt x="542953" y="33109"/>
                </a:cubicBezTo>
                <a:cubicBezTo>
                  <a:pt x="542953" y="37582"/>
                  <a:pt x="544565" y="41262"/>
                  <a:pt x="547790" y="44149"/>
                </a:cubicBezTo>
                <a:cubicBezTo>
                  <a:pt x="550958" y="47038"/>
                  <a:pt x="559232" y="49997"/>
                  <a:pt x="572612" y="53025"/>
                </a:cubicBezTo>
                <a:cubicBezTo>
                  <a:pt x="585992" y="56054"/>
                  <a:pt x="595171" y="58700"/>
                  <a:pt x="600150" y="60965"/>
                </a:cubicBezTo>
                <a:cubicBezTo>
                  <a:pt x="607391" y="64305"/>
                  <a:pt x="612737" y="68537"/>
                  <a:pt x="616188" y="73662"/>
                </a:cubicBezTo>
                <a:cubicBezTo>
                  <a:pt x="619639" y="78786"/>
                  <a:pt x="621365" y="84688"/>
                  <a:pt x="621365" y="91369"/>
                </a:cubicBezTo>
                <a:cubicBezTo>
                  <a:pt x="621365" y="97992"/>
                  <a:pt x="619470" y="104234"/>
                  <a:pt x="615679" y="110094"/>
                </a:cubicBezTo>
                <a:cubicBezTo>
                  <a:pt x="611889" y="115953"/>
                  <a:pt x="606444" y="120511"/>
                  <a:pt x="599343" y="123768"/>
                </a:cubicBezTo>
                <a:cubicBezTo>
                  <a:pt x="592243" y="127022"/>
                  <a:pt x="584252" y="128650"/>
                  <a:pt x="575370" y="128650"/>
                </a:cubicBezTo>
                <a:cubicBezTo>
                  <a:pt x="564112" y="128650"/>
                  <a:pt x="554678" y="127009"/>
                  <a:pt x="547069" y="123728"/>
                </a:cubicBezTo>
                <a:cubicBezTo>
                  <a:pt x="539460" y="120446"/>
                  <a:pt x="533491" y="115510"/>
                  <a:pt x="529163" y="108919"/>
                </a:cubicBezTo>
                <a:cubicBezTo>
                  <a:pt x="524835" y="102329"/>
                  <a:pt x="522558" y="94875"/>
                  <a:pt x="522332" y="86559"/>
                </a:cubicBezTo>
                <a:close/>
                <a:moveTo>
                  <a:pt x="723568" y="113120"/>
                </a:moveTo>
                <a:lnTo>
                  <a:pt x="725774" y="126613"/>
                </a:lnTo>
                <a:cubicBezTo>
                  <a:pt x="721475" y="127405"/>
                  <a:pt x="717628" y="127801"/>
                  <a:pt x="714233" y="127801"/>
                </a:cubicBezTo>
                <a:cubicBezTo>
                  <a:pt x="708689" y="127801"/>
                  <a:pt x="704389" y="126924"/>
                  <a:pt x="701334" y="125170"/>
                </a:cubicBezTo>
                <a:cubicBezTo>
                  <a:pt x="698279" y="123417"/>
                  <a:pt x="696129" y="121111"/>
                  <a:pt x="694885" y="118254"/>
                </a:cubicBezTo>
                <a:cubicBezTo>
                  <a:pt x="693640" y="115397"/>
                  <a:pt x="693018" y="109386"/>
                  <a:pt x="693018" y="100221"/>
                </a:cubicBezTo>
                <a:lnTo>
                  <a:pt x="693018" y="48371"/>
                </a:lnTo>
                <a:lnTo>
                  <a:pt x="681816" y="48371"/>
                </a:lnTo>
                <a:lnTo>
                  <a:pt x="681816" y="36490"/>
                </a:lnTo>
                <a:lnTo>
                  <a:pt x="693018" y="36490"/>
                </a:lnTo>
                <a:lnTo>
                  <a:pt x="693018" y="14111"/>
                </a:lnTo>
                <a:lnTo>
                  <a:pt x="708208" y="4922"/>
                </a:lnTo>
                <a:lnTo>
                  <a:pt x="708208" y="36490"/>
                </a:lnTo>
                <a:lnTo>
                  <a:pt x="723568" y="36490"/>
                </a:lnTo>
                <a:lnTo>
                  <a:pt x="723568" y="48371"/>
                </a:lnTo>
                <a:lnTo>
                  <a:pt x="708208" y="48371"/>
                </a:lnTo>
                <a:lnTo>
                  <a:pt x="708208" y="101070"/>
                </a:lnTo>
                <a:cubicBezTo>
                  <a:pt x="708208" y="105426"/>
                  <a:pt x="708477" y="108226"/>
                  <a:pt x="709014" y="109471"/>
                </a:cubicBezTo>
                <a:cubicBezTo>
                  <a:pt x="709552" y="110716"/>
                  <a:pt x="710429" y="111706"/>
                  <a:pt x="711645" y="112441"/>
                </a:cubicBezTo>
                <a:cubicBezTo>
                  <a:pt x="712861" y="113177"/>
                  <a:pt x="714601" y="113544"/>
                  <a:pt x="716864" y="113544"/>
                </a:cubicBezTo>
                <a:cubicBezTo>
                  <a:pt x="718561" y="113544"/>
                  <a:pt x="720796" y="113403"/>
                  <a:pt x="723568" y="113120"/>
                </a:cubicBezTo>
                <a:close/>
                <a:moveTo>
                  <a:pt x="732847" y="81552"/>
                </a:moveTo>
                <a:cubicBezTo>
                  <a:pt x="732847" y="64862"/>
                  <a:pt x="737487" y="52501"/>
                  <a:pt x="746765" y="44467"/>
                </a:cubicBezTo>
                <a:cubicBezTo>
                  <a:pt x="754515" y="37792"/>
                  <a:pt x="763963" y="34454"/>
                  <a:pt x="775108" y="34454"/>
                </a:cubicBezTo>
                <a:cubicBezTo>
                  <a:pt x="787498" y="34454"/>
                  <a:pt x="797625" y="38513"/>
                  <a:pt x="805489" y="46631"/>
                </a:cubicBezTo>
                <a:cubicBezTo>
                  <a:pt x="813353" y="54750"/>
                  <a:pt x="817284" y="65966"/>
                  <a:pt x="817284" y="80279"/>
                </a:cubicBezTo>
                <a:cubicBezTo>
                  <a:pt x="817284" y="91877"/>
                  <a:pt x="815545" y="100999"/>
                  <a:pt x="812065" y="107647"/>
                </a:cubicBezTo>
                <a:cubicBezTo>
                  <a:pt x="808586" y="114294"/>
                  <a:pt x="803523" y="119456"/>
                  <a:pt x="796875" y="123134"/>
                </a:cubicBezTo>
                <a:cubicBezTo>
                  <a:pt x="790228" y="126811"/>
                  <a:pt x="782972" y="128650"/>
                  <a:pt x="775108" y="128650"/>
                </a:cubicBezTo>
                <a:cubicBezTo>
                  <a:pt x="762492" y="128650"/>
                  <a:pt x="752295" y="124605"/>
                  <a:pt x="744516" y="116515"/>
                </a:cubicBezTo>
                <a:cubicBezTo>
                  <a:pt x="736737" y="108424"/>
                  <a:pt x="732847" y="96770"/>
                  <a:pt x="732847" y="81552"/>
                </a:cubicBezTo>
                <a:moveTo>
                  <a:pt x="748547" y="81509"/>
                </a:moveTo>
                <a:cubicBezTo>
                  <a:pt x="748547" y="93008"/>
                  <a:pt x="751064" y="101618"/>
                  <a:pt x="756099" y="107339"/>
                </a:cubicBezTo>
                <a:cubicBezTo>
                  <a:pt x="761135" y="113060"/>
                  <a:pt x="767471" y="115921"/>
                  <a:pt x="775108" y="115921"/>
                </a:cubicBezTo>
                <a:cubicBezTo>
                  <a:pt x="782689" y="115921"/>
                  <a:pt x="788997" y="113046"/>
                  <a:pt x="794032" y="107297"/>
                </a:cubicBezTo>
                <a:cubicBezTo>
                  <a:pt x="799068" y="101547"/>
                  <a:pt x="801585" y="92783"/>
                  <a:pt x="801585" y="81003"/>
                </a:cubicBezTo>
                <a:cubicBezTo>
                  <a:pt x="801585" y="69898"/>
                  <a:pt x="799053" y="61486"/>
                  <a:pt x="793990" y="55764"/>
                </a:cubicBezTo>
                <a:cubicBezTo>
                  <a:pt x="788927" y="50043"/>
                  <a:pt x="782633" y="47183"/>
                  <a:pt x="775108" y="47183"/>
                </a:cubicBezTo>
                <a:cubicBezTo>
                  <a:pt x="767471" y="47183"/>
                  <a:pt x="761135" y="50029"/>
                  <a:pt x="756099" y="55722"/>
                </a:cubicBezTo>
                <a:cubicBezTo>
                  <a:pt x="751064" y="61415"/>
                  <a:pt x="748547" y="70011"/>
                  <a:pt x="748547" y="81509"/>
                </a:cubicBezTo>
                <a:close/>
                <a:moveTo>
                  <a:pt x="877371" y="99627"/>
                </a:moveTo>
                <a:lnTo>
                  <a:pt x="892476" y="97251"/>
                </a:lnTo>
                <a:cubicBezTo>
                  <a:pt x="893325" y="103278"/>
                  <a:pt x="895687" y="107897"/>
                  <a:pt x="899562" y="111107"/>
                </a:cubicBezTo>
                <a:cubicBezTo>
                  <a:pt x="903437" y="114316"/>
                  <a:pt x="908854" y="115921"/>
                  <a:pt x="915813" y="115921"/>
                </a:cubicBezTo>
                <a:cubicBezTo>
                  <a:pt x="922828" y="115921"/>
                  <a:pt x="928033" y="114504"/>
                  <a:pt x="931427" y="111670"/>
                </a:cubicBezTo>
                <a:cubicBezTo>
                  <a:pt x="934822" y="108834"/>
                  <a:pt x="936519" y="105508"/>
                  <a:pt x="936519" y="101693"/>
                </a:cubicBezTo>
                <a:cubicBezTo>
                  <a:pt x="936519" y="98269"/>
                  <a:pt x="935020" y="95574"/>
                  <a:pt x="932021" y="93610"/>
                </a:cubicBezTo>
                <a:cubicBezTo>
                  <a:pt x="929928" y="92263"/>
                  <a:pt x="924723" y="90551"/>
                  <a:pt x="916407" y="88473"/>
                </a:cubicBezTo>
                <a:cubicBezTo>
                  <a:pt x="905205" y="85643"/>
                  <a:pt x="897440" y="83194"/>
                  <a:pt x="893112" y="81127"/>
                </a:cubicBezTo>
                <a:cubicBezTo>
                  <a:pt x="888785" y="79061"/>
                  <a:pt x="885503" y="76201"/>
                  <a:pt x="883269" y="72548"/>
                </a:cubicBezTo>
                <a:cubicBezTo>
                  <a:pt x="881034" y="68896"/>
                  <a:pt x="879916" y="64861"/>
                  <a:pt x="879916" y="60445"/>
                </a:cubicBezTo>
                <a:cubicBezTo>
                  <a:pt x="879916" y="56425"/>
                  <a:pt x="880836" y="52702"/>
                  <a:pt x="882674" y="49275"/>
                </a:cubicBezTo>
                <a:cubicBezTo>
                  <a:pt x="884513" y="45849"/>
                  <a:pt x="887017" y="43003"/>
                  <a:pt x="890185" y="40739"/>
                </a:cubicBezTo>
                <a:cubicBezTo>
                  <a:pt x="892561" y="38983"/>
                  <a:pt x="895800" y="37497"/>
                  <a:pt x="899901" y="36281"/>
                </a:cubicBezTo>
                <a:cubicBezTo>
                  <a:pt x="904003" y="35063"/>
                  <a:pt x="908402" y="34454"/>
                  <a:pt x="913097" y="34454"/>
                </a:cubicBezTo>
                <a:cubicBezTo>
                  <a:pt x="920169" y="34454"/>
                  <a:pt x="926378" y="35479"/>
                  <a:pt x="931724" y="37530"/>
                </a:cubicBezTo>
                <a:cubicBezTo>
                  <a:pt x="937071" y="39579"/>
                  <a:pt x="941017" y="42356"/>
                  <a:pt x="943562" y="45860"/>
                </a:cubicBezTo>
                <a:cubicBezTo>
                  <a:pt x="946108" y="49362"/>
                  <a:pt x="947862" y="54046"/>
                  <a:pt x="948824" y="59912"/>
                </a:cubicBezTo>
                <a:lnTo>
                  <a:pt x="933888" y="61949"/>
                </a:lnTo>
                <a:cubicBezTo>
                  <a:pt x="933209" y="57310"/>
                  <a:pt x="931243" y="53689"/>
                  <a:pt x="927990" y="51087"/>
                </a:cubicBezTo>
                <a:cubicBezTo>
                  <a:pt x="924737" y="48484"/>
                  <a:pt x="920141" y="47183"/>
                  <a:pt x="914200" y="47183"/>
                </a:cubicBezTo>
                <a:cubicBezTo>
                  <a:pt x="907185" y="47183"/>
                  <a:pt x="902178" y="48337"/>
                  <a:pt x="899180" y="50646"/>
                </a:cubicBezTo>
                <a:cubicBezTo>
                  <a:pt x="896182" y="52953"/>
                  <a:pt x="894682" y="55656"/>
                  <a:pt x="894682" y="58753"/>
                </a:cubicBezTo>
                <a:cubicBezTo>
                  <a:pt x="894682" y="60723"/>
                  <a:pt x="895305" y="62496"/>
                  <a:pt x="896549" y="64073"/>
                </a:cubicBezTo>
                <a:cubicBezTo>
                  <a:pt x="897794" y="65705"/>
                  <a:pt x="899746" y="67055"/>
                  <a:pt x="902405" y="68125"/>
                </a:cubicBezTo>
                <a:cubicBezTo>
                  <a:pt x="903932" y="68689"/>
                  <a:pt x="908430" y="69984"/>
                  <a:pt x="915898" y="72010"/>
                </a:cubicBezTo>
                <a:cubicBezTo>
                  <a:pt x="926703" y="74894"/>
                  <a:pt x="934242" y="77254"/>
                  <a:pt x="938513" y="79091"/>
                </a:cubicBezTo>
                <a:cubicBezTo>
                  <a:pt x="942785" y="80928"/>
                  <a:pt x="946137" y="83599"/>
                  <a:pt x="948569" y="87105"/>
                </a:cubicBezTo>
                <a:cubicBezTo>
                  <a:pt x="951002" y="90609"/>
                  <a:pt x="952218" y="94961"/>
                  <a:pt x="952218" y="100160"/>
                </a:cubicBezTo>
                <a:cubicBezTo>
                  <a:pt x="952218" y="105248"/>
                  <a:pt x="950733" y="110039"/>
                  <a:pt x="947763" y="114534"/>
                </a:cubicBezTo>
                <a:cubicBezTo>
                  <a:pt x="944793" y="119026"/>
                  <a:pt x="940507" y="122502"/>
                  <a:pt x="934907" y="124961"/>
                </a:cubicBezTo>
                <a:cubicBezTo>
                  <a:pt x="929306" y="127420"/>
                  <a:pt x="922969" y="128650"/>
                  <a:pt x="915898" y="128650"/>
                </a:cubicBezTo>
                <a:cubicBezTo>
                  <a:pt x="904187" y="128650"/>
                  <a:pt x="895262" y="126210"/>
                  <a:pt x="889124" y="121330"/>
                </a:cubicBezTo>
                <a:cubicBezTo>
                  <a:pt x="882986" y="116451"/>
                  <a:pt x="879068" y="109217"/>
                  <a:pt x="877371" y="99627"/>
                </a:cubicBezTo>
                <a:close/>
                <a:moveTo>
                  <a:pt x="970462" y="126613"/>
                </a:moveTo>
                <a:lnTo>
                  <a:pt x="970462" y="2206"/>
                </a:lnTo>
                <a:lnTo>
                  <a:pt x="985737" y="2206"/>
                </a:lnTo>
                <a:lnTo>
                  <a:pt x="985737" y="73150"/>
                </a:lnTo>
                <a:lnTo>
                  <a:pt x="1021888" y="36490"/>
                </a:lnTo>
                <a:lnTo>
                  <a:pt x="1041661" y="36490"/>
                </a:lnTo>
                <a:lnTo>
                  <a:pt x="1007207" y="69926"/>
                </a:lnTo>
                <a:lnTo>
                  <a:pt x="1045140" y="126613"/>
                </a:lnTo>
                <a:lnTo>
                  <a:pt x="1026301" y="126613"/>
                </a:lnTo>
                <a:lnTo>
                  <a:pt x="996515" y="80533"/>
                </a:lnTo>
                <a:lnTo>
                  <a:pt x="985737" y="90886"/>
                </a:lnTo>
                <a:lnTo>
                  <a:pt x="985737" y="126613"/>
                </a:lnTo>
                <a:lnTo>
                  <a:pt x="970462" y="126613"/>
                </a:lnTo>
                <a:close/>
                <a:moveTo>
                  <a:pt x="1057361" y="19858"/>
                </a:moveTo>
                <a:lnTo>
                  <a:pt x="1057361" y="2206"/>
                </a:lnTo>
                <a:lnTo>
                  <a:pt x="1072636" y="2206"/>
                </a:lnTo>
                <a:lnTo>
                  <a:pt x="1072636" y="19858"/>
                </a:lnTo>
                <a:lnTo>
                  <a:pt x="1057361" y="19858"/>
                </a:lnTo>
                <a:moveTo>
                  <a:pt x="1057361" y="126613"/>
                </a:moveTo>
                <a:lnTo>
                  <a:pt x="1057361" y="36490"/>
                </a:lnTo>
                <a:lnTo>
                  <a:pt x="1072636" y="36490"/>
                </a:lnTo>
                <a:lnTo>
                  <a:pt x="1072636" y="126613"/>
                </a:lnTo>
                <a:lnTo>
                  <a:pt x="1057361" y="126613"/>
                </a:lnTo>
                <a:close/>
                <a:moveTo>
                  <a:pt x="1095859" y="161236"/>
                </a:moveTo>
                <a:lnTo>
                  <a:pt x="1095859" y="36490"/>
                </a:lnTo>
                <a:lnTo>
                  <a:pt x="1109776" y="36490"/>
                </a:lnTo>
                <a:lnTo>
                  <a:pt x="1109776" y="48116"/>
                </a:lnTo>
                <a:cubicBezTo>
                  <a:pt x="1113057" y="43562"/>
                  <a:pt x="1116763" y="40146"/>
                  <a:pt x="1120893" y="37869"/>
                </a:cubicBezTo>
                <a:cubicBezTo>
                  <a:pt x="1125023" y="35592"/>
                  <a:pt x="1130030" y="34454"/>
                  <a:pt x="1135913" y="34454"/>
                </a:cubicBezTo>
                <a:cubicBezTo>
                  <a:pt x="1143608" y="34454"/>
                  <a:pt x="1150396" y="36434"/>
                  <a:pt x="1156280" y="40394"/>
                </a:cubicBezTo>
                <a:cubicBezTo>
                  <a:pt x="1162164" y="44354"/>
                  <a:pt x="1166605" y="49941"/>
                  <a:pt x="1169603" y="57154"/>
                </a:cubicBezTo>
                <a:cubicBezTo>
                  <a:pt x="1172602" y="64367"/>
                  <a:pt x="1174101" y="72274"/>
                  <a:pt x="1174101" y="80873"/>
                </a:cubicBezTo>
                <a:cubicBezTo>
                  <a:pt x="1174101" y="90094"/>
                  <a:pt x="1172446" y="98397"/>
                  <a:pt x="1169137" y="105780"/>
                </a:cubicBezTo>
                <a:cubicBezTo>
                  <a:pt x="1165827" y="113163"/>
                  <a:pt x="1161018" y="118820"/>
                  <a:pt x="1154710" y="122752"/>
                </a:cubicBezTo>
                <a:cubicBezTo>
                  <a:pt x="1148402" y="126684"/>
                  <a:pt x="1141769" y="128650"/>
                  <a:pt x="1134810" y="128650"/>
                </a:cubicBezTo>
                <a:cubicBezTo>
                  <a:pt x="1129719" y="128650"/>
                  <a:pt x="1125150" y="127561"/>
                  <a:pt x="1121105" y="125383"/>
                </a:cubicBezTo>
                <a:cubicBezTo>
                  <a:pt x="1117060" y="123203"/>
                  <a:pt x="1113736" y="120450"/>
                  <a:pt x="1111134" y="117125"/>
                </a:cubicBezTo>
                <a:lnTo>
                  <a:pt x="1111134" y="161236"/>
                </a:lnTo>
                <a:lnTo>
                  <a:pt x="1095859" y="161236"/>
                </a:lnTo>
                <a:moveTo>
                  <a:pt x="1109691" y="81934"/>
                </a:moveTo>
                <a:cubicBezTo>
                  <a:pt x="1109691" y="93517"/>
                  <a:pt x="1112039" y="102078"/>
                  <a:pt x="1116735" y="107615"/>
                </a:cubicBezTo>
                <a:cubicBezTo>
                  <a:pt x="1121430" y="113152"/>
                  <a:pt x="1127116" y="115921"/>
                  <a:pt x="1133792" y="115921"/>
                </a:cubicBezTo>
                <a:cubicBezTo>
                  <a:pt x="1140581" y="115921"/>
                  <a:pt x="1146394" y="113053"/>
                  <a:pt x="1151231" y="107318"/>
                </a:cubicBezTo>
                <a:cubicBezTo>
                  <a:pt x="1156068" y="101583"/>
                  <a:pt x="1158487" y="92697"/>
                  <a:pt x="1158487" y="80661"/>
                </a:cubicBezTo>
                <a:cubicBezTo>
                  <a:pt x="1158487" y="69190"/>
                  <a:pt x="1156125" y="60602"/>
                  <a:pt x="1151401" y="54895"/>
                </a:cubicBezTo>
                <a:cubicBezTo>
                  <a:pt x="1146677" y="49188"/>
                  <a:pt x="1141033" y="46334"/>
                  <a:pt x="1134471" y="46334"/>
                </a:cubicBezTo>
                <a:cubicBezTo>
                  <a:pt x="1127965" y="46334"/>
                  <a:pt x="1122208" y="49372"/>
                  <a:pt x="1117202" y="55446"/>
                </a:cubicBezTo>
                <a:cubicBezTo>
                  <a:pt x="1112195" y="61521"/>
                  <a:pt x="1109691" y="70350"/>
                  <a:pt x="1109691" y="81934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10.checksucceedsduetostep7">
            <a:extLst xmlns:a="http://schemas.openxmlformats.org/drawingml/2006/main">
              <a:ext uri="{FF2B5EF4-FFF2-40B4-BE49-F238E27FC236}">
                <a16:creationId xmlns:a16="http://schemas.microsoft.com/office/drawing/2014/main" id="{500FEC1A-FA76-4E07-8DE9-4D17FA35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022" y="2427372"/>
            <a:ext cx="2552697" cy="159539"/>
          </a:xfrm>
          <a:custGeom xmlns:a="http://schemas.openxmlformats.org/drawingml/2006/main">
            <a:pathLst>
              <a:path w="2552697" h="159539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84920" y="63519"/>
                </a:moveTo>
                <a:cubicBezTo>
                  <a:pt x="84920" y="48820"/>
                  <a:pt x="86433" y="36990"/>
                  <a:pt x="89460" y="28028"/>
                </a:cubicBezTo>
                <a:cubicBezTo>
                  <a:pt x="92486" y="19066"/>
                  <a:pt x="96984" y="12155"/>
                  <a:pt x="102953" y="7293"/>
                </a:cubicBezTo>
                <a:cubicBezTo>
                  <a:pt x="108921" y="2431"/>
                  <a:pt x="116431" y="0"/>
                  <a:pt x="125483" y="0"/>
                </a:cubicBezTo>
                <a:cubicBezTo>
                  <a:pt x="132159" y="0"/>
                  <a:pt x="138014" y="1343"/>
                  <a:pt x="143050" y="4028"/>
                </a:cubicBezTo>
                <a:cubicBezTo>
                  <a:pt x="148085" y="6714"/>
                  <a:pt x="152243" y="10586"/>
                  <a:pt x="155524" y="15646"/>
                </a:cubicBezTo>
                <a:cubicBezTo>
                  <a:pt x="158805" y="20706"/>
                  <a:pt x="161380" y="26869"/>
                  <a:pt x="163246" y="34135"/>
                </a:cubicBezTo>
                <a:cubicBezTo>
                  <a:pt x="165113" y="41400"/>
                  <a:pt x="166047" y="51194"/>
                  <a:pt x="166047" y="63519"/>
                </a:cubicBezTo>
                <a:cubicBezTo>
                  <a:pt x="166047" y="78104"/>
                  <a:pt x="164548" y="89878"/>
                  <a:pt x="161549" y="98840"/>
                </a:cubicBezTo>
                <a:cubicBezTo>
                  <a:pt x="158551" y="107801"/>
                  <a:pt x="154067" y="114727"/>
                  <a:pt x="148099" y="119617"/>
                </a:cubicBezTo>
                <a:cubicBezTo>
                  <a:pt x="142130" y="124507"/>
                  <a:pt x="134592" y="126953"/>
                  <a:pt x="125483" y="126953"/>
                </a:cubicBezTo>
                <a:cubicBezTo>
                  <a:pt x="113489" y="126953"/>
                  <a:pt x="104070" y="122656"/>
                  <a:pt x="97224" y="114062"/>
                </a:cubicBezTo>
                <a:cubicBezTo>
                  <a:pt x="89021" y="103716"/>
                  <a:pt x="84920" y="86868"/>
                  <a:pt x="84920" y="63519"/>
                </a:cubicBezTo>
                <a:moveTo>
                  <a:pt x="100619" y="63476"/>
                </a:moveTo>
                <a:cubicBezTo>
                  <a:pt x="100619" y="83831"/>
                  <a:pt x="103009" y="97377"/>
                  <a:pt x="107790" y="104117"/>
                </a:cubicBezTo>
                <a:cubicBezTo>
                  <a:pt x="112570" y="110855"/>
                  <a:pt x="118468" y="114223"/>
                  <a:pt x="125483" y="114223"/>
                </a:cubicBezTo>
                <a:cubicBezTo>
                  <a:pt x="132498" y="114223"/>
                  <a:pt x="138396" y="110840"/>
                  <a:pt x="143177" y="104074"/>
                </a:cubicBezTo>
                <a:cubicBezTo>
                  <a:pt x="147957" y="97309"/>
                  <a:pt x="150348" y="83776"/>
                  <a:pt x="150348" y="63476"/>
                </a:cubicBezTo>
                <a:cubicBezTo>
                  <a:pt x="150348" y="43065"/>
                  <a:pt x="147957" y="29505"/>
                  <a:pt x="143177" y="22796"/>
                </a:cubicBezTo>
                <a:cubicBezTo>
                  <a:pt x="138396" y="16085"/>
                  <a:pt x="132442" y="12729"/>
                  <a:pt x="125313" y="12729"/>
                </a:cubicBezTo>
                <a:cubicBezTo>
                  <a:pt x="118298" y="12729"/>
                  <a:pt x="112697" y="15690"/>
                  <a:pt x="108511" y="21610"/>
                </a:cubicBezTo>
                <a:cubicBezTo>
                  <a:pt x="103250" y="29167"/>
                  <a:pt x="100619" y="43122"/>
                  <a:pt x="100619" y="63476"/>
                </a:cubicBezTo>
                <a:close/>
                <a:moveTo>
                  <a:pt x="190122" y="124916"/>
                </a:moveTo>
                <a:lnTo>
                  <a:pt x="190122" y="107434"/>
                </a:lnTo>
                <a:lnTo>
                  <a:pt x="207518" y="107434"/>
                </a:lnTo>
                <a:lnTo>
                  <a:pt x="207518" y="124916"/>
                </a:lnTo>
                <a:lnTo>
                  <a:pt x="190122" y="124916"/>
                </a:lnTo>
                <a:close/>
                <a:moveTo>
                  <a:pt x="341233" y="91820"/>
                </a:moveTo>
                <a:lnTo>
                  <a:pt x="356253" y="93772"/>
                </a:lnTo>
                <a:cubicBezTo>
                  <a:pt x="354613" y="104151"/>
                  <a:pt x="350412" y="112277"/>
                  <a:pt x="343651" y="118148"/>
                </a:cubicBezTo>
                <a:cubicBezTo>
                  <a:pt x="336891" y="124018"/>
                  <a:pt x="328588" y="126953"/>
                  <a:pt x="318745" y="126953"/>
                </a:cubicBezTo>
                <a:cubicBezTo>
                  <a:pt x="306411" y="126953"/>
                  <a:pt x="296497" y="122922"/>
                  <a:pt x="289001" y="114860"/>
                </a:cubicBezTo>
                <a:cubicBezTo>
                  <a:pt x="281505" y="106798"/>
                  <a:pt x="277756" y="95243"/>
                  <a:pt x="277756" y="80194"/>
                </a:cubicBezTo>
                <a:cubicBezTo>
                  <a:pt x="277756" y="70463"/>
                  <a:pt x="279369" y="61949"/>
                  <a:pt x="282594" y="54651"/>
                </a:cubicBezTo>
                <a:cubicBezTo>
                  <a:pt x="285818" y="47353"/>
                  <a:pt x="290726" y="41879"/>
                  <a:pt x="297317" y="38230"/>
                </a:cubicBezTo>
                <a:cubicBezTo>
                  <a:pt x="303908" y="34581"/>
                  <a:pt x="311079" y="32756"/>
                  <a:pt x="318829" y="32756"/>
                </a:cubicBezTo>
                <a:cubicBezTo>
                  <a:pt x="328617" y="32756"/>
                  <a:pt x="336622" y="35240"/>
                  <a:pt x="342845" y="40206"/>
                </a:cubicBezTo>
                <a:cubicBezTo>
                  <a:pt x="349068" y="45170"/>
                  <a:pt x="353057" y="52220"/>
                  <a:pt x="354811" y="61355"/>
                </a:cubicBezTo>
                <a:lnTo>
                  <a:pt x="339960" y="63646"/>
                </a:lnTo>
                <a:cubicBezTo>
                  <a:pt x="338545" y="57621"/>
                  <a:pt x="336042" y="53088"/>
                  <a:pt x="332450" y="50047"/>
                </a:cubicBezTo>
                <a:cubicBezTo>
                  <a:pt x="328857" y="47006"/>
                  <a:pt x="324515" y="45486"/>
                  <a:pt x="319423" y="45486"/>
                </a:cubicBezTo>
                <a:cubicBezTo>
                  <a:pt x="311729" y="45486"/>
                  <a:pt x="305478" y="48230"/>
                  <a:pt x="300669" y="53720"/>
                </a:cubicBezTo>
                <a:cubicBezTo>
                  <a:pt x="295860" y="59208"/>
                  <a:pt x="293456" y="67891"/>
                  <a:pt x="293456" y="79770"/>
                </a:cubicBezTo>
                <a:cubicBezTo>
                  <a:pt x="293456" y="91818"/>
                  <a:pt x="295775" y="100573"/>
                  <a:pt x="300414" y="106034"/>
                </a:cubicBezTo>
                <a:cubicBezTo>
                  <a:pt x="305054" y="111494"/>
                  <a:pt x="311107" y="114223"/>
                  <a:pt x="318575" y="114223"/>
                </a:cubicBezTo>
                <a:cubicBezTo>
                  <a:pt x="324572" y="114223"/>
                  <a:pt x="329578" y="112392"/>
                  <a:pt x="333595" y="108729"/>
                </a:cubicBezTo>
                <a:cubicBezTo>
                  <a:pt x="337612" y="105065"/>
                  <a:pt x="340158" y="99429"/>
                  <a:pt x="341233" y="91820"/>
                </a:cubicBezTo>
                <a:close/>
                <a:moveTo>
                  <a:pt x="369323" y="124916"/>
                </a:moveTo>
                <a:lnTo>
                  <a:pt x="369323" y="509"/>
                </a:lnTo>
                <a:lnTo>
                  <a:pt x="384598" y="509"/>
                </a:lnTo>
                <a:lnTo>
                  <a:pt x="384598" y="45146"/>
                </a:lnTo>
                <a:cubicBezTo>
                  <a:pt x="391727" y="36886"/>
                  <a:pt x="400722" y="32756"/>
                  <a:pt x="411584" y="32756"/>
                </a:cubicBezTo>
                <a:cubicBezTo>
                  <a:pt x="418260" y="32756"/>
                  <a:pt x="424059" y="34072"/>
                  <a:pt x="428981" y="36703"/>
                </a:cubicBezTo>
                <a:cubicBezTo>
                  <a:pt x="433903" y="39333"/>
                  <a:pt x="437425" y="42968"/>
                  <a:pt x="439546" y="47607"/>
                </a:cubicBezTo>
                <a:cubicBezTo>
                  <a:pt x="441668" y="52246"/>
                  <a:pt x="442728" y="58979"/>
                  <a:pt x="442728" y="67804"/>
                </a:cubicBezTo>
                <a:lnTo>
                  <a:pt x="442728" y="124916"/>
                </a:lnTo>
                <a:lnTo>
                  <a:pt x="427453" y="124916"/>
                </a:lnTo>
                <a:lnTo>
                  <a:pt x="427453" y="67804"/>
                </a:lnTo>
                <a:cubicBezTo>
                  <a:pt x="427453" y="60167"/>
                  <a:pt x="425799" y="54608"/>
                  <a:pt x="422489" y="51129"/>
                </a:cubicBezTo>
                <a:cubicBezTo>
                  <a:pt x="419179" y="47650"/>
                  <a:pt x="414498" y="45910"/>
                  <a:pt x="408444" y="45910"/>
                </a:cubicBezTo>
                <a:cubicBezTo>
                  <a:pt x="403918" y="45910"/>
                  <a:pt x="399661" y="47084"/>
                  <a:pt x="395673" y="49432"/>
                </a:cubicBezTo>
                <a:cubicBezTo>
                  <a:pt x="391684" y="51780"/>
                  <a:pt x="388841" y="54962"/>
                  <a:pt x="387144" y="58979"/>
                </a:cubicBezTo>
                <a:cubicBezTo>
                  <a:pt x="385447" y="62995"/>
                  <a:pt x="384598" y="68540"/>
                  <a:pt x="384598" y="75611"/>
                </a:cubicBezTo>
                <a:lnTo>
                  <a:pt x="384598" y="124916"/>
                </a:lnTo>
                <a:lnTo>
                  <a:pt x="369323" y="124916"/>
                </a:lnTo>
                <a:close/>
                <a:moveTo>
                  <a:pt x="527648" y="95893"/>
                </a:moveTo>
                <a:lnTo>
                  <a:pt x="543432" y="97845"/>
                </a:lnTo>
                <a:cubicBezTo>
                  <a:pt x="540943" y="107067"/>
                  <a:pt x="536332" y="114223"/>
                  <a:pt x="529600" y="119315"/>
                </a:cubicBezTo>
                <a:cubicBezTo>
                  <a:pt x="522868" y="124407"/>
                  <a:pt x="514268" y="126953"/>
                  <a:pt x="503802" y="126953"/>
                </a:cubicBezTo>
                <a:cubicBezTo>
                  <a:pt x="490620" y="126953"/>
                  <a:pt x="480168" y="122893"/>
                  <a:pt x="472446" y="114775"/>
                </a:cubicBezTo>
                <a:cubicBezTo>
                  <a:pt x="464723" y="106657"/>
                  <a:pt x="460862" y="95271"/>
                  <a:pt x="460862" y="80618"/>
                </a:cubicBezTo>
                <a:cubicBezTo>
                  <a:pt x="460862" y="65456"/>
                  <a:pt x="464766" y="53689"/>
                  <a:pt x="472573" y="45316"/>
                </a:cubicBezTo>
                <a:cubicBezTo>
                  <a:pt x="480380" y="36943"/>
                  <a:pt x="490507" y="32756"/>
                  <a:pt x="502953" y="32756"/>
                </a:cubicBezTo>
                <a:cubicBezTo>
                  <a:pt x="515004" y="32756"/>
                  <a:pt x="524848" y="36852"/>
                  <a:pt x="532485" y="45043"/>
                </a:cubicBezTo>
                <a:cubicBezTo>
                  <a:pt x="540123" y="53232"/>
                  <a:pt x="543942" y="64754"/>
                  <a:pt x="543942" y="79608"/>
                </a:cubicBezTo>
                <a:cubicBezTo>
                  <a:pt x="543942" y="80511"/>
                  <a:pt x="543913" y="81866"/>
                  <a:pt x="543857" y="83673"/>
                </a:cubicBezTo>
                <a:lnTo>
                  <a:pt x="476646" y="83673"/>
                </a:lnTo>
                <a:cubicBezTo>
                  <a:pt x="477212" y="93545"/>
                  <a:pt x="480013" y="101105"/>
                  <a:pt x="485048" y="106352"/>
                </a:cubicBezTo>
                <a:cubicBezTo>
                  <a:pt x="490083" y="111600"/>
                  <a:pt x="496363" y="114223"/>
                  <a:pt x="503887" y="114223"/>
                </a:cubicBezTo>
                <a:cubicBezTo>
                  <a:pt x="509488" y="114223"/>
                  <a:pt x="514268" y="112767"/>
                  <a:pt x="518229" y="109853"/>
                </a:cubicBezTo>
                <a:cubicBezTo>
                  <a:pt x="522189" y="106938"/>
                  <a:pt x="525329" y="102284"/>
                  <a:pt x="527648" y="95893"/>
                </a:cubicBezTo>
                <a:moveTo>
                  <a:pt x="477495" y="70944"/>
                </a:moveTo>
                <a:lnTo>
                  <a:pt x="527818" y="70944"/>
                </a:lnTo>
                <a:cubicBezTo>
                  <a:pt x="527139" y="63487"/>
                  <a:pt x="525215" y="57894"/>
                  <a:pt x="522047" y="54165"/>
                </a:cubicBezTo>
                <a:cubicBezTo>
                  <a:pt x="517182" y="48379"/>
                  <a:pt x="510874" y="45486"/>
                  <a:pt x="503123" y="45486"/>
                </a:cubicBezTo>
                <a:cubicBezTo>
                  <a:pt x="496108" y="45486"/>
                  <a:pt x="490210" y="47795"/>
                  <a:pt x="485430" y="52415"/>
                </a:cubicBezTo>
                <a:cubicBezTo>
                  <a:pt x="480649" y="57033"/>
                  <a:pt x="478004" y="63209"/>
                  <a:pt x="477495" y="70944"/>
                </a:cubicBezTo>
                <a:close/>
                <a:moveTo>
                  <a:pt x="621393" y="91820"/>
                </a:moveTo>
                <a:lnTo>
                  <a:pt x="636414" y="93772"/>
                </a:lnTo>
                <a:cubicBezTo>
                  <a:pt x="634773" y="104151"/>
                  <a:pt x="630573" y="112277"/>
                  <a:pt x="623812" y="118148"/>
                </a:cubicBezTo>
                <a:cubicBezTo>
                  <a:pt x="617051" y="124018"/>
                  <a:pt x="608749" y="126953"/>
                  <a:pt x="598905" y="126953"/>
                </a:cubicBezTo>
                <a:cubicBezTo>
                  <a:pt x="586572" y="126953"/>
                  <a:pt x="576657" y="122922"/>
                  <a:pt x="569161" y="114860"/>
                </a:cubicBezTo>
                <a:cubicBezTo>
                  <a:pt x="561665" y="106798"/>
                  <a:pt x="557917" y="95243"/>
                  <a:pt x="557917" y="80194"/>
                </a:cubicBezTo>
                <a:cubicBezTo>
                  <a:pt x="557917" y="70463"/>
                  <a:pt x="559530" y="61949"/>
                  <a:pt x="562754" y="54651"/>
                </a:cubicBezTo>
                <a:cubicBezTo>
                  <a:pt x="565979" y="47353"/>
                  <a:pt x="570887" y="41879"/>
                  <a:pt x="577478" y="38230"/>
                </a:cubicBezTo>
                <a:cubicBezTo>
                  <a:pt x="584069" y="34581"/>
                  <a:pt x="591239" y="32756"/>
                  <a:pt x="598990" y="32756"/>
                </a:cubicBezTo>
                <a:cubicBezTo>
                  <a:pt x="608777" y="32756"/>
                  <a:pt x="616783" y="35240"/>
                  <a:pt x="623006" y="40206"/>
                </a:cubicBezTo>
                <a:cubicBezTo>
                  <a:pt x="629229" y="45170"/>
                  <a:pt x="633217" y="52220"/>
                  <a:pt x="634971" y="61355"/>
                </a:cubicBezTo>
                <a:lnTo>
                  <a:pt x="620121" y="63646"/>
                </a:lnTo>
                <a:cubicBezTo>
                  <a:pt x="618706" y="57621"/>
                  <a:pt x="616203" y="53088"/>
                  <a:pt x="612610" y="50047"/>
                </a:cubicBezTo>
                <a:cubicBezTo>
                  <a:pt x="609018" y="47006"/>
                  <a:pt x="604676" y="45486"/>
                  <a:pt x="599584" y="45486"/>
                </a:cubicBezTo>
                <a:cubicBezTo>
                  <a:pt x="591890" y="45486"/>
                  <a:pt x="585639" y="48230"/>
                  <a:pt x="580830" y="53720"/>
                </a:cubicBezTo>
                <a:cubicBezTo>
                  <a:pt x="576021" y="59208"/>
                  <a:pt x="573617" y="67891"/>
                  <a:pt x="573617" y="79770"/>
                </a:cubicBezTo>
                <a:cubicBezTo>
                  <a:pt x="573617" y="91818"/>
                  <a:pt x="575936" y="100573"/>
                  <a:pt x="580575" y="106034"/>
                </a:cubicBezTo>
                <a:cubicBezTo>
                  <a:pt x="585214" y="111494"/>
                  <a:pt x="591268" y="114223"/>
                  <a:pt x="598736" y="114223"/>
                </a:cubicBezTo>
                <a:cubicBezTo>
                  <a:pt x="604732" y="114223"/>
                  <a:pt x="609739" y="112392"/>
                  <a:pt x="613756" y="108729"/>
                </a:cubicBezTo>
                <a:cubicBezTo>
                  <a:pt x="617773" y="105065"/>
                  <a:pt x="620319" y="99429"/>
                  <a:pt x="621393" y="91820"/>
                </a:cubicBezTo>
                <a:close/>
                <a:moveTo>
                  <a:pt x="649566" y="124916"/>
                </a:moveTo>
                <a:lnTo>
                  <a:pt x="649566" y="509"/>
                </a:lnTo>
                <a:lnTo>
                  <a:pt x="664841" y="509"/>
                </a:lnTo>
                <a:lnTo>
                  <a:pt x="664841" y="71453"/>
                </a:lnTo>
                <a:lnTo>
                  <a:pt x="700992" y="34793"/>
                </a:lnTo>
                <a:lnTo>
                  <a:pt x="720765" y="34793"/>
                </a:lnTo>
                <a:lnTo>
                  <a:pt x="686311" y="68228"/>
                </a:lnTo>
                <a:lnTo>
                  <a:pt x="724244" y="124916"/>
                </a:lnTo>
                <a:lnTo>
                  <a:pt x="705405" y="124916"/>
                </a:lnTo>
                <a:lnTo>
                  <a:pt x="675618" y="78836"/>
                </a:lnTo>
                <a:lnTo>
                  <a:pt x="664841" y="89189"/>
                </a:lnTo>
                <a:lnTo>
                  <a:pt x="664841" y="124916"/>
                </a:lnTo>
                <a:lnTo>
                  <a:pt x="649566" y="124916"/>
                </a:lnTo>
                <a:close/>
                <a:moveTo>
                  <a:pt x="778585" y="97930"/>
                </a:moveTo>
                <a:lnTo>
                  <a:pt x="793690" y="95554"/>
                </a:lnTo>
                <a:cubicBezTo>
                  <a:pt x="794539" y="101581"/>
                  <a:pt x="796901" y="106200"/>
                  <a:pt x="800776" y="109410"/>
                </a:cubicBezTo>
                <a:cubicBezTo>
                  <a:pt x="804651" y="112619"/>
                  <a:pt x="810068" y="114223"/>
                  <a:pt x="817027" y="114223"/>
                </a:cubicBezTo>
                <a:cubicBezTo>
                  <a:pt x="824042" y="114223"/>
                  <a:pt x="829247" y="112806"/>
                  <a:pt x="832642" y="109972"/>
                </a:cubicBezTo>
                <a:cubicBezTo>
                  <a:pt x="836036" y="107137"/>
                  <a:pt x="837733" y="103811"/>
                  <a:pt x="837733" y="99996"/>
                </a:cubicBezTo>
                <a:cubicBezTo>
                  <a:pt x="837733" y="96571"/>
                  <a:pt x="836234" y="93877"/>
                  <a:pt x="833236" y="91913"/>
                </a:cubicBezTo>
                <a:cubicBezTo>
                  <a:pt x="831142" y="90566"/>
                  <a:pt x="825938" y="88853"/>
                  <a:pt x="817621" y="86776"/>
                </a:cubicBezTo>
                <a:cubicBezTo>
                  <a:pt x="806419" y="83946"/>
                  <a:pt x="798655" y="81497"/>
                  <a:pt x="794327" y="79430"/>
                </a:cubicBezTo>
                <a:cubicBezTo>
                  <a:pt x="789999" y="77363"/>
                  <a:pt x="786717" y="74504"/>
                  <a:pt x="784483" y="70851"/>
                </a:cubicBezTo>
                <a:cubicBezTo>
                  <a:pt x="782248" y="67199"/>
                  <a:pt x="781131" y="63164"/>
                  <a:pt x="781131" y="58748"/>
                </a:cubicBezTo>
                <a:cubicBezTo>
                  <a:pt x="781131" y="54728"/>
                  <a:pt x="782050" y="51004"/>
                  <a:pt x="783889" y="47578"/>
                </a:cubicBezTo>
                <a:cubicBezTo>
                  <a:pt x="785727" y="44152"/>
                  <a:pt x="788231" y="41306"/>
                  <a:pt x="791399" y="39042"/>
                </a:cubicBezTo>
                <a:cubicBezTo>
                  <a:pt x="793775" y="37286"/>
                  <a:pt x="797014" y="35800"/>
                  <a:pt x="801116" y="34584"/>
                </a:cubicBezTo>
                <a:cubicBezTo>
                  <a:pt x="805217" y="33366"/>
                  <a:pt x="809616" y="32756"/>
                  <a:pt x="814312" y="32756"/>
                </a:cubicBezTo>
                <a:cubicBezTo>
                  <a:pt x="821383" y="32756"/>
                  <a:pt x="827592" y="33782"/>
                  <a:pt x="832939" y="35833"/>
                </a:cubicBezTo>
                <a:cubicBezTo>
                  <a:pt x="838285" y="37882"/>
                  <a:pt x="842231" y="40658"/>
                  <a:pt x="844777" y="44162"/>
                </a:cubicBezTo>
                <a:cubicBezTo>
                  <a:pt x="847323" y="47665"/>
                  <a:pt x="849076" y="52349"/>
                  <a:pt x="850038" y="58215"/>
                </a:cubicBezTo>
                <a:lnTo>
                  <a:pt x="835103" y="60252"/>
                </a:lnTo>
                <a:cubicBezTo>
                  <a:pt x="834424" y="55612"/>
                  <a:pt x="832458" y="51992"/>
                  <a:pt x="829205" y="49389"/>
                </a:cubicBezTo>
                <a:cubicBezTo>
                  <a:pt x="825952" y="46787"/>
                  <a:pt x="821355" y="45486"/>
                  <a:pt x="815415" y="45486"/>
                </a:cubicBezTo>
                <a:cubicBezTo>
                  <a:pt x="808400" y="45486"/>
                  <a:pt x="803393" y="46640"/>
                  <a:pt x="800394" y="48949"/>
                </a:cubicBezTo>
                <a:cubicBezTo>
                  <a:pt x="797396" y="51256"/>
                  <a:pt x="795897" y="53959"/>
                  <a:pt x="795897" y="57056"/>
                </a:cubicBezTo>
                <a:cubicBezTo>
                  <a:pt x="795897" y="59025"/>
                  <a:pt x="796519" y="60799"/>
                  <a:pt x="797764" y="62376"/>
                </a:cubicBezTo>
                <a:cubicBezTo>
                  <a:pt x="799008" y="64008"/>
                  <a:pt x="800960" y="65358"/>
                  <a:pt x="803619" y="66428"/>
                </a:cubicBezTo>
                <a:cubicBezTo>
                  <a:pt x="805147" y="66992"/>
                  <a:pt x="809644" y="68287"/>
                  <a:pt x="817112" y="70313"/>
                </a:cubicBezTo>
                <a:cubicBezTo>
                  <a:pt x="827918" y="73196"/>
                  <a:pt x="835456" y="75557"/>
                  <a:pt x="839727" y="77394"/>
                </a:cubicBezTo>
                <a:cubicBezTo>
                  <a:pt x="843999" y="79230"/>
                  <a:pt x="847351" y="81902"/>
                  <a:pt x="849784" y="85408"/>
                </a:cubicBezTo>
                <a:cubicBezTo>
                  <a:pt x="852216" y="88912"/>
                  <a:pt x="853433" y="93263"/>
                  <a:pt x="853433" y="98463"/>
                </a:cubicBezTo>
                <a:cubicBezTo>
                  <a:pt x="853433" y="103551"/>
                  <a:pt x="851948" y="108342"/>
                  <a:pt x="848977" y="112836"/>
                </a:cubicBezTo>
                <a:cubicBezTo>
                  <a:pt x="846007" y="117329"/>
                  <a:pt x="841722" y="120805"/>
                  <a:pt x="836121" y="123264"/>
                </a:cubicBezTo>
                <a:cubicBezTo>
                  <a:pt x="830520" y="125723"/>
                  <a:pt x="824184" y="126953"/>
                  <a:pt x="817112" y="126953"/>
                </a:cubicBezTo>
                <a:cubicBezTo>
                  <a:pt x="805401" y="126953"/>
                  <a:pt x="796477" y="124513"/>
                  <a:pt x="790338" y="119633"/>
                </a:cubicBezTo>
                <a:cubicBezTo>
                  <a:pt x="784200" y="114754"/>
                  <a:pt x="780282" y="107519"/>
                  <a:pt x="778585" y="97930"/>
                </a:cubicBezTo>
                <a:close/>
                <a:moveTo>
                  <a:pt x="930657" y="124916"/>
                </a:moveTo>
                <a:lnTo>
                  <a:pt x="930657" y="111677"/>
                </a:lnTo>
                <a:cubicBezTo>
                  <a:pt x="923642" y="121861"/>
                  <a:pt x="914109" y="126953"/>
                  <a:pt x="902059" y="126953"/>
                </a:cubicBezTo>
                <a:cubicBezTo>
                  <a:pt x="896741" y="126953"/>
                  <a:pt x="891777" y="125934"/>
                  <a:pt x="887166" y="123898"/>
                </a:cubicBezTo>
                <a:cubicBezTo>
                  <a:pt x="882555" y="121861"/>
                  <a:pt x="879132" y="119301"/>
                  <a:pt x="876898" y="116218"/>
                </a:cubicBezTo>
                <a:cubicBezTo>
                  <a:pt x="874663" y="113134"/>
                  <a:pt x="873093" y="109358"/>
                  <a:pt x="872188" y="104889"/>
                </a:cubicBezTo>
                <a:cubicBezTo>
                  <a:pt x="871566" y="101890"/>
                  <a:pt x="871254" y="97138"/>
                  <a:pt x="871254" y="90632"/>
                </a:cubicBezTo>
                <a:lnTo>
                  <a:pt x="871254" y="34793"/>
                </a:lnTo>
                <a:lnTo>
                  <a:pt x="886529" y="34793"/>
                </a:lnTo>
                <a:lnTo>
                  <a:pt x="886529" y="84776"/>
                </a:lnTo>
                <a:cubicBezTo>
                  <a:pt x="886529" y="92753"/>
                  <a:pt x="886841" y="98128"/>
                  <a:pt x="887463" y="100900"/>
                </a:cubicBezTo>
                <a:cubicBezTo>
                  <a:pt x="888425" y="104917"/>
                  <a:pt x="890461" y="108071"/>
                  <a:pt x="893573" y="110362"/>
                </a:cubicBezTo>
                <a:cubicBezTo>
                  <a:pt x="896684" y="112653"/>
                  <a:pt x="900531" y="113799"/>
                  <a:pt x="905114" y="113799"/>
                </a:cubicBezTo>
                <a:cubicBezTo>
                  <a:pt x="909697" y="113799"/>
                  <a:pt x="913996" y="112625"/>
                  <a:pt x="918013" y="110277"/>
                </a:cubicBezTo>
                <a:cubicBezTo>
                  <a:pt x="922030" y="107929"/>
                  <a:pt x="924873" y="104733"/>
                  <a:pt x="926541" y="100688"/>
                </a:cubicBezTo>
                <a:cubicBezTo>
                  <a:pt x="928210" y="96643"/>
                  <a:pt x="929045" y="90773"/>
                  <a:pt x="929045" y="83079"/>
                </a:cubicBezTo>
                <a:lnTo>
                  <a:pt x="929045" y="34793"/>
                </a:lnTo>
                <a:lnTo>
                  <a:pt x="944320" y="34793"/>
                </a:lnTo>
                <a:lnTo>
                  <a:pt x="944320" y="124916"/>
                </a:lnTo>
                <a:lnTo>
                  <a:pt x="930657" y="124916"/>
                </a:lnTo>
                <a:close/>
                <a:moveTo>
                  <a:pt x="1027033" y="91820"/>
                </a:moveTo>
                <a:lnTo>
                  <a:pt x="1042053" y="93772"/>
                </a:lnTo>
                <a:cubicBezTo>
                  <a:pt x="1040413" y="104151"/>
                  <a:pt x="1036212" y="112277"/>
                  <a:pt x="1029451" y="118148"/>
                </a:cubicBezTo>
                <a:cubicBezTo>
                  <a:pt x="1022691" y="124018"/>
                  <a:pt x="1014388" y="126953"/>
                  <a:pt x="1004545" y="126953"/>
                </a:cubicBezTo>
                <a:cubicBezTo>
                  <a:pt x="992211" y="126953"/>
                  <a:pt x="982297" y="122922"/>
                  <a:pt x="974801" y="114860"/>
                </a:cubicBezTo>
                <a:cubicBezTo>
                  <a:pt x="967305" y="106798"/>
                  <a:pt x="963556" y="95243"/>
                  <a:pt x="963556" y="80194"/>
                </a:cubicBezTo>
                <a:cubicBezTo>
                  <a:pt x="963556" y="70463"/>
                  <a:pt x="965169" y="61949"/>
                  <a:pt x="968394" y="54651"/>
                </a:cubicBezTo>
                <a:cubicBezTo>
                  <a:pt x="971618" y="47353"/>
                  <a:pt x="976526" y="41879"/>
                  <a:pt x="983117" y="38230"/>
                </a:cubicBezTo>
                <a:cubicBezTo>
                  <a:pt x="989708" y="34581"/>
                  <a:pt x="996879" y="32756"/>
                  <a:pt x="1004629" y="32756"/>
                </a:cubicBezTo>
                <a:cubicBezTo>
                  <a:pt x="1014417" y="32756"/>
                  <a:pt x="1022422" y="35240"/>
                  <a:pt x="1028645" y="40206"/>
                </a:cubicBezTo>
                <a:cubicBezTo>
                  <a:pt x="1034868" y="45170"/>
                  <a:pt x="1038857" y="52220"/>
                  <a:pt x="1040611" y="61355"/>
                </a:cubicBezTo>
                <a:lnTo>
                  <a:pt x="1025760" y="63646"/>
                </a:lnTo>
                <a:cubicBezTo>
                  <a:pt x="1024345" y="57621"/>
                  <a:pt x="1021842" y="53088"/>
                  <a:pt x="1018250" y="50047"/>
                </a:cubicBezTo>
                <a:cubicBezTo>
                  <a:pt x="1014657" y="47006"/>
                  <a:pt x="1010315" y="45486"/>
                  <a:pt x="1005223" y="45486"/>
                </a:cubicBezTo>
                <a:cubicBezTo>
                  <a:pt x="997529" y="45486"/>
                  <a:pt x="991278" y="48230"/>
                  <a:pt x="986469" y="53720"/>
                </a:cubicBezTo>
                <a:cubicBezTo>
                  <a:pt x="981660" y="59208"/>
                  <a:pt x="979256" y="67891"/>
                  <a:pt x="979256" y="79770"/>
                </a:cubicBezTo>
                <a:cubicBezTo>
                  <a:pt x="979256" y="91818"/>
                  <a:pt x="981575" y="100573"/>
                  <a:pt x="986214" y="106034"/>
                </a:cubicBezTo>
                <a:cubicBezTo>
                  <a:pt x="990854" y="111494"/>
                  <a:pt x="996907" y="114223"/>
                  <a:pt x="1004375" y="114223"/>
                </a:cubicBezTo>
                <a:cubicBezTo>
                  <a:pt x="1010372" y="114223"/>
                  <a:pt x="1015378" y="112392"/>
                  <a:pt x="1019395" y="108729"/>
                </a:cubicBezTo>
                <a:cubicBezTo>
                  <a:pt x="1023412" y="105065"/>
                  <a:pt x="1025958" y="99429"/>
                  <a:pt x="1027033" y="91820"/>
                </a:cubicBezTo>
                <a:close/>
                <a:moveTo>
                  <a:pt x="1113932" y="91820"/>
                </a:moveTo>
                <a:lnTo>
                  <a:pt x="1128953" y="93772"/>
                </a:lnTo>
                <a:cubicBezTo>
                  <a:pt x="1127312" y="104151"/>
                  <a:pt x="1123111" y="112277"/>
                  <a:pt x="1116351" y="118148"/>
                </a:cubicBezTo>
                <a:cubicBezTo>
                  <a:pt x="1109590" y="124018"/>
                  <a:pt x="1101288" y="126953"/>
                  <a:pt x="1091444" y="126953"/>
                </a:cubicBezTo>
                <a:cubicBezTo>
                  <a:pt x="1079111" y="126953"/>
                  <a:pt x="1069196" y="122922"/>
                  <a:pt x="1061700" y="114860"/>
                </a:cubicBezTo>
                <a:cubicBezTo>
                  <a:pt x="1054204" y="106798"/>
                  <a:pt x="1050456" y="95243"/>
                  <a:pt x="1050456" y="80194"/>
                </a:cubicBezTo>
                <a:cubicBezTo>
                  <a:pt x="1050456" y="70463"/>
                  <a:pt x="1052068" y="61949"/>
                  <a:pt x="1055293" y="54651"/>
                </a:cubicBezTo>
                <a:cubicBezTo>
                  <a:pt x="1058518" y="47353"/>
                  <a:pt x="1063426" y="41879"/>
                  <a:pt x="1070016" y="38230"/>
                </a:cubicBezTo>
                <a:cubicBezTo>
                  <a:pt x="1076607" y="34581"/>
                  <a:pt x="1083778" y="32756"/>
                  <a:pt x="1091529" y="32756"/>
                </a:cubicBezTo>
                <a:cubicBezTo>
                  <a:pt x="1101316" y="32756"/>
                  <a:pt x="1109321" y="35240"/>
                  <a:pt x="1115545" y="40206"/>
                </a:cubicBezTo>
                <a:cubicBezTo>
                  <a:pt x="1121768" y="45170"/>
                  <a:pt x="1125756" y="52220"/>
                  <a:pt x="1127510" y="61355"/>
                </a:cubicBezTo>
                <a:lnTo>
                  <a:pt x="1112659" y="63646"/>
                </a:lnTo>
                <a:cubicBezTo>
                  <a:pt x="1111245" y="57621"/>
                  <a:pt x="1108742" y="53088"/>
                  <a:pt x="1105149" y="50047"/>
                </a:cubicBezTo>
                <a:cubicBezTo>
                  <a:pt x="1101557" y="47006"/>
                  <a:pt x="1097215" y="45486"/>
                  <a:pt x="1092123" y="45486"/>
                </a:cubicBezTo>
                <a:cubicBezTo>
                  <a:pt x="1084429" y="45486"/>
                  <a:pt x="1078177" y="48230"/>
                  <a:pt x="1073368" y="53720"/>
                </a:cubicBezTo>
                <a:cubicBezTo>
                  <a:pt x="1068560" y="59208"/>
                  <a:pt x="1066155" y="67891"/>
                  <a:pt x="1066155" y="79770"/>
                </a:cubicBezTo>
                <a:cubicBezTo>
                  <a:pt x="1066155" y="91818"/>
                  <a:pt x="1068475" y="100573"/>
                  <a:pt x="1073114" y="106034"/>
                </a:cubicBezTo>
                <a:cubicBezTo>
                  <a:pt x="1077753" y="111494"/>
                  <a:pt x="1083806" y="114223"/>
                  <a:pt x="1091274" y="114223"/>
                </a:cubicBezTo>
                <a:cubicBezTo>
                  <a:pt x="1097271" y="114223"/>
                  <a:pt x="1102278" y="112392"/>
                  <a:pt x="1106295" y="108729"/>
                </a:cubicBezTo>
                <a:cubicBezTo>
                  <a:pt x="1110311" y="105065"/>
                  <a:pt x="1112857" y="99429"/>
                  <a:pt x="1113932" y="91820"/>
                </a:cubicBezTo>
                <a:close/>
                <a:moveTo>
                  <a:pt x="1203714" y="95893"/>
                </a:moveTo>
                <a:lnTo>
                  <a:pt x="1219498" y="97845"/>
                </a:lnTo>
                <a:cubicBezTo>
                  <a:pt x="1217009" y="107067"/>
                  <a:pt x="1212398" y="114223"/>
                  <a:pt x="1205666" y="119315"/>
                </a:cubicBezTo>
                <a:cubicBezTo>
                  <a:pt x="1198934" y="124407"/>
                  <a:pt x="1190334" y="126953"/>
                  <a:pt x="1179868" y="126953"/>
                </a:cubicBezTo>
                <a:cubicBezTo>
                  <a:pt x="1166686" y="126953"/>
                  <a:pt x="1156234" y="122893"/>
                  <a:pt x="1148512" y="114775"/>
                </a:cubicBezTo>
                <a:cubicBezTo>
                  <a:pt x="1140789" y="106657"/>
                  <a:pt x="1136928" y="95271"/>
                  <a:pt x="1136928" y="80618"/>
                </a:cubicBezTo>
                <a:cubicBezTo>
                  <a:pt x="1136928" y="65456"/>
                  <a:pt x="1140832" y="53689"/>
                  <a:pt x="1148639" y="45316"/>
                </a:cubicBezTo>
                <a:cubicBezTo>
                  <a:pt x="1156446" y="36943"/>
                  <a:pt x="1166573" y="32756"/>
                  <a:pt x="1179019" y="32756"/>
                </a:cubicBezTo>
                <a:cubicBezTo>
                  <a:pt x="1191070" y="32756"/>
                  <a:pt x="1200914" y="36852"/>
                  <a:pt x="1208551" y="45043"/>
                </a:cubicBezTo>
                <a:cubicBezTo>
                  <a:pt x="1216189" y="53232"/>
                  <a:pt x="1220007" y="64754"/>
                  <a:pt x="1220007" y="79608"/>
                </a:cubicBezTo>
                <a:cubicBezTo>
                  <a:pt x="1220007" y="80511"/>
                  <a:pt x="1219979" y="81866"/>
                  <a:pt x="1219923" y="83673"/>
                </a:cubicBezTo>
                <a:lnTo>
                  <a:pt x="1152712" y="83673"/>
                </a:lnTo>
                <a:cubicBezTo>
                  <a:pt x="1153278" y="93545"/>
                  <a:pt x="1156079" y="101105"/>
                  <a:pt x="1161114" y="106352"/>
                </a:cubicBezTo>
                <a:cubicBezTo>
                  <a:pt x="1166149" y="111600"/>
                  <a:pt x="1172429" y="114223"/>
                  <a:pt x="1179953" y="114223"/>
                </a:cubicBezTo>
                <a:cubicBezTo>
                  <a:pt x="1185554" y="114223"/>
                  <a:pt x="1190334" y="112767"/>
                  <a:pt x="1194294" y="109853"/>
                </a:cubicBezTo>
                <a:cubicBezTo>
                  <a:pt x="1198255" y="106938"/>
                  <a:pt x="1201395" y="102284"/>
                  <a:pt x="1203714" y="95893"/>
                </a:cubicBezTo>
                <a:moveTo>
                  <a:pt x="1153561" y="70944"/>
                </a:moveTo>
                <a:lnTo>
                  <a:pt x="1203884" y="70944"/>
                </a:lnTo>
                <a:cubicBezTo>
                  <a:pt x="1203205" y="63487"/>
                  <a:pt x="1201281" y="57894"/>
                  <a:pt x="1198113" y="54165"/>
                </a:cubicBezTo>
                <a:cubicBezTo>
                  <a:pt x="1193248" y="48379"/>
                  <a:pt x="1186940" y="45486"/>
                  <a:pt x="1179189" y="45486"/>
                </a:cubicBezTo>
                <a:cubicBezTo>
                  <a:pt x="1172174" y="45486"/>
                  <a:pt x="1166276" y="47795"/>
                  <a:pt x="1161496" y="52415"/>
                </a:cubicBezTo>
                <a:cubicBezTo>
                  <a:pt x="1156715" y="57033"/>
                  <a:pt x="1154070" y="63209"/>
                  <a:pt x="1153561" y="70944"/>
                </a:cubicBezTo>
                <a:close/>
                <a:moveTo>
                  <a:pt x="1300345" y="95893"/>
                </a:moveTo>
                <a:lnTo>
                  <a:pt x="1316129" y="97845"/>
                </a:lnTo>
                <a:cubicBezTo>
                  <a:pt x="1313640" y="107067"/>
                  <a:pt x="1309029" y="114223"/>
                  <a:pt x="1302297" y="119315"/>
                </a:cubicBezTo>
                <a:cubicBezTo>
                  <a:pt x="1295564" y="124407"/>
                  <a:pt x="1286965" y="126953"/>
                  <a:pt x="1276499" y="126953"/>
                </a:cubicBezTo>
                <a:cubicBezTo>
                  <a:pt x="1263317" y="126953"/>
                  <a:pt x="1252865" y="122893"/>
                  <a:pt x="1245143" y="114775"/>
                </a:cubicBezTo>
                <a:cubicBezTo>
                  <a:pt x="1237420" y="106657"/>
                  <a:pt x="1233559" y="95271"/>
                  <a:pt x="1233559" y="80618"/>
                </a:cubicBezTo>
                <a:cubicBezTo>
                  <a:pt x="1233559" y="65456"/>
                  <a:pt x="1237463" y="53689"/>
                  <a:pt x="1245270" y="45316"/>
                </a:cubicBezTo>
                <a:cubicBezTo>
                  <a:pt x="1253077" y="36943"/>
                  <a:pt x="1263204" y="32756"/>
                  <a:pt x="1275650" y="32756"/>
                </a:cubicBezTo>
                <a:cubicBezTo>
                  <a:pt x="1287701" y="32756"/>
                  <a:pt x="1297545" y="36852"/>
                  <a:pt x="1305182" y="45043"/>
                </a:cubicBezTo>
                <a:cubicBezTo>
                  <a:pt x="1312820" y="53232"/>
                  <a:pt x="1316638" y="64754"/>
                  <a:pt x="1316638" y="79608"/>
                </a:cubicBezTo>
                <a:cubicBezTo>
                  <a:pt x="1316638" y="80511"/>
                  <a:pt x="1316610" y="81866"/>
                  <a:pt x="1316554" y="83673"/>
                </a:cubicBezTo>
                <a:lnTo>
                  <a:pt x="1249343" y="83673"/>
                </a:lnTo>
                <a:cubicBezTo>
                  <a:pt x="1249909" y="93545"/>
                  <a:pt x="1252709" y="101105"/>
                  <a:pt x="1257745" y="106352"/>
                </a:cubicBezTo>
                <a:cubicBezTo>
                  <a:pt x="1262780" y="111600"/>
                  <a:pt x="1269059" y="114223"/>
                  <a:pt x="1276584" y="114223"/>
                </a:cubicBezTo>
                <a:cubicBezTo>
                  <a:pt x="1282185" y="114223"/>
                  <a:pt x="1286965" y="112767"/>
                  <a:pt x="1290925" y="109853"/>
                </a:cubicBezTo>
                <a:cubicBezTo>
                  <a:pt x="1294886" y="106938"/>
                  <a:pt x="1298025" y="102284"/>
                  <a:pt x="1300345" y="95893"/>
                </a:cubicBezTo>
                <a:moveTo>
                  <a:pt x="1250192" y="70944"/>
                </a:moveTo>
                <a:lnTo>
                  <a:pt x="1300515" y="70944"/>
                </a:lnTo>
                <a:cubicBezTo>
                  <a:pt x="1299836" y="63487"/>
                  <a:pt x="1297912" y="57894"/>
                  <a:pt x="1294744" y="54165"/>
                </a:cubicBezTo>
                <a:cubicBezTo>
                  <a:pt x="1289879" y="48379"/>
                  <a:pt x="1283571" y="45486"/>
                  <a:pt x="1275820" y="45486"/>
                </a:cubicBezTo>
                <a:cubicBezTo>
                  <a:pt x="1268805" y="45486"/>
                  <a:pt x="1262907" y="47795"/>
                  <a:pt x="1258126" y="52415"/>
                </a:cubicBezTo>
                <a:cubicBezTo>
                  <a:pt x="1253346" y="57033"/>
                  <a:pt x="1250701" y="63209"/>
                  <a:pt x="1250192" y="70944"/>
                </a:cubicBezTo>
                <a:close/>
                <a:moveTo>
                  <a:pt x="1393751" y="124916"/>
                </a:moveTo>
                <a:lnTo>
                  <a:pt x="1393751" y="113544"/>
                </a:lnTo>
                <a:cubicBezTo>
                  <a:pt x="1388037" y="122483"/>
                  <a:pt x="1379635" y="126953"/>
                  <a:pt x="1368547" y="126953"/>
                </a:cubicBezTo>
                <a:cubicBezTo>
                  <a:pt x="1361362" y="126953"/>
                  <a:pt x="1354757" y="124972"/>
                  <a:pt x="1348732" y="121012"/>
                </a:cubicBezTo>
                <a:cubicBezTo>
                  <a:pt x="1342707" y="117052"/>
                  <a:pt x="1338039" y="111522"/>
                  <a:pt x="1334730" y="104422"/>
                </a:cubicBezTo>
                <a:cubicBezTo>
                  <a:pt x="1331420" y="97322"/>
                  <a:pt x="1329765" y="89161"/>
                  <a:pt x="1329765" y="79939"/>
                </a:cubicBezTo>
                <a:cubicBezTo>
                  <a:pt x="1329765" y="70944"/>
                  <a:pt x="1331264" y="62783"/>
                  <a:pt x="1334263" y="55457"/>
                </a:cubicBezTo>
                <a:cubicBezTo>
                  <a:pt x="1337261" y="48131"/>
                  <a:pt x="1341759" y="42516"/>
                  <a:pt x="1347756" y="38612"/>
                </a:cubicBezTo>
                <a:cubicBezTo>
                  <a:pt x="1353753" y="34708"/>
                  <a:pt x="1360457" y="32756"/>
                  <a:pt x="1367868" y="32756"/>
                </a:cubicBezTo>
                <a:cubicBezTo>
                  <a:pt x="1373299" y="32756"/>
                  <a:pt x="1378136" y="33902"/>
                  <a:pt x="1382379" y="36193"/>
                </a:cubicBezTo>
                <a:cubicBezTo>
                  <a:pt x="1386622" y="38485"/>
                  <a:pt x="1390073" y="41469"/>
                  <a:pt x="1392732" y="45146"/>
                </a:cubicBezTo>
                <a:lnTo>
                  <a:pt x="1392732" y="509"/>
                </a:lnTo>
                <a:lnTo>
                  <a:pt x="1407922" y="509"/>
                </a:lnTo>
                <a:lnTo>
                  <a:pt x="1407922" y="124916"/>
                </a:lnTo>
                <a:lnTo>
                  <a:pt x="1393751" y="124916"/>
                </a:lnTo>
                <a:moveTo>
                  <a:pt x="1345465" y="79897"/>
                </a:moveTo>
                <a:cubicBezTo>
                  <a:pt x="1345465" y="91396"/>
                  <a:pt x="1347897" y="99991"/>
                  <a:pt x="1352763" y="105684"/>
                </a:cubicBezTo>
                <a:cubicBezTo>
                  <a:pt x="1357628" y="111377"/>
                  <a:pt x="1363370" y="114223"/>
                  <a:pt x="1369989" y="114223"/>
                </a:cubicBezTo>
                <a:cubicBezTo>
                  <a:pt x="1376665" y="114223"/>
                  <a:pt x="1382337" y="111504"/>
                  <a:pt x="1387004" y="106066"/>
                </a:cubicBezTo>
                <a:cubicBezTo>
                  <a:pt x="1391672" y="100626"/>
                  <a:pt x="1394005" y="92326"/>
                  <a:pt x="1394005" y="81165"/>
                </a:cubicBezTo>
                <a:cubicBezTo>
                  <a:pt x="1394005" y="68877"/>
                  <a:pt x="1391629" y="59859"/>
                  <a:pt x="1386877" y="54110"/>
                </a:cubicBezTo>
                <a:cubicBezTo>
                  <a:pt x="1382125" y="48360"/>
                  <a:pt x="1376269" y="45486"/>
                  <a:pt x="1369311" y="45486"/>
                </a:cubicBezTo>
                <a:cubicBezTo>
                  <a:pt x="1362522" y="45486"/>
                  <a:pt x="1356850" y="48248"/>
                  <a:pt x="1352296" y="53773"/>
                </a:cubicBezTo>
                <a:cubicBezTo>
                  <a:pt x="1347742" y="59296"/>
                  <a:pt x="1345465" y="68004"/>
                  <a:pt x="1345465" y="79897"/>
                </a:cubicBezTo>
                <a:close/>
                <a:moveTo>
                  <a:pt x="1425804" y="97930"/>
                </a:moveTo>
                <a:lnTo>
                  <a:pt x="1440909" y="95554"/>
                </a:lnTo>
                <a:cubicBezTo>
                  <a:pt x="1441758" y="101581"/>
                  <a:pt x="1444120" y="106200"/>
                  <a:pt x="1447995" y="109410"/>
                </a:cubicBezTo>
                <a:cubicBezTo>
                  <a:pt x="1451871" y="112619"/>
                  <a:pt x="1457288" y="114223"/>
                  <a:pt x="1464246" y="114223"/>
                </a:cubicBezTo>
                <a:cubicBezTo>
                  <a:pt x="1471261" y="114223"/>
                  <a:pt x="1476466" y="112806"/>
                  <a:pt x="1479861" y="109972"/>
                </a:cubicBezTo>
                <a:cubicBezTo>
                  <a:pt x="1483255" y="107137"/>
                  <a:pt x="1484952" y="103811"/>
                  <a:pt x="1484952" y="99996"/>
                </a:cubicBezTo>
                <a:cubicBezTo>
                  <a:pt x="1484952" y="96571"/>
                  <a:pt x="1483453" y="93877"/>
                  <a:pt x="1480455" y="91913"/>
                </a:cubicBezTo>
                <a:cubicBezTo>
                  <a:pt x="1478362" y="90566"/>
                  <a:pt x="1473157" y="88853"/>
                  <a:pt x="1464840" y="86776"/>
                </a:cubicBezTo>
                <a:cubicBezTo>
                  <a:pt x="1453639" y="83946"/>
                  <a:pt x="1445874" y="81497"/>
                  <a:pt x="1441546" y="79430"/>
                </a:cubicBezTo>
                <a:cubicBezTo>
                  <a:pt x="1437218" y="77363"/>
                  <a:pt x="1433937" y="74504"/>
                  <a:pt x="1431702" y="70851"/>
                </a:cubicBezTo>
                <a:cubicBezTo>
                  <a:pt x="1429467" y="67199"/>
                  <a:pt x="1428350" y="63164"/>
                  <a:pt x="1428350" y="58748"/>
                </a:cubicBezTo>
                <a:cubicBezTo>
                  <a:pt x="1428350" y="54728"/>
                  <a:pt x="1429269" y="51004"/>
                  <a:pt x="1431108" y="47578"/>
                </a:cubicBezTo>
                <a:cubicBezTo>
                  <a:pt x="1432947" y="44152"/>
                  <a:pt x="1435450" y="41306"/>
                  <a:pt x="1438618" y="39042"/>
                </a:cubicBezTo>
                <a:cubicBezTo>
                  <a:pt x="1440994" y="37286"/>
                  <a:pt x="1444233" y="35800"/>
                  <a:pt x="1448335" y="34584"/>
                </a:cubicBezTo>
                <a:cubicBezTo>
                  <a:pt x="1452436" y="33366"/>
                  <a:pt x="1456835" y="32756"/>
                  <a:pt x="1461531" y="32756"/>
                </a:cubicBezTo>
                <a:cubicBezTo>
                  <a:pt x="1468602" y="32756"/>
                  <a:pt x="1474812" y="33782"/>
                  <a:pt x="1480158" y="35833"/>
                </a:cubicBezTo>
                <a:cubicBezTo>
                  <a:pt x="1485504" y="37882"/>
                  <a:pt x="1489450" y="40658"/>
                  <a:pt x="1491996" y="44162"/>
                </a:cubicBezTo>
                <a:cubicBezTo>
                  <a:pt x="1494542" y="47665"/>
                  <a:pt x="1496296" y="52349"/>
                  <a:pt x="1497257" y="58215"/>
                </a:cubicBezTo>
                <a:lnTo>
                  <a:pt x="1482322" y="60252"/>
                </a:lnTo>
                <a:cubicBezTo>
                  <a:pt x="1481643" y="55612"/>
                  <a:pt x="1479677" y="51992"/>
                  <a:pt x="1476424" y="49389"/>
                </a:cubicBezTo>
                <a:cubicBezTo>
                  <a:pt x="1473171" y="46787"/>
                  <a:pt x="1468574" y="45486"/>
                  <a:pt x="1462634" y="45486"/>
                </a:cubicBezTo>
                <a:cubicBezTo>
                  <a:pt x="1455619" y="45486"/>
                  <a:pt x="1450612" y="46640"/>
                  <a:pt x="1447613" y="48949"/>
                </a:cubicBezTo>
                <a:cubicBezTo>
                  <a:pt x="1444615" y="51256"/>
                  <a:pt x="1443116" y="53959"/>
                  <a:pt x="1443116" y="57056"/>
                </a:cubicBezTo>
                <a:cubicBezTo>
                  <a:pt x="1443116" y="59025"/>
                  <a:pt x="1443738" y="60799"/>
                  <a:pt x="1444983" y="62376"/>
                </a:cubicBezTo>
                <a:cubicBezTo>
                  <a:pt x="1446227" y="64008"/>
                  <a:pt x="1448179" y="65358"/>
                  <a:pt x="1450838" y="66428"/>
                </a:cubicBezTo>
                <a:cubicBezTo>
                  <a:pt x="1452366" y="66992"/>
                  <a:pt x="1456863" y="68287"/>
                  <a:pt x="1464331" y="70313"/>
                </a:cubicBezTo>
                <a:cubicBezTo>
                  <a:pt x="1475137" y="73196"/>
                  <a:pt x="1482675" y="75557"/>
                  <a:pt x="1486947" y="77394"/>
                </a:cubicBezTo>
                <a:cubicBezTo>
                  <a:pt x="1491218" y="79230"/>
                  <a:pt x="1494570" y="81902"/>
                  <a:pt x="1497003" y="85408"/>
                </a:cubicBezTo>
                <a:cubicBezTo>
                  <a:pt x="1499435" y="88912"/>
                  <a:pt x="1500652" y="93263"/>
                  <a:pt x="1500652" y="98463"/>
                </a:cubicBezTo>
                <a:cubicBezTo>
                  <a:pt x="1500652" y="103551"/>
                  <a:pt x="1499167" y="108342"/>
                  <a:pt x="1496197" y="112836"/>
                </a:cubicBezTo>
                <a:cubicBezTo>
                  <a:pt x="1493226" y="117329"/>
                  <a:pt x="1488941" y="120805"/>
                  <a:pt x="1483340" y="123264"/>
                </a:cubicBezTo>
                <a:cubicBezTo>
                  <a:pt x="1477739" y="125723"/>
                  <a:pt x="1471403" y="126953"/>
                  <a:pt x="1464331" y="126953"/>
                </a:cubicBezTo>
                <a:cubicBezTo>
                  <a:pt x="1452620" y="126953"/>
                  <a:pt x="1443696" y="124513"/>
                  <a:pt x="1437557" y="119633"/>
                </a:cubicBezTo>
                <a:cubicBezTo>
                  <a:pt x="1431419" y="114754"/>
                  <a:pt x="1427501" y="107519"/>
                  <a:pt x="1425804" y="97930"/>
                </a:cubicBezTo>
                <a:close/>
                <a:moveTo>
                  <a:pt x="1625597" y="124916"/>
                </a:moveTo>
                <a:lnTo>
                  <a:pt x="1625597" y="113544"/>
                </a:lnTo>
                <a:cubicBezTo>
                  <a:pt x="1619883" y="122483"/>
                  <a:pt x="1611481" y="126953"/>
                  <a:pt x="1600393" y="126953"/>
                </a:cubicBezTo>
                <a:cubicBezTo>
                  <a:pt x="1593208" y="126953"/>
                  <a:pt x="1586603" y="124972"/>
                  <a:pt x="1580578" y="121012"/>
                </a:cubicBezTo>
                <a:cubicBezTo>
                  <a:pt x="1574553" y="117052"/>
                  <a:pt x="1569885" y="111522"/>
                  <a:pt x="1566576" y="104422"/>
                </a:cubicBezTo>
                <a:cubicBezTo>
                  <a:pt x="1563266" y="97322"/>
                  <a:pt x="1561611" y="89161"/>
                  <a:pt x="1561611" y="79939"/>
                </a:cubicBezTo>
                <a:cubicBezTo>
                  <a:pt x="1561611" y="70944"/>
                  <a:pt x="1563111" y="62783"/>
                  <a:pt x="1566109" y="55457"/>
                </a:cubicBezTo>
                <a:cubicBezTo>
                  <a:pt x="1569107" y="48131"/>
                  <a:pt x="1573605" y="42516"/>
                  <a:pt x="1579602" y="38612"/>
                </a:cubicBezTo>
                <a:cubicBezTo>
                  <a:pt x="1585599" y="34708"/>
                  <a:pt x="1592303" y="32756"/>
                  <a:pt x="1599714" y="32756"/>
                </a:cubicBezTo>
                <a:cubicBezTo>
                  <a:pt x="1605145" y="32756"/>
                  <a:pt x="1609982" y="33902"/>
                  <a:pt x="1614225" y="36193"/>
                </a:cubicBezTo>
                <a:cubicBezTo>
                  <a:pt x="1618468" y="38485"/>
                  <a:pt x="1621919" y="41469"/>
                  <a:pt x="1624578" y="45146"/>
                </a:cubicBezTo>
                <a:lnTo>
                  <a:pt x="1624578" y="509"/>
                </a:lnTo>
                <a:lnTo>
                  <a:pt x="1639769" y="509"/>
                </a:lnTo>
                <a:lnTo>
                  <a:pt x="1639769" y="124916"/>
                </a:lnTo>
                <a:lnTo>
                  <a:pt x="1625597" y="124916"/>
                </a:lnTo>
                <a:moveTo>
                  <a:pt x="1577311" y="79897"/>
                </a:moveTo>
                <a:cubicBezTo>
                  <a:pt x="1577311" y="91396"/>
                  <a:pt x="1579743" y="99991"/>
                  <a:pt x="1584609" y="105684"/>
                </a:cubicBezTo>
                <a:cubicBezTo>
                  <a:pt x="1589474" y="111377"/>
                  <a:pt x="1595216" y="114223"/>
                  <a:pt x="1601836" y="114223"/>
                </a:cubicBezTo>
                <a:cubicBezTo>
                  <a:pt x="1608511" y="114223"/>
                  <a:pt x="1614183" y="111504"/>
                  <a:pt x="1618850" y="106066"/>
                </a:cubicBezTo>
                <a:cubicBezTo>
                  <a:pt x="1623518" y="100626"/>
                  <a:pt x="1625851" y="92326"/>
                  <a:pt x="1625851" y="81165"/>
                </a:cubicBezTo>
                <a:cubicBezTo>
                  <a:pt x="1625851" y="68877"/>
                  <a:pt x="1623475" y="59859"/>
                  <a:pt x="1618723" y="54110"/>
                </a:cubicBezTo>
                <a:cubicBezTo>
                  <a:pt x="1613971" y="48360"/>
                  <a:pt x="1608115" y="45486"/>
                  <a:pt x="1601157" y="45486"/>
                </a:cubicBezTo>
                <a:cubicBezTo>
                  <a:pt x="1594368" y="45486"/>
                  <a:pt x="1588696" y="48248"/>
                  <a:pt x="1584142" y="53773"/>
                </a:cubicBezTo>
                <a:cubicBezTo>
                  <a:pt x="1579588" y="59296"/>
                  <a:pt x="1577311" y="68004"/>
                  <a:pt x="1577311" y="79897"/>
                </a:cubicBezTo>
                <a:close/>
                <a:moveTo>
                  <a:pt x="1722822" y="124916"/>
                </a:moveTo>
                <a:lnTo>
                  <a:pt x="1722822" y="111677"/>
                </a:lnTo>
                <a:cubicBezTo>
                  <a:pt x="1715806" y="121861"/>
                  <a:pt x="1706274" y="126953"/>
                  <a:pt x="1694223" y="126953"/>
                </a:cubicBezTo>
                <a:cubicBezTo>
                  <a:pt x="1688905" y="126953"/>
                  <a:pt x="1683941" y="125934"/>
                  <a:pt x="1679330" y="123898"/>
                </a:cubicBezTo>
                <a:cubicBezTo>
                  <a:pt x="1674719" y="121861"/>
                  <a:pt x="1671297" y="119301"/>
                  <a:pt x="1669062" y="116218"/>
                </a:cubicBezTo>
                <a:cubicBezTo>
                  <a:pt x="1666827" y="113134"/>
                  <a:pt x="1665257" y="109358"/>
                  <a:pt x="1664352" y="104889"/>
                </a:cubicBezTo>
                <a:cubicBezTo>
                  <a:pt x="1663730" y="101890"/>
                  <a:pt x="1663419" y="97138"/>
                  <a:pt x="1663419" y="90632"/>
                </a:cubicBezTo>
                <a:lnTo>
                  <a:pt x="1663419" y="34793"/>
                </a:lnTo>
                <a:lnTo>
                  <a:pt x="1678694" y="34793"/>
                </a:lnTo>
                <a:lnTo>
                  <a:pt x="1678694" y="84776"/>
                </a:lnTo>
                <a:cubicBezTo>
                  <a:pt x="1678694" y="92753"/>
                  <a:pt x="1679005" y="98128"/>
                  <a:pt x="1679627" y="100900"/>
                </a:cubicBezTo>
                <a:cubicBezTo>
                  <a:pt x="1680589" y="104917"/>
                  <a:pt x="1682626" y="108071"/>
                  <a:pt x="1685737" y="110362"/>
                </a:cubicBezTo>
                <a:cubicBezTo>
                  <a:pt x="1688849" y="112653"/>
                  <a:pt x="1692696" y="113799"/>
                  <a:pt x="1697278" y="113799"/>
                </a:cubicBezTo>
                <a:cubicBezTo>
                  <a:pt x="1701861" y="113799"/>
                  <a:pt x="1706161" y="112625"/>
                  <a:pt x="1710177" y="110277"/>
                </a:cubicBezTo>
                <a:cubicBezTo>
                  <a:pt x="1714194" y="107929"/>
                  <a:pt x="1717037" y="104733"/>
                  <a:pt x="1718706" y="100688"/>
                </a:cubicBezTo>
                <a:cubicBezTo>
                  <a:pt x="1720375" y="96643"/>
                  <a:pt x="1721209" y="90773"/>
                  <a:pt x="1721209" y="83079"/>
                </a:cubicBezTo>
                <a:lnTo>
                  <a:pt x="1721209" y="34793"/>
                </a:lnTo>
                <a:lnTo>
                  <a:pt x="1736484" y="34793"/>
                </a:lnTo>
                <a:lnTo>
                  <a:pt x="1736484" y="124916"/>
                </a:lnTo>
                <a:lnTo>
                  <a:pt x="1722822" y="124916"/>
                </a:lnTo>
                <a:close/>
                <a:moveTo>
                  <a:pt x="1822083" y="95893"/>
                </a:moveTo>
                <a:lnTo>
                  <a:pt x="1837867" y="97845"/>
                </a:lnTo>
                <a:cubicBezTo>
                  <a:pt x="1835378" y="107067"/>
                  <a:pt x="1830767" y="114223"/>
                  <a:pt x="1824035" y="119315"/>
                </a:cubicBezTo>
                <a:cubicBezTo>
                  <a:pt x="1817302" y="124407"/>
                  <a:pt x="1808703" y="126953"/>
                  <a:pt x="1798237" y="126953"/>
                </a:cubicBezTo>
                <a:cubicBezTo>
                  <a:pt x="1785055" y="126953"/>
                  <a:pt x="1774603" y="122893"/>
                  <a:pt x="1766880" y="114775"/>
                </a:cubicBezTo>
                <a:cubicBezTo>
                  <a:pt x="1759158" y="106657"/>
                  <a:pt x="1755297" y="95271"/>
                  <a:pt x="1755297" y="80618"/>
                </a:cubicBezTo>
                <a:cubicBezTo>
                  <a:pt x="1755297" y="65456"/>
                  <a:pt x="1759201" y="53689"/>
                  <a:pt x="1767008" y="45316"/>
                </a:cubicBezTo>
                <a:cubicBezTo>
                  <a:pt x="1774815" y="36943"/>
                  <a:pt x="1784942" y="32756"/>
                  <a:pt x="1797388" y="32756"/>
                </a:cubicBezTo>
                <a:cubicBezTo>
                  <a:pt x="1809438" y="32756"/>
                  <a:pt x="1819282" y="36852"/>
                  <a:pt x="1826920" y="45043"/>
                </a:cubicBezTo>
                <a:cubicBezTo>
                  <a:pt x="1834557" y="53232"/>
                  <a:pt x="1838376" y="64754"/>
                  <a:pt x="1838376" y="79608"/>
                </a:cubicBezTo>
                <a:cubicBezTo>
                  <a:pt x="1838376" y="80511"/>
                  <a:pt x="1838348" y="81866"/>
                  <a:pt x="1838291" y="83673"/>
                </a:cubicBezTo>
                <a:lnTo>
                  <a:pt x="1771081" y="83673"/>
                </a:lnTo>
                <a:cubicBezTo>
                  <a:pt x="1771647" y="93545"/>
                  <a:pt x="1774447" y="101105"/>
                  <a:pt x="1779482" y="106352"/>
                </a:cubicBezTo>
                <a:cubicBezTo>
                  <a:pt x="1784517" y="111600"/>
                  <a:pt x="1790797" y="114223"/>
                  <a:pt x="1798322" y="114223"/>
                </a:cubicBezTo>
                <a:cubicBezTo>
                  <a:pt x="1803922" y="114223"/>
                  <a:pt x="1808703" y="112767"/>
                  <a:pt x="1812663" y="109853"/>
                </a:cubicBezTo>
                <a:cubicBezTo>
                  <a:pt x="1816623" y="106938"/>
                  <a:pt x="1819763" y="102284"/>
                  <a:pt x="1822083" y="95893"/>
                </a:cubicBezTo>
                <a:moveTo>
                  <a:pt x="1771930" y="70944"/>
                </a:moveTo>
                <a:lnTo>
                  <a:pt x="1822252" y="70944"/>
                </a:lnTo>
                <a:cubicBezTo>
                  <a:pt x="1821574" y="63487"/>
                  <a:pt x="1819650" y="57894"/>
                  <a:pt x="1816482" y="54165"/>
                </a:cubicBezTo>
                <a:cubicBezTo>
                  <a:pt x="1811617" y="48379"/>
                  <a:pt x="1805309" y="45486"/>
                  <a:pt x="1797558" y="45486"/>
                </a:cubicBezTo>
                <a:cubicBezTo>
                  <a:pt x="1790543" y="45486"/>
                  <a:pt x="1784645" y="47795"/>
                  <a:pt x="1779864" y="52415"/>
                </a:cubicBezTo>
                <a:cubicBezTo>
                  <a:pt x="1775084" y="57033"/>
                  <a:pt x="1772439" y="63209"/>
                  <a:pt x="1771930" y="70944"/>
                </a:cubicBezTo>
                <a:close/>
                <a:moveTo>
                  <a:pt x="1938686" y="111423"/>
                </a:moveTo>
                <a:lnTo>
                  <a:pt x="1940892" y="124916"/>
                </a:lnTo>
                <a:cubicBezTo>
                  <a:pt x="1936593" y="125708"/>
                  <a:pt x="1932745" y="126104"/>
                  <a:pt x="1929351" y="126104"/>
                </a:cubicBezTo>
                <a:cubicBezTo>
                  <a:pt x="1923807" y="126104"/>
                  <a:pt x="1919507" y="125227"/>
                  <a:pt x="1916452" y="123473"/>
                </a:cubicBezTo>
                <a:cubicBezTo>
                  <a:pt x="1913397" y="121719"/>
                  <a:pt x="1911247" y="119414"/>
                  <a:pt x="1910003" y="116557"/>
                </a:cubicBezTo>
                <a:cubicBezTo>
                  <a:pt x="1908758" y="113700"/>
                  <a:pt x="1908136" y="107689"/>
                  <a:pt x="1908136" y="98524"/>
                </a:cubicBezTo>
                <a:lnTo>
                  <a:pt x="1908136" y="46674"/>
                </a:lnTo>
                <a:lnTo>
                  <a:pt x="1896934" y="46674"/>
                </a:lnTo>
                <a:lnTo>
                  <a:pt x="1896934" y="34793"/>
                </a:lnTo>
                <a:lnTo>
                  <a:pt x="1908136" y="34793"/>
                </a:lnTo>
                <a:lnTo>
                  <a:pt x="1908136" y="12414"/>
                </a:lnTo>
                <a:lnTo>
                  <a:pt x="1923326" y="3225"/>
                </a:lnTo>
                <a:lnTo>
                  <a:pt x="1923326" y="34793"/>
                </a:lnTo>
                <a:lnTo>
                  <a:pt x="1938686" y="34793"/>
                </a:lnTo>
                <a:lnTo>
                  <a:pt x="1938686" y="46674"/>
                </a:lnTo>
                <a:lnTo>
                  <a:pt x="1923326" y="46674"/>
                </a:lnTo>
                <a:lnTo>
                  <a:pt x="1923326" y="99373"/>
                </a:lnTo>
                <a:cubicBezTo>
                  <a:pt x="1923326" y="103729"/>
                  <a:pt x="1923595" y="106529"/>
                  <a:pt x="1924132" y="107774"/>
                </a:cubicBezTo>
                <a:cubicBezTo>
                  <a:pt x="1924670" y="109019"/>
                  <a:pt x="1925546" y="110009"/>
                  <a:pt x="1926763" y="110744"/>
                </a:cubicBezTo>
                <a:cubicBezTo>
                  <a:pt x="1927979" y="111479"/>
                  <a:pt x="1929719" y="111847"/>
                  <a:pt x="1931982" y="111847"/>
                </a:cubicBezTo>
                <a:cubicBezTo>
                  <a:pt x="1933679" y="111847"/>
                  <a:pt x="1935914" y="111706"/>
                  <a:pt x="1938686" y="111423"/>
                </a:cubicBezTo>
                <a:close/>
                <a:moveTo>
                  <a:pt x="1947964" y="79854"/>
                </a:moveTo>
                <a:cubicBezTo>
                  <a:pt x="1947964" y="63165"/>
                  <a:pt x="1952603" y="50804"/>
                  <a:pt x="1961881" y="42770"/>
                </a:cubicBezTo>
                <a:cubicBezTo>
                  <a:pt x="1969632" y="36094"/>
                  <a:pt x="1979080" y="32756"/>
                  <a:pt x="1990225" y="32756"/>
                </a:cubicBezTo>
                <a:cubicBezTo>
                  <a:pt x="2002615" y="32756"/>
                  <a:pt x="2012742" y="36816"/>
                  <a:pt x="2020605" y="44934"/>
                </a:cubicBezTo>
                <a:cubicBezTo>
                  <a:pt x="2028469" y="53052"/>
                  <a:pt x="2032401" y="64268"/>
                  <a:pt x="2032401" y="78582"/>
                </a:cubicBezTo>
                <a:cubicBezTo>
                  <a:pt x="2032401" y="90179"/>
                  <a:pt x="2030662" y="99302"/>
                  <a:pt x="2027182" y="105949"/>
                </a:cubicBezTo>
                <a:cubicBezTo>
                  <a:pt x="2023703" y="112597"/>
                  <a:pt x="2018640" y="117759"/>
                  <a:pt x="2011992" y="121437"/>
                </a:cubicBezTo>
                <a:cubicBezTo>
                  <a:pt x="2005345" y="125114"/>
                  <a:pt x="1998089" y="126953"/>
                  <a:pt x="1990225" y="126953"/>
                </a:cubicBezTo>
                <a:cubicBezTo>
                  <a:pt x="1977609" y="126953"/>
                  <a:pt x="1967412" y="122907"/>
                  <a:pt x="1959633" y="114817"/>
                </a:cubicBezTo>
                <a:cubicBezTo>
                  <a:pt x="1951854" y="106727"/>
                  <a:pt x="1947964" y="95073"/>
                  <a:pt x="1947964" y="79854"/>
                </a:cubicBezTo>
                <a:moveTo>
                  <a:pt x="1963664" y="79812"/>
                </a:moveTo>
                <a:cubicBezTo>
                  <a:pt x="1963664" y="91311"/>
                  <a:pt x="1966181" y="99921"/>
                  <a:pt x="1971216" y="105642"/>
                </a:cubicBezTo>
                <a:cubicBezTo>
                  <a:pt x="1976251" y="111363"/>
                  <a:pt x="1982588" y="114223"/>
                  <a:pt x="1990225" y="114223"/>
                </a:cubicBezTo>
                <a:cubicBezTo>
                  <a:pt x="1997806" y="114223"/>
                  <a:pt x="2004114" y="111349"/>
                  <a:pt x="2009149" y="105599"/>
                </a:cubicBezTo>
                <a:cubicBezTo>
                  <a:pt x="2014184" y="99850"/>
                  <a:pt x="2016702" y="91085"/>
                  <a:pt x="2016702" y="79306"/>
                </a:cubicBezTo>
                <a:cubicBezTo>
                  <a:pt x="2016702" y="68201"/>
                  <a:pt x="2014170" y="59788"/>
                  <a:pt x="2009107" y="54067"/>
                </a:cubicBezTo>
                <a:cubicBezTo>
                  <a:pt x="2004043" y="48346"/>
                  <a:pt x="1997749" y="45486"/>
                  <a:pt x="1990225" y="45486"/>
                </a:cubicBezTo>
                <a:cubicBezTo>
                  <a:pt x="1982588" y="45486"/>
                  <a:pt x="1976251" y="48332"/>
                  <a:pt x="1971216" y="54025"/>
                </a:cubicBezTo>
                <a:cubicBezTo>
                  <a:pt x="1966181" y="59718"/>
                  <a:pt x="1963664" y="68313"/>
                  <a:pt x="1963664" y="79812"/>
                </a:cubicBezTo>
                <a:close/>
                <a:moveTo>
                  <a:pt x="2092487" y="97930"/>
                </a:moveTo>
                <a:lnTo>
                  <a:pt x="2107592" y="95554"/>
                </a:lnTo>
                <a:cubicBezTo>
                  <a:pt x="2108440" y="101581"/>
                  <a:pt x="2110802" y="106200"/>
                  <a:pt x="2114678" y="109410"/>
                </a:cubicBezTo>
                <a:cubicBezTo>
                  <a:pt x="2118553" y="112619"/>
                  <a:pt x="2123970" y="114223"/>
                  <a:pt x="2130929" y="114223"/>
                </a:cubicBezTo>
                <a:cubicBezTo>
                  <a:pt x="2137944" y="114223"/>
                  <a:pt x="2143149" y="112806"/>
                  <a:pt x="2146543" y="109972"/>
                </a:cubicBezTo>
                <a:cubicBezTo>
                  <a:pt x="2149938" y="107137"/>
                  <a:pt x="2151635" y="103811"/>
                  <a:pt x="2151635" y="99996"/>
                </a:cubicBezTo>
                <a:cubicBezTo>
                  <a:pt x="2151635" y="96571"/>
                  <a:pt x="2150136" y="93877"/>
                  <a:pt x="2147137" y="91913"/>
                </a:cubicBezTo>
                <a:cubicBezTo>
                  <a:pt x="2145044" y="90566"/>
                  <a:pt x="2139839" y="88853"/>
                  <a:pt x="2131523" y="86776"/>
                </a:cubicBezTo>
                <a:cubicBezTo>
                  <a:pt x="2120321" y="83946"/>
                  <a:pt x="2112556" y="81497"/>
                  <a:pt x="2108228" y="79430"/>
                </a:cubicBezTo>
                <a:cubicBezTo>
                  <a:pt x="2103900" y="77363"/>
                  <a:pt x="2100619" y="74504"/>
                  <a:pt x="2098384" y="70851"/>
                </a:cubicBezTo>
                <a:cubicBezTo>
                  <a:pt x="2096150" y="67199"/>
                  <a:pt x="2095032" y="63164"/>
                  <a:pt x="2095032" y="58748"/>
                </a:cubicBezTo>
                <a:cubicBezTo>
                  <a:pt x="2095032" y="54728"/>
                  <a:pt x="2095952" y="51004"/>
                  <a:pt x="2097790" y="47578"/>
                </a:cubicBezTo>
                <a:cubicBezTo>
                  <a:pt x="2099629" y="44152"/>
                  <a:pt x="2102132" y="41306"/>
                  <a:pt x="2105301" y="39042"/>
                </a:cubicBezTo>
                <a:cubicBezTo>
                  <a:pt x="2107677" y="37286"/>
                  <a:pt x="2110916" y="35800"/>
                  <a:pt x="2115017" y="34584"/>
                </a:cubicBezTo>
                <a:cubicBezTo>
                  <a:pt x="2119119" y="33366"/>
                  <a:pt x="2123518" y="32756"/>
                  <a:pt x="2128213" y="32756"/>
                </a:cubicBezTo>
                <a:cubicBezTo>
                  <a:pt x="2135285" y="32756"/>
                  <a:pt x="2141494" y="33782"/>
                  <a:pt x="2146840" y="35833"/>
                </a:cubicBezTo>
                <a:cubicBezTo>
                  <a:pt x="2152186" y="37882"/>
                  <a:pt x="2156133" y="40658"/>
                  <a:pt x="2158678" y="44162"/>
                </a:cubicBezTo>
                <a:cubicBezTo>
                  <a:pt x="2161224" y="47665"/>
                  <a:pt x="2162978" y="52349"/>
                  <a:pt x="2163940" y="58215"/>
                </a:cubicBezTo>
                <a:lnTo>
                  <a:pt x="2149004" y="60252"/>
                </a:lnTo>
                <a:cubicBezTo>
                  <a:pt x="2148325" y="55612"/>
                  <a:pt x="2146359" y="51992"/>
                  <a:pt x="2143106" y="49389"/>
                </a:cubicBezTo>
                <a:cubicBezTo>
                  <a:pt x="2139853" y="46787"/>
                  <a:pt x="2135257" y="45486"/>
                  <a:pt x="2129316" y="45486"/>
                </a:cubicBezTo>
                <a:cubicBezTo>
                  <a:pt x="2122301" y="45486"/>
                  <a:pt x="2117294" y="46640"/>
                  <a:pt x="2114296" y="48949"/>
                </a:cubicBezTo>
                <a:cubicBezTo>
                  <a:pt x="2111297" y="51256"/>
                  <a:pt x="2109798" y="53959"/>
                  <a:pt x="2109798" y="57056"/>
                </a:cubicBezTo>
                <a:cubicBezTo>
                  <a:pt x="2109798" y="59025"/>
                  <a:pt x="2110421" y="60799"/>
                  <a:pt x="2111665" y="62376"/>
                </a:cubicBezTo>
                <a:cubicBezTo>
                  <a:pt x="2112910" y="64008"/>
                  <a:pt x="2114862" y="65358"/>
                  <a:pt x="2117521" y="66428"/>
                </a:cubicBezTo>
                <a:cubicBezTo>
                  <a:pt x="2119048" y="66992"/>
                  <a:pt x="2123546" y="68287"/>
                  <a:pt x="2131014" y="70313"/>
                </a:cubicBezTo>
                <a:cubicBezTo>
                  <a:pt x="2141819" y="73196"/>
                  <a:pt x="2149358" y="75557"/>
                  <a:pt x="2153629" y="77394"/>
                </a:cubicBezTo>
                <a:cubicBezTo>
                  <a:pt x="2157900" y="79230"/>
                  <a:pt x="2161253" y="81902"/>
                  <a:pt x="2163685" y="85408"/>
                </a:cubicBezTo>
                <a:cubicBezTo>
                  <a:pt x="2166118" y="88912"/>
                  <a:pt x="2167334" y="93263"/>
                  <a:pt x="2167334" y="98463"/>
                </a:cubicBezTo>
                <a:cubicBezTo>
                  <a:pt x="2167334" y="103551"/>
                  <a:pt x="2165849" y="108342"/>
                  <a:pt x="2162879" y="112836"/>
                </a:cubicBezTo>
                <a:cubicBezTo>
                  <a:pt x="2159909" y="117329"/>
                  <a:pt x="2155623" y="120805"/>
                  <a:pt x="2150023" y="123264"/>
                </a:cubicBezTo>
                <a:cubicBezTo>
                  <a:pt x="2144422" y="125723"/>
                  <a:pt x="2138085" y="126953"/>
                  <a:pt x="2131014" y="126953"/>
                </a:cubicBezTo>
                <a:cubicBezTo>
                  <a:pt x="2119303" y="126953"/>
                  <a:pt x="2110378" y="124513"/>
                  <a:pt x="2104240" y="119633"/>
                </a:cubicBezTo>
                <a:cubicBezTo>
                  <a:pt x="2098102" y="114754"/>
                  <a:pt x="2094184" y="107519"/>
                  <a:pt x="2092487" y="97930"/>
                </a:cubicBezTo>
                <a:close/>
                <a:moveTo>
                  <a:pt x="2218845" y="111423"/>
                </a:moveTo>
                <a:lnTo>
                  <a:pt x="2221051" y="124916"/>
                </a:lnTo>
                <a:cubicBezTo>
                  <a:pt x="2216752" y="125708"/>
                  <a:pt x="2212904" y="126104"/>
                  <a:pt x="2209510" y="126104"/>
                </a:cubicBezTo>
                <a:cubicBezTo>
                  <a:pt x="2203966" y="126104"/>
                  <a:pt x="2199666" y="125227"/>
                  <a:pt x="2196611" y="123473"/>
                </a:cubicBezTo>
                <a:cubicBezTo>
                  <a:pt x="2193556" y="121719"/>
                  <a:pt x="2191406" y="119414"/>
                  <a:pt x="2190162" y="116557"/>
                </a:cubicBezTo>
                <a:cubicBezTo>
                  <a:pt x="2188917" y="113700"/>
                  <a:pt x="2188295" y="107689"/>
                  <a:pt x="2188295" y="98524"/>
                </a:cubicBezTo>
                <a:lnTo>
                  <a:pt x="2188295" y="46674"/>
                </a:lnTo>
                <a:lnTo>
                  <a:pt x="2177093" y="46674"/>
                </a:lnTo>
                <a:lnTo>
                  <a:pt x="2177093" y="34793"/>
                </a:lnTo>
                <a:lnTo>
                  <a:pt x="2188295" y="34793"/>
                </a:lnTo>
                <a:lnTo>
                  <a:pt x="2188295" y="12414"/>
                </a:lnTo>
                <a:lnTo>
                  <a:pt x="2203485" y="3225"/>
                </a:lnTo>
                <a:lnTo>
                  <a:pt x="2203485" y="34793"/>
                </a:lnTo>
                <a:lnTo>
                  <a:pt x="2218845" y="34793"/>
                </a:lnTo>
                <a:lnTo>
                  <a:pt x="2218845" y="46674"/>
                </a:lnTo>
                <a:lnTo>
                  <a:pt x="2203485" y="46674"/>
                </a:lnTo>
                <a:lnTo>
                  <a:pt x="2203485" y="99373"/>
                </a:lnTo>
                <a:cubicBezTo>
                  <a:pt x="2203485" y="103729"/>
                  <a:pt x="2203754" y="106529"/>
                  <a:pt x="2204291" y="107774"/>
                </a:cubicBezTo>
                <a:cubicBezTo>
                  <a:pt x="2204829" y="109019"/>
                  <a:pt x="2205705" y="110009"/>
                  <a:pt x="2206922" y="110744"/>
                </a:cubicBezTo>
                <a:cubicBezTo>
                  <a:pt x="2208138" y="111479"/>
                  <a:pt x="2209878" y="111847"/>
                  <a:pt x="2212141" y="111847"/>
                </a:cubicBezTo>
                <a:cubicBezTo>
                  <a:pt x="2213838" y="111847"/>
                  <a:pt x="2216073" y="111706"/>
                  <a:pt x="2218845" y="111423"/>
                </a:cubicBezTo>
                <a:close/>
                <a:moveTo>
                  <a:pt x="2295505" y="95893"/>
                </a:moveTo>
                <a:lnTo>
                  <a:pt x="2311289" y="97845"/>
                </a:lnTo>
                <a:cubicBezTo>
                  <a:pt x="2308800" y="107067"/>
                  <a:pt x="2304189" y="114223"/>
                  <a:pt x="2297457" y="119315"/>
                </a:cubicBezTo>
                <a:cubicBezTo>
                  <a:pt x="2290724" y="124407"/>
                  <a:pt x="2282125" y="126953"/>
                  <a:pt x="2271659" y="126953"/>
                </a:cubicBezTo>
                <a:cubicBezTo>
                  <a:pt x="2258477" y="126953"/>
                  <a:pt x="2248025" y="122893"/>
                  <a:pt x="2240303" y="114775"/>
                </a:cubicBezTo>
                <a:cubicBezTo>
                  <a:pt x="2232580" y="106657"/>
                  <a:pt x="2228719" y="95271"/>
                  <a:pt x="2228719" y="80618"/>
                </a:cubicBezTo>
                <a:cubicBezTo>
                  <a:pt x="2228719" y="65456"/>
                  <a:pt x="2232623" y="53689"/>
                  <a:pt x="2240430" y="45316"/>
                </a:cubicBezTo>
                <a:cubicBezTo>
                  <a:pt x="2248237" y="36943"/>
                  <a:pt x="2258364" y="32756"/>
                  <a:pt x="2270810" y="32756"/>
                </a:cubicBezTo>
                <a:cubicBezTo>
                  <a:pt x="2282860" y="32756"/>
                  <a:pt x="2292704" y="36852"/>
                  <a:pt x="2300342" y="45043"/>
                </a:cubicBezTo>
                <a:cubicBezTo>
                  <a:pt x="2307979" y="53232"/>
                  <a:pt x="2311798" y="64754"/>
                  <a:pt x="2311798" y="79608"/>
                </a:cubicBezTo>
                <a:cubicBezTo>
                  <a:pt x="2311798" y="80511"/>
                  <a:pt x="2311770" y="81866"/>
                  <a:pt x="2311713" y="83673"/>
                </a:cubicBezTo>
                <a:lnTo>
                  <a:pt x="2244503" y="83673"/>
                </a:lnTo>
                <a:cubicBezTo>
                  <a:pt x="2245069" y="93545"/>
                  <a:pt x="2247869" y="101105"/>
                  <a:pt x="2252904" y="106352"/>
                </a:cubicBezTo>
                <a:cubicBezTo>
                  <a:pt x="2257940" y="111600"/>
                  <a:pt x="2264219" y="114223"/>
                  <a:pt x="2271744" y="114223"/>
                </a:cubicBezTo>
                <a:cubicBezTo>
                  <a:pt x="2277344" y="114223"/>
                  <a:pt x="2282125" y="112767"/>
                  <a:pt x="2286085" y="109853"/>
                </a:cubicBezTo>
                <a:cubicBezTo>
                  <a:pt x="2290045" y="106938"/>
                  <a:pt x="2293185" y="102284"/>
                  <a:pt x="2295505" y="95893"/>
                </a:cubicBezTo>
                <a:moveTo>
                  <a:pt x="2245352" y="70944"/>
                </a:moveTo>
                <a:lnTo>
                  <a:pt x="2295675" y="70944"/>
                </a:lnTo>
                <a:cubicBezTo>
                  <a:pt x="2294996" y="63487"/>
                  <a:pt x="2293072" y="57894"/>
                  <a:pt x="2289904" y="54165"/>
                </a:cubicBezTo>
                <a:cubicBezTo>
                  <a:pt x="2285039" y="48379"/>
                  <a:pt x="2278731" y="45486"/>
                  <a:pt x="2270980" y="45486"/>
                </a:cubicBezTo>
                <a:cubicBezTo>
                  <a:pt x="2263965" y="45486"/>
                  <a:pt x="2258067" y="47795"/>
                  <a:pt x="2253286" y="52415"/>
                </a:cubicBezTo>
                <a:cubicBezTo>
                  <a:pt x="2248506" y="57033"/>
                  <a:pt x="2245861" y="63209"/>
                  <a:pt x="2245352" y="70944"/>
                </a:cubicBezTo>
                <a:close/>
                <a:moveTo>
                  <a:pt x="2330441" y="159539"/>
                </a:moveTo>
                <a:lnTo>
                  <a:pt x="2330441" y="34793"/>
                </a:lnTo>
                <a:lnTo>
                  <a:pt x="2344359" y="34793"/>
                </a:lnTo>
                <a:lnTo>
                  <a:pt x="2344359" y="46419"/>
                </a:lnTo>
                <a:cubicBezTo>
                  <a:pt x="2347640" y="41865"/>
                  <a:pt x="2351345" y="38449"/>
                  <a:pt x="2355475" y="36172"/>
                </a:cubicBezTo>
                <a:cubicBezTo>
                  <a:pt x="2359605" y="33895"/>
                  <a:pt x="2364612" y="32756"/>
                  <a:pt x="2370496" y="32756"/>
                </a:cubicBezTo>
                <a:cubicBezTo>
                  <a:pt x="2378190" y="32756"/>
                  <a:pt x="2384979" y="34737"/>
                  <a:pt x="2390863" y="38697"/>
                </a:cubicBezTo>
                <a:cubicBezTo>
                  <a:pt x="2396746" y="42657"/>
                  <a:pt x="2401187" y="48244"/>
                  <a:pt x="2404186" y="55457"/>
                </a:cubicBezTo>
                <a:cubicBezTo>
                  <a:pt x="2407184" y="62670"/>
                  <a:pt x="2408683" y="70576"/>
                  <a:pt x="2408683" y="79176"/>
                </a:cubicBezTo>
                <a:cubicBezTo>
                  <a:pt x="2408683" y="88397"/>
                  <a:pt x="2407029" y="96699"/>
                  <a:pt x="2403719" y="104082"/>
                </a:cubicBezTo>
                <a:cubicBezTo>
                  <a:pt x="2400409" y="111465"/>
                  <a:pt x="2395601" y="117123"/>
                  <a:pt x="2389293" y="121055"/>
                </a:cubicBezTo>
                <a:cubicBezTo>
                  <a:pt x="2382985" y="124987"/>
                  <a:pt x="2376351" y="126953"/>
                  <a:pt x="2369393" y="126953"/>
                </a:cubicBezTo>
                <a:cubicBezTo>
                  <a:pt x="2364301" y="126953"/>
                  <a:pt x="2359733" y="125863"/>
                  <a:pt x="2355688" y="123685"/>
                </a:cubicBezTo>
                <a:cubicBezTo>
                  <a:pt x="2351642" y="121505"/>
                  <a:pt x="2348319" y="118753"/>
                  <a:pt x="2345716" y="115427"/>
                </a:cubicBezTo>
                <a:lnTo>
                  <a:pt x="2345716" y="159539"/>
                </a:lnTo>
                <a:lnTo>
                  <a:pt x="2330441" y="159539"/>
                </a:lnTo>
                <a:moveTo>
                  <a:pt x="2344274" y="80236"/>
                </a:moveTo>
                <a:cubicBezTo>
                  <a:pt x="2344274" y="91820"/>
                  <a:pt x="2346621" y="100380"/>
                  <a:pt x="2351317" y="105918"/>
                </a:cubicBezTo>
                <a:cubicBezTo>
                  <a:pt x="2356013" y="111455"/>
                  <a:pt x="2361699" y="114223"/>
                  <a:pt x="2368374" y="114223"/>
                </a:cubicBezTo>
                <a:cubicBezTo>
                  <a:pt x="2375163" y="114223"/>
                  <a:pt x="2380976" y="111356"/>
                  <a:pt x="2385813" y="105621"/>
                </a:cubicBezTo>
                <a:cubicBezTo>
                  <a:pt x="2390650" y="99885"/>
                  <a:pt x="2393069" y="91000"/>
                  <a:pt x="2393069" y="78963"/>
                </a:cubicBezTo>
                <a:cubicBezTo>
                  <a:pt x="2393069" y="67493"/>
                  <a:pt x="2390707" y="58904"/>
                  <a:pt x="2385983" y="53197"/>
                </a:cubicBezTo>
                <a:cubicBezTo>
                  <a:pt x="2381259" y="47491"/>
                  <a:pt x="2375616" y="44637"/>
                  <a:pt x="2369053" y="44637"/>
                </a:cubicBezTo>
                <a:cubicBezTo>
                  <a:pt x="2362547" y="44637"/>
                  <a:pt x="2356791" y="47674"/>
                  <a:pt x="2351784" y="53749"/>
                </a:cubicBezTo>
                <a:cubicBezTo>
                  <a:pt x="2346777" y="59824"/>
                  <a:pt x="2344274" y="68653"/>
                  <a:pt x="2344274" y="80236"/>
                </a:cubicBezTo>
                <a:close/>
                <a:moveTo>
                  <a:pt x="2472164" y="16718"/>
                </a:moveTo>
                <a:lnTo>
                  <a:pt x="2472164" y="2037"/>
                </a:lnTo>
                <a:lnTo>
                  <a:pt x="2552697" y="2037"/>
                </a:lnTo>
                <a:lnTo>
                  <a:pt x="2552697" y="13917"/>
                </a:lnTo>
                <a:cubicBezTo>
                  <a:pt x="2544777" y="22354"/>
                  <a:pt x="2536927" y="33564"/>
                  <a:pt x="2529148" y="47549"/>
                </a:cubicBezTo>
                <a:cubicBezTo>
                  <a:pt x="2521369" y="61533"/>
                  <a:pt x="2515358" y="75914"/>
                  <a:pt x="2511115" y="90690"/>
                </a:cubicBezTo>
                <a:cubicBezTo>
                  <a:pt x="2508060" y="101109"/>
                  <a:pt x="2506108" y="112517"/>
                  <a:pt x="2505259" y="124916"/>
                </a:cubicBezTo>
                <a:lnTo>
                  <a:pt x="2489560" y="124916"/>
                </a:lnTo>
                <a:cubicBezTo>
                  <a:pt x="2489730" y="115121"/>
                  <a:pt x="2491653" y="103289"/>
                  <a:pt x="2495331" y="89417"/>
                </a:cubicBezTo>
                <a:cubicBezTo>
                  <a:pt x="2499008" y="75544"/>
                  <a:pt x="2504284" y="62168"/>
                  <a:pt x="2511157" y="49289"/>
                </a:cubicBezTo>
                <a:cubicBezTo>
                  <a:pt x="2518031" y="36407"/>
                  <a:pt x="2525343" y="25550"/>
                  <a:pt x="2533094" y="16718"/>
                </a:cubicBezTo>
                <a:lnTo>
                  <a:pt x="2472164" y="1671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11.-">
            <a:extLst xmlns:a="http://schemas.openxmlformats.org/drawingml/2006/main">
              <a:ext uri="{FF2B5EF4-FFF2-40B4-BE49-F238E27FC236}">
                <a16:creationId xmlns:a16="http://schemas.microsoft.com/office/drawing/2014/main" id="{7C2C0474-8649-4D26-8463-7EAB522A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022" y="2641275"/>
            <a:ext cx="310539" cy="124916"/>
          </a:xfrm>
          <a:custGeom xmlns:a="http://schemas.openxmlformats.org/drawingml/2006/main">
            <a:pathLst>
              <a:path w="310539" h="124916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129582" y="124916"/>
                </a:moveTo>
                <a:lnTo>
                  <a:pt x="114307" y="124916"/>
                </a:lnTo>
                <a:lnTo>
                  <a:pt x="114307" y="27580"/>
                </a:lnTo>
                <a:cubicBezTo>
                  <a:pt x="110630" y="31088"/>
                  <a:pt x="105807" y="34595"/>
                  <a:pt x="99839" y="38103"/>
                </a:cubicBezTo>
                <a:cubicBezTo>
                  <a:pt x="93870" y="41610"/>
                  <a:pt x="88510" y="44241"/>
                  <a:pt x="83757" y="45995"/>
                </a:cubicBezTo>
                <a:lnTo>
                  <a:pt x="83757" y="31229"/>
                </a:lnTo>
                <a:cubicBezTo>
                  <a:pt x="92300" y="27212"/>
                  <a:pt x="99768" y="22347"/>
                  <a:pt x="106161" y="16633"/>
                </a:cubicBezTo>
                <a:cubicBezTo>
                  <a:pt x="112554" y="10919"/>
                  <a:pt x="117080" y="5375"/>
                  <a:pt x="119739" y="0"/>
                </a:cubicBezTo>
                <a:lnTo>
                  <a:pt x="129582" y="0"/>
                </a:lnTo>
                <a:lnTo>
                  <a:pt x="129582" y="124916"/>
                </a:lnTo>
                <a:close/>
                <a:moveTo>
                  <a:pt x="177249" y="124916"/>
                </a:moveTo>
                <a:lnTo>
                  <a:pt x="177249" y="107434"/>
                </a:lnTo>
                <a:lnTo>
                  <a:pt x="194645" y="107434"/>
                </a:lnTo>
                <a:lnTo>
                  <a:pt x="194645" y="124916"/>
                </a:lnTo>
                <a:lnTo>
                  <a:pt x="177249" y="124916"/>
                </a:lnTo>
                <a:close/>
                <a:moveTo>
                  <a:pt x="263611" y="87577"/>
                </a:moveTo>
                <a:lnTo>
                  <a:pt x="263611" y="72132"/>
                </a:lnTo>
                <a:lnTo>
                  <a:pt x="310539" y="72132"/>
                </a:lnTo>
                <a:lnTo>
                  <a:pt x="310539" y="87577"/>
                </a:lnTo>
                <a:lnTo>
                  <a:pt x="263611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12.-">
            <a:extLst xmlns:a="http://schemas.openxmlformats.org/drawingml/2006/main">
              <a:ext uri="{FF2B5EF4-FFF2-40B4-BE49-F238E27FC236}">
                <a16:creationId xmlns:a16="http://schemas.microsoft.com/office/drawing/2014/main" id="{5E42733B-C8EB-4E7A-906C-1A6A88C4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022" y="2855178"/>
            <a:ext cx="323412" cy="124916"/>
          </a:xfrm>
          <a:custGeom xmlns:a="http://schemas.openxmlformats.org/drawingml/2006/main">
            <a:pathLst>
              <a:path w="323412" h="124916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165198" y="110235"/>
                </a:moveTo>
                <a:lnTo>
                  <a:pt x="165198" y="124916"/>
                </a:lnTo>
                <a:lnTo>
                  <a:pt x="82968" y="124916"/>
                </a:lnTo>
                <a:cubicBezTo>
                  <a:pt x="82855" y="121240"/>
                  <a:pt x="83449" y="117706"/>
                  <a:pt x="84750" y="114313"/>
                </a:cubicBezTo>
                <a:cubicBezTo>
                  <a:pt x="86843" y="108716"/>
                  <a:pt x="90195" y="103204"/>
                  <a:pt x="94806" y="97776"/>
                </a:cubicBezTo>
                <a:cubicBezTo>
                  <a:pt x="99417" y="92349"/>
                  <a:pt x="106078" y="86072"/>
                  <a:pt x="114791" y="78948"/>
                </a:cubicBezTo>
                <a:cubicBezTo>
                  <a:pt x="128312" y="67870"/>
                  <a:pt x="137449" y="59094"/>
                  <a:pt x="142201" y="52622"/>
                </a:cubicBezTo>
                <a:cubicBezTo>
                  <a:pt x="146953" y="46150"/>
                  <a:pt x="149329" y="40031"/>
                  <a:pt x="149329" y="34265"/>
                </a:cubicBezTo>
                <a:cubicBezTo>
                  <a:pt x="149329" y="28217"/>
                  <a:pt x="147165" y="23116"/>
                  <a:pt x="142837" y="18961"/>
                </a:cubicBezTo>
                <a:cubicBezTo>
                  <a:pt x="138509" y="14807"/>
                  <a:pt x="132866" y="12729"/>
                  <a:pt x="125908" y="12729"/>
                </a:cubicBezTo>
                <a:cubicBezTo>
                  <a:pt x="118553" y="12729"/>
                  <a:pt x="112669" y="14936"/>
                  <a:pt x="108256" y="19348"/>
                </a:cubicBezTo>
                <a:cubicBezTo>
                  <a:pt x="103844" y="23761"/>
                  <a:pt x="101609" y="29871"/>
                  <a:pt x="101552" y="37678"/>
                </a:cubicBezTo>
                <a:lnTo>
                  <a:pt x="85853" y="36063"/>
                </a:lnTo>
                <a:cubicBezTo>
                  <a:pt x="86928" y="24326"/>
                  <a:pt x="90973" y="15381"/>
                  <a:pt x="97988" y="9229"/>
                </a:cubicBezTo>
                <a:cubicBezTo>
                  <a:pt x="105003" y="3076"/>
                  <a:pt x="114423" y="0"/>
                  <a:pt x="126247" y="0"/>
                </a:cubicBezTo>
                <a:cubicBezTo>
                  <a:pt x="138184" y="0"/>
                  <a:pt x="147632" y="3310"/>
                  <a:pt x="154591" y="9931"/>
                </a:cubicBezTo>
                <a:cubicBezTo>
                  <a:pt x="161549" y="16552"/>
                  <a:pt x="165029" y="24758"/>
                  <a:pt x="165029" y="34549"/>
                </a:cubicBezTo>
                <a:cubicBezTo>
                  <a:pt x="165029" y="39529"/>
                  <a:pt x="164010" y="44425"/>
                  <a:pt x="161974" y="49235"/>
                </a:cubicBezTo>
                <a:cubicBezTo>
                  <a:pt x="159937" y="54046"/>
                  <a:pt x="156557" y="59111"/>
                  <a:pt x="151833" y="64431"/>
                </a:cubicBezTo>
                <a:cubicBezTo>
                  <a:pt x="147109" y="69749"/>
                  <a:pt x="139259" y="77049"/>
                  <a:pt x="128284" y="86330"/>
                </a:cubicBezTo>
                <a:cubicBezTo>
                  <a:pt x="119119" y="94016"/>
                  <a:pt x="113235" y="99229"/>
                  <a:pt x="110632" y="101971"/>
                </a:cubicBezTo>
                <a:cubicBezTo>
                  <a:pt x="108030" y="104712"/>
                  <a:pt x="105880" y="107466"/>
                  <a:pt x="104183" y="110235"/>
                </a:cubicBezTo>
                <a:lnTo>
                  <a:pt x="165198" y="110235"/>
                </a:lnTo>
                <a:close/>
                <a:moveTo>
                  <a:pt x="190122" y="124916"/>
                </a:moveTo>
                <a:lnTo>
                  <a:pt x="190122" y="107434"/>
                </a:lnTo>
                <a:lnTo>
                  <a:pt x="207518" y="107434"/>
                </a:lnTo>
                <a:lnTo>
                  <a:pt x="207518" y="124916"/>
                </a:lnTo>
                <a:lnTo>
                  <a:pt x="190122" y="124916"/>
                </a:lnTo>
                <a:close/>
                <a:moveTo>
                  <a:pt x="276484" y="87577"/>
                </a:moveTo>
                <a:lnTo>
                  <a:pt x="276484" y="72132"/>
                </a:lnTo>
                <a:lnTo>
                  <a:pt x="323412" y="72132"/>
                </a:lnTo>
                <a:lnTo>
                  <a:pt x="323412" y="87577"/>
                </a:lnTo>
                <a:lnTo>
                  <a:pt x="276484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attacksteps">
            <a:extLst xmlns:a="http://schemas.openxmlformats.org/drawingml/2006/main">
              <a:ext uri="{FF2B5EF4-FFF2-40B4-BE49-F238E27FC236}">
                <a16:creationId xmlns:a16="http://schemas.microsoft.com/office/drawing/2014/main" id="{5B6E1CD2-B590-4B58-B11F-2A46394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965" y="93947"/>
            <a:ext cx="1370731" cy="219726"/>
          </a:xfrm>
          <a:custGeom xmlns:a="http://schemas.openxmlformats.org/drawingml/2006/main">
            <a:pathLst>
              <a:path w="1370731" h="219726">
                <a:moveTo>
                  <a:pt x="33370" y="86010"/>
                </a:moveTo>
                <a:lnTo>
                  <a:pt x="3408" y="80605"/>
                </a:lnTo>
                <a:cubicBezTo>
                  <a:pt x="6776" y="68383"/>
                  <a:pt x="12573" y="59335"/>
                  <a:pt x="20798" y="53463"/>
                </a:cubicBezTo>
                <a:cubicBezTo>
                  <a:pt x="29023" y="47588"/>
                  <a:pt x="41243" y="44650"/>
                  <a:pt x="57458" y="44650"/>
                </a:cubicBezTo>
                <a:cubicBezTo>
                  <a:pt x="72184" y="44650"/>
                  <a:pt x="83151" y="46393"/>
                  <a:pt x="90358" y="49879"/>
                </a:cubicBezTo>
                <a:cubicBezTo>
                  <a:pt x="97564" y="53365"/>
                  <a:pt x="102637" y="57791"/>
                  <a:pt x="105574" y="63156"/>
                </a:cubicBezTo>
                <a:cubicBezTo>
                  <a:pt x="108512" y="68522"/>
                  <a:pt x="109980" y="78373"/>
                  <a:pt x="109980" y="92708"/>
                </a:cubicBezTo>
                <a:lnTo>
                  <a:pt x="109628" y="131248"/>
                </a:lnTo>
                <a:cubicBezTo>
                  <a:pt x="109628" y="142215"/>
                  <a:pt x="110157" y="150302"/>
                  <a:pt x="111214" y="155512"/>
                </a:cubicBezTo>
                <a:cubicBezTo>
                  <a:pt x="112272" y="160721"/>
                  <a:pt x="114249" y="166302"/>
                  <a:pt x="117148" y="172255"/>
                </a:cubicBezTo>
                <a:lnTo>
                  <a:pt x="84483" y="172255"/>
                </a:lnTo>
                <a:cubicBezTo>
                  <a:pt x="83621" y="170062"/>
                  <a:pt x="82564" y="166811"/>
                  <a:pt x="81310" y="162503"/>
                </a:cubicBezTo>
                <a:cubicBezTo>
                  <a:pt x="80762" y="160545"/>
                  <a:pt x="80370" y="159252"/>
                  <a:pt x="80135" y="158625"/>
                </a:cubicBezTo>
                <a:cubicBezTo>
                  <a:pt x="74495" y="164109"/>
                  <a:pt x="68464" y="168221"/>
                  <a:pt x="62040" y="170963"/>
                </a:cubicBezTo>
                <a:cubicBezTo>
                  <a:pt x="55617" y="173705"/>
                  <a:pt x="48763" y="175075"/>
                  <a:pt x="41478" y="175075"/>
                </a:cubicBezTo>
                <a:cubicBezTo>
                  <a:pt x="28631" y="175075"/>
                  <a:pt x="18506" y="171604"/>
                  <a:pt x="11104" y="164662"/>
                </a:cubicBezTo>
                <a:cubicBezTo>
                  <a:pt x="3701" y="157720"/>
                  <a:pt x="0" y="148944"/>
                  <a:pt x="0" y="138335"/>
                </a:cubicBezTo>
                <a:cubicBezTo>
                  <a:pt x="0" y="131314"/>
                  <a:pt x="1684" y="125055"/>
                  <a:pt x="5053" y="119557"/>
                </a:cubicBezTo>
                <a:cubicBezTo>
                  <a:pt x="8421" y="114056"/>
                  <a:pt x="13140" y="109843"/>
                  <a:pt x="19211" y="106918"/>
                </a:cubicBezTo>
                <a:cubicBezTo>
                  <a:pt x="25282" y="103993"/>
                  <a:pt x="34036" y="101438"/>
                  <a:pt x="45473" y="99255"/>
                </a:cubicBezTo>
                <a:cubicBezTo>
                  <a:pt x="60904" y="96369"/>
                  <a:pt x="71597" y="93677"/>
                  <a:pt x="77550" y="91180"/>
                </a:cubicBezTo>
                <a:lnTo>
                  <a:pt x="77550" y="87853"/>
                </a:lnTo>
                <a:cubicBezTo>
                  <a:pt x="77550" y="81437"/>
                  <a:pt x="75984" y="76864"/>
                  <a:pt x="72850" y="74132"/>
                </a:cubicBezTo>
                <a:cubicBezTo>
                  <a:pt x="69717" y="71397"/>
                  <a:pt x="63803" y="70030"/>
                  <a:pt x="55108" y="70030"/>
                </a:cubicBezTo>
                <a:cubicBezTo>
                  <a:pt x="49233" y="70030"/>
                  <a:pt x="44650" y="71213"/>
                  <a:pt x="41360" y="73577"/>
                </a:cubicBezTo>
                <a:cubicBezTo>
                  <a:pt x="38070" y="75939"/>
                  <a:pt x="35407" y="80084"/>
                  <a:pt x="33370" y="86010"/>
                </a:cubicBezTo>
                <a:moveTo>
                  <a:pt x="77550" y="112800"/>
                </a:moveTo>
                <a:cubicBezTo>
                  <a:pt x="73320" y="114193"/>
                  <a:pt x="66623" y="115858"/>
                  <a:pt x="57458" y="117794"/>
                </a:cubicBezTo>
                <a:cubicBezTo>
                  <a:pt x="48293" y="119728"/>
                  <a:pt x="42300" y="121624"/>
                  <a:pt x="39480" y="123482"/>
                </a:cubicBezTo>
                <a:cubicBezTo>
                  <a:pt x="35172" y="126500"/>
                  <a:pt x="33018" y="130331"/>
                  <a:pt x="33018" y="134975"/>
                </a:cubicBezTo>
                <a:cubicBezTo>
                  <a:pt x="33018" y="139543"/>
                  <a:pt x="34741" y="143491"/>
                  <a:pt x="38188" y="146820"/>
                </a:cubicBezTo>
                <a:cubicBezTo>
                  <a:pt x="41634" y="150147"/>
                  <a:pt x="46021" y="151810"/>
                  <a:pt x="51348" y="151810"/>
                </a:cubicBezTo>
                <a:cubicBezTo>
                  <a:pt x="57301" y="151810"/>
                  <a:pt x="62980" y="149875"/>
                  <a:pt x="68385" y="146005"/>
                </a:cubicBezTo>
                <a:cubicBezTo>
                  <a:pt x="72380" y="143065"/>
                  <a:pt x="75004" y="139465"/>
                  <a:pt x="76258" y="135206"/>
                </a:cubicBezTo>
                <a:cubicBezTo>
                  <a:pt x="77119" y="132420"/>
                  <a:pt x="77550" y="127119"/>
                  <a:pt x="77550" y="119303"/>
                </a:cubicBezTo>
                <a:lnTo>
                  <a:pt x="77550" y="112800"/>
                </a:lnTo>
                <a:close/>
                <a:moveTo>
                  <a:pt x="199715" y="47470"/>
                </a:moveTo>
                <a:lnTo>
                  <a:pt x="199715" y="73790"/>
                </a:lnTo>
                <a:lnTo>
                  <a:pt x="177155" y="73790"/>
                </a:lnTo>
                <a:lnTo>
                  <a:pt x="177155" y="124000"/>
                </a:lnTo>
                <a:cubicBezTo>
                  <a:pt x="177155" y="134168"/>
                  <a:pt x="177370" y="140093"/>
                  <a:pt x="177801" y="141775"/>
                </a:cubicBezTo>
                <a:cubicBezTo>
                  <a:pt x="178232" y="143454"/>
                  <a:pt x="179211" y="144842"/>
                  <a:pt x="180739" y="145939"/>
                </a:cubicBezTo>
                <a:cubicBezTo>
                  <a:pt x="182266" y="147033"/>
                  <a:pt x="184127" y="147580"/>
                  <a:pt x="186320" y="147580"/>
                </a:cubicBezTo>
                <a:cubicBezTo>
                  <a:pt x="189375" y="147580"/>
                  <a:pt x="193801" y="146523"/>
                  <a:pt x="199597" y="144408"/>
                </a:cubicBezTo>
                <a:lnTo>
                  <a:pt x="202417" y="170118"/>
                </a:lnTo>
                <a:cubicBezTo>
                  <a:pt x="194741" y="173423"/>
                  <a:pt x="186046" y="175075"/>
                  <a:pt x="176332" y="175075"/>
                </a:cubicBezTo>
                <a:cubicBezTo>
                  <a:pt x="170379" y="175075"/>
                  <a:pt x="165013" y="174077"/>
                  <a:pt x="160235" y="172079"/>
                </a:cubicBezTo>
                <a:cubicBezTo>
                  <a:pt x="155457" y="170082"/>
                  <a:pt x="151951" y="167497"/>
                  <a:pt x="149719" y="164324"/>
                </a:cubicBezTo>
                <a:cubicBezTo>
                  <a:pt x="147486" y="161152"/>
                  <a:pt x="145939" y="156863"/>
                  <a:pt x="145077" y="151458"/>
                </a:cubicBezTo>
                <a:cubicBezTo>
                  <a:pt x="144372" y="147620"/>
                  <a:pt x="144020" y="139865"/>
                  <a:pt x="144020" y="128193"/>
                </a:cubicBezTo>
                <a:lnTo>
                  <a:pt x="144020" y="73790"/>
                </a:lnTo>
                <a:lnTo>
                  <a:pt x="128862" y="73790"/>
                </a:lnTo>
                <a:lnTo>
                  <a:pt x="128862" y="47470"/>
                </a:lnTo>
                <a:lnTo>
                  <a:pt x="144020" y="47470"/>
                </a:lnTo>
                <a:lnTo>
                  <a:pt x="144020" y="22560"/>
                </a:lnTo>
                <a:lnTo>
                  <a:pt x="177155" y="3055"/>
                </a:lnTo>
                <a:lnTo>
                  <a:pt x="177155" y="47470"/>
                </a:lnTo>
                <a:lnTo>
                  <a:pt x="199715" y="47470"/>
                </a:lnTo>
                <a:close/>
                <a:moveTo>
                  <a:pt x="279848" y="47470"/>
                </a:moveTo>
                <a:lnTo>
                  <a:pt x="279848" y="73790"/>
                </a:lnTo>
                <a:lnTo>
                  <a:pt x="257288" y="73790"/>
                </a:lnTo>
                <a:lnTo>
                  <a:pt x="257288" y="124000"/>
                </a:lnTo>
                <a:cubicBezTo>
                  <a:pt x="257288" y="134168"/>
                  <a:pt x="257503" y="140093"/>
                  <a:pt x="257934" y="141775"/>
                </a:cubicBezTo>
                <a:cubicBezTo>
                  <a:pt x="258365" y="143454"/>
                  <a:pt x="259344" y="144842"/>
                  <a:pt x="260872" y="145939"/>
                </a:cubicBezTo>
                <a:cubicBezTo>
                  <a:pt x="262399" y="147033"/>
                  <a:pt x="264259" y="147580"/>
                  <a:pt x="266453" y="147580"/>
                </a:cubicBezTo>
                <a:cubicBezTo>
                  <a:pt x="269508" y="147580"/>
                  <a:pt x="273934" y="146523"/>
                  <a:pt x="279730" y="144408"/>
                </a:cubicBezTo>
                <a:lnTo>
                  <a:pt x="282550" y="170118"/>
                </a:lnTo>
                <a:cubicBezTo>
                  <a:pt x="274874" y="173423"/>
                  <a:pt x="266179" y="175075"/>
                  <a:pt x="256465" y="175075"/>
                </a:cubicBezTo>
                <a:cubicBezTo>
                  <a:pt x="250512" y="175075"/>
                  <a:pt x="245146" y="174077"/>
                  <a:pt x="240368" y="172079"/>
                </a:cubicBezTo>
                <a:cubicBezTo>
                  <a:pt x="235589" y="170082"/>
                  <a:pt x="232084" y="167497"/>
                  <a:pt x="229851" y="164324"/>
                </a:cubicBezTo>
                <a:cubicBezTo>
                  <a:pt x="227619" y="161152"/>
                  <a:pt x="226072" y="156863"/>
                  <a:pt x="225210" y="151458"/>
                </a:cubicBezTo>
                <a:cubicBezTo>
                  <a:pt x="224505" y="147620"/>
                  <a:pt x="224153" y="139865"/>
                  <a:pt x="224153" y="128193"/>
                </a:cubicBezTo>
                <a:lnTo>
                  <a:pt x="224153" y="73790"/>
                </a:lnTo>
                <a:lnTo>
                  <a:pt x="208995" y="73790"/>
                </a:lnTo>
                <a:lnTo>
                  <a:pt x="208995" y="47470"/>
                </a:lnTo>
                <a:lnTo>
                  <a:pt x="224153" y="47470"/>
                </a:lnTo>
                <a:lnTo>
                  <a:pt x="224153" y="22560"/>
                </a:lnTo>
                <a:lnTo>
                  <a:pt x="257288" y="3055"/>
                </a:lnTo>
                <a:lnTo>
                  <a:pt x="257288" y="47470"/>
                </a:lnTo>
                <a:lnTo>
                  <a:pt x="279848" y="47470"/>
                </a:lnTo>
                <a:close/>
                <a:moveTo>
                  <a:pt x="327434" y="86010"/>
                </a:moveTo>
                <a:lnTo>
                  <a:pt x="297472" y="80605"/>
                </a:lnTo>
                <a:cubicBezTo>
                  <a:pt x="300840" y="68383"/>
                  <a:pt x="306637" y="59335"/>
                  <a:pt x="314862" y="53463"/>
                </a:cubicBezTo>
                <a:cubicBezTo>
                  <a:pt x="323087" y="47588"/>
                  <a:pt x="335307" y="44650"/>
                  <a:pt x="351522" y="44650"/>
                </a:cubicBezTo>
                <a:cubicBezTo>
                  <a:pt x="366249" y="44650"/>
                  <a:pt x="377215" y="46393"/>
                  <a:pt x="384422" y="49879"/>
                </a:cubicBezTo>
                <a:cubicBezTo>
                  <a:pt x="391629" y="53365"/>
                  <a:pt x="396701" y="57791"/>
                  <a:pt x="399638" y="63156"/>
                </a:cubicBezTo>
                <a:cubicBezTo>
                  <a:pt x="402576" y="68522"/>
                  <a:pt x="404044" y="78373"/>
                  <a:pt x="404044" y="92708"/>
                </a:cubicBezTo>
                <a:lnTo>
                  <a:pt x="403692" y="131248"/>
                </a:lnTo>
                <a:cubicBezTo>
                  <a:pt x="403692" y="142215"/>
                  <a:pt x="404221" y="150302"/>
                  <a:pt x="405278" y="155512"/>
                </a:cubicBezTo>
                <a:cubicBezTo>
                  <a:pt x="406336" y="160721"/>
                  <a:pt x="408314" y="166302"/>
                  <a:pt x="411212" y="172255"/>
                </a:cubicBezTo>
                <a:lnTo>
                  <a:pt x="378547" y="172255"/>
                </a:lnTo>
                <a:cubicBezTo>
                  <a:pt x="377685" y="170062"/>
                  <a:pt x="376628" y="166811"/>
                  <a:pt x="375374" y="162503"/>
                </a:cubicBezTo>
                <a:cubicBezTo>
                  <a:pt x="374826" y="160545"/>
                  <a:pt x="374434" y="159252"/>
                  <a:pt x="374199" y="158625"/>
                </a:cubicBezTo>
                <a:cubicBezTo>
                  <a:pt x="368559" y="164109"/>
                  <a:pt x="362528" y="168221"/>
                  <a:pt x="356104" y="170963"/>
                </a:cubicBezTo>
                <a:cubicBezTo>
                  <a:pt x="349681" y="173705"/>
                  <a:pt x="342827" y="175075"/>
                  <a:pt x="335542" y="175075"/>
                </a:cubicBezTo>
                <a:cubicBezTo>
                  <a:pt x="322695" y="175075"/>
                  <a:pt x="312570" y="171604"/>
                  <a:pt x="305168" y="164662"/>
                </a:cubicBezTo>
                <a:cubicBezTo>
                  <a:pt x="297765" y="157720"/>
                  <a:pt x="294064" y="148944"/>
                  <a:pt x="294064" y="138335"/>
                </a:cubicBezTo>
                <a:cubicBezTo>
                  <a:pt x="294064" y="131314"/>
                  <a:pt x="295748" y="125055"/>
                  <a:pt x="299117" y="119557"/>
                </a:cubicBezTo>
                <a:cubicBezTo>
                  <a:pt x="302485" y="114056"/>
                  <a:pt x="307205" y="109843"/>
                  <a:pt x="313275" y="106918"/>
                </a:cubicBezTo>
                <a:cubicBezTo>
                  <a:pt x="319346" y="103993"/>
                  <a:pt x="328100" y="101438"/>
                  <a:pt x="339537" y="99255"/>
                </a:cubicBezTo>
                <a:cubicBezTo>
                  <a:pt x="354968" y="96369"/>
                  <a:pt x="365661" y="93677"/>
                  <a:pt x="371614" y="91180"/>
                </a:cubicBezTo>
                <a:lnTo>
                  <a:pt x="371614" y="87853"/>
                </a:lnTo>
                <a:cubicBezTo>
                  <a:pt x="371614" y="81437"/>
                  <a:pt x="370048" y="76864"/>
                  <a:pt x="366914" y="74132"/>
                </a:cubicBezTo>
                <a:cubicBezTo>
                  <a:pt x="363781" y="71397"/>
                  <a:pt x="357867" y="70030"/>
                  <a:pt x="349172" y="70030"/>
                </a:cubicBezTo>
                <a:cubicBezTo>
                  <a:pt x="343297" y="70030"/>
                  <a:pt x="338714" y="71213"/>
                  <a:pt x="335424" y="73577"/>
                </a:cubicBezTo>
                <a:cubicBezTo>
                  <a:pt x="332134" y="75939"/>
                  <a:pt x="329471" y="80084"/>
                  <a:pt x="327434" y="86010"/>
                </a:cubicBezTo>
                <a:moveTo>
                  <a:pt x="371614" y="112800"/>
                </a:moveTo>
                <a:cubicBezTo>
                  <a:pt x="367384" y="114193"/>
                  <a:pt x="360687" y="115858"/>
                  <a:pt x="351522" y="117794"/>
                </a:cubicBezTo>
                <a:cubicBezTo>
                  <a:pt x="342357" y="119728"/>
                  <a:pt x="336364" y="121624"/>
                  <a:pt x="333544" y="123482"/>
                </a:cubicBezTo>
                <a:cubicBezTo>
                  <a:pt x="329236" y="126500"/>
                  <a:pt x="327082" y="130331"/>
                  <a:pt x="327082" y="134975"/>
                </a:cubicBezTo>
                <a:cubicBezTo>
                  <a:pt x="327082" y="139543"/>
                  <a:pt x="328805" y="143491"/>
                  <a:pt x="332252" y="146820"/>
                </a:cubicBezTo>
                <a:cubicBezTo>
                  <a:pt x="335698" y="150147"/>
                  <a:pt x="340085" y="151810"/>
                  <a:pt x="345412" y="151810"/>
                </a:cubicBezTo>
                <a:cubicBezTo>
                  <a:pt x="351365" y="151810"/>
                  <a:pt x="357044" y="149875"/>
                  <a:pt x="362449" y="146005"/>
                </a:cubicBezTo>
                <a:cubicBezTo>
                  <a:pt x="366444" y="143065"/>
                  <a:pt x="369069" y="139465"/>
                  <a:pt x="370322" y="135206"/>
                </a:cubicBezTo>
                <a:cubicBezTo>
                  <a:pt x="371184" y="132420"/>
                  <a:pt x="371614" y="127119"/>
                  <a:pt x="371614" y="119303"/>
                </a:cubicBezTo>
                <a:lnTo>
                  <a:pt x="371614" y="112800"/>
                </a:lnTo>
                <a:close/>
                <a:moveTo>
                  <a:pt x="545360" y="84365"/>
                </a:moveTo>
                <a:lnTo>
                  <a:pt x="512812" y="90240"/>
                </a:lnTo>
                <a:cubicBezTo>
                  <a:pt x="511716" y="83778"/>
                  <a:pt x="509228" y="78911"/>
                  <a:pt x="505351" y="75641"/>
                </a:cubicBezTo>
                <a:cubicBezTo>
                  <a:pt x="501473" y="72370"/>
                  <a:pt x="496440" y="70735"/>
                  <a:pt x="490252" y="70735"/>
                </a:cubicBezTo>
                <a:cubicBezTo>
                  <a:pt x="482027" y="70735"/>
                  <a:pt x="475467" y="73566"/>
                  <a:pt x="470571" y="79228"/>
                </a:cubicBezTo>
                <a:cubicBezTo>
                  <a:pt x="465675" y="84890"/>
                  <a:pt x="463227" y="94359"/>
                  <a:pt x="463227" y="107634"/>
                </a:cubicBezTo>
                <a:cubicBezTo>
                  <a:pt x="463227" y="122395"/>
                  <a:pt x="465714" y="132822"/>
                  <a:pt x="470688" y="138915"/>
                </a:cubicBezTo>
                <a:cubicBezTo>
                  <a:pt x="475663" y="145005"/>
                  <a:pt x="482340" y="148050"/>
                  <a:pt x="490722" y="148050"/>
                </a:cubicBezTo>
                <a:cubicBezTo>
                  <a:pt x="496989" y="148050"/>
                  <a:pt x="502120" y="146268"/>
                  <a:pt x="506115" y="142704"/>
                </a:cubicBezTo>
                <a:cubicBezTo>
                  <a:pt x="510110" y="139140"/>
                  <a:pt x="512930" y="133010"/>
                  <a:pt x="514575" y="124315"/>
                </a:cubicBezTo>
                <a:lnTo>
                  <a:pt x="547005" y="129955"/>
                </a:lnTo>
                <a:cubicBezTo>
                  <a:pt x="543636" y="144839"/>
                  <a:pt x="537174" y="156080"/>
                  <a:pt x="527617" y="163678"/>
                </a:cubicBezTo>
                <a:cubicBezTo>
                  <a:pt x="518061" y="171276"/>
                  <a:pt x="505253" y="175075"/>
                  <a:pt x="489195" y="175075"/>
                </a:cubicBezTo>
                <a:cubicBezTo>
                  <a:pt x="470943" y="175075"/>
                  <a:pt x="456392" y="169318"/>
                  <a:pt x="445543" y="157803"/>
                </a:cubicBezTo>
                <a:cubicBezTo>
                  <a:pt x="434694" y="146288"/>
                  <a:pt x="429269" y="130347"/>
                  <a:pt x="429269" y="109980"/>
                </a:cubicBezTo>
                <a:cubicBezTo>
                  <a:pt x="429269" y="89379"/>
                  <a:pt x="434714" y="73340"/>
                  <a:pt x="445602" y="61864"/>
                </a:cubicBezTo>
                <a:cubicBezTo>
                  <a:pt x="456490" y="50388"/>
                  <a:pt x="471217" y="44650"/>
                  <a:pt x="489782" y="44650"/>
                </a:cubicBezTo>
                <a:cubicBezTo>
                  <a:pt x="504979" y="44650"/>
                  <a:pt x="517062" y="47921"/>
                  <a:pt x="526031" y="54461"/>
                </a:cubicBezTo>
                <a:cubicBezTo>
                  <a:pt x="535000" y="61002"/>
                  <a:pt x="541443" y="70970"/>
                  <a:pt x="545360" y="84365"/>
                </a:cubicBezTo>
                <a:close/>
                <a:moveTo>
                  <a:pt x="569177" y="172255"/>
                </a:moveTo>
                <a:lnTo>
                  <a:pt x="569177" y="0"/>
                </a:lnTo>
                <a:lnTo>
                  <a:pt x="602194" y="0"/>
                </a:lnTo>
                <a:lnTo>
                  <a:pt x="602194" y="91415"/>
                </a:lnTo>
                <a:lnTo>
                  <a:pt x="640852" y="47470"/>
                </a:lnTo>
                <a:lnTo>
                  <a:pt x="681507" y="47470"/>
                </a:lnTo>
                <a:lnTo>
                  <a:pt x="638854" y="93079"/>
                </a:lnTo>
                <a:lnTo>
                  <a:pt x="684562" y="172255"/>
                </a:lnTo>
                <a:lnTo>
                  <a:pt x="648959" y="172255"/>
                </a:lnTo>
                <a:lnTo>
                  <a:pt x="617587" y="116193"/>
                </a:lnTo>
                <a:lnTo>
                  <a:pt x="602194" y="132305"/>
                </a:lnTo>
                <a:lnTo>
                  <a:pt x="602194" y="172255"/>
                </a:lnTo>
                <a:lnTo>
                  <a:pt x="569177" y="172255"/>
                </a:lnTo>
                <a:close/>
                <a:moveTo>
                  <a:pt x="759414" y="136770"/>
                </a:moveTo>
                <a:lnTo>
                  <a:pt x="792549" y="131600"/>
                </a:lnTo>
                <a:cubicBezTo>
                  <a:pt x="793959" y="137985"/>
                  <a:pt x="796818" y="142831"/>
                  <a:pt x="801126" y="146141"/>
                </a:cubicBezTo>
                <a:cubicBezTo>
                  <a:pt x="805435" y="149451"/>
                  <a:pt x="811466" y="151105"/>
                  <a:pt x="819221" y="151105"/>
                </a:cubicBezTo>
                <a:cubicBezTo>
                  <a:pt x="827760" y="151105"/>
                  <a:pt x="834183" y="149541"/>
                  <a:pt x="838491" y="146413"/>
                </a:cubicBezTo>
                <a:cubicBezTo>
                  <a:pt x="841390" y="144222"/>
                  <a:pt x="842839" y="141288"/>
                  <a:pt x="842839" y="137611"/>
                </a:cubicBezTo>
                <a:cubicBezTo>
                  <a:pt x="842839" y="135107"/>
                  <a:pt x="842056" y="133034"/>
                  <a:pt x="840489" y="131391"/>
                </a:cubicBezTo>
                <a:cubicBezTo>
                  <a:pt x="838844" y="129827"/>
                  <a:pt x="835162" y="128380"/>
                  <a:pt x="829444" y="127051"/>
                </a:cubicBezTo>
                <a:cubicBezTo>
                  <a:pt x="802811" y="121186"/>
                  <a:pt x="785930" y="115827"/>
                  <a:pt x="778801" y="110975"/>
                </a:cubicBezTo>
                <a:cubicBezTo>
                  <a:pt x="768931" y="104244"/>
                  <a:pt x="763996" y="94891"/>
                  <a:pt x="763996" y="82918"/>
                </a:cubicBezTo>
                <a:cubicBezTo>
                  <a:pt x="763996" y="72118"/>
                  <a:pt x="768265" y="63040"/>
                  <a:pt x="776804" y="55684"/>
                </a:cubicBezTo>
                <a:cubicBezTo>
                  <a:pt x="785342" y="48328"/>
                  <a:pt x="798581" y="44650"/>
                  <a:pt x="816519" y="44650"/>
                </a:cubicBezTo>
                <a:cubicBezTo>
                  <a:pt x="833596" y="44650"/>
                  <a:pt x="846286" y="47421"/>
                  <a:pt x="854589" y="52963"/>
                </a:cubicBezTo>
                <a:cubicBezTo>
                  <a:pt x="862892" y="58505"/>
                  <a:pt x="868611" y="66701"/>
                  <a:pt x="871744" y="77550"/>
                </a:cubicBezTo>
                <a:lnTo>
                  <a:pt x="840606" y="83425"/>
                </a:lnTo>
                <a:cubicBezTo>
                  <a:pt x="839275" y="78569"/>
                  <a:pt x="836749" y="74848"/>
                  <a:pt x="833028" y="72263"/>
                </a:cubicBezTo>
                <a:cubicBezTo>
                  <a:pt x="829307" y="69678"/>
                  <a:pt x="824000" y="68385"/>
                  <a:pt x="817106" y="68385"/>
                </a:cubicBezTo>
                <a:cubicBezTo>
                  <a:pt x="808411" y="68385"/>
                  <a:pt x="802184" y="69598"/>
                  <a:pt x="798424" y="72024"/>
                </a:cubicBezTo>
                <a:cubicBezTo>
                  <a:pt x="795917" y="73742"/>
                  <a:pt x="794664" y="75971"/>
                  <a:pt x="794664" y="78711"/>
                </a:cubicBezTo>
                <a:cubicBezTo>
                  <a:pt x="794664" y="81056"/>
                  <a:pt x="795761" y="83049"/>
                  <a:pt x="797954" y="84692"/>
                </a:cubicBezTo>
                <a:cubicBezTo>
                  <a:pt x="800931" y="86883"/>
                  <a:pt x="811212" y="89973"/>
                  <a:pt x="828798" y="93964"/>
                </a:cubicBezTo>
                <a:cubicBezTo>
                  <a:pt x="846384" y="97954"/>
                  <a:pt x="858662" y="102848"/>
                  <a:pt x="865634" y="108647"/>
                </a:cubicBezTo>
                <a:cubicBezTo>
                  <a:pt x="872527" y="114527"/>
                  <a:pt x="875974" y="122718"/>
                  <a:pt x="875974" y="133220"/>
                </a:cubicBezTo>
                <a:cubicBezTo>
                  <a:pt x="875974" y="144664"/>
                  <a:pt x="871196" y="154501"/>
                  <a:pt x="861639" y="162731"/>
                </a:cubicBezTo>
                <a:cubicBezTo>
                  <a:pt x="852082" y="170960"/>
                  <a:pt x="837943" y="175075"/>
                  <a:pt x="819221" y="175075"/>
                </a:cubicBezTo>
                <a:cubicBezTo>
                  <a:pt x="802223" y="175075"/>
                  <a:pt x="788769" y="171640"/>
                  <a:pt x="778860" y="164768"/>
                </a:cubicBezTo>
                <a:cubicBezTo>
                  <a:pt x="768951" y="157895"/>
                  <a:pt x="762469" y="148562"/>
                  <a:pt x="759414" y="136770"/>
                </a:cubicBezTo>
                <a:close/>
                <a:moveTo>
                  <a:pt x="962064" y="47470"/>
                </a:moveTo>
                <a:lnTo>
                  <a:pt x="962064" y="73790"/>
                </a:lnTo>
                <a:lnTo>
                  <a:pt x="939504" y="73790"/>
                </a:lnTo>
                <a:lnTo>
                  <a:pt x="939504" y="124000"/>
                </a:lnTo>
                <a:cubicBezTo>
                  <a:pt x="939504" y="134168"/>
                  <a:pt x="939720" y="140093"/>
                  <a:pt x="940150" y="141775"/>
                </a:cubicBezTo>
                <a:cubicBezTo>
                  <a:pt x="940581" y="143454"/>
                  <a:pt x="941560" y="144842"/>
                  <a:pt x="943088" y="145939"/>
                </a:cubicBezTo>
                <a:cubicBezTo>
                  <a:pt x="944615" y="147033"/>
                  <a:pt x="946476" y="147580"/>
                  <a:pt x="948669" y="147580"/>
                </a:cubicBezTo>
                <a:cubicBezTo>
                  <a:pt x="951724" y="147580"/>
                  <a:pt x="956150" y="146523"/>
                  <a:pt x="961947" y="144408"/>
                </a:cubicBezTo>
                <a:lnTo>
                  <a:pt x="964767" y="170118"/>
                </a:lnTo>
                <a:cubicBezTo>
                  <a:pt x="957090" y="173423"/>
                  <a:pt x="948395" y="175075"/>
                  <a:pt x="938682" y="175075"/>
                </a:cubicBezTo>
                <a:cubicBezTo>
                  <a:pt x="932728" y="175075"/>
                  <a:pt x="927362" y="174077"/>
                  <a:pt x="922584" y="172079"/>
                </a:cubicBezTo>
                <a:cubicBezTo>
                  <a:pt x="917806" y="170082"/>
                  <a:pt x="914300" y="167497"/>
                  <a:pt x="912068" y="164324"/>
                </a:cubicBezTo>
                <a:cubicBezTo>
                  <a:pt x="909835" y="161152"/>
                  <a:pt x="908288" y="156863"/>
                  <a:pt x="907427" y="151458"/>
                </a:cubicBezTo>
                <a:cubicBezTo>
                  <a:pt x="906722" y="147620"/>
                  <a:pt x="906369" y="139865"/>
                  <a:pt x="906369" y="128193"/>
                </a:cubicBezTo>
                <a:lnTo>
                  <a:pt x="906369" y="73790"/>
                </a:lnTo>
                <a:lnTo>
                  <a:pt x="891212" y="73790"/>
                </a:lnTo>
                <a:lnTo>
                  <a:pt x="891212" y="47470"/>
                </a:lnTo>
                <a:lnTo>
                  <a:pt x="906369" y="47470"/>
                </a:lnTo>
                <a:lnTo>
                  <a:pt x="906369" y="22560"/>
                </a:lnTo>
                <a:lnTo>
                  <a:pt x="939504" y="3055"/>
                </a:lnTo>
                <a:lnTo>
                  <a:pt x="939504" y="47470"/>
                </a:lnTo>
                <a:lnTo>
                  <a:pt x="962064" y="47470"/>
                </a:lnTo>
                <a:close/>
                <a:moveTo>
                  <a:pt x="1057237" y="132540"/>
                </a:moveTo>
                <a:lnTo>
                  <a:pt x="1090138" y="138180"/>
                </a:lnTo>
                <a:cubicBezTo>
                  <a:pt x="1085908" y="150205"/>
                  <a:pt x="1079230" y="159360"/>
                  <a:pt x="1070104" y="165646"/>
                </a:cubicBezTo>
                <a:cubicBezTo>
                  <a:pt x="1060978" y="171932"/>
                  <a:pt x="1049561" y="175075"/>
                  <a:pt x="1035852" y="175075"/>
                </a:cubicBezTo>
                <a:cubicBezTo>
                  <a:pt x="1014154" y="175075"/>
                  <a:pt x="998096" y="167986"/>
                  <a:pt x="987677" y="153808"/>
                </a:cubicBezTo>
                <a:cubicBezTo>
                  <a:pt x="979452" y="142450"/>
                  <a:pt x="975340" y="128114"/>
                  <a:pt x="975340" y="110803"/>
                </a:cubicBezTo>
                <a:cubicBezTo>
                  <a:pt x="975340" y="90123"/>
                  <a:pt x="980745" y="73927"/>
                  <a:pt x="991555" y="62216"/>
                </a:cubicBezTo>
                <a:cubicBezTo>
                  <a:pt x="1002365" y="50506"/>
                  <a:pt x="1016034" y="44650"/>
                  <a:pt x="1032562" y="44650"/>
                </a:cubicBezTo>
                <a:cubicBezTo>
                  <a:pt x="1051127" y="44650"/>
                  <a:pt x="1065776" y="50780"/>
                  <a:pt x="1076507" y="63039"/>
                </a:cubicBezTo>
                <a:cubicBezTo>
                  <a:pt x="1087239" y="75298"/>
                  <a:pt x="1092370" y="94079"/>
                  <a:pt x="1091900" y="119380"/>
                </a:cubicBezTo>
                <a:lnTo>
                  <a:pt x="1009180" y="119380"/>
                </a:lnTo>
                <a:cubicBezTo>
                  <a:pt x="1009415" y="129172"/>
                  <a:pt x="1012078" y="136790"/>
                  <a:pt x="1017170" y="142234"/>
                </a:cubicBezTo>
                <a:cubicBezTo>
                  <a:pt x="1022262" y="147678"/>
                  <a:pt x="1028607" y="150400"/>
                  <a:pt x="1036205" y="150400"/>
                </a:cubicBezTo>
                <a:cubicBezTo>
                  <a:pt x="1041375" y="150400"/>
                  <a:pt x="1045722" y="148990"/>
                  <a:pt x="1049247" y="146170"/>
                </a:cubicBezTo>
                <a:cubicBezTo>
                  <a:pt x="1052772" y="143350"/>
                  <a:pt x="1055436" y="138807"/>
                  <a:pt x="1057237" y="132540"/>
                </a:cubicBezTo>
                <a:moveTo>
                  <a:pt x="1059117" y="99170"/>
                </a:moveTo>
                <a:cubicBezTo>
                  <a:pt x="1058882" y="89653"/>
                  <a:pt x="1056415" y="82417"/>
                  <a:pt x="1051715" y="77462"/>
                </a:cubicBezTo>
                <a:cubicBezTo>
                  <a:pt x="1047015" y="72507"/>
                  <a:pt x="1041297" y="70030"/>
                  <a:pt x="1034560" y="70030"/>
                </a:cubicBezTo>
                <a:cubicBezTo>
                  <a:pt x="1027353" y="70030"/>
                  <a:pt x="1021400" y="72643"/>
                  <a:pt x="1016700" y="77870"/>
                </a:cubicBezTo>
                <a:cubicBezTo>
                  <a:pt x="1012000" y="83098"/>
                  <a:pt x="1009689" y="90199"/>
                  <a:pt x="1009767" y="99170"/>
                </a:cubicBezTo>
                <a:lnTo>
                  <a:pt x="1059117" y="99170"/>
                </a:lnTo>
                <a:close/>
                <a:moveTo>
                  <a:pt x="1117831" y="47470"/>
                </a:moveTo>
                <a:lnTo>
                  <a:pt x="1148617" y="47470"/>
                </a:lnTo>
                <a:lnTo>
                  <a:pt x="1148617" y="65800"/>
                </a:lnTo>
                <a:cubicBezTo>
                  <a:pt x="1152612" y="59533"/>
                  <a:pt x="1158017" y="54442"/>
                  <a:pt x="1164832" y="50525"/>
                </a:cubicBezTo>
                <a:cubicBezTo>
                  <a:pt x="1171647" y="46608"/>
                  <a:pt x="1179206" y="44650"/>
                  <a:pt x="1187509" y="44650"/>
                </a:cubicBezTo>
                <a:cubicBezTo>
                  <a:pt x="1202001" y="44650"/>
                  <a:pt x="1214299" y="50329"/>
                  <a:pt x="1224404" y="61688"/>
                </a:cubicBezTo>
                <a:cubicBezTo>
                  <a:pt x="1234509" y="73046"/>
                  <a:pt x="1239562" y="88869"/>
                  <a:pt x="1239562" y="109158"/>
                </a:cubicBezTo>
                <a:cubicBezTo>
                  <a:pt x="1239562" y="129994"/>
                  <a:pt x="1234470" y="146190"/>
                  <a:pt x="1224287" y="157744"/>
                </a:cubicBezTo>
                <a:cubicBezTo>
                  <a:pt x="1214103" y="169298"/>
                  <a:pt x="1201766" y="175075"/>
                  <a:pt x="1187274" y="175075"/>
                </a:cubicBezTo>
                <a:cubicBezTo>
                  <a:pt x="1180381" y="175075"/>
                  <a:pt x="1174134" y="173705"/>
                  <a:pt x="1168533" y="170963"/>
                </a:cubicBezTo>
                <a:cubicBezTo>
                  <a:pt x="1162932" y="168221"/>
                  <a:pt x="1157037" y="163521"/>
                  <a:pt x="1150849" y="156863"/>
                </a:cubicBezTo>
                <a:lnTo>
                  <a:pt x="1150849" y="219726"/>
                </a:lnTo>
                <a:lnTo>
                  <a:pt x="1117831" y="219726"/>
                </a:lnTo>
                <a:lnTo>
                  <a:pt x="1117831" y="47470"/>
                </a:lnTo>
                <a:moveTo>
                  <a:pt x="1150497" y="107693"/>
                </a:moveTo>
                <a:cubicBezTo>
                  <a:pt x="1150497" y="121692"/>
                  <a:pt x="1153277" y="132036"/>
                  <a:pt x="1158839" y="138724"/>
                </a:cubicBezTo>
                <a:cubicBezTo>
                  <a:pt x="1164401" y="145411"/>
                  <a:pt x="1171177" y="148755"/>
                  <a:pt x="1179167" y="148755"/>
                </a:cubicBezTo>
                <a:cubicBezTo>
                  <a:pt x="1186843" y="148755"/>
                  <a:pt x="1193227" y="145686"/>
                  <a:pt x="1198319" y="139546"/>
                </a:cubicBezTo>
                <a:cubicBezTo>
                  <a:pt x="1203411" y="133407"/>
                  <a:pt x="1205957" y="123336"/>
                  <a:pt x="1205957" y="109334"/>
                </a:cubicBezTo>
                <a:cubicBezTo>
                  <a:pt x="1205957" y="96272"/>
                  <a:pt x="1203333" y="86573"/>
                  <a:pt x="1198084" y="80238"/>
                </a:cubicBezTo>
                <a:cubicBezTo>
                  <a:pt x="1192836" y="73903"/>
                  <a:pt x="1186334" y="70735"/>
                  <a:pt x="1178579" y="70735"/>
                </a:cubicBezTo>
                <a:cubicBezTo>
                  <a:pt x="1170511" y="70735"/>
                  <a:pt x="1163813" y="73844"/>
                  <a:pt x="1158487" y="80062"/>
                </a:cubicBezTo>
                <a:cubicBezTo>
                  <a:pt x="1153160" y="86279"/>
                  <a:pt x="1150497" y="95490"/>
                  <a:pt x="1150497" y="107693"/>
                </a:cubicBezTo>
                <a:close/>
                <a:moveTo>
                  <a:pt x="1254171" y="136770"/>
                </a:moveTo>
                <a:lnTo>
                  <a:pt x="1287306" y="131600"/>
                </a:lnTo>
                <a:cubicBezTo>
                  <a:pt x="1288716" y="137985"/>
                  <a:pt x="1291575" y="142831"/>
                  <a:pt x="1295883" y="146141"/>
                </a:cubicBezTo>
                <a:cubicBezTo>
                  <a:pt x="1300192" y="149451"/>
                  <a:pt x="1306223" y="151105"/>
                  <a:pt x="1313978" y="151105"/>
                </a:cubicBezTo>
                <a:cubicBezTo>
                  <a:pt x="1322517" y="151105"/>
                  <a:pt x="1328940" y="149541"/>
                  <a:pt x="1333248" y="146413"/>
                </a:cubicBezTo>
                <a:cubicBezTo>
                  <a:pt x="1336147" y="144222"/>
                  <a:pt x="1337596" y="141288"/>
                  <a:pt x="1337596" y="137611"/>
                </a:cubicBezTo>
                <a:cubicBezTo>
                  <a:pt x="1337596" y="135107"/>
                  <a:pt x="1336813" y="133034"/>
                  <a:pt x="1335246" y="131391"/>
                </a:cubicBezTo>
                <a:cubicBezTo>
                  <a:pt x="1333601" y="129827"/>
                  <a:pt x="1329919" y="128380"/>
                  <a:pt x="1324201" y="127051"/>
                </a:cubicBezTo>
                <a:cubicBezTo>
                  <a:pt x="1297568" y="121186"/>
                  <a:pt x="1280687" y="115827"/>
                  <a:pt x="1273558" y="110975"/>
                </a:cubicBezTo>
                <a:cubicBezTo>
                  <a:pt x="1263688" y="104244"/>
                  <a:pt x="1258753" y="94891"/>
                  <a:pt x="1258753" y="82918"/>
                </a:cubicBezTo>
                <a:cubicBezTo>
                  <a:pt x="1258753" y="72118"/>
                  <a:pt x="1263022" y="63040"/>
                  <a:pt x="1271561" y="55684"/>
                </a:cubicBezTo>
                <a:cubicBezTo>
                  <a:pt x="1280099" y="48328"/>
                  <a:pt x="1293338" y="44650"/>
                  <a:pt x="1311276" y="44650"/>
                </a:cubicBezTo>
                <a:cubicBezTo>
                  <a:pt x="1328353" y="44650"/>
                  <a:pt x="1341043" y="47421"/>
                  <a:pt x="1349346" y="52963"/>
                </a:cubicBezTo>
                <a:cubicBezTo>
                  <a:pt x="1357649" y="58505"/>
                  <a:pt x="1363368" y="66701"/>
                  <a:pt x="1366501" y="77550"/>
                </a:cubicBezTo>
                <a:lnTo>
                  <a:pt x="1335363" y="83425"/>
                </a:lnTo>
                <a:cubicBezTo>
                  <a:pt x="1334032" y="78569"/>
                  <a:pt x="1331506" y="74848"/>
                  <a:pt x="1327785" y="72263"/>
                </a:cubicBezTo>
                <a:cubicBezTo>
                  <a:pt x="1324064" y="69678"/>
                  <a:pt x="1318757" y="68385"/>
                  <a:pt x="1311863" y="68385"/>
                </a:cubicBezTo>
                <a:cubicBezTo>
                  <a:pt x="1303168" y="68385"/>
                  <a:pt x="1296941" y="69598"/>
                  <a:pt x="1293181" y="72024"/>
                </a:cubicBezTo>
                <a:cubicBezTo>
                  <a:pt x="1290674" y="73742"/>
                  <a:pt x="1289421" y="75971"/>
                  <a:pt x="1289421" y="78711"/>
                </a:cubicBezTo>
                <a:cubicBezTo>
                  <a:pt x="1289421" y="81056"/>
                  <a:pt x="1290518" y="83049"/>
                  <a:pt x="1292711" y="84692"/>
                </a:cubicBezTo>
                <a:cubicBezTo>
                  <a:pt x="1295688" y="86883"/>
                  <a:pt x="1305969" y="89973"/>
                  <a:pt x="1323555" y="93964"/>
                </a:cubicBezTo>
                <a:cubicBezTo>
                  <a:pt x="1341141" y="97954"/>
                  <a:pt x="1353419" y="102848"/>
                  <a:pt x="1360391" y="108647"/>
                </a:cubicBezTo>
                <a:cubicBezTo>
                  <a:pt x="1367284" y="114527"/>
                  <a:pt x="1370731" y="122718"/>
                  <a:pt x="1370731" y="133220"/>
                </a:cubicBezTo>
                <a:cubicBezTo>
                  <a:pt x="1370731" y="144664"/>
                  <a:pt x="1365953" y="154501"/>
                  <a:pt x="1356396" y="162731"/>
                </a:cubicBezTo>
                <a:cubicBezTo>
                  <a:pt x="1346839" y="170960"/>
                  <a:pt x="1332700" y="175075"/>
                  <a:pt x="1313978" y="175075"/>
                </a:cubicBezTo>
                <a:cubicBezTo>
                  <a:pt x="1296980" y="175075"/>
                  <a:pt x="1283526" y="171640"/>
                  <a:pt x="1273617" y="164768"/>
                </a:cubicBezTo>
                <a:cubicBezTo>
                  <a:pt x="1263708" y="157895"/>
                  <a:pt x="1257226" y="148562"/>
                  <a:pt x="1254171" y="136770"/>
                </a:cubicBez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048a686514e19"/>
          <a:stretch xmlns:a="http://schemas.openxmlformats.org/drawingml/2006/main"/>
        </p:blipFill>
        <p:spPr>
          <a:xfrm xmlns:a="http://schemas.openxmlformats.org/drawingml/2006/main">
            <a:off x="11049580" y="386678"/>
            <a:ext cx="1800911" cy="2870759"/>
          </a:xfrm>
          <a:prstGeom xmlns:a="http://schemas.openxmlformats.org/drawingml/2006/main" prst="rect">
            <a:avLst/>
          </a:prstGeom>
        </p:spPr>
      </p:pic>
      <p:sp>
        <p:nvSpPr>
          <p:cNvPr id="68" name="Text 1.-">
            <a:extLst xmlns:a="http://schemas.openxmlformats.org/drawingml/2006/main">
              <a:ext uri="{FF2B5EF4-FFF2-40B4-BE49-F238E27FC236}">
                <a16:creationId xmlns:a16="http://schemas.microsoft.com/office/drawing/2014/main" id="{077C2883-0E47-41B2-8EEB-1521BEC2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499" y="555723"/>
            <a:ext cx="226782" cy="124916"/>
          </a:xfrm>
          <a:custGeom xmlns:a="http://schemas.openxmlformats.org/drawingml/2006/main">
            <a:pathLst>
              <a:path w="226782" h="124916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93491" y="124916"/>
                </a:moveTo>
                <a:lnTo>
                  <a:pt x="93491" y="107434"/>
                </a:lnTo>
                <a:lnTo>
                  <a:pt x="110888" y="107434"/>
                </a:lnTo>
                <a:lnTo>
                  <a:pt x="110888" y="124916"/>
                </a:lnTo>
                <a:lnTo>
                  <a:pt x="93491" y="124916"/>
                </a:lnTo>
                <a:close/>
                <a:moveTo>
                  <a:pt x="179853" y="87577"/>
                </a:moveTo>
                <a:lnTo>
                  <a:pt x="179853" y="72132"/>
                </a:lnTo>
                <a:lnTo>
                  <a:pt x="226782" y="72132"/>
                </a:lnTo>
                <a:lnTo>
                  <a:pt x="226782" y="87577"/>
                </a:lnTo>
                <a:lnTo>
                  <a:pt x="179853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2.rax&lt;-V">
            <a:extLst xmlns:a="http://schemas.openxmlformats.org/drawingml/2006/main">
              <a:ext uri="{FF2B5EF4-FFF2-40B4-BE49-F238E27FC236}">
                <a16:creationId xmlns:a16="http://schemas.microsoft.com/office/drawing/2014/main" id="{81426072-920B-4554-A9B6-2E5E7794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724" y="769626"/>
            <a:ext cx="800081" cy="126953"/>
          </a:xfrm>
          <a:custGeom xmlns:a="http://schemas.openxmlformats.org/drawingml/2006/main">
            <a:pathLst>
              <a:path w="800081" h="126953">
                <a:moveTo>
                  <a:pt x="82344" y="110235"/>
                </a:moveTo>
                <a:lnTo>
                  <a:pt x="82344" y="124916"/>
                </a:lnTo>
                <a:lnTo>
                  <a:pt x="113" y="124916"/>
                </a:lnTo>
                <a:cubicBezTo>
                  <a:pt x="0" y="121240"/>
                  <a:pt x="594" y="117706"/>
                  <a:pt x="1895" y="114313"/>
                </a:cubicBezTo>
                <a:cubicBezTo>
                  <a:pt x="3988" y="108716"/>
                  <a:pt x="7341" y="103204"/>
                  <a:pt x="11951" y="97776"/>
                </a:cubicBezTo>
                <a:cubicBezTo>
                  <a:pt x="16562" y="92349"/>
                  <a:pt x="23224" y="86072"/>
                  <a:pt x="31936" y="78948"/>
                </a:cubicBezTo>
                <a:cubicBezTo>
                  <a:pt x="45457" y="67870"/>
                  <a:pt x="54594" y="59094"/>
                  <a:pt x="59346" y="52622"/>
                </a:cubicBezTo>
                <a:cubicBezTo>
                  <a:pt x="64099" y="46150"/>
                  <a:pt x="66475" y="40031"/>
                  <a:pt x="66475" y="34265"/>
                </a:cubicBezTo>
                <a:cubicBezTo>
                  <a:pt x="66475" y="28217"/>
                  <a:pt x="64311" y="23116"/>
                  <a:pt x="59983" y="18961"/>
                </a:cubicBezTo>
                <a:cubicBezTo>
                  <a:pt x="55655" y="14807"/>
                  <a:pt x="50012" y="12729"/>
                  <a:pt x="43053" y="12729"/>
                </a:cubicBezTo>
                <a:cubicBezTo>
                  <a:pt x="35698" y="12729"/>
                  <a:pt x="29815" y="14936"/>
                  <a:pt x="25402" y="19348"/>
                </a:cubicBezTo>
                <a:cubicBezTo>
                  <a:pt x="20989" y="23761"/>
                  <a:pt x="18754" y="29871"/>
                  <a:pt x="18698" y="37678"/>
                </a:cubicBezTo>
                <a:lnTo>
                  <a:pt x="2998" y="36063"/>
                </a:lnTo>
                <a:cubicBezTo>
                  <a:pt x="4073" y="24326"/>
                  <a:pt x="8118" y="15381"/>
                  <a:pt x="15134" y="9229"/>
                </a:cubicBezTo>
                <a:cubicBezTo>
                  <a:pt x="22149" y="3076"/>
                  <a:pt x="31568" y="0"/>
                  <a:pt x="43392" y="0"/>
                </a:cubicBezTo>
                <a:cubicBezTo>
                  <a:pt x="55330" y="0"/>
                  <a:pt x="64777" y="3310"/>
                  <a:pt x="71736" y="9931"/>
                </a:cubicBezTo>
                <a:cubicBezTo>
                  <a:pt x="78695" y="16552"/>
                  <a:pt x="82174" y="24758"/>
                  <a:pt x="82174" y="34549"/>
                </a:cubicBezTo>
                <a:cubicBezTo>
                  <a:pt x="82174" y="39529"/>
                  <a:pt x="81156" y="44425"/>
                  <a:pt x="79119" y="49235"/>
                </a:cubicBezTo>
                <a:cubicBezTo>
                  <a:pt x="77082" y="54046"/>
                  <a:pt x="73702" y="59111"/>
                  <a:pt x="68978" y="64431"/>
                </a:cubicBezTo>
                <a:cubicBezTo>
                  <a:pt x="64254" y="69749"/>
                  <a:pt x="56404" y="77049"/>
                  <a:pt x="45429" y="86330"/>
                </a:cubicBezTo>
                <a:cubicBezTo>
                  <a:pt x="36264" y="94016"/>
                  <a:pt x="30380" y="99229"/>
                  <a:pt x="27778" y="101971"/>
                </a:cubicBezTo>
                <a:cubicBezTo>
                  <a:pt x="25176" y="104712"/>
                  <a:pt x="23026" y="107466"/>
                  <a:pt x="21328" y="110235"/>
                </a:cubicBezTo>
                <a:lnTo>
                  <a:pt x="82344" y="110235"/>
                </a:lnTo>
                <a:close/>
                <a:moveTo>
                  <a:pt x="107267" y="124916"/>
                </a:moveTo>
                <a:lnTo>
                  <a:pt x="107267" y="107434"/>
                </a:lnTo>
                <a:lnTo>
                  <a:pt x="124664" y="107434"/>
                </a:lnTo>
                <a:lnTo>
                  <a:pt x="124664" y="124916"/>
                </a:lnTo>
                <a:lnTo>
                  <a:pt x="107267" y="124916"/>
                </a:lnTo>
                <a:close/>
                <a:moveTo>
                  <a:pt x="199400" y="124916"/>
                </a:moveTo>
                <a:lnTo>
                  <a:pt x="199400" y="34793"/>
                </a:lnTo>
                <a:lnTo>
                  <a:pt x="213147" y="34793"/>
                </a:lnTo>
                <a:lnTo>
                  <a:pt x="213147" y="48371"/>
                </a:lnTo>
                <a:cubicBezTo>
                  <a:pt x="216655" y="42013"/>
                  <a:pt x="219894" y="37822"/>
                  <a:pt x="222864" y="35796"/>
                </a:cubicBezTo>
                <a:cubicBezTo>
                  <a:pt x="225834" y="33769"/>
                  <a:pt x="229101" y="32756"/>
                  <a:pt x="232665" y="32756"/>
                </a:cubicBezTo>
                <a:cubicBezTo>
                  <a:pt x="237813" y="32756"/>
                  <a:pt x="243047" y="34390"/>
                  <a:pt x="248365" y="37657"/>
                </a:cubicBezTo>
                <a:lnTo>
                  <a:pt x="243103" y="51765"/>
                </a:lnTo>
                <a:cubicBezTo>
                  <a:pt x="239369" y="49559"/>
                  <a:pt x="235635" y="48456"/>
                  <a:pt x="231901" y="48456"/>
                </a:cubicBezTo>
                <a:cubicBezTo>
                  <a:pt x="228564" y="48456"/>
                  <a:pt x="225565" y="49462"/>
                  <a:pt x="222906" y="51474"/>
                </a:cubicBezTo>
                <a:cubicBezTo>
                  <a:pt x="220247" y="53484"/>
                  <a:pt x="218352" y="56273"/>
                  <a:pt x="217220" y="59840"/>
                </a:cubicBezTo>
                <a:cubicBezTo>
                  <a:pt x="215523" y="65277"/>
                  <a:pt x="214675" y="71223"/>
                  <a:pt x="214675" y="77680"/>
                </a:cubicBezTo>
                <a:lnTo>
                  <a:pt x="214675" y="124916"/>
                </a:lnTo>
                <a:lnTo>
                  <a:pt x="199400" y="124916"/>
                </a:lnTo>
                <a:close/>
                <a:moveTo>
                  <a:pt x="316253" y="113788"/>
                </a:moveTo>
                <a:cubicBezTo>
                  <a:pt x="310595" y="118601"/>
                  <a:pt x="305150" y="121998"/>
                  <a:pt x="299917" y="123980"/>
                </a:cubicBezTo>
                <a:cubicBezTo>
                  <a:pt x="294684" y="125962"/>
                  <a:pt x="289069" y="126953"/>
                  <a:pt x="283072" y="126953"/>
                </a:cubicBezTo>
                <a:cubicBezTo>
                  <a:pt x="273171" y="126953"/>
                  <a:pt x="265562" y="124532"/>
                  <a:pt x="260244" y="119692"/>
                </a:cubicBezTo>
                <a:cubicBezTo>
                  <a:pt x="254926" y="114851"/>
                  <a:pt x="252267" y="108666"/>
                  <a:pt x="252267" y="101136"/>
                </a:cubicBezTo>
                <a:cubicBezTo>
                  <a:pt x="252267" y="96722"/>
                  <a:pt x="253271" y="92689"/>
                  <a:pt x="255280" y="89038"/>
                </a:cubicBezTo>
                <a:cubicBezTo>
                  <a:pt x="257288" y="85386"/>
                  <a:pt x="259919" y="82455"/>
                  <a:pt x="263172" y="80247"/>
                </a:cubicBezTo>
                <a:cubicBezTo>
                  <a:pt x="266425" y="78039"/>
                  <a:pt x="270088" y="76369"/>
                  <a:pt x="274161" y="75238"/>
                </a:cubicBezTo>
                <a:cubicBezTo>
                  <a:pt x="277160" y="74444"/>
                  <a:pt x="281686" y="73679"/>
                  <a:pt x="287739" y="72944"/>
                </a:cubicBezTo>
                <a:cubicBezTo>
                  <a:pt x="300072" y="71483"/>
                  <a:pt x="309153" y="69742"/>
                  <a:pt x="314980" y="67719"/>
                </a:cubicBezTo>
                <a:cubicBezTo>
                  <a:pt x="315036" y="65635"/>
                  <a:pt x="315065" y="64311"/>
                  <a:pt x="315065" y="63747"/>
                </a:cubicBezTo>
                <a:cubicBezTo>
                  <a:pt x="315065" y="57547"/>
                  <a:pt x="313622" y="53179"/>
                  <a:pt x="310737" y="50644"/>
                </a:cubicBezTo>
                <a:cubicBezTo>
                  <a:pt x="306833" y="47205"/>
                  <a:pt x="301034" y="45486"/>
                  <a:pt x="293340" y="45486"/>
                </a:cubicBezTo>
                <a:cubicBezTo>
                  <a:pt x="286155" y="45486"/>
                  <a:pt x="280851" y="46744"/>
                  <a:pt x="277429" y="49262"/>
                </a:cubicBezTo>
                <a:cubicBezTo>
                  <a:pt x="274006" y="51780"/>
                  <a:pt x="271474" y="56235"/>
                  <a:pt x="269833" y="62628"/>
                </a:cubicBezTo>
                <a:lnTo>
                  <a:pt x="254898" y="60591"/>
                </a:lnTo>
                <a:cubicBezTo>
                  <a:pt x="256256" y="54179"/>
                  <a:pt x="258490" y="49000"/>
                  <a:pt x="261602" y="45056"/>
                </a:cubicBezTo>
                <a:cubicBezTo>
                  <a:pt x="264713" y="41112"/>
                  <a:pt x="269211" y="38076"/>
                  <a:pt x="275095" y="35949"/>
                </a:cubicBezTo>
                <a:cubicBezTo>
                  <a:pt x="280979" y="33821"/>
                  <a:pt x="287796" y="32756"/>
                  <a:pt x="295546" y="32756"/>
                </a:cubicBezTo>
                <a:cubicBezTo>
                  <a:pt x="303241" y="32756"/>
                  <a:pt x="309492" y="33662"/>
                  <a:pt x="314301" y="35472"/>
                </a:cubicBezTo>
                <a:cubicBezTo>
                  <a:pt x="319110" y="37282"/>
                  <a:pt x="322645" y="39560"/>
                  <a:pt x="324908" y="42303"/>
                </a:cubicBezTo>
                <a:cubicBezTo>
                  <a:pt x="327171" y="45047"/>
                  <a:pt x="328755" y="48512"/>
                  <a:pt x="329661" y="52699"/>
                </a:cubicBezTo>
                <a:cubicBezTo>
                  <a:pt x="330170" y="55301"/>
                  <a:pt x="330424" y="59997"/>
                  <a:pt x="330424" y="66786"/>
                </a:cubicBezTo>
                <a:lnTo>
                  <a:pt x="330424" y="87153"/>
                </a:lnTo>
                <a:cubicBezTo>
                  <a:pt x="330424" y="101353"/>
                  <a:pt x="330750" y="110334"/>
                  <a:pt x="331400" y="114096"/>
                </a:cubicBezTo>
                <a:cubicBezTo>
                  <a:pt x="332051" y="117858"/>
                  <a:pt x="333338" y="121465"/>
                  <a:pt x="335262" y="124916"/>
                </a:cubicBezTo>
                <a:lnTo>
                  <a:pt x="319308" y="124916"/>
                </a:lnTo>
                <a:cubicBezTo>
                  <a:pt x="317724" y="121744"/>
                  <a:pt x="316705" y="118035"/>
                  <a:pt x="316253" y="113788"/>
                </a:cubicBezTo>
                <a:moveTo>
                  <a:pt x="314980" y="79600"/>
                </a:moveTo>
                <a:cubicBezTo>
                  <a:pt x="309435" y="81882"/>
                  <a:pt x="301119" y="83822"/>
                  <a:pt x="290030" y="85418"/>
                </a:cubicBezTo>
                <a:cubicBezTo>
                  <a:pt x="283751" y="86327"/>
                  <a:pt x="279310" y="87350"/>
                  <a:pt x="276707" y="88486"/>
                </a:cubicBezTo>
                <a:cubicBezTo>
                  <a:pt x="274105" y="89622"/>
                  <a:pt x="272096" y="91283"/>
                  <a:pt x="270682" y="93472"/>
                </a:cubicBezTo>
                <a:cubicBezTo>
                  <a:pt x="269268" y="95659"/>
                  <a:pt x="268561" y="98087"/>
                  <a:pt x="268561" y="100757"/>
                </a:cubicBezTo>
                <a:cubicBezTo>
                  <a:pt x="268561" y="104846"/>
                  <a:pt x="270102" y="108255"/>
                  <a:pt x="273185" y="110983"/>
                </a:cubicBezTo>
                <a:cubicBezTo>
                  <a:pt x="276269" y="113709"/>
                  <a:pt x="280781" y="115072"/>
                  <a:pt x="286721" y="115072"/>
                </a:cubicBezTo>
                <a:cubicBezTo>
                  <a:pt x="292605" y="115072"/>
                  <a:pt x="297838" y="113779"/>
                  <a:pt x="302420" y="111192"/>
                </a:cubicBezTo>
                <a:cubicBezTo>
                  <a:pt x="307003" y="108606"/>
                  <a:pt x="310369" y="105067"/>
                  <a:pt x="312519" y="100577"/>
                </a:cubicBezTo>
                <a:cubicBezTo>
                  <a:pt x="314159" y="97108"/>
                  <a:pt x="314980" y="91991"/>
                  <a:pt x="314980" y="85227"/>
                </a:cubicBezTo>
                <a:lnTo>
                  <a:pt x="314980" y="79600"/>
                </a:lnTo>
                <a:close/>
                <a:moveTo>
                  <a:pt x="343891" y="124916"/>
                </a:moveTo>
                <a:lnTo>
                  <a:pt x="376817" y="78072"/>
                </a:lnTo>
                <a:lnTo>
                  <a:pt x="346352" y="34793"/>
                </a:lnTo>
                <a:lnTo>
                  <a:pt x="365446" y="34793"/>
                </a:lnTo>
                <a:lnTo>
                  <a:pt x="379278" y="55924"/>
                </a:lnTo>
                <a:cubicBezTo>
                  <a:pt x="381881" y="59940"/>
                  <a:pt x="383974" y="63307"/>
                  <a:pt x="385558" y="66022"/>
                </a:cubicBezTo>
                <a:cubicBezTo>
                  <a:pt x="388047" y="62288"/>
                  <a:pt x="390338" y="58979"/>
                  <a:pt x="392432" y="56093"/>
                </a:cubicBezTo>
                <a:lnTo>
                  <a:pt x="407622" y="34793"/>
                </a:lnTo>
                <a:lnTo>
                  <a:pt x="425867" y="34793"/>
                </a:lnTo>
                <a:lnTo>
                  <a:pt x="394723" y="77224"/>
                </a:lnTo>
                <a:lnTo>
                  <a:pt x="428243" y="124916"/>
                </a:lnTo>
                <a:lnTo>
                  <a:pt x="409489" y="124916"/>
                </a:lnTo>
                <a:lnTo>
                  <a:pt x="390989" y="96912"/>
                </a:lnTo>
                <a:lnTo>
                  <a:pt x="386067" y="89359"/>
                </a:lnTo>
                <a:lnTo>
                  <a:pt x="362391" y="124916"/>
                </a:lnTo>
                <a:lnTo>
                  <a:pt x="343891" y="124916"/>
                </a:lnTo>
                <a:close/>
                <a:moveTo>
                  <a:pt x="487336" y="70435"/>
                </a:moveTo>
                <a:lnTo>
                  <a:pt x="487336" y="56178"/>
                </a:lnTo>
                <a:lnTo>
                  <a:pt x="569736" y="21385"/>
                </a:lnTo>
                <a:lnTo>
                  <a:pt x="569736" y="36660"/>
                </a:lnTo>
                <a:lnTo>
                  <a:pt x="504393" y="63391"/>
                </a:lnTo>
                <a:lnTo>
                  <a:pt x="569736" y="90462"/>
                </a:lnTo>
                <a:lnTo>
                  <a:pt x="569736" y="105737"/>
                </a:lnTo>
                <a:lnTo>
                  <a:pt x="487336" y="70435"/>
                </a:lnTo>
                <a:close/>
                <a:moveTo>
                  <a:pt x="584844" y="87577"/>
                </a:moveTo>
                <a:lnTo>
                  <a:pt x="584844" y="72132"/>
                </a:lnTo>
                <a:lnTo>
                  <a:pt x="631772" y="72132"/>
                </a:lnTo>
                <a:lnTo>
                  <a:pt x="631772" y="87577"/>
                </a:lnTo>
                <a:lnTo>
                  <a:pt x="584844" y="87577"/>
                </a:lnTo>
                <a:close/>
                <a:moveTo>
                  <a:pt x="734483" y="124916"/>
                </a:moveTo>
                <a:lnTo>
                  <a:pt x="686282" y="509"/>
                </a:lnTo>
                <a:lnTo>
                  <a:pt x="704103" y="509"/>
                </a:lnTo>
                <a:lnTo>
                  <a:pt x="736435" y="90886"/>
                </a:lnTo>
                <a:cubicBezTo>
                  <a:pt x="739037" y="98128"/>
                  <a:pt x="741215" y="104917"/>
                  <a:pt x="742969" y="111253"/>
                </a:cubicBezTo>
                <a:cubicBezTo>
                  <a:pt x="744893" y="104464"/>
                  <a:pt x="747127" y="97675"/>
                  <a:pt x="749673" y="90886"/>
                </a:cubicBezTo>
                <a:lnTo>
                  <a:pt x="783278" y="509"/>
                </a:lnTo>
                <a:lnTo>
                  <a:pt x="800081" y="509"/>
                </a:lnTo>
                <a:lnTo>
                  <a:pt x="751370" y="124916"/>
                </a:lnTo>
                <a:lnTo>
                  <a:pt x="734483" y="12491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A">
            <a:extLst xmlns:a="http://schemas.openxmlformats.org/drawingml/2006/main">
              <a:ext uri="{FF2B5EF4-FFF2-40B4-BE49-F238E27FC236}">
                <a16:creationId xmlns:a16="http://schemas.microsoft.com/office/drawing/2014/main" id="{FBC3D5F6-E4AF-4273-94A1-9195B544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914" y="770135"/>
            <a:ext cx="116430" cy="124407"/>
          </a:xfrm>
          <a:custGeom xmlns:a="http://schemas.openxmlformats.org/drawingml/2006/main">
            <a:pathLst>
              <a:path w="116430" h="124407">
                <a:moveTo>
                  <a:pt x="0" y="124407"/>
                </a:moveTo>
                <a:lnTo>
                  <a:pt x="47777" y="0"/>
                </a:lnTo>
                <a:lnTo>
                  <a:pt x="65513" y="0"/>
                </a:lnTo>
                <a:lnTo>
                  <a:pt x="116430" y="124407"/>
                </a:lnTo>
                <a:lnTo>
                  <a:pt x="97675" y="124407"/>
                </a:lnTo>
                <a:lnTo>
                  <a:pt x="83164" y="86898"/>
                </a:lnTo>
                <a:lnTo>
                  <a:pt x="31144" y="86898"/>
                </a:lnTo>
                <a:lnTo>
                  <a:pt x="17481" y="124407"/>
                </a:lnTo>
                <a:lnTo>
                  <a:pt x="0" y="124407"/>
                </a:lnTo>
                <a:moveTo>
                  <a:pt x="35896" y="73320"/>
                </a:moveTo>
                <a:lnTo>
                  <a:pt x="78072" y="73320"/>
                </a:lnTo>
                <a:lnTo>
                  <a:pt x="65089" y="38866"/>
                </a:lnTo>
                <a:cubicBezTo>
                  <a:pt x="61128" y="28400"/>
                  <a:pt x="58187" y="19801"/>
                  <a:pt x="56263" y="13069"/>
                </a:cubicBezTo>
                <a:cubicBezTo>
                  <a:pt x="54679" y="21046"/>
                  <a:pt x="52444" y="28966"/>
                  <a:pt x="49559" y="36830"/>
                </a:cubicBezTo>
                <a:lnTo>
                  <a:pt x="35896" y="7332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3.r14&lt;-V">
            <a:extLst xmlns:a="http://schemas.openxmlformats.org/drawingml/2006/main">
              <a:ext uri="{FF2B5EF4-FFF2-40B4-BE49-F238E27FC236}">
                <a16:creationId xmlns:a16="http://schemas.microsoft.com/office/drawing/2014/main" id="{86CB56EC-C16D-4C43-9EAF-76C95FF7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873" y="970160"/>
            <a:ext cx="807663" cy="126953"/>
          </a:xfrm>
          <a:custGeom xmlns:a="http://schemas.openxmlformats.org/drawingml/2006/main">
            <a:pathLst>
              <a:path w="807663" h="126953">
                <a:moveTo>
                  <a:pt x="0" y="91820"/>
                </a:moveTo>
                <a:lnTo>
                  <a:pt x="15275" y="89783"/>
                </a:lnTo>
                <a:cubicBezTo>
                  <a:pt x="17029" y="98439"/>
                  <a:pt x="20013" y="104676"/>
                  <a:pt x="24228" y="108495"/>
                </a:cubicBezTo>
                <a:cubicBezTo>
                  <a:pt x="28443" y="112314"/>
                  <a:pt x="33577" y="114223"/>
                  <a:pt x="39630" y="114223"/>
                </a:cubicBezTo>
                <a:cubicBezTo>
                  <a:pt x="46815" y="114223"/>
                  <a:pt x="52883" y="111738"/>
                  <a:pt x="57833" y="106769"/>
                </a:cubicBezTo>
                <a:cubicBezTo>
                  <a:pt x="62783" y="101799"/>
                  <a:pt x="65258" y="95643"/>
                  <a:pt x="65258" y="88301"/>
                </a:cubicBezTo>
                <a:cubicBezTo>
                  <a:pt x="65258" y="81296"/>
                  <a:pt x="62967" y="75521"/>
                  <a:pt x="58385" y="70976"/>
                </a:cubicBezTo>
                <a:cubicBezTo>
                  <a:pt x="53802" y="66429"/>
                  <a:pt x="47975" y="64155"/>
                  <a:pt x="40903" y="64155"/>
                </a:cubicBezTo>
                <a:cubicBezTo>
                  <a:pt x="38018" y="64155"/>
                  <a:pt x="34425" y="64721"/>
                  <a:pt x="30126" y="65852"/>
                </a:cubicBezTo>
                <a:lnTo>
                  <a:pt x="31823" y="52444"/>
                </a:lnTo>
                <a:cubicBezTo>
                  <a:pt x="32841" y="52557"/>
                  <a:pt x="33662" y="52614"/>
                  <a:pt x="34284" y="52614"/>
                </a:cubicBezTo>
                <a:cubicBezTo>
                  <a:pt x="40790" y="52614"/>
                  <a:pt x="46645" y="50931"/>
                  <a:pt x="51850" y="47565"/>
                </a:cubicBezTo>
                <a:cubicBezTo>
                  <a:pt x="57055" y="44199"/>
                  <a:pt x="59658" y="39010"/>
                  <a:pt x="59658" y="31998"/>
                </a:cubicBezTo>
                <a:cubicBezTo>
                  <a:pt x="59658" y="26445"/>
                  <a:pt x="57762" y="21846"/>
                  <a:pt x="53972" y="18200"/>
                </a:cubicBezTo>
                <a:cubicBezTo>
                  <a:pt x="50181" y="14553"/>
                  <a:pt x="45288" y="12729"/>
                  <a:pt x="39291" y="12729"/>
                </a:cubicBezTo>
                <a:cubicBezTo>
                  <a:pt x="33350" y="12729"/>
                  <a:pt x="28400" y="14596"/>
                  <a:pt x="24440" y="18330"/>
                </a:cubicBezTo>
                <a:cubicBezTo>
                  <a:pt x="20480" y="22064"/>
                  <a:pt x="17934" y="27665"/>
                  <a:pt x="16803" y="35133"/>
                </a:cubicBezTo>
                <a:lnTo>
                  <a:pt x="1528" y="32417"/>
                </a:lnTo>
                <a:cubicBezTo>
                  <a:pt x="3394" y="22124"/>
                  <a:pt x="7638" y="14148"/>
                  <a:pt x="14257" y="8489"/>
                </a:cubicBezTo>
                <a:cubicBezTo>
                  <a:pt x="20876" y="2830"/>
                  <a:pt x="29107" y="0"/>
                  <a:pt x="38951" y="0"/>
                </a:cubicBezTo>
                <a:cubicBezTo>
                  <a:pt x="45740" y="0"/>
                  <a:pt x="51992" y="1452"/>
                  <a:pt x="57706" y="4357"/>
                </a:cubicBezTo>
                <a:cubicBezTo>
                  <a:pt x="63420" y="7262"/>
                  <a:pt x="67790" y="11225"/>
                  <a:pt x="70817" y="16246"/>
                </a:cubicBezTo>
                <a:cubicBezTo>
                  <a:pt x="73843" y="21265"/>
                  <a:pt x="75357" y="26595"/>
                  <a:pt x="75357" y="32237"/>
                </a:cubicBezTo>
                <a:cubicBezTo>
                  <a:pt x="75357" y="37595"/>
                  <a:pt x="73914" y="42475"/>
                  <a:pt x="71029" y="46875"/>
                </a:cubicBezTo>
                <a:cubicBezTo>
                  <a:pt x="68144" y="51274"/>
                  <a:pt x="63872" y="54771"/>
                  <a:pt x="58215" y="57366"/>
                </a:cubicBezTo>
                <a:cubicBezTo>
                  <a:pt x="65570" y="59063"/>
                  <a:pt x="71284" y="62585"/>
                  <a:pt x="75357" y="67931"/>
                </a:cubicBezTo>
                <a:cubicBezTo>
                  <a:pt x="79430" y="73278"/>
                  <a:pt x="81467" y="79968"/>
                  <a:pt x="81467" y="88001"/>
                </a:cubicBezTo>
                <a:cubicBezTo>
                  <a:pt x="81467" y="98863"/>
                  <a:pt x="77507" y="108071"/>
                  <a:pt x="69586" y="115624"/>
                </a:cubicBezTo>
                <a:cubicBezTo>
                  <a:pt x="61666" y="123176"/>
                  <a:pt x="51652" y="126953"/>
                  <a:pt x="39545" y="126953"/>
                </a:cubicBezTo>
                <a:cubicBezTo>
                  <a:pt x="28627" y="126953"/>
                  <a:pt x="19561" y="123692"/>
                  <a:pt x="12347" y="117170"/>
                </a:cubicBezTo>
                <a:cubicBezTo>
                  <a:pt x="5134" y="110648"/>
                  <a:pt x="1018" y="102198"/>
                  <a:pt x="0" y="91820"/>
                </a:cubicBezTo>
                <a:close/>
                <a:moveTo>
                  <a:pt x="105117" y="124916"/>
                </a:moveTo>
                <a:lnTo>
                  <a:pt x="105117" y="107434"/>
                </a:lnTo>
                <a:lnTo>
                  <a:pt x="122514" y="107434"/>
                </a:lnTo>
                <a:lnTo>
                  <a:pt x="122514" y="124916"/>
                </a:lnTo>
                <a:lnTo>
                  <a:pt x="105117" y="124916"/>
                </a:lnTo>
                <a:close/>
                <a:moveTo>
                  <a:pt x="197250" y="124916"/>
                </a:moveTo>
                <a:lnTo>
                  <a:pt x="197250" y="34793"/>
                </a:lnTo>
                <a:lnTo>
                  <a:pt x="210997" y="34793"/>
                </a:lnTo>
                <a:lnTo>
                  <a:pt x="210997" y="48371"/>
                </a:lnTo>
                <a:cubicBezTo>
                  <a:pt x="214505" y="42013"/>
                  <a:pt x="217744" y="37822"/>
                  <a:pt x="220714" y="35796"/>
                </a:cubicBezTo>
                <a:cubicBezTo>
                  <a:pt x="223684" y="33769"/>
                  <a:pt x="226951" y="32756"/>
                  <a:pt x="230515" y="32756"/>
                </a:cubicBezTo>
                <a:cubicBezTo>
                  <a:pt x="235664" y="32756"/>
                  <a:pt x="240897" y="34390"/>
                  <a:pt x="246215" y="37657"/>
                </a:cubicBezTo>
                <a:lnTo>
                  <a:pt x="240953" y="51765"/>
                </a:lnTo>
                <a:cubicBezTo>
                  <a:pt x="237219" y="49559"/>
                  <a:pt x="233486" y="48456"/>
                  <a:pt x="229752" y="48456"/>
                </a:cubicBezTo>
                <a:cubicBezTo>
                  <a:pt x="226414" y="48456"/>
                  <a:pt x="223415" y="49462"/>
                  <a:pt x="220756" y="51474"/>
                </a:cubicBezTo>
                <a:cubicBezTo>
                  <a:pt x="218097" y="53484"/>
                  <a:pt x="216202" y="56273"/>
                  <a:pt x="215071" y="59840"/>
                </a:cubicBezTo>
                <a:cubicBezTo>
                  <a:pt x="213373" y="65277"/>
                  <a:pt x="212525" y="71223"/>
                  <a:pt x="212525" y="77680"/>
                </a:cubicBezTo>
                <a:lnTo>
                  <a:pt x="212525" y="124916"/>
                </a:lnTo>
                <a:lnTo>
                  <a:pt x="197250" y="124916"/>
                </a:lnTo>
                <a:close/>
                <a:moveTo>
                  <a:pt x="308587" y="124916"/>
                </a:moveTo>
                <a:lnTo>
                  <a:pt x="293312" y="124916"/>
                </a:lnTo>
                <a:lnTo>
                  <a:pt x="293312" y="27580"/>
                </a:lnTo>
                <a:cubicBezTo>
                  <a:pt x="289634" y="31088"/>
                  <a:pt x="284811" y="34595"/>
                  <a:pt x="278843" y="38103"/>
                </a:cubicBezTo>
                <a:cubicBezTo>
                  <a:pt x="272874" y="41610"/>
                  <a:pt x="267514" y="44241"/>
                  <a:pt x="262762" y="45995"/>
                </a:cubicBezTo>
                <a:lnTo>
                  <a:pt x="262762" y="31229"/>
                </a:lnTo>
                <a:cubicBezTo>
                  <a:pt x="271304" y="27212"/>
                  <a:pt x="278772" y="22347"/>
                  <a:pt x="285165" y="16633"/>
                </a:cubicBezTo>
                <a:cubicBezTo>
                  <a:pt x="291558" y="10919"/>
                  <a:pt x="296084" y="5375"/>
                  <a:pt x="298743" y="0"/>
                </a:cubicBezTo>
                <a:lnTo>
                  <a:pt x="308587" y="0"/>
                </a:lnTo>
                <a:lnTo>
                  <a:pt x="308587" y="124916"/>
                </a:lnTo>
                <a:close/>
                <a:moveTo>
                  <a:pt x="396646" y="124916"/>
                </a:moveTo>
                <a:lnTo>
                  <a:pt x="396646" y="95130"/>
                </a:lnTo>
                <a:lnTo>
                  <a:pt x="342675" y="95130"/>
                </a:lnTo>
                <a:lnTo>
                  <a:pt x="342675" y="81127"/>
                </a:lnTo>
                <a:lnTo>
                  <a:pt x="399447" y="509"/>
                </a:lnTo>
                <a:lnTo>
                  <a:pt x="411921" y="509"/>
                </a:lnTo>
                <a:lnTo>
                  <a:pt x="411921" y="81127"/>
                </a:lnTo>
                <a:lnTo>
                  <a:pt x="428724" y="81127"/>
                </a:lnTo>
                <a:lnTo>
                  <a:pt x="428724" y="95130"/>
                </a:lnTo>
                <a:lnTo>
                  <a:pt x="411921" y="95130"/>
                </a:lnTo>
                <a:lnTo>
                  <a:pt x="411921" y="124916"/>
                </a:lnTo>
                <a:lnTo>
                  <a:pt x="396646" y="124916"/>
                </a:lnTo>
                <a:moveTo>
                  <a:pt x="396646" y="81127"/>
                </a:moveTo>
                <a:lnTo>
                  <a:pt x="396646" y="25034"/>
                </a:lnTo>
                <a:lnTo>
                  <a:pt x="357695" y="81127"/>
                </a:lnTo>
                <a:lnTo>
                  <a:pt x="396646" y="81127"/>
                </a:lnTo>
                <a:close/>
                <a:moveTo>
                  <a:pt x="494919" y="70435"/>
                </a:moveTo>
                <a:lnTo>
                  <a:pt x="494919" y="56178"/>
                </a:lnTo>
                <a:lnTo>
                  <a:pt x="577320" y="21385"/>
                </a:lnTo>
                <a:lnTo>
                  <a:pt x="577320" y="36660"/>
                </a:lnTo>
                <a:lnTo>
                  <a:pt x="511977" y="63391"/>
                </a:lnTo>
                <a:lnTo>
                  <a:pt x="577320" y="90462"/>
                </a:lnTo>
                <a:lnTo>
                  <a:pt x="577320" y="105737"/>
                </a:lnTo>
                <a:lnTo>
                  <a:pt x="494919" y="70435"/>
                </a:lnTo>
                <a:close/>
                <a:moveTo>
                  <a:pt x="592428" y="87577"/>
                </a:moveTo>
                <a:lnTo>
                  <a:pt x="592428" y="72132"/>
                </a:lnTo>
                <a:lnTo>
                  <a:pt x="639356" y="72132"/>
                </a:lnTo>
                <a:lnTo>
                  <a:pt x="639356" y="87577"/>
                </a:lnTo>
                <a:lnTo>
                  <a:pt x="592428" y="87577"/>
                </a:lnTo>
                <a:close/>
                <a:moveTo>
                  <a:pt x="742065" y="124916"/>
                </a:moveTo>
                <a:lnTo>
                  <a:pt x="693864" y="509"/>
                </a:lnTo>
                <a:lnTo>
                  <a:pt x="711685" y="509"/>
                </a:lnTo>
                <a:lnTo>
                  <a:pt x="744017" y="90886"/>
                </a:lnTo>
                <a:cubicBezTo>
                  <a:pt x="746620" y="98128"/>
                  <a:pt x="748798" y="104917"/>
                  <a:pt x="750551" y="111253"/>
                </a:cubicBezTo>
                <a:cubicBezTo>
                  <a:pt x="752475" y="104464"/>
                  <a:pt x="754710" y="97675"/>
                  <a:pt x="757255" y="90886"/>
                </a:cubicBezTo>
                <a:lnTo>
                  <a:pt x="790861" y="509"/>
                </a:lnTo>
                <a:lnTo>
                  <a:pt x="807663" y="509"/>
                </a:lnTo>
                <a:lnTo>
                  <a:pt x="758953" y="124916"/>
                </a:lnTo>
                <a:lnTo>
                  <a:pt x="742065" y="12491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A">
            <a:extLst xmlns:a="http://schemas.openxmlformats.org/drawingml/2006/main">
              <a:ext uri="{FF2B5EF4-FFF2-40B4-BE49-F238E27FC236}">
                <a16:creationId xmlns:a16="http://schemas.microsoft.com/office/drawing/2014/main" id="{87663B6B-1CF5-4170-B380-42827A9F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674" y="970669"/>
            <a:ext cx="116430" cy="124407"/>
          </a:xfrm>
          <a:custGeom xmlns:a="http://schemas.openxmlformats.org/drawingml/2006/main">
            <a:pathLst>
              <a:path w="116430" h="124407">
                <a:moveTo>
                  <a:pt x="0" y="124407"/>
                </a:moveTo>
                <a:lnTo>
                  <a:pt x="47777" y="0"/>
                </a:lnTo>
                <a:lnTo>
                  <a:pt x="65513" y="0"/>
                </a:lnTo>
                <a:lnTo>
                  <a:pt x="116430" y="124407"/>
                </a:lnTo>
                <a:lnTo>
                  <a:pt x="97675" y="124407"/>
                </a:lnTo>
                <a:lnTo>
                  <a:pt x="83164" y="86898"/>
                </a:lnTo>
                <a:lnTo>
                  <a:pt x="31144" y="86898"/>
                </a:lnTo>
                <a:lnTo>
                  <a:pt x="17481" y="124407"/>
                </a:lnTo>
                <a:lnTo>
                  <a:pt x="0" y="124407"/>
                </a:lnTo>
                <a:moveTo>
                  <a:pt x="35896" y="73320"/>
                </a:moveTo>
                <a:lnTo>
                  <a:pt x="78072" y="73320"/>
                </a:lnTo>
                <a:lnTo>
                  <a:pt x="65089" y="38866"/>
                </a:lnTo>
                <a:cubicBezTo>
                  <a:pt x="61128" y="28400"/>
                  <a:pt x="58187" y="19801"/>
                  <a:pt x="56263" y="13069"/>
                </a:cubicBezTo>
                <a:cubicBezTo>
                  <a:pt x="54679" y="21046"/>
                  <a:pt x="52444" y="28966"/>
                  <a:pt x="49559" y="36830"/>
                </a:cubicBezTo>
                <a:lnTo>
                  <a:pt x="35896" y="7332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4.-">
            <a:extLst xmlns:a="http://schemas.openxmlformats.org/drawingml/2006/main">
              <a:ext uri="{FF2B5EF4-FFF2-40B4-BE49-F238E27FC236}">
                <a16:creationId xmlns:a16="http://schemas.microsoft.com/office/drawing/2014/main" id="{F7606FF8-68DD-4416-B5D2-4D4F263F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82" y="1184572"/>
            <a:ext cx="243499" cy="124407"/>
          </a:xfrm>
          <a:custGeom xmlns:a="http://schemas.openxmlformats.org/drawingml/2006/main">
            <a:pathLst>
              <a:path w="243499" h="124407">
                <a:moveTo>
                  <a:pt x="53972" y="124407"/>
                </a:moveTo>
                <a:lnTo>
                  <a:pt x="53972" y="94620"/>
                </a:lnTo>
                <a:lnTo>
                  <a:pt x="0" y="94620"/>
                </a:lnTo>
                <a:lnTo>
                  <a:pt x="0" y="80618"/>
                </a:lnTo>
                <a:lnTo>
                  <a:pt x="56772" y="0"/>
                </a:lnTo>
                <a:lnTo>
                  <a:pt x="69247" y="0"/>
                </a:lnTo>
                <a:lnTo>
                  <a:pt x="69247" y="80618"/>
                </a:lnTo>
                <a:lnTo>
                  <a:pt x="86049" y="80618"/>
                </a:lnTo>
                <a:lnTo>
                  <a:pt x="86049" y="94620"/>
                </a:lnTo>
                <a:lnTo>
                  <a:pt x="69247" y="94620"/>
                </a:lnTo>
                <a:lnTo>
                  <a:pt x="69247" y="124407"/>
                </a:lnTo>
                <a:lnTo>
                  <a:pt x="53972" y="124407"/>
                </a:lnTo>
                <a:moveTo>
                  <a:pt x="53972" y="80618"/>
                </a:moveTo>
                <a:lnTo>
                  <a:pt x="53972" y="24525"/>
                </a:lnTo>
                <a:lnTo>
                  <a:pt x="15020" y="80618"/>
                </a:lnTo>
                <a:lnTo>
                  <a:pt x="53972" y="80618"/>
                </a:lnTo>
                <a:close/>
                <a:moveTo>
                  <a:pt x="110209" y="124407"/>
                </a:moveTo>
                <a:lnTo>
                  <a:pt x="110209" y="106925"/>
                </a:lnTo>
                <a:lnTo>
                  <a:pt x="127606" y="106925"/>
                </a:lnTo>
                <a:lnTo>
                  <a:pt x="127606" y="124407"/>
                </a:lnTo>
                <a:lnTo>
                  <a:pt x="110209" y="124407"/>
                </a:lnTo>
                <a:close/>
                <a:moveTo>
                  <a:pt x="196571" y="87068"/>
                </a:moveTo>
                <a:lnTo>
                  <a:pt x="196571" y="71623"/>
                </a:lnTo>
                <a:lnTo>
                  <a:pt x="243499" y="71623"/>
                </a:lnTo>
                <a:lnTo>
                  <a:pt x="243499" y="87068"/>
                </a:lnTo>
                <a:lnTo>
                  <a:pt x="196571" y="8706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5.rax&lt;-V">
            <a:extLst xmlns:a="http://schemas.openxmlformats.org/drawingml/2006/main">
              <a:ext uri="{FF2B5EF4-FFF2-40B4-BE49-F238E27FC236}">
                <a16:creationId xmlns:a16="http://schemas.microsoft.com/office/drawing/2014/main" id="{17DFDCB5-BE49-4835-B2B2-4B4E1CAD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789" y="1385106"/>
            <a:ext cx="798016" cy="126443"/>
          </a:xfrm>
          <a:custGeom xmlns:a="http://schemas.openxmlformats.org/drawingml/2006/main">
            <a:pathLst>
              <a:path w="798016" h="126443">
                <a:moveTo>
                  <a:pt x="0" y="91650"/>
                </a:moveTo>
                <a:lnTo>
                  <a:pt x="16039" y="90292"/>
                </a:lnTo>
                <a:cubicBezTo>
                  <a:pt x="17227" y="98073"/>
                  <a:pt x="19985" y="103922"/>
                  <a:pt x="24313" y="107840"/>
                </a:cubicBezTo>
                <a:cubicBezTo>
                  <a:pt x="28641" y="111756"/>
                  <a:pt x="33860" y="113714"/>
                  <a:pt x="39970" y="113714"/>
                </a:cubicBezTo>
                <a:cubicBezTo>
                  <a:pt x="47324" y="113714"/>
                  <a:pt x="53547" y="110946"/>
                  <a:pt x="58639" y="105411"/>
                </a:cubicBezTo>
                <a:cubicBezTo>
                  <a:pt x="63731" y="99874"/>
                  <a:pt x="66277" y="92530"/>
                  <a:pt x="66277" y="83379"/>
                </a:cubicBezTo>
                <a:cubicBezTo>
                  <a:pt x="66277" y="74679"/>
                  <a:pt x="63830" y="67815"/>
                  <a:pt x="58936" y="62787"/>
                </a:cubicBezTo>
                <a:cubicBezTo>
                  <a:pt x="54043" y="57759"/>
                  <a:pt x="47635" y="55245"/>
                  <a:pt x="39715" y="55245"/>
                </a:cubicBezTo>
                <a:cubicBezTo>
                  <a:pt x="34793" y="55245"/>
                  <a:pt x="30352" y="56354"/>
                  <a:pt x="26392" y="58573"/>
                </a:cubicBezTo>
                <a:cubicBezTo>
                  <a:pt x="22432" y="60792"/>
                  <a:pt x="19320" y="63671"/>
                  <a:pt x="17057" y="67210"/>
                </a:cubicBezTo>
                <a:lnTo>
                  <a:pt x="2716" y="65343"/>
                </a:lnTo>
                <a:lnTo>
                  <a:pt x="14766" y="1527"/>
                </a:lnTo>
                <a:lnTo>
                  <a:pt x="76630" y="1527"/>
                </a:lnTo>
                <a:lnTo>
                  <a:pt x="76630" y="15954"/>
                </a:lnTo>
                <a:lnTo>
                  <a:pt x="26986" y="15954"/>
                </a:lnTo>
                <a:lnTo>
                  <a:pt x="20282" y="49474"/>
                </a:lnTo>
                <a:cubicBezTo>
                  <a:pt x="27750" y="44326"/>
                  <a:pt x="35585" y="41752"/>
                  <a:pt x="43788" y="41752"/>
                </a:cubicBezTo>
                <a:cubicBezTo>
                  <a:pt x="54651" y="41752"/>
                  <a:pt x="63816" y="45518"/>
                  <a:pt x="71284" y="53052"/>
                </a:cubicBezTo>
                <a:cubicBezTo>
                  <a:pt x="78751" y="60583"/>
                  <a:pt x="82485" y="70266"/>
                  <a:pt x="82485" y="82101"/>
                </a:cubicBezTo>
                <a:cubicBezTo>
                  <a:pt x="82485" y="93371"/>
                  <a:pt x="79204" y="103112"/>
                  <a:pt x="72641" y="111322"/>
                </a:cubicBezTo>
                <a:cubicBezTo>
                  <a:pt x="64664" y="121403"/>
                  <a:pt x="53774" y="126443"/>
                  <a:pt x="39970" y="126443"/>
                </a:cubicBezTo>
                <a:cubicBezTo>
                  <a:pt x="28655" y="126443"/>
                  <a:pt x="19419" y="123267"/>
                  <a:pt x="12262" y="116915"/>
                </a:cubicBezTo>
                <a:cubicBezTo>
                  <a:pt x="5106" y="110563"/>
                  <a:pt x="1018" y="102141"/>
                  <a:pt x="0" y="91650"/>
                </a:cubicBezTo>
                <a:close/>
                <a:moveTo>
                  <a:pt x="105202" y="124407"/>
                </a:moveTo>
                <a:lnTo>
                  <a:pt x="105202" y="106925"/>
                </a:lnTo>
                <a:lnTo>
                  <a:pt x="122599" y="106925"/>
                </a:lnTo>
                <a:lnTo>
                  <a:pt x="122599" y="124407"/>
                </a:lnTo>
                <a:lnTo>
                  <a:pt x="105202" y="124407"/>
                </a:lnTo>
                <a:close/>
                <a:moveTo>
                  <a:pt x="197335" y="124407"/>
                </a:moveTo>
                <a:lnTo>
                  <a:pt x="197335" y="34284"/>
                </a:lnTo>
                <a:lnTo>
                  <a:pt x="211082" y="34284"/>
                </a:lnTo>
                <a:lnTo>
                  <a:pt x="211082" y="47862"/>
                </a:lnTo>
                <a:cubicBezTo>
                  <a:pt x="214590" y="41504"/>
                  <a:pt x="217829" y="37312"/>
                  <a:pt x="220799" y="35286"/>
                </a:cubicBezTo>
                <a:cubicBezTo>
                  <a:pt x="223769" y="33260"/>
                  <a:pt x="227036" y="32247"/>
                  <a:pt x="230600" y="32247"/>
                </a:cubicBezTo>
                <a:cubicBezTo>
                  <a:pt x="235749" y="32247"/>
                  <a:pt x="240982" y="33881"/>
                  <a:pt x="246300" y="37148"/>
                </a:cubicBezTo>
                <a:lnTo>
                  <a:pt x="241038" y="51256"/>
                </a:lnTo>
                <a:cubicBezTo>
                  <a:pt x="237304" y="49050"/>
                  <a:pt x="233570" y="47947"/>
                  <a:pt x="229837" y="47947"/>
                </a:cubicBezTo>
                <a:cubicBezTo>
                  <a:pt x="226499" y="47947"/>
                  <a:pt x="223500" y="48953"/>
                  <a:pt x="220841" y="50965"/>
                </a:cubicBezTo>
                <a:cubicBezTo>
                  <a:pt x="218182" y="52975"/>
                  <a:pt x="216287" y="55764"/>
                  <a:pt x="215156" y="59331"/>
                </a:cubicBezTo>
                <a:cubicBezTo>
                  <a:pt x="213458" y="64768"/>
                  <a:pt x="212610" y="70714"/>
                  <a:pt x="212610" y="77171"/>
                </a:cubicBezTo>
                <a:lnTo>
                  <a:pt x="212610" y="124407"/>
                </a:lnTo>
                <a:lnTo>
                  <a:pt x="197335" y="124407"/>
                </a:lnTo>
                <a:close/>
                <a:moveTo>
                  <a:pt x="314188" y="113279"/>
                </a:moveTo>
                <a:cubicBezTo>
                  <a:pt x="308530" y="118092"/>
                  <a:pt x="303085" y="121489"/>
                  <a:pt x="297852" y="123471"/>
                </a:cubicBezTo>
                <a:cubicBezTo>
                  <a:pt x="292619" y="125452"/>
                  <a:pt x="287004" y="126443"/>
                  <a:pt x="281007" y="126443"/>
                </a:cubicBezTo>
                <a:cubicBezTo>
                  <a:pt x="271106" y="126443"/>
                  <a:pt x="263497" y="124023"/>
                  <a:pt x="258179" y="119182"/>
                </a:cubicBezTo>
                <a:cubicBezTo>
                  <a:pt x="252861" y="114342"/>
                  <a:pt x="250202" y="108157"/>
                  <a:pt x="250202" y="100627"/>
                </a:cubicBezTo>
                <a:cubicBezTo>
                  <a:pt x="250202" y="96212"/>
                  <a:pt x="251206" y="92180"/>
                  <a:pt x="253215" y="88529"/>
                </a:cubicBezTo>
                <a:cubicBezTo>
                  <a:pt x="255223" y="84876"/>
                  <a:pt x="257854" y="81946"/>
                  <a:pt x="261107" y="79738"/>
                </a:cubicBezTo>
                <a:cubicBezTo>
                  <a:pt x="264360" y="77530"/>
                  <a:pt x="268023" y="75860"/>
                  <a:pt x="272096" y="74728"/>
                </a:cubicBezTo>
                <a:cubicBezTo>
                  <a:pt x="275095" y="73935"/>
                  <a:pt x="279621" y="73170"/>
                  <a:pt x="285674" y="72434"/>
                </a:cubicBezTo>
                <a:cubicBezTo>
                  <a:pt x="298007" y="70974"/>
                  <a:pt x="307088" y="69233"/>
                  <a:pt x="312915" y="67210"/>
                </a:cubicBezTo>
                <a:cubicBezTo>
                  <a:pt x="312971" y="65126"/>
                  <a:pt x="313000" y="63802"/>
                  <a:pt x="313000" y="63238"/>
                </a:cubicBezTo>
                <a:cubicBezTo>
                  <a:pt x="313000" y="57037"/>
                  <a:pt x="311557" y="52670"/>
                  <a:pt x="308672" y="50134"/>
                </a:cubicBezTo>
                <a:cubicBezTo>
                  <a:pt x="304768" y="46696"/>
                  <a:pt x="298969" y="44976"/>
                  <a:pt x="291275" y="44976"/>
                </a:cubicBezTo>
                <a:cubicBezTo>
                  <a:pt x="284090" y="44976"/>
                  <a:pt x="278786" y="46235"/>
                  <a:pt x="275364" y="48753"/>
                </a:cubicBezTo>
                <a:cubicBezTo>
                  <a:pt x="271941" y="51270"/>
                  <a:pt x="269409" y="55726"/>
                  <a:pt x="267768" y="62118"/>
                </a:cubicBezTo>
                <a:lnTo>
                  <a:pt x="252833" y="60082"/>
                </a:lnTo>
                <a:cubicBezTo>
                  <a:pt x="254191" y="53669"/>
                  <a:pt x="256425" y="48491"/>
                  <a:pt x="259537" y="44547"/>
                </a:cubicBezTo>
                <a:cubicBezTo>
                  <a:pt x="262649" y="40603"/>
                  <a:pt x="267146" y="37567"/>
                  <a:pt x="273030" y="35440"/>
                </a:cubicBezTo>
                <a:cubicBezTo>
                  <a:pt x="278914" y="33312"/>
                  <a:pt x="285731" y="32247"/>
                  <a:pt x="293481" y="32247"/>
                </a:cubicBezTo>
                <a:cubicBezTo>
                  <a:pt x="301176" y="32247"/>
                  <a:pt x="307427" y="33152"/>
                  <a:pt x="312236" y="34963"/>
                </a:cubicBezTo>
                <a:cubicBezTo>
                  <a:pt x="317045" y="36773"/>
                  <a:pt x="320581" y="39050"/>
                  <a:pt x="322843" y="41794"/>
                </a:cubicBezTo>
                <a:cubicBezTo>
                  <a:pt x="325106" y="44538"/>
                  <a:pt x="326691" y="48003"/>
                  <a:pt x="327596" y="52190"/>
                </a:cubicBezTo>
                <a:cubicBezTo>
                  <a:pt x="328105" y="54792"/>
                  <a:pt x="328359" y="59488"/>
                  <a:pt x="328359" y="66277"/>
                </a:cubicBezTo>
                <a:lnTo>
                  <a:pt x="328359" y="86643"/>
                </a:lnTo>
                <a:cubicBezTo>
                  <a:pt x="328359" y="100844"/>
                  <a:pt x="328685" y="109825"/>
                  <a:pt x="329335" y="113587"/>
                </a:cubicBezTo>
                <a:cubicBezTo>
                  <a:pt x="329986" y="117349"/>
                  <a:pt x="331273" y="120956"/>
                  <a:pt x="333197" y="124407"/>
                </a:cubicBezTo>
                <a:lnTo>
                  <a:pt x="317243" y="124407"/>
                </a:lnTo>
                <a:cubicBezTo>
                  <a:pt x="315659" y="121235"/>
                  <a:pt x="314640" y="117526"/>
                  <a:pt x="314188" y="113279"/>
                </a:cubicBezTo>
                <a:moveTo>
                  <a:pt x="312915" y="79091"/>
                </a:moveTo>
                <a:cubicBezTo>
                  <a:pt x="307370" y="81373"/>
                  <a:pt x="299054" y="83313"/>
                  <a:pt x="287965" y="84909"/>
                </a:cubicBezTo>
                <a:cubicBezTo>
                  <a:pt x="281686" y="85818"/>
                  <a:pt x="277245" y="86841"/>
                  <a:pt x="274642" y="87977"/>
                </a:cubicBezTo>
                <a:cubicBezTo>
                  <a:pt x="272040" y="89112"/>
                  <a:pt x="270031" y="90774"/>
                  <a:pt x="268617" y="92963"/>
                </a:cubicBezTo>
                <a:cubicBezTo>
                  <a:pt x="267203" y="95150"/>
                  <a:pt x="266496" y="97578"/>
                  <a:pt x="266496" y="100248"/>
                </a:cubicBezTo>
                <a:cubicBezTo>
                  <a:pt x="266496" y="104337"/>
                  <a:pt x="268037" y="107746"/>
                  <a:pt x="271121" y="110474"/>
                </a:cubicBezTo>
                <a:cubicBezTo>
                  <a:pt x="274204" y="113200"/>
                  <a:pt x="278716" y="114563"/>
                  <a:pt x="284656" y="114563"/>
                </a:cubicBezTo>
                <a:cubicBezTo>
                  <a:pt x="290540" y="114563"/>
                  <a:pt x="295773" y="113270"/>
                  <a:pt x="300355" y="110683"/>
                </a:cubicBezTo>
                <a:cubicBezTo>
                  <a:pt x="304938" y="108097"/>
                  <a:pt x="308304" y="104558"/>
                  <a:pt x="310454" y="100067"/>
                </a:cubicBezTo>
                <a:cubicBezTo>
                  <a:pt x="312094" y="96599"/>
                  <a:pt x="312915" y="91482"/>
                  <a:pt x="312915" y="84718"/>
                </a:cubicBezTo>
                <a:lnTo>
                  <a:pt x="312915" y="79091"/>
                </a:lnTo>
                <a:close/>
                <a:moveTo>
                  <a:pt x="341826" y="124407"/>
                </a:moveTo>
                <a:lnTo>
                  <a:pt x="374752" y="77563"/>
                </a:lnTo>
                <a:lnTo>
                  <a:pt x="344287" y="34284"/>
                </a:lnTo>
                <a:lnTo>
                  <a:pt x="363381" y="34284"/>
                </a:lnTo>
                <a:lnTo>
                  <a:pt x="377213" y="55414"/>
                </a:lnTo>
                <a:cubicBezTo>
                  <a:pt x="379816" y="59431"/>
                  <a:pt x="381909" y="62797"/>
                  <a:pt x="383493" y="65513"/>
                </a:cubicBezTo>
                <a:cubicBezTo>
                  <a:pt x="385982" y="61779"/>
                  <a:pt x="388273" y="58469"/>
                  <a:pt x="390367" y="55584"/>
                </a:cubicBezTo>
                <a:lnTo>
                  <a:pt x="405557" y="34284"/>
                </a:lnTo>
                <a:lnTo>
                  <a:pt x="423802" y="34284"/>
                </a:lnTo>
                <a:lnTo>
                  <a:pt x="392658" y="76715"/>
                </a:lnTo>
                <a:lnTo>
                  <a:pt x="426178" y="124407"/>
                </a:lnTo>
                <a:lnTo>
                  <a:pt x="407424" y="124407"/>
                </a:lnTo>
                <a:lnTo>
                  <a:pt x="388924" y="96402"/>
                </a:lnTo>
                <a:lnTo>
                  <a:pt x="384002" y="88850"/>
                </a:lnTo>
                <a:lnTo>
                  <a:pt x="360326" y="124407"/>
                </a:lnTo>
                <a:lnTo>
                  <a:pt x="341826" y="124407"/>
                </a:lnTo>
                <a:close/>
                <a:moveTo>
                  <a:pt x="485271" y="69926"/>
                </a:moveTo>
                <a:lnTo>
                  <a:pt x="485271" y="55669"/>
                </a:lnTo>
                <a:lnTo>
                  <a:pt x="567671" y="20876"/>
                </a:lnTo>
                <a:lnTo>
                  <a:pt x="567671" y="36151"/>
                </a:lnTo>
                <a:lnTo>
                  <a:pt x="502328" y="62882"/>
                </a:lnTo>
                <a:lnTo>
                  <a:pt x="567671" y="89953"/>
                </a:lnTo>
                <a:lnTo>
                  <a:pt x="567671" y="105228"/>
                </a:lnTo>
                <a:lnTo>
                  <a:pt x="485271" y="69926"/>
                </a:lnTo>
                <a:close/>
                <a:moveTo>
                  <a:pt x="582779" y="87068"/>
                </a:moveTo>
                <a:lnTo>
                  <a:pt x="582779" y="71623"/>
                </a:lnTo>
                <a:lnTo>
                  <a:pt x="629707" y="71623"/>
                </a:lnTo>
                <a:lnTo>
                  <a:pt x="629707" y="87068"/>
                </a:lnTo>
                <a:lnTo>
                  <a:pt x="582779" y="87068"/>
                </a:lnTo>
                <a:close/>
                <a:moveTo>
                  <a:pt x="732418" y="124407"/>
                </a:moveTo>
                <a:lnTo>
                  <a:pt x="684217" y="0"/>
                </a:lnTo>
                <a:lnTo>
                  <a:pt x="702038" y="0"/>
                </a:lnTo>
                <a:lnTo>
                  <a:pt x="734370" y="90377"/>
                </a:lnTo>
                <a:cubicBezTo>
                  <a:pt x="736972" y="97619"/>
                  <a:pt x="739150" y="104408"/>
                  <a:pt x="740904" y="110744"/>
                </a:cubicBezTo>
                <a:cubicBezTo>
                  <a:pt x="742828" y="103955"/>
                  <a:pt x="745062" y="97166"/>
                  <a:pt x="747608" y="90377"/>
                </a:cubicBezTo>
                <a:lnTo>
                  <a:pt x="781213" y="0"/>
                </a:lnTo>
                <a:lnTo>
                  <a:pt x="798016" y="0"/>
                </a:lnTo>
                <a:lnTo>
                  <a:pt x="749305" y="124407"/>
                </a:lnTo>
                <a:lnTo>
                  <a:pt x="732418" y="12440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A">
            <a:extLst xmlns:a="http://schemas.openxmlformats.org/drawingml/2006/main">
              <a:ext uri="{FF2B5EF4-FFF2-40B4-BE49-F238E27FC236}">
                <a16:creationId xmlns:a16="http://schemas.microsoft.com/office/drawing/2014/main" id="{B1386B3A-15FF-4D37-B0AC-E6E52555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914" y="1385106"/>
            <a:ext cx="116430" cy="124407"/>
          </a:xfrm>
          <a:custGeom xmlns:a="http://schemas.openxmlformats.org/drawingml/2006/main">
            <a:pathLst>
              <a:path w="116430" h="124407">
                <a:moveTo>
                  <a:pt x="0" y="124407"/>
                </a:moveTo>
                <a:lnTo>
                  <a:pt x="47777" y="0"/>
                </a:lnTo>
                <a:lnTo>
                  <a:pt x="65513" y="0"/>
                </a:lnTo>
                <a:lnTo>
                  <a:pt x="116430" y="124407"/>
                </a:lnTo>
                <a:lnTo>
                  <a:pt x="97675" y="124407"/>
                </a:lnTo>
                <a:lnTo>
                  <a:pt x="83164" y="86898"/>
                </a:lnTo>
                <a:lnTo>
                  <a:pt x="31144" y="86898"/>
                </a:lnTo>
                <a:lnTo>
                  <a:pt x="17481" y="124407"/>
                </a:lnTo>
                <a:lnTo>
                  <a:pt x="0" y="124407"/>
                </a:lnTo>
                <a:moveTo>
                  <a:pt x="35896" y="73320"/>
                </a:moveTo>
                <a:lnTo>
                  <a:pt x="78072" y="73320"/>
                </a:lnTo>
                <a:lnTo>
                  <a:pt x="65089" y="38866"/>
                </a:lnTo>
                <a:cubicBezTo>
                  <a:pt x="61128" y="28400"/>
                  <a:pt x="58187" y="19801"/>
                  <a:pt x="56263" y="13069"/>
                </a:cubicBezTo>
                <a:cubicBezTo>
                  <a:pt x="54679" y="21046"/>
                  <a:pt x="52444" y="28966"/>
                  <a:pt x="49559" y="36830"/>
                </a:cubicBezTo>
                <a:lnTo>
                  <a:pt x="35896" y="7332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6.buf&lt;-*V">
            <a:extLst xmlns:a="http://schemas.openxmlformats.org/drawingml/2006/main">
              <a:ext uri="{FF2B5EF4-FFF2-40B4-BE49-F238E27FC236}">
                <a16:creationId xmlns:a16="http://schemas.microsoft.com/office/drawing/2014/main" id="{BF42A2DB-3B83-4529-8A93-67CB3143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110" y="1596971"/>
            <a:ext cx="866475" cy="128480"/>
          </a:xfrm>
          <a:custGeom xmlns:a="http://schemas.openxmlformats.org/drawingml/2006/main">
            <a:pathLst>
              <a:path w="866475" h="128480">
                <a:moveTo>
                  <a:pt x="79939" y="32584"/>
                </a:moveTo>
                <a:lnTo>
                  <a:pt x="64749" y="33775"/>
                </a:lnTo>
                <a:cubicBezTo>
                  <a:pt x="63391" y="27804"/>
                  <a:pt x="61468" y="23467"/>
                  <a:pt x="58979" y="20762"/>
                </a:cubicBezTo>
                <a:cubicBezTo>
                  <a:pt x="54849" y="16425"/>
                  <a:pt x="49757" y="14257"/>
                  <a:pt x="43704" y="14257"/>
                </a:cubicBezTo>
                <a:cubicBezTo>
                  <a:pt x="38838" y="14257"/>
                  <a:pt x="34567" y="15607"/>
                  <a:pt x="30890" y="18309"/>
                </a:cubicBezTo>
                <a:cubicBezTo>
                  <a:pt x="26081" y="21797"/>
                  <a:pt x="22290" y="26890"/>
                  <a:pt x="19518" y="33587"/>
                </a:cubicBezTo>
                <a:cubicBezTo>
                  <a:pt x="16746" y="40283"/>
                  <a:pt x="15303" y="49822"/>
                  <a:pt x="15190" y="62203"/>
                </a:cubicBezTo>
                <a:cubicBezTo>
                  <a:pt x="18868" y="56603"/>
                  <a:pt x="23365" y="52444"/>
                  <a:pt x="28683" y="49729"/>
                </a:cubicBezTo>
                <a:cubicBezTo>
                  <a:pt x="34001" y="47013"/>
                  <a:pt x="39574" y="45655"/>
                  <a:pt x="45401" y="45655"/>
                </a:cubicBezTo>
                <a:cubicBezTo>
                  <a:pt x="55584" y="45655"/>
                  <a:pt x="64254" y="49403"/>
                  <a:pt x="71411" y="56900"/>
                </a:cubicBezTo>
                <a:cubicBezTo>
                  <a:pt x="78567" y="64396"/>
                  <a:pt x="82146" y="74084"/>
                  <a:pt x="82146" y="85965"/>
                </a:cubicBezTo>
                <a:cubicBezTo>
                  <a:pt x="82146" y="93772"/>
                  <a:pt x="80463" y="101027"/>
                  <a:pt x="77097" y="107731"/>
                </a:cubicBezTo>
                <a:cubicBezTo>
                  <a:pt x="73730" y="114435"/>
                  <a:pt x="69105" y="119570"/>
                  <a:pt x="63222" y="123134"/>
                </a:cubicBezTo>
                <a:cubicBezTo>
                  <a:pt x="57338" y="126698"/>
                  <a:pt x="50662" y="128480"/>
                  <a:pt x="43194" y="128480"/>
                </a:cubicBezTo>
                <a:cubicBezTo>
                  <a:pt x="30465" y="128480"/>
                  <a:pt x="20084" y="123802"/>
                  <a:pt x="12050" y="114446"/>
                </a:cubicBezTo>
                <a:cubicBezTo>
                  <a:pt x="4017" y="105088"/>
                  <a:pt x="0" y="89667"/>
                  <a:pt x="0" y="68183"/>
                </a:cubicBezTo>
                <a:cubicBezTo>
                  <a:pt x="0" y="44155"/>
                  <a:pt x="4441" y="26685"/>
                  <a:pt x="13323" y="15774"/>
                </a:cubicBezTo>
                <a:cubicBezTo>
                  <a:pt x="21074" y="6276"/>
                  <a:pt x="31512" y="1528"/>
                  <a:pt x="44637" y="1528"/>
                </a:cubicBezTo>
                <a:cubicBezTo>
                  <a:pt x="54424" y="1528"/>
                  <a:pt x="62444" y="4278"/>
                  <a:pt x="68695" y="9780"/>
                </a:cubicBezTo>
                <a:cubicBezTo>
                  <a:pt x="74947" y="15282"/>
                  <a:pt x="78695" y="22883"/>
                  <a:pt x="79939" y="32584"/>
                </a:cubicBezTo>
                <a:moveTo>
                  <a:pt x="17566" y="85970"/>
                </a:moveTo>
                <a:cubicBezTo>
                  <a:pt x="17566" y="91215"/>
                  <a:pt x="18684" y="96235"/>
                  <a:pt x="20918" y="101030"/>
                </a:cubicBezTo>
                <a:cubicBezTo>
                  <a:pt x="23153" y="105825"/>
                  <a:pt x="26279" y="109477"/>
                  <a:pt x="30295" y="111988"/>
                </a:cubicBezTo>
                <a:cubicBezTo>
                  <a:pt x="34312" y="114496"/>
                  <a:pt x="38527" y="115751"/>
                  <a:pt x="42940" y="115751"/>
                </a:cubicBezTo>
                <a:cubicBezTo>
                  <a:pt x="49389" y="115751"/>
                  <a:pt x="54934" y="113156"/>
                  <a:pt x="59573" y="107967"/>
                </a:cubicBezTo>
                <a:cubicBezTo>
                  <a:pt x="64212" y="102779"/>
                  <a:pt x="66531" y="95728"/>
                  <a:pt x="66531" y="86816"/>
                </a:cubicBezTo>
                <a:cubicBezTo>
                  <a:pt x="66531" y="78241"/>
                  <a:pt x="64240" y="71487"/>
                  <a:pt x="59658" y="66552"/>
                </a:cubicBezTo>
                <a:cubicBezTo>
                  <a:pt x="55075" y="61616"/>
                  <a:pt x="49304" y="59148"/>
                  <a:pt x="42346" y="59148"/>
                </a:cubicBezTo>
                <a:cubicBezTo>
                  <a:pt x="35444" y="59148"/>
                  <a:pt x="29588" y="61616"/>
                  <a:pt x="24780" y="66552"/>
                </a:cubicBezTo>
                <a:cubicBezTo>
                  <a:pt x="19971" y="71487"/>
                  <a:pt x="17566" y="77959"/>
                  <a:pt x="17566" y="85970"/>
                </a:cubicBezTo>
                <a:close/>
                <a:moveTo>
                  <a:pt x="105881" y="126443"/>
                </a:moveTo>
                <a:lnTo>
                  <a:pt x="105881" y="108962"/>
                </a:lnTo>
                <a:lnTo>
                  <a:pt x="123278" y="108962"/>
                </a:lnTo>
                <a:lnTo>
                  <a:pt x="123278" y="126443"/>
                </a:lnTo>
                <a:lnTo>
                  <a:pt x="105881" y="126443"/>
                </a:lnTo>
                <a:close/>
                <a:moveTo>
                  <a:pt x="212270" y="126443"/>
                </a:moveTo>
                <a:lnTo>
                  <a:pt x="198098" y="126443"/>
                </a:lnTo>
                <a:lnTo>
                  <a:pt x="198098" y="2037"/>
                </a:lnTo>
                <a:lnTo>
                  <a:pt x="213373" y="2037"/>
                </a:lnTo>
                <a:lnTo>
                  <a:pt x="213373" y="46584"/>
                </a:lnTo>
                <a:cubicBezTo>
                  <a:pt x="219823" y="38384"/>
                  <a:pt x="228054" y="34284"/>
                  <a:pt x="238068" y="34284"/>
                </a:cubicBezTo>
                <a:cubicBezTo>
                  <a:pt x="243612" y="34284"/>
                  <a:pt x="248860" y="35401"/>
                  <a:pt x="253810" y="37636"/>
                </a:cubicBezTo>
                <a:cubicBezTo>
                  <a:pt x="258760" y="39871"/>
                  <a:pt x="262833" y="43011"/>
                  <a:pt x="266030" y="47056"/>
                </a:cubicBezTo>
                <a:cubicBezTo>
                  <a:pt x="269226" y="51101"/>
                  <a:pt x="271730" y="55980"/>
                  <a:pt x="273540" y="61694"/>
                </a:cubicBezTo>
                <a:cubicBezTo>
                  <a:pt x="275350" y="67408"/>
                  <a:pt x="276256" y="73518"/>
                  <a:pt x="276256" y="80024"/>
                </a:cubicBezTo>
                <a:cubicBezTo>
                  <a:pt x="276256" y="95469"/>
                  <a:pt x="272437" y="107406"/>
                  <a:pt x="264799" y="115836"/>
                </a:cubicBezTo>
                <a:cubicBezTo>
                  <a:pt x="257162" y="124265"/>
                  <a:pt x="247997" y="128480"/>
                  <a:pt x="237304" y="128480"/>
                </a:cubicBezTo>
                <a:cubicBezTo>
                  <a:pt x="226668" y="128480"/>
                  <a:pt x="218324" y="123982"/>
                  <a:pt x="212270" y="114987"/>
                </a:cubicBezTo>
                <a:lnTo>
                  <a:pt x="212270" y="126443"/>
                </a:lnTo>
                <a:moveTo>
                  <a:pt x="212101" y="80706"/>
                </a:moveTo>
                <a:cubicBezTo>
                  <a:pt x="212101" y="91458"/>
                  <a:pt x="213571" y="99228"/>
                  <a:pt x="216513" y="104013"/>
                </a:cubicBezTo>
                <a:cubicBezTo>
                  <a:pt x="221322" y="111838"/>
                  <a:pt x="227828" y="115751"/>
                  <a:pt x="236031" y="115751"/>
                </a:cubicBezTo>
                <a:cubicBezTo>
                  <a:pt x="242707" y="115751"/>
                  <a:pt x="248478" y="112866"/>
                  <a:pt x="253343" y="107095"/>
                </a:cubicBezTo>
                <a:cubicBezTo>
                  <a:pt x="258208" y="101324"/>
                  <a:pt x="260641" y="92725"/>
                  <a:pt x="260641" y="81297"/>
                </a:cubicBezTo>
                <a:cubicBezTo>
                  <a:pt x="260641" y="69588"/>
                  <a:pt x="258307" y="60947"/>
                  <a:pt x="253640" y="55375"/>
                </a:cubicBezTo>
                <a:cubicBezTo>
                  <a:pt x="248973" y="49800"/>
                  <a:pt x="243329" y="47013"/>
                  <a:pt x="236710" y="47013"/>
                </a:cubicBezTo>
                <a:cubicBezTo>
                  <a:pt x="230035" y="47013"/>
                  <a:pt x="224264" y="49898"/>
                  <a:pt x="219399" y="55669"/>
                </a:cubicBezTo>
                <a:cubicBezTo>
                  <a:pt x="214533" y="61440"/>
                  <a:pt x="212101" y="69785"/>
                  <a:pt x="212101" y="80706"/>
                </a:cubicBezTo>
                <a:close/>
                <a:moveTo>
                  <a:pt x="353878" y="126443"/>
                </a:moveTo>
                <a:lnTo>
                  <a:pt x="353878" y="113205"/>
                </a:lnTo>
                <a:cubicBezTo>
                  <a:pt x="346863" y="123388"/>
                  <a:pt x="337330" y="128480"/>
                  <a:pt x="325280" y="128480"/>
                </a:cubicBezTo>
                <a:cubicBezTo>
                  <a:pt x="319962" y="128480"/>
                  <a:pt x="314997" y="127462"/>
                  <a:pt x="310387" y="125425"/>
                </a:cubicBezTo>
                <a:cubicBezTo>
                  <a:pt x="305776" y="123388"/>
                  <a:pt x="302353" y="120828"/>
                  <a:pt x="300118" y="117745"/>
                </a:cubicBezTo>
                <a:cubicBezTo>
                  <a:pt x="297884" y="114662"/>
                  <a:pt x="296314" y="110885"/>
                  <a:pt x="295409" y="106416"/>
                </a:cubicBezTo>
                <a:cubicBezTo>
                  <a:pt x="294786" y="103418"/>
                  <a:pt x="294475" y="98665"/>
                  <a:pt x="294475" y="92159"/>
                </a:cubicBezTo>
                <a:lnTo>
                  <a:pt x="294475" y="36321"/>
                </a:lnTo>
                <a:lnTo>
                  <a:pt x="309750" y="36321"/>
                </a:lnTo>
                <a:lnTo>
                  <a:pt x="309750" y="86304"/>
                </a:lnTo>
                <a:cubicBezTo>
                  <a:pt x="309750" y="94281"/>
                  <a:pt x="310061" y="99655"/>
                  <a:pt x="310684" y="102428"/>
                </a:cubicBezTo>
                <a:cubicBezTo>
                  <a:pt x="311645" y="106444"/>
                  <a:pt x="313682" y="109598"/>
                  <a:pt x="316794" y="111890"/>
                </a:cubicBezTo>
                <a:cubicBezTo>
                  <a:pt x="319905" y="114181"/>
                  <a:pt x="323752" y="115327"/>
                  <a:pt x="328335" y="115327"/>
                </a:cubicBezTo>
                <a:cubicBezTo>
                  <a:pt x="332917" y="115327"/>
                  <a:pt x="337217" y="114153"/>
                  <a:pt x="341234" y="111805"/>
                </a:cubicBezTo>
                <a:cubicBezTo>
                  <a:pt x="345250" y="109457"/>
                  <a:pt x="348093" y="106261"/>
                  <a:pt x="349762" y="102215"/>
                </a:cubicBezTo>
                <a:cubicBezTo>
                  <a:pt x="351431" y="98170"/>
                  <a:pt x="352266" y="92301"/>
                  <a:pt x="352266" y="84607"/>
                </a:cubicBezTo>
                <a:lnTo>
                  <a:pt x="352266" y="36321"/>
                </a:lnTo>
                <a:lnTo>
                  <a:pt x="367541" y="36321"/>
                </a:lnTo>
                <a:lnTo>
                  <a:pt x="367541" y="126443"/>
                </a:lnTo>
                <a:lnTo>
                  <a:pt x="353878" y="126443"/>
                </a:lnTo>
                <a:close/>
                <a:moveTo>
                  <a:pt x="395094" y="126443"/>
                </a:moveTo>
                <a:lnTo>
                  <a:pt x="395094" y="48201"/>
                </a:lnTo>
                <a:lnTo>
                  <a:pt x="381601" y="48201"/>
                </a:lnTo>
                <a:lnTo>
                  <a:pt x="381601" y="36321"/>
                </a:lnTo>
                <a:lnTo>
                  <a:pt x="395094" y="36321"/>
                </a:lnTo>
                <a:lnTo>
                  <a:pt x="395094" y="26753"/>
                </a:lnTo>
                <a:cubicBezTo>
                  <a:pt x="395094" y="20713"/>
                  <a:pt x="395631" y="16226"/>
                  <a:pt x="396706" y="13291"/>
                </a:cubicBezTo>
                <a:cubicBezTo>
                  <a:pt x="398177" y="9342"/>
                  <a:pt x="400765" y="6139"/>
                  <a:pt x="404471" y="3684"/>
                </a:cubicBezTo>
                <a:cubicBezTo>
                  <a:pt x="408176" y="1228"/>
                  <a:pt x="413367" y="0"/>
                  <a:pt x="420043" y="0"/>
                </a:cubicBezTo>
                <a:cubicBezTo>
                  <a:pt x="424342" y="0"/>
                  <a:pt x="429095" y="509"/>
                  <a:pt x="434300" y="1528"/>
                </a:cubicBezTo>
                <a:lnTo>
                  <a:pt x="432008" y="14851"/>
                </a:lnTo>
                <a:cubicBezTo>
                  <a:pt x="428840" y="14285"/>
                  <a:pt x="425842" y="14002"/>
                  <a:pt x="423013" y="14002"/>
                </a:cubicBezTo>
                <a:cubicBezTo>
                  <a:pt x="418374" y="14002"/>
                  <a:pt x="415093" y="14989"/>
                  <a:pt x="413169" y="16962"/>
                </a:cubicBezTo>
                <a:cubicBezTo>
                  <a:pt x="411246" y="18935"/>
                  <a:pt x="410284" y="22626"/>
                  <a:pt x="410284" y="28036"/>
                </a:cubicBezTo>
                <a:lnTo>
                  <a:pt x="410284" y="36321"/>
                </a:lnTo>
                <a:lnTo>
                  <a:pt x="427850" y="36321"/>
                </a:lnTo>
                <a:lnTo>
                  <a:pt x="427850" y="48201"/>
                </a:lnTo>
                <a:lnTo>
                  <a:pt x="410284" y="48201"/>
                </a:lnTo>
                <a:lnTo>
                  <a:pt x="410284" y="126443"/>
                </a:lnTo>
                <a:lnTo>
                  <a:pt x="395094" y="126443"/>
                </a:lnTo>
                <a:close/>
                <a:moveTo>
                  <a:pt x="486124" y="71962"/>
                </a:moveTo>
                <a:lnTo>
                  <a:pt x="486124" y="57706"/>
                </a:lnTo>
                <a:lnTo>
                  <a:pt x="568525" y="22913"/>
                </a:lnTo>
                <a:lnTo>
                  <a:pt x="568525" y="38188"/>
                </a:lnTo>
                <a:lnTo>
                  <a:pt x="503181" y="64919"/>
                </a:lnTo>
                <a:lnTo>
                  <a:pt x="568525" y="91990"/>
                </a:lnTo>
                <a:lnTo>
                  <a:pt x="568525" y="107265"/>
                </a:lnTo>
                <a:lnTo>
                  <a:pt x="486124" y="71962"/>
                </a:lnTo>
                <a:close/>
                <a:moveTo>
                  <a:pt x="583632" y="89104"/>
                </a:moveTo>
                <a:lnTo>
                  <a:pt x="583632" y="73660"/>
                </a:lnTo>
                <a:lnTo>
                  <a:pt x="630560" y="73660"/>
                </a:lnTo>
                <a:lnTo>
                  <a:pt x="630560" y="89104"/>
                </a:lnTo>
                <a:lnTo>
                  <a:pt x="583632" y="89104"/>
                </a:lnTo>
                <a:close/>
                <a:moveTo>
                  <a:pt x="689737" y="24780"/>
                </a:moveTo>
                <a:lnTo>
                  <a:pt x="693641" y="12729"/>
                </a:lnTo>
                <a:cubicBezTo>
                  <a:pt x="702636" y="15963"/>
                  <a:pt x="709171" y="18763"/>
                  <a:pt x="713244" y="21130"/>
                </a:cubicBezTo>
                <a:cubicBezTo>
                  <a:pt x="712169" y="10891"/>
                  <a:pt x="711603" y="3847"/>
                  <a:pt x="711547" y="0"/>
                </a:cubicBezTo>
                <a:lnTo>
                  <a:pt x="723852" y="0"/>
                </a:lnTo>
                <a:cubicBezTo>
                  <a:pt x="723682" y="5601"/>
                  <a:pt x="723031" y="12616"/>
                  <a:pt x="721900" y="21046"/>
                </a:cubicBezTo>
                <a:cubicBezTo>
                  <a:pt x="727727" y="18042"/>
                  <a:pt x="734403" y="15270"/>
                  <a:pt x="741927" y="12729"/>
                </a:cubicBezTo>
                <a:lnTo>
                  <a:pt x="745831" y="24780"/>
                </a:lnTo>
                <a:cubicBezTo>
                  <a:pt x="738646" y="27240"/>
                  <a:pt x="731602" y="28881"/>
                  <a:pt x="724700" y="29701"/>
                </a:cubicBezTo>
                <a:cubicBezTo>
                  <a:pt x="728151" y="32700"/>
                  <a:pt x="733017" y="38046"/>
                  <a:pt x="739296" y="45740"/>
                </a:cubicBezTo>
                <a:lnTo>
                  <a:pt x="729113" y="52953"/>
                </a:lnTo>
                <a:cubicBezTo>
                  <a:pt x="725832" y="48484"/>
                  <a:pt x="721956" y="42402"/>
                  <a:pt x="717487" y="34708"/>
                </a:cubicBezTo>
                <a:cubicBezTo>
                  <a:pt x="713301" y="42685"/>
                  <a:pt x="709623" y="48767"/>
                  <a:pt x="706455" y="52953"/>
                </a:cubicBezTo>
                <a:lnTo>
                  <a:pt x="696441" y="45740"/>
                </a:lnTo>
                <a:cubicBezTo>
                  <a:pt x="703004" y="37650"/>
                  <a:pt x="707700" y="32304"/>
                  <a:pt x="710528" y="29701"/>
                </a:cubicBezTo>
                <a:cubicBezTo>
                  <a:pt x="703230" y="28236"/>
                  <a:pt x="696300" y="26595"/>
                  <a:pt x="689737" y="24780"/>
                </a:cubicBezTo>
                <a:close/>
                <a:moveTo>
                  <a:pt x="800877" y="126443"/>
                </a:moveTo>
                <a:lnTo>
                  <a:pt x="752676" y="2037"/>
                </a:lnTo>
                <a:lnTo>
                  <a:pt x="770497" y="2037"/>
                </a:lnTo>
                <a:lnTo>
                  <a:pt x="802829" y="92414"/>
                </a:lnTo>
                <a:cubicBezTo>
                  <a:pt x="805431" y="99655"/>
                  <a:pt x="807609" y="106444"/>
                  <a:pt x="809363" y="112781"/>
                </a:cubicBezTo>
                <a:cubicBezTo>
                  <a:pt x="811287" y="105992"/>
                  <a:pt x="813521" y="99203"/>
                  <a:pt x="816067" y="92414"/>
                </a:cubicBezTo>
                <a:lnTo>
                  <a:pt x="849672" y="2037"/>
                </a:lnTo>
                <a:lnTo>
                  <a:pt x="866475" y="2037"/>
                </a:lnTo>
                <a:lnTo>
                  <a:pt x="817764" y="126443"/>
                </a:lnTo>
                <a:lnTo>
                  <a:pt x="800877" y="12644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A">
            <a:extLst xmlns:a="http://schemas.openxmlformats.org/drawingml/2006/main">
              <a:ext uri="{FF2B5EF4-FFF2-40B4-BE49-F238E27FC236}">
                <a16:creationId xmlns:a16="http://schemas.microsoft.com/office/drawing/2014/main" id="{87EBCA0E-2E6D-4D86-BC72-66D692B7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719" y="1599008"/>
            <a:ext cx="116430" cy="124407"/>
          </a:xfrm>
          <a:custGeom xmlns:a="http://schemas.openxmlformats.org/drawingml/2006/main">
            <a:pathLst>
              <a:path w="116430" h="124407">
                <a:moveTo>
                  <a:pt x="0" y="124407"/>
                </a:moveTo>
                <a:lnTo>
                  <a:pt x="47777" y="0"/>
                </a:lnTo>
                <a:lnTo>
                  <a:pt x="65513" y="0"/>
                </a:lnTo>
                <a:lnTo>
                  <a:pt x="116430" y="124407"/>
                </a:lnTo>
                <a:lnTo>
                  <a:pt x="97675" y="124407"/>
                </a:lnTo>
                <a:lnTo>
                  <a:pt x="83164" y="86898"/>
                </a:lnTo>
                <a:lnTo>
                  <a:pt x="31144" y="86898"/>
                </a:lnTo>
                <a:lnTo>
                  <a:pt x="17481" y="124407"/>
                </a:lnTo>
                <a:lnTo>
                  <a:pt x="0" y="124407"/>
                </a:lnTo>
                <a:moveTo>
                  <a:pt x="35896" y="73320"/>
                </a:moveTo>
                <a:lnTo>
                  <a:pt x="78072" y="73320"/>
                </a:lnTo>
                <a:lnTo>
                  <a:pt x="65089" y="38866"/>
                </a:lnTo>
                <a:cubicBezTo>
                  <a:pt x="61128" y="28400"/>
                  <a:pt x="58187" y="19801"/>
                  <a:pt x="56263" y="13069"/>
                </a:cubicBezTo>
                <a:cubicBezTo>
                  <a:pt x="54679" y="21046"/>
                  <a:pt x="52444" y="28966"/>
                  <a:pt x="49559" y="36830"/>
                </a:cubicBezTo>
                <a:lnTo>
                  <a:pt x="35896" y="7332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7.rax&lt;-V">
            <a:extLst xmlns:a="http://schemas.openxmlformats.org/drawingml/2006/main">
              <a:ext uri="{FF2B5EF4-FFF2-40B4-BE49-F238E27FC236}">
                <a16:creationId xmlns:a16="http://schemas.microsoft.com/office/drawing/2014/main" id="{F050E368-10EF-47E7-BF2D-A1CE3145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807" y="1812911"/>
            <a:ext cx="796998" cy="126443"/>
          </a:xfrm>
          <a:custGeom xmlns:a="http://schemas.openxmlformats.org/drawingml/2006/main">
            <a:pathLst>
              <a:path w="796998" h="126443">
                <a:moveTo>
                  <a:pt x="0" y="16209"/>
                </a:moveTo>
                <a:lnTo>
                  <a:pt x="0" y="1527"/>
                </a:lnTo>
                <a:lnTo>
                  <a:pt x="80533" y="1527"/>
                </a:lnTo>
                <a:lnTo>
                  <a:pt x="80533" y="13408"/>
                </a:lnTo>
                <a:cubicBezTo>
                  <a:pt x="72613" y="21845"/>
                  <a:pt x="64763" y="33055"/>
                  <a:pt x="56984" y="47040"/>
                </a:cubicBezTo>
                <a:cubicBezTo>
                  <a:pt x="49205" y="61024"/>
                  <a:pt x="43194" y="75405"/>
                  <a:pt x="38951" y="90181"/>
                </a:cubicBezTo>
                <a:cubicBezTo>
                  <a:pt x="35896" y="100600"/>
                  <a:pt x="33945" y="112008"/>
                  <a:pt x="33096" y="124407"/>
                </a:cubicBezTo>
                <a:lnTo>
                  <a:pt x="17397" y="124407"/>
                </a:lnTo>
                <a:cubicBezTo>
                  <a:pt x="17566" y="114612"/>
                  <a:pt x="19490" y="102779"/>
                  <a:pt x="23167" y="88908"/>
                </a:cubicBezTo>
                <a:cubicBezTo>
                  <a:pt x="26844" y="75035"/>
                  <a:pt x="32120" y="61659"/>
                  <a:pt x="38994" y="48779"/>
                </a:cubicBezTo>
                <a:cubicBezTo>
                  <a:pt x="45868" y="35898"/>
                  <a:pt x="53180" y="25041"/>
                  <a:pt x="60930" y="16209"/>
                </a:cubicBezTo>
                <a:lnTo>
                  <a:pt x="0" y="16209"/>
                </a:lnTo>
                <a:close/>
                <a:moveTo>
                  <a:pt x="104184" y="124407"/>
                </a:moveTo>
                <a:lnTo>
                  <a:pt x="104184" y="106925"/>
                </a:lnTo>
                <a:lnTo>
                  <a:pt x="121580" y="106925"/>
                </a:lnTo>
                <a:lnTo>
                  <a:pt x="121580" y="124407"/>
                </a:lnTo>
                <a:lnTo>
                  <a:pt x="104184" y="124407"/>
                </a:lnTo>
                <a:close/>
                <a:moveTo>
                  <a:pt x="196316" y="124407"/>
                </a:moveTo>
                <a:lnTo>
                  <a:pt x="196316" y="34284"/>
                </a:lnTo>
                <a:lnTo>
                  <a:pt x="210064" y="34284"/>
                </a:lnTo>
                <a:lnTo>
                  <a:pt x="210064" y="47862"/>
                </a:lnTo>
                <a:cubicBezTo>
                  <a:pt x="213571" y="41504"/>
                  <a:pt x="216810" y="37312"/>
                  <a:pt x="219780" y="35286"/>
                </a:cubicBezTo>
                <a:cubicBezTo>
                  <a:pt x="222751" y="33260"/>
                  <a:pt x="226018" y="32247"/>
                  <a:pt x="229582" y="32247"/>
                </a:cubicBezTo>
                <a:cubicBezTo>
                  <a:pt x="234730" y="32247"/>
                  <a:pt x="239963" y="33881"/>
                  <a:pt x="245281" y="37148"/>
                </a:cubicBezTo>
                <a:lnTo>
                  <a:pt x="240020" y="51256"/>
                </a:lnTo>
                <a:cubicBezTo>
                  <a:pt x="236286" y="49050"/>
                  <a:pt x="232552" y="47947"/>
                  <a:pt x="228818" y="47947"/>
                </a:cubicBezTo>
                <a:cubicBezTo>
                  <a:pt x="225480" y="47947"/>
                  <a:pt x="222482" y="48953"/>
                  <a:pt x="219823" y="50965"/>
                </a:cubicBezTo>
                <a:cubicBezTo>
                  <a:pt x="217164" y="52975"/>
                  <a:pt x="215269" y="55764"/>
                  <a:pt x="214137" y="59331"/>
                </a:cubicBezTo>
                <a:cubicBezTo>
                  <a:pt x="212440" y="64768"/>
                  <a:pt x="211591" y="70714"/>
                  <a:pt x="211591" y="77171"/>
                </a:cubicBezTo>
                <a:lnTo>
                  <a:pt x="211591" y="124407"/>
                </a:lnTo>
                <a:lnTo>
                  <a:pt x="196316" y="124407"/>
                </a:lnTo>
                <a:close/>
                <a:moveTo>
                  <a:pt x="313169" y="113279"/>
                </a:moveTo>
                <a:cubicBezTo>
                  <a:pt x="307512" y="118092"/>
                  <a:pt x="302067" y="121489"/>
                  <a:pt x="296833" y="123471"/>
                </a:cubicBezTo>
                <a:cubicBezTo>
                  <a:pt x="291600" y="125452"/>
                  <a:pt x="285985" y="126443"/>
                  <a:pt x="279989" y="126443"/>
                </a:cubicBezTo>
                <a:cubicBezTo>
                  <a:pt x="270088" y="126443"/>
                  <a:pt x="262479" y="124023"/>
                  <a:pt x="257161" y="119182"/>
                </a:cubicBezTo>
                <a:cubicBezTo>
                  <a:pt x="251843" y="114342"/>
                  <a:pt x="249184" y="108157"/>
                  <a:pt x="249184" y="100627"/>
                </a:cubicBezTo>
                <a:cubicBezTo>
                  <a:pt x="249184" y="96212"/>
                  <a:pt x="250188" y="92180"/>
                  <a:pt x="252196" y="88529"/>
                </a:cubicBezTo>
                <a:cubicBezTo>
                  <a:pt x="254205" y="84876"/>
                  <a:pt x="256836" y="81946"/>
                  <a:pt x="260089" y="79738"/>
                </a:cubicBezTo>
                <a:cubicBezTo>
                  <a:pt x="263342" y="77530"/>
                  <a:pt x="267005" y="75860"/>
                  <a:pt x="271078" y="74728"/>
                </a:cubicBezTo>
                <a:cubicBezTo>
                  <a:pt x="274077" y="73935"/>
                  <a:pt x="278602" y="73170"/>
                  <a:pt x="284656" y="72434"/>
                </a:cubicBezTo>
                <a:cubicBezTo>
                  <a:pt x="296989" y="70974"/>
                  <a:pt x="306069" y="69233"/>
                  <a:pt x="311896" y="67210"/>
                </a:cubicBezTo>
                <a:cubicBezTo>
                  <a:pt x="311953" y="65126"/>
                  <a:pt x="311981" y="63802"/>
                  <a:pt x="311981" y="63238"/>
                </a:cubicBezTo>
                <a:cubicBezTo>
                  <a:pt x="311981" y="57037"/>
                  <a:pt x="310539" y="52670"/>
                  <a:pt x="307653" y="50134"/>
                </a:cubicBezTo>
                <a:cubicBezTo>
                  <a:pt x="303750" y="46696"/>
                  <a:pt x="297951" y="44976"/>
                  <a:pt x="290257" y="44976"/>
                </a:cubicBezTo>
                <a:cubicBezTo>
                  <a:pt x="283072" y="44976"/>
                  <a:pt x="277768" y="46235"/>
                  <a:pt x="274345" y="48753"/>
                </a:cubicBezTo>
                <a:cubicBezTo>
                  <a:pt x="270923" y="51270"/>
                  <a:pt x="268391" y="55726"/>
                  <a:pt x="266750" y="62118"/>
                </a:cubicBezTo>
                <a:lnTo>
                  <a:pt x="251815" y="60082"/>
                </a:lnTo>
                <a:cubicBezTo>
                  <a:pt x="253172" y="53669"/>
                  <a:pt x="255407" y="48491"/>
                  <a:pt x="258519" y="44547"/>
                </a:cubicBezTo>
                <a:cubicBezTo>
                  <a:pt x="261630" y="40603"/>
                  <a:pt x="266128" y="37567"/>
                  <a:pt x="272012" y="35440"/>
                </a:cubicBezTo>
                <a:cubicBezTo>
                  <a:pt x="277895" y="33312"/>
                  <a:pt x="284712" y="32247"/>
                  <a:pt x="292463" y="32247"/>
                </a:cubicBezTo>
                <a:cubicBezTo>
                  <a:pt x="300157" y="32247"/>
                  <a:pt x="306409" y="33152"/>
                  <a:pt x="311217" y="34963"/>
                </a:cubicBezTo>
                <a:cubicBezTo>
                  <a:pt x="316026" y="36773"/>
                  <a:pt x="319562" y="39050"/>
                  <a:pt x="321825" y="41794"/>
                </a:cubicBezTo>
                <a:cubicBezTo>
                  <a:pt x="324088" y="44538"/>
                  <a:pt x="325672" y="48003"/>
                  <a:pt x="326577" y="52190"/>
                </a:cubicBezTo>
                <a:cubicBezTo>
                  <a:pt x="327087" y="54792"/>
                  <a:pt x="327341" y="59488"/>
                  <a:pt x="327341" y="66277"/>
                </a:cubicBezTo>
                <a:lnTo>
                  <a:pt x="327341" y="86643"/>
                </a:lnTo>
                <a:cubicBezTo>
                  <a:pt x="327341" y="100844"/>
                  <a:pt x="327666" y="109825"/>
                  <a:pt x="328317" y="113587"/>
                </a:cubicBezTo>
                <a:cubicBezTo>
                  <a:pt x="328968" y="117349"/>
                  <a:pt x="330255" y="120956"/>
                  <a:pt x="332178" y="124407"/>
                </a:cubicBezTo>
                <a:lnTo>
                  <a:pt x="316224" y="124407"/>
                </a:lnTo>
                <a:cubicBezTo>
                  <a:pt x="314640" y="121235"/>
                  <a:pt x="313622" y="117526"/>
                  <a:pt x="313169" y="113279"/>
                </a:cubicBezTo>
                <a:moveTo>
                  <a:pt x="311896" y="79091"/>
                </a:moveTo>
                <a:cubicBezTo>
                  <a:pt x="306352" y="81373"/>
                  <a:pt x="298036" y="83313"/>
                  <a:pt x="286947" y="84909"/>
                </a:cubicBezTo>
                <a:cubicBezTo>
                  <a:pt x="280667" y="85818"/>
                  <a:pt x="276226" y="86841"/>
                  <a:pt x="273624" y="87977"/>
                </a:cubicBezTo>
                <a:cubicBezTo>
                  <a:pt x="271022" y="89112"/>
                  <a:pt x="269013" y="90774"/>
                  <a:pt x="267599" y="92963"/>
                </a:cubicBezTo>
                <a:cubicBezTo>
                  <a:pt x="266184" y="95150"/>
                  <a:pt x="265477" y="97578"/>
                  <a:pt x="265477" y="100248"/>
                </a:cubicBezTo>
                <a:cubicBezTo>
                  <a:pt x="265477" y="104337"/>
                  <a:pt x="267019" y="107746"/>
                  <a:pt x="270102" y="110474"/>
                </a:cubicBezTo>
                <a:cubicBezTo>
                  <a:pt x="273185" y="113200"/>
                  <a:pt x="277697" y="114563"/>
                  <a:pt x="283638" y="114563"/>
                </a:cubicBezTo>
                <a:cubicBezTo>
                  <a:pt x="289521" y="114563"/>
                  <a:pt x="294754" y="113270"/>
                  <a:pt x="299337" y="110683"/>
                </a:cubicBezTo>
                <a:cubicBezTo>
                  <a:pt x="303919" y="108097"/>
                  <a:pt x="307286" y="104558"/>
                  <a:pt x="309435" y="100067"/>
                </a:cubicBezTo>
                <a:cubicBezTo>
                  <a:pt x="311076" y="96599"/>
                  <a:pt x="311896" y="91482"/>
                  <a:pt x="311896" y="84718"/>
                </a:cubicBezTo>
                <a:lnTo>
                  <a:pt x="311896" y="79091"/>
                </a:lnTo>
                <a:close/>
                <a:moveTo>
                  <a:pt x="340808" y="124407"/>
                </a:moveTo>
                <a:lnTo>
                  <a:pt x="373734" y="77563"/>
                </a:lnTo>
                <a:lnTo>
                  <a:pt x="343269" y="34284"/>
                </a:lnTo>
                <a:lnTo>
                  <a:pt x="362362" y="34284"/>
                </a:lnTo>
                <a:lnTo>
                  <a:pt x="376195" y="55414"/>
                </a:lnTo>
                <a:cubicBezTo>
                  <a:pt x="378797" y="59431"/>
                  <a:pt x="380891" y="62797"/>
                  <a:pt x="382475" y="65513"/>
                </a:cubicBezTo>
                <a:cubicBezTo>
                  <a:pt x="384964" y="61779"/>
                  <a:pt x="387255" y="58469"/>
                  <a:pt x="389348" y="55584"/>
                </a:cubicBezTo>
                <a:lnTo>
                  <a:pt x="404539" y="34284"/>
                </a:lnTo>
                <a:lnTo>
                  <a:pt x="422784" y="34284"/>
                </a:lnTo>
                <a:lnTo>
                  <a:pt x="391640" y="76715"/>
                </a:lnTo>
                <a:lnTo>
                  <a:pt x="425160" y="124407"/>
                </a:lnTo>
                <a:lnTo>
                  <a:pt x="406405" y="124407"/>
                </a:lnTo>
                <a:lnTo>
                  <a:pt x="387906" y="96402"/>
                </a:lnTo>
                <a:lnTo>
                  <a:pt x="382984" y="88850"/>
                </a:lnTo>
                <a:lnTo>
                  <a:pt x="359307" y="124407"/>
                </a:lnTo>
                <a:lnTo>
                  <a:pt x="340808" y="124407"/>
                </a:lnTo>
                <a:close/>
                <a:moveTo>
                  <a:pt x="484252" y="69926"/>
                </a:moveTo>
                <a:lnTo>
                  <a:pt x="484252" y="55669"/>
                </a:lnTo>
                <a:lnTo>
                  <a:pt x="566653" y="20876"/>
                </a:lnTo>
                <a:lnTo>
                  <a:pt x="566653" y="36151"/>
                </a:lnTo>
                <a:lnTo>
                  <a:pt x="501310" y="62882"/>
                </a:lnTo>
                <a:lnTo>
                  <a:pt x="566653" y="89953"/>
                </a:lnTo>
                <a:lnTo>
                  <a:pt x="566653" y="105228"/>
                </a:lnTo>
                <a:lnTo>
                  <a:pt x="484252" y="69926"/>
                </a:lnTo>
                <a:close/>
                <a:moveTo>
                  <a:pt x="581760" y="87068"/>
                </a:moveTo>
                <a:lnTo>
                  <a:pt x="581760" y="71623"/>
                </a:lnTo>
                <a:lnTo>
                  <a:pt x="628689" y="71623"/>
                </a:lnTo>
                <a:lnTo>
                  <a:pt x="628689" y="87068"/>
                </a:lnTo>
                <a:lnTo>
                  <a:pt x="581760" y="87068"/>
                </a:lnTo>
                <a:close/>
                <a:moveTo>
                  <a:pt x="731400" y="124407"/>
                </a:moveTo>
                <a:lnTo>
                  <a:pt x="683199" y="0"/>
                </a:lnTo>
                <a:lnTo>
                  <a:pt x="701019" y="0"/>
                </a:lnTo>
                <a:lnTo>
                  <a:pt x="733352" y="90377"/>
                </a:lnTo>
                <a:cubicBezTo>
                  <a:pt x="735954" y="97619"/>
                  <a:pt x="738132" y="104408"/>
                  <a:pt x="739886" y="110744"/>
                </a:cubicBezTo>
                <a:cubicBezTo>
                  <a:pt x="741809" y="103955"/>
                  <a:pt x="744044" y="97166"/>
                  <a:pt x="746590" y="90377"/>
                </a:cubicBezTo>
                <a:lnTo>
                  <a:pt x="780195" y="0"/>
                </a:lnTo>
                <a:lnTo>
                  <a:pt x="796998" y="0"/>
                </a:lnTo>
                <a:lnTo>
                  <a:pt x="748287" y="124407"/>
                </a:lnTo>
                <a:lnTo>
                  <a:pt x="731400" y="12440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A">
            <a:extLst xmlns:a="http://schemas.openxmlformats.org/drawingml/2006/main">
              <a:ext uri="{FF2B5EF4-FFF2-40B4-BE49-F238E27FC236}">
                <a16:creationId xmlns:a16="http://schemas.microsoft.com/office/drawing/2014/main" id="{14BB5F8B-385E-4864-B330-612F9E82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914" y="1812911"/>
            <a:ext cx="116430" cy="124407"/>
          </a:xfrm>
          <a:custGeom xmlns:a="http://schemas.openxmlformats.org/drawingml/2006/main">
            <a:pathLst>
              <a:path w="116430" h="124407">
                <a:moveTo>
                  <a:pt x="0" y="124407"/>
                </a:moveTo>
                <a:lnTo>
                  <a:pt x="47777" y="0"/>
                </a:lnTo>
                <a:lnTo>
                  <a:pt x="65513" y="0"/>
                </a:lnTo>
                <a:lnTo>
                  <a:pt x="116430" y="124407"/>
                </a:lnTo>
                <a:lnTo>
                  <a:pt x="97675" y="124407"/>
                </a:lnTo>
                <a:lnTo>
                  <a:pt x="83164" y="86898"/>
                </a:lnTo>
                <a:lnTo>
                  <a:pt x="31144" y="86898"/>
                </a:lnTo>
                <a:lnTo>
                  <a:pt x="17481" y="124407"/>
                </a:lnTo>
                <a:lnTo>
                  <a:pt x="0" y="124407"/>
                </a:lnTo>
                <a:moveTo>
                  <a:pt x="35896" y="73320"/>
                </a:moveTo>
                <a:lnTo>
                  <a:pt x="78072" y="73320"/>
                </a:lnTo>
                <a:lnTo>
                  <a:pt x="65089" y="38866"/>
                </a:lnTo>
                <a:cubicBezTo>
                  <a:pt x="61128" y="28400"/>
                  <a:pt x="58187" y="19801"/>
                  <a:pt x="56263" y="13069"/>
                </a:cubicBezTo>
                <a:cubicBezTo>
                  <a:pt x="54679" y="21046"/>
                  <a:pt x="52444" y="28966"/>
                  <a:pt x="49559" y="36830"/>
                </a:cubicBezTo>
                <a:lnTo>
                  <a:pt x="35896" y="7332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8.-">
            <a:extLst xmlns:a="http://schemas.openxmlformats.org/drawingml/2006/main">
              <a:ext uri="{FF2B5EF4-FFF2-40B4-BE49-F238E27FC236}">
                <a16:creationId xmlns:a16="http://schemas.microsoft.com/office/drawing/2014/main" id="{CEC88B13-1130-4518-8707-387D4CA8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619" y="2012936"/>
            <a:ext cx="238662" cy="126953"/>
          </a:xfrm>
          <a:custGeom xmlns:a="http://schemas.openxmlformats.org/drawingml/2006/main">
            <a:pathLst>
              <a:path w="238662" h="126953">
                <a:moveTo>
                  <a:pt x="23676" y="57281"/>
                </a:moveTo>
                <a:cubicBezTo>
                  <a:pt x="17340" y="54969"/>
                  <a:pt x="12644" y="51669"/>
                  <a:pt x="9589" y="47382"/>
                </a:cubicBezTo>
                <a:cubicBezTo>
                  <a:pt x="6534" y="43095"/>
                  <a:pt x="5007" y="37961"/>
                  <a:pt x="5007" y="31982"/>
                </a:cubicBezTo>
                <a:cubicBezTo>
                  <a:pt x="5007" y="22957"/>
                  <a:pt x="8260" y="15371"/>
                  <a:pt x="14766" y="9223"/>
                </a:cubicBezTo>
                <a:cubicBezTo>
                  <a:pt x="21272" y="3074"/>
                  <a:pt x="29928" y="0"/>
                  <a:pt x="40733" y="0"/>
                </a:cubicBezTo>
                <a:cubicBezTo>
                  <a:pt x="51596" y="0"/>
                  <a:pt x="60336" y="3145"/>
                  <a:pt x="66956" y="9436"/>
                </a:cubicBezTo>
                <a:cubicBezTo>
                  <a:pt x="73575" y="15724"/>
                  <a:pt x="76884" y="23381"/>
                  <a:pt x="76884" y="32406"/>
                </a:cubicBezTo>
                <a:cubicBezTo>
                  <a:pt x="76884" y="38159"/>
                  <a:pt x="75371" y="43165"/>
                  <a:pt x="72344" y="47424"/>
                </a:cubicBezTo>
                <a:cubicBezTo>
                  <a:pt x="69318" y="51683"/>
                  <a:pt x="64721" y="54969"/>
                  <a:pt x="58554" y="57281"/>
                </a:cubicBezTo>
                <a:cubicBezTo>
                  <a:pt x="66192" y="59774"/>
                  <a:pt x="72005" y="63796"/>
                  <a:pt x="75993" y="69348"/>
                </a:cubicBezTo>
                <a:cubicBezTo>
                  <a:pt x="79982" y="74897"/>
                  <a:pt x="81976" y="81524"/>
                  <a:pt x="81976" y="89229"/>
                </a:cubicBezTo>
                <a:cubicBezTo>
                  <a:pt x="81976" y="99877"/>
                  <a:pt x="78214" y="108827"/>
                  <a:pt x="70689" y="116077"/>
                </a:cubicBezTo>
                <a:cubicBezTo>
                  <a:pt x="63165" y="123327"/>
                  <a:pt x="53265" y="126953"/>
                  <a:pt x="40988" y="126953"/>
                </a:cubicBezTo>
                <a:cubicBezTo>
                  <a:pt x="28711" y="126953"/>
                  <a:pt x="18811" y="123313"/>
                  <a:pt x="11287" y="116035"/>
                </a:cubicBezTo>
                <a:cubicBezTo>
                  <a:pt x="3762" y="108756"/>
                  <a:pt x="0" y="99678"/>
                  <a:pt x="0" y="88802"/>
                </a:cubicBezTo>
                <a:cubicBezTo>
                  <a:pt x="0" y="80703"/>
                  <a:pt x="2051" y="73920"/>
                  <a:pt x="6152" y="68454"/>
                </a:cubicBezTo>
                <a:cubicBezTo>
                  <a:pt x="10254" y="62987"/>
                  <a:pt x="16095" y="59263"/>
                  <a:pt x="23676" y="57281"/>
                </a:cubicBezTo>
                <a:moveTo>
                  <a:pt x="20621" y="31574"/>
                </a:moveTo>
                <a:cubicBezTo>
                  <a:pt x="20621" y="37406"/>
                  <a:pt x="22517" y="42173"/>
                  <a:pt x="26307" y="45875"/>
                </a:cubicBezTo>
                <a:cubicBezTo>
                  <a:pt x="30097" y="49576"/>
                  <a:pt x="35019" y="51426"/>
                  <a:pt x="41073" y="51426"/>
                </a:cubicBezTo>
                <a:cubicBezTo>
                  <a:pt x="46957" y="51426"/>
                  <a:pt x="51780" y="49589"/>
                  <a:pt x="55542" y="45915"/>
                </a:cubicBezTo>
                <a:cubicBezTo>
                  <a:pt x="59304" y="42241"/>
                  <a:pt x="61185" y="37741"/>
                  <a:pt x="61185" y="32414"/>
                </a:cubicBezTo>
                <a:cubicBezTo>
                  <a:pt x="61185" y="26861"/>
                  <a:pt x="59247" y="22192"/>
                  <a:pt x="55372" y="18407"/>
                </a:cubicBezTo>
                <a:cubicBezTo>
                  <a:pt x="51497" y="14622"/>
                  <a:pt x="46674" y="12729"/>
                  <a:pt x="40903" y="12729"/>
                </a:cubicBezTo>
                <a:cubicBezTo>
                  <a:pt x="35076" y="12729"/>
                  <a:pt x="30239" y="14580"/>
                  <a:pt x="26392" y="18282"/>
                </a:cubicBezTo>
                <a:cubicBezTo>
                  <a:pt x="22545" y="21983"/>
                  <a:pt x="20621" y="26413"/>
                  <a:pt x="20621" y="31574"/>
                </a:cubicBezTo>
                <a:moveTo>
                  <a:pt x="15699" y="88807"/>
                </a:moveTo>
                <a:cubicBezTo>
                  <a:pt x="15699" y="93157"/>
                  <a:pt x="16732" y="97364"/>
                  <a:pt x="18797" y="101430"/>
                </a:cubicBezTo>
                <a:cubicBezTo>
                  <a:pt x="20862" y="105497"/>
                  <a:pt x="23931" y="108645"/>
                  <a:pt x="28004" y="110877"/>
                </a:cubicBezTo>
                <a:cubicBezTo>
                  <a:pt x="32078" y="113108"/>
                  <a:pt x="36462" y="114223"/>
                  <a:pt x="41158" y="114223"/>
                </a:cubicBezTo>
                <a:cubicBezTo>
                  <a:pt x="48456" y="114223"/>
                  <a:pt x="54481" y="111880"/>
                  <a:pt x="59233" y="107193"/>
                </a:cubicBezTo>
                <a:cubicBezTo>
                  <a:pt x="63985" y="102505"/>
                  <a:pt x="66362" y="96546"/>
                  <a:pt x="66362" y="89317"/>
                </a:cubicBezTo>
                <a:cubicBezTo>
                  <a:pt x="66362" y="81974"/>
                  <a:pt x="63915" y="75903"/>
                  <a:pt x="59021" y="71103"/>
                </a:cubicBezTo>
                <a:cubicBezTo>
                  <a:pt x="54127" y="66301"/>
                  <a:pt x="48003" y="63901"/>
                  <a:pt x="40649" y="63901"/>
                </a:cubicBezTo>
                <a:cubicBezTo>
                  <a:pt x="33464" y="63901"/>
                  <a:pt x="27509" y="66273"/>
                  <a:pt x="22785" y="71018"/>
                </a:cubicBezTo>
                <a:cubicBezTo>
                  <a:pt x="18061" y="75762"/>
                  <a:pt x="15699" y="81691"/>
                  <a:pt x="15699" y="88807"/>
                </a:cubicBezTo>
                <a:close/>
                <a:moveTo>
                  <a:pt x="105372" y="124916"/>
                </a:moveTo>
                <a:lnTo>
                  <a:pt x="105372" y="107434"/>
                </a:lnTo>
                <a:lnTo>
                  <a:pt x="122769" y="107434"/>
                </a:lnTo>
                <a:lnTo>
                  <a:pt x="122769" y="124916"/>
                </a:lnTo>
                <a:lnTo>
                  <a:pt x="105372" y="124916"/>
                </a:lnTo>
                <a:close/>
                <a:moveTo>
                  <a:pt x="191734" y="87577"/>
                </a:moveTo>
                <a:lnTo>
                  <a:pt x="191734" y="72132"/>
                </a:lnTo>
                <a:lnTo>
                  <a:pt x="238662" y="72132"/>
                </a:lnTo>
                <a:lnTo>
                  <a:pt x="238662" y="87577"/>
                </a:lnTo>
                <a:lnTo>
                  <a:pt x="191734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9.-">
            <a:extLst xmlns:a="http://schemas.openxmlformats.org/drawingml/2006/main">
              <a:ext uri="{FF2B5EF4-FFF2-40B4-BE49-F238E27FC236}">
                <a16:creationId xmlns:a16="http://schemas.microsoft.com/office/drawing/2014/main" id="{796C3845-CAD1-4119-8D80-47794CD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789" y="2226838"/>
            <a:ext cx="238492" cy="126953"/>
          </a:xfrm>
          <a:custGeom xmlns:a="http://schemas.openxmlformats.org/drawingml/2006/main">
            <a:pathLst>
              <a:path w="238492" h="126953">
                <a:moveTo>
                  <a:pt x="2291" y="95901"/>
                </a:moveTo>
                <a:lnTo>
                  <a:pt x="16972" y="94536"/>
                </a:lnTo>
                <a:cubicBezTo>
                  <a:pt x="18217" y="101438"/>
                  <a:pt x="20593" y="106444"/>
                  <a:pt x="24101" y="109556"/>
                </a:cubicBezTo>
                <a:cubicBezTo>
                  <a:pt x="27608" y="112668"/>
                  <a:pt x="32106" y="114223"/>
                  <a:pt x="37594" y="114223"/>
                </a:cubicBezTo>
                <a:cubicBezTo>
                  <a:pt x="42289" y="114223"/>
                  <a:pt x="46405" y="113148"/>
                  <a:pt x="49941" y="110999"/>
                </a:cubicBezTo>
                <a:cubicBezTo>
                  <a:pt x="53477" y="108849"/>
                  <a:pt x="56376" y="105978"/>
                  <a:pt x="58639" y="102385"/>
                </a:cubicBezTo>
                <a:cubicBezTo>
                  <a:pt x="60902" y="98793"/>
                  <a:pt x="62797" y="93941"/>
                  <a:pt x="64325" y="87831"/>
                </a:cubicBezTo>
                <a:cubicBezTo>
                  <a:pt x="65852" y="81721"/>
                  <a:pt x="66616" y="75498"/>
                  <a:pt x="66616" y="69162"/>
                </a:cubicBezTo>
                <a:cubicBezTo>
                  <a:pt x="66616" y="68483"/>
                  <a:pt x="66588" y="67465"/>
                  <a:pt x="66531" y="66107"/>
                </a:cubicBezTo>
                <a:cubicBezTo>
                  <a:pt x="63476" y="70972"/>
                  <a:pt x="59304" y="74918"/>
                  <a:pt x="54014" y="77945"/>
                </a:cubicBezTo>
                <a:cubicBezTo>
                  <a:pt x="48725" y="80972"/>
                  <a:pt x="42996" y="82485"/>
                  <a:pt x="36830" y="82485"/>
                </a:cubicBezTo>
                <a:cubicBezTo>
                  <a:pt x="26533" y="82485"/>
                  <a:pt x="17821" y="78763"/>
                  <a:pt x="10693" y="71318"/>
                </a:cubicBezTo>
                <a:cubicBezTo>
                  <a:pt x="3564" y="63873"/>
                  <a:pt x="0" y="54059"/>
                  <a:pt x="0" y="41876"/>
                </a:cubicBezTo>
                <a:cubicBezTo>
                  <a:pt x="0" y="29299"/>
                  <a:pt x="3720" y="19176"/>
                  <a:pt x="11159" y="11507"/>
                </a:cubicBezTo>
                <a:cubicBezTo>
                  <a:pt x="18599" y="3836"/>
                  <a:pt x="27919" y="0"/>
                  <a:pt x="39121" y="0"/>
                </a:cubicBezTo>
                <a:cubicBezTo>
                  <a:pt x="47211" y="0"/>
                  <a:pt x="54608" y="2177"/>
                  <a:pt x="61312" y="6532"/>
                </a:cubicBezTo>
                <a:cubicBezTo>
                  <a:pt x="68016" y="10884"/>
                  <a:pt x="73108" y="17089"/>
                  <a:pt x="76587" y="25145"/>
                </a:cubicBezTo>
                <a:cubicBezTo>
                  <a:pt x="80067" y="33202"/>
                  <a:pt x="81806" y="44862"/>
                  <a:pt x="81806" y="60127"/>
                </a:cubicBezTo>
                <a:cubicBezTo>
                  <a:pt x="81806" y="76014"/>
                  <a:pt x="80081" y="88664"/>
                  <a:pt x="76630" y="98078"/>
                </a:cubicBezTo>
                <a:cubicBezTo>
                  <a:pt x="73179" y="107491"/>
                  <a:pt x="68045" y="114656"/>
                  <a:pt x="61227" y="119575"/>
                </a:cubicBezTo>
                <a:cubicBezTo>
                  <a:pt x="54410" y="124493"/>
                  <a:pt x="46419" y="126953"/>
                  <a:pt x="37254" y="126953"/>
                </a:cubicBezTo>
                <a:cubicBezTo>
                  <a:pt x="27523" y="126953"/>
                  <a:pt x="19575" y="124237"/>
                  <a:pt x="13408" y="118806"/>
                </a:cubicBezTo>
                <a:cubicBezTo>
                  <a:pt x="7241" y="113375"/>
                  <a:pt x="3536" y="105740"/>
                  <a:pt x="2291" y="95901"/>
                </a:cubicBezTo>
                <a:moveTo>
                  <a:pt x="64834" y="41155"/>
                </a:moveTo>
                <a:cubicBezTo>
                  <a:pt x="64834" y="32439"/>
                  <a:pt x="62500" y="25523"/>
                  <a:pt x="57833" y="20406"/>
                </a:cubicBezTo>
                <a:cubicBezTo>
                  <a:pt x="53166" y="15288"/>
                  <a:pt x="47551" y="12729"/>
                  <a:pt x="40988" y="12729"/>
                </a:cubicBezTo>
                <a:cubicBezTo>
                  <a:pt x="34199" y="12729"/>
                  <a:pt x="28287" y="15485"/>
                  <a:pt x="23252" y="20995"/>
                </a:cubicBezTo>
                <a:cubicBezTo>
                  <a:pt x="18217" y="26506"/>
                  <a:pt x="15699" y="33648"/>
                  <a:pt x="15699" y="42420"/>
                </a:cubicBezTo>
                <a:cubicBezTo>
                  <a:pt x="15699" y="50294"/>
                  <a:pt x="18090" y="56692"/>
                  <a:pt x="22870" y="61612"/>
                </a:cubicBezTo>
                <a:cubicBezTo>
                  <a:pt x="27651" y="66532"/>
                  <a:pt x="33549" y="68992"/>
                  <a:pt x="40564" y="68992"/>
                </a:cubicBezTo>
                <a:cubicBezTo>
                  <a:pt x="47635" y="68992"/>
                  <a:pt x="53448" y="66532"/>
                  <a:pt x="58003" y="61612"/>
                </a:cubicBezTo>
                <a:cubicBezTo>
                  <a:pt x="62557" y="56692"/>
                  <a:pt x="64834" y="49873"/>
                  <a:pt x="64834" y="41155"/>
                </a:cubicBezTo>
                <a:close/>
                <a:moveTo>
                  <a:pt x="105202" y="124916"/>
                </a:moveTo>
                <a:lnTo>
                  <a:pt x="105202" y="107434"/>
                </a:lnTo>
                <a:lnTo>
                  <a:pt x="122599" y="107434"/>
                </a:lnTo>
                <a:lnTo>
                  <a:pt x="122599" y="124916"/>
                </a:lnTo>
                <a:lnTo>
                  <a:pt x="105202" y="124916"/>
                </a:lnTo>
                <a:close/>
                <a:moveTo>
                  <a:pt x="191564" y="87577"/>
                </a:moveTo>
                <a:lnTo>
                  <a:pt x="191564" y="72132"/>
                </a:lnTo>
                <a:lnTo>
                  <a:pt x="238492" y="72132"/>
                </a:lnTo>
                <a:lnTo>
                  <a:pt x="238492" y="87577"/>
                </a:lnTo>
                <a:lnTo>
                  <a:pt x="191564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10.-">
            <a:extLst xmlns:a="http://schemas.openxmlformats.org/drawingml/2006/main">
              <a:ext uri="{FF2B5EF4-FFF2-40B4-BE49-F238E27FC236}">
                <a16:creationId xmlns:a16="http://schemas.microsoft.com/office/drawing/2014/main" id="{0C47E5D1-DDEC-4E33-BBBC-8353D37E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184" y="2427372"/>
            <a:ext cx="323412" cy="126953"/>
          </a:xfrm>
          <a:custGeom xmlns:a="http://schemas.openxmlformats.org/drawingml/2006/main">
            <a:pathLst>
              <a:path w="323412" h="126953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84920" y="63519"/>
                </a:moveTo>
                <a:cubicBezTo>
                  <a:pt x="84920" y="48820"/>
                  <a:pt x="86433" y="36990"/>
                  <a:pt x="89460" y="28028"/>
                </a:cubicBezTo>
                <a:cubicBezTo>
                  <a:pt x="92486" y="19066"/>
                  <a:pt x="96984" y="12155"/>
                  <a:pt x="102953" y="7293"/>
                </a:cubicBezTo>
                <a:cubicBezTo>
                  <a:pt x="108921" y="2431"/>
                  <a:pt x="116431" y="0"/>
                  <a:pt x="125483" y="0"/>
                </a:cubicBezTo>
                <a:cubicBezTo>
                  <a:pt x="132159" y="0"/>
                  <a:pt x="138014" y="1343"/>
                  <a:pt x="143050" y="4028"/>
                </a:cubicBezTo>
                <a:cubicBezTo>
                  <a:pt x="148085" y="6714"/>
                  <a:pt x="152243" y="10586"/>
                  <a:pt x="155524" y="15646"/>
                </a:cubicBezTo>
                <a:cubicBezTo>
                  <a:pt x="158805" y="20706"/>
                  <a:pt x="161380" y="26869"/>
                  <a:pt x="163246" y="34135"/>
                </a:cubicBezTo>
                <a:cubicBezTo>
                  <a:pt x="165113" y="41400"/>
                  <a:pt x="166047" y="51194"/>
                  <a:pt x="166047" y="63519"/>
                </a:cubicBezTo>
                <a:cubicBezTo>
                  <a:pt x="166047" y="78104"/>
                  <a:pt x="164548" y="89878"/>
                  <a:pt x="161549" y="98840"/>
                </a:cubicBezTo>
                <a:cubicBezTo>
                  <a:pt x="158551" y="107801"/>
                  <a:pt x="154067" y="114727"/>
                  <a:pt x="148099" y="119617"/>
                </a:cubicBezTo>
                <a:cubicBezTo>
                  <a:pt x="142130" y="124507"/>
                  <a:pt x="134592" y="126953"/>
                  <a:pt x="125483" y="126953"/>
                </a:cubicBezTo>
                <a:cubicBezTo>
                  <a:pt x="113489" y="126953"/>
                  <a:pt x="104070" y="122656"/>
                  <a:pt x="97224" y="114062"/>
                </a:cubicBezTo>
                <a:cubicBezTo>
                  <a:pt x="89021" y="103716"/>
                  <a:pt x="84920" y="86868"/>
                  <a:pt x="84920" y="63519"/>
                </a:cubicBezTo>
                <a:moveTo>
                  <a:pt x="100619" y="63476"/>
                </a:moveTo>
                <a:cubicBezTo>
                  <a:pt x="100619" y="83831"/>
                  <a:pt x="103009" y="97377"/>
                  <a:pt x="107790" y="104117"/>
                </a:cubicBezTo>
                <a:cubicBezTo>
                  <a:pt x="112570" y="110855"/>
                  <a:pt x="118468" y="114223"/>
                  <a:pt x="125483" y="114223"/>
                </a:cubicBezTo>
                <a:cubicBezTo>
                  <a:pt x="132498" y="114223"/>
                  <a:pt x="138396" y="110840"/>
                  <a:pt x="143177" y="104074"/>
                </a:cubicBezTo>
                <a:cubicBezTo>
                  <a:pt x="147957" y="97309"/>
                  <a:pt x="150348" y="83776"/>
                  <a:pt x="150348" y="63476"/>
                </a:cubicBezTo>
                <a:cubicBezTo>
                  <a:pt x="150348" y="43065"/>
                  <a:pt x="147957" y="29505"/>
                  <a:pt x="143177" y="22796"/>
                </a:cubicBezTo>
                <a:cubicBezTo>
                  <a:pt x="138396" y="16085"/>
                  <a:pt x="132442" y="12729"/>
                  <a:pt x="125313" y="12729"/>
                </a:cubicBezTo>
                <a:cubicBezTo>
                  <a:pt x="118298" y="12729"/>
                  <a:pt x="112697" y="15690"/>
                  <a:pt x="108511" y="21610"/>
                </a:cubicBezTo>
                <a:cubicBezTo>
                  <a:pt x="103250" y="29167"/>
                  <a:pt x="100619" y="43122"/>
                  <a:pt x="100619" y="63476"/>
                </a:cubicBezTo>
                <a:close/>
                <a:moveTo>
                  <a:pt x="190121" y="124916"/>
                </a:moveTo>
                <a:lnTo>
                  <a:pt x="190121" y="107434"/>
                </a:lnTo>
                <a:lnTo>
                  <a:pt x="207518" y="107434"/>
                </a:lnTo>
                <a:lnTo>
                  <a:pt x="207518" y="124916"/>
                </a:lnTo>
                <a:lnTo>
                  <a:pt x="190121" y="124916"/>
                </a:lnTo>
                <a:close/>
                <a:moveTo>
                  <a:pt x="276484" y="87577"/>
                </a:moveTo>
                <a:lnTo>
                  <a:pt x="276484" y="72132"/>
                </a:lnTo>
                <a:lnTo>
                  <a:pt x="323412" y="72132"/>
                </a:lnTo>
                <a:lnTo>
                  <a:pt x="323412" y="87577"/>
                </a:lnTo>
                <a:lnTo>
                  <a:pt x="276484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11.-">
            <a:extLst xmlns:a="http://schemas.openxmlformats.org/drawingml/2006/main">
              <a:ext uri="{FF2B5EF4-FFF2-40B4-BE49-F238E27FC236}">
                <a16:creationId xmlns:a16="http://schemas.microsoft.com/office/drawing/2014/main" id="{662DEFFE-DDA4-4BB2-B75E-3AEEF8E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184" y="2641275"/>
            <a:ext cx="310541" cy="124916"/>
          </a:xfrm>
          <a:custGeom xmlns:a="http://schemas.openxmlformats.org/drawingml/2006/main">
            <a:pathLst>
              <a:path w="310541" h="124916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129582" y="124916"/>
                </a:moveTo>
                <a:lnTo>
                  <a:pt x="114307" y="124916"/>
                </a:lnTo>
                <a:lnTo>
                  <a:pt x="114307" y="27580"/>
                </a:lnTo>
                <a:cubicBezTo>
                  <a:pt x="110630" y="31088"/>
                  <a:pt x="105807" y="34595"/>
                  <a:pt x="99839" y="38103"/>
                </a:cubicBezTo>
                <a:cubicBezTo>
                  <a:pt x="93870" y="41610"/>
                  <a:pt x="88510" y="44241"/>
                  <a:pt x="83757" y="45995"/>
                </a:cubicBezTo>
                <a:lnTo>
                  <a:pt x="83757" y="31229"/>
                </a:lnTo>
                <a:cubicBezTo>
                  <a:pt x="92300" y="27212"/>
                  <a:pt x="99768" y="22347"/>
                  <a:pt x="106161" y="16633"/>
                </a:cubicBezTo>
                <a:cubicBezTo>
                  <a:pt x="112554" y="10919"/>
                  <a:pt x="117080" y="5375"/>
                  <a:pt x="119739" y="0"/>
                </a:cubicBezTo>
                <a:lnTo>
                  <a:pt x="129582" y="0"/>
                </a:lnTo>
                <a:lnTo>
                  <a:pt x="129582" y="124916"/>
                </a:lnTo>
                <a:close/>
                <a:moveTo>
                  <a:pt x="177248" y="124916"/>
                </a:moveTo>
                <a:lnTo>
                  <a:pt x="177248" y="107434"/>
                </a:lnTo>
                <a:lnTo>
                  <a:pt x="194645" y="107434"/>
                </a:lnTo>
                <a:lnTo>
                  <a:pt x="194645" y="124916"/>
                </a:lnTo>
                <a:lnTo>
                  <a:pt x="177248" y="124916"/>
                </a:lnTo>
                <a:close/>
                <a:moveTo>
                  <a:pt x="263613" y="87577"/>
                </a:moveTo>
                <a:lnTo>
                  <a:pt x="263613" y="72132"/>
                </a:lnTo>
                <a:lnTo>
                  <a:pt x="310541" y="72132"/>
                </a:lnTo>
                <a:lnTo>
                  <a:pt x="310541" y="87577"/>
                </a:lnTo>
                <a:lnTo>
                  <a:pt x="263613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12.-">
            <a:extLst xmlns:a="http://schemas.openxmlformats.org/drawingml/2006/main">
              <a:ext uri="{FF2B5EF4-FFF2-40B4-BE49-F238E27FC236}">
                <a16:creationId xmlns:a16="http://schemas.microsoft.com/office/drawing/2014/main" id="{828558E4-E7DF-4DED-9302-40FF4D1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184" y="2855178"/>
            <a:ext cx="323412" cy="124916"/>
          </a:xfrm>
          <a:custGeom xmlns:a="http://schemas.openxmlformats.org/drawingml/2006/main">
            <a:pathLst>
              <a:path w="323412" h="124916">
                <a:moveTo>
                  <a:pt x="45825" y="124916"/>
                </a:moveTo>
                <a:lnTo>
                  <a:pt x="30550" y="124916"/>
                </a:lnTo>
                <a:lnTo>
                  <a:pt x="30550" y="27580"/>
                </a:lnTo>
                <a:cubicBezTo>
                  <a:pt x="26873" y="31088"/>
                  <a:pt x="22050" y="34595"/>
                  <a:pt x="16081" y="38103"/>
                </a:cubicBezTo>
                <a:cubicBezTo>
                  <a:pt x="10113" y="41610"/>
                  <a:pt x="4752" y="44241"/>
                  <a:pt x="0" y="45995"/>
                </a:cubicBezTo>
                <a:lnTo>
                  <a:pt x="0" y="31229"/>
                </a:lnTo>
                <a:cubicBezTo>
                  <a:pt x="8543" y="27212"/>
                  <a:pt x="16011" y="22347"/>
                  <a:pt x="22403" y="16633"/>
                </a:cubicBezTo>
                <a:cubicBezTo>
                  <a:pt x="28796" y="10919"/>
                  <a:pt x="33322" y="5375"/>
                  <a:pt x="35981" y="0"/>
                </a:cubicBezTo>
                <a:lnTo>
                  <a:pt x="45825" y="0"/>
                </a:lnTo>
                <a:lnTo>
                  <a:pt x="45825" y="124916"/>
                </a:lnTo>
                <a:close/>
                <a:moveTo>
                  <a:pt x="165198" y="110235"/>
                </a:moveTo>
                <a:lnTo>
                  <a:pt x="165198" y="124916"/>
                </a:lnTo>
                <a:lnTo>
                  <a:pt x="82968" y="124916"/>
                </a:lnTo>
                <a:cubicBezTo>
                  <a:pt x="82855" y="121240"/>
                  <a:pt x="83449" y="117706"/>
                  <a:pt x="84750" y="114313"/>
                </a:cubicBezTo>
                <a:cubicBezTo>
                  <a:pt x="86843" y="108716"/>
                  <a:pt x="90195" y="103204"/>
                  <a:pt x="94806" y="97776"/>
                </a:cubicBezTo>
                <a:cubicBezTo>
                  <a:pt x="99417" y="92349"/>
                  <a:pt x="106078" y="86072"/>
                  <a:pt x="114791" y="78948"/>
                </a:cubicBezTo>
                <a:cubicBezTo>
                  <a:pt x="128312" y="67870"/>
                  <a:pt x="137449" y="59094"/>
                  <a:pt x="142201" y="52622"/>
                </a:cubicBezTo>
                <a:cubicBezTo>
                  <a:pt x="146953" y="46150"/>
                  <a:pt x="149329" y="40031"/>
                  <a:pt x="149329" y="34265"/>
                </a:cubicBezTo>
                <a:cubicBezTo>
                  <a:pt x="149329" y="28217"/>
                  <a:pt x="147165" y="23116"/>
                  <a:pt x="142837" y="18961"/>
                </a:cubicBezTo>
                <a:cubicBezTo>
                  <a:pt x="138509" y="14807"/>
                  <a:pt x="132866" y="12729"/>
                  <a:pt x="125908" y="12729"/>
                </a:cubicBezTo>
                <a:cubicBezTo>
                  <a:pt x="118553" y="12729"/>
                  <a:pt x="112669" y="14936"/>
                  <a:pt x="108256" y="19348"/>
                </a:cubicBezTo>
                <a:cubicBezTo>
                  <a:pt x="103844" y="23761"/>
                  <a:pt x="101609" y="29871"/>
                  <a:pt x="101552" y="37678"/>
                </a:cubicBezTo>
                <a:lnTo>
                  <a:pt x="85853" y="36063"/>
                </a:lnTo>
                <a:cubicBezTo>
                  <a:pt x="86928" y="24326"/>
                  <a:pt x="90973" y="15381"/>
                  <a:pt x="97988" y="9229"/>
                </a:cubicBezTo>
                <a:cubicBezTo>
                  <a:pt x="105003" y="3076"/>
                  <a:pt x="114423" y="0"/>
                  <a:pt x="126247" y="0"/>
                </a:cubicBezTo>
                <a:cubicBezTo>
                  <a:pt x="138184" y="0"/>
                  <a:pt x="147632" y="3310"/>
                  <a:pt x="154591" y="9931"/>
                </a:cubicBezTo>
                <a:cubicBezTo>
                  <a:pt x="161549" y="16552"/>
                  <a:pt x="165029" y="24758"/>
                  <a:pt x="165029" y="34549"/>
                </a:cubicBezTo>
                <a:cubicBezTo>
                  <a:pt x="165029" y="39529"/>
                  <a:pt x="164010" y="44425"/>
                  <a:pt x="161974" y="49235"/>
                </a:cubicBezTo>
                <a:cubicBezTo>
                  <a:pt x="159937" y="54046"/>
                  <a:pt x="156557" y="59111"/>
                  <a:pt x="151833" y="64431"/>
                </a:cubicBezTo>
                <a:cubicBezTo>
                  <a:pt x="147109" y="69749"/>
                  <a:pt x="139259" y="77049"/>
                  <a:pt x="128284" y="86330"/>
                </a:cubicBezTo>
                <a:cubicBezTo>
                  <a:pt x="119119" y="94016"/>
                  <a:pt x="113235" y="99229"/>
                  <a:pt x="110632" y="101971"/>
                </a:cubicBezTo>
                <a:cubicBezTo>
                  <a:pt x="108030" y="104712"/>
                  <a:pt x="105880" y="107466"/>
                  <a:pt x="104183" y="110235"/>
                </a:cubicBezTo>
                <a:lnTo>
                  <a:pt x="165198" y="110235"/>
                </a:lnTo>
                <a:close/>
                <a:moveTo>
                  <a:pt x="190121" y="124916"/>
                </a:moveTo>
                <a:lnTo>
                  <a:pt x="190121" y="107434"/>
                </a:lnTo>
                <a:lnTo>
                  <a:pt x="207518" y="107434"/>
                </a:lnTo>
                <a:lnTo>
                  <a:pt x="207518" y="124916"/>
                </a:lnTo>
                <a:lnTo>
                  <a:pt x="190121" y="124916"/>
                </a:lnTo>
                <a:close/>
                <a:moveTo>
                  <a:pt x="276484" y="87577"/>
                </a:moveTo>
                <a:lnTo>
                  <a:pt x="276484" y="72132"/>
                </a:lnTo>
                <a:lnTo>
                  <a:pt x="323412" y="72132"/>
                </a:lnTo>
                <a:lnTo>
                  <a:pt x="323412" y="87577"/>
                </a:lnTo>
                <a:lnTo>
                  <a:pt x="276484" y="87577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attack">
            <a:extLst xmlns:a="http://schemas.openxmlformats.org/drawingml/2006/main">
              <a:ext uri="{FF2B5EF4-FFF2-40B4-BE49-F238E27FC236}">
                <a16:creationId xmlns:a16="http://schemas.microsoft.com/office/drawing/2014/main" id="{650DB03A-2323-4BA0-9AB3-2FC94327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304" y="80578"/>
            <a:ext cx="684559" cy="175075"/>
          </a:xfrm>
          <a:custGeom xmlns:a="http://schemas.openxmlformats.org/drawingml/2006/main">
            <a:pathLst>
              <a:path w="684559" h="175075">
                <a:moveTo>
                  <a:pt x="33370" y="86010"/>
                </a:moveTo>
                <a:lnTo>
                  <a:pt x="3408" y="80605"/>
                </a:lnTo>
                <a:cubicBezTo>
                  <a:pt x="6776" y="68383"/>
                  <a:pt x="12573" y="59335"/>
                  <a:pt x="20798" y="53463"/>
                </a:cubicBezTo>
                <a:cubicBezTo>
                  <a:pt x="29023" y="47588"/>
                  <a:pt x="41243" y="44650"/>
                  <a:pt x="57458" y="44650"/>
                </a:cubicBezTo>
                <a:cubicBezTo>
                  <a:pt x="72184" y="44650"/>
                  <a:pt x="83151" y="46393"/>
                  <a:pt x="90358" y="49879"/>
                </a:cubicBezTo>
                <a:cubicBezTo>
                  <a:pt x="97564" y="53365"/>
                  <a:pt x="102637" y="57791"/>
                  <a:pt x="105574" y="63156"/>
                </a:cubicBezTo>
                <a:cubicBezTo>
                  <a:pt x="108512" y="68522"/>
                  <a:pt x="109980" y="78373"/>
                  <a:pt x="109980" y="92708"/>
                </a:cubicBezTo>
                <a:lnTo>
                  <a:pt x="109628" y="131248"/>
                </a:lnTo>
                <a:cubicBezTo>
                  <a:pt x="109628" y="142215"/>
                  <a:pt x="110157" y="150302"/>
                  <a:pt x="111214" y="155512"/>
                </a:cubicBezTo>
                <a:cubicBezTo>
                  <a:pt x="112272" y="160721"/>
                  <a:pt x="114249" y="166302"/>
                  <a:pt x="117148" y="172255"/>
                </a:cubicBezTo>
                <a:lnTo>
                  <a:pt x="84483" y="172255"/>
                </a:lnTo>
                <a:cubicBezTo>
                  <a:pt x="83621" y="170062"/>
                  <a:pt x="82564" y="166811"/>
                  <a:pt x="81310" y="162503"/>
                </a:cubicBezTo>
                <a:cubicBezTo>
                  <a:pt x="80762" y="160545"/>
                  <a:pt x="80370" y="159252"/>
                  <a:pt x="80135" y="158625"/>
                </a:cubicBezTo>
                <a:cubicBezTo>
                  <a:pt x="74495" y="164109"/>
                  <a:pt x="68464" y="168221"/>
                  <a:pt x="62040" y="170963"/>
                </a:cubicBezTo>
                <a:cubicBezTo>
                  <a:pt x="55617" y="173705"/>
                  <a:pt x="48763" y="175075"/>
                  <a:pt x="41478" y="175075"/>
                </a:cubicBezTo>
                <a:cubicBezTo>
                  <a:pt x="28631" y="175075"/>
                  <a:pt x="18506" y="171604"/>
                  <a:pt x="11104" y="164662"/>
                </a:cubicBezTo>
                <a:cubicBezTo>
                  <a:pt x="3701" y="157720"/>
                  <a:pt x="0" y="148944"/>
                  <a:pt x="0" y="138335"/>
                </a:cubicBezTo>
                <a:cubicBezTo>
                  <a:pt x="0" y="131314"/>
                  <a:pt x="1684" y="125055"/>
                  <a:pt x="5053" y="119557"/>
                </a:cubicBezTo>
                <a:cubicBezTo>
                  <a:pt x="8421" y="114056"/>
                  <a:pt x="13140" y="109843"/>
                  <a:pt x="19211" y="106918"/>
                </a:cubicBezTo>
                <a:cubicBezTo>
                  <a:pt x="25282" y="103993"/>
                  <a:pt x="34036" y="101438"/>
                  <a:pt x="45473" y="99255"/>
                </a:cubicBezTo>
                <a:cubicBezTo>
                  <a:pt x="60904" y="96369"/>
                  <a:pt x="71597" y="93677"/>
                  <a:pt x="77550" y="91180"/>
                </a:cubicBezTo>
                <a:lnTo>
                  <a:pt x="77550" y="87853"/>
                </a:lnTo>
                <a:cubicBezTo>
                  <a:pt x="77550" y="81437"/>
                  <a:pt x="75984" y="76864"/>
                  <a:pt x="72850" y="74132"/>
                </a:cubicBezTo>
                <a:cubicBezTo>
                  <a:pt x="69717" y="71397"/>
                  <a:pt x="63803" y="70030"/>
                  <a:pt x="55108" y="70030"/>
                </a:cubicBezTo>
                <a:cubicBezTo>
                  <a:pt x="49233" y="70030"/>
                  <a:pt x="44650" y="71213"/>
                  <a:pt x="41360" y="73577"/>
                </a:cubicBezTo>
                <a:cubicBezTo>
                  <a:pt x="38070" y="75939"/>
                  <a:pt x="35407" y="80084"/>
                  <a:pt x="33370" y="86010"/>
                </a:cubicBezTo>
                <a:moveTo>
                  <a:pt x="77550" y="112800"/>
                </a:moveTo>
                <a:cubicBezTo>
                  <a:pt x="73320" y="114193"/>
                  <a:pt x="66623" y="115858"/>
                  <a:pt x="57458" y="117794"/>
                </a:cubicBezTo>
                <a:cubicBezTo>
                  <a:pt x="48293" y="119728"/>
                  <a:pt x="42300" y="121624"/>
                  <a:pt x="39480" y="123482"/>
                </a:cubicBezTo>
                <a:cubicBezTo>
                  <a:pt x="35172" y="126500"/>
                  <a:pt x="33018" y="130331"/>
                  <a:pt x="33018" y="134975"/>
                </a:cubicBezTo>
                <a:cubicBezTo>
                  <a:pt x="33018" y="139543"/>
                  <a:pt x="34741" y="143491"/>
                  <a:pt x="38188" y="146820"/>
                </a:cubicBezTo>
                <a:cubicBezTo>
                  <a:pt x="41634" y="150147"/>
                  <a:pt x="46021" y="151810"/>
                  <a:pt x="51348" y="151810"/>
                </a:cubicBezTo>
                <a:cubicBezTo>
                  <a:pt x="57301" y="151810"/>
                  <a:pt x="62980" y="149875"/>
                  <a:pt x="68385" y="146005"/>
                </a:cubicBezTo>
                <a:cubicBezTo>
                  <a:pt x="72380" y="143065"/>
                  <a:pt x="75004" y="139465"/>
                  <a:pt x="76258" y="135206"/>
                </a:cubicBezTo>
                <a:cubicBezTo>
                  <a:pt x="77119" y="132420"/>
                  <a:pt x="77550" y="127119"/>
                  <a:pt x="77550" y="119303"/>
                </a:cubicBezTo>
                <a:lnTo>
                  <a:pt x="77550" y="112800"/>
                </a:lnTo>
                <a:close/>
                <a:moveTo>
                  <a:pt x="199713" y="47470"/>
                </a:moveTo>
                <a:lnTo>
                  <a:pt x="199713" y="73790"/>
                </a:lnTo>
                <a:lnTo>
                  <a:pt x="177153" y="73790"/>
                </a:lnTo>
                <a:lnTo>
                  <a:pt x="177153" y="124000"/>
                </a:lnTo>
                <a:cubicBezTo>
                  <a:pt x="177153" y="134168"/>
                  <a:pt x="177368" y="140093"/>
                  <a:pt x="177799" y="141775"/>
                </a:cubicBezTo>
                <a:cubicBezTo>
                  <a:pt x="178230" y="143454"/>
                  <a:pt x="179209" y="144842"/>
                  <a:pt x="180736" y="145939"/>
                </a:cubicBezTo>
                <a:cubicBezTo>
                  <a:pt x="182264" y="147033"/>
                  <a:pt x="184124" y="147580"/>
                  <a:pt x="186318" y="147580"/>
                </a:cubicBezTo>
                <a:cubicBezTo>
                  <a:pt x="189373" y="147580"/>
                  <a:pt x="193798" y="146523"/>
                  <a:pt x="199595" y="144408"/>
                </a:cubicBezTo>
                <a:lnTo>
                  <a:pt x="202415" y="170118"/>
                </a:lnTo>
                <a:cubicBezTo>
                  <a:pt x="194738" y="173423"/>
                  <a:pt x="186043" y="175075"/>
                  <a:pt x="176330" y="175075"/>
                </a:cubicBezTo>
                <a:cubicBezTo>
                  <a:pt x="170377" y="175075"/>
                  <a:pt x="165011" y="174077"/>
                  <a:pt x="160233" y="172079"/>
                </a:cubicBezTo>
                <a:cubicBezTo>
                  <a:pt x="155454" y="170082"/>
                  <a:pt x="151949" y="167497"/>
                  <a:pt x="149716" y="164324"/>
                </a:cubicBezTo>
                <a:cubicBezTo>
                  <a:pt x="147484" y="161152"/>
                  <a:pt x="145937" y="156863"/>
                  <a:pt x="145075" y="151458"/>
                </a:cubicBezTo>
                <a:cubicBezTo>
                  <a:pt x="144370" y="147620"/>
                  <a:pt x="144018" y="139865"/>
                  <a:pt x="144018" y="128193"/>
                </a:cubicBezTo>
                <a:lnTo>
                  <a:pt x="144018" y="73790"/>
                </a:lnTo>
                <a:lnTo>
                  <a:pt x="128860" y="73790"/>
                </a:lnTo>
                <a:lnTo>
                  <a:pt x="128860" y="47470"/>
                </a:lnTo>
                <a:lnTo>
                  <a:pt x="144018" y="47470"/>
                </a:lnTo>
                <a:lnTo>
                  <a:pt x="144018" y="22560"/>
                </a:lnTo>
                <a:lnTo>
                  <a:pt x="177153" y="3055"/>
                </a:lnTo>
                <a:lnTo>
                  <a:pt x="177153" y="47470"/>
                </a:lnTo>
                <a:lnTo>
                  <a:pt x="199713" y="47470"/>
                </a:lnTo>
                <a:close/>
                <a:moveTo>
                  <a:pt x="279846" y="47470"/>
                </a:moveTo>
                <a:lnTo>
                  <a:pt x="279846" y="73790"/>
                </a:lnTo>
                <a:lnTo>
                  <a:pt x="257286" y="73790"/>
                </a:lnTo>
                <a:lnTo>
                  <a:pt x="257286" y="124000"/>
                </a:lnTo>
                <a:cubicBezTo>
                  <a:pt x="257286" y="134168"/>
                  <a:pt x="257502" y="140093"/>
                  <a:pt x="257933" y="141775"/>
                </a:cubicBezTo>
                <a:cubicBezTo>
                  <a:pt x="258363" y="143454"/>
                  <a:pt x="259343" y="144842"/>
                  <a:pt x="260870" y="145939"/>
                </a:cubicBezTo>
                <a:cubicBezTo>
                  <a:pt x="262398" y="147033"/>
                  <a:pt x="264258" y="147580"/>
                  <a:pt x="266451" y="147580"/>
                </a:cubicBezTo>
                <a:cubicBezTo>
                  <a:pt x="269506" y="147580"/>
                  <a:pt x="273932" y="146523"/>
                  <a:pt x="279729" y="144408"/>
                </a:cubicBezTo>
                <a:lnTo>
                  <a:pt x="282549" y="170118"/>
                </a:lnTo>
                <a:cubicBezTo>
                  <a:pt x="274872" y="173423"/>
                  <a:pt x="266177" y="175075"/>
                  <a:pt x="256464" y="175075"/>
                </a:cubicBezTo>
                <a:cubicBezTo>
                  <a:pt x="250510" y="175075"/>
                  <a:pt x="245145" y="174077"/>
                  <a:pt x="240366" y="172079"/>
                </a:cubicBezTo>
                <a:cubicBezTo>
                  <a:pt x="235588" y="170082"/>
                  <a:pt x="232083" y="167497"/>
                  <a:pt x="229850" y="164324"/>
                </a:cubicBezTo>
                <a:cubicBezTo>
                  <a:pt x="227618" y="161152"/>
                  <a:pt x="226070" y="156863"/>
                  <a:pt x="225209" y="151458"/>
                </a:cubicBezTo>
                <a:cubicBezTo>
                  <a:pt x="224504" y="147620"/>
                  <a:pt x="224151" y="139865"/>
                  <a:pt x="224151" y="128193"/>
                </a:cubicBezTo>
                <a:lnTo>
                  <a:pt x="224151" y="73790"/>
                </a:lnTo>
                <a:lnTo>
                  <a:pt x="208994" y="73790"/>
                </a:lnTo>
                <a:lnTo>
                  <a:pt x="208994" y="47470"/>
                </a:lnTo>
                <a:lnTo>
                  <a:pt x="224151" y="47470"/>
                </a:lnTo>
                <a:lnTo>
                  <a:pt x="224151" y="22560"/>
                </a:lnTo>
                <a:lnTo>
                  <a:pt x="257286" y="3055"/>
                </a:lnTo>
                <a:lnTo>
                  <a:pt x="257286" y="47470"/>
                </a:lnTo>
                <a:lnTo>
                  <a:pt x="279846" y="47470"/>
                </a:lnTo>
                <a:close/>
                <a:moveTo>
                  <a:pt x="327432" y="86010"/>
                </a:moveTo>
                <a:lnTo>
                  <a:pt x="297470" y="80605"/>
                </a:lnTo>
                <a:cubicBezTo>
                  <a:pt x="300838" y="68383"/>
                  <a:pt x="306635" y="59335"/>
                  <a:pt x="314860" y="53463"/>
                </a:cubicBezTo>
                <a:cubicBezTo>
                  <a:pt x="323085" y="47588"/>
                  <a:pt x="335305" y="44650"/>
                  <a:pt x="351520" y="44650"/>
                </a:cubicBezTo>
                <a:cubicBezTo>
                  <a:pt x="366247" y="44650"/>
                  <a:pt x="377213" y="46393"/>
                  <a:pt x="384420" y="49879"/>
                </a:cubicBezTo>
                <a:cubicBezTo>
                  <a:pt x="391627" y="53365"/>
                  <a:pt x="396699" y="57791"/>
                  <a:pt x="399636" y="63156"/>
                </a:cubicBezTo>
                <a:cubicBezTo>
                  <a:pt x="402574" y="68522"/>
                  <a:pt x="404042" y="78373"/>
                  <a:pt x="404042" y="92708"/>
                </a:cubicBezTo>
                <a:lnTo>
                  <a:pt x="403690" y="131248"/>
                </a:lnTo>
                <a:cubicBezTo>
                  <a:pt x="403690" y="142215"/>
                  <a:pt x="404219" y="150302"/>
                  <a:pt x="405276" y="155512"/>
                </a:cubicBezTo>
                <a:cubicBezTo>
                  <a:pt x="406334" y="160721"/>
                  <a:pt x="408312" y="166302"/>
                  <a:pt x="411210" y="172255"/>
                </a:cubicBezTo>
                <a:lnTo>
                  <a:pt x="378545" y="172255"/>
                </a:lnTo>
                <a:cubicBezTo>
                  <a:pt x="377683" y="170062"/>
                  <a:pt x="376626" y="166811"/>
                  <a:pt x="375372" y="162503"/>
                </a:cubicBezTo>
                <a:cubicBezTo>
                  <a:pt x="374824" y="160545"/>
                  <a:pt x="374432" y="159252"/>
                  <a:pt x="374197" y="158625"/>
                </a:cubicBezTo>
                <a:cubicBezTo>
                  <a:pt x="368557" y="164109"/>
                  <a:pt x="362526" y="168221"/>
                  <a:pt x="356102" y="170963"/>
                </a:cubicBezTo>
                <a:cubicBezTo>
                  <a:pt x="349679" y="173705"/>
                  <a:pt x="342825" y="175075"/>
                  <a:pt x="335540" y="175075"/>
                </a:cubicBezTo>
                <a:cubicBezTo>
                  <a:pt x="322693" y="175075"/>
                  <a:pt x="312568" y="171604"/>
                  <a:pt x="305166" y="164662"/>
                </a:cubicBezTo>
                <a:cubicBezTo>
                  <a:pt x="297763" y="157720"/>
                  <a:pt x="294062" y="148944"/>
                  <a:pt x="294062" y="138335"/>
                </a:cubicBezTo>
                <a:cubicBezTo>
                  <a:pt x="294062" y="131314"/>
                  <a:pt x="295746" y="125055"/>
                  <a:pt x="299115" y="119557"/>
                </a:cubicBezTo>
                <a:cubicBezTo>
                  <a:pt x="302483" y="114056"/>
                  <a:pt x="307203" y="109843"/>
                  <a:pt x="313273" y="106918"/>
                </a:cubicBezTo>
                <a:cubicBezTo>
                  <a:pt x="319344" y="103993"/>
                  <a:pt x="328098" y="101438"/>
                  <a:pt x="339535" y="99255"/>
                </a:cubicBezTo>
                <a:cubicBezTo>
                  <a:pt x="354966" y="96369"/>
                  <a:pt x="365659" y="93677"/>
                  <a:pt x="371612" y="91180"/>
                </a:cubicBezTo>
                <a:lnTo>
                  <a:pt x="371612" y="87853"/>
                </a:lnTo>
                <a:cubicBezTo>
                  <a:pt x="371612" y="81437"/>
                  <a:pt x="370046" y="76864"/>
                  <a:pt x="366912" y="74132"/>
                </a:cubicBezTo>
                <a:cubicBezTo>
                  <a:pt x="363779" y="71397"/>
                  <a:pt x="357865" y="70030"/>
                  <a:pt x="349170" y="70030"/>
                </a:cubicBezTo>
                <a:cubicBezTo>
                  <a:pt x="343295" y="70030"/>
                  <a:pt x="338712" y="71213"/>
                  <a:pt x="335422" y="73577"/>
                </a:cubicBezTo>
                <a:cubicBezTo>
                  <a:pt x="332132" y="75939"/>
                  <a:pt x="329469" y="80084"/>
                  <a:pt x="327432" y="86010"/>
                </a:cubicBezTo>
                <a:moveTo>
                  <a:pt x="371612" y="112800"/>
                </a:moveTo>
                <a:cubicBezTo>
                  <a:pt x="367382" y="114193"/>
                  <a:pt x="360685" y="115858"/>
                  <a:pt x="351520" y="117794"/>
                </a:cubicBezTo>
                <a:cubicBezTo>
                  <a:pt x="342355" y="119728"/>
                  <a:pt x="336362" y="121624"/>
                  <a:pt x="333542" y="123482"/>
                </a:cubicBezTo>
                <a:cubicBezTo>
                  <a:pt x="329234" y="126500"/>
                  <a:pt x="327080" y="130331"/>
                  <a:pt x="327080" y="134975"/>
                </a:cubicBezTo>
                <a:cubicBezTo>
                  <a:pt x="327080" y="139543"/>
                  <a:pt x="328803" y="143491"/>
                  <a:pt x="332250" y="146820"/>
                </a:cubicBezTo>
                <a:cubicBezTo>
                  <a:pt x="335696" y="150147"/>
                  <a:pt x="340083" y="151810"/>
                  <a:pt x="345410" y="151810"/>
                </a:cubicBezTo>
                <a:cubicBezTo>
                  <a:pt x="351363" y="151810"/>
                  <a:pt x="357042" y="149875"/>
                  <a:pt x="362447" y="146005"/>
                </a:cubicBezTo>
                <a:cubicBezTo>
                  <a:pt x="366442" y="143065"/>
                  <a:pt x="369067" y="139465"/>
                  <a:pt x="370320" y="135206"/>
                </a:cubicBezTo>
                <a:cubicBezTo>
                  <a:pt x="371182" y="132420"/>
                  <a:pt x="371612" y="127119"/>
                  <a:pt x="371612" y="119303"/>
                </a:cubicBezTo>
                <a:lnTo>
                  <a:pt x="371612" y="112800"/>
                </a:lnTo>
                <a:close/>
                <a:moveTo>
                  <a:pt x="545359" y="84365"/>
                </a:moveTo>
                <a:lnTo>
                  <a:pt x="512812" y="90240"/>
                </a:lnTo>
                <a:cubicBezTo>
                  <a:pt x="511715" y="83778"/>
                  <a:pt x="509228" y="78911"/>
                  <a:pt x="505351" y="75641"/>
                </a:cubicBezTo>
                <a:cubicBezTo>
                  <a:pt x="501473" y="72370"/>
                  <a:pt x="496440" y="70735"/>
                  <a:pt x="490252" y="70735"/>
                </a:cubicBezTo>
                <a:cubicBezTo>
                  <a:pt x="482027" y="70735"/>
                  <a:pt x="475466" y="73566"/>
                  <a:pt x="470571" y="79228"/>
                </a:cubicBezTo>
                <a:cubicBezTo>
                  <a:pt x="465675" y="84890"/>
                  <a:pt x="463227" y="94359"/>
                  <a:pt x="463227" y="107634"/>
                </a:cubicBezTo>
                <a:cubicBezTo>
                  <a:pt x="463227" y="122395"/>
                  <a:pt x="465714" y="132822"/>
                  <a:pt x="470688" y="138915"/>
                </a:cubicBezTo>
                <a:cubicBezTo>
                  <a:pt x="475662" y="145005"/>
                  <a:pt x="482340" y="148050"/>
                  <a:pt x="490722" y="148050"/>
                </a:cubicBezTo>
                <a:cubicBezTo>
                  <a:pt x="496989" y="148050"/>
                  <a:pt x="502119" y="146268"/>
                  <a:pt x="506114" y="142704"/>
                </a:cubicBezTo>
                <a:cubicBezTo>
                  <a:pt x="510109" y="139140"/>
                  <a:pt x="512929" y="133010"/>
                  <a:pt x="514574" y="124315"/>
                </a:cubicBezTo>
                <a:lnTo>
                  <a:pt x="547004" y="129955"/>
                </a:lnTo>
                <a:cubicBezTo>
                  <a:pt x="543636" y="144839"/>
                  <a:pt x="537174" y="156080"/>
                  <a:pt x="527617" y="163678"/>
                </a:cubicBezTo>
                <a:cubicBezTo>
                  <a:pt x="518060" y="171276"/>
                  <a:pt x="505253" y="175075"/>
                  <a:pt x="489194" y="175075"/>
                </a:cubicBezTo>
                <a:cubicBezTo>
                  <a:pt x="470943" y="175075"/>
                  <a:pt x="456392" y="169318"/>
                  <a:pt x="445543" y="157803"/>
                </a:cubicBezTo>
                <a:cubicBezTo>
                  <a:pt x="434694" y="146288"/>
                  <a:pt x="429269" y="130347"/>
                  <a:pt x="429269" y="109980"/>
                </a:cubicBezTo>
                <a:cubicBezTo>
                  <a:pt x="429269" y="89379"/>
                  <a:pt x="434713" y="73340"/>
                  <a:pt x="445602" y="61864"/>
                </a:cubicBezTo>
                <a:cubicBezTo>
                  <a:pt x="456490" y="50388"/>
                  <a:pt x="471217" y="44650"/>
                  <a:pt x="489782" y="44650"/>
                </a:cubicBezTo>
                <a:cubicBezTo>
                  <a:pt x="504979" y="44650"/>
                  <a:pt x="517061" y="47921"/>
                  <a:pt x="526031" y="54461"/>
                </a:cubicBezTo>
                <a:cubicBezTo>
                  <a:pt x="535000" y="61002"/>
                  <a:pt x="541443" y="70970"/>
                  <a:pt x="545359" y="84365"/>
                </a:cubicBezTo>
                <a:close/>
                <a:moveTo>
                  <a:pt x="569174" y="172255"/>
                </a:moveTo>
                <a:lnTo>
                  <a:pt x="569174" y="0"/>
                </a:lnTo>
                <a:lnTo>
                  <a:pt x="602192" y="0"/>
                </a:lnTo>
                <a:lnTo>
                  <a:pt x="602192" y="91415"/>
                </a:lnTo>
                <a:lnTo>
                  <a:pt x="640849" y="47470"/>
                </a:lnTo>
                <a:lnTo>
                  <a:pt x="681504" y="47470"/>
                </a:lnTo>
                <a:lnTo>
                  <a:pt x="638852" y="93079"/>
                </a:lnTo>
                <a:lnTo>
                  <a:pt x="684559" y="172255"/>
                </a:lnTo>
                <a:lnTo>
                  <a:pt x="648957" y="172255"/>
                </a:lnTo>
                <a:lnTo>
                  <a:pt x="617584" y="116193"/>
                </a:lnTo>
                <a:lnTo>
                  <a:pt x="602192" y="132305"/>
                </a:lnTo>
                <a:lnTo>
                  <a:pt x="602192" y="172255"/>
                </a:lnTo>
                <a:lnTo>
                  <a:pt x="569174" y="172255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dataflow">
            <a:extLst xmlns:a="http://schemas.openxmlformats.org/drawingml/2006/main">
              <a:ext uri="{FF2B5EF4-FFF2-40B4-BE49-F238E27FC236}">
                <a16:creationId xmlns:a16="http://schemas.microsoft.com/office/drawing/2014/main" id="{EC50307D-13AE-423F-B892-3AC0111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53" y="168155"/>
            <a:ext cx="805007" cy="148442"/>
          </a:xfrm>
          <a:custGeom xmlns:a="http://schemas.openxmlformats.org/drawingml/2006/main">
            <a:pathLst>
              <a:path w="805007" h="148442">
                <a:moveTo>
                  <a:pt x="101540" y="146092"/>
                </a:moveTo>
                <a:lnTo>
                  <a:pt x="75984" y="146092"/>
                </a:lnTo>
                <a:lnTo>
                  <a:pt x="75984" y="130817"/>
                </a:lnTo>
                <a:cubicBezTo>
                  <a:pt x="71740" y="136757"/>
                  <a:pt x="66730" y="141180"/>
                  <a:pt x="60953" y="144085"/>
                </a:cubicBezTo>
                <a:cubicBezTo>
                  <a:pt x="55176" y="146990"/>
                  <a:pt x="49350" y="148442"/>
                  <a:pt x="43475" y="148442"/>
                </a:cubicBezTo>
                <a:cubicBezTo>
                  <a:pt x="31529" y="148442"/>
                  <a:pt x="21297" y="143628"/>
                  <a:pt x="12778" y="133999"/>
                </a:cubicBezTo>
                <a:cubicBezTo>
                  <a:pt x="4259" y="124371"/>
                  <a:pt x="0" y="110940"/>
                  <a:pt x="0" y="93706"/>
                </a:cubicBezTo>
                <a:cubicBezTo>
                  <a:pt x="0" y="76081"/>
                  <a:pt x="4145" y="62683"/>
                  <a:pt x="12435" y="53512"/>
                </a:cubicBezTo>
                <a:cubicBezTo>
                  <a:pt x="20726" y="44340"/>
                  <a:pt x="31203" y="39754"/>
                  <a:pt x="43867" y="39754"/>
                </a:cubicBezTo>
                <a:cubicBezTo>
                  <a:pt x="55486" y="39754"/>
                  <a:pt x="65539" y="44585"/>
                  <a:pt x="74025" y="54246"/>
                </a:cubicBezTo>
                <a:lnTo>
                  <a:pt x="74025" y="2546"/>
                </a:lnTo>
                <a:lnTo>
                  <a:pt x="101540" y="2546"/>
                </a:lnTo>
                <a:lnTo>
                  <a:pt x="101540" y="146092"/>
                </a:lnTo>
                <a:moveTo>
                  <a:pt x="28102" y="91898"/>
                </a:moveTo>
                <a:cubicBezTo>
                  <a:pt x="28102" y="102979"/>
                  <a:pt x="29636" y="110996"/>
                  <a:pt x="32704" y="115949"/>
                </a:cubicBezTo>
                <a:cubicBezTo>
                  <a:pt x="37143" y="123119"/>
                  <a:pt x="43345" y="126704"/>
                  <a:pt x="51308" y="126704"/>
                </a:cubicBezTo>
                <a:cubicBezTo>
                  <a:pt x="57640" y="126704"/>
                  <a:pt x="63026" y="124016"/>
                  <a:pt x="67465" y="118639"/>
                </a:cubicBezTo>
                <a:cubicBezTo>
                  <a:pt x="71904" y="113261"/>
                  <a:pt x="74123" y="105228"/>
                  <a:pt x="74123" y="94539"/>
                </a:cubicBezTo>
                <a:cubicBezTo>
                  <a:pt x="74123" y="82609"/>
                  <a:pt x="71969" y="74021"/>
                  <a:pt x="67661" y="68774"/>
                </a:cubicBezTo>
                <a:cubicBezTo>
                  <a:pt x="63352" y="63528"/>
                  <a:pt x="57836" y="60904"/>
                  <a:pt x="51113" y="60904"/>
                </a:cubicBezTo>
                <a:cubicBezTo>
                  <a:pt x="44585" y="60904"/>
                  <a:pt x="39118" y="63495"/>
                  <a:pt x="34712" y="68676"/>
                </a:cubicBezTo>
                <a:cubicBezTo>
                  <a:pt x="30305" y="73858"/>
                  <a:pt x="28102" y="81598"/>
                  <a:pt x="28102" y="91898"/>
                </a:cubicBezTo>
                <a:close/>
                <a:moveTo>
                  <a:pt x="149256" y="74221"/>
                </a:moveTo>
                <a:lnTo>
                  <a:pt x="124287" y="69717"/>
                </a:lnTo>
                <a:cubicBezTo>
                  <a:pt x="127094" y="59531"/>
                  <a:pt x="131924" y="51992"/>
                  <a:pt x="138779" y="47098"/>
                </a:cubicBezTo>
                <a:cubicBezTo>
                  <a:pt x="145633" y="42202"/>
                  <a:pt x="155816" y="39754"/>
                  <a:pt x="169329" y="39754"/>
                </a:cubicBezTo>
                <a:cubicBezTo>
                  <a:pt x="181601" y="39754"/>
                  <a:pt x="190740" y="41207"/>
                  <a:pt x="196745" y="44112"/>
                </a:cubicBezTo>
                <a:cubicBezTo>
                  <a:pt x="202751" y="47016"/>
                  <a:pt x="206978" y="50705"/>
                  <a:pt x="209426" y="55176"/>
                </a:cubicBezTo>
                <a:cubicBezTo>
                  <a:pt x="211874" y="59648"/>
                  <a:pt x="213098" y="67856"/>
                  <a:pt x="213098" y="79802"/>
                </a:cubicBezTo>
                <a:lnTo>
                  <a:pt x="212804" y="111919"/>
                </a:lnTo>
                <a:cubicBezTo>
                  <a:pt x="212804" y="121058"/>
                  <a:pt x="213244" y="127798"/>
                  <a:pt x="214126" y="132139"/>
                </a:cubicBezTo>
                <a:cubicBezTo>
                  <a:pt x="215007" y="136480"/>
                  <a:pt x="216655" y="141131"/>
                  <a:pt x="219071" y="146092"/>
                </a:cubicBezTo>
                <a:lnTo>
                  <a:pt x="191850" y="146092"/>
                </a:lnTo>
                <a:cubicBezTo>
                  <a:pt x="191132" y="144264"/>
                  <a:pt x="190250" y="141555"/>
                  <a:pt x="189206" y="137965"/>
                </a:cubicBezTo>
                <a:cubicBezTo>
                  <a:pt x="188749" y="136333"/>
                  <a:pt x="188423" y="135256"/>
                  <a:pt x="188227" y="134734"/>
                </a:cubicBezTo>
                <a:cubicBezTo>
                  <a:pt x="183527" y="139303"/>
                  <a:pt x="178500" y="142730"/>
                  <a:pt x="173147" y="145015"/>
                </a:cubicBezTo>
                <a:cubicBezTo>
                  <a:pt x="167795" y="147300"/>
                  <a:pt x="162083" y="148442"/>
                  <a:pt x="156012" y="148442"/>
                </a:cubicBezTo>
                <a:cubicBezTo>
                  <a:pt x="145306" y="148442"/>
                  <a:pt x="136869" y="145549"/>
                  <a:pt x="130701" y="139764"/>
                </a:cubicBezTo>
                <a:cubicBezTo>
                  <a:pt x="124532" y="133979"/>
                  <a:pt x="121447" y="126666"/>
                  <a:pt x="121447" y="117825"/>
                </a:cubicBezTo>
                <a:cubicBezTo>
                  <a:pt x="121447" y="111974"/>
                  <a:pt x="122851" y="106758"/>
                  <a:pt x="125658" y="102176"/>
                </a:cubicBezTo>
                <a:cubicBezTo>
                  <a:pt x="128465" y="97593"/>
                  <a:pt x="132398" y="94082"/>
                  <a:pt x="137457" y="91644"/>
                </a:cubicBezTo>
                <a:cubicBezTo>
                  <a:pt x="142516" y="89206"/>
                  <a:pt x="149811" y="87078"/>
                  <a:pt x="159341" y="85258"/>
                </a:cubicBezTo>
                <a:cubicBezTo>
                  <a:pt x="172201" y="82853"/>
                  <a:pt x="181111" y="80610"/>
                  <a:pt x="186073" y="78529"/>
                </a:cubicBezTo>
                <a:lnTo>
                  <a:pt x="186073" y="75757"/>
                </a:lnTo>
                <a:cubicBezTo>
                  <a:pt x="186073" y="70410"/>
                  <a:pt x="184767" y="66599"/>
                  <a:pt x="182156" y="64322"/>
                </a:cubicBezTo>
                <a:cubicBezTo>
                  <a:pt x="179545" y="62044"/>
                  <a:pt x="174616" y="60904"/>
                  <a:pt x="167370" y="60904"/>
                </a:cubicBezTo>
                <a:cubicBezTo>
                  <a:pt x="162475" y="60904"/>
                  <a:pt x="158656" y="61890"/>
                  <a:pt x="155914" y="63860"/>
                </a:cubicBezTo>
                <a:cubicBezTo>
                  <a:pt x="153172" y="65829"/>
                  <a:pt x="150953" y="69282"/>
                  <a:pt x="149256" y="74221"/>
                </a:cubicBezTo>
                <a:moveTo>
                  <a:pt x="186073" y="96546"/>
                </a:moveTo>
                <a:cubicBezTo>
                  <a:pt x="182548" y="97707"/>
                  <a:pt x="176966" y="99094"/>
                  <a:pt x="169329" y="100708"/>
                </a:cubicBezTo>
                <a:cubicBezTo>
                  <a:pt x="161691" y="102319"/>
                  <a:pt x="156697" y="103899"/>
                  <a:pt x="154347" y="105447"/>
                </a:cubicBezTo>
                <a:cubicBezTo>
                  <a:pt x="150757" y="107963"/>
                  <a:pt x="148962" y="111155"/>
                  <a:pt x="148962" y="115025"/>
                </a:cubicBezTo>
                <a:cubicBezTo>
                  <a:pt x="148962" y="118831"/>
                  <a:pt x="150398" y="122122"/>
                  <a:pt x="153270" y="124896"/>
                </a:cubicBezTo>
                <a:cubicBezTo>
                  <a:pt x="156143" y="127668"/>
                  <a:pt x="159798" y="129054"/>
                  <a:pt x="164237" y="129054"/>
                </a:cubicBezTo>
                <a:cubicBezTo>
                  <a:pt x="169198" y="129054"/>
                  <a:pt x="173931" y="127442"/>
                  <a:pt x="178435" y="124217"/>
                </a:cubicBezTo>
                <a:cubicBezTo>
                  <a:pt x="181764" y="121767"/>
                  <a:pt x="183951" y="118767"/>
                  <a:pt x="184995" y="115218"/>
                </a:cubicBezTo>
                <a:cubicBezTo>
                  <a:pt x="185714" y="112896"/>
                  <a:pt x="186073" y="108479"/>
                  <a:pt x="186073" y="101965"/>
                </a:cubicBezTo>
                <a:lnTo>
                  <a:pt x="186073" y="96546"/>
                </a:lnTo>
                <a:close/>
                <a:moveTo>
                  <a:pt x="287876" y="42104"/>
                </a:moveTo>
                <a:lnTo>
                  <a:pt x="287876" y="64038"/>
                </a:lnTo>
                <a:lnTo>
                  <a:pt x="269076" y="64038"/>
                </a:lnTo>
                <a:lnTo>
                  <a:pt x="269076" y="105879"/>
                </a:lnTo>
                <a:cubicBezTo>
                  <a:pt x="269076" y="114353"/>
                  <a:pt x="269256" y="119290"/>
                  <a:pt x="269615" y="120692"/>
                </a:cubicBezTo>
                <a:cubicBezTo>
                  <a:pt x="269974" y="122091"/>
                  <a:pt x="270790" y="123248"/>
                  <a:pt x="272063" y="124162"/>
                </a:cubicBezTo>
                <a:cubicBezTo>
                  <a:pt x="273336" y="125074"/>
                  <a:pt x="274886" y="125529"/>
                  <a:pt x="276714" y="125529"/>
                </a:cubicBezTo>
                <a:cubicBezTo>
                  <a:pt x="279260" y="125529"/>
                  <a:pt x="282948" y="124648"/>
                  <a:pt x="287778" y="122886"/>
                </a:cubicBezTo>
                <a:lnTo>
                  <a:pt x="290128" y="144311"/>
                </a:lnTo>
                <a:cubicBezTo>
                  <a:pt x="283731" y="147065"/>
                  <a:pt x="276485" y="148442"/>
                  <a:pt x="268391" y="148442"/>
                </a:cubicBezTo>
                <a:cubicBezTo>
                  <a:pt x="263430" y="148442"/>
                  <a:pt x="258958" y="147610"/>
                  <a:pt x="254976" y="145945"/>
                </a:cubicBezTo>
                <a:cubicBezTo>
                  <a:pt x="250994" y="144281"/>
                  <a:pt x="248073" y="142126"/>
                  <a:pt x="246213" y="139483"/>
                </a:cubicBezTo>
                <a:cubicBezTo>
                  <a:pt x="244352" y="136839"/>
                  <a:pt x="243063" y="133265"/>
                  <a:pt x="242345" y="128761"/>
                </a:cubicBezTo>
                <a:cubicBezTo>
                  <a:pt x="241758" y="125562"/>
                  <a:pt x="241464" y="119100"/>
                  <a:pt x="241464" y="109373"/>
                </a:cubicBezTo>
                <a:lnTo>
                  <a:pt x="241464" y="64038"/>
                </a:lnTo>
                <a:lnTo>
                  <a:pt x="228833" y="64038"/>
                </a:lnTo>
                <a:lnTo>
                  <a:pt x="228833" y="42104"/>
                </a:lnTo>
                <a:lnTo>
                  <a:pt x="241464" y="42104"/>
                </a:lnTo>
                <a:lnTo>
                  <a:pt x="241464" y="21346"/>
                </a:lnTo>
                <a:lnTo>
                  <a:pt x="269076" y="5092"/>
                </a:lnTo>
                <a:lnTo>
                  <a:pt x="269076" y="42104"/>
                </a:lnTo>
                <a:lnTo>
                  <a:pt x="287876" y="42104"/>
                </a:lnTo>
                <a:close/>
                <a:moveTo>
                  <a:pt x="327531" y="74221"/>
                </a:moveTo>
                <a:lnTo>
                  <a:pt x="302562" y="69717"/>
                </a:lnTo>
                <a:cubicBezTo>
                  <a:pt x="305369" y="59531"/>
                  <a:pt x="310200" y="51992"/>
                  <a:pt x="317054" y="47098"/>
                </a:cubicBezTo>
                <a:cubicBezTo>
                  <a:pt x="323908" y="42202"/>
                  <a:pt x="334091" y="39754"/>
                  <a:pt x="347604" y="39754"/>
                </a:cubicBezTo>
                <a:cubicBezTo>
                  <a:pt x="359876" y="39754"/>
                  <a:pt x="369015" y="41207"/>
                  <a:pt x="375021" y="44112"/>
                </a:cubicBezTo>
                <a:cubicBezTo>
                  <a:pt x="381026" y="47016"/>
                  <a:pt x="385253" y="50705"/>
                  <a:pt x="387701" y="55176"/>
                </a:cubicBezTo>
                <a:cubicBezTo>
                  <a:pt x="390149" y="59648"/>
                  <a:pt x="391373" y="67856"/>
                  <a:pt x="391373" y="79802"/>
                </a:cubicBezTo>
                <a:lnTo>
                  <a:pt x="391079" y="111919"/>
                </a:lnTo>
                <a:cubicBezTo>
                  <a:pt x="391079" y="121058"/>
                  <a:pt x="391520" y="127798"/>
                  <a:pt x="392401" y="132139"/>
                </a:cubicBezTo>
                <a:cubicBezTo>
                  <a:pt x="393282" y="136480"/>
                  <a:pt x="394930" y="141131"/>
                  <a:pt x="397346" y="146092"/>
                </a:cubicBezTo>
                <a:lnTo>
                  <a:pt x="370125" y="146092"/>
                </a:lnTo>
                <a:cubicBezTo>
                  <a:pt x="369407" y="144264"/>
                  <a:pt x="368525" y="141555"/>
                  <a:pt x="367481" y="137965"/>
                </a:cubicBezTo>
                <a:cubicBezTo>
                  <a:pt x="367024" y="136333"/>
                  <a:pt x="366698" y="135256"/>
                  <a:pt x="366502" y="134734"/>
                </a:cubicBezTo>
                <a:cubicBezTo>
                  <a:pt x="361802" y="139303"/>
                  <a:pt x="356775" y="142730"/>
                  <a:pt x="351423" y="145015"/>
                </a:cubicBezTo>
                <a:cubicBezTo>
                  <a:pt x="346070" y="147300"/>
                  <a:pt x="340358" y="148442"/>
                  <a:pt x="334287" y="148442"/>
                </a:cubicBezTo>
                <a:cubicBezTo>
                  <a:pt x="323582" y="148442"/>
                  <a:pt x="315144" y="145549"/>
                  <a:pt x="308976" y="139764"/>
                </a:cubicBezTo>
                <a:cubicBezTo>
                  <a:pt x="302807" y="133979"/>
                  <a:pt x="299723" y="126666"/>
                  <a:pt x="299723" y="117825"/>
                </a:cubicBezTo>
                <a:cubicBezTo>
                  <a:pt x="299723" y="111974"/>
                  <a:pt x="301126" y="106758"/>
                  <a:pt x="303933" y="102176"/>
                </a:cubicBezTo>
                <a:cubicBezTo>
                  <a:pt x="306740" y="97593"/>
                  <a:pt x="310673" y="94082"/>
                  <a:pt x="315732" y="91644"/>
                </a:cubicBezTo>
                <a:cubicBezTo>
                  <a:pt x="320791" y="89206"/>
                  <a:pt x="328086" y="87078"/>
                  <a:pt x="337616" y="85258"/>
                </a:cubicBezTo>
                <a:cubicBezTo>
                  <a:pt x="350476" y="82853"/>
                  <a:pt x="359387" y="80610"/>
                  <a:pt x="364348" y="78529"/>
                </a:cubicBezTo>
                <a:lnTo>
                  <a:pt x="364348" y="75757"/>
                </a:lnTo>
                <a:cubicBezTo>
                  <a:pt x="364348" y="70410"/>
                  <a:pt x="363042" y="66599"/>
                  <a:pt x="360431" y="64322"/>
                </a:cubicBezTo>
                <a:cubicBezTo>
                  <a:pt x="357820" y="62044"/>
                  <a:pt x="352891" y="60904"/>
                  <a:pt x="345646" y="60904"/>
                </a:cubicBezTo>
                <a:cubicBezTo>
                  <a:pt x="340750" y="60904"/>
                  <a:pt x="336931" y="61890"/>
                  <a:pt x="334189" y="63860"/>
                </a:cubicBezTo>
                <a:cubicBezTo>
                  <a:pt x="331448" y="65829"/>
                  <a:pt x="329228" y="69282"/>
                  <a:pt x="327531" y="74221"/>
                </a:cubicBezTo>
                <a:moveTo>
                  <a:pt x="364348" y="96546"/>
                </a:moveTo>
                <a:cubicBezTo>
                  <a:pt x="360823" y="97707"/>
                  <a:pt x="355241" y="99094"/>
                  <a:pt x="347604" y="100708"/>
                </a:cubicBezTo>
                <a:cubicBezTo>
                  <a:pt x="339966" y="102319"/>
                  <a:pt x="334973" y="103899"/>
                  <a:pt x="332623" y="105447"/>
                </a:cubicBezTo>
                <a:cubicBezTo>
                  <a:pt x="329032" y="107963"/>
                  <a:pt x="327237" y="111155"/>
                  <a:pt x="327237" y="115025"/>
                </a:cubicBezTo>
                <a:cubicBezTo>
                  <a:pt x="327237" y="118831"/>
                  <a:pt x="328673" y="122122"/>
                  <a:pt x="331546" y="124896"/>
                </a:cubicBezTo>
                <a:cubicBezTo>
                  <a:pt x="334418" y="127668"/>
                  <a:pt x="338073" y="129054"/>
                  <a:pt x="342512" y="129054"/>
                </a:cubicBezTo>
                <a:cubicBezTo>
                  <a:pt x="347473" y="129054"/>
                  <a:pt x="352206" y="127442"/>
                  <a:pt x="356710" y="124217"/>
                </a:cubicBezTo>
                <a:cubicBezTo>
                  <a:pt x="360039" y="121767"/>
                  <a:pt x="362226" y="118767"/>
                  <a:pt x="363271" y="115218"/>
                </a:cubicBezTo>
                <a:cubicBezTo>
                  <a:pt x="363989" y="112896"/>
                  <a:pt x="364348" y="108479"/>
                  <a:pt x="364348" y="101965"/>
                </a:cubicBezTo>
                <a:lnTo>
                  <a:pt x="364348" y="96546"/>
                </a:lnTo>
                <a:close/>
                <a:moveTo>
                  <a:pt x="406422" y="42104"/>
                </a:moveTo>
                <a:lnTo>
                  <a:pt x="421697" y="42104"/>
                </a:lnTo>
                <a:lnTo>
                  <a:pt x="421697" y="34253"/>
                </a:lnTo>
                <a:cubicBezTo>
                  <a:pt x="421697" y="25485"/>
                  <a:pt x="422627" y="18942"/>
                  <a:pt x="424487" y="14623"/>
                </a:cubicBezTo>
                <a:cubicBezTo>
                  <a:pt x="426348" y="10305"/>
                  <a:pt x="429775" y="6788"/>
                  <a:pt x="434769" y="4073"/>
                </a:cubicBezTo>
                <a:cubicBezTo>
                  <a:pt x="439762" y="1358"/>
                  <a:pt x="446078" y="0"/>
                  <a:pt x="453716" y="0"/>
                </a:cubicBezTo>
                <a:cubicBezTo>
                  <a:pt x="461549" y="0"/>
                  <a:pt x="469219" y="1175"/>
                  <a:pt x="476726" y="3525"/>
                </a:cubicBezTo>
                <a:lnTo>
                  <a:pt x="473005" y="22717"/>
                </a:lnTo>
                <a:cubicBezTo>
                  <a:pt x="468632" y="21672"/>
                  <a:pt x="464421" y="21150"/>
                  <a:pt x="460374" y="21150"/>
                </a:cubicBezTo>
                <a:cubicBezTo>
                  <a:pt x="456392" y="21150"/>
                  <a:pt x="453536" y="22085"/>
                  <a:pt x="451806" y="23956"/>
                </a:cubicBezTo>
                <a:cubicBezTo>
                  <a:pt x="450076" y="25825"/>
                  <a:pt x="449211" y="29415"/>
                  <a:pt x="449211" y="34727"/>
                </a:cubicBezTo>
                <a:lnTo>
                  <a:pt x="449211" y="42104"/>
                </a:lnTo>
                <a:lnTo>
                  <a:pt x="469774" y="42104"/>
                </a:lnTo>
                <a:lnTo>
                  <a:pt x="469774" y="63842"/>
                </a:lnTo>
                <a:lnTo>
                  <a:pt x="449211" y="63842"/>
                </a:lnTo>
                <a:lnTo>
                  <a:pt x="449211" y="146092"/>
                </a:lnTo>
                <a:lnTo>
                  <a:pt x="421697" y="146092"/>
                </a:lnTo>
                <a:lnTo>
                  <a:pt x="421697" y="63842"/>
                </a:lnTo>
                <a:lnTo>
                  <a:pt x="406422" y="63842"/>
                </a:lnTo>
                <a:lnTo>
                  <a:pt x="406422" y="42104"/>
                </a:lnTo>
                <a:close/>
                <a:moveTo>
                  <a:pt x="485245" y="146092"/>
                </a:moveTo>
                <a:lnTo>
                  <a:pt x="485245" y="2546"/>
                </a:lnTo>
                <a:lnTo>
                  <a:pt x="512759" y="2546"/>
                </a:lnTo>
                <a:lnTo>
                  <a:pt x="512759" y="146092"/>
                </a:lnTo>
                <a:lnTo>
                  <a:pt x="485245" y="146092"/>
                </a:lnTo>
                <a:close/>
                <a:moveTo>
                  <a:pt x="534628" y="92629"/>
                </a:moveTo>
                <a:cubicBezTo>
                  <a:pt x="534628" y="83490"/>
                  <a:pt x="536880" y="74645"/>
                  <a:pt x="541384" y="66094"/>
                </a:cubicBezTo>
                <a:cubicBezTo>
                  <a:pt x="545888" y="57542"/>
                  <a:pt x="552269" y="51015"/>
                  <a:pt x="560527" y="46511"/>
                </a:cubicBezTo>
                <a:cubicBezTo>
                  <a:pt x="568785" y="42006"/>
                  <a:pt x="578005" y="39754"/>
                  <a:pt x="588188" y="39754"/>
                </a:cubicBezTo>
                <a:cubicBezTo>
                  <a:pt x="603920" y="39754"/>
                  <a:pt x="616813" y="44862"/>
                  <a:pt x="626866" y="55078"/>
                </a:cubicBezTo>
                <a:cubicBezTo>
                  <a:pt x="636918" y="65294"/>
                  <a:pt x="641945" y="78203"/>
                  <a:pt x="641945" y="93804"/>
                </a:cubicBezTo>
                <a:cubicBezTo>
                  <a:pt x="641945" y="109536"/>
                  <a:pt x="636869" y="122576"/>
                  <a:pt x="626719" y="132922"/>
                </a:cubicBezTo>
                <a:cubicBezTo>
                  <a:pt x="616568" y="143269"/>
                  <a:pt x="603790" y="148442"/>
                  <a:pt x="588384" y="148442"/>
                </a:cubicBezTo>
                <a:cubicBezTo>
                  <a:pt x="578854" y="148442"/>
                  <a:pt x="569764" y="146288"/>
                  <a:pt x="561114" y="141980"/>
                </a:cubicBezTo>
                <a:cubicBezTo>
                  <a:pt x="552465" y="137671"/>
                  <a:pt x="545888" y="131356"/>
                  <a:pt x="541384" y="123033"/>
                </a:cubicBezTo>
                <a:cubicBezTo>
                  <a:pt x="536880" y="114710"/>
                  <a:pt x="534628" y="104575"/>
                  <a:pt x="534628" y="92629"/>
                </a:cubicBezTo>
                <a:moveTo>
                  <a:pt x="562828" y="94098"/>
                </a:moveTo>
                <a:cubicBezTo>
                  <a:pt x="562828" y="104379"/>
                  <a:pt x="565276" y="112254"/>
                  <a:pt x="570172" y="117721"/>
                </a:cubicBezTo>
                <a:cubicBezTo>
                  <a:pt x="575068" y="123188"/>
                  <a:pt x="581106" y="125921"/>
                  <a:pt x="588286" y="125921"/>
                </a:cubicBezTo>
                <a:cubicBezTo>
                  <a:pt x="595467" y="125921"/>
                  <a:pt x="601489" y="123188"/>
                  <a:pt x="606352" y="117721"/>
                </a:cubicBezTo>
                <a:cubicBezTo>
                  <a:pt x="611215" y="112254"/>
                  <a:pt x="613647" y="104314"/>
                  <a:pt x="613647" y="93902"/>
                </a:cubicBezTo>
                <a:cubicBezTo>
                  <a:pt x="613647" y="83752"/>
                  <a:pt x="611215" y="75943"/>
                  <a:pt x="606352" y="70476"/>
                </a:cubicBezTo>
                <a:cubicBezTo>
                  <a:pt x="601489" y="65009"/>
                  <a:pt x="595467" y="62275"/>
                  <a:pt x="588286" y="62275"/>
                </a:cubicBezTo>
                <a:cubicBezTo>
                  <a:pt x="581106" y="62275"/>
                  <a:pt x="575068" y="65009"/>
                  <a:pt x="570172" y="70476"/>
                </a:cubicBezTo>
                <a:cubicBezTo>
                  <a:pt x="565276" y="75943"/>
                  <a:pt x="562828" y="83817"/>
                  <a:pt x="562828" y="94098"/>
                </a:cubicBezTo>
                <a:close/>
                <a:moveTo>
                  <a:pt x="682905" y="146092"/>
                </a:moveTo>
                <a:lnTo>
                  <a:pt x="650005" y="42104"/>
                </a:lnTo>
                <a:lnTo>
                  <a:pt x="676736" y="42104"/>
                </a:lnTo>
                <a:lnTo>
                  <a:pt x="696221" y="110254"/>
                </a:lnTo>
                <a:lnTo>
                  <a:pt x="714140" y="42104"/>
                </a:lnTo>
                <a:lnTo>
                  <a:pt x="740676" y="42104"/>
                </a:lnTo>
                <a:lnTo>
                  <a:pt x="758007" y="110254"/>
                </a:lnTo>
                <a:lnTo>
                  <a:pt x="777884" y="42104"/>
                </a:lnTo>
                <a:lnTo>
                  <a:pt x="805007" y="42104"/>
                </a:lnTo>
                <a:lnTo>
                  <a:pt x="771617" y="146092"/>
                </a:lnTo>
                <a:lnTo>
                  <a:pt x="745180" y="146092"/>
                </a:lnTo>
                <a:lnTo>
                  <a:pt x="727261" y="79215"/>
                </a:lnTo>
                <a:lnTo>
                  <a:pt x="709636" y="146092"/>
                </a:lnTo>
                <a:lnTo>
                  <a:pt x="682905" y="146092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(a)">
            <a:extLst xmlns:a="http://schemas.openxmlformats.org/drawingml/2006/main">
              <a:ext uri="{FF2B5EF4-FFF2-40B4-BE49-F238E27FC236}">
                <a16:creationId xmlns:a16="http://schemas.microsoft.com/office/drawing/2014/main" id="{2DAA3138-F732-4BA4-AF87-A7E7E9D5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308" y="3361499"/>
            <a:ext cx="194304" cy="163273"/>
          </a:xfrm>
          <a:custGeom xmlns:a="http://schemas.openxmlformats.org/drawingml/2006/main">
            <a:pathLst>
              <a:path w="194304" h="163273">
                <a:moveTo>
                  <a:pt x="42940" y="163273"/>
                </a:moveTo>
                <a:lnTo>
                  <a:pt x="26562" y="163273"/>
                </a:lnTo>
                <a:cubicBezTo>
                  <a:pt x="17906" y="150190"/>
                  <a:pt x="11315" y="136598"/>
                  <a:pt x="6789" y="122497"/>
                </a:cubicBezTo>
                <a:cubicBezTo>
                  <a:pt x="2263" y="108396"/>
                  <a:pt x="0" y="94748"/>
                  <a:pt x="0" y="81552"/>
                </a:cubicBezTo>
                <a:cubicBezTo>
                  <a:pt x="0" y="65184"/>
                  <a:pt x="2800" y="49695"/>
                  <a:pt x="8401" y="35085"/>
                </a:cubicBezTo>
                <a:cubicBezTo>
                  <a:pt x="13267" y="22398"/>
                  <a:pt x="19433" y="10703"/>
                  <a:pt x="26901" y="0"/>
                </a:cubicBezTo>
                <a:lnTo>
                  <a:pt x="43194" y="0"/>
                </a:lnTo>
                <a:cubicBezTo>
                  <a:pt x="35444" y="17160"/>
                  <a:pt x="30112" y="31757"/>
                  <a:pt x="27198" y="43791"/>
                </a:cubicBezTo>
                <a:cubicBezTo>
                  <a:pt x="24284" y="55825"/>
                  <a:pt x="22828" y="68582"/>
                  <a:pt x="22828" y="82061"/>
                </a:cubicBezTo>
                <a:cubicBezTo>
                  <a:pt x="22828" y="91350"/>
                  <a:pt x="23690" y="100865"/>
                  <a:pt x="25416" y="110606"/>
                </a:cubicBezTo>
                <a:cubicBezTo>
                  <a:pt x="27141" y="120346"/>
                  <a:pt x="29503" y="129604"/>
                  <a:pt x="32502" y="138382"/>
                </a:cubicBezTo>
                <a:cubicBezTo>
                  <a:pt x="34482" y="144160"/>
                  <a:pt x="37961" y="152457"/>
                  <a:pt x="42940" y="163273"/>
                </a:cubicBezTo>
                <a:close/>
                <a:moveTo>
                  <a:pt x="79089" y="64325"/>
                </a:moveTo>
                <a:lnTo>
                  <a:pt x="57450" y="60421"/>
                </a:lnTo>
                <a:cubicBezTo>
                  <a:pt x="59882" y="51594"/>
                  <a:pt x="64069" y="45060"/>
                  <a:pt x="70009" y="40818"/>
                </a:cubicBezTo>
                <a:cubicBezTo>
                  <a:pt x="75950" y="36575"/>
                  <a:pt x="84775" y="34454"/>
                  <a:pt x="96486" y="34454"/>
                </a:cubicBezTo>
                <a:cubicBezTo>
                  <a:pt x="107122" y="34454"/>
                  <a:pt x="115042" y="35712"/>
                  <a:pt x="120247" y="38230"/>
                </a:cubicBezTo>
                <a:cubicBezTo>
                  <a:pt x="125452" y="40748"/>
                  <a:pt x="129115" y="43944"/>
                  <a:pt x="131237" y="47819"/>
                </a:cubicBezTo>
                <a:cubicBezTo>
                  <a:pt x="133358" y="51695"/>
                  <a:pt x="134419" y="58809"/>
                  <a:pt x="134419" y="69162"/>
                </a:cubicBezTo>
                <a:lnTo>
                  <a:pt x="134164" y="96996"/>
                </a:lnTo>
                <a:cubicBezTo>
                  <a:pt x="134164" y="104917"/>
                  <a:pt x="134546" y="110758"/>
                  <a:pt x="135310" y="114520"/>
                </a:cubicBezTo>
                <a:cubicBezTo>
                  <a:pt x="136074" y="118283"/>
                  <a:pt x="137502" y="122313"/>
                  <a:pt x="139596" y="126613"/>
                </a:cubicBezTo>
                <a:lnTo>
                  <a:pt x="116004" y="126613"/>
                </a:lnTo>
                <a:cubicBezTo>
                  <a:pt x="115382" y="125029"/>
                  <a:pt x="114618" y="122681"/>
                  <a:pt x="113713" y="119570"/>
                </a:cubicBezTo>
                <a:cubicBezTo>
                  <a:pt x="113317" y="118155"/>
                  <a:pt x="113034" y="117222"/>
                  <a:pt x="112864" y="116769"/>
                </a:cubicBezTo>
                <a:cubicBezTo>
                  <a:pt x="108791" y="120729"/>
                  <a:pt x="104435" y="123700"/>
                  <a:pt x="99796" y="125680"/>
                </a:cubicBezTo>
                <a:cubicBezTo>
                  <a:pt x="95156" y="127660"/>
                  <a:pt x="90206" y="128650"/>
                  <a:pt x="84945" y="128650"/>
                </a:cubicBezTo>
                <a:cubicBezTo>
                  <a:pt x="75667" y="128650"/>
                  <a:pt x="68354" y="126143"/>
                  <a:pt x="63008" y="121129"/>
                </a:cubicBezTo>
                <a:cubicBezTo>
                  <a:pt x="57662" y="116115"/>
                  <a:pt x="54989" y="109777"/>
                  <a:pt x="54989" y="102115"/>
                </a:cubicBezTo>
                <a:cubicBezTo>
                  <a:pt x="54989" y="97044"/>
                  <a:pt x="56205" y="92524"/>
                  <a:pt x="58638" y="88553"/>
                </a:cubicBezTo>
                <a:cubicBezTo>
                  <a:pt x="61071" y="84580"/>
                  <a:pt x="64479" y="81538"/>
                  <a:pt x="68864" y="79425"/>
                </a:cubicBezTo>
                <a:cubicBezTo>
                  <a:pt x="73248" y="77312"/>
                  <a:pt x="79570" y="75467"/>
                  <a:pt x="87830" y="73890"/>
                </a:cubicBezTo>
                <a:cubicBezTo>
                  <a:pt x="98975" y="71806"/>
                  <a:pt x="106698" y="69862"/>
                  <a:pt x="110997" y="68059"/>
                </a:cubicBezTo>
                <a:lnTo>
                  <a:pt x="110997" y="65656"/>
                </a:lnTo>
                <a:cubicBezTo>
                  <a:pt x="110997" y="61022"/>
                  <a:pt x="109866" y="57719"/>
                  <a:pt x="107603" y="55746"/>
                </a:cubicBezTo>
                <a:cubicBezTo>
                  <a:pt x="105340" y="53771"/>
                  <a:pt x="101068" y="52784"/>
                  <a:pt x="94789" y="52784"/>
                </a:cubicBezTo>
                <a:cubicBezTo>
                  <a:pt x="90546" y="52784"/>
                  <a:pt x="87236" y="53638"/>
                  <a:pt x="84860" y="55345"/>
                </a:cubicBezTo>
                <a:cubicBezTo>
                  <a:pt x="82484" y="57052"/>
                  <a:pt x="80560" y="60045"/>
                  <a:pt x="79089" y="64325"/>
                </a:cubicBezTo>
                <a:moveTo>
                  <a:pt x="110997" y="83673"/>
                </a:moveTo>
                <a:cubicBezTo>
                  <a:pt x="107942" y="84679"/>
                  <a:pt x="103105" y="85881"/>
                  <a:pt x="96486" y="87280"/>
                </a:cubicBezTo>
                <a:cubicBezTo>
                  <a:pt x="89867" y="88677"/>
                  <a:pt x="85539" y="90046"/>
                  <a:pt x="83502" y="91388"/>
                </a:cubicBezTo>
                <a:cubicBezTo>
                  <a:pt x="80391" y="93568"/>
                  <a:pt x="78835" y="96334"/>
                  <a:pt x="78835" y="99688"/>
                </a:cubicBezTo>
                <a:cubicBezTo>
                  <a:pt x="78835" y="102987"/>
                  <a:pt x="80079" y="105839"/>
                  <a:pt x="82569" y="108243"/>
                </a:cubicBezTo>
                <a:cubicBezTo>
                  <a:pt x="85058" y="110646"/>
                  <a:pt x="88226" y="111847"/>
                  <a:pt x="92073" y="111847"/>
                </a:cubicBezTo>
                <a:cubicBezTo>
                  <a:pt x="96373" y="111847"/>
                  <a:pt x="100474" y="110450"/>
                  <a:pt x="104378" y="107655"/>
                </a:cubicBezTo>
                <a:cubicBezTo>
                  <a:pt x="107263" y="105531"/>
                  <a:pt x="109159" y="102931"/>
                  <a:pt x="110064" y="99855"/>
                </a:cubicBezTo>
                <a:cubicBezTo>
                  <a:pt x="110686" y="97843"/>
                  <a:pt x="110997" y="94015"/>
                  <a:pt x="110997" y="88370"/>
                </a:cubicBezTo>
                <a:lnTo>
                  <a:pt x="110997" y="83673"/>
                </a:lnTo>
                <a:close/>
                <a:moveTo>
                  <a:pt x="151280" y="163273"/>
                </a:moveTo>
                <a:cubicBezTo>
                  <a:pt x="155975" y="153192"/>
                  <a:pt x="159285" y="145462"/>
                  <a:pt x="161208" y="140082"/>
                </a:cubicBezTo>
                <a:cubicBezTo>
                  <a:pt x="163132" y="134702"/>
                  <a:pt x="164914" y="128501"/>
                  <a:pt x="166555" y="121479"/>
                </a:cubicBezTo>
                <a:cubicBezTo>
                  <a:pt x="168195" y="114455"/>
                  <a:pt x="169412" y="107786"/>
                  <a:pt x="170204" y="101473"/>
                </a:cubicBezTo>
                <a:cubicBezTo>
                  <a:pt x="170996" y="95158"/>
                  <a:pt x="171392" y="88687"/>
                  <a:pt x="171392" y="82061"/>
                </a:cubicBezTo>
                <a:cubicBezTo>
                  <a:pt x="171392" y="68582"/>
                  <a:pt x="169949" y="55825"/>
                  <a:pt x="167064" y="43791"/>
                </a:cubicBezTo>
                <a:cubicBezTo>
                  <a:pt x="164179" y="31757"/>
                  <a:pt x="158861" y="17160"/>
                  <a:pt x="151110" y="0"/>
                </a:cubicBezTo>
                <a:lnTo>
                  <a:pt x="167319" y="0"/>
                </a:lnTo>
                <a:cubicBezTo>
                  <a:pt x="175861" y="12176"/>
                  <a:pt x="182495" y="25088"/>
                  <a:pt x="187218" y="38737"/>
                </a:cubicBezTo>
                <a:cubicBezTo>
                  <a:pt x="191942" y="52385"/>
                  <a:pt x="194304" y="66232"/>
                  <a:pt x="194304" y="80276"/>
                </a:cubicBezTo>
                <a:cubicBezTo>
                  <a:pt x="194304" y="92113"/>
                  <a:pt x="192437" y="104798"/>
                  <a:pt x="188704" y="118334"/>
                </a:cubicBezTo>
                <a:cubicBezTo>
                  <a:pt x="184460" y="133512"/>
                  <a:pt x="177474" y="148491"/>
                  <a:pt x="167743" y="163273"/>
                </a:cubicBezTo>
                <a:lnTo>
                  <a:pt x="151280" y="16327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(b)">
            <a:extLst xmlns:a="http://schemas.openxmlformats.org/drawingml/2006/main">
              <a:ext uri="{FF2B5EF4-FFF2-40B4-BE49-F238E27FC236}">
                <a16:creationId xmlns:a16="http://schemas.microsoft.com/office/drawing/2014/main" id="{0AEC70C2-53E8-4C89-AB71-C3EC218D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829" y="3361499"/>
            <a:ext cx="203863" cy="163273"/>
          </a:xfrm>
          <a:custGeom xmlns:a="http://schemas.openxmlformats.org/drawingml/2006/main">
            <a:pathLst>
              <a:path w="203863" h="163273">
                <a:moveTo>
                  <a:pt x="42940" y="163273"/>
                </a:moveTo>
                <a:lnTo>
                  <a:pt x="26562" y="163273"/>
                </a:lnTo>
                <a:cubicBezTo>
                  <a:pt x="17906" y="150190"/>
                  <a:pt x="11315" y="136598"/>
                  <a:pt x="6789" y="122497"/>
                </a:cubicBezTo>
                <a:cubicBezTo>
                  <a:pt x="2263" y="108396"/>
                  <a:pt x="0" y="94748"/>
                  <a:pt x="0" y="81552"/>
                </a:cubicBezTo>
                <a:cubicBezTo>
                  <a:pt x="0" y="65184"/>
                  <a:pt x="2800" y="49695"/>
                  <a:pt x="8401" y="35085"/>
                </a:cubicBezTo>
                <a:cubicBezTo>
                  <a:pt x="13267" y="22398"/>
                  <a:pt x="19433" y="10703"/>
                  <a:pt x="26901" y="0"/>
                </a:cubicBezTo>
                <a:lnTo>
                  <a:pt x="43194" y="0"/>
                </a:lnTo>
                <a:cubicBezTo>
                  <a:pt x="35444" y="17160"/>
                  <a:pt x="30112" y="31757"/>
                  <a:pt x="27198" y="43791"/>
                </a:cubicBezTo>
                <a:cubicBezTo>
                  <a:pt x="24284" y="55825"/>
                  <a:pt x="22828" y="68582"/>
                  <a:pt x="22828" y="82061"/>
                </a:cubicBezTo>
                <a:cubicBezTo>
                  <a:pt x="22828" y="91350"/>
                  <a:pt x="23690" y="100865"/>
                  <a:pt x="25416" y="110606"/>
                </a:cubicBezTo>
                <a:cubicBezTo>
                  <a:pt x="27141" y="120346"/>
                  <a:pt x="29503" y="129604"/>
                  <a:pt x="32502" y="138382"/>
                </a:cubicBezTo>
                <a:cubicBezTo>
                  <a:pt x="34482" y="144160"/>
                  <a:pt x="37961" y="152457"/>
                  <a:pt x="42940" y="163273"/>
                </a:cubicBezTo>
                <a:close/>
                <a:moveTo>
                  <a:pt x="60250" y="126613"/>
                </a:moveTo>
                <a:lnTo>
                  <a:pt x="60250" y="2206"/>
                </a:lnTo>
                <a:lnTo>
                  <a:pt x="84096" y="2206"/>
                </a:lnTo>
                <a:lnTo>
                  <a:pt x="84096" y="47013"/>
                </a:lnTo>
                <a:cubicBezTo>
                  <a:pt x="91451" y="38640"/>
                  <a:pt x="100163" y="34454"/>
                  <a:pt x="110234" y="34454"/>
                </a:cubicBezTo>
                <a:cubicBezTo>
                  <a:pt x="121209" y="34454"/>
                  <a:pt x="130289" y="38428"/>
                  <a:pt x="137474" y="46377"/>
                </a:cubicBezTo>
                <a:cubicBezTo>
                  <a:pt x="144659" y="54325"/>
                  <a:pt x="148251" y="65739"/>
                  <a:pt x="148251" y="80618"/>
                </a:cubicBezTo>
                <a:cubicBezTo>
                  <a:pt x="148251" y="96006"/>
                  <a:pt x="144588" y="107859"/>
                  <a:pt x="137262" y="116175"/>
                </a:cubicBezTo>
                <a:cubicBezTo>
                  <a:pt x="129935" y="124492"/>
                  <a:pt x="121039" y="128650"/>
                  <a:pt x="110573" y="128650"/>
                </a:cubicBezTo>
                <a:cubicBezTo>
                  <a:pt x="105425" y="128650"/>
                  <a:pt x="100347" y="127363"/>
                  <a:pt x="95340" y="124789"/>
                </a:cubicBezTo>
                <a:cubicBezTo>
                  <a:pt x="90334" y="122214"/>
                  <a:pt x="86020" y="118410"/>
                  <a:pt x="82399" y="113375"/>
                </a:cubicBezTo>
                <a:lnTo>
                  <a:pt x="82399" y="126613"/>
                </a:lnTo>
                <a:lnTo>
                  <a:pt x="60250" y="126613"/>
                </a:lnTo>
                <a:moveTo>
                  <a:pt x="83927" y="79645"/>
                </a:moveTo>
                <a:cubicBezTo>
                  <a:pt x="83927" y="88966"/>
                  <a:pt x="85397" y="95857"/>
                  <a:pt x="88339" y="100319"/>
                </a:cubicBezTo>
                <a:cubicBezTo>
                  <a:pt x="92469" y="106647"/>
                  <a:pt x="97957" y="109811"/>
                  <a:pt x="104802" y="109811"/>
                </a:cubicBezTo>
                <a:cubicBezTo>
                  <a:pt x="110064" y="109811"/>
                  <a:pt x="114547" y="107565"/>
                  <a:pt x="118253" y="103075"/>
                </a:cubicBezTo>
                <a:cubicBezTo>
                  <a:pt x="121959" y="98584"/>
                  <a:pt x="123811" y="91509"/>
                  <a:pt x="123811" y="81849"/>
                </a:cubicBezTo>
                <a:cubicBezTo>
                  <a:pt x="123811" y="71566"/>
                  <a:pt x="121944" y="64152"/>
                  <a:pt x="118210" y="59604"/>
                </a:cubicBezTo>
                <a:cubicBezTo>
                  <a:pt x="114477" y="55057"/>
                  <a:pt x="109696" y="52784"/>
                  <a:pt x="103869" y="52784"/>
                </a:cubicBezTo>
                <a:cubicBezTo>
                  <a:pt x="98155" y="52784"/>
                  <a:pt x="93403" y="55002"/>
                  <a:pt x="89612" y="59437"/>
                </a:cubicBezTo>
                <a:cubicBezTo>
                  <a:pt x="85822" y="63871"/>
                  <a:pt x="83927" y="70607"/>
                  <a:pt x="83927" y="79645"/>
                </a:cubicBezTo>
                <a:close/>
                <a:moveTo>
                  <a:pt x="160839" y="163273"/>
                </a:moveTo>
                <a:cubicBezTo>
                  <a:pt x="165534" y="153192"/>
                  <a:pt x="168844" y="145462"/>
                  <a:pt x="170767" y="140082"/>
                </a:cubicBezTo>
                <a:cubicBezTo>
                  <a:pt x="172691" y="134702"/>
                  <a:pt x="174473" y="128501"/>
                  <a:pt x="176114" y="121479"/>
                </a:cubicBezTo>
                <a:cubicBezTo>
                  <a:pt x="177754" y="114455"/>
                  <a:pt x="178971" y="107786"/>
                  <a:pt x="179763" y="101473"/>
                </a:cubicBezTo>
                <a:cubicBezTo>
                  <a:pt x="180555" y="95158"/>
                  <a:pt x="180951" y="88687"/>
                  <a:pt x="180951" y="82061"/>
                </a:cubicBezTo>
                <a:cubicBezTo>
                  <a:pt x="180951" y="68582"/>
                  <a:pt x="179508" y="55825"/>
                  <a:pt x="176623" y="43791"/>
                </a:cubicBezTo>
                <a:cubicBezTo>
                  <a:pt x="173738" y="31757"/>
                  <a:pt x="168420" y="17160"/>
                  <a:pt x="160669" y="0"/>
                </a:cubicBezTo>
                <a:lnTo>
                  <a:pt x="176877" y="0"/>
                </a:lnTo>
                <a:cubicBezTo>
                  <a:pt x="185420" y="12176"/>
                  <a:pt x="192053" y="25088"/>
                  <a:pt x="196777" y="38737"/>
                </a:cubicBezTo>
                <a:cubicBezTo>
                  <a:pt x="201501" y="52385"/>
                  <a:pt x="203863" y="66232"/>
                  <a:pt x="203863" y="80276"/>
                </a:cubicBezTo>
                <a:cubicBezTo>
                  <a:pt x="203863" y="92113"/>
                  <a:pt x="201996" y="104798"/>
                  <a:pt x="198262" y="118334"/>
                </a:cubicBezTo>
                <a:cubicBezTo>
                  <a:pt x="194019" y="133512"/>
                  <a:pt x="187032" y="148491"/>
                  <a:pt x="177302" y="163273"/>
                </a:cubicBezTo>
                <a:lnTo>
                  <a:pt x="160839" y="16327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(c)">
            <a:extLst xmlns:a="http://schemas.openxmlformats.org/drawingml/2006/main">
              <a:ext uri="{FF2B5EF4-FFF2-40B4-BE49-F238E27FC236}">
                <a16:creationId xmlns:a16="http://schemas.microsoft.com/office/drawing/2014/main" id="{449261B1-B3D3-4B9D-BBB4-EF0DE5A1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748" y="3348130"/>
            <a:ext cx="194305" cy="163273"/>
          </a:xfrm>
          <a:custGeom xmlns:a="http://schemas.openxmlformats.org/drawingml/2006/main">
            <a:pathLst>
              <a:path w="194305" h="163273">
                <a:moveTo>
                  <a:pt x="42940" y="163273"/>
                </a:moveTo>
                <a:lnTo>
                  <a:pt x="26562" y="163273"/>
                </a:lnTo>
                <a:cubicBezTo>
                  <a:pt x="17906" y="150190"/>
                  <a:pt x="11315" y="136598"/>
                  <a:pt x="6789" y="122497"/>
                </a:cubicBezTo>
                <a:cubicBezTo>
                  <a:pt x="2263" y="108396"/>
                  <a:pt x="0" y="94748"/>
                  <a:pt x="0" y="81552"/>
                </a:cubicBezTo>
                <a:cubicBezTo>
                  <a:pt x="0" y="65184"/>
                  <a:pt x="2800" y="49695"/>
                  <a:pt x="8401" y="35085"/>
                </a:cubicBezTo>
                <a:cubicBezTo>
                  <a:pt x="13267" y="22398"/>
                  <a:pt x="19433" y="10703"/>
                  <a:pt x="26901" y="0"/>
                </a:cubicBezTo>
                <a:lnTo>
                  <a:pt x="43194" y="0"/>
                </a:lnTo>
                <a:cubicBezTo>
                  <a:pt x="35444" y="17160"/>
                  <a:pt x="30112" y="31757"/>
                  <a:pt x="27198" y="43791"/>
                </a:cubicBezTo>
                <a:cubicBezTo>
                  <a:pt x="24284" y="55825"/>
                  <a:pt x="22828" y="68582"/>
                  <a:pt x="22828" y="82061"/>
                </a:cubicBezTo>
                <a:cubicBezTo>
                  <a:pt x="22828" y="91350"/>
                  <a:pt x="23690" y="100865"/>
                  <a:pt x="25416" y="110606"/>
                </a:cubicBezTo>
                <a:cubicBezTo>
                  <a:pt x="27141" y="120346"/>
                  <a:pt x="29503" y="129604"/>
                  <a:pt x="32502" y="138382"/>
                </a:cubicBezTo>
                <a:cubicBezTo>
                  <a:pt x="34482" y="144160"/>
                  <a:pt x="37961" y="152457"/>
                  <a:pt x="42940" y="163273"/>
                </a:cubicBezTo>
                <a:close/>
                <a:moveTo>
                  <a:pt x="139850" y="63137"/>
                </a:moveTo>
                <a:lnTo>
                  <a:pt x="116344" y="67380"/>
                </a:lnTo>
                <a:cubicBezTo>
                  <a:pt x="115552" y="62713"/>
                  <a:pt x="113755" y="59198"/>
                  <a:pt x="110955" y="56836"/>
                </a:cubicBezTo>
                <a:cubicBezTo>
                  <a:pt x="108154" y="54474"/>
                  <a:pt x="104520" y="53293"/>
                  <a:pt x="100050" y="53293"/>
                </a:cubicBezTo>
                <a:cubicBezTo>
                  <a:pt x="94110" y="53293"/>
                  <a:pt x="89372" y="55338"/>
                  <a:pt x="85836" y="59427"/>
                </a:cubicBezTo>
                <a:cubicBezTo>
                  <a:pt x="82300" y="63516"/>
                  <a:pt x="80532" y="70354"/>
                  <a:pt x="80532" y="79942"/>
                </a:cubicBezTo>
                <a:cubicBezTo>
                  <a:pt x="80532" y="90603"/>
                  <a:pt x="82328" y="98133"/>
                  <a:pt x="85921" y="102534"/>
                </a:cubicBezTo>
                <a:cubicBezTo>
                  <a:pt x="89513" y="106932"/>
                  <a:pt x="94336" y="109132"/>
                  <a:pt x="100390" y="109132"/>
                </a:cubicBezTo>
                <a:cubicBezTo>
                  <a:pt x="104916" y="109132"/>
                  <a:pt x="108621" y="107845"/>
                  <a:pt x="111506" y="105270"/>
                </a:cubicBezTo>
                <a:cubicBezTo>
                  <a:pt x="114392" y="102696"/>
                  <a:pt x="116428" y="98269"/>
                  <a:pt x="117616" y="91990"/>
                </a:cubicBezTo>
                <a:lnTo>
                  <a:pt x="141038" y="96063"/>
                </a:lnTo>
                <a:cubicBezTo>
                  <a:pt x="138605" y="106812"/>
                  <a:pt x="133938" y="114931"/>
                  <a:pt x="127036" y="120418"/>
                </a:cubicBezTo>
                <a:cubicBezTo>
                  <a:pt x="120134" y="125906"/>
                  <a:pt x="110884" y="128650"/>
                  <a:pt x="99286" y="128650"/>
                </a:cubicBezTo>
                <a:cubicBezTo>
                  <a:pt x="86105" y="128650"/>
                  <a:pt x="75596" y="124492"/>
                  <a:pt x="67760" y="116175"/>
                </a:cubicBezTo>
                <a:cubicBezTo>
                  <a:pt x="59925" y="107859"/>
                  <a:pt x="56007" y="96346"/>
                  <a:pt x="56007" y="81637"/>
                </a:cubicBezTo>
                <a:cubicBezTo>
                  <a:pt x="56007" y="66758"/>
                  <a:pt x="59939" y="55174"/>
                  <a:pt x="67803" y="46886"/>
                </a:cubicBezTo>
                <a:cubicBezTo>
                  <a:pt x="75667" y="38598"/>
                  <a:pt x="86303" y="34454"/>
                  <a:pt x="99711" y="34454"/>
                </a:cubicBezTo>
                <a:cubicBezTo>
                  <a:pt x="110686" y="34454"/>
                  <a:pt x="119413" y="36816"/>
                  <a:pt x="125890" y="41540"/>
                </a:cubicBezTo>
                <a:cubicBezTo>
                  <a:pt x="132368" y="46264"/>
                  <a:pt x="137021" y="53463"/>
                  <a:pt x="139850" y="63137"/>
                </a:cubicBezTo>
                <a:close/>
                <a:moveTo>
                  <a:pt x="151280" y="163273"/>
                </a:moveTo>
                <a:cubicBezTo>
                  <a:pt x="155976" y="153192"/>
                  <a:pt x="159285" y="145462"/>
                  <a:pt x="161209" y="140082"/>
                </a:cubicBezTo>
                <a:cubicBezTo>
                  <a:pt x="163132" y="134702"/>
                  <a:pt x="164914" y="128501"/>
                  <a:pt x="166555" y="121479"/>
                </a:cubicBezTo>
                <a:cubicBezTo>
                  <a:pt x="168196" y="114455"/>
                  <a:pt x="169412" y="107786"/>
                  <a:pt x="170204" y="101473"/>
                </a:cubicBezTo>
                <a:cubicBezTo>
                  <a:pt x="170996" y="95158"/>
                  <a:pt x="171392" y="88687"/>
                  <a:pt x="171392" y="82061"/>
                </a:cubicBezTo>
                <a:cubicBezTo>
                  <a:pt x="171392" y="68582"/>
                  <a:pt x="169949" y="55825"/>
                  <a:pt x="167064" y="43791"/>
                </a:cubicBezTo>
                <a:cubicBezTo>
                  <a:pt x="164179" y="31757"/>
                  <a:pt x="158861" y="17160"/>
                  <a:pt x="151110" y="0"/>
                </a:cubicBezTo>
                <a:lnTo>
                  <a:pt x="167319" y="0"/>
                </a:lnTo>
                <a:cubicBezTo>
                  <a:pt x="175862" y="12176"/>
                  <a:pt x="182495" y="25088"/>
                  <a:pt x="187219" y="38737"/>
                </a:cubicBezTo>
                <a:cubicBezTo>
                  <a:pt x="191943" y="52385"/>
                  <a:pt x="194305" y="66232"/>
                  <a:pt x="194305" y="80276"/>
                </a:cubicBezTo>
                <a:cubicBezTo>
                  <a:pt x="194305" y="92113"/>
                  <a:pt x="192438" y="104798"/>
                  <a:pt x="188704" y="118334"/>
                </a:cubicBezTo>
                <a:cubicBezTo>
                  <a:pt x="184461" y="133512"/>
                  <a:pt x="177474" y="148491"/>
                  <a:pt x="167743" y="163273"/>
                </a:cubicBezTo>
                <a:lnTo>
                  <a:pt x="151280" y="16327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(d)">
            <a:extLst xmlns:a="http://schemas.openxmlformats.org/drawingml/2006/main">
              <a:ext uri="{FF2B5EF4-FFF2-40B4-BE49-F238E27FC236}">
                <a16:creationId xmlns:a16="http://schemas.microsoft.com/office/drawing/2014/main" id="{473A56C8-7AF6-4233-B4E1-C05C3F3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8311" y="3348130"/>
            <a:ext cx="203862" cy="163273"/>
          </a:xfrm>
          <a:custGeom xmlns:a="http://schemas.openxmlformats.org/drawingml/2006/main">
            <a:pathLst>
              <a:path w="203862" h="163273">
                <a:moveTo>
                  <a:pt x="42940" y="163273"/>
                </a:moveTo>
                <a:lnTo>
                  <a:pt x="26562" y="163273"/>
                </a:lnTo>
                <a:cubicBezTo>
                  <a:pt x="17906" y="150190"/>
                  <a:pt x="11315" y="136598"/>
                  <a:pt x="6789" y="122497"/>
                </a:cubicBezTo>
                <a:cubicBezTo>
                  <a:pt x="2263" y="108396"/>
                  <a:pt x="0" y="94748"/>
                  <a:pt x="0" y="81552"/>
                </a:cubicBezTo>
                <a:cubicBezTo>
                  <a:pt x="0" y="65184"/>
                  <a:pt x="2800" y="49695"/>
                  <a:pt x="8401" y="35085"/>
                </a:cubicBezTo>
                <a:cubicBezTo>
                  <a:pt x="13267" y="22398"/>
                  <a:pt x="19433" y="10703"/>
                  <a:pt x="26901" y="0"/>
                </a:cubicBezTo>
                <a:lnTo>
                  <a:pt x="43194" y="0"/>
                </a:lnTo>
                <a:cubicBezTo>
                  <a:pt x="35444" y="17160"/>
                  <a:pt x="30112" y="31757"/>
                  <a:pt x="27198" y="43791"/>
                </a:cubicBezTo>
                <a:cubicBezTo>
                  <a:pt x="24284" y="55825"/>
                  <a:pt x="22828" y="68582"/>
                  <a:pt x="22828" y="82061"/>
                </a:cubicBezTo>
                <a:cubicBezTo>
                  <a:pt x="22828" y="91350"/>
                  <a:pt x="23690" y="100865"/>
                  <a:pt x="25416" y="110606"/>
                </a:cubicBezTo>
                <a:cubicBezTo>
                  <a:pt x="27141" y="120346"/>
                  <a:pt x="29503" y="129604"/>
                  <a:pt x="32502" y="138382"/>
                </a:cubicBezTo>
                <a:cubicBezTo>
                  <a:pt x="34482" y="144160"/>
                  <a:pt x="37961" y="152457"/>
                  <a:pt x="42940" y="163273"/>
                </a:cubicBezTo>
                <a:close/>
                <a:moveTo>
                  <a:pt x="143923" y="126613"/>
                </a:moveTo>
                <a:lnTo>
                  <a:pt x="121774" y="126613"/>
                </a:lnTo>
                <a:lnTo>
                  <a:pt x="121774" y="113375"/>
                </a:lnTo>
                <a:cubicBezTo>
                  <a:pt x="118097" y="118523"/>
                  <a:pt x="113755" y="122356"/>
                  <a:pt x="108748" y="124873"/>
                </a:cubicBezTo>
                <a:cubicBezTo>
                  <a:pt x="103741" y="127391"/>
                  <a:pt x="98692" y="128650"/>
                  <a:pt x="93600" y="128650"/>
                </a:cubicBezTo>
                <a:cubicBezTo>
                  <a:pt x="83247" y="128650"/>
                  <a:pt x="74379" y="124477"/>
                  <a:pt x="66996" y="116133"/>
                </a:cubicBezTo>
                <a:cubicBezTo>
                  <a:pt x="59613" y="107788"/>
                  <a:pt x="55922" y="96148"/>
                  <a:pt x="55922" y="81212"/>
                </a:cubicBezTo>
                <a:cubicBezTo>
                  <a:pt x="55922" y="65937"/>
                  <a:pt x="59514" y="54325"/>
                  <a:pt x="66699" y="46377"/>
                </a:cubicBezTo>
                <a:cubicBezTo>
                  <a:pt x="73884" y="38428"/>
                  <a:pt x="82964" y="34454"/>
                  <a:pt x="93940" y="34454"/>
                </a:cubicBezTo>
                <a:cubicBezTo>
                  <a:pt x="104010" y="34454"/>
                  <a:pt x="112723" y="38640"/>
                  <a:pt x="120077" y="47013"/>
                </a:cubicBezTo>
                <a:lnTo>
                  <a:pt x="120077" y="2206"/>
                </a:lnTo>
                <a:lnTo>
                  <a:pt x="143923" y="2206"/>
                </a:lnTo>
                <a:lnTo>
                  <a:pt x="143923" y="126613"/>
                </a:lnTo>
                <a:moveTo>
                  <a:pt x="80277" y="79645"/>
                </a:moveTo>
                <a:cubicBezTo>
                  <a:pt x="80277" y="89248"/>
                  <a:pt x="81607" y="96196"/>
                  <a:pt x="84266" y="100489"/>
                </a:cubicBezTo>
                <a:cubicBezTo>
                  <a:pt x="88113" y="106703"/>
                  <a:pt x="93487" y="109811"/>
                  <a:pt x="100389" y="109811"/>
                </a:cubicBezTo>
                <a:cubicBezTo>
                  <a:pt x="105877" y="109811"/>
                  <a:pt x="110544" y="107480"/>
                  <a:pt x="114391" y="102820"/>
                </a:cubicBezTo>
                <a:cubicBezTo>
                  <a:pt x="118238" y="98160"/>
                  <a:pt x="120162" y="91198"/>
                  <a:pt x="120162" y="81934"/>
                </a:cubicBezTo>
                <a:cubicBezTo>
                  <a:pt x="120162" y="71595"/>
                  <a:pt x="118295" y="64152"/>
                  <a:pt x="114561" y="59604"/>
                </a:cubicBezTo>
                <a:cubicBezTo>
                  <a:pt x="110827" y="55057"/>
                  <a:pt x="106047" y="52784"/>
                  <a:pt x="100220" y="52784"/>
                </a:cubicBezTo>
                <a:cubicBezTo>
                  <a:pt x="94562" y="52784"/>
                  <a:pt x="89824" y="55029"/>
                  <a:pt x="86005" y="59520"/>
                </a:cubicBezTo>
                <a:cubicBezTo>
                  <a:pt x="82187" y="64010"/>
                  <a:pt x="80277" y="70719"/>
                  <a:pt x="80277" y="79645"/>
                </a:cubicBezTo>
                <a:close/>
                <a:moveTo>
                  <a:pt x="160837" y="163273"/>
                </a:moveTo>
                <a:cubicBezTo>
                  <a:pt x="165533" y="153192"/>
                  <a:pt x="168842" y="145462"/>
                  <a:pt x="170766" y="140082"/>
                </a:cubicBezTo>
                <a:cubicBezTo>
                  <a:pt x="172689" y="134702"/>
                  <a:pt x="174471" y="128501"/>
                  <a:pt x="176112" y="121479"/>
                </a:cubicBezTo>
                <a:cubicBezTo>
                  <a:pt x="177753" y="114455"/>
                  <a:pt x="178969" y="107786"/>
                  <a:pt x="179761" y="101473"/>
                </a:cubicBezTo>
                <a:cubicBezTo>
                  <a:pt x="180553" y="95158"/>
                  <a:pt x="180949" y="88687"/>
                  <a:pt x="180949" y="82061"/>
                </a:cubicBezTo>
                <a:cubicBezTo>
                  <a:pt x="180949" y="68582"/>
                  <a:pt x="179506" y="55825"/>
                  <a:pt x="176621" y="43791"/>
                </a:cubicBezTo>
                <a:cubicBezTo>
                  <a:pt x="173736" y="31757"/>
                  <a:pt x="168418" y="17160"/>
                  <a:pt x="160667" y="0"/>
                </a:cubicBezTo>
                <a:lnTo>
                  <a:pt x="176876" y="0"/>
                </a:lnTo>
                <a:cubicBezTo>
                  <a:pt x="185418" y="12176"/>
                  <a:pt x="192052" y="25088"/>
                  <a:pt x="196776" y="38737"/>
                </a:cubicBezTo>
                <a:cubicBezTo>
                  <a:pt x="201500" y="52385"/>
                  <a:pt x="203862" y="66232"/>
                  <a:pt x="203862" y="80276"/>
                </a:cubicBezTo>
                <a:cubicBezTo>
                  <a:pt x="203862" y="92113"/>
                  <a:pt x="201995" y="104798"/>
                  <a:pt x="198261" y="118334"/>
                </a:cubicBezTo>
                <a:cubicBezTo>
                  <a:pt x="194018" y="133512"/>
                  <a:pt x="187031" y="148491"/>
                  <a:pt x="177300" y="163273"/>
                </a:cubicBezTo>
                <a:lnTo>
                  <a:pt x="160837" y="16327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eaf76af85464b"/>
          <a:stretch xmlns:a="http://schemas.openxmlformats.org/drawingml/2006/main"/>
        </p:blipFill>
        <p:spPr>
          <a:xfrm xmlns:a="http://schemas.openxmlformats.org/drawingml/2006/main">
            <a:off x="12788084" y="400051"/>
            <a:ext cx="463601" cy="2870759"/>
          </a:xfrm>
          <a:prstGeom xmlns:a="http://schemas.openxmlformats.org/drawingml/2006/main" prst="rect">
            <a:avLst/>
          </a:prstGeom>
        </p:spPr>
      </p:pic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7A883-31C2-4DAB-87A4-E8F240D4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2059" y="647217"/>
            <a:ext cx="267378" cy="935824"/>
          </a:xfrm>
          <a:custGeom xmlns:a="http://schemas.openxmlformats.org/drawingml/2006/main">
            <a:pathLst>
              <a:path w="267378" h="935824">
                <a:moveTo>
                  <a:pt x="0" y="0"/>
                </a:moveTo>
                <a:lnTo>
                  <a:pt x="267378" y="0"/>
                </a:lnTo>
                <a:lnTo>
                  <a:pt x="267378" y="935824"/>
                </a:lnTo>
                <a:lnTo>
                  <a:pt x="0" y="9358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1CE8D-B394-4762-BAC7-A0F6C2EC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2059" y="647217"/>
            <a:ext cx="267378" cy="935824"/>
          </a:xfrm>
          <a:custGeom xmlns:a="http://schemas.openxmlformats.org/drawingml/2006/main">
            <a:pathLst>
              <a:path w="267378" h="935824" fill="none">
                <a:moveTo>
                  <a:pt x="0" y="0"/>
                </a:moveTo>
                <a:lnTo>
                  <a:pt x="267378" y="0"/>
                </a:lnTo>
                <a:lnTo>
                  <a:pt x="267378" y="935824"/>
                </a:lnTo>
                <a:lnTo>
                  <a:pt x="0" y="9358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94" name="Text s">
            <a:extLst xmlns:a="http://schemas.openxmlformats.org/drawingml/2006/main">
              <a:ext uri="{FF2B5EF4-FFF2-40B4-BE49-F238E27FC236}">
                <a16:creationId xmlns:a16="http://schemas.microsoft.com/office/drawing/2014/main" id="{DCE51EFF-2E2F-4040-8093-B1A7D98F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0" y="733559"/>
            <a:ext cx="82146" cy="79176"/>
          </a:xfrm>
          <a:custGeom xmlns:a="http://schemas.openxmlformats.org/drawingml/2006/main">
            <a:pathLst>
              <a:path w="82146" h="79176">
                <a:moveTo>
                  <a:pt x="59403" y="58130"/>
                </a:moveTo>
                <a:cubicBezTo>
                  <a:pt x="61157" y="55301"/>
                  <a:pt x="62472" y="52331"/>
                  <a:pt x="63349" y="49220"/>
                </a:cubicBezTo>
                <a:cubicBezTo>
                  <a:pt x="64226" y="46108"/>
                  <a:pt x="64664" y="42855"/>
                  <a:pt x="64664" y="39461"/>
                </a:cubicBezTo>
                <a:cubicBezTo>
                  <a:pt x="64664" y="32728"/>
                  <a:pt x="63566" y="27382"/>
                  <a:pt x="61368" y="23422"/>
                </a:cubicBezTo>
                <a:cubicBezTo>
                  <a:pt x="60410" y="21668"/>
                  <a:pt x="59367" y="20791"/>
                  <a:pt x="58239" y="20791"/>
                </a:cubicBezTo>
                <a:cubicBezTo>
                  <a:pt x="56943" y="20791"/>
                  <a:pt x="55674" y="21979"/>
                  <a:pt x="54433" y="24355"/>
                </a:cubicBezTo>
                <a:cubicBezTo>
                  <a:pt x="53532" y="26166"/>
                  <a:pt x="52658" y="30211"/>
                  <a:pt x="51813" y="36490"/>
                </a:cubicBezTo>
                <a:cubicBezTo>
                  <a:pt x="50234" y="48032"/>
                  <a:pt x="48654" y="56065"/>
                  <a:pt x="47072" y="60591"/>
                </a:cubicBezTo>
                <a:cubicBezTo>
                  <a:pt x="44978" y="66531"/>
                  <a:pt x="41868" y="71114"/>
                  <a:pt x="37739" y="74339"/>
                </a:cubicBezTo>
                <a:cubicBezTo>
                  <a:pt x="33613" y="77563"/>
                  <a:pt x="29260" y="79176"/>
                  <a:pt x="24681" y="79176"/>
                </a:cubicBezTo>
                <a:cubicBezTo>
                  <a:pt x="18462" y="79176"/>
                  <a:pt x="13260" y="76432"/>
                  <a:pt x="9075" y="70944"/>
                </a:cubicBezTo>
                <a:cubicBezTo>
                  <a:pt x="3025" y="63080"/>
                  <a:pt x="0" y="52869"/>
                  <a:pt x="0" y="40309"/>
                </a:cubicBezTo>
                <a:cubicBezTo>
                  <a:pt x="0" y="35274"/>
                  <a:pt x="431" y="30621"/>
                  <a:pt x="1294" y="26349"/>
                </a:cubicBezTo>
                <a:cubicBezTo>
                  <a:pt x="2157" y="22078"/>
                  <a:pt x="3423" y="18160"/>
                  <a:pt x="5092" y="14596"/>
                </a:cubicBezTo>
                <a:cubicBezTo>
                  <a:pt x="4330" y="13748"/>
                  <a:pt x="3743" y="12842"/>
                  <a:pt x="3331" y="11881"/>
                </a:cubicBezTo>
                <a:cubicBezTo>
                  <a:pt x="2921" y="10919"/>
                  <a:pt x="2716" y="9929"/>
                  <a:pt x="2716" y="8910"/>
                </a:cubicBezTo>
                <a:cubicBezTo>
                  <a:pt x="2716" y="6195"/>
                  <a:pt x="3609" y="4031"/>
                  <a:pt x="5397" y="2419"/>
                </a:cubicBezTo>
                <a:cubicBezTo>
                  <a:pt x="7184" y="806"/>
                  <a:pt x="10177" y="0"/>
                  <a:pt x="14376" y="0"/>
                </a:cubicBezTo>
                <a:lnTo>
                  <a:pt x="20247" y="0"/>
                </a:lnTo>
                <a:cubicBezTo>
                  <a:pt x="24446" y="0"/>
                  <a:pt x="27439" y="806"/>
                  <a:pt x="29227" y="2419"/>
                </a:cubicBezTo>
                <a:cubicBezTo>
                  <a:pt x="31014" y="4031"/>
                  <a:pt x="31908" y="6138"/>
                  <a:pt x="31908" y="8741"/>
                </a:cubicBezTo>
                <a:cubicBezTo>
                  <a:pt x="31908" y="10834"/>
                  <a:pt x="31334" y="12588"/>
                  <a:pt x="30187" y="14002"/>
                </a:cubicBezTo>
                <a:cubicBezTo>
                  <a:pt x="29041" y="15416"/>
                  <a:pt x="27071" y="16520"/>
                  <a:pt x="24276" y="17312"/>
                </a:cubicBezTo>
                <a:cubicBezTo>
                  <a:pt x="22039" y="19971"/>
                  <a:pt x="20347" y="23167"/>
                  <a:pt x="19200" y="26901"/>
                </a:cubicBezTo>
                <a:cubicBezTo>
                  <a:pt x="18054" y="30635"/>
                  <a:pt x="17481" y="34935"/>
                  <a:pt x="17481" y="39800"/>
                </a:cubicBezTo>
                <a:cubicBezTo>
                  <a:pt x="17481" y="47777"/>
                  <a:pt x="18722" y="53972"/>
                  <a:pt x="21202" y="58385"/>
                </a:cubicBezTo>
                <a:cubicBezTo>
                  <a:pt x="22441" y="60478"/>
                  <a:pt x="23738" y="61524"/>
                  <a:pt x="25092" y="61524"/>
                </a:cubicBezTo>
                <a:cubicBezTo>
                  <a:pt x="27347" y="61524"/>
                  <a:pt x="29206" y="60025"/>
                  <a:pt x="30672" y="57027"/>
                </a:cubicBezTo>
                <a:cubicBezTo>
                  <a:pt x="32138" y="54028"/>
                  <a:pt x="33378" y="47833"/>
                  <a:pt x="34393" y="38442"/>
                </a:cubicBezTo>
                <a:cubicBezTo>
                  <a:pt x="35858" y="24468"/>
                  <a:pt x="38684" y="15134"/>
                  <a:pt x="42868" y="10438"/>
                </a:cubicBezTo>
                <a:cubicBezTo>
                  <a:pt x="46996" y="5742"/>
                  <a:pt x="52086" y="3394"/>
                  <a:pt x="58138" y="3394"/>
                </a:cubicBezTo>
                <a:cubicBezTo>
                  <a:pt x="64359" y="3394"/>
                  <a:pt x="69534" y="6025"/>
                  <a:pt x="73662" y="11287"/>
                </a:cubicBezTo>
                <a:cubicBezTo>
                  <a:pt x="79318" y="18415"/>
                  <a:pt x="82146" y="27750"/>
                  <a:pt x="82146" y="39291"/>
                </a:cubicBezTo>
                <a:cubicBezTo>
                  <a:pt x="82146" y="43308"/>
                  <a:pt x="81757" y="47169"/>
                  <a:pt x="80979" y="50874"/>
                </a:cubicBezTo>
                <a:cubicBezTo>
                  <a:pt x="80201" y="54580"/>
                  <a:pt x="79006" y="58130"/>
                  <a:pt x="77394" y="61524"/>
                </a:cubicBezTo>
                <a:cubicBezTo>
                  <a:pt x="78186" y="62599"/>
                  <a:pt x="78780" y="63604"/>
                  <a:pt x="79176" y="64537"/>
                </a:cubicBezTo>
                <a:cubicBezTo>
                  <a:pt x="79572" y="65471"/>
                  <a:pt x="79770" y="66333"/>
                  <a:pt x="79770" y="67125"/>
                </a:cubicBezTo>
                <a:cubicBezTo>
                  <a:pt x="79770" y="69501"/>
                  <a:pt x="78879" y="71482"/>
                  <a:pt x="77097" y="73066"/>
                </a:cubicBezTo>
                <a:cubicBezTo>
                  <a:pt x="75314" y="74650"/>
                  <a:pt x="72330" y="75442"/>
                  <a:pt x="68144" y="75442"/>
                </a:cubicBezTo>
                <a:lnTo>
                  <a:pt x="63901" y="75442"/>
                </a:lnTo>
                <a:cubicBezTo>
                  <a:pt x="60110" y="75442"/>
                  <a:pt x="57536" y="74989"/>
                  <a:pt x="56178" y="74084"/>
                </a:cubicBezTo>
                <a:cubicBezTo>
                  <a:pt x="53576" y="72274"/>
                  <a:pt x="52275" y="69813"/>
                  <a:pt x="52275" y="66701"/>
                </a:cubicBezTo>
                <a:cubicBezTo>
                  <a:pt x="52275" y="64608"/>
                  <a:pt x="52925" y="62769"/>
                  <a:pt x="54226" y="61185"/>
                </a:cubicBezTo>
                <a:cubicBezTo>
                  <a:pt x="55528" y="59601"/>
                  <a:pt x="57253" y="58583"/>
                  <a:pt x="59403" y="5813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e">
            <a:extLst xmlns:a="http://schemas.openxmlformats.org/drawingml/2006/main">
              <a:ext uri="{FF2B5EF4-FFF2-40B4-BE49-F238E27FC236}">
                <a16:creationId xmlns:a16="http://schemas.microsoft.com/office/drawing/2014/main" id="{A8F47ADD-A652-4B7A-AC37-07C02477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0" y="830624"/>
            <a:ext cx="82146" cy="90292"/>
          </a:xfrm>
          <a:custGeom xmlns:a="http://schemas.openxmlformats.org/drawingml/2006/main">
            <a:pathLst>
              <a:path w="82146" h="90292">
                <a:moveTo>
                  <a:pt x="32587" y="90208"/>
                </a:moveTo>
                <a:lnTo>
                  <a:pt x="32587" y="18839"/>
                </a:lnTo>
                <a:cubicBezTo>
                  <a:pt x="28061" y="20650"/>
                  <a:pt x="24412" y="23860"/>
                  <a:pt x="21640" y="28471"/>
                </a:cubicBezTo>
                <a:cubicBezTo>
                  <a:pt x="18867" y="33082"/>
                  <a:pt x="17481" y="39319"/>
                  <a:pt x="17481" y="47183"/>
                </a:cubicBezTo>
                <a:cubicBezTo>
                  <a:pt x="17481" y="53632"/>
                  <a:pt x="18847" y="62203"/>
                  <a:pt x="21579" y="72896"/>
                </a:cubicBezTo>
                <a:cubicBezTo>
                  <a:pt x="22694" y="77309"/>
                  <a:pt x="23252" y="80364"/>
                  <a:pt x="23252" y="82061"/>
                </a:cubicBezTo>
                <a:cubicBezTo>
                  <a:pt x="23252" y="84380"/>
                  <a:pt x="22432" y="86332"/>
                  <a:pt x="20791" y="87916"/>
                </a:cubicBezTo>
                <a:cubicBezTo>
                  <a:pt x="19150" y="89500"/>
                  <a:pt x="17085" y="90292"/>
                  <a:pt x="14596" y="90292"/>
                </a:cubicBezTo>
                <a:cubicBezTo>
                  <a:pt x="12333" y="90292"/>
                  <a:pt x="10410" y="89444"/>
                  <a:pt x="8826" y="87747"/>
                </a:cubicBezTo>
                <a:cubicBezTo>
                  <a:pt x="6732" y="85484"/>
                  <a:pt x="4738" y="79968"/>
                  <a:pt x="2843" y="71199"/>
                </a:cubicBezTo>
                <a:cubicBezTo>
                  <a:pt x="948" y="62430"/>
                  <a:pt x="0" y="54000"/>
                  <a:pt x="0" y="45910"/>
                </a:cubicBezTo>
                <a:cubicBezTo>
                  <a:pt x="0" y="31993"/>
                  <a:pt x="3932" y="20862"/>
                  <a:pt x="11796" y="12517"/>
                </a:cubicBezTo>
                <a:cubicBezTo>
                  <a:pt x="19660" y="4172"/>
                  <a:pt x="29334" y="0"/>
                  <a:pt x="40818" y="0"/>
                </a:cubicBezTo>
                <a:cubicBezTo>
                  <a:pt x="53038" y="0"/>
                  <a:pt x="62981" y="4512"/>
                  <a:pt x="70647" y="13535"/>
                </a:cubicBezTo>
                <a:cubicBezTo>
                  <a:pt x="78313" y="22559"/>
                  <a:pt x="82146" y="32954"/>
                  <a:pt x="82146" y="44722"/>
                </a:cubicBezTo>
                <a:cubicBezTo>
                  <a:pt x="82146" y="51794"/>
                  <a:pt x="80903" y="58286"/>
                  <a:pt x="78417" y="64198"/>
                </a:cubicBezTo>
                <a:cubicBezTo>
                  <a:pt x="75933" y="70110"/>
                  <a:pt x="73251" y="74508"/>
                  <a:pt x="70371" y="77394"/>
                </a:cubicBezTo>
                <a:cubicBezTo>
                  <a:pt x="66192" y="81467"/>
                  <a:pt x="61024" y="84833"/>
                  <a:pt x="54868" y="87492"/>
                </a:cubicBezTo>
                <a:cubicBezTo>
                  <a:pt x="50576" y="89302"/>
                  <a:pt x="45605" y="90208"/>
                  <a:pt x="39956" y="90208"/>
                </a:cubicBezTo>
                <a:lnTo>
                  <a:pt x="32587" y="90208"/>
                </a:lnTo>
                <a:moveTo>
                  <a:pt x="50068" y="70944"/>
                </a:moveTo>
                <a:cubicBezTo>
                  <a:pt x="54962" y="68285"/>
                  <a:pt x="58618" y="64806"/>
                  <a:pt x="61037" y="60506"/>
                </a:cubicBezTo>
                <a:cubicBezTo>
                  <a:pt x="63455" y="56206"/>
                  <a:pt x="64664" y="51087"/>
                  <a:pt x="64664" y="45146"/>
                </a:cubicBezTo>
                <a:cubicBezTo>
                  <a:pt x="64664" y="39263"/>
                  <a:pt x="63455" y="34171"/>
                  <a:pt x="61037" y="29871"/>
                </a:cubicBezTo>
                <a:cubicBezTo>
                  <a:pt x="58618" y="25572"/>
                  <a:pt x="54962" y="22064"/>
                  <a:pt x="50068" y="19348"/>
                </a:cubicBezTo>
                <a:lnTo>
                  <a:pt x="50068" y="70944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c">
            <a:extLst xmlns:a="http://schemas.openxmlformats.org/drawingml/2006/main">
              <a:ext uri="{FF2B5EF4-FFF2-40B4-BE49-F238E27FC236}">
                <a16:creationId xmlns:a16="http://schemas.microsoft.com/office/drawing/2014/main" id="{97832A9D-AC5F-48F1-95DD-7DCBCCE8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0" y="938974"/>
            <a:ext cx="82146" cy="89020"/>
          </a:xfrm>
          <a:custGeom xmlns:a="http://schemas.openxmlformats.org/drawingml/2006/main">
            <a:pathLst>
              <a:path w="82146" h="89020">
                <a:moveTo>
                  <a:pt x="76715" y="69586"/>
                </a:moveTo>
                <a:cubicBezTo>
                  <a:pt x="78638" y="71680"/>
                  <a:pt x="79600" y="73829"/>
                  <a:pt x="79600" y="76036"/>
                </a:cubicBezTo>
                <a:cubicBezTo>
                  <a:pt x="79600" y="78525"/>
                  <a:pt x="78709" y="80576"/>
                  <a:pt x="76927" y="82188"/>
                </a:cubicBezTo>
                <a:cubicBezTo>
                  <a:pt x="75145" y="83801"/>
                  <a:pt x="72189" y="84607"/>
                  <a:pt x="68059" y="84607"/>
                </a:cubicBezTo>
                <a:lnTo>
                  <a:pt x="56857" y="84607"/>
                </a:lnTo>
                <a:cubicBezTo>
                  <a:pt x="52671" y="84607"/>
                  <a:pt x="49700" y="83801"/>
                  <a:pt x="47947" y="82188"/>
                </a:cubicBezTo>
                <a:cubicBezTo>
                  <a:pt x="46193" y="80576"/>
                  <a:pt x="45316" y="78468"/>
                  <a:pt x="45316" y="75866"/>
                </a:cubicBezTo>
                <a:cubicBezTo>
                  <a:pt x="45316" y="73490"/>
                  <a:pt x="45995" y="71482"/>
                  <a:pt x="47353" y="69841"/>
                </a:cubicBezTo>
                <a:cubicBezTo>
                  <a:pt x="48371" y="68653"/>
                  <a:pt x="50450" y="67719"/>
                  <a:pt x="53590" y="67040"/>
                </a:cubicBezTo>
                <a:cubicBezTo>
                  <a:pt x="56730" y="66362"/>
                  <a:pt x="59063" y="64721"/>
                  <a:pt x="60591" y="62118"/>
                </a:cubicBezTo>
                <a:cubicBezTo>
                  <a:pt x="63307" y="57536"/>
                  <a:pt x="64664" y="51681"/>
                  <a:pt x="64664" y="44552"/>
                </a:cubicBezTo>
                <a:cubicBezTo>
                  <a:pt x="64664" y="36349"/>
                  <a:pt x="62272" y="29772"/>
                  <a:pt x="57488" y="24822"/>
                </a:cubicBezTo>
                <a:cubicBezTo>
                  <a:pt x="52706" y="19872"/>
                  <a:pt x="46658" y="17397"/>
                  <a:pt x="39344" y="17397"/>
                </a:cubicBezTo>
                <a:cubicBezTo>
                  <a:pt x="32590" y="17397"/>
                  <a:pt x="27258" y="19773"/>
                  <a:pt x="23347" y="24525"/>
                </a:cubicBezTo>
                <a:cubicBezTo>
                  <a:pt x="19437" y="29277"/>
                  <a:pt x="17481" y="37169"/>
                  <a:pt x="17481" y="48201"/>
                </a:cubicBezTo>
                <a:cubicBezTo>
                  <a:pt x="17481" y="55443"/>
                  <a:pt x="18211" y="61355"/>
                  <a:pt x="19669" y="65937"/>
                </a:cubicBezTo>
                <a:cubicBezTo>
                  <a:pt x="20567" y="68653"/>
                  <a:pt x="22096" y="71227"/>
                  <a:pt x="24254" y="73660"/>
                </a:cubicBezTo>
                <a:cubicBezTo>
                  <a:pt x="26415" y="76092"/>
                  <a:pt x="27495" y="78299"/>
                  <a:pt x="27495" y="80279"/>
                </a:cubicBezTo>
                <a:cubicBezTo>
                  <a:pt x="27495" y="82655"/>
                  <a:pt x="26618" y="84706"/>
                  <a:pt x="24864" y="86431"/>
                </a:cubicBezTo>
                <a:cubicBezTo>
                  <a:pt x="23111" y="88157"/>
                  <a:pt x="21046" y="89020"/>
                  <a:pt x="18669" y="89020"/>
                </a:cubicBezTo>
                <a:cubicBezTo>
                  <a:pt x="14822" y="89020"/>
                  <a:pt x="11173" y="86389"/>
                  <a:pt x="7722" y="81127"/>
                </a:cubicBezTo>
                <a:cubicBezTo>
                  <a:pt x="2574" y="73320"/>
                  <a:pt x="0" y="61892"/>
                  <a:pt x="0" y="46843"/>
                </a:cubicBezTo>
                <a:cubicBezTo>
                  <a:pt x="0" y="33322"/>
                  <a:pt x="2798" y="22799"/>
                  <a:pt x="8393" y="15275"/>
                </a:cubicBezTo>
                <a:cubicBezTo>
                  <a:pt x="15909" y="5092"/>
                  <a:pt x="26195" y="0"/>
                  <a:pt x="39251" y="0"/>
                </a:cubicBezTo>
                <a:cubicBezTo>
                  <a:pt x="51627" y="0"/>
                  <a:pt x="61869" y="4130"/>
                  <a:pt x="69979" y="12390"/>
                </a:cubicBezTo>
                <a:cubicBezTo>
                  <a:pt x="78090" y="20650"/>
                  <a:pt x="82146" y="31427"/>
                  <a:pt x="82146" y="44722"/>
                </a:cubicBezTo>
                <a:cubicBezTo>
                  <a:pt x="82146" y="49531"/>
                  <a:pt x="81693" y="54000"/>
                  <a:pt x="80788" y="58130"/>
                </a:cubicBezTo>
                <a:cubicBezTo>
                  <a:pt x="79883" y="62260"/>
                  <a:pt x="78525" y="66079"/>
                  <a:pt x="76715" y="6958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r">
            <a:extLst xmlns:a="http://schemas.openxmlformats.org/drawingml/2006/main">
              <a:ext uri="{FF2B5EF4-FFF2-40B4-BE49-F238E27FC236}">
                <a16:creationId xmlns:a16="http://schemas.microsoft.com/office/drawing/2014/main" id="{1DCFAD20-268C-427B-AACE-1330A2D1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925" y="1042742"/>
            <a:ext cx="79430" cy="90377"/>
          </a:xfrm>
          <a:custGeom xmlns:a="http://schemas.openxmlformats.org/drawingml/2006/main">
            <a:pathLst>
              <a:path w="79430" h="90377">
                <a:moveTo>
                  <a:pt x="77054" y="39376"/>
                </a:moveTo>
                <a:lnTo>
                  <a:pt x="66192" y="39376"/>
                </a:lnTo>
                <a:cubicBezTo>
                  <a:pt x="71487" y="46674"/>
                  <a:pt x="75017" y="52430"/>
                  <a:pt x="76781" y="56645"/>
                </a:cubicBezTo>
                <a:cubicBezTo>
                  <a:pt x="78547" y="60860"/>
                  <a:pt x="79430" y="64806"/>
                  <a:pt x="79430" y="68483"/>
                </a:cubicBezTo>
                <a:cubicBezTo>
                  <a:pt x="79430" y="74141"/>
                  <a:pt x="77330" y="79628"/>
                  <a:pt x="73129" y="84946"/>
                </a:cubicBezTo>
                <a:cubicBezTo>
                  <a:pt x="70290" y="88567"/>
                  <a:pt x="67394" y="90377"/>
                  <a:pt x="64442" y="90377"/>
                </a:cubicBezTo>
                <a:cubicBezTo>
                  <a:pt x="61943" y="90377"/>
                  <a:pt x="59828" y="89515"/>
                  <a:pt x="58096" y="87789"/>
                </a:cubicBezTo>
                <a:cubicBezTo>
                  <a:pt x="56365" y="86064"/>
                  <a:pt x="55499" y="83984"/>
                  <a:pt x="55499" y="81552"/>
                </a:cubicBezTo>
                <a:cubicBezTo>
                  <a:pt x="55499" y="79402"/>
                  <a:pt x="56574" y="77139"/>
                  <a:pt x="58724" y="74763"/>
                </a:cubicBezTo>
                <a:cubicBezTo>
                  <a:pt x="60874" y="72387"/>
                  <a:pt x="61949" y="70265"/>
                  <a:pt x="61949" y="68398"/>
                </a:cubicBezTo>
                <a:cubicBezTo>
                  <a:pt x="61949" y="65966"/>
                  <a:pt x="60421" y="62331"/>
                  <a:pt x="57366" y="57494"/>
                </a:cubicBezTo>
                <a:cubicBezTo>
                  <a:pt x="54311" y="52656"/>
                  <a:pt x="49729" y="46617"/>
                  <a:pt x="43619" y="39376"/>
                </a:cubicBezTo>
                <a:lnTo>
                  <a:pt x="17481" y="39376"/>
                </a:lnTo>
                <a:lnTo>
                  <a:pt x="17481" y="64155"/>
                </a:lnTo>
                <a:cubicBezTo>
                  <a:pt x="17481" y="68342"/>
                  <a:pt x="16675" y="71326"/>
                  <a:pt x="15063" y="73108"/>
                </a:cubicBezTo>
                <a:cubicBezTo>
                  <a:pt x="13451" y="74890"/>
                  <a:pt x="11343" y="75781"/>
                  <a:pt x="8741" y="75781"/>
                </a:cubicBezTo>
                <a:cubicBezTo>
                  <a:pt x="6138" y="75781"/>
                  <a:pt x="4031" y="74890"/>
                  <a:pt x="2419" y="73108"/>
                </a:cubicBezTo>
                <a:cubicBezTo>
                  <a:pt x="806" y="71326"/>
                  <a:pt x="0" y="68342"/>
                  <a:pt x="0" y="64155"/>
                </a:cubicBezTo>
                <a:lnTo>
                  <a:pt x="0" y="11626"/>
                </a:lnTo>
                <a:cubicBezTo>
                  <a:pt x="0" y="7440"/>
                  <a:pt x="820" y="4455"/>
                  <a:pt x="2461" y="2673"/>
                </a:cubicBezTo>
                <a:cubicBezTo>
                  <a:pt x="4102" y="891"/>
                  <a:pt x="6223" y="0"/>
                  <a:pt x="8826" y="0"/>
                </a:cubicBezTo>
                <a:cubicBezTo>
                  <a:pt x="11428" y="0"/>
                  <a:pt x="13521" y="891"/>
                  <a:pt x="15105" y="2673"/>
                </a:cubicBezTo>
                <a:cubicBezTo>
                  <a:pt x="16689" y="4455"/>
                  <a:pt x="17481" y="7440"/>
                  <a:pt x="17481" y="11626"/>
                </a:cubicBezTo>
                <a:lnTo>
                  <a:pt x="17481" y="21979"/>
                </a:lnTo>
                <a:lnTo>
                  <a:pt x="59573" y="21979"/>
                </a:lnTo>
                <a:lnTo>
                  <a:pt x="59573" y="15699"/>
                </a:lnTo>
                <a:cubicBezTo>
                  <a:pt x="59573" y="11513"/>
                  <a:pt x="60393" y="8529"/>
                  <a:pt x="62034" y="6746"/>
                </a:cubicBezTo>
                <a:cubicBezTo>
                  <a:pt x="63674" y="4964"/>
                  <a:pt x="65796" y="4073"/>
                  <a:pt x="68398" y="4073"/>
                </a:cubicBezTo>
                <a:cubicBezTo>
                  <a:pt x="71001" y="4073"/>
                  <a:pt x="73094" y="4964"/>
                  <a:pt x="74678" y="6746"/>
                </a:cubicBezTo>
                <a:cubicBezTo>
                  <a:pt x="76262" y="8529"/>
                  <a:pt x="77054" y="11513"/>
                  <a:pt x="77054" y="15699"/>
                </a:cubicBezTo>
                <a:lnTo>
                  <a:pt x="77054" y="3937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e">
            <a:extLst xmlns:a="http://schemas.openxmlformats.org/drawingml/2006/main">
              <a:ext uri="{FF2B5EF4-FFF2-40B4-BE49-F238E27FC236}">
                <a16:creationId xmlns:a16="http://schemas.microsoft.com/office/drawing/2014/main" id="{E41C8835-FE3E-4D8F-A40A-4179770E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0" y="1143456"/>
            <a:ext cx="82146" cy="90292"/>
          </a:xfrm>
          <a:custGeom xmlns:a="http://schemas.openxmlformats.org/drawingml/2006/main">
            <a:pathLst>
              <a:path w="82146" h="90292">
                <a:moveTo>
                  <a:pt x="32587" y="90208"/>
                </a:moveTo>
                <a:lnTo>
                  <a:pt x="32587" y="18839"/>
                </a:lnTo>
                <a:cubicBezTo>
                  <a:pt x="28061" y="20650"/>
                  <a:pt x="24412" y="23860"/>
                  <a:pt x="21640" y="28471"/>
                </a:cubicBezTo>
                <a:cubicBezTo>
                  <a:pt x="18867" y="33082"/>
                  <a:pt x="17481" y="39319"/>
                  <a:pt x="17481" y="47183"/>
                </a:cubicBezTo>
                <a:cubicBezTo>
                  <a:pt x="17481" y="53632"/>
                  <a:pt x="18847" y="62203"/>
                  <a:pt x="21579" y="72896"/>
                </a:cubicBezTo>
                <a:cubicBezTo>
                  <a:pt x="22694" y="77309"/>
                  <a:pt x="23252" y="80364"/>
                  <a:pt x="23252" y="82061"/>
                </a:cubicBezTo>
                <a:cubicBezTo>
                  <a:pt x="23252" y="84380"/>
                  <a:pt x="22432" y="86332"/>
                  <a:pt x="20791" y="87916"/>
                </a:cubicBezTo>
                <a:cubicBezTo>
                  <a:pt x="19150" y="89500"/>
                  <a:pt x="17085" y="90292"/>
                  <a:pt x="14596" y="90292"/>
                </a:cubicBezTo>
                <a:cubicBezTo>
                  <a:pt x="12333" y="90292"/>
                  <a:pt x="10410" y="89444"/>
                  <a:pt x="8826" y="87747"/>
                </a:cubicBezTo>
                <a:cubicBezTo>
                  <a:pt x="6732" y="85484"/>
                  <a:pt x="4738" y="79968"/>
                  <a:pt x="2843" y="71199"/>
                </a:cubicBezTo>
                <a:cubicBezTo>
                  <a:pt x="948" y="62430"/>
                  <a:pt x="0" y="54000"/>
                  <a:pt x="0" y="45910"/>
                </a:cubicBezTo>
                <a:cubicBezTo>
                  <a:pt x="0" y="31993"/>
                  <a:pt x="3932" y="20862"/>
                  <a:pt x="11796" y="12517"/>
                </a:cubicBezTo>
                <a:cubicBezTo>
                  <a:pt x="19660" y="4172"/>
                  <a:pt x="29334" y="0"/>
                  <a:pt x="40818" y="0"/>
                </a:cubicBezTo>
                <a:cubicBezTo>
                  <a:pt x="53038" y="0"/>
                  <a:pt x="62981" y="4512"/>
                  <a:pt x="70647" y="13535"/>
                </a:cubicBezTo>
                <a:cubicBezTo>
                  <a:pt x="78313" y="22559"/>
                  <a:pt x="82146" y="32954"/>
                  <a:pt x="82146" y="44722"/>
                </a:cubicBezTo>
                <a:cubicBezTo>
                  <a:pt x="82146" y="51794"/>
                  <a:pt x="80903" y="58286"/>
                  <a:pt x="78417" y="64198"/>
                </a:cubicBezTo>
                <a:cubicBezTo>
                  <a:pt x="75933" y="70110"/>
                  <a:pt x="73251" y="74508"/>
                  <a:pt x="70371" y="77394"/>
                </a:cubicBezTo>
                <a:cubicBezTo>
                  <a:pt x="66192" y="81467"/>
                  <a:pt x="61024" y="84833"/>
                  <a:pt x="54868" y="87492"/>
                </a:cubicBezTo>
                <a:cubicBezTo>
                  <a:pt x="50576" y="89302"/>
                  <a:pt x="45605" y="90208"/>
                  <a:pt x="39956" y="90208"/>
                </a:cubicBezTo>
                <a:lnTo>
                  <a:pt x="32587" y="90208"/>
                </a:lnTo>
                <a:moveTo>
                  <a:pt x="50068" y="70944"/>
                </a:moveTo>
                <a:cubicBezTo>
                  <a:pt x="54962" y="68285"/>
                  <a:pt x="58618" y="64806"/>
                  <a:pt x="61037" y="60506"/>
                </a:cubicBezTo>
                <a:cubicBezTo>
                  <a:pt x="63455" y="56206"/>
                  <a:pt x="64664" y="51087"/>
                  <a:pt x="64664" y="45146"/>
                </a:cubicBezTo>
                <a:cubicBezTo>
                  <a:pt x="64664" y="39263"/>
                  <a:pt x="63455" y="34171"/>
                  <a:pt x="61037" y="29871"/>
                </a:cubicBezTo>
                <a:cubicBezTo>
                  <a:pt x="58618" y="25572"/>
                  <a:pt x="54962" y="22064"/>
                  <a:pt x="50068" y="19348"/>
                </a:cubicBezTo>
                <a:lnTo>
                  <a:pt x="50068" y="70944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t">
            <a:extLst xmlns:a="http://schemas.openxmlformats.org/drawingml/2006/main">
              <a:ext uri="{FF2B5EF4-FFF2-40B4-BE49-F238E27FC236}">
                <a16:creationId xmlns:a16="http://schemas.microsoft.com/office/drawing/2014/main" id="{C8009E29-7642-4F37-A364-B78FD7B9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0" y="1254692"/>
            <a:ext cx="107095" cy="90123"/>
          </a:xfrm>
          <a:custGeom xmlns:a="http://schemas.openxmlformats.org/drawingml/2006/main">
            <a:pathLst>
              <a:path w="107095" h="90123">
                <a:moveTo>
                  <a:pt x="62288" y="35302"/>
                </a:moveTo>
                <a:lnTo>
                  <a:pt x="27606" y="35302"/>
                </a:lnTo>
                <a:cubicBezTo>
                  <a:pt x="23894" y="35302"/>
                  <a:pt x="21447" y="36066"/>
                  <a:pt x="20266" y="37594"/>
                </a:cubicBezTo>
                <a:cubicBezTo>
                  <a:pt x="18410" y="39970"/>
                  <a:pt x="17481" y="44213"/>
                  <a:pt x="17481" y="50323"/>
                </a:cubicBezTo>
                <a:cubicBezTo>
                  <a:pt x="17481" y="59205"/>
                  <a:pt x="19397" y="67408"/>
                  <a:pt x="23228" y="74933"/>
                </a:cubicBezTo>
                <a:cubicBezTo>
                  <a:pt x="24715" y="77818"/>
                  <a:pt x="25458" y="80081"/>
                  <a:pt x="25458" y="81721"/>
                </a:cubicBezTo>
                <a:cubicBezTo>
                  <a:pt x="25458" y="83984"/>
                  <a:pt x="24604" y="85950"/>
                  <a:pt x="22894" y="87619"/>
                </a:cubicBezTo>
                <a:cubicBezTo>
                  <a:pt x="21186" y="89288"/>
                  <a:pt x="19108" y="90123"/>
                  <a:pt x="16659" y="90123"/>
                </a:cubicBezTo>
                <a:cubicBezTo>
                  <a:pt x="14380" y="90123"/>
                  <a:pt x="12415" y="89218"/>
                  <a:pt x="10764" y="87407"/>
                </a:cubicBezTo>
                <a:cubicBezTo>
                  <a:pt x="8087" y="84635"/>
                  <a:pt x="5624" y="79161"/>
                  <a:pt x="3373" y="70986"/>
                </a:cubicBezTo>
                <a:cubicBezTo>
                  <a:pt x="1124" y="62812"/>
                  <a:pt x="0" y="55924"/>
                  <a:pt x="0" y="50323"/>
                </a:cubicBezTo>
                <a:cubicBezTo>
                  <a:pt x="0" y="39517"/>
                  <a:pt x="2327" y="31413"/>
                  <a:pt x="6982" y="26010"/>
                </a:cubicBezTo>
                <a:cubicBezTo>
                  <a:pt x="11637" y="20607"/>
                  <a:pt x="17350" y="17906"/>
                  <a:pt x="24119" y="17906"/>
                </a:cubicBezTo>
                <a:lnTo>
                  <a:pt x="62288" y="17906"/>
                </a:lnTo>
                <a:lnTo>
                  <a:pt x="62288" y="11626"/>
                </a:lnTo>
                <a:cubicBezTo>
                  <a:pt x="62288" y="7440"/>
                  <a:pt x="63098" y="4455"/>
                  <a:pt x="64717" y="2673"/>
                </a:cubicBezTo>
                <a:cubicBezTo>
                  <a:pt x="66339" y="891"/>
                  <a:pt x="68457" y="0"/>
                  <a:pt x="71071" y="0"/>
                </a:cubicBezTo>
                <a:cubicBezTo>
                  <a:pt x="73630" y="0"/>
                  <a:pt x="75718" y="891"/>
                  <a:pt x="77338" y="2673"/>
                </a:cubicBezTo>
                <a:cubicBezTo>
                  <a:pt x="78959" y="4455"/>
                  <a:pt x="79770" y="7440"/>
                  <a:pt x="79770" y="11626"/>
                </a:cubicBezTo>
                <a:lnTo>
                  <a:pt x="79770" y="17906"/>
                </a:lnTo>
                <a:lnTo>
                  <a:pt x="95469" y="17906"/>
                </a:lnTo>
                <a:cubicBezTo>
                  <a:pt x="99655" y="17906"/>
                  <a:pt x="102640" y="18712"/>
                  <a:pt x="104422" y="20324"/>
                </a:cubicBezTo>
                <a:cubicBezTo>
                  <a:pt x="106204" y="21937"/>
                  <a:pt x="107095" y="24044"/>
                  <a:pt x="107095" y="26646"/>
                </a:cubicBezTo>
                <a:cubicBezTo>
                  <a:pt x="107095" y="29192"/>
                  <a:pt x="106204" y="31271"/>
                  <a:pt x="104422" y="32884"/>
                </a:cubicBezTo>
                <a:cubicBezTo>
                  <a:pt x="102640" y="34496"/>
                  <a:pt x="99655" y="35302"/>
                  <a:pt x="95469" y="35302"/>
                </a:cubicBezTo>
                <a:lnTo>
                  <a:pt x="79770" y="35302"/>
                </a:lnTo>
                <a:lnTo>
                  <a:pt x="79770" y="67465"/>
                </a:lnTo>
                <a:cubicBezTo>
                  <a:pt x="79770" y="71651"/>
                  <a:pt x="78959" y="74636"/>
                  <a:pt x="77338" y="76418"/>
                </a:cubicBezTo>
                <a:cubicBezTo>
                  <a:pt x="75718" y="78200"/>
                  <a:pt x="73601" y="79091"/>
                  <a:pt x="70986" y="79091"/>
                </a:cubicBezTo>
                <a:cubicBezTo>
                  <a:pt x="68428" y="79091"/>
                  <a:pt x="66339" y="78200"/>
                  <a:pt x="64717" y="76418"/>
                </a:cubicBezTo>
                <a:cubicBezTo>
                  <a:pt x="63098" y="74636"/>
                  <a:pt x="62288" y="71651"/>
                  <a:pt x="62288" y="67465"/>
                </a:cubicBezTo>
                <a:lnTo>
                  <a:pt x="62288" y="35302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!">
            <a:extLst xmlns:a="http://schemas.openxmlformats.org/drawingml/2006/main">
              <a:ext uri="{FF2B5EF4-FFF2-40B4-BE49-F238E27FC236}">
                <a16:creationId xmlns:a16="http://schemas.microsoft.com/office/drawing/2014/main" id="{4174C2BC-FB1E-4B87-99A3-4C2E2FE0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0" y="1384088"/>
            <a:ext cx="115411" cy="27835"/>
          </a:xfrm>
          <a:custGeom xmlns:a="http://schemas.openxmlformats.org/drawingml/2006/main">
            <a:pathLst>
              <a:path w="115411" h="27835">
                <a:moveTo>
                  <a:pt x="95469" y="27410"/>
                </a:moveTo>
                <a:lnTo>
                  <a:pt x="43025" y="22573"/>
                </a:lnTo>
                <a:cubicBezTo>
                  <a:pt x="40309" y="22347"/>
                  <a:pt x="38202" y="21442"/>
                  <a:pt x="36703" y="19858"/>
                </a:cubicBezTo>
                <a:cubicBezTo>
                  <a:pt x="35203" y="18273"/>
                  <a:pt x="34454" y="16293"/>
                  <a:pt x="34454" y="13917"/>
                </a:cubicBezTo>
                <a:cubicBezTo>
                  <a:pt x="34454" y="11541"/>
                  <a:pt x="35203" y="9561"/>
                  <a:pt x="36703" y="7977"/>
                </a:cubicBezTo>
                <a:cubicBezTo>
                  <a:pt x="38202" y="6393"/>
                  <a:pt x="40309" y="5488"/>
                  <a:pt x="43025" y="5261"/>
                </a:cubicBezTo>
                <a:lnTo>
                  <a:pt x="95469" y="339"/>
                </a:lnTo>
                <a:cubicBezTo>
                  <a:pt x="98128" y="113"/>
                  <a:pt x="99882" y="0"/>
                  <a:pt x="100730" y="0"/>
                </a:cubicBezTo>
                <a:cubicBezTo>
                  <a:pt x="105143" y="0"/>
                  <a:pt x="108693" y="1329"/>
                  <a:pt x="111380" y="3988"/>
                </a:cubicBezTo>
                <a:cubicBezTo>
                  <a:pt x="114068" y="6647"/>
                  <a:pt x="115411" y="9957"/>
                  <a:pt x="115411" y="13917"/>
                </a:cubicBezTo>
                <a:cubicBezTo>
                  <a:pt x="115411" y="17821"/>
                  <a:pt x="114054" y="21116"/>
                  <a:pt x="111338" y="23804"/>
                </a:cubicBezTo>
                <a:cubicBezTo>
                  <a:pt x="108622" y="26491"/>
                  <a:pt x="105200" y="27835"/>
                  <a:pt x="101070" y="27835"/>
                </a:cubicBezTo>
                <a:cubicBezTo>
                  <a:pt x="100221" y="27835"/>
                  <a:pt x="98354" y="27693"/>
                  <a:pt x="95469" y="27410"/>
                </a:cubicBezTo>
                <a:moveTo>
                  <a:pt x="8953" y="24610"/>
                </a:moveTo>
                <a:cubicBezTo>
                  <a:pt x="6451" y="24610"/>
                  <a:pt x="4334" y="23676"/>
                  <a:pt x="2602" y="21809"/>
                </a:cubicBezTo>
                <a:cubicBezTo>
                  <a:pt x="867" y="19942"/>
                  <a:pt x="0" y="17368"/>
                  <a:pt x="0" y="14087"/>
                </a:cubicBezTo>
                <a:cubicBezTo>
                  <a:pt x="0" y="10806"/>
                  <a:pt x="867" y="8232"/>
                  <a:pt x="2602" y="6365"/>
                </a:cubicBezTo>
                <a:cubicBezTo>
                  <a:pt x="4334" y="4498"/>
                  <a:pt x="6451" y="3564"/>
                  <a:pt x="8953" y="3564"/>
                </a:cubicBezTo>
                <a:cubicBezTo>
                  <a:pt x="11398" y="3564"/>
                  <a:pt x="13487" y="4484"/>
                  <a:pt x="15219" y="6322"/>
                </a:cubicBezTo>
                <a:cubicBezTo>
                  <a:pt x="16954" y="8161"/>
                  <a:pt x="17821" y="10749"/>
                  <a:pt x="17821" y="14087"/>
                </a:cubicBezTo>
                <a:cubicBezTo>
                  <a:pt x="17821" y="17425"/>
                  <a:pt x="16968" y="20013"/>
                  <a:pt x="15262" y="21852"/>
                </a:cubicBezTo>
                <a:cubicBezTo>
                  <a:pt x="13557" y="23690"/>
                  <a:pt x="11455" y="24610"/>
                  <a:pt x="8953" y="2461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!">
            <a:extLst xmlns:a="http://schemas.openxmlformats.org/drawingml/2006/main">
              <a:ext uri="{FF2B5EF4-FFF2-40B4-BE49-F238E27FC236}">
                <a16:creationId xmlns:a16="http://schemas.microsoft.com/office/drawing/2014/main" id="{27DC04CA-95B5-48B3-86D2-9001D61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0" y="1488365"/>
            <a:ext cx="115411" cy="27835"/>
          </a:xfrm>
          <a:custGeom xmlns:a="http://schemas.openxmlformats.org/drawingml/2006/main">
            <a:pathLst>
              <a:path w="115411" h="27835">
                <a:moveTo>
                  <a:pt x="95469" y="27410"/>
                </a:moveTo>
                <a:lnTo>
                  <a:pt x="43025" y="22573"/>
                </a:lnTo>
                <a:cubicBezTo>
                  <a:pt x="40309" y="22347"/>
                  <a:pt x="38202" y="21442"/>
                  <a:pt x="36703" y="19858"/>
                </a:cubicBezTo>
                <a:cubicBezTo>
                  <a:pt x="35203" y="18273"/>
                  <a:pt x="34454" y="16293"/>
                  <a:pt x="34454" y="13917"/>
                </a:cubicBezTo>
                <a:cubicBezTo>
                  <a:pt x="34454" y="11541"/>
                  <a:pt x="35203" y="9561"/>
                  <a:pt x="36703" y="7977"/>
                </a:cubicBezTo>
                <a:cubicBezTo>
                  <a:pt x="38202" y="6393"/>
                  <a:pt x="40309" y="5488"/>
                  <a:pt x="43025" y="5261"/>
                </a:cubicBezTo>
                <a:lnTo>
                  <a:pt x="95469" y="339"/>
                </a:lnTo>
                <a:cubicBezTo>
                  <a:pt x="98128" y="113"/>
                  <a:pt x="99882" y="0"/>
                  <a:pt x="100730" y="0"/>
                </a:cubicBezTo>
                <a:cubicBezTo>
                  <a:pt x="105143" y="0"/>
                  <a:pt x="108693" y="1329"/>
                  <a:pt x="111380" y="3988"/>
                </a:cubicBezTo>
                <a:cubicBezTo>
                  <a:pt x="114068" y="6647"/>
                  <a:pt x="115411" y="9957"/>
                  <a:pt x="115411" y="13917"/>
                </a:cubicBezTo>
                <a:cubicBezTo>
                  <a:pt x="115411" y="17821"/>
                  <a:pt x="114054" y="21116"/>
                  <a:pt x="111338" y="23804"/>
                </a:cubicBezTo>
                <a:cubicBezTo>
                  <a:pt x="108622" y="26491"/>
                  <a:pt x="105200" y="27835"/>
                  <a:pt x="101070" y="27835"/>
                </a:cubicBezTo>
                <a:cubicBezTo>
                  <a:pt x="100221" y="27835"/>
                  <a:pt x="98354" y="27693"/>
                  <a:pt x="95469" y="27410"/>
                </a:cubicBezTo>
                <a:moveTo>
                  <a:pt x="8953" y="24610"/>
                </a:moveTo>
                <a:cubicBezTo>
                  <a:pt x="6451" y="24610"/>
                  <a:pt x="4334" y="23676"/>
                  <a:pt x="2602" y="21809"/>
                </a:cubicBezTo>
                <a:cubicBezTo>
                  <a:pt x="867" y="19942"/>
                  <a:pt x="0" y="17368"/>
                  <a:pt x="0" y="14087"/>
                </a:cubicBezTo>
                <a:cubicBezTo>
                  <a:pt x="0" y="10806"/>
                  <a:pt x="867" y="8232"/>
                  <a:pt x="2602" y="6365"/>
                </a:cubicBezTo>
                <a:cubicBezTo>
                  <a:pt x="4334" y="4498"/>
                  <a:pt x="6451" y="3564"/>
                  <a:pt x="8953" y="3564"/>
                </a:cubicBezTo>
                <a:cubicBezTo>
                  <a:pt x="11398" y="3564"/>
                  <a:pt x="13487" y="4484"/>
                  <a:pt x="15219" y="6322"/>
                </a:cubicBezTo>
                <a:cubicBezTo>
                  <a:pt x="16954" y="8161"/>
                  <a:pt x="17821" y="10749"/>
                  <a:pt x="17821" y="14087"/>
                </a:cubicBezTo>
                <a:cubicBezTo>
                  <a:pt x="17821" y="17425"/>
                  <a:pt x="16968" y="20013"/>
                  <a:pt x="15262" y="21852"/>
                </a:cubicBezTo>
                <a:cubicBezTo>
                  <a:pt x="13557" y="23690"/>
                  <a:pt x="11455" y="24610"/>
                  <a:pt x="8953" y="2461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RAM">
            <a:extLst xmlns:a="http://schemas.openxmlformats.org/drawingml/2006/main">
              <a:ext uri="{FF2B5EF4-FFF2-40B4-BE49-F238E27FC236}">
                <a16:creationId xmlns:a16="http://schemas.microsoft.com/office/drawing/2014/main" id="{15DA12FD-6094-440E-AC1A-1C41091A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727" y="101689"/>
            <a:ext cx="370700" cy="124407"/>
          </a:xfrm>
          <a:custGeom xmlns:a="http://schemas.openxmlformats.org/drawingml/2006/main">
            <a:pathLst>
              <a:path w="370700" h="124407">
                <a:moveTo>
                  <a:pt x="0" y="124407"/>
                </a:moveTo>
                <a:lnTo>
                  <a:pt x="0" y="0"/>
                </a:lnTo>
                <a:lnTo>
                  <a:pt x="52869" y="0"/>
                </a:lnTo>
                <a:cubicBezTo>
                  <a:pt x="66164" y="0"/>
                  <a:pt x="75824" y="1117"/>
                  <a:pt x="81849" y="3352"/>
                </a:cubicBezTo>
                <a:cubicBezTo>
                  <a:pt x="87874" y="5587"/>
                  <a:pt x="92697" y="9561"/>
                  <a:pt x="96318" y="15275"/>
                </a:cubicBezTo>
                <a:cubicBezTo>
                  <a:pt x="99938" y="20989"/>
                  <a:pt x="101749" y="27523"/>
                  <a:pt x="101749" y="34878"/>
                </a:cubicBezTo>
                <a:cubicBezTo>
                  <a:pt x="101749" y="44213"/>
                  <a:pt x="99005" y="51921"/>
                  <a:pt x="93517" y="58003"/>
                </a:cubicBezTo>
                <a:cubicBezTo>
                  <a:pt x="88029" y="64084"/>
                  <a:pt x="79826" y="67917"/>
                  <a:pt x="68907" y="69501"/>
                </a:cubicBezTo>
                <a:cubicBezTo>
                  <a:pt x="74339" y="72670"/>
                  <a:pt x="78822" y="76149"/>
                  <a:pt x="82358" y="79939"/>
                </a:cubicBezTo>
                <a:cubicBezTo>
                  <a:pt x="85894" y="83730"/>
                  <a:pt x="90660" y="90462"/>
                  <a:pt x="96657" y="100136"/>
                </a:cubicBezTo>
                <a:lnTo>
                  <a:pt x="111847" y="124407"/>
                </a:lnTo>
                <a:lnTo>
                  <a:pt x="81806" y="124407"/>
                </a:lnTo>
                <a:lnTo>
                  <a:pt x="63646" y="97328"/>
                </a:lnTo>
                <a:cubicBezTo>
                  <a:pt x="57197" y="87657"/>
                  <a:pt x="52784" y="81564"/>
                  <a:pt x="50408" y="79048"/>
                </a:cubicBezTo>
                <a:cubicBezTo>
                  <a:pt x="48032" y="76531"/>
                  <a:pt x="45514" y="74805"/>
                  <a:pt x="42855" y="73872"/>
                </a:cubicBezTo>
                <a:cubicBezTo>
                  <a:pt x="40196" y="72938"/>
                  <a:pt x="35981" y="72472"/>
                  <a:pt x="30211" y="72472"/>
                </a:cubicBezTo>
                <a:lnTo>
                  <a:pt x="25119" y="72472"/>
                </a:lnTo>
                <a:lnTo>
                  <a:pt x="25119" y="124407"/>
                </a:lnTo>
                <a:lnTo>
                  <a:pt x="0" y="124407"/>
                </a:lnTo>
                <a:moveTo>
                  <a:pt x="25119" y="52614"/>
                </a:moveTo>
                <a:lnTo>
                  <a:pt x="43704" y="52614"/>
                </a:lnTo>
                <a:cubicBezTo>
                  <a:pt x="55754" y="52614"/>
                  <a:pt x="63278" y="52105"/>
                  <a:pt x="66277" y="51087"/>
                </a:cubicBezTo>
                <a:cubicBezTo>
                  <a:pt x="69275" y="50068"/>
                  <a:pt x="71623" y="48314"/>
                  <a:pt x="73320" y="45825"/>
                </a:cubicBezTo>
                <a:cubicBezTo>
                  <a:pt x="75017" y="43336"/>
                  <a:pt x="75866" y="40224"/>
                  <a:pt x="75866" y="36490"/>
                </a:cubicBezTo>
                <a:cubicBezTo>
                  <a:pt x="75866" y="32304"/>
                  <a:pt x="74749" y="28924"/>
                  <a:pt x="72514" y="26349"/>
                </a:cubicBezTo>
                <a:cubicBezTo>
                  <a:pt x="70279" y="23775"/>
                  <a:pt x="67125" y="22149"/>
                  <a:pt x="63052" y="21470"/>
                </a:cubicBezTo>
                <a:cubicBezTo>
                  <a:pt x="61015" y="21187"/>
                  <a:pt x="54905" y="21046"/>
                  <a:pt x="44722" y="21046"/>
                </a:cubicBezTo>
                <a:lnTo>
                  <a:pt x="25119" y="21046"/>
                </a:lnTo>
                <a:lnTo>
                  <a:pt x="25119" y="52614"/>
                </a:lnTo>
                <a:close/>
                <a:moveTo>
                  <a:pt x="237583" y="124407"/>
                </a:moveTo>
                <a:lnTo>
                  <a:pt x="210258" y="124407"/>
                </a:lnTo>
                <a:lnTo>
                  <a:pt x="199395" y="96063"/>
                </a:lnTo>
                <a:lnTo>
                  <a:pt x="149667" y="96063"/>
                </a:lnTo>
                <a:lnTo>
                  <a:pt x="139398" y="124407"/>
                </a:lnTo>
                <a:lnTo>
                  <a:pt x="112752" y="124407"/>
                </a:lnTo>
                <a:lnTo>
                  <a:pt x="161208" y="0"/>
                </a:lnTo>
                <a:lnTo>
                  <a:pt x="187769" y="0"/>
                </a:lnTo>
                <a:lnTo>
                  <a:pt x="237583" y="124407"/>
                </a:lnTo>
                <a:moveTo>
                  <a:pt x="191333" y="75017"/>
                </a:moveTo>
                <a:lnTo>
                  <a:pt x="174192" y="29023"/>
                </a:lnTo>
                <a:lnTo>
                  <a:pt x="157389" y="75017"/>
                </a:lnTo>
                <a:lnTo>
                  <a:pt x="191333" y="75017"/>
                </a:lnTo>
                <a:close/>
                <a:moveTo>
                  <a:pt x="250536" y="124407"/>
                </a:moveTo>
                <a:lnTo>
                  <a:pt x="250536" y="0"/>
                </a:lnTo>
                <a:lnTo>
                  <a:pt x="288130" y="0"/>
                </a:lnTo>
                <a:lnTo>
                  <a:pt x="310703" y="84861"/>
                </a:lnTo>
                <a:lnTo>
                  <a:pt x="333021" y="0"/>
                </a:lnTo>
                <a:lnTo>
                  <a:pt x="370700" y="0"/>
                </a:lnTo>
                <a:lnTo>
                  <a:pt x="370700" y="124407"/>
                </a:lnTo>
                <a:lnTo>
                  <a:pt x="347363" y="124407"/>
                </a:lnTo>
                <a:lnTo>
                  <a:pt x="347363" y="26477"/>
                </a:lnTo>
                <a:lnTo>
                  <a:pt x="322668" y="124407"/>
                </a:lnTo>
                <a:lnTo>
                  <a:pt x="298483" y="124407"/>
                </a:lnTo>
                <a:lnTo>
                  <a:pt x="273873" y="26477"/>
                </a:lnTo>
                <a:lnTo>
                  <a:pt x="273873" y="124407"/>
                </a:lnTo>
                <a:lnTo>
                  <a:pt x="250536" y="124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6334C-13F0-48B0-BCA5-E7B23F3F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2059" y="1850420"/>
            <a:ext cx="267378" cy="802135"/>
          </a:xfrm>
          <a:custGeom xmlns:a="http://schemas.openxmlformats.org/drawingml/2006/main">
            <a:pathLst>
              <a:path w="267378" h="802135">
                <a:moveTo>
                  <a:pt x="0" y="0"/>
                </a:moveTo>
                <a:lnTo>
                  <a:pt x="267378" y="0"/>
                </a:lnTo>
                <a:lnTo>
                  <a:pt x="267378" y="802135"/>
                </a:lnTo>
                <a:lnTo>
                  <a:pt x="0" y="8021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A4F07-6EA7-4F66-8D01-79AB577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2059" y="1850420"/>
            <a:ext cx="267378" cy="802135"/>
          </a:xfrm>
          <a:custGeom xmlns:a="http://schemas.openxmlformats.org/drawingml/2006/main">
            <a:pathLst>
              <a:path w="267378" h="802135" fill="none">
                <a:moveTo>
                  <a:pt x="0" y="0"/>
                </a:moveTo>
                <a:lnTo>
                  <a:pt x="267378" y="0"/>
                </a:lnTo>
                <a:lnTo>
                  <a:pt x="267378" y="802135"/>
                </a:lnTo>
                <a:lnTo>
                  <a:pt x="0" y="8021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05" name="Text 0">
            <a:extLst xmlns:a="http://schemas.openxmlformats.org/drawingml/2006/main">
              <a:ext uri="{FF2B5EF4-FFF2-40B4-BE49-F238E27FC236}">
                <a16:creationId xmlns:a16="http://schemas.microsoft.com/office/drawing/2014/main" id="{8AB9D15A-022C-4EA4-A9F5-64168376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381" y="1924836"/>
            <a:ext cx="115242" cy="75866"/>
          </a:xfrm>
          <a:custGeom xmlns:a="http://schemas.openxmlformats.org/drawingml/2006/main">
            <a:pathLst>
              <a:path w="115242" h="75866">
                <a:moveTo>
                  <a:pt x="67176" y="75866"/>
                </a:moveTo>
                <a:lnTo>
                  <a:pt x="48066" y="75866"/>
                </a:lnTo>
                <a:cubicBezTo>
                  <a:pt x="36744" y="75866"/>
                  <a:pt x="25902" y="72599"/>
                  <a:pt x="15540" y="66065"/>
                </a:cubicBezTo>
                <a:cubicBezTo>
                  <a:pt x="5180" y="59530"/>
                  <a:pt x="0" y="50181"/>
                  <a:pt x="0" y="38018"/>
                </a:cubicBezTo>
                <a:cubicBezTo>
                  <a:pt x="0" y="31003"/>
                  <a:pt x="1543" y="25077"/>
                  <a:pt x="4628" y="20239"/>
                </a:cubicBezTo>
                <a:cubicBezTo>
                  <a:pt x="7714" y="15402"/>
                  <a:pt x="13405" y="10820"/>
                  <a:pt x="21698" y="6492"/>
                </a:cubicBezTo>
                <a:cubicBezTo>
                  <a:pt x="29991" y="2164"/>
                  <a:pt x="38781" y="0"/>
                  <a:pt x="48066" y="0"/>
                </a:cubicBezTo>
                <a:lnTo>
                  <a:pt x="67176" y="0"/>
                </a:lnTo>
                <a:cubicBezTo>
                  <a:pt x="78441" y="0"/>
                  <a:pt x="89268" y="3253"/>
                  <a:pt x="99656" y="9759"/>
                </a:cubicBezTo>
                <a:cubicBezTo>
                  <a:pt x="110047" y="16265"/>
                  <a:pt x="115242" y="25600"/>
                  <a:pt x="115242" y="37763"/>
                </a:cubicBezTo>
                <a:cubicBezTo>
                  <a:pt x="115242" y="44722"/>
                  <a:pt x="113712" y="50620"/>
                  <a:pt x="110654" y="55457"/>
                </a:cubicBezTo>
                <a:cubicBezTo>
                  <a:pt x="107597" y="60294"/>
                  <a:pt x="101922" y="64905"/>
                  <a:pt x="93629" y="69289"/>
                </a:cubicBezTo>
                <a:cubicBezTo>
                  <a:pt x="85335" y="73674"/>
                  <a:pt x="76518" y="75866"/>
                  <a:pt x="67176" y="75866"/>
                </a:cubicBezTo>
                <a:moveTo>
                  <a:pt x="67157" y="58385"/>
                </a:moveTo>
                <a:cubicBezTo>
                  <a:pt x="76596" y="58385"/>
                  <a:pt x="84847" y="55754"/>
                  <a:pt x="91910" y="50492"/>
                </a:cubicBezTo>
                <a:cubicBezTo>
                  <a:pt x="95810" y="47494"/>
                  <a:pt x="97760" y="43279"/>
                  <a:pt x="97760" y="37848"/>
                </a:cubicBezTo>
                <a:cubicBezTo>
                  <a:pt x="97760" y="32587"/>
                  <a:pt x="95613" y="28287"/>
                  <a:pt x="91319" y="24949"/>
                </a:cubicBezTo>
                <a:cubicBezTo>
                  <a:pt x="84818" y="19914"/>
                  <a:pt x="76764" y="17397"/>
                  <a:pt x="67157" y="17397"/>
                </a:cubicBezTo>
                <a:lnTo>
                  <a:pt x="48085" y="17397"/>
                </a:lnTo>
                <a:cubicBezTo>
                  <a:pt x="38589" y="17397"/>
                  <a:pt x="30338" y="20056"/>
                  <a:pt x="23332" y="25374"/>
                </a:cubicBezTo>
                <a:cubicBezTo>
                  <a:pt x="19431" y="28315"/>
                  <a:pt x="17481" y="32530"/>
                  <a:pt x="17481" y="38018"/>
                </a:cubicBezTo>
                <a:cubicBezTo>
                  <a:pt x="17481" y="43223"/>
                  <a:pt x="19629" y="47494"/>
                  <a:pt x="23923" y="50832"/>
                </a:cubicBezTo>
                <a:cubicBezTo>
                  <a:pt x="30424" y="55867"/>
                  <a:pt x="38478" y="58385"/>
                  <a:pt x="48085" y="58385"/>
                </a:cubicBezTo>
                <a:lnTo>
                  <a:pt x="67157" y="5838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x">
            <a:extLst xmlns:a="http://schemas.openxmlformats.org/drawingml/2006/main">
              <a:ext uri="{FF2B5EF4-FFF2-40B4-BE49-F238E27FC236}">
                <a16:creationId xmlns:a16="http://schemas.microsoft.com/office/drawing/2014/main" id="{278EDD5B-EA1D-43E5-9072-F7C4306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927" y="2018506"/>
            <a:ext cx="77054" cy="97421"/>
          </a:xfrm>
          <a:custGeom xmlns:a="http://schemas.openxmlformats.org/drawingml/2006/main">
            <a:pathLst>
              <a:path w="77054" h="97421">
                <a:moveTo>
                  <a:pt x="40044" y="61638"/>
                </a:moveTo>
                <a:lnTo>
                  <a:pt x="17481" y="87916"/>
                </a:lnTo>
                <a:cubicBezTo>
                  <a:pt x="17312" y="91084"/>
                  <a:pt x="16416" y="93461"/>
                  <a:pt x="14795" y="95045"/>
                </a:cubicBezTo>
                <a:cubicBezTo>
                  <a:pt x="13176" y="96629"/>
                  <a:pt x="11143" y="97421"/>
                  <a:pt x="8698" y="97421"/>
                </a:cubicBezTo>
                <a:cubicBezTo>
                  <a:pt x="6140" y="97421"/>
                  <a:pt x="4050" y="96530"/>
                  <a:pt x="2429" y="94748"/>
                </a:cubicBezTo>
                <a:cubicBezTo>
                  <a:pt x="810" y="92966"/>
                  <a:pt x="0" y="89981"/>
                  <a:pt x="0" y="85795"/>
                </a:cubicBezTo>
                <a:lnTo>
                  <a:pt x="0" y="66022"/>
                </a:lnTo>
                <a:cubicBezTo>
                  <a:pt x="0" y="61836"/>
                  <a:pt x="810" y="58851"/>
                  <a:pt x="2429" y="57069"/>
                </a:cubicBezTo>
                <a:cubicBezTo>
                  <a:pt x="4050" y="55287"/>
                  <a:pt x="6197" y="54396"/>
                  <a:pt x="8868" y="54396"/>
                </a:cubicBezTo>
                <a:cubicBezTo>
                  <a:pt x="10915" y="54396"/>
                  <a:pt x="12720" y="55033"/>
                  <a:pt x="14283" y="56305"/>
                </a:cubicBezTo>
                <a:cubicBezTo>
                  <a:pt x="15846" y="57578"/>
                  <a:pt x="16912" y="59318"/>
                  <a:pt x="17481" y="61524"/>
                </a:cubicBezTo>
                <a:lnTo>
                  <a:pt x="28723" y="48424"/>
                </a:lnTo>
                <a:lnTo>
                  <a:pt x="17481" y="35302"/>
                </a:lnTo>
                <a:cubicBezTo>
                  <a:pt x="16799" y="37961"/>
                  <a:pt x="15747" y="39871"/>
                  <a:pt x="14326" y="41030"/>
                </a:cubicBezTo>
                <a:cubicBezTo>
                  <a:pt x="12904" y="42190"/>
                  <a:pt x="11085" y="42770"/>
                  <a:pt x="8868" y="42770"/>
                </a:cubicBezTo>
                <a:cubicBezTo>
                  <a:pt x="6197" y="42770"/>
                  <a:pt x="4050" y="41893"/>
                  <a:pt x="2429" y="40139"/>
                </a:cubicBezTo>
                <a:cubicBezTo>
                  <a:pt x="810" y="38386"/>
                  <a:pt x="0" y="35415"/>
                  <a:pt x="0" y="31229"/>
                </a:cubicBezTo>
                <a:lnTo>
                  <a:pt x="0" y="11626"/>
                </a:lnTo>
                <a:cubicBezTo>
                  <a:pt x="0" y="7440"/>
                  <a:pt x="810" y="4455"/>
                  <a:pt x="2429" y="2673"/>
                </a:cubicBezTo>
                <a:cubicBezTo>
                  <a:pt x="4050" y="891"/>
                  <a:pt x="6168" y="0"/>
                  <a:pt x="8783" y="0"/>
                </a:cubicBezTo>
                <a:cubicBezTo>
                  <a:pt x="11172" y="0"/>
                  <a:pt x="13176" y="792"/>
                  <a:pt x="14795" y="2376"/>
                </a:cubicBezTo>
                <a:cubicBezTo>
                  <a:pt x="16416" y="3960"/>
                  <a:pt x="17312" y="6336"/>
                  <a:pt x="17481" y="9504"/>
                </a:cubicBezTo>
                <a:lnTo>
                  <a:pt x="39927" y="35366"/>
                </a:lnTo>
                <a:lnTo>
                  <a:pt x="59573" y="12475"/>
                </a:lnTo>
                <a:cubicBezTo>
                  <a:pt x="59801" y="9476"/>
                  <a:pt x="60724" y="7199"/>
                  <a:pt x="62344" y="5643"/>
                </a:cubicBezTo>
                <a:cubicBezTo>
                  <a:pt x="63965" y="4087"/>
                  <a:pt x="65969" y="3310"/>
                  <a:pt x="68356" y="3310"/>
                </a:cubicBezTo>
                <a:cubicBezTo>
                  <a:pt x="70914" y="3310"/>
                  <a:pt x="73003" y="4201"/>
                  <a:pt x="74622" y="5983"/>
                </a:cubicBezTo>
                <a:cubicBezTo>
                  <a:pt x="76243" y="7765"/>
                  <a:pt x="77054" y="10749"/>
                  <a:pt x="77054" y="14936"/>
                </a:cubicBezTo>
                <a:lnTo>
                  <a:pt x="77054" y="31229"/>
                </a:lnTo>
                <a:cubicBezTo>
                  <a:pt x="77054" y="35415"/>
                  <a:pt x="76243" y="38400"/>
                  <a:pt x="74622" y="40182"/>
                </a:cubicBezTo>
                <a:cubicBezTo>
                  <a:pt x="73003" y="41964"/>
                  <a:pt x="70942" y="42855"/>
                  <a:pt x="68441" y="42855"/>
                </a:cubicBezTo>
                <a:cubicBezTo>
                  <a:pt x="65085" y="42855"/>
                  <a:pt x="62355" y="41271"/>
                  <a:pt x="60252" y="38103"/>
                </a:cubicBezTo>
                <a:lnTo>
                  <a:pt x="51325" y="48498"/>
                </a:lnTo>
                <a:lnTo>
                  <a:pt x="60421" y="58979"/>
                </a:lnTo>
                <a:cubicBezTo>
                  <a:pt x="62638" y="55867"/>
                  <a:pt x="65197" y="54311"/>
                  <a:pt x="68099" y="54311"/>
                </a:cubicBezTo>
                <a:cubicBezTo>
                  <a:pt x="70828" y="54311"/>
                  <a:pt x="73003" y="55202"/>
                  <a:pt x="74622" y="56984"/>
                </a:cubicBezTo>
                <a:cubicBezTo>
                  <a:pt x="76243" y="58766"/>
                  <a:pt x="77054" y="61751"/>
                  <a:pt x="77054" y="65937"/>
                </a:cubicBezTo>
                <a:lnTo>
                  <a:pt x="77054" y="82061"/>
                </a:lnTo>
                <a:cubicBezTo>
                  <a:pt x="77054" y="86247"/>
                  <a:pt x="76243" y="89232"/>
                  <a:pt x="74622" y="91014"/>
                </a:cubicBezTo>
                <a:cubicBezTo>
                  <a:pt x="73003" y="92796"/>
                  <a:pt x="70886" y="93687"/>
                  <a:pt x="68271" y="93687"/>
                </a:cubicBezTo>
                <a:cubicBezTo>
                  <a:pt x="65941" y="93687"/>
                  <a:pt x="63965" y="92909"/>
                  <a:pt x="62344" y="91353"/>
                </a:cubicBezTo>
                <a:cubicBezTo>
                  <a:pt x="60724" y="89797"/>
                  <a:pt x="59801" y="87492"/>
                  <a:pt x="59573" y="84437"/>
                </a:cubicBezTo>
                <a:lnTo>
                  <a:pt x="40044" y="6163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.">
            <a:extLst xmlns:a="http://schemas.openxmlformats.org/drawingml/2006/main">
              <a:ext uri="{FF2B5EF4-FFF2-40B4-BE49-F238E27FC236}">
                <a16:creationId xmlns:a16="http://schemas.microsoft.com/office/drawing/2014/main" id="{E3BC2049-4D71-4531-834E-B812A821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2" y="2158424"/>
            <a:ext cx="23082" cy="26137"/>
          </a:xfrm>
          <a:custGeom xmlns:a="http://schemas.openxmlformats.org/drawingml/2006/main">
            <a:pathLst>
              <a:path w="23082" h="26137">
                <a:moveTo>
                  <a:pt x="11541" y="26137"/>
                </a:moveTo>
                <a:cubicBezTo>
                  <a:pt x="8260" y="26137"/>
                  <a:pt x="5516" y="24978"/>
                  <a:pt x="3310" y="22658"/>
                </a:cubicBezTo>
                <a:cubicBezTo>
                  <a:pt x="1103" y="20338"/>
                  <a:pt x="0" y="17142"/>
                  <a:pt x="0" y="13069"/>
                </a:cubicBezTo>
                <a:cubicBezTo>
                  <a:pt x="0" y="8995"/>
                  <a:pt x="1103" y="5799"/>
                  <a:pt x="3310" y="3479"/>
                </a:cubicBezTo>
                <a:cubicBezTo>
                  <a:pt x="5516" y="1160"/>
                  <a:pt x="8260" y="0"/>
                  <a:pt x="11541" y="0"/>
                </a:cubicBezTo>
                <a:cubicBezTo>
                  <a:pt x="14822" y="0"/>
                  <a:pt x="17566" y="1160"/>
                  <a:pt x="19773" y="3479"/>
                </a:cubicBezTo>
                <a:cubicBezTo>
                  <a:pt x="21979" y="5799"/>
                  <a:pt x="23082" y="8995"/>
                  <a:pt x="23082" y="13069"/>
                </a:cubicBezTo>
                <a:cubicBezTo>
                  <a:pt x="23082" y="17142"/>
                  <a:pt x="21979" y="20338"/>
                  <a:pt x="19773" y="22658"/>
                </a:cubicBezTo>
                <a:cubicBezTo>
                  <a:pt x="17566" y="24978"/>
                  <a:pt x="14822" y="26137"/>
                  <a:pt x="11541" y="26137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.">
            <a:extLst xmlns:a="http://schemas.openxmlformats.org/drawingml/2006/main">
              <a:ext uri="{FF2B5EF4-FFF2-40B4-BE49-F238E27FC236}">
                <a16:creationId xmlns:a16="http://schemas.microsoft.com/office/drawing/2014/main" id="{36536D81-200D-4CE1-A957-8D950208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2" y="2262702"/>
            <a:ext cx="23082" cy="26137"/>
          </a:xfrm>
          <a:custGeom xmlns:a="http://schemas.openxmlformats.org/drawingml/2006/main">
            <a:pathLst>
              <a:path w="23082" h="26137">
                <a:moveTo>
                  <a:pt x="11541" y="26137"/>
                </a:moveTo>
                <a:cubicBezTo>
                  <a:pt x="8260" y="26137"/>
                  <a:pt x="5516" y="24978"/>
                  <a:pt x="3310" y="22658"/>
                </a:cubicBezTo>
                <a:cubicBezTo>
                  <a:pt x="1103" y="20338"/>
                  <a:pt x="0" y="17142"/>
                  <a:pt x="0" y="13069"/>
                </a:cubicBezTo>
                <a:cubicBezTo>
                  <a:pt x="0" y="8995"/>
                  <a:pt x="1103" y="5799"/>
                  <a:pt x="3310" y="3479"/>
                </a:cubicBezTo>
                <a:cubicBezTo>
                  <a:pt x="5516" y="1160"/>
                  <a:pt x="8260" y="0"/>
                  <a:pt x="11541" y="0"/>
                </a:cubicBezTo>
                <a:cubicBezTo>
                  <a:pt x="14822" y="0"/>
                  <a:pt x="17566" y="1160"/>
                  <a:pt x="19773" y="3479"/>
                </a:cubicBezTo>
                <a:cubicBezTo>
                  <a:pt x="21979" y="5799"/>
                  <a:pt x="23082" y="8995"/>
                  <a:pt x="23082" y="13069"/>
                </a:cubicBezTo>
                <a:cubicBezTo>
                  <a:pt x="23082" y="17142"/>
                  <a:pt x="21979" y="20338"/>
                  <a:pt x="19773" y="22658"/>
                </a:cubicBezTo>
                <a:cubicBezTo>
                  <a:pt x="17566" y="24978"/>
                  <a:pt x="14822" y="26137"/>
                  <a:pt x="11541" y="26137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0">
            <a:extLst xmlns:a="http://schemas.openxmlformats.org/drawingml/2006/main">
              <a:ext uri="{FF2B5EF4-FFF2-40B4-BE49-F238E27FC236}">
                <a16:creationId xmlns:a16="http://schemas.microsoft.com/office/drawing/2014/main" id="{3C9A6722-8896-480C-B874-8032CC56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381" y="2341945"/>
            <a:ext cx="115242" cy="75866"/>
          </a:xfrm>
          <a:custGeom xmlns:a="http://schemas.openxmlformats.org/drawingml/2006/main">
            <a:pathLst>
              <a:path w="115242" h="75866">
                <a:moveTo>
                  <a:pt x="67176" y="75866"/>
                </a:moveTo>
                <a:lnTo>
                  <a:pt x="48066" y="75866"/>
                </a:lnTo>
                <a:cubicBezTo>
                  <a:pt x="36744" y="75866"/>
                  <a:pt x="25902" y="72599"/>
                  <a:pt x="15540" y="66065"/>
                </a:cubicBezTo>
                <a:cubicBezTo>
                  <a:pt x="5180" y="59530"/>
                  <a:pt x="0" y="50181"/>
                  <a:pt x="0" y="38018"/>
                </a:cubicBezTo>
                <a:cubicBezTo>
                  <a:pt x="0" y="31003"/>
                  <a:pt x="1543" y="25077"/>
                  <a:pt x="4628" y="20239"/>
                </a:cubicBezTo>
                <a:cubicBezTo>
                  <a:pt x="7714" y="15402"/>
                  <a:pt x="13405" y="10820"/>
                  <a:pt x="21698" y="6492"/>
                </a:cubicBezTo>
                <a:cubicBezTo>
                  <a:pt x="29991" y="2164"/>
                  <a:pt x="38781" y="0"/>
                  <a:pt x="48066" y="0"/>
                </a:cubicBezTo>
                <a:lnTo>
                  <a:pt x="67176" y="0"/>
                </a:lnTo>
                <a:cubicBezTo>
                  <a:pt x="78441" y="0"/>
                  <a:pt x="89268" y="3253"/>
                  <a:pt x="99656" y="9759"/>
                </a:cubicBezTo>
                <a:cubicBezTo>
                  <a:pt x="110047" y="16265"/>
                  <a:pt x="115242" y="25600"/>
                  <a:pt x="115242" y="37763"/>
                </a:cubicBezTo>
                <a:cubicBezTo>
                  <a:pt x="115242" y="44722"/>
                  <a:pt x="113712" y="50620"/>
                  <a:pt x="110654" y="55457"/>
                </a:cubicBezTo>
                <a:cubicBezTo>
                  <a:pt x="107597" y="60294"/>
                  <a:pt x="101922" y="64905"/>
                  <a:pt x="93629" y="69289"/>
                </a:cubicBezTo>
                <a:cubicBezTo>
                  <a:pt x="85335" y="73674"/>
                  <a:pt x="76518" y="75866"/>
                  <a:pt x="67176" y="75866"/>
                </a:cubicBezTo>
                <a:moveTo>
                  <a:pt x="67157" y="58385"/>
                </a:moveTo>
                <a:cubicBezTo>
                  <a:pt x="76596" y="58385"/>
                  <a:pt x="84847" y="55754"/>
                  <a:pt x="91910" y="50492"/>
                </a:cubicBezTo>
                <a:cubicBezTo>
                  <a:pt x="95810" y="47494"/>
                  <a:pt x="97760" y="43279"/>
                  <a:pt x="97760" y="37848"/>
                </a:cubicBezTo>
                <a:cubicBezTo>
                  <a:pt x="97760" y="32587"/>
                  <a:pt x="95613" y="28287"/>
                  <a:pt x="91319" y="24949"/>
                </a:cubicBezTo>
                <a:cubicBezTo>
                  <a:pt x="84818" y="19914"/>
                  <a:pt x="76764" y="17397"/>
                  <a:pt x="67157" y="17397"/>
                </a:cubicBezTo>
                <a:lnTo>
                  <a:pt x="48085" y="17397"/>
                </a:lnTo>
                <a:cubicBezTo>
                  <a:pt x="38589" y="17397"/>
                  <a:pt x="30338" y="20056"/>
                  <a:pt x="23332" y="25374"/>
                </a:cubicBezTo>
                <a:cubicBezTo>
                  <a:pt x="19431" y="28315"/>
                  <a:pt x="17481" y="32530"/>
                  <a:pt x="17481" y="38018"/>
                </a:cubicBezTo>
                <a:cubicBezTo>
                  <a:pt x="17481" y="43223"/>
                  <a:pt x="19629" y="47494"/>
                  <a:pt x="23923" y="50832"/>
                </a:cubicBezTo>
                <a:cubicBezTo>
                  <a:pt x="30424" y="55867"/>
                  <a:pt x="38478" y="58385"/>
                  <a:pt x="48085" y="58385"/>
                </a:cubicBezTo>
                <a:lnTo>
                  <a:pt x="67157" y="58385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.">
            <a:extLst xmlns:a="http://schemas.openxmlformats.org/drawingml/2006/main">
              <a:ext uri="{FF2B5EF4-FFF2-40B4-BE49-F238E27FC236}">
                <a16:creationId xmlns:a16="http://schemas.microsoft.com/office/drawing/2014/main" id="{CAC84E6C-A609-417D-B022-B423456A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2" y="2471257"/>
            <a:ext cx="23082" cy="26137"/>
          </a:xfrm>
          <a:custGeom xmlns:a="http://schemas.openxmlformats.org/drawingml/2006/main">
            <a:pathLst>
              <a:path w="23082" h="26137">
                <a:moveTo>
                  <a:pt x="11541" y="26137"/>
                </a:moveTo>
                <a:cubicBezTo>
                  <a:pt x="8260" y="26137"/>
                  <a:pt x="5516" y="24978"/>
                  <a:pt x="3310" y="22658"/>
                </a:cubicBezTo>
                <a:cubicBezTo>
                  <a:pt x="1103" y="20338"/>
                  <a:pt x="0" y="17142"/>
                  <a:pt x="0" y="13069"/>
                </a:cubicBezTo>
                <a:cubicBezTo>
                  <a:pt x="0" y="8995"/>
                  <a:pt x="1103" y="5799"/>
                  <a:pt x="3310" y="3479"/>
                </a:cubicBezTo>
                <a:cubicBezTo>
                  <a:pt x="5516" y="1160"/>
                  <a:pt x="8260" y="0"/>
                  <a:pt x="11541" y="0"/>
                </a:cubicBezTo>
                <a:cubicBezTo>
                  <a:pt x="14822" y="0"/>
                  <a:pt x="17566" y="1160"/>
                  <a:pt x="19773" y="3479"/>
                </a:cubicBezTo>
                <a:cubicBezTo>
                  <a:pt x="21979" y="5799"/>
                  <a:pt x="23082" y="8995"/>
                  <a:pt x="23082" y="13069"/>
                </a:cubicBezTo>
                <a:cubicBezTo>
                  <a:pt x="23082" y="17142"/>
                  <a:pt x="21979" y="20338"/>
                  <a:pt x="19773" y="22658"/>
                </a:cubicBezTo>
                <a:cubicBezTo>
                  <a:pt x="17566" y="24978"/>
                  <a:pt x="14822" y="26137"/>
                  <a:pt x="11541" y="26137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.">
            <a:extLst xmlns:a="http://schemas.openxmlformats.org/drawingml/2006/main">
              <a:ext uri="{FF2B5EF4-FFF2-40B4-BE49-F238E27FC236}">
                <a16:creationId xmlns:a16="http://schemas.microsoft.com/office/drawing/2014/main" id="{84E24810-0495-4780-9F9D-E402A932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212" y="2575534"/>
            <a:ext cx="23082" cy="26137"/>
          </a:xfrm>
          <a:custGeom xmlns:a="http://schemas.openxmlformats.org/drawingml/2006/main">
            <a:pathLst>
              <a:path w="23082" h="26137">
                <a:moveTo>
                  <a:pt x="11541" y="26137"/>
                </a:moveTo>
                <a:cubicBezTo>
                  <a:pt x="8260" y="26137"/>
                  <a:pt x="5516" y="24978"/>
                  <a:pt x="3310" y="22658"/>
                </a:cubicBezTo>
                <a:cubicBezTo>
                  <a:pt x="1103" y="20338"/>
                  <a:pt x="0" y="17142"/>
                  <a:pt x="0" y="13069"/>
                </a:cubicBezTo>
                <a:cubicBezTo>
                  <a:pt x="0" y="8995"/>
                  <a:pt x="1103" y="5799"/>
                  <a:pt x="3310" y="3479"/>
                </a:cubicBezTo>
                <a:cubicBezTo>
                  <a:pt x="5516" y="1160"/>
                  <a:pt x="8260" y="0"/>
                  <a:pt x="11541" y="0"/>
                </a:cubicBezTo>
                <a:cubicBezTo>
                  <a:pt x="14822" y="0"/>
                  <a:pt x="17566" y="1160"/>
                  <a:pt x="19773" y="3479"/>
                </a:cubicBezTo>
                <a:cubicBezTo>
                  <a:pt x="21979" y="5799"/>
                  <a:pt x="23082" y="8995"/>
                  <a:pt x="23082" y="13069"/>
                </a:cubicBezTo>
                <a:cubicBezTo>
                  <a:pt x="23082" y="17142"/>
                  <a:pt x="21979" y="20338"/>
                  <a:pt x="19773" y="22658"/>
                </a:cubicBezTo>
                <a:cubicBezTo>
                  <a:pt x="17566" y="24978"/>
                  <a:pt x="14822" y="26137"/>
                  <a:pt x="11541" y="26137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V">
            <a:extLst xmlns:a="http://schemas.openxmlformats.org/drawingml/2006/main">
              <a:ext uri="{FF2B5EF4-FFF2-40B4-BE49-F238E27FC236}">
                <a16:creationId xmlns:a16="http://schemas.microsoft.com/office/drawing/2014/main" id="{399FEF9C-6E64-416D-9719-C3438024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2882" y="689922"/>
            <a:ext cx="115836" cy="124407"/>
          </a:xfrm>
          <a:custGeom xmlns:a="http://schemas.openxmlformats.org/drawingml/2006/main">
            <a:pathLst>
              <a:path w="115836" h="124407">
                <a:moveTo>
                  <a:pt x="44467" y="124407"/>
                </a:moveTo>
                <a:lnTo>
                  <a:pt x="0" y="0"/>
                </a:lnTo>
                <a:lnTo>
                  <a:pt x="27240" y="0"/>
                </a:lnTo>
                <a:lnTo>
                  <a:pt x="58724" y="91990"/>
                </a:lnTo>
                <a:lnTo>
                  <a:pt x="89189" y="0"/>
                </a:lnTo>
                <a:lnTo>
                  <a:pt x="115836" y="0"/>
                </a:lnTo>
                <a:lnTo>
                  <a:pt x="71284" y="124407"/>
                </a:lnTo>
                <a:lnTo>
                  <a:pt x="44467" y="124407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A">
            <a:extLst xmlns:a="http://schemas.openxmlformats.org/drawingml/2006/main">
              <a:ext uri="{FF2B5EF4-FFF2-40B4-BE49-F238E27FC236}">
                <a16:creationId xmlns:a16="http://schemas.microsoft.com/office/drawing/2014/main" id="{F46F9DAF-9AC2-4E18-B624-7B4DFEC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988" y="689922"/>
            <a:ext cx="124831" cy="124407"/>
          </a:xfrm>
          <a:custGeom xmlns:a="http://schemas.openxmlformats.org/drawingml/2006/main">
            <a:pathLst>
              <a:path w="124831" h="124407">
                <a:moveTo>
                  <a:pt x="124831" y="124407"/>
                </a:moveTo>
                <a:lnTo>
                  <a:pt x="97506" y="124407"/>
                </a:lnTo>
                <a:lnTo>
                  <a:pt x="86643" y="96063"/>
                </a:lnTo>
                <a:lnTo>
                  <a:pt x="36915" y="96063"/>
                </a:lnTo>
                <a:lnTo>
                  <a:pt x="26646" y="124407"/>
                </a:lnTo>
                <a:lnTo>
                  <a:pt x="0" y="124407"/>
                </a:lnTo>
                <a:lnTo>
                  <a:pt x="48456" y="0"/>
                </a:lnTo>
                <a:lnTo>
                  <a:pt x="75017" y="0"/>
                </a:lnTo>
                <a:lnTo>
                  <a:pt x="124831" y="124407"/>
                </a:lnTo>
                <a:moveTo>
                  <a:pt x="78582" y="75017"/>
                </a:moveTo>
                <a:lnTo>
                  <a:pt x="61440" y="29023"/>
                </a:lnTo>
                <a:lnTo>
                  <a:pt x="44637" y="75017"/>
                </a:lnTo>
                <a:lnTo>
                  <a:pt x="78582" y="75017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secret">
            <a:extLst xmlns:a="http://schemas.openxmlformats.org/drawingml/2006/main">
              <a:ext uri="{FF2B5EF4-FFF2-40B4-BE49-F238E27FC236}">
                <a16:creationId xmlns:a16="http://schemas.microsoft.com/office/drawing/2014/main" id="{8C96F45B-D1FF-4692-AE01-F741D016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095" y="760571"/>
            <a:ext cx="421487" cy="103499"/>
          </a:xfrm>
          <a:custGeom xmlns:a="http://schemas.openxmlformats.org/drawingml/2006/main">
            <a:pathLst>
              <a:path w="421487" h="103499">
                <a:moveTo>
                  <a:pt x="0" y="80452"/>
                </a:moveTo>
                <a:lnTo>
                  <a:pt x="19936" y="77341"/>
                </a:lnTo>
                <a:cubicBezTo>
                  <a:pt x="20785" y="81183"/>
                  <a:pt x="22505" y="84099"/>
                  <a:pt x="25097" y="86090"/>
                </a:cubicBezTo>
                <a:cubicBezTo>
                  <a:pt x="27689" y="88081"/>
                  <a:pt x="31318" y="89077"/>
                  <a:pt x="35984" y="89077"/>
                </a:cubicBezTo>
                <a:cubicBezTo>
                  <a:pt x="41122" y="89077"/>
                  <a:pt x="44986" y="88136"/>
                  <a:pt x="47578" y="86254"/>
                </a:cubicBezTo>
                <a:cubicBezTo>
                  <a:pt x="49322" y="84935"/>
                  <a:pt x="50194" y="83170"/>
                  <a:pt x="50194" y="80958"/>
                </a:cubicBezTo>
                <a:cubicBezTo>
                  <a:pt x="50194" y="79451"/>
                  <a:pt x="49723" y="78204"/>
                  <a:pt x="48780" y="77215"/>
                </a:cubicBezTo>
                <a:cubicBezTo>
                  <a:pt x="47790" y="76274"/>
                  <a:pt x="45575" y="75404"/>
                  <a:pt x="42135" y="74604"/>
                </a:cubicBezTo>
                <a:cubicBezTo>
                  <a:pt x="26110" y="71075"/>
                  <a:pt x="15954" y="67851"/>
                  <a:pt x="11665" y="64932"/>
                </a:cubicBezTo>
                <a:cubicBezTo>
                  <a:pt x="5726" y="60882"/>
                  <a:pt x="2757" y="55255"/>
                  <a:pt x="2757" y="48051"/>
                </a:cubicBezTo>
                <a:cubicBezTo>
                  <a:pt x="2757" y="41553"/>
                  <a:pt x="5326" y="36091"/>
                  <a:pt x="10463" y="31665"/>
                </a:cubicBezTo>
                <a:cubicBezTo>
                  <a:pt x="15600" y="27239"/>
                  <a:pt x="23565" y="25026"/>
                  <a:pt x="34358" y="25026"/>
                </a:cubicBezTo>
                <a:cubicBezTo>
                  <a:pt x="44633" y="25026"/>
                  <a:pt x="52268" y="26694"/>
                  <a:pt x="57264" y="30028"/>
                </a:cubicBezTo>
                <a:cubicBezTo>
                  <a:pt x="62260" y="33363"/>
                  <a:pt x="65700" y="38294"/>
                  <a:pt x="67585" y="44821"/>
                </a:cubicBezTo>
                <a:lnTo>
                  <a:pt x="48851" y="48356"/>
                </a:lnTo>
                <a:cubicBezTo>
                  <a:pt x="48050" y="45434"/>
                  <a:pt x="46530" y="43195"/>
                  <a:pt x="44291" y="41640"/>
                </a:cubicBezTo>
                <a:cubicBezTo>
                  <a:pt x="42052" y="40085"/>
                  <a:pt x="38859" y="39307"/>
                  <a:pt x="34712" y="39307"/>
                </a:cubicBezTo>
                <a:cubicBezTo>
                  <a:pt x="29480" y="39307"/>
                  <a:pt x="25733" y="40037"/>
                  <a:pt x="23471" y="41496"/>
                </a:cubicBezTo>
                <a:cubicBezTo>
                  <a:pt x="21963" y="42530"/>
                  <a:pt x="21209" y="43871"/>
                  <a:pt x="21209" y="45519"/>
                </a:cubicBezTo>
                <a:cubicBezTo>
                  <a:pt x="21209" y="46930"/>
                  <a:pt x="21869" y="48130"/>
                  <a:pt x="23188" y="49118"/>
                </a:cubicBezTo>
                <a:cubicBezTo>
                  <a:pt x="24979" y="50436"/>
                  <a:pt x="31165" y="52296"/>
                  <a:pt x="41746" y="54697"/>
                </a:cubicBezTo>
                <a:cubicBezTo>
                  <a:pt x="52327" y="57097"/>
                  <a:pt x="59715" y="60042"/>
                  <a:pt x="63909" y="63531"/>
                </a:cubicBezTo>
                <a:cubicBezTo>
                  <a:pt x="68057" y="67069"/>
                  <a:pt x="70130" y="71997"/>
                  <a:pt x="70130" y="78316"/>
                </a:cubicBezTo>
                <a:cubicBezTo>
                  <a:pt x="70130" y="85201"/>
                  <a:pt x="67255" y="91120"/>
                  <a:pt x="61506" y="96071"/>
                </a:cubicBezTo>
                <a:cubicBezTo>
                  <a:pt x="55756" y="101023"/>
                  <a:pt x="47248" y="103499"/>
                  <a:pt x="35984" y="103499"/>
                </a:cubicBezTo>
                <a:cubicBezTo>
                  <a:pt x="25757" y="103499"/>
                  <a:pt x="17662" y="101432"/>
                  <a:pt x="11700" y="97298"/>
                </a:cubicBezTo>
                <a:cubicBezTo>
                  <a:pt x="5738" y="93162"/>
                  <a:pt x="1838" y="87547"/>
                  <a:pt x="0" y="80452"/>
                </a:cubicBezTo>
                <a:close/>
                <a:moveTo>
                  <a:pt x="130999" y="77907"/>
                </a:moveTo>
                <a:lnTo>
                  <a:pt x="150794" y="81300"/>
                </a:lnTo>
                <a:cubicBezTo>
                  <a:pt x="148249" y="88535"/>
                  <a:pt x="144231" y="94043"/>
                  <a:pt x="138740" y="97826"/>
                </a:cubicBezTo>
                <a:cubicBezTo>
                  <a:pt x="133249" y="101608"/>
                  <a:pt x="126380" y="103499"/>
                  <a:pt x="118132" y="103499"/>
                </a:cubicBezTo>
                <a:cubicBezTo>
                  <a:pt x="105077" y="103499"/>
                  <a:pt x="95415" y="99234"/>
                  <a:pt x="89147" y="90703"/>
                </a:cubicBezTo>
                <a:cubicBezTo>
                  <a:pt x="84198" y="83869"/>
                  <a:pt x="81724" y="75244"/>
                  <a:pt x="81724" y="64828"/>
                </a:cubicBezTo>
                <a:cubicBezTo>
                  <a:pt x="81724" y="52386"/>
                  <a:pt x="84976" y="42641"/>
                  <a:pt x="91480" y="35595"/>
                </a:cubicBezTo>
                <a:cubicBezTo>
                  <a:pt x="97984" y="28549"/>
                  <a:pt x="106208" y="25026"/>
                  <a:pt x="116153" y="25026"/>
                </a:cubicBezTo>
                <a:cubicBezTo>
                  <a:pt x="127323" y="25026"/>
                  <a:pt x="136136" y="28714"/>
                  <a:pt x="142593" y="36090"/>
                </a:cubicBezTo>
                <a:cubicBezTo>
                  <a:pt x="149050" y="43466"/>
                  <a:pt x="152137" y="54766"/>
                  <a:pt x="151854" y="69989"/>
                </a:cubicBezTo>
                <a:lnTo>
                  <a:pt x="102084" y="69989"/>
                </a:lnTo>
                <a:cubicBezTo>
                  <a:pt x="102225" y="75880"/>
                  <a:pt x="103828" y="80464"/>
                  <a:pt x="106891" y="83739"/>
                </a:cubicBezTo>
                <a:cubicBezTo>
                  <a:pt x="109955" y="87015"/>
                  <a:pt x="113772" y="88653"/>
                  <a:pt x="118344" y="88653"/>
                </a:cubicBezTo>
                <a:cubicBezTo>
                  <a:pt x="121455" y="88653"/>
                  <a:pt x="124071" y="87804"/>
                  <a:pt x="126191" y="86108"/>
                </a:cubicBezTo>
                <a:cubicBezTo>
                  <a:pt x="128312" y="84411"/>
                  <a:pt x="129915" y="81677"/>
                  <a:pt x="130999" y="77907"/>
                </a:cubicBezTo>
                <a:moveTo>
                  <a:pt x="132130" y="57829"/>
                </a:moveTo>
                <a:cubicBezTo>
                  <a:pt x="131988" y="52103"/>
                  <a:pt x="130504" y="47749"/>
                  <a:pt x="127676" y="44768"/>
                </a:cubicBezTo>
                <a:cubicBezTo>
                  <a:pt x="124848" y="41787"/>
                  <a:pt x="121408" y="40297"/>
                  <a:pt x="117354" y="40297"/>
                </a:cubicBezTo>
                <a:cubicBezTo>
                  <a:pt x="113018" y="40297"/>
                  <a:pt x="109436" y="41869"/>
                  <a:pt x="106609" y="45013"/>
                </a:cubicBezTo>
                <a:cubicBezTo>
                  <a:pt x="103781" y="48159"/>
                  <a:pt x="102390" y="52431"/>
                  <a:pt x="102438" y="57829"/>
                </a:cubicBezTo>
                <a:lnTo>
                  <a:pt x="132130" y="57829"/>
                </a:lnTo>
                <a:close/>
                <a:moveTo>
                  <a:pt x="233508" y="48922"/>
                </a:moveTo>
                <a:lnTo>
                  <a:pt x="213926" y="52456"/>
                </a:lnTo>
                <a:cubicBezTo>
                  <a:pt x="213266" y="48568"/>
                  <a:pt x="211769" y="45640"/>
                  <a:pt x="209436" y="43672"/>
                </a:cubicBezTo>
                <a:cubicBezTo>
                  <a:pt x="207103" y="41705"/>
                  <a:pt x="204075" y="40721"/>
                  <a:pt x="200352" y="40721"/>
                </a:cubicBezTo>
                <a:cubicBezTo>
                  <a:pt x="195403" y="40721"/>
                  <a:pt x="191456" y="42424"/>
                  <a:pt x="188510" y="45831"/>
                </a:cubicBezTo>
                <a:cubicBezTo>
                  <a:pt x="185565" y="49238"/>
                  <a:pt x="184092" y="54934"/>
                  <a:pt x="184092" y="62922"/>
                </a:cubicBezTo>
                <a:cubicBezTo>
                  <a:pt x="184092" y="71803"/>
                  <a:pt x="185588" y="78076"/>
                  <a:pt x="188581" y="81742"/>
                </a:cubicBezTo>
                <a:cubicBezTo>
                  <a:pt x="191574" y="85407"/>
                  <a:pt x="195592" y="87239"/>
                  <a:pt x="200635" y="87239"/>
                </a:cubicBezTo>
                <a:cubicBezTo>
                  <a:pt x="204405" y="87239"/>
                  <a:pt x="207492" y="86167"/>
                  <a:pt x="209896" y="84022"/>
                </a:cubicBezTo>
                <a:cubicBezTo>
                  <a:pt x="212300" y="81878"/>
                  <a:pt x="213996" y="78190"/>
                  <a:pt x="214986" y="72958"/>
                </a:cubicBezTo>
                <a:lnTo>
                  <a:pt x="234498" y="76352"/>
                </a:lnTo>
                <a:cubicBezTo>
                  <a:pt x="232472" y="85307"/>
                  <a:pt x="228583" y="92070"/>
                  <a:pt x="222833" y="96641"/>
                </a:cubicBezTo>
                <a:cubicBezTo>
                  <a:pt x="217083" y="101213"/>
                  <a:pt x="209377" y="103499"/>
                  <a:pt x="199716" y="103499"/>
                </a:cubicBezTo>
                <a:cubicBezTo>
                  <a:pt x="188734" y="103499"/>
                  <a:pt x="179980" y="100035"/>
                  <a:pt x="173452" y="93107"/>
                </a:cubicBezTo>
                <a:cubicBezTo>
                  <a:pt x="166925" y="86178"/>
                  <a:pt x="163661" y="76587"/>
                  <a:pt x="163661" y="64333"/>
                </a:cubicBezTo>
                <a:cubicBezTo>
                  <a:pt x="163661" y="51938"/>
                  <a:pt x="166936" y="42288"/>
                  <a:pt x="173487" y="35383"/>
                </a:cubicBezTo>
                <a:cubicBezTo>
                  <a:pt x="180039" y="28479"/>
                  <a:pt x="188899" y="25026"/>
                  <a:pt x="200069" y="25026"/>
                </a:cubicBezTo>
                <a:cubicBezTo>
                  <a:pt x="209213" y="25026"/>
                  <a:pt x="216482" y="26994"/>
                  <a:pt x="221879" y="30929"/>
                </a:cubicBezTo>
                <a:cubicBezTo>
                  <a:pt x="227275" y="34865"/>
                  <a:pt x="231152" y="40862"/>
                  <a:pt x="233508" y="48922"/>
                </a:cubicBezTo>
                <a:close/>
                <a:moveTo>
                  <a:pt x="267583" y="101802"/>
                </a:moveTo>
                <a:lnTo>
                  <a:pt x="247718" y="101802"/>
                </a:lnTo>
                <a:lnTo>
                  <a:pt x="247718" y="26723"/>
                </a:lnTo>
                <a:lnTo>
                  <a:pt x="266170" y="26723"/>
                </a:lnTo>
                <a:lnTo>
                  <a:pt x="266170" y="37398"/>
                </a:lnTo>
                <a:cubicBezTo>
                  <a:pt x="269327" y="32355"/>
                  <a:pt x="272167" y="29032"/>
                  <a:pt x="274688" y="27430"/>
                </a:cubicBezTo>
                <a:cubicBezTo>
                  <a:pt x="277210" y="25828"/>
                  <a:pt x="280073" y="25026"/>
                  <a:pt x="283278" y="25026"/>
                </a:cubicBezTo>
                <a:cubicBezTo>
                  <a:pt x="287803" y="25026"/>
                  <a:pt x="292162" y="26275"/>
                  <a:pt x="296357" y="28773"/>
                </a:cubicBezTo>
                <a:lnTo>
                  <a:pt x="290206" y="46094"/>
                </a:lnTo>
                <a:cubicBezTo>
                  <a:pt x="286860" y="43926"/>
                  <a:pt x="283749" y="42842"/>
                  <a:pt x="280874" y="42842"/>
                </a:cubicBezTo>
                <a:cubicBezTo>
                  <a:pt x="278094" y="42842"/>
                  <a:pt x="275737" y="43608"/>
                  <a:pt x="273805" y="45139"/>
                </a:cubicBezTo>
                <a:cubicBezTo>
                  <a:pt x="271872" y="46671"/>
                  <a:pt x="270352" y="49440"/>
                  <a:pt x="269245" y="53446"/>
                </a:cubicBezTo>
                <a:cubicBezTo>
                  <a:pt x="268137" y="57452"/>
                  <a:pt x="267583" y="65842"/>
                  <a:pt x="267583" y="78614"/>
                </a:cubicBezTo>
                <a:lnTo>
                  <a:pt x="267583" y="101802"/>
                </a:lnTo>
                <a:close/>
                <a:moveTo>
                  <a:pt x="348388" y="77907"/>
                </a:moveTo>
                <a:lnTo>
                  <a:pt x="368183" y="81300"/>
                </a:lnTo>
                <a:cubicBezTo>
                  <a:pt x="365638" y="88535"/>
                  <a:pt x="361620" y="94043"/>
                  <a:pt x="356130" y="97826"/>
                </a:cubicBezTo>
                <a:cubicBezTo>
                  <a:pt x="350639" y="101608"/>
                  <a:pt x="343770" y="103499"/>
                  <a:pt x="335522" y="103499"/>
                </a:cubicBezTo>
                <a:cubicBezTo>
                  <a:pt x="322467" y="103499"/>
                  <a:pt x="312805" y="99234"/>
                  <a:pt x="306536" y="90703"/>
                </a:cubicBezTo>
                <a:cubicBezTo>
                  <a:pt x="301588" y="83869"/>
                  <a:pt x="299113" y="75244"/>
                  <a:pt x="299113" y="64828"/>
                </a:cubicBezTo>
                <a:cubicBezTo>
                  <a:pt x="299113" y="52386"/>
                  <a:pt x="302365" y="42641"/>
                  <a:pt x="308869" y="35595"/>
                </a:cubicBezTo>
                <a:cubicBezTo>
                  <a:pt x="315373" y="28549"/>
                  <a:pt x="323598" y="25026"/>
                  <a:pt x="333542" y="25026"/>
                </a:cubicBezTo>
                <a:cubicBezTo>
                  <a:pt x="344712" y="25026"/>
                  <a:pt x="353526" y="28714"/>
                  <a:pt x="359983" y="36090"/>
                </a:cubicBezTo>
                <a:cubicBezTo>
                  <a:pt x="366440" y="43466"/>
                  <a:pt x="369527" y="54766"/>
                  <a:pt x="369244" y="69989"/>
                </a:cubicBezTo>
                <a:lnTo>
                  <a:pt x="319474" y="69989"/>
                </a:lnTo>
                <a:cubicBezTo>
                  <a:pt x="319615" y="75880"/>
                  <a:pt x="321218" y="80464"/>
                  <a:pt x="324281" y="83739"/>
                </a:cubicBezTo>
                <a:cubicBezTo>
                  <a:pt x="327345" y="87015"/>
                  <a:pt x="331162" y="88653"/>
                  <a:pt x="335734" y="88653"/>
                </a:cubicBezTo>
                <a:cubicBezTo>
                  <a:pt x="338845" y="88653"/>
                  <a:pt x="341460" y="87804"/>
                  <a:pt x="343581" y="86108"/>
                </a:cubicBezTo>
                <a:cubicBezTo>
                  <a:pt x="345702" y="84411"/>
                  <a:pt x="347304" y="81677"/>
                  <a:pt x="348388" y="77907"/>
                </a:cubicBezTo>
                <a:moveTo>
                  <a:pt x="349520" y="57829"/>
                </a:moveTo>
                <a:cubicBezTo>
                  <a:pt x="349378" y="52103"/>
                  <a:pt x="347894" y="47749"/>
                  <a:pt x="345066" y="44768"/>
                </a:cubicBezTo>
                <a:cubicBezTo>
                  <a:pt x="342238" y="41787"/>
                  <a:pt x="338797" y="40297"/>
                  <a:pt x="334744" y="40297"/>
                </a:cubicBezTo>
                <a:cubicBezTo>
                  <a:pt x="330408" y="40297"/>
                  <a:pt x="326826" y="41869"/>
                  <a:pt x="323998" y="45013"/>
                </a:cubicBezTo>
                <a:cubicBezTo>
                  <a:pt x="321171" y="48159"/>
                  <a:pt x="319780" y="52431"/>
                  <a:pt x="319827" y="57829"/>
                </a:cubicBezTo>
                <a:lnTo>
                  <a:pt x="349520" y="57829"/>
                </a:lnTo>
                <a:close/>
                <a:moveTo>
                  <a:pt x="419861" y="26723"/>
                </a:moveTo>
                <a:lnTo>
                  <a:pt x="419861" y="42559"/>
                </a:lnTo>
                <a:lnTo>
                  <a:pt x="406288" y="42559"/>
                </a:lnTo>
                <a:lnTo>
                  <a:pt x="406288" y="72768"/>
                </a:lnTo>
                <a:cubicBezTo>
                  <a:pt x="406288" y="78886"/>
                  <a:pt x="406417" y="82451"/>
                  <a:pt x="406676" y="83463"/>
                </a:cubicBezTo>
                <a:cubicBezTo>
                  <a:pt x="406936" y="84474"/>
                  <a:pt x="407525" y="85309"/>
                  <a:pt x="408444" y="85969"/>
                </a:cubicBezTo>
                <a:cubicBezTo>
                  <a:pt x="409363" y="86627"/>
                  <a:pt x="410482" y="86956"/>
                  <a:pt x="411802" y="86956"/>
                </a:cubicBezTo>
                <a:cubicBezTo>
                  <a:pt x="413640" y="86956"/>
                  <a:pt x="416303" y="86320"/>
                  <a:pt x="419790" y="85047"/>
                </a:cubicBezTo>
                <a:lnTo>
                  <a:pt x="421487" y="100516"/>
                </a:lnTo>
                <a:cubicBezTo>
                  <a:pt x="416868" y="102505"/>
                  <a:pt x="411637" y="103499"/>
                  <a:pt x="405793" y="103499"/>
                </a:cubicBezTo>
                <a:cubicBezTo>
                  <a:pt x="402211" y="103499"/>
                  <a:pt x="398982" y="102898"/>
                  <a:pt x="396107" y="101696"/>
                </a:cubicBezTo>
                <a:cubicBezTo>
                  <a:pt x="393232" y="100494"/>
                  <a:pt x="391123" y="98939"/>
                  <a:pt x="389780" y="97030"/>
                </a:cubicBezTo>
                <a:cubicBezTo>
                  <a:pt x="388437" y="95121"/>
                  <a:pt x="387506" y="92541"/>
                  <a:pt x="386988" y="89289"/>
                </a:cubicBezTo>
                <a:cubicBezTo>
                  <a:pt x="386563" y="86980"/>
                  <a:pt x="386351" y="82314"/>
                  <a:pt x="386351" y="75291"/>
                </a:cubicBezTo>
                <a:lnTo>
                  <a:pt x="386351" y="42559"/>
                </a:lnTo>
                <a:lnTo>
                  <a:pt x="377231" y="42559"/>
                </a:lnTo>
                <a:lnTo>
                  <a:pt x="377231" y="26723"/>
                </a:lnTo>
                <a:lnTo>
                  <a:pt x="386351" y="26723"/>
                </a:lnTo>
                <a:lnTo>
                  <a:pt x="386351" y="11736"/>
                </a:lnTo>
                <a:lnTo>
                  <a:pt x="406288" y="0"/>
                </a:lnTo>
                <a:lnTo>
                  <a:pt x="406288" y="26723"/>
                </a:lnTo>
                <a:lnTo>
                  <a:pt x="419861" y="26723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V">
            <a:extLst xmlns:a="http://schemas.openxmlformats.org/drawingml/2006/main">
              <a:ext uri="{FF2B5EF4-FFF2-40B4-BE49-F238E27FC236}">
                <a16:creationId xmlns:a16="http://schemas.microsoft.com/office/drawing/2014/main" id="{725F3437-CD06-4F5F-9148-F23B6167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2882" y="1812911"/>
            <a:ext cx="115836" cy="124407"/>
          </a:xfrm>
          <a:custGeom xmlns:a="http://schemas.openxmlformats.org/drawingml/2006/main">
            <a:pathLst>
              <a:path w="115836" h="124407">
                <a:moveTo>
                  <a:pt x="44467" y="124407"/>
                </a:moveTo>
                <a:lnTo>
                  <a:pt x="0" y="0"/>
                </a:lnTo>
                <a:lnTo>
                  <a:pt x="27240" y="0"/>
                </a:lnTo>
                <a:lnTo>
                  <a:pt x="58724" y="91990"/>
                </a:lnTo>
                <a:lnTo>
                  <a:pt x="89189" y="0"/>
                </a:lnTo>
                <a:lnTo>
                  <a:pt x="115836" y="0"/>
                </a:lnTo>
                <a:lnTo>
                  <a:pt x="71284" y="124407"/>
                </a:lnTo>
                <a:lnTo>
                  <a:pt x="44467" y="124407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A">
            <a:extLst xmlns:a="http://schemas.openxmlformats.org/drawingml/2006/main">
              <a:ext uri="{FF2B5EF4-FFF2-40B4-BE49-F238E27FC236}">
                <a16:creationId xmlns:a16="http://schemas.microsoft.com/office/drawing/2014/main" id="{507C6BA0-8158-4DCB-93C1-EC61BA2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988" y="1812911"/>
            <a:ext cx="124831" cy="124407"/>
          </a:xfrm>
          <a:custGeom xmlns:a="http://schemas.openxmlformats.org/drawingml/2006/main">
            <a:pathLst>
              <a:path w="124831" h="124407">
                <a:moveTo>
                  <a:pt x="124831" y="124407"/>
                </a:moveTo>
                <a:lnTo>
                  <a:pt x="97506" y="124407"/>
                </a:lnTo>
                <a:lnTo>
                  <a:pt x="86643" y="96063"/>
                </a:lnTo>
                <a:lnTo>
                  <a:pt x="36915" y="96063"/>
                </a:lnTo>
                <a:lnTo>
                  <a:pt x="26646" y="124407"/>
                </a:lnTo>
                <a:lnTo>
                  <a:pt x="0" y="124407"/>
                </a:lnTo>
                <a:lnTo>
                  <a:pt x="48456" y="0"/>
                </a:lnTo>
                <a:lnTo>
                  <a:pt x="75017" y="0"/>
                </a:lnTo>
                <a:lnTo>
                  <a:pt x="124831" y="124407"/>
                </a:lnTo>
                <a:moveTo>
                  <a:pt x="78582" y="75017"/>
                </a:moveTo>
                <a:lnTo>
                  <a:pt x="61440" y="29023"/>
                </a:lnTo>
                <a:lnTo>
                  <a:pt x="44637" y="75017"/>
                </a:lnTo>
                <a:lnTo>
                  <a:pt x="78582" y="75017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valid">
            <a:extLst xmlns:a="http://schemas.openxmlformats.org/drawingml/2006/main">
              <a:ext uri="{FF2B5EF4-FFF2-40B4-BE49-F238E27FC236}">
                <a16:creationId xmlns:a16="http://schemas.microsoft.com/office/drawing/2014/main" id="{E9099FA5-9218-428D-9F13-298288AA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479" y="1881722"/>
            <a:ext cx="319970" cy="105337"/>
          </a:xfrm>
          <a:custGeom xmlns:a="http://schemas.openxmlformats.org/drawingml/2006/main">
            <a:pathLst>
              <a:path w="319970" h="105337">
                <a:moveTo>
                  <a:pt x="30258" y="103640"/>
                </a:moveTo>
                <a:lnTo>
                  <a:pt x="0" y="28561"/>
                </a:lnTo>
                <a:lnTo>
                  <a:pt x="20855" y="28561"/>
                </a:lnTo>
                <a:lnTo>
                  <a:pt x="34995" y="66878"/>
                </a:lnTo>
                <a:lnTo>
                  <a:pt x="39095" y="79674"/>
                </a:lnTo>
                <a:cubicBezTo>
                  <a:pt x="40179" y="76422"/>
                  <a:pt x="40862" y="74278"/>
                  <a:pt x="41145" y="73241"/>
                </a:cubicBezTo>
                <a:cubicBezTo>
                  <a:pt x="41805" y="71120"/>
                  <a:pt x="42512" y="68999"/>
                  <a:pt x="43266" y="66878"/>
                </a:cubicBezTo>
                <a:lnTo>
                  <a:pt x="57547" y="28561"/>
                </a:lnTo>
                <a:lnTo>
                  <a:pt x="77978" y="28561"/>
                </a:lnTo>
                <a:lnTo>
                  <a:pt x="48144" y="103640"/>
                </a:lnTo>
                <a:lnTo>
                  <a:pt x="30258" y="103640"/>
                </a:lnTo>
                <a:close/>
                <a:moveTo>
                  <a:pt x="104983" y="51749"/>
                </a:moveTo>
                <a:lnTo>
                  <a:pt x="86955" y="48497"/>
                </a:lnTo>
                <a:cubicBezTo>
                  <a:pt x="88982" y="41144"/>
                  <a:pt x="92469" y="35700"/>
                  <a:pt x="97418" y="32167"/>
                </a:cubicBezTo>
                <a:cubicBezTo>
                  <a:pt x="102367" y="28632"/>
                  <a:pt x="109719" y="26864"/>
                  <a:pt x="119475" y="26864"/>
                </a:cubicBezTo>
                <a:cubicBezTo>
                  <a:pt x="128336" y="26864"/>
                  <a:pt x="134934" y="27913"/>
                  <a:pt x="139270" y="30010"/>
                </a:cubicBezTo>
                <a:cubicBezTo>
                  <a:pt x="143606" y="32108"/>
                  <a:pt x="146658" y="34771"/>
                  <a:pt x="148425" y="37999"/>
                </a:cubicBezTo>
                <a:cubicBezTo>
                  <a:pt x="150193" y="41228"/>
                  <a:pt x="151076" y="47154"/>
                  <a:pt x="151076" y="55779"/>
                </a:cubicBezTo>
                <a:lnTo>
                  <a:pt x="150864" y="78967"/>
                </a:lnTo>
                <a:cubicBezTo>
                  <a:pt x="150864" y="85566"/>
                  <a:pt x="151182" y="90432"/>
                  <a:pt x="151819" y="93566"/>
                </a:cubicBezTo>
                <a:cubicBezTo>
                  <a:pt x="152455" y="96700"/>
                  <a:pt x="153645" y="100058"/>
                  <a:pt x="155389" y="103640"/>
                </a:cubicBezTo>
                <a:lnTo>
                  <a:pt x="135735" y="103640"/>
                </a:lnTo>
                <a:cubicBezTo>
                  <a:pt x="135217" y="102321"/>
                  <a:pt x="134581" y="100365"/>
                  <a:pt x="133827" y="97773"/>
                </a:cubicBezTo>
                <a:cubicBezTo>
                  <a:pt x="133497" y="96594"/>
                  <a:pt x="133261" y="95817"/>
                  <a:pt x="133120" y="95440"/>
                </a:cubicBezTo>
                <a:cubicBezTo>
                  <a:pt x="129726" y="98739"/>
                  <a:pt x="126097" y="101213"/>
                  <a:pt x="122232" y="102863"/>
                </a:cubicBezTo>
                <a:cubicBezTo>
                  <a:pt x="118368" y="104512"/>
                  <a:pt x="114244" y="105337"/>
                  <a:pt x="109861" y="105337"/>
                </a:cubicBezTo>
                <a:cubicBezTo>
                  <a:pt x="102131" y="105337"/>
                  <a:pt x="96040" y="103249"/>
                  <a:pt x="91586" y="99072"/>
                </a:cubicBezTo>
                <a:cubicBezTo>
                  <a:pt x="87132" y="94895"/>
                  <a:pt x="84905" y="89615"/>
                  <a:pt x="84905" y="83231"/>
                </a:cubicBezTo>
                <a:cubicBezTo>
                  <a:pt x="84905" y="79007"/>
                  <a:pt x="85918" y="75241"/>
                  <a:pt x="87945" y="71933"/>
                </a:cubicBezTo>
                <a:cubicBezTo>
                  <a:pt x="89971" y="68624"/>
                  <a:pt x="92811" y="66089"/>
                  <a:pt x="96464" y="64329"/>
                </a:cubicBezTo>
                <a:cubicBezTo>
                  <a:pt x="100116" y="62569"/>
                  <a:pt x="105383" y="61032"/>
                  <a:pt x="112264" y="59718"/>
                </a:cubicBezTo>
                <a:cubicBezTo>
                  <a:pt x="121549" y="57982"/>
                  <a:pt x="127982" y="56362"/>
                  <a:pt x="131564" y="54860"/>
                </a:cubicBezTo>
                <a:lnTo>
                  <a:pt x="131564" y="52859"/>
                </a:lnTo>
                <a:cubicBezTo>
                  <a:pt x="131564" y="48998"/>
                  <a:pt x="130622" y="46246"/>
                  <a:pt x="128736" y="44603"/>
                </a:cubicBezTo>
                <a:cubicBezTo>
                  <a:pt x="126851" y="42957"/>
                  <a:pt x="123293" y="42135"/>
                  <a:pt x="118061" y="42135"/>
                </a:cubicBezTo>
                <a:cubicBezTo>
                  <a:pt x="114527" y="42135"/>
                  <a:pt x="111769" y="42846"/>
                  <a:pt x="109790" y="44269"/>
                </a:cubicBezTo>
                <a:cubicBezTo>
                  <a:pt x="107810" y="45690"/>
                  <a:pt x="106208" y="48184"/>
                  <a:pt x="104983" y="51749"/>
                </a:cubicBezTo>
                <a:moveTo>
                  <a:pt x="131564" y="67868"/>
                </a:moveTo>
                <a:cubicBezTo>
                  <a:pt x="129019" y="68706"/>
                  <a:pt x="124990" y="69708"/>
                  <a:pt x="119475" y="70873"/>
                </a:cubicBezTo>
                <a:cubicBezTo>
                  <a:pt x="113961" y="72036"/>
                  <a:pt x="110355" y="73177"/>
                  <a:pt x="108659" y="74295"/>
                </a:cubicBezTo>
                <a:cubicBezTo>
                  <a:pt x="106067" y="76111"/>
                  <a:pt x="104771" y="78416"/>
                  <a:pt x="104771" y="81210"/>
                </a:cubicBezTo>
                <a:cubicBezTo>
                  <a:pt x="104771" y="83958"/>
                  <a:pt x="105807" y="86334"/>
                  <a:pt x="107881" y="88337"/>
                </a:cubicBezTo>
                <a:cubicBezTo>
                  <a:pt x="109955" y="90338"/>
                  <a:pt x="112594" y="91339"/>
                  <a:pt x="115799" y="91339"/>
                </a:cubicBezTo>
                <a:cubicBezTo>
                  <a:pt x="119381" y="91339"/>
                  <a:pt x="122798" y="90175"/>
                  <a:pt x="126050" y="87846"/>
                </a:cubicBezTo>
                <a:cubicBezTo>
                  <a:pt x="128454" y="86078"/>
                  <a:pt x="130033" y="83912"/>
                  <a:pt x="130787" y="81349"/>
                </a:cubicBezTo>
                <a:cubicBezTo>
                  <a:pt x="131305" y="79673"/>
                  <a:pt x="131564" y="76483"/>
                  <a:pt x="131564" y="71781"/>
                </a:cubicBezTo>
                <a:lnTo>
                  <a:pt x="131564" y="67868"/>
                </a:lnTo>
                <a:close/>
                <a:moveTo>
                  <a:pt x="170660" y="103640"/>
                </a:moveTo>
                <a:lnTo>
                  <a:pt x="170660" y="0"/>
                </a:lnTo>
                <a:lnTo>
                  <a:pt x="190525" y="0"/>
                </a:lnTo>
                <a:lnTo>
                  <a:pt x="190525" y="103640"/>
                </a:lnTo>
                <a:lnTo>
                  <a:pt x="170660" y="103640"/>
                </a:lnTo>
                <a:close/>
                <a:moveTo>
                  <a:pt x="210885" y="18381"/>
                </a:moveTo>
                <a:lnTo>
                  <a:pt x="210885" y="0"/>
                </a:lnTo>
                <a:lnTo>
                  <a:pt x="230751" y="0"/>
                </a:lnTo>
                <a:lnTo>
                  <a:pt x="230751" y="18381"/>
                </a:lnTo>
                <a:lnTo>
                  <a:pt x="210885" y="18381"/>
                </a:lnTo>
                <a:moveTo>
                  <a:pt x="210885" y="103640"/>
                </a:moveTo>
                <a:lnTo>
                  <a:pt x="210885" y="28561"/>
                </a:lnTo>
                <a:lnTo>
                  <a:pt x="230751" y="28561"/>
                </a:lnTo>
                <a:lnTo>
                  <a:pt x="230751" y="103640"/>
                </a:lnTo>
                <a:lnTo>
                  <a:pt x="210885" y="103640"/>
                </a:lnTo>
                <a:close/>
                <a:moveTo>
                  <a:pt x="319970" y="103640"/>
                </a:moveTo>
                <a:lnTo>
                  <a:pt x="301519" y="103640"/>
                </a:lnTo>
                <a:lnTo>
                  <a:pt x="301519" y="92612"/>
                </a:lnTo>
                <a:cubicBezTo>
                  <a:pt x="298455" y="96901"/>
                  <a:pt x="294838" y="100094"/>
                  <a:pt x="290667" y="102191"/>
                </a:cubicBezTo>
                <a:cubicBezTo>
                  <a:pt x="286496" y="104288"/>
                  <a:pt x="282289" y="105337"/>
                  <a:pt x="278047" y="105337"/>
                </a:cubicBezTo>
                <a:cubicBezTo>
                  <a:pt x="269423" y="105337"/>
                  <a:pt x="262035" y="101861"/>
                  <a:pt x="255884" y="94909"/>
                </a:cubicBezTo>
                <a:cubicBezTo>
                  <a:pt x="249734" y="87958"/>
                  <a:pt x="246658" y="78260"/>
                  <a:pt x="246658" y="65818"/>
                </a:cubicBezTo>
                <a:cubicBezTo>
                  <a:pt x="246658" y="53093"/>
                  <a:pt x="249651" y="43419"/>
                  <a:pt x="255637" y="36797"/>
                </a:cubicBezTo>
                <a:cubicBezTo>
                  <a:pt x="261622" y="30175"/>
                  <a:pt x="269187" y="26864"/>
                  <a:pt x="278330" y="26864"/>
                </a:cubicBezTo>
                <a:cubicBezTo>
                  <a:pt x="286719" y="26864"/>
                  <a:pt x="293978" y="30352"/>
                  <a:pt x="300105" y="37327"/>
                </a:cubicBezTo>
                <a:lnTo>
                  <a:pt x="300105" y="0"/>
                </a:lnTo>
                <a:lnTo>
                  <a:pt x="319970" y="0"/>
                </a:lnTo>
                <a:lnTo>
                  <a:pt x="319970" y="103640"/>
                </a:lnTo>
                <a:moveTo>
                  <a:pt x="266948" y="64512"/>
                </a:moveTo>
                <a:cubicBezTo>
                  <a:pt x="266948" y="72513"/>
                  <a:pt x="268056" y="78301"/>
                  <a:pt x="270271" y="81877"/>
                </a:cubicBezTo>
                <a:cubicBezTo>
                  <a:pt x="273476" y="87054"/>
                  <a:pt x="277953" y="89643"/>
                  <a:pt x="283703" y="89643"/>
                </a:cubicBezTo>
                <a:cubicBezTo>
                  <a:pt x="288275" y="89643"/>
                  <a:pt x="292163" y="87701"/>
                  <a:pt x="295368" y="83819"/>
                </a:cubicBezTo>
                <a:cubicBezTo>
                  <a:pt x="298573" y="79937"/>
                  <a:pt x="300175" y="74137"/>
                  <a:pt x="300175" y="66419"/>
                </a:cubicBezTo>
                <a:cubicBezTo>
                  <a:pt x="300175" y="57806"/>
                  <a:pt x="298620" y="51605"/>
                  <a:pt x="295509" y="47817"/>
                </a:cubicBezTo>
                <a:cubicBezTo>
                  <a:pt x="292399" y="44029"/>
                  <a:pt x="288416" y="42135"/>
                  <a:pt x="283562" y="42135"/>
                </a:cubicBezTo>
                <a:cubicBezTo>
                  <a:pt x="278849" y="42135"/>
                  <a:pt x="274901" y="44005"/>
                  <a:pt x="271720" y="47746"/>
                </a:cubicBezTo>
                <a:cubicBezTo>
                  <a:pt x="268539" y="51487"/>
                  <a:pt x="266948" y="57076"/>
                  <a:pt x="266948" y="64512"/>
                </a:cubicBez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(e)">
            <a:extLst xmlns:a="http://schemas.openxmlformats.org/drawingml/2006/main">
              <a:ext uri="{FF2B5EF4-FFF2-40B4-BE49-F238E27FC236}">
                <a16:creationId xmlns:a16="http://schemas.microsoft.com/office/drawing/2014/main" id="{81CC2B2C-6A45-4EF2-857F-173C20FF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047" y="3348130"/>
            <a:ext cx="194304" cy="163273"/>
          </a:xfrm>
          <a:custGeom xmlns:a="http://schemas.openxmlformats.org/drawingml/2006/main">
            <a:pathLst>
              <a:path w="194304" h="163273">
                <a:moveTo>
                  <a:pt x="42940" y="163273"/>
                </a:moveTo>
                <a:lnTo>
                  <a:pt x="26562" y="163273"/>
                </a:lnTo>
                <a:cubicBezTo>
                  <a:pt x="17906" y="150190"/>
                  <a:pt x="11315" y="136598"/>
                  <a:pt x="6789" y="122497"/>
                </a:cubicBezTo>
                <a:cubicBezTo>
                  <a:pt x="2263" y="108396"/>
                  <a:pt x="0" y="94748"/>
                  <a:pt x="0" y="81552"/>
                </a:cubicBezTo>
                <a:cubicBezTo>
                  <a:pt x="0" y="65184"/>
                  <a:pt x="2800" y="49695"/>
                  <a:pt x="8401" y="35085"/>
                </a:cubicBezTo>
                <a:cubicBezTo>
                  <a:pt x="13267" y="22398"/>
                  <a:pt x="19433" y="10703"/>
                  <a:pt x="26901" y="0"/>
                </a:cubicBezTo>
                <a:lnTo>
                  <a:pt x="43194" y="0"/>
                </a:lnTo>
                <a:cubicBezTo>
                  <a:pt x="35444" y="17160"/>
                  <a:pt x="30112" y="31757"/>
                  <a:pt x="27198" y="43791"/>
                </a:cubicBezTo>
                <a:cubicBezTo>
                  <a:pt x="24284" y="55825"/>
                  <a:pt x="22828" y="68582"/>
                  <a:pt x="22828" y="82061"/>
                </a:cubicBezTo>
                <a:cubicBezTo>
                  <a:pt x="22828" y="91350"/>
                  <a:pt x="23690" y="100865"/>
                  <a:pt x="25416" y="110606"/>
                </a:cubicBezTo>
                <a:cubicBezTo>
                  <a:pt x="27141" y="120346"/>
                  <a:pt x="29503" y="129604"/>
                  <a:pt x="32502" y="138382"/>
                </a:cubicBezTo>
                <a:cubicBezTo>
                  <a:pt x="34482" y="144160"/>
                  <a:pt x="37961" y="152457"/>
                  <a:pt x="42940" y="163273"/>
                </a:cubicBezTo>
                <a:close/>
                <a:moveTo>
                  <a:pt x="113457" y="97930"/>
                </a:moveTo>
                <a:lnTo>
                  <a:pt x="137219" y="102003"/>
                </a:lnTo>
                <a:cubicBezTo>
                  <a:pt x="134164" y="110687"/>
                  <a:pt x="129341" y="117300"/>
                  <a:pt x="122750" y="121840"/>
                </a:cubicBezTo>
                <a:cubicBezTo>
                  <a:pt x="116159" y="126380"/>
                  <a:pt x="107913" y="128650"/>
                  <a:pt x="98013" y="128650"/>
                </a:cubicBezTo>
                <a:cubicBezTo>
                  <a:pt x="82342" y="128650"/>
                  <a:pt x="70744" y="123530"/>
                  <a:pt x="63219" y="113290"/>
                </a:cubicBezTo>
                <a:cubicBezTo>
                  <a:pt x="57279" y="105087"/>
                  <a:pt x="54309" y="94734"/>
                  <a:pt x="54309" y="82231"/>
                </a:cubicBezTo>
                <a:cubicBezTo>
                  <a:pt x="54309" y="67295"/>
                  <a:pt x="58213" y="55598"/>
                  <a:pt x="66020" y="47140"/>
                </a:cubicBezTo>
                <a:cubicBezTo>
                  <a:pt x="73827" y="38683"/>
                  <a:pt x="83699" y="34454"/>
                  <a:pt x="95637" y="34454"/>
                </a:cubicBezTo>
                <a:cubicBezTo>
                  <a:pt x="109045" y="34454"/>
                  <a:pt x="119624" y="38881"/>
                  <a:pt x="127375" y="47734"/>
                </a:cubicBezTo>
                <a:cubicBezTo>
                  <a:pt x="135125" y="56588"/>
                  <a:pt x="138831" y="70152"/>
                  <a:pt x="138491" y="88425"/>
                </a:cubicBezTo>
                <a:lnTo>
                  <a:pt x="78749" y="88425"/>
                </a:lnTo>
                <a:cubicBezTo>
                  <a:pt x="78919" y="95497"/>
                  <a:pt x="80842" y="100999"/>
                  <a:pt x="84520" y="104931"/>
                </a:cubicBezTo>
                <a:cubicBezTo>
                  <a:pt x="88197" y="108863"/>
                  <a:pt x="92780" y="110829"/>
                  <a:pt x="98267" y="110829"/>
                </a:cubicBezTo>
                <a:cubicBezTo>
                  <a:pt x="102001" y="110829"/>
                  <a:pt x="105141" y="109811"/>
                  <a:pt x="107687" y="107774"/>
                </a:cubicBezTo>
                <a:cubicBezTo>
                  <a:pt x="110233" y="105737"/>
                  <a:pt x="112156" y="102456"/>
                  <a:pt x="113457" y="97930"/>
                </a:cubicBezTo>
                <a:moveTo>
                  <a:pt x="114815" y="73829"/>
                </a:moveTo>
                <a:cubicBezTo>
                  <a:pt x="114645" y="66956"/>
                  <a:pt x="112863" y="61730"/>
                  <a:pt x="109469" y="58151"/>
                </a:cubicBezTo>
                <a:cubicBezTo>
                  <a:pt x="106074" y="54573"/>
                  <a:pt x="101945" y="52784"/>
                  <a:pt x="97079" y="52784"/>
                </a:cubicBezTo>
                <a:cubicBezTo>
                  <a:pt x="91874" y="52784"/>
                  <a:pt x="87575" y="54671"/>
                  <a:pt x="84180" y="58446"/>
                </a:cubicBezTo>
                <a:cubicBezTo>
                  <a:pt x="80786" y="62222"/>
                  <a:pt x="79117" y="67350"/>
                  <a:pt x="79173" y="73829"/>
                </a:cubicBezTo>
                <a:lnTo>
                  <a:pt x="114815" y="73829"/>
                </a:lnTo>
                <a:close/>
                <a:moveTo>
                  <a:pt x="151280" y="163273"/>
                </a:moveTo>
                <a:cubicBezTo>
                  <a:pt x="155975" y="153192"/>
                  <a:pt x="159285" y="145462"/>
                  <a:pt x="161208" y="140082"/>
                </a:cubicBezTo>
                <a:cubicBezTo>
                  <a:pt x="163132" y="134702"/>
                  <a:pt x="164914" y="128501"/>
                  <a:pt x="166555" y="121479"/>
                </a:cubicBezTo>
                <a:cubicBezTo>
                  <a:pt x="168195" y="114455"/>
                  <a:pt x="169412" y="107786"/>
                  <a:pt x="170204" y="101473"/>
                </a:cubicBezTo>
                <a:cubicBezTo>
                  <a:pt x="170996" y="95158"/>
                  <a:pt x="171392" y="88687"/>
                  <a:pt x="171392" y="82061"/>
                </a:cubicBezTo>
                <a:cubicBezTo>
                  <a:pt x="171392" y="68582"/>
                  <a:pt x="169949" y="55825"/>
                  <a:pt x="167064" y="43791"/>
                </a:cubicBezTo>
                <a:cubicBezTo>
                  <a:pt x="164179" y="31757"/>
                  <a:pt x="158861" y="17160"/>
                  <a:pt x="151110" y="0"/>
                </a:cubicBezTo>
                <a:lnTo>
                  <a:pt x="167319" y="0"/>
                </a:lnTo>
                <a:cubicBezTo>
                  <a:pt x="175861" y="12176"/>
                  <a:pt x="182495" y="25088"/>
                  <a:pt x="187218" y="38737"/>
                </a:cubicBezTo>
                <a:cubicBezTo>
                  <a:pt x="191942" y="52385"/>
                  <a:pt x="194304" y="66232"/>
                  <a:pt x="194304" y="80276"/>
                </a:cubicBezTo>
                <a:cubicBezTo>
                  <a:pt x="194304" y="92113"/>
                  <a:pt x="192437" y="104798"/>
                  <a:pt x="188704" y="118334"/>
                </a:cubicBezTo>
                <a:cubicBezTo>
                  <a:pt x="184460" y="133512"/>
                  <a:pt x="177474" y="148491"/>
                  <a:pt x="167743" y="163273"/>
                </a:cubicBezTo>
                <a:lnTo>
                  <a:pt x="151280" y="16327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secret">
            <a:extLst xmlns:a="http://schemas.openxmlformats.org/drawingml/2006/main">
              <a:ext uri="{FF2B5EF4-FFF2-40B4-BE49-F238E27FC236}">
                <a16:creationId xmlns:a16="http://schemas.microsoft.com/office/drawing/2014/main" id="{D1C2D502-BE74-4D62-8902-03A84904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0895" y="792740"/>
            <a:ext cx="421489" cy="103499"/>
          </a:xfrm>
          <a:custGeom xmlns:a="http://schemas.openxmlformats.org/drawingml/2006/main">
            <a:pathLst>
              <a:path w="421489" h="103499">
                <a:moveTo>
                  <a:pt x="0" y="80452"/>
                </a:moveTo>
                <a:lnTo>
                  <a:pt x="19936" y="77341"/>
                </a:lnTo>
                <a:cubicBezTo>
                  <a:pt x="20785" y="81183"/>
                  <a:pt x="22505" y="84099"/>
                  <a:pt x="25097" y="86090"/>
                </a:cubicBezTo>
                <a:cubicBezTo>
                  <a:pt x="27689" y="88081"/>
                  <a:pt x="31318" y="89077"/>
                  <a:pt x="35984" y="89077"/>
                </a:cubicBezTo>
                <a:cubicBezTo>
                  <a:pt x="41122" y="89077"/>
                  <a:pt x="44986" y="88136"/>
                  <a:pt x="47578" y="86254"/>
                </a:cubicBezTo>
                <a:cubicBezTo>
                  <a:pt x="49322" y="84935"/>
                  <a:pt x="50194" y="83170"/>
                  <a:pt x="50194" y="80958"/>
                </a:cubicBezTo>
                <a:cubicBezTo>
                  <a:pt x="50194" y="79451"/>
                  <a:pt x="49723" y="78204"/>
                  <a:pt x="48780" y="77215"/>
                </a:cubicBezTo>
                <a:cubicBezTo>
                  <a:pt x="47790" y="76274"/>
                  <a:pt x="45575" y="75404"/>
                  <a:pt x="42135" y="74604"/>
                </a:cubicBezTo>
                <a:cubicBezTo>
                  <a:pt x="26110" y="71075"/>
                  <a:pt x="15954" y="67851"/>
                  <a:pt x="11665" y="64932"/>
                </a:cubicBezTo>
                <a:cubicBezTo>
                  <a:pt x="5726" y="60882"/>
                  <a:pt x="2757" y="55255"/>
                  <a:pt x="2757" y="48051"/>
                </a:cubicBezTo>
                <a:cubicBezTo>
                  <a:pt x="2757" y="41553"/>
                  <a:pt x="5326" y="36091"/>
                  <a:pt x="10463" y="31665"/>
                </a:cubicBezTo>
                <a:cubicBezTo>
                  <a:pt x="15600" y="27239"/>
                  <a:pt x="23565" y="25026"/>
                  <a:pt x="34358" y="25026"/>
                </a:cubicBezTo>
                <a:cubicBezTo>
                  <a:pt x="44633" y="25026"/>
                  <a:pt x="52268" y="26694"/>
                  <a:pt x="57264" y="30028"/>
                </a:cubicBezTo>
                <a:cubicBezTo>
                  <a:pt x="62260" y="33363"/>
                  <a:pt x="65700" y="38294"/>
                  <a:pt x="67585" y="44821"/>
                </a:cubicBezTo>
                <a:lnTo>
                  <a:pt x="48851" y="48356"/>
                </a:lnTo>
                <a:cubicBezTo>
                  <a:pt x="48050" y="45434"/>
                  <a:pt x="46530" y="43195"/>
                  <a:pt x="44291" y="41640"/>
                </a:cubicBezTo>
                <a:cubicBezTo>
                  <a:pt x="42052" y="40085"/>
                  <a:pt x="38859" y="39307"/>
                  <a:pt x="34712" y="39307"/>
                </a:cubicBezTo>
                <a:cubicBezTo>
                  <a:pt x="29480" y="39307"/>
                  <a:pt x="25733" y="40037"/>
                  <a:pt x="23471" y="41496"/>
                </a:cubicBezTo>
                <a:cubicBezTo>
                  <a:pt x="21963" y="42530"/>
                  <a:pt x="21209" y="43871"/>
                  <a:pt x="21209" y="45519"/>
                </a:cubicBezTo>
                <a:cubicBezTo>
                  <a:pt x="21209" y="46930"/>
                  <a:pt x="21869" y="48130"/>
                  <a:pt x="23188" y="49118"/>
                </a:cubicBezTo>
                <a:cubicBezTo>
                  <a:pt x="24979" y="50436"/>
                  <a:pt x="31165" y="52296"/>
                  <a:pt x="41746" y="54697"/>
                </a:cubicBezTo>
                <a:cubicBezTo>
                  <a:pt x="52327" y="57097"/>
                  <a:pt x="59715" y="60042"/>
                  <a:pt x="63909" y="63531"/>
                </a:cubicBezTo>
                <a:cubicBezTo>
                  <a:pt x="68057" y="67069"/>
                  <a:pt x="70130" y="71997"/>
                  <a:pt x="70130" y="78316"/>
                </a:cubicBezTo>
                <a:cubicBezTo>
                  <a:pt x="70130" y="85201"/>
                  <a:pt x="67255" y="91120"/>
                  <a:pt x="61506" y="96071"/>
                </a:cubicBezTo>
                <a:cubicBezTo>
                  <a:pt x="55756" y="101023"/>
                  <a:pt x="47248" y="103499"/>
                  <a:pt x="35984" y="103499"/>
                </a:cubicBezTo>
                <a:cubicBezTo>
                  <a:pt x="25757" y="103499"/>
                  <a:pt x="17662" y="101432"/>
                  <a:pt x="11700" y="97298"/>
                </a:cubicBezTo>
                <a:cubicBezTo>
                  <a:pt x="5738" y="93162"/>
                  <a:pt x="1838" y="87547"/>
                  <a:pt x="0" y="80452"/>
                </a:cubicBezTo>
                <a:close/>
                <a:moveTo>
                  <a:pt x="130999" y="77907"/>
                </a:moveTo>
                <a:lnTo>
                  <a:pt x="150794" y="81300"/>
                </a:lnTo>
                <a:cubicBezTo>
                  <a:pt x="148249" y="88535"/>
                  <a:pt x="144231" y="94043"/>
                  <a:pt x="138741" y="97826"/>
                </a:cubicBezTo>
                <a:cubicBezTo>
                  <a:pt x="133250" y="101608"/>
                  <a:pt x="126380" y="103499"/>
                  <a:pt x="118133" y="103499"/>
                </a:cubicBezTo>
                <a:cubicBezTo>
                  <a:pt x="105077" y="103499"/>
                  <a:pt x="95416" y="99234"/>
                  <a:pt x="89147" y="90703"/>
                </a:cubicBezTo>
                <a:cubicBezTo>
                  <a:pt x="84199" y="83869"/>
                  <a:pt x="81724" y="75244"/>
                  <a:pt x="81724" y="64828"/>
                </a:cubicBezTo>
                <a:cubicBezTo>
                  <a:pt x="81724" y="52386"/>
                  <a:pt x="84976" y="42641"/>
                  <a:pt x="91480" y="35595"/>
                </a:cubicBezTo>
                <a:cubicBezTo>
                  <a:pt x="97984" y="28549"/>
                  <a:pt x="106209" y="25026"/>
                  <a:pt x="116153" y="25026"/>
                </a:cubicBezTo>
                <a:cubicBezTo>
                  <a:pt x="127323" y="25026"/>
                  <a:pt x="136137" y="28714"/>
                  <a:pt x="142593" y="36090"/>
                </a:cubicBezTo>
                <a:cubicBezTo>
                  <a:pt x="149050" y="43466"/>
                  <a:pt x="152137" y="54766"/>
                  <a:pt x="151855" y="69989"/>
                </a:cubicBezTo>
                <a:lnTo>
                  <a:pt x="102085" y="69989"/>
                </a:lnTo>
                <a:cubicBezTo>
                  <a:pt x="102226" y="75880"/>
                  <a:pt x="103828" y="80464"/>
                  <a:pt x="106892" y="83739"/>
                </a:cubicBezTo>
                <a:cubicBezTo>
                  <a:pt x="109955" y="87015"/>
                  <a:pt x="113773" y="88653"/>
                  <a:pt x="118345" y="88653"/>
                </a:cubicBezTo>
                <a:cubicBezTo>
                  <a:pt x="121455" y="88653"/>
                  <a:pt x="124071" y="87804"/>
                  <a:pt x="126192" y="86108"/>
                </a:cubicBezTo>
                <a:cubicBezTo>
                  <a:pt x="128313" y="84411"/>
                  <a:pt x="129915" y="81677"/>
                  <a:pt x="130999" y="77907"/>
                </a:cubicBezTo>
                <a:moveTo>
                  <a:pt x="132130" y="57829"/>
                </a:moveTo>
                <a:cubicBezTo>
                  <a:pt x="131989" y="52103"/>
                  <a:pt x="130504" y="47749"/>
                  <a:pt x="127677" y="44768"/>
                </a:cubicBezTo>
                <a:cubicBezTo>
                  <a:pt x="124849" y="41787"/>
                  <a:pt x="121408" y="40297"/>
                  <a:pt x="117355" y="40297"/>
                </a:cubicBezTo>
                <a:cubicBezTo>
                  <a:pt x="113019" y="40297"/>
                  <a:pt x="109437" y="41869"/>
                  <a:pt x="106609" y="45013"/>
                </a:cubicBezTo>
                <a:cubicBezTo>
                  <a:pt x="103781" y="48159"/>
                  <a:pt x="102391" y="52431"/>
                  <a:pt x="102438" y="57829"/>
                </a:cubicBezTo>
                <a:lnTo>
                  <a:pt x="132130" y="57829"/>
                </a:lnTo>
                <a:close/>
                <a:moveTo>
                  <a:pt x="233510" y="48922"/>
                </a:moveTo>
                <a:lnTo>
                  <a:pt x="213927" y="52456"/>
                </a:lnTo>
                <a:cubicBezTo>
                  <a:pt x="213267" y="48568"/>
                  <a:pt x="211771" y="45640"/>
                  <a:pt x="209438" y="43672"/>
                </a:cubicBezTo>
                <a:cubicBezTo>
                  <a:pt x="207105" y="41705"/>
                  <a:pt x="204077" y="40721"/>
                  <a:pt x="200353" y="40721"/>
                </a:cubicBezTo>
                <a:cubicBezTo>
                  <a:pt x="195405" y="40721"/>
                  <a:pt x="191457" y="42424"/>
                  <a:pt x="188512" y="45831"/>
                </a:cubicBezTo>
                <a:cubicBezTo>
                  <a:pt x="185566" y="49238"/>
                  <a:pt x="184093" y="54934"/>
                  <a:pt x="184093" y="62922"/>
                </a:cubicBezTo>
                <a:cubicBezTo>
                  <a:pt x="184093" y="71803"/>
                  <a:pt x="185590" y="78076"/>
                  <a:pt x="188583" y="81742"/>
                </a:cubicBezTo>
                <a:cubicBezTo>
                  <a:pt x="191575" y="85407"/>
                  <a:pt x="195593" y="87239"/>
                  <a:pt x="200636" y="87239"/>
                </a:cubicBezTo>
                <a:cubicBezTo>
                  <a:pt x="204407" y="87239"/>
                  <a:pt x="207494" y="86167"/>
                  <a:pt x="209897" y="84022"/>
                </a:cubicBezTo>
                <a:cubicBezTo>
                  <a:pt x="212301" y="81878"/>
                  <a:pt x="213998" y="78190"/>
                  <a:pt x="214987" y="72958"/>
                </a:cubicBezTo>
                <a:lnTo>
                  <a:pt x="234500" y="76352"/>
                </a:lnTo>
                <a:cubicBezTo>
                  <a:pt x="232473" y="85307"/>
                  <a:pt x="228585" y="92070"/>
                  <a:pt x="222835" y="96641"/>
                </a:cubicBezTo>
                <a:cubicBezTo>
                  <a:pt x="217085" y="101213"/>
                  <a:pt x="209379" y="103499"/>
                  <a:pt x="199717" y="103499"/>
                </a:cubicBezTo>
                <a:cubicBezTo>
                  <a:pt x="188736" y="103499"/>
                  <a:pt x="179981" y="100035"/>
                  <a:pt x="173454" y="93107"/>
                </a:cubicBezTo>
                <a:cubicBezTo>
                  <a:pt x="166926" y="86178"/>
                  <a:pt x="163662" y="76587"/>
                  <a:pt x="163662" y="64333"/>
                </a:cubicBezTo>
                <a:cubicBezTo>
                  <a:pt x="163662" y="51938"/>
                  <a:pt x="166938" y="42288"/>
                  <a:pt x="173489" y="35383"/>
                </a:cubicBezTo>
                <a:cubicBezTo>
                  <a:pt x="180040" y="28479"/>
                  <a:pt x="188901" y="25026"/>
                  <a:pt x="200071" y="25026"/>
                </a:cubicBezTo>
                <a:cubicBezTo>
                  <a:pt x="209214" y="25026"/>
                  <a:pt x="216484" y="26994"/>
                  <a:pt x="221880" y="30929"/>
                </a:cubicBezTo>
                <a:cubicBezTo>
                  <a:pt x="227277" y="34865"/>
                  <a:pt x="231153" y="40862"/>
                  <a:pt x="233510" y="48922"/>
                </a:cubicBezTo>
                <a:close/>
                <a:moveTo>
                  <a:pt x="267585" y="101802"/>
                </a:moveTo>
                <a:lnTo>
                  <a:pt x="247719" y="101802"/>
                </a:lnTo>
                <a:lnTo>
                  <a:pt x="247719" y="26723"/>
                </a:lnTo>
                <a:lnTo>
                  <a:pt x="266171" y="26723"/>
                </a:lnTo>
                <a:lnTo>
                  <a:pt x="266171" y="37398"/>
                </a:lnTo>
                <a:cubicBezTo>
                  <a:pt x="269329" y="32355"/>
                  <a:pt x="272168" y="29032"/>
                  <a:pt x="274690" y="27430"/>
                </a:cubicBezTo>
                <a:cubicBezTo>
                  <a:pt x="277211" y="25828"/>
                  <a:pt x="280075" y="25026"/>
                  <a:pt x="283279" y="25026"/>
                </a:cubicBezTo>
                <a:cubicBezTo>
                  <a:pt x="287804" y="25026"/>
                  <a:pt x="292164" y="26275"/>
                  <a:pt x="296358" y="28773"/>
                </a:cubicBezTo>
                <a:lnTo>
                  <a:pt x="290208" y="46094"/>
                </a:lnTo>
                <a:cubicBezTo>
                  <a:pt x="286861" y="43926"/>
                  <a:pt x="283751" y="42842"/>
                  <a:pt x="280876" y="42842"/>
                </a:cubicBezTo>
                <a:cubicBezTo>
                  <a:pt x="278095" y="42842"/>
                  <a:pt x="275738" y="43608"/>
                  <a:pt x="273806" y="45139"/>
                </a:cubicBezTo>
                <a:cubicBezTo>
                  <a:pt x="271874" y="46671"/>
                  <a:pt x="270354" y="49440"/>
                  <a:pt x="269246" y="53446"/>
                </a:cubicBezTo>
                <a:cubicBezTo>
                  <a:pt x="268139" y="57452"/>
                  <a:pt x="267585" y="65842"/>
                  <a:pt x="267585" y="78614"/>
                </a:cubicBezTo>
                <a:lnTo>
                  <a:pt x="267585" y="101802"/>
                </a:lnTo>
                <a:close/>
                <a:moveTo>
                  <a:pt x="348390" y="77907"/>
                </a:moveTo>
                <a:lnTo>
                  <a:pt x="368185" y="81300"/>
                </a:lnTo>
                <a:cubicBezTo>
                  <a:pt x="365640" y="88535"/>
                  <a:pt x="361622" y="94043"/>
                  <a:pt x="356131" y="97826"/>
                </a:cubicBezTo>
                <a:cubicBezTo>
                  <a:pt x="350641" y="101608"/>
                  <a:pt x="343771" y="103499"/>
                  <a:pt x="335524" y="103499"/>
                </a:cubicBezTo>
                <a:cubicBezTo>
                  <a:pt x="322468" y="103499"/>
                  <a:pt x="312807" y="99234"/>
                  <a:pt x="306538" y="90703"/>
                </a:cubicBezTo>
                <a:cubicBezTo>
                  <a:pt x="301589" y="83869"/>
                  <a:pt x="299115" y="75244"/>
                  <a:pt x="299115" y="64828"/>
                </a:cubicBezTo>
                <a:cubicBezTo>
                  <a:pt x="299115" y="52386"/>
                  <a:pt x="302367" y="42641"/>
                  <a:pt x="308871" y="35595"/>
                </a:cubicBezTo>
                <a:cubicBezTo>
                  <a:pt x="315375" y="28549"/>
                  <a:pt x="323599" y="25026"/>
                  <a:pt x="333544" y="25026"/>
                </a:cubicBezTo>
                <a:cubicBezTo>
                  <a:pt x="344714" y="25026"/>
                  <a:pt x="353527" y="28714"/>
                  <a:pt x="359984" y="36090"/>
                </a:cubicBezTo>
                <a:cubicBezTo>
                  <a:pt x="366441" y="43466"/>
                  <a:pt x="369528" y="54766"/>
                  <a:pt x="369246" y="69989"/>
                </a:cubicBezTo>
                <a:lnTo>
                  <a:pt x="319476" y="69989"/>
                </a:lnTo>
                <a:cubicBezTo>
                  <a:pt x="319617" y="75880"/>
                  <a:pt x="321219" y="80464"/>
                  <a:pt x="324283" y="83739"/>
                </a:cubicBezTo>
                <a:cubicBezTo>
                  <a:pt x="327346" y="87015"/>
                  <a:pt x="331164" y="88653"/>
                  <a:pt x="335736" y="88653"/>
                </a:cubicBezTo>
                <a:cubicBezTo>
                  <a:pt x="338846" y="88653"/>
                  <a:pt x="341462" y="87804"/>
                  <a:pt x="343583" y="86108"/>
                </a:cubicBezTo>
                <a:cubicBezTo>
                  <a:pt x="345704" y="84411"/>
                  <a:pt x="347306" y="81677"/>
                  <a:pt x="348390" y="77907"/>
                </a:cubicBezTo>
                <a:moveTo>
                  <a:pt x="349521" y="57829"/>
                </a:moveTo>
                <a:cubicBezTo>
                  <a:pt x="349380" y="52103"/>
                  <a:pt x="347895" y="47749"/>
                  <a:pt x="345067" y="44768"/>
                </a:cubicBezTo>
                <a:cubicBezTo>
                  <a:pt x="342240" y="41787"/>
                  <a:pt x="338799" y="40297"/>
                  <a:pt x="334746" y="40297"/>
                </a:cubicBezTo>
                <a:cubicBezTo>
                  <a:pt x="330410" y="40297"/>
                  <a:pt x="326828" y="41869"/>
                  <a:pt x="324000" y="45013"/>
                </a:cubicBezTo>
                <a:cubicBezTo>
                  <a:pt x="321172" y="48159"/>
                  <a:pt x="319782" y="52431"/>
                  <a:pt x="319829" y="57829"/>
                </a:cubicBezTo>
                <a:lnTo>
                  <a:pt x="349521" y="57829"/>
                </a:lnTo>
                <a:close/>
                <a:moveTo>
                  <a:pt x="419863" y="26723"/>
                </a:moveTo>
                <a:lnTo>
                  <a:pt x="419863" y="42559"/>
                </a:lnTo>
                <a:lnTo>
                  <a:pt x="406290" y="42559"/>
                </a:lnTo>
                <a:lnTo>
                  <a:pt x="406290" y="72768"/>
                </a:lnTo>
                <a:cubicBezTo>
                  <a:pt x="406290" y="78886"/>
                  <a:pt x="406419" y="82451"/>
                  <a:pt x="406679" y="83463"/>
                </a:cubicBezTo>
                <a:cubicBezTo>
                  <a:pt x="406938" y="84474"/>
                  <a:pt x="407527" y="85309"/>
                  <a:pt x="408446" y="85969"/>
                </a:cubicBezTo>
                <a:cubicBezTo>
                  <a:pt x="409365" y="86627"/>
                  <a:pt x="410484" y="86956"/>
                  <a:pt x="411804" y="86956"/>
                </a:cubicBezTo>
                <a:cubicBezTo>
                  <a:pt x="413642" y="86956"/>
                  <a:pt x="416305" y="86320"/>
                  <a:pt x="419793" y="85047"/>
                </a:cubicBezTo>
                <a:lnTo>
                  <a:pt x="421489" y="100516"/>
                </a:lnTo>
                <a:cubicBezTo>
                  <a:pt x="416871" y="102505"/>
                  <a:pt x="411639" y="103499"/>
                  <a:pt x="405795" y="103499"/>
                </a:cubicBezTo>
                <a:cubicBezTo>
                  <a:pt x="402213" y="103499"/>
                  <a:pt x="398985" y="102898"/>
                  <a:pt x="396110" y="101696"/>
                </a:cubicBezTo>
                <a:cubicBezTo>
                  <a:pt x="393235" y="100494"/>
                  <a:pt x="391126" y="98939"/>
                  <a:pt x="389782" y="97030"/>
                </a:cubicBezTo>
                <a:cubicBezTo>
                  <a:pt x="388439" y="95121"/>
                  <a:pt x="387508" y="92541"/>
                  <a:pt x="386990" y="89289"/>
                </a:cubicBezTo>
                <a:cubicBezTo>
                  <a:pt x="386566" y="86980"/>
                  <a:pt x="386354" y="82314"/>
                  <a:pt x="386354" y="75291"/>
                </a:cubicBezTo>
                <a:lnTo>
                  <a:pt x="386354" y="42559"/>
                </a:lnTo>
                <a:lnTo>
                  <a:pt x="377234" y="42559"/>
                </a:lnTo>
                <a:lnTo>
                  <a:pt x="377234" y="26723"/>
                </a:lnTo>
                <a:lnTo>
                  <a:pt x="386354" y="26723"/>
                </a:lnTo>
                <a:lnTo>
                  <a:pt x="386354" y="11736"/>
                </a:lnTo>
                <a:lnTo>
                  <a:pt x="406290" y="0"/>
                </a:lnTo>
                <a:lnTo>
                  <a:pt x="406290" y="26723"/>
                </a:lnTo>
                <a:lnTo>
                  <a:pt x="419863" y="26723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secret">
            <a:extLst xmlns:a="http://schemas.openxmlformats.org/drawingml/2006/main">
              <a:ext uri="{FF2B5EF4-FFF2-40B4-BE49-F238E27FC236}">
                <a16:creationId xmlns:a16="http://schemas.microsoft.com/office/drawing/2014/main" id="{538B4702-5826-4639-9063-E2140FF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264" y="1046749"/>
            <a:ext cx="421491" cy="103499"/>
          </a:xfrm>
          <a:custGeom xmlns:a="http://schemas.openxmlformats.org/drawingml/2006/main">
            <a:pathLst>
              <a:path w="421491" h="103499">
                <a:moveTo>
                  <a:pt x="0" y="80452"/>
                </a:moveTo>
                <a:lnTo>
                  <a:pt x="19936" y="77341"/>
                </a:lnTo>
                <a:cubicBezTo>
                  <a:pt x="20785" y="81183"/>
                  <a:pt x="22505" y="84099"/>
                  <a:pt x="25097" y="86090"/>
                </a:cubicBezTo>
                <a:cubicBezTo>
                  <a:pt x="27689" y="88081"/>
                  <a:pt x="31318" y="89077"/>
                  <a:pt x="35984" y="89077"/>
                </a:cubicBezTo>
                <a:cubicBezTo>
                  <a:pt x="41122" y="89077"/>
                  <a:pt x="44986" y="88136"/>
                  <a:pt x="47578" y="86254"/>
                </a:cubicBezTo>
                <a:cubicBezTo>
                  <a:pt x="49322" y="84935"/>
                  <a:pt x="50194" y="83170"/>
                  <a:pt x="50194" y="80958"/>
                </a:cubicBezTo>
                <a:cubicBezTo>
                  <a:pt x="50194" y="79451"/>
                  <a:pt x="49723" y="78204"/>
                  <a:pt x="48780" y="77215"/>
                </a:cubicBezTo>
                <a:cubicBezTo>
                  <a:pt x="47790" y="76274"/>
                  <a:pt x="45575" y="75404"/>
                  <a:pt x="42135" y="74604"/>
                </a:cubicBezTo>
                <a:cubicBezTo>
                  <a:pt x="26110" y="71075"/>
                  <a:pt x="15954" y="67851"/>
                  <a:pt x="11665" y="64932"/>
                </a:cubicBezTo>
                <a:cubicBezTo>
                  <a:pt x="5726" y="60882"/>
                  <a:pt x="2757" y="55255"/>
                  <a:pt x="2757" y="48051"/>
                </a:cubicBezTo>
                <a:cubicBezTo>
                  <a:pt x="2757" y="41553"/>
                  <a:pt x="5326" y="36091"/>
                  <a:pt x="10463" y="31665"/>
                </a:cubicBezTo>
                <a:cubicBezTo>
                  <a:pt x="15600" y="27239"/>
                  <a:pt x="23565" y="25026"/>
                  <a:pt x="34358" y="25026"/>
                </a:cubicBezTo>
                <a:cubicBezTo>
                  <a:pt x="44633" y="25026"/>
                  <a:pt x="52268" y="26694"/>
                  <a:pt x="57264" y="30028"/>
                </a:cubicBezTo>
                <a:cubicBezTo>
                  <a:pt x="62260" y="33363"/>
                  <a:pt x="65700" y="38294"/>
                  <a:pt x="67585" y="44821"/>
                </a:cubicBezTo>
                <a:lnTo>
                  <a:pt x="48851" y="48356"/>
                </a:lnTo>
                <a:cubicBezTo>
                  <a:pt x="48050" y="45434"/>
                  <a:pt x="46530" y="43195"/>
                  <a:pt x="44291" y="41640"/>
                </a:cubicBezTo>
                <a:cubicBezTo>
                  <a:pt x="42052" y="40085"/>
                  <a:pt x="38859" y="39307"/>
                  <a:pt x="34712" y="39307"/>
                </a:cubicBezTo>
                <a:cubicBezTo>
                  <a:pt x="29480" y="39307"/>
                  <a:pt x="25733" y="40037"/>
                  <a:pt x="23471" y="41496"/>
                </a:cubicBezTo>
                <a:cubicBezTo>
                  <a:pt x="21963" y="42530"/>
                  <a:pt x="21209" y="43871"/>
                  <a:pt x="21209" y="45519"/>
                </a:cubicBezTo>
                <a:cubicBezTo>
                  <a:pt x="21209" y="46930"/>
                  <a:pt x="21869" y="48130"/>
                  <a:pt x="23188" y="49118"/>
                </a:cubicBezTo>
                <a:cubicBezTo>
                  <a:pt x="24979" y="50436"/>
                  <a:pt x="31165" y="52296"/>
                  <a:pt x="41746" y="54697"/>
                </a:cubicBezTo>
                <a:cubicBezTo>
                  <a:pt x="52327" y="57097"/>
                  <a:pt x="59715" y="60042"/>
                  <a:pt x="63909" y="63531"/>
                </a:cubicBezTo>
                <a:cubicBezTo>
                  <a:pt x="68057" y="67069"/>
                  <a:pt x="70130" y="71997"/>
                  <a:pt x="70130" y="78316"/>
                </a:cubicBezTo>
                <a:cubicBezTo>
                  <a:pt x="70130" y="85201"/>
                  <a:pt x="67255" y="91120"/>
                  <a:pt x="61506" y="96071"/>
                </a:cubicBezTo>
                <a:cubicBezTo>
                  <a:pt x="55756" y="101023"/>
                  <a:pt x="47248" y="103499"/>
                  <a:pt x="35984" y="103499"/>
                </a:cubicBezTo>
                <a:cubicBezTo>
                  <a:pt x="25757" y="103499"/>
                  <a:pt x="17662" y="101432"/>
                  <a:pt x="11700" y="97298"/>
                </a:cubicBezTo>
                <a:cubicBezTo>
                  <a:pt x="5738" y="93162"/>
                  <a:pt x="1838" y="87547"/>
                  <a:pt x="0" y="80452"/>
                </a:cubicBezTo>
                <a:close/>
                <a:moveTo>
                  <a:pt x="131001" y="77907"/>
                </a:moveTo>
                <a:lnTo>
                  <a:pt x="150796" y="81300"/>
                </a:lnTo>
                <a:cubicBezTo>
                  <a:pt x="148251" y="88535"/>
                  <a:pt x="144233" y="94043"/>
                  <a:pt x="138742" y="97826"/>
                </a:cubicBezTo>
                <a:cubicBezTo>
                  <a:pt x="133251" y="101608"/>
                  <a:pt x="126382" y="103499"/>
                  <a:pt x="118134" y="103499"/>
                </a:cubicBezTo>
                <a:cubicBezTo>
                  <a:pt x="105079" y="103499"/>
                  <a:pt x="95417" y="99234"/>
                  <a:pt x="89149" y="90703"/>
                </a:cubicBezTo>
                <a:cubicBezTo>
                  <a:pt x="84200" y="83869"/>
                  <a:pt x="81726" y="75244"/>
                  <a:pt x="81726" y="64828"/>
                </a:cubicBezTo>
                <a:cubicBezTo>
                  <a:pt x="81726" y="52386"/>
                  <a:pt x="84978" y="42641"/>
                  <a:pt x="91482" y="35595"/>
                </a:cubicBezTo>
                <a:cubicBezTo>
                  <a:pt x="97986" y="28549"/>
                  <a:pt x="106210" y="25026"/>
                  <a:pt x="116155" y="25026"/>
                </a:cubicBezTo>
                <a:cubicBezTo>
                  <a:pt x="127325" y="25026"/>
                  <a:pt x="136138" y="28714"/>
                  <a:pt x="142595" y="36090"/>
                </a:cubicBezTo>
                <a:cubicBezTo>
                  <a:pt x="149052" y="43466"/>
                  <a:pt x="152139" y="54766"/>
                  <a:pt x="151856" y="69989"/>
                </a:cubicBezTo>
                <a:lnTo>
                  <a:pt x="102086" y="69989"/>
                </a:lnTo>
                <a:cubicBezTo>
                  <a:pt x="102228" y="75880"/>
                  <a:pt x="103830" y="80464"/>
                  <a:pt x="106894" y="83739"/>
                </a:cubicBezTo>
                <a:cubicBezTo>
                  <a:pt x="109957" y="87015"/>
                  <a:pt x="113775" y="88653"/>
                  <a:pt x="118346" y="88653"/>
                </a:cubicBezTo>
                <a:cubicBezTo>
                  <a:pt x="121457" y="88653"/>
                  <a:pt x="124073" y="87804"/>
                  <a:pt x="126194" y="86108"/>
                </a:cubicBezTo>
                <a:cubicBezTo>
                  <a:pt x="128315" y="84411"/>
                  <a:pt x="129917" y="81677"/>
                  <a:pt x="131001" y="77907"/>
                </a:cubicBezTo>
                <a:moveTo>
                  <a:pt x="132132" y="57829"/>
                </a:moveTo>
                <a:cubicBezTo>
                  <a:pt x="131991" y="52103"/>
                  <a:pt x="130506" y="47749"/>
                  <a:pt x="127678" y="44768"/>
                </a:cubicBezTo>
                <a:cubicBezTo>
                  <a:pt x="124850" y="41787"/>
                  <a:pt x="121410" y="40297"/>
                  <a:pt x="117357" y="40297"/>
                </a:cubicBezTo>
                <a:cubicBezTo>
                  <a:pt x="113021" y="40297"/>
                  <a:pt x="109439" y="41869"/>
                  <a:pt x="106611" y="45013"/>
                </a:cubicBezTo>
                <a:cubicBezTo>
                  <a:pt x="103783" y="48159"/>
                  <a:pt x="102393" y="52431"/>
                  <a:pt x="102440" y="57829"/>
                </a:cubicBezTo>
                <a:lnTo>
                  <a:pt x="132132" y="57829"/>
                </a:lnTo>
                <a:close/>
                <a:moveTo>
                  <a:pt x="233510" y="48922"/>
                </a:moveTo>
                <a:lnTo>
                  <a:pt x="213927" y="52456"/>
                </a:lnTo>
                <a:cubicBezTo>
                  <a:pt x="213267" y="48568"/>
                  <a:pt x="211771" y="45640"/>
                  <a:pt x="209438" y="43672"/>
                </a:cubicBezTo>
                <a:cubicBezTo>
                  <a:pt x="207105" y="41705"/>
                  <a:pt x="204077" y="40721"/>
                  <a:pt x="200354" y="40721"/>
                </a:cubicBezTo>
                <a:cubicBezTo>
                  <a:pt x="195405" y="40721"/>
                  <a:pt x="191458" y="42424"/>
                  <a:pt x="188512" y="45831"/>
                </a:cubicBezTo>
                <a:cubicBezTo>
                  <a:pt x="185566" y="49238"/>
                  <a:pt x="184094" y="54934"/>
                  <a:pt x="184094" y="62922"/>
                </a:cubicBezTo>
                <a:cubicBezTo>
                  <a:pt x="184094" y="71803"/>
                  <a:pt x="185590" y="78076"/>
                  <a:pt x="188583" y="81742"/>
                </a:cubicBezTo>
                <a:cubicBezTo>
                  <a:pt x="191576" y="85407"/>
                  <a:pt x="195593" y="87239"/>
                  <a:pt x="200636" y="87239"/>
                </a:cubicBezTo>
                <a:cubicBezTo>
                  <a:pt x="204407" y="87239"/>
                  <a:pt x="207494" y="86167"/>
                  <a:pt x="209898" y="84022"/>
                </a:cubicBezTo>
                <a:cubicBezTo>
                  <a:pt x="212301" y="81878"/>
                  <a:pt x="213998" y="78190"/>
                  <a:pt x="214988" y="72958"/>
                </a:cubicBezTo>
                <a:lnTo>
                  <a:pt x="234500" y="76352"/>
                </a:lnTo>
                <a:cubicBezTo>
                  <a:pt x="232473" y="85307"/>
                  <a:pt x="228585" y="92070"/>
                  <a:pt x="222835" y="96641"/>
                </a:cubicBezTo>
                <a:cubicBezTo>
                  <a:pt x="217085" y="101213"/>
                  <a:pt x="209379" y="103499"/>
                  <a:pt x="199717" y="103499"/>
                </a:cubicBezTo>
                <a:cubicBezTo>
                  <a:pt x="188736" y="103499"/>
                  <a:pt x="179981" y="100035"/>
                  <a:pt x="173454" y="93107"/>
                </a:cubicBezTo>
                <a:cubicBezTo>
                  <a:pt x="166926" y="86178"/>
                  <a:pt x="163662" y="76587"/>
                  <a:pt x="163662" y="64333"/>
                </a:cubicBezTo>
                <a:cubicBezTo>
                  <a:pt x="163662" y="51938"/>
                  <a:pt x="166938" y="42288"/>
                  <a:pt x="173489" y="35383"/>
                </a:cubicBezTo>
                <a:cubicBezTo>
                  <a:pt x="180040" y="28479"/>
                  <a:pt x="188901" y="25026"/>
                  <a:pt x="200071" y="25026"/>
                </a:cubicBezTo>
                <a:cubicBezTo>
                  <a:pt x="209214" y="25026"/>
                  <a:pt x="216484" y="26994"/>
                  <a:pt x="221881" y="30929"/>
                </a:cubicBezTo>
                <a:cubicBezTo>
                  <a:pt x="227277" y="34865"/>
                  <a:pt x="231154" y="40862"/>
                  <a:pt x="233510" y="48922"/>
                </a:cubicBezTo>
                <a:close/>
                <a:moveTo>
                  <a:pt x="267585" y="101802"/>
                </a:moveTo>
                <a:lnTo>
                  <a:pt x="247720" y="101802"/>
                </a:lnTo>
                <a:lnTo>
                  <a:pt x="247720" y="26723"/>
                </a:lnTo>
                <a:lnTo>
                  <a:pt x="266171" y="26723"/>
                </a:lnTo>
                <a:lnTo>
                  <a:pt x="266171" y="37398"/>
                </a:lnTo>
                <a:cubicBezTo>
                  <a:pt x="269329" y="32355"/>
                  <a:pt x="272169" y="29032"/>
                  <a:pt x="274690" y="27430"/>
                </a:cubicBezTo>
                <a:cubicBezTo>
                  <a:pt x="277212" y="25828"/>
                  <a:pt x="280075" y="25026"/>
                  <a:pt x="283280" y="25026"/>
                </a:cubicBezTo>
                <a:cubicBezTo>
                  <a:pt x="287804" y="25026"/>
                  <a:pt x="292164" y="26275"/>
                  <a:pt x="296358" y="28773"/>
                </a:cubicBezTo>
                <a:lnTo>
                  <a:pt x="290208" y="46094"/>
                </a:lnTo>
                <a:cubicBezTo>
                  <a:pt x="286862" y="43926"/>
                  <a:pt x="283751" y="42842"/>
                  <a:pt x="280876" y="42842"/>
                </a:cubicBezTo>
                <a:cubicBezTo>
                  <a:pt x="278095" y="42842"/>
                  <a:pt x="275739" y="43608"/>
                  <a:pt x="273806" y="45139"/>
                </a:cubicBezTo>
                <a:cubicBezTo>
                  <a:pt x="271874" y="46671"/>
                  <a:pt x="270354" y="49440"/>
                  <a:pt x="269247" y="53446"/>
                </a:cubicBezTo>
                <a:cubicBezTo>
                  <a:pt x="268139" y="57452"/>
                  <a:pt x="267585" y="65842"/>
                  <a:pt x="267585" y="78614"/>
                </a:cubicBezTo>
                <a:lnTo>
                  <a:pt x="267585" y="101802"/>
                </a:lnTo>
                <a:close/>
                <a:moveTo>
                  <a:pt x="348390" y="77907"/>
                </a:moveTo>
                <a:lnTo>
                  <a:pt x="368185" y="81300"/>
                </a:lnTo>
                <a:cubicBezTo>
                  <a:pt x="365640" y="88535"/>
                  <a:pt x="361622" y="94043"/>
                  <a:pt x="356131" y="97826"/>
                </a:cubicBezTo>
                <a:cubicBezTo>
                  <a:pt x="350641" y="101608"/>
                  <a:pt x="343771" y="103499"/>
                  <a:pt x="335524" y="103499"/>
                </a:cubicBezTo>
                <a:cubicBezTo>
                  <a:pt x="322468" y="103499"/>
                  <a:pt x="312807" y="99234"/>
                  <a:pt x="306538" y="90703"/>
                </a:cubicBezTo>
                <a:cubicBezTo>
                  <a:pt x="301589" y="83869"/>
                  <a:pt x="299115" y="75244"/>
                  <a:pt x="299115" y="64828"/>
                </a:cubicBezTo>
                <a:cubicBezTo>
                  <a:pt x="299115" y="52386"/>
                  <a:pt x="302367" y="42641"/>
                  <a:pt x="308871" y="35595"/>
                </a:cubicBezTo>
                <a:cubicBezTo>
                  <a:pt x="315375" y="28549"/>
                  <a:pt x="323599" y="25026"/>
                  <a:pt x="333544" y="25026"/>
                </a:cubicBezTo>
                <a:cubicBezTo>
                  <a:pt x="344714" y="25026"/>
                  <a:pt x="353527" y="28714"/>
                  <a:pt x="359984" y="36090"/>
                </a:cubicBezTo>
                <a:cubicBezTo>
                  <a:pt x="366441" y="43466"/>
                  <a:pt x="369528" y="54766"/>
                  <a:pt x="369246" y="69989"/>
                </a:cubicBezTo>
                <a:lnTo>
                  <a:pt x="319476" y="69989"/>
                </a:lnTo>
                <a:cubicBezTo>
                  <a:pt x="319617" y="75880"/>
                  <a:pt x="321219" y="80464"/>
                  <a:pt x="324283" y="83739"/>
                </a:cubicBezTo>
                <a:cubicBezTo>
                  <a:pt x="327346" y="87015"/>
                  <a:pt x="331164" y="88653"/>
                  <a:pt x="335736" y="88653"/>
                </a:cubicBezTo>
                <a:cubicBezTo>
                  <a:pt x="338846" y="88653"/>
                  <a:pt x="341462" y="87804"/>
                  <a:pt x="343583" y="86108"/>
                </a:cubicBezTo>
                <a:cubicBezTo>
                  <a:pt x="345704" y="84411"/>
                  <a:pt x="347306" y="81677"/>
                  <a:pt x="348390" y="77907"/>
                </a:cubicBezTo>
                <a:moveTo>
                  <a:pt x="349521" y="57829"/>
                </a:moveTo>
                <a:cubicBezTo>
                  <a:pt x="349380" y="52103"/>
                  <a:pt x="347895" y="47749"/>
                  <a:pt x="345067" y="44768"/>
                </a:cubicBezTo>
                <a:cubicBezTo>
                  <a:pt x="342240" y="41787"/>
                  <a:pt x="338799" y="40297"/>
                  <a:pt x="334746" y="40297"/>
                </a:cubicBezTo>
                <a:cubicBezTo>
                  <a:pt x="330410" y="40297"/>
                  <a:pt x="326828" y="41869"/>
                  <a:pt x="324000" y="45013"/>
                </a:cubicBezTo>
                <a:cubicBezTo>
                  <a:pt x="321172" y="48159"/>
                  <a:pt x="319782" y="52431"/>
                  <a:pt x="319829" y="57829"/>
                </a:cubicBezTo>
                <a:lnTo>
                  <a:pt x="349521" y="57829"/>
                </a:lnTo>
                <a:close/>
                <a:moveTo>
                  <a:pt x="419865" y="26723"/>
                </a:moveTo>
                <a:lnTo>
                  <a:pt x="419865" y="42559"/>
                </a:lnTo>
                <a:lnTo>
                  <a:pt x="406291" y="42559"/>
                </a:lnTo>
                <a:lnTo>
                  <a:pt x="406291" y="72768"/>
                </a:lnTo>
                <a:cubicBezTo>
                  <a:pt x="406291" y="78886"/>
                  <a:pt x="406421" y="82451"/>
                  <a:pt x="406680" y="83463"/>
                </a:cubicBezTo>
                <a:cubicBezTo>
                  <a:pt x="406939" y="84474"/>
                  <a:pt x="407528" y="85309"/>
                  <a:pt x="408447" y="85969"/>
                </a:cubicBezTo>
                <a:cubicBezTo>
                  <a:pt x="409366" y="86627"/>
                  <a:pt x="410486" y="86956"/>
                  <a:pt x="411805" y="86956"/>
                </a:cubicBezTo>
                <a:cubicBezTo>
                  <a:pt x="413643" y="86956"/>
                  <a:pt x="416306" y="86320"/>
                  <a:pt x="419794" y="85047"/>
                </a:cubicBezTo>
                <a:lnTo>
                  <a:pt x="421491" y="100516"/>
                </a:lnTo>
                <a:cubicBezTo>
                  <a:pt x="416872" y="102505"/>
                  <a:pt x="411640" y="103499"/>
                  <a:pt x="405796" y="103499"/>
                </a:cubicBezTo>
                <a:cubicBezTo>
                  <a:pt x="402214" y="103499"/>
                  <a:pt x="398986" y="102898"/>
                  <a:pt x="396111" y="101696"/>
                </a:cubicBezTo>
                <a:cubicBezTo>
                  <a:pt x="393236" y="100494"/>
                  <a:pt x="391127" y="98939"/>
                  <a:pt x="389783" y="97030"/>
                </a:cubicBezTo>
                <a:cubicBezTo>
                  <a:pt x="388440" y="95121"/>
                  <a:pt x="387509" y="92541"/>
                  <a:pt x="386991" y="89289"/>
                </a:cubicBezTo>
                <a:cubicBezTo>
                  <a:pt x="386567" y="86980"/>
                  <a:pt x="386355" y="82314"/>
                  <a:pt x="386355" y="75291"/>
                </a:cubicBezTo>
                <a:lnTo>
                  <a:pt x="386355" y="42559"/>
                </a:lnTo>
                <a:lnTo>
                  <a:pt x="377235" y="42559"/>
                </a:lnTo>
                <a:lnTo>
                  <a:pt x="377235" y="26723"/>
                </a:lnTo>
                <a:lnTo>
                  <a:pt x="386355" y="26723"/>
                </a:lnTo>
                <a:lnTo>
                  <a:pt x="386355" y="11736"/>
                </a:lnTo>
                <a:lnTo>
                  <a:pt x="406291" y="0"/>
                </a:lnTo>
                <a:lnTo>
                  <a:pt x="406291" y="26723"/>
                </a:lnTo>
                <a:lnTo>
                  <a:pt x="419865" y="26723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secret">
            <a:extLst xmlns:a="http://schemas.openxmlformats.org/drawingml/2006/main">
              <a:ext uri="{FF2B5EF4-FFF2-40B4-BE49-F238E27FC236}">
                <a16:creationId xmlns:a16="http://schemas.microsoft.com/office/drawing/2014/main" id="{13E2BEA2-4469-489B-BF59-0CBF815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264" y="1447817"/>
            <a:ext cx="421491" cy="103499"/>
          </a:xfrm>
          <a:custGeom xmlns:a="http://schemas.openxmlformats.org/drawingml/2006/main">
            <a:pathLst>
              <a:path w="421491" h="103499">
                <a:moveTo>
                  <a:pt x="0" y="80452"/>
                </a:moveTo>
                <a:lnTo>
                  <a:pt x="19936" y="77341"/>
                </a:lnTo>
                <a:cubicBezTo>
                  <a:pt x="20785" y="81183"/>
                  <a:pt x="22505" y="84099"/>
                  <a:pt x="25097" y="86090"/>
                </a:cubicBezTo>
                <a:cubicBezTo>
                  <a:pt x="27689" y="88081"/>
                  <a:pt x="31318" y="89077"/>
                  <a:pt x="35984" y="89077"/>
                </a:cubicBezTo>
                <a:cubicBezTo>
                  <a:pt x="41122" y="89077"/>
                  <a:pt x="44986" y="88136"/>
                  <a:pt x="47578" y="86254"/>
                </a:cubicBezTo>
                <a:cubicBezTo>
                  <a:pt x="49322" y="84935"/>
                  <a:pt x="50194" y="83170"/>
                  <a:pt x="50194" y="80958"/>
                </a:cubicBezTo>
                <a:cubicBezTo>
                  <a:pt x="50194" y="79451"/>
                  <a:pt x="49723" y="78204"/>
                  <a:pt x="48780" y="77215"/>
                </a:cubicBezTo>
                <a:cubicBezTo>
                  <a:pt x="47790" y="76274"/>
                  <a:pt x="45575" y="75404"/>
                  <a:pt x="42135" y="74604"/>
                </a:cubicBezTo>
                <a:cubicBezTo>
                  <a:pt x="26110" y="71075"/>
                  <a:pt x="15954" y="67851"/>
                  <a:pt x="11665" y="64932"/>
                </a:cubicBezTo>
                <a:cubicBezTo>
                  <a:pt x="5726" y="60882"/>
                  <a:pt x="2757" y="55255"/>
                  <a:pt x="2757" y="48051"/>
                </a:cubicBezTo>
                <a:cubicBezTo>
                  <a:pt x="2757" y="41553"/>
                  <a:pt x="5326" y="36091"/>
                  <a:pt x="10463" y="31665"/>
                </a:cubicBezTo>
                <a:cubicBezTo>
                  <a:pt x="15600" y="27239"/>
                  <a:pt x="23565" y="25026"/>
                  <a:pt x="34358" y="25026"/>
                </a:cubicBezTo>
                <a:cubicBezTo>
                  <a:pt x="44633" y="25026"/>
                  <a:pt x="52268" y="26694"/>
                  <a:pt x="57264" y="30028"/>
                </a:cubicBezTo>
                <a:cubicBezTo>
                  <a:pt x="62260" y="33363"/>
                  <a:pt x="65700" y="38294"/>
                  <a:pt x="67585" y="44821"/>
                </a:cubicBezTo>
                <a:lnTo>
                  <a:pt x="48851" y="48356"/>
                </a:lnTo>
                <a:cubicBezTo>
                  <a:pt x="48050" y="45434"/>
                  <a:pt x="46530" y="43195"/>
                  <a:pt x="44291" y="41640"/>
                </a:cubicBezTo>
                <a:cubicBezTo>
                  <a:pt x="42052" y="40085"/>
                  <a:pt x="38859" y="39307"/>
                  <a:pt x="34712" y="39307"/>
                </a:cubicBezTo>
                <a:cubicBezTo>
                  <a:pt x="29480" y="39307"/>
                  <a:pt x="25733" y="40037"/>
                  <a:pt x="23471" y="41496"/>
                </a:cubicBezTo>
                <a:cubicBezTo>
                  <a:pt x="21963" y="42530"/>
                  <a:pt x="21209" y="43871"/>
                  <a:pt x="21209" y="45519"/>
                </a:cubicBezTo>
                <a:cubicBezTo>
                  <a:pt x="21209" y="46930"/>
                  <a:pt x="21869" y="48130"/>
                  <a:pt x="23188" y="49118"/>
                </a:cubicBezTo>
                <a:cubicBezTo>
                  <a:pt x="24979" y="50436"/>
                  <a:pt x="31165" y="52296"/>
                  <a:pt x="41746" y="54697"/>
                </a:cubicBezTo>
                <a:cubicBezTo>
                  <a:pt x="52327" y="57097"/>
                  <a:pt x="59715" y="60042"/>
                  <a:pt x="63909" y="63531"/>
                </a:cubicBezTo>
                <a:cubicBezTo>
                  <a:pt x="68057" y="67069"/>
                  <a:pt x="70130" y="71997"/>
                  <a:pt x="70130" y="78316"/>
                </a:cubicBezTo>
                <a:cubicBezTo>
                  <a:pt x="70130" y="85201"/>
                  <a:pt x="67255" y="91120"/>
                  <a:pt x="61506" y="96071"/>
                </a:cubicBezTo>
                <a:cubicBezTo>
                  <a:pt x="55756" y="101023"/>
                  <a:pt x="47248" y="103499"/>
                  <a:pt x="35984" y="103499"/>
                </a:cubicBezTo>
                <a:cubicBezTo>
                  <a:pt x="25757" y="103499"/>
                  <a:pt x="17662" y="101432"/>
                  <a:pt x="11700" y="97298"/>
                </a:cubicBezTo>
                <a:cubicBezTo>
                  <a:pt x="5738" y="93162"/>
                  <a:pt x="1838" y="87547"/>
                  <a:pt x="0" y="80452"/>
                </a:cubicBezTo>
                <a:close/>
                <a:moveTo>
                  <a:pt x="131001" y="77907"/>
                </a:moveTo>
                <a:lnTo>
                  <a:pt x="150796" y="81300"/>
                </a:lnTo>
                <a:cubicBezTo>
                  <a:pt x="148251" y="88535"/>
                  <a:pt x="144233" y="94043"/>
                  <a:pt x="138742" y="97826"/>
                </a:cubicBezTo>
                <a:cubicBezTo>
                  <a:pt x="133251" y="101608"/>
                  <a:pt x="126382" y="103499"/>
                  <a:pt x="118134" y="103499"/>
                </a:cubicBezTo>
                <a:cubicBezTo>
                  <a:pt x="105079" y="103499"/>
                  <a:pt x="95417" y="99234"/>
                  <a:pt x="89149" y="90703"/>
                </a:cubicBezTo>
                <a:cubicBezTo>
                  <a:pt x="84200" y="83869"/>
                  <a:pt x="81726" y="75244"/>
                  <a:pt x="81726" y="64828"/>
                </a:cubicBezTo>
                <a:cubicBezTo>
                  <a:pt x="81726" y="52386"/>
                  <a:pt x="84978" y="42641"/>
                  <a:pt x="91482" y="35595"/>
                </a:cubicBezTo>
                <a:cubicBezTo>
                  <a:pt x="97986" y="28549"/>
                  <a:pt x="106210" y="25026"/>
                  <a:pt x="116155" y="25026"/>
                </a:cubicBezTo>
                <a:cubicBezTo>
                  <a:pt x="127325" y="25026"/>
                  <a:pt x="136138" y="28714"/>
                  <a:pt x="142595" y="36090"/>
                </a:cubicBezTo>
                <a:cubicBezTo>
                  <a:pt x="149052" y="43466"/>
                  <a:pt x="152139" y="54766"/>
                  <a:pt x="151856" y="69989"/>
                </a:cubicBezTo>
                <a:lnTo>
                  <a:pt x="102086" y="69989"/>
                </a:lnTo>
                <a:cubicBezTo>
                  <a:pt x="102228" y="75880"/>
                  <a:pt x="103830" y="80464"/>
                  <a:pt x="106894" y="83739"/>
                </a:cubicBezTo>
                <a:cubicBezTo>
                  <a:pt x="109957" y="87015"/>
                  <a:pt x="113775" y="88653"/>
                  <a:pt x="118346" y="88653"/>
                </a:cubicBezTo>
                <a:cubicBezTo>
                  <a:pt x="121457" y="88653"/>
                  <a:pt x="124073" y="87804"/>
                  <a:pt x="126194" y="86108"/>
                </a:cubicBezTo>
                <a:cubicBezTo>
                  <a:pt x="128315" y="84411"/>
                  <a:pt x="129917" y="81677"/>
                  <a:pt x="131001" y="77907"/>
                </a:cubicBezTo>
                <a:moveTo>
                  <a:pt x="132132" y="57829"/>
                </a:moveTo>
                <a:cubicBezTo>
                  <a:pt x="131991" y="52103"/>
                  <a:pt x="130506" y="47749"/>
                  <a:pt x="127678" y="44768"/>
                </a:cubicBezTo>
                <a:cubicBezTo>
                  <a:pt x="124850" y="41787"/>
                  <a:pt x="121410" y="40297"/>
                  <a:pt x="117357" y="40297"/>
                </a:cubicBezTo>
                <a:cubicBezTo>
                  <a:pt x="113021" y="40297"/>
                  <a:pt x="109439" y="41869"/>
                  <a:pt x="106611" y="45013"/>
                </a:cubicBezTo>
                <a:cubicBezTo>
                  <a:pt x="103783" y="48159"/>
                  <a:pt x="102393" y="52431"/>
                  <a:pt x="102440" y="57829"/>
                </a:cubicBezTo>
                <a:lnTo>
                  <a:pt x="132132" y="57829"/>
                </a:lnTo>
                <a:close/>
                <a:moveTo>
                  <a:pt x="233510" y="48922"/>
                </a:moveTo>
                <a:lnTo>
                  <a:pt x="213927" y="52456"/>
                </a:lnTo>
                <a:cubicBezTo>
                  <a:pt x="213267" y="48568"/>
                  <a:pt x="211771" y="45640"/>
                  <a:pt x="209438" y="43672"/>
                </a:cubicBezTo>
                <a:cubicBezTo>
                  <a:pt x="207105" y="41705"/>
                  <a:pt x="204077" y="40721"/>
                  <a:pt x="200354" y="40721"/>
                </a:cubicBezTo>
                <a:cubicBezTo>
                  <a:pt x="195405" y="40721"/>
                  <a:pt x="191458" y="42424"/>
                  <a:pt x="188512" y="45831"/>
                </a:cubicBezTo>
                <a:cubicBezTo>
                  <a:pt x="185566" y="49238"/>
                  <a:pt x="184094" y="54934"/>
                  <a:pt x="184094" y="62922"/>
                </a:cubicBezTo>
                <a:cubicBezTo>
                  <a:pt x="184094" y="71803"/>
                  <a:pt x="185590" y="78076"/>
                  <a:pt x="188583" y="81742"/>
                </a:cubicBezTo>
                <a:cubicBezTo>
                  <a:pt x="191576" y="85407"/>
                  <a:pt x="195593" y="87239"/>
                  <a:pt x="200636" y="87239"/>
                </a:cubicBezTo>
                <a:cubicBezTo>
                  <a:pt x="204407" y="87239"/>
                  <a:pt x="207494" y="86167"/>
                  <a:pt x="209898" y="84022"/>
                </a:cubicBezTo>
                <a:cubicBezTo>
                  <a:pt x="212301" y="81878"/>
                  <a:pt x="213998" y="78190"/>
                  <a:pt x="214988" y="72958"/>
                </a:cubicBezTo>
                <a:lnTo>
                  <a:pt x="234500" y="76352"/>
                </a:lnTo>
                <a:cubicBezTo>
                  <a:pt x="232473" y="85307"/>
                  <a:pt x="228585" y="92070"/>
                  <a:pt x="222835" y="96641"/>
                </a:cubicBezTo>
                <a:cubicBezTo>
                  <a:pt x="217085" y="101213"/>
                  <a:pt x="209379" y="103499"/>
                  <a:pt x="199717" y="103499"/>
                </a:cubicBezTo>
                <a:cubicBezTo>
                  <a:pt x="188736" y="103499"/>
                  <a:pt x="179981" y="100035"/>
                  <a:pt x="173454" y="93107"/>
                </a:cubicBezTo>
                <a:cubicBezTo>
                  <a:pt x="166926" y="86178"/>
                  <a:pt x="163662" y="76587"/>
                  <a:pt x="163662" y="64333"/>
                </a:cubicBezTo>
                <a:cubicBezTo>
                  <a:pt x="163662" y="51938"/>
                  <a:pt x="166938" y="42288"/>
                  <a:pt x="173489" y="35383"/>
                </a:cubicBezTo>
                <a:cubicBezTo>
                  <a:pt x="180040" y="28479"/>
                  <a:pt x="188901" y="25026"/>
                  <a:pt x="200071" y="25026"/>
                </a:cubicBezTo>
                <a:cubicBezTo>
                  <a:pt x="209214" y="25026"/>
                  <a:pt x="216484" y="26994"/>
                  <a:pt x="221881" y="30929"/>
                </a:cubicBezTo>
                <a:cubicBezTo>
                  <a:pt x="227277" y="34865"/>
                  <a:pt x="231154" y="40862"/>
                  <a:pt x="233510" y="48922"/>
                </a:cubicBezTo>
                <a:close/>
                <a:moveTo>
                  <a:pt x="267585" y="101802"/>
                </a:moveTo>
                <a:lnTo>
                  <a:pt x="247720" y="101802"/>
                </a:lnTo>
                <a:lnTo>
                  <a:pt x="247720" y="26723"/>
                </a:lnTo>
                <a:lnTo>
                  <a:pt x="266171" y="26723"/>
                </a:lnTo>
                <a:lnTo>
                  <a:pt x="266171" y="37398"/>
                </a:lnTo>
                <a:cubicBezTo>
                  <a:pt x="269329" y="32355"/>
                  <a:pt x="272169" y="29032"/>
                  <a:pt x="274690" y="27430"/>
                </a:cubicBezTo>
                <a:cubicBezTo>
                  <a:pt x="277212" y="25828"/>
                  <a:pt x="280075" y="25026"/>
                  <a:pt x="283280" y="25026"/>
                </a:cubicBezTo>
                <a:cubicBezTo>
                  <a:pt x="287804" y="25026"/>
                  <a:pt x="292164" y="26275"/>
                  <a:pt x="296358" y="28773"/>
                </a:cubicBezTo>
                <a:lnTo>
                  <a:pt x="290208" y="46094"/>
                </a:lnTo>
                <a:cubicBezTo>
                  <a:pt x="286862" y="43926"/>
                  <a:pt x="283751" y="42842"/>
                  <a:pt x="280876" y="42842"/>
                </a:cubicBezTo>
                <a:cubicBezTo>
                  <a:pt x="278095" y="42842"/>
                  <a:pt x="275739" y="43608"/>
                  <a:pt x="273806" y="45139"/>
                </a:cubicBezTo>
                <a:cubicBezTo>
                  <a:pt x="271874" y="46671"/>
                  <a:pt x="270354" y="49440"/>
                  <a:pt x="269247" y="53446"/>
                </a:cubicBezTo>
                <a:cubicBezTo>
                  <a:pt x="268139" y="57452"/>
                  <a:pt x="267585" y="65842"/>
                  <a:pt x="267585" y="78614"/>
                </a:cubicBezTo>
                <a:lnTo>
                  <a:pt x="267585" y="101802"/>
                </a:lnTo>
                <a:close/>
                <a:moveTo>
                  <a:pt x="348390" y="77907"/>
                </a:moveTo>
                <a:lnTo>
                  <a:pt x="368185" y="81300"/>
                </a:lnTo>
                <a:cubicBezTo>
                  <a:pt x="365640" y="88535"/>
                  <a:pt x="361622" y="94043"/>
                  <a:pt x="356131" y="97826"/>
                </a:cubicBezTo>
                <a:cubicBezTo>
                  <a:pt x="350641" y="101608"/>
                  <a:pt x="343771" y="103499"/>
                  <a:pt x="335524" y="103499"/>
                </a:cubicBezTo>
                <a:cubicBezTo>
                  <a:pt x="322468" y="103499"/>
                  <a:pt x="312807" y="99234"/>
                  <a:pt x="306538" y="90703"/>
                </a:cubicBezTo>
                <a:cubicBezTo>
                  <a:pt x="301589" y="83869"/>
                  <a:pt x="299115" y="75244"/>
                  <a:pt x="299115" y="64828"/>
                </a:cubicBezTo>
                <a:cubicBezTo>
                  <a:pt x="299115" y="52386"/>
                  <a:pt x="302367" y="42641"/>
                  <a:pt x="308871" y="35595"/>
                </a:cubicBezTo>
                <a:cubicBezTo>
                  <a:pt x="315375" y="28549"/>
                  <a:pt x="323599" y="25026"/>
                  <a:pt x="333544" y="25026"/>
                </a:cubicBezTo>
                <a:cubicBezTo>
                  <a:pt x="344714" y="25026"/>
                  <a:pt x="353527" y="28714"/>
                  <a:pt x="359984" y="36090"/>
                </a:cubicBezTo>
                <a:cubicBezTo>
                  <a:pt x="366441" y="43466"/>
                  <a:pt x="369528" y="54766"/>
                  <a:pt x="369246" y="69989"/>
                </a:cubicBezTo>
                <a:lnTo>
                  <a:pt x="319476" y="69989"/>
                </a:lnTo>
                <a:cubicBezTo>
                  <a:pt x="319617" y="75880"/>
                  <a:pt x="321219" y="80464"/>
                  <a:pt x="324283" y="83739"/>
                </a:cubicBezTo>
                <a:cubicBezTo>
                  <a:pt x="327346" y="87015"/>
                  <a:pt x="331164" y="88653"/>
                  <a:pt x="335736" y="88653"/>
                </a:cubicBezTo>
                <a:cubicBezTo>
                  <a:pt x="338846" y="88653"/>
                  <a:pt x="341462" y="87804"/>
                  <a:pt x="343583" y="86108"/>
                </a:cubicBezTo>
                <a:cubicBezTo>
                  <a:pt x="345704" y="84411"/>
                  <a:pt x="347306" y="81677"/>
                  <a:pt x="348390" y="77907"/>
                </a:cubicBezTo>
                <a:moveTo>
                  <a:pt x="349521" y="57829"/>
                </a:moveTo>
                <a:cubicBezTo>
                  <a:pt x="349380" y="52103"/>
                  <a:pt x="347895" y="47749"/>
                  <a:pt x="345067" y="44768"/>
                </a:cubicBezTo>
                <a:cubicBezTo>
                  <a:pt x="342240" y="41787"/>
                  <a:pt x="338799" y="40297"/>
                  <a:pt x="334746" y="40297"/>
                </a:cubicBezTo>
                <a:cubicBezTo>
                  <a:pt x="330410" y="40297"/>
                  <a:pt x="326828" y="41869"/>
                  <a:pt x="324000" y="45013"/>
                </a:cubicBezTo>
                <a:cubicBezTo>
                  <a:pt x="321172" y="48159"/>
                  <a:pt x="319782" y="52431"/>
                  <a:pt x="319829" y="57829"/>
                </a:cubicBezTo>
                <a:lnTo>
                  <a:pt x="349521" y="57829"/>
                </a:lnTo>
                <a:close/>
                <a:moveTo>
                  <a:pt x="419865" y="26723"/>
                </a:moveTo>
                <a:lnTo>
                  <a:pt x="419865" y="42559"/>
                </a:lnTo>
                <a:lnTo>
                  <a:pt x="406291" y="42559"/>
                </a:lnTo>
                <a:lnTo>
                  <a:pt x="406291" y="72768"/>
                </a:lnTo>
                <a:cubicBezTo>
                  <a:pt x="406291" y="78886"/>
                  <a:pt x="406421" y="82451"/>
                  <a:pt x="406680" y="83463"/>
                </a:cubicBezTo>
                <a:cubicBezTo>
                  <a:pt x="406939" y="84474"/>
                  <a:pt x="407528" y="85309"/>
                  <a:pt x="408447" y="85969"/>
                </a:cubicBezTo>
                <a:cubicBezTo>
                  <a:pt x="409366" y="86627"/>
                  <a:pt x="410486" y="86956"/>
                  <a:pt x="411805" y="86956"/>
                </a:cubicBezTo>
                <a:cubicBezTo>
                  <a:pt x="413643" y="86956"/>
                  <a:pt x="416306" y="86320"/>
                  <a:pt x="419794" y="85047"/>
                </a:cubicBezTo>
                <a:lnTo>
                  <a:pt x="421491" y="100516"/>
                </a:lnTo>
                <a:cubicBezTo>
                  <a:pt x="416872" y="102505"/>
                  <a:pt x="411640" y="103499"/>
                  <a:pt x="405796" y="103499"/>
                </a:cubicBezTo>
                <a:cubicBezTo>
                  <a:pt x="402214" y="103499"/>
                  <a:pt x="398986" y="102898"/>
                  <a:pt x="396111" y="101696"/>
                </a:cubicBezTo>
                <a:cubicBezTo>
                  <a:pt x="393236" y="100494"/>
                  <a:pt x="391127" y="98939"/>
                  <a:pt x="389783" y="97030"/>
                </a:cubicBezTo>
                <a:cubicBezTo>
                  <a:pt x="388440" y="95121"/>
                  <a:pt x="387509" y="92541"/>
                  <a:pt x="386991" y="89289"/>
                </a:cubicBezTo>
                <a:cubicBezTo>
                  <a:pt x="386567" y="86980"/>
                  <a:pt x="386355" y="82314"/>
                  <a:pt x="386355" y="75291"/>
                </a:cubicBezTo>
                <a:lnTo>
                  <a:pt x="386355" y="42559"/>
                </a:lnTo>
                <a:lnTo>
                  <a:pt x="377235" y="42559"/>
                </a:lnTo>
                <a:lnTo>
                  <a:pt x="377235" y="26723"/>
                </a:lnTo>
                <a:lnTo>
                  <a:pt x="386355" y="26723"/>
                </a:lnTo>
                <a:lnTo>
                  <a:pt x="386355" y="11736"/>
                </a:lnTo>
                <a:lnTo>
                  <a:pt x="406291" y="0"/>
                </a:lnTo>
                <a:lnTo>
                  <a:pt x="406291" y="26723"/>
                </a:lnTo>
                <a:lnTo>
                  <a:pt x="419865" y="26723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secret">
            <a:extLst xmlns:a="http://schemas.openxmlformats.org/drawingml/2006/main">
              <a:ext uri="{FF2B5EF4-FFF2-40B4-BE49-F238E27FC236}">
                <a16:creationId xmlns:a16="http://schemas.microsoft.com/office/drawing/2014/main" id="{A5E24F59-7352-40AA-9E59-97FA76EA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109" y="1648351"/>
            <a:ext cx="421489" cy="103499"/>
          </a:xfrm>
          <a:custGeom xmlns:a="http://schemas.openxmlformats.org/drawingml/2006/main">
            <a:pathLst>
              <a:path w="421489" h="103499">
                <a:moveTo>
                  <a:pt x="0" y="80452"/>
                </a:moveTo>
                <a:lnTo>
                  <a:pt x="19936" y="77341"/>
                </a:lnTo>
                <a:cubicBezTo>
                  <a:pt x="20785" y="81183"/>
                  <a:pt x="22505" y="84099"/>
                  <a:pt x="25097" y="86090"/>
                </a:cubicBezTo>
                <a:cubicBezTo>
                  <a:pt x="27689" y="88081"/>
                  <a:pt x="31318" y="89077"/>
                  <a:pt x="35984" y="89077"/>
                </a:cubicBezTo>
                <a:cubicBezTo>
                  <a:pt x="41122" y="89077"/>
                  <a:pt x="44986" y="88136"/>
                  <a:pt x="47578" y="86254"/>
                </a:cubicBezTo>
                <a:cubicBezTo>
                  <a:pt x="49322" y="84935"/>
                  <a:pt x="50194" y="83170"/>
                  <a:pt x="50194" y="80958"/>
                </a:cubicBezTo>
                <a:cubicBezTo>
                  <a:pt x="50194" y="79451"/>
                  <a:pt x="49723" y="78204"/>
                  <a:pt x="48780" y="77215"/>
                </a:cubicBezTo>
                <a:cubicBezTo>
                  <a:pt x="47790" y="76274"/>
                  <a:pt x="45575" y="75404"/>
                  <a:pt x="42135" y="74604"/>
                </a:cubicBezTo>
                <a:cubicBezTo>
                  <a:pt x="26110" y="71075"/>
                  <a:pt x="15954" y="67851"/>
                  <a:pt x="11665" y="64932"/>
                </a:cubicBezTo>
                <a:cubicBezTo>
                  <a:pt x="5726" y="60882"/>
                  <a:pt x="2757" y="55255"/>
                  <a:pt x="2757" y="48051"/>
                </a:cubicBezTo>
                <a:cubicBezTo>
                  <a:pt x="2757" y="41553"/>
                  <a:pt x="5326" y="36091"/>
                  <a:pt x="10463" y="31665"/>
                </a:cubicBezTo>
                <a:cubicBezTo>
                  <a:pt x="15600" y="27239"/>
                  <a:pt x="23565" y="25026"/>
                  <a:pt x="34358" y="25026"/>
                </a:cubicBezTo>
                <a:cubicBezTo>
                  <a:pt x="44633" y="25026"/>
                  <a:pt x="52268" y="26694"/>
                  <a:pt x="57264" y="30028"/>
                </a:cubicBezTo>
                <a:cubicBezTo>
                  <a:pt x="62260" y="33363"/>
                  <a:pt x="65700" y="38294"/>
                  <a:pt x="67585" y="44821"/>
                </a:cubicBezTo>
                <a:lnTo>
                  <a:pt x="48851" y="48356"/>
                </a:lnTo>
                <a:cubicBezTo>
                  <a:pt x="48050" y="45434"/>
                  <a:pt x="46530" y="43195"/>
                  <a:pt x="44291" y="41640"/>
                </a:cubicBezTo>
                <a:cubicBezTo>
                  <a:pt x="42052" y="40085"/>
                  <a:pt x="38859" y="39307"/>
                  <a:pt x="34712" y="39307"/>
                </a:cubicBezTo>
                <a:cubicBezTo>
                  <a:pt x="29480" y="39307"/>
                  <a:pt x="25733" y="40037"/>
                  <a:pt x="23471" y="41496"/>
                </a:cubicBezTo>
                <a:cubicBezTo>
                  <a:pt x="21963" y="42530"/>
                  <a:pt x="21209" y="43871"/>
                  <a:pt x="21209" y="45519"/>
                </a:cubicBezTo>
                <a:cubicBezTo>
                  <a:pt x="21209" y="46930"/>
                  <a:pt x="21869" y="48130"/>
                  <a:pt x="23188" y="49118"/>
                </a:cubicBezTo>
                <a:cubicBezTo>
                  <a:pt x="24979" y="50436"/>
                  <a:pt x="31165" y="52296"/>
                  <a:pt x="41746" y="54697"/>
                </a:cubicBezTo>
                <a:cubicBezTo>
                  <a:pt x="52327" y="57097"/>
                  <a:pt x="59715" y="60042"/>
                  <a:pt x="63909" y="63531"/>
                </a:cubicBezTo>
                <a:cubicBezTo>
                  <a:pt x="68057" y="67069"/>
                  <a:pt x="70130" y="71997"/>
                  <a:pt x="70130" y="78316"/>
                </a:cubicBezTo>
                <a:cubicBezTo>
                  <a:pt x="70130" y="85201"/>
                  <a:pt x="67255" y="91120"/>
                  <a:pt x="61506" y="96071"/>
                </a:cubicBezTo>
                <a:cubicBezTo>
                  <a:pt x="55756" y="101023"/>
                  <a:pt x="47248" y="103499"/>
                  <a:pt x="35984" y="103499"/>
                </a:cubicBezTo>
                <a:cubicBezTo>
                  <a:pt x="25757" y="103499"/>
                  <a:pt x="17662" y="101432"/>
                  <a:pt x="11700" y="97298"/>
                </a:cubicBezTo>
                <a:cubicBezTo>
                  <a:pt x="5738" y="93162"/>
                  <a:pt x="1838" y="87547"/>
                  <a:pt x="0" y="80452"/>
                </a:cubicBezTo>
                <a:close/>
                <a:moveTo>
                  <a:pt x="130999" y="77907"/>
                </a:moveTo>
                <a:lnTo>
                  <a:pt x="150794" y="81300"/>
                </a:lnTo>
                <a:cubicBezTo>
                  <a:pt x="148249" y="88535"/>
                  <a:pt x="144231" y="94043"/>
                  <a:pt x="138741" y="97826"/>
                </a:cubicBezTo>
                <a:cubicBezTo>
                  <a:pt x="133250" y="101608"/>
                  <a:pt x="126380" y="103499"/>
                  <a:pt x="118133" y="103499"/>
                </a:cubicBezTo>
                <a:cubicBezTo>
                  <a:pt x="105077" y="103499"/>
                  <a:pt x="95416" y="99234"/>
                  <a:pt x="89147" y="90703"/>
                </a:cubicBezTo>
                <a:cubicBezTo>
                  <a:pt x="84199" y="83869"/>
                  <a:pt x="81724" y="75244"/>
                  <a:pt x="81724" y="64828"/>
                </a:cubicBezTo>
                <a:cubicBezTo>
                  <a:pt x="81724" y="52386"/>
                  <a:pt x="84976" y="42641"/>
                  <a:pt x="91480" y="35595"/>
                </a:cubicBezTo>
                <a:cubicBezTo>
                  <a:pt x="97984" y="28549"/>
                  <a:pt x="106209" y="25026"/>
                  <a:pt x="116153" y="25026"/>
                </a:cubicBezTo>
                <a:cubicBezTo>
                  <a:pt x="127323" y="25026"/>
                  <a:pt x="136137" y="28714"/>
                  <a:pt x="142593" y="36090"/>
                </a:cubicBezTo>
                <a:cubicBezTo>
                  <a:pt x="149050" y="43466"/>
                  <a:pt x="152137" y="54766"/>
                  <a:pt x="151855" y="69989"/>
                </a:cubicBezTo>
                <a:lnTo>
                  <a:pt x="102085" y="69989"/>
                </a:lnTo>
                <a:cubicBezTo>
                  <a:pt x="102226" y="75880"/>
                  <a:pt x="103828" y="80464"/>
                  <a:pt x="106892" y="83739"/>
                </a:cubicBezTo>
                <a:cubicBezTo>
                  <a:pt x="109955" y="87015"/>
                  <a:pt x="113773" y="88653"/>
                  <a:pt x="118345" y="88653"/>
                </a:cubicBezTo>
                <a:cubicBezTo>
                  <a:pt x="121455" y="88653"/>
                  <a:pt x="124071" y="87804"/>
                  <a:pt x="126192" y="86108"/>
                </a:cubicBezTo>
                <a:cubicBezTo>
                  <a:pt x="128313" y="84411"/>
                  <a:pt x="129915" y="81677"/>
                  <a:pt x="130999" y="77907"/>
                </a:cubicBezTo>
                <a:moveTo>
                  <a:pt x="132130" y="57829"/>
                </a:moveTo>
                <a:cubicBezTo>
                  <a:pt x="131989" y="52103"/>
                  <a:pt x="130504" y="47749"/>
                  <a:pt x="127677" y="44768"/>
                </a:cubicBezTo>
                <a:cubicBezTo>
                  <a:pt x="124849" y="41787"/>
                  <a:pt x="121408" y="40297"/>
                  <a:pt x="117355" y="40297"/>
                </a:cubicBezTo>
                <a:cubicBezTo>
                  <a:pt x="113019" y="40297"/>
                  <a:pt x="109437" y="41869"/>
                  <a:pt x="106609" y="45013"/>
                </a:cubicBezTo>
                <a:cubicBezTo>
                  <a:pt x="103781" y="48159"/>
                  <a:pt x="102391" y="52431"/>
                  <a:pt x="102438" y="57829"/>
                </a:cubicBezTo>
                <a:lnTo>
                  <a:pt x="132130" y="57829"/>
                </a:lnTo>
                <a:close/>
                <a:moveTo>
                  <a:pt x="233508" y="48922"/>
                </a:moveTo>
                <a:lnTo>
                  <a:pt x="213925" y="52456"/>
                </a:lnTo>
                <a:cubicBezTo>
                  <a:pt x="213265" y="48568"/>
                  <a:pt x="211769" y="45640"/>
                  <a:pt x="209436" y="43672"/>
                </a:cubicBezTo>
                <a:cubicBezTo>
                  <a:pt x="207103" y="41705"/>
                  <a:pt x="204075" y="40721"/>
                  <a:pt x="200352" y="40721"/>
                </a:cubicBezTo>
                <a:cubicBezTo>
                  <a:pt x="195403" y="40721"/>
                  <a:pt x="191456" y="42424"/>
                  <a:pt x="188510" y="45831"/>
                </a:cubicBezTo>
                <a:cubicBezTo>
                  <a:pt x="185564" y="49238"/>
                  <a:pt x="184092" y="54934"/>
                  <a:pt x="184092" y="62922"/>
                </a:cubicBezTo>
                <a:cubicBezTo>
                  <a:pt x="184092" y="71803"/>
                  <a:pt x="185588" y="78076"/>
                  <a:pt x="188581" y="81742"/>
                </a:cubicBezTo>
                <a:cubicBezTo>
                  <a:pt x="191574" y="85407"/>
                  <a:pt x="195591" y="87239"/>
                  <a:pt x="200634" y="87239"/>
                </a:cubicBezTo>
                <a:cubicBezTo>
                  <a:pt x="204405" y="87239"/>
                  <a:pt x="207492" y="86167"/>
                  <a:pt x="209896" y="84022"/>
                </a:cubicBezTo>
                <a:cubicBezTo>
                  <a:pt x="212299" y="81878"/>
                  <a:pt x="213996" y="78190"/>
                  <a:pt x="214986" y="72958"/>
                </a:cubicBezTo>
                <a:lnTo>
                  <a:pt x="234498" y="76352"/>
                </a:lnTo>
                <a:cubicBezTo>
                  <a:pt x="232471" y="85307"/>
                  <a:pt x="228583" y="92070"/>
                  <a:pt x="222833" y="96641"/>
                </a:cubicBezTo>
                <a:cubicBezTo>
                  <a:pt x="217083" y="101213"/>
                  <a:pt x="209377" y="103499"/>
                  <a:pt x="199715" y="103499"/>
                </a:cubicBezTo>
                <a:cubicBezTo>
                  <a:pt x="188734" y="103499"/>
                  <a:pt x="179979" y="100035"/>
                  <a:pt x="173452" y="93107"/>
                </a:cubicBezTo>
                <a:cubicBezTo>
                  <a:pt x="166924" y="86178"/>
                  <a:pt x="163660" y="76587"/>
                  <a:pt x="163660" y="64333"/>
                </a:cubicBezTo>
                <a:cubicBezTo>
                  <a:pt x="163660" y="51938"/>
                  <a:pt x="166936" y="42288"/>
                  <a:pt x="173487" y="35383"/>
                </a:cubicBezTo>
                <a:cubicBezTo>
                  <a:pt x="180038" y="28479"/>
                  <a:pt x="188899" y="25026"/>
                  <a:pt x="200069" y="25026"/>
                </a:cubicBezTo>
                <a:cubicBezTo>
                  <a:pt x="209212" y="25026"/>
                  <a:pt x="216482" y="26994"/>
                  <a:pt x="221879" y="30929"/>
                </a:cubicBezTo>
                <a:cubicBezTo>
                  <a:pt x="227275" y="34865"/>
                  <a:pt x="231152" y="40862"/>
                  <a:pt x="233508" y="48922"/>
                </a:cubicBezTo>
                <a:close/>
                <a:moveTo>
                  <a:pt x="267584" y="101802"/>
                </a:moveTo>
                <a:lnTo>
                  <a:pt x="247719" y="101802"/>
                </a:lnTo>
                <a:lnTo>
                  <a:pt x="247719" y="26723"/>
                </a:lnTo>
                <a:lnTo>
                  <a:pt x="266170" y="26723"/>
                </a:lnTo>
                <a:lnTo>
                  <a:pt x="266170" y="37398"/>
                </a:lnTo>
                <a:cubicBezTo>
                  <a:pt x="269328" y="32355"/>
                  <a:pt x="272168" y="29032"/>
                  <a:pt x="274689" y="27430"/>
                </a:cubicBezTo>
                <a:cubicBezTo>
                  <a:pt x="277211" y="25828"/>
                  <a:pt x="280074" y="25026"/>
                  <a:pt x="283279" y="25026"/>
                </a:cubicBezTo>
                <a:cubicBezTo>
                  <a:pt x="287803" y="25026"/>
                  <a:pt x="292163" y="26275"/>
                  <a:pt x="296358" y="28773"/>
                </a:cubicBezTo>
                <a:lnTo>
                  <a:pt x="290207" y="46094"/>
                </a:lnTo>
                <a:cubicBezTo>
                  <a:pt x="286861" y="43926"/>
                  <a:pt x="283750" y="42842"/>
                  <a:pt x="280875" y="42842"/>
                </a:cubicBezTo>
                <a:cubicBezTo>
                  <a:pt x="278094" y="42842"/>
                  <a:pt x="275738" y="43608"/>
                  <a:pt x="273806" y="45139"/>
                </a:cubicBezTo>
                <a:cubicBezTo>
                  <a:pt x="271873" y="46671"/>
                  <a:pt x="270353" y="49440"/>
                  <a:pt x="269246" y="53446"/>
                </a:cubicBezTo>
                <a:cubicBezTo>
                  <a:pt x="268138" y="57452"/>
                  <a:pt x="267584" y="65842"/>
                  <a:pt x="267584" y="78614"/>
                </a:cubicBezTo>
                <a:lnTo>
                  <a:pt x="267584" y="101802"/>
                </a:lnTo>
                <a:close/>
                <a:moveTo>
                  <a:pt x="348389" y="77907"/>
                </a:moveTo>
                <a:lnTo>
                  <a:pt x="368184" y="81300"/>
                </a:lnTo>
                <a:cubicBezTo>
                  <a:pt x="365639" y="88535"/>
                  <a:pt x="361621" y="94043"/>
                  <a:pt x="356131" y="97826"/>
                </a:cubicBezTo>
                <a:cubicBezTo>
                  <a:pt x="350640" y="101608"/>
                  <a:pt x="343771" y="103499"/>
                  <a:pt x="335523" y="103499"/>
                </a:cubicBezTo>
                <a:cubicBezTo>
                  <a:pt x="322467" y="103499"/>
                  <a:pt x="312806" y="99234"/>
                  <a:pt x="306537" y="90703"/>
                </a:cubicBezTo>
                <a:cubicBezTo>
                  <a:pt x="301589" y="83869"/>
                  <a:pt x="299114" y="75244"/>
                  <a:pt x="299114" y="64828"/>
                </a:cubicBezTo>
                <a:cubicBezTo>
                  <a:pt x="299114" y="52386"/>
                  <a:pt x="302366" y="42641"/>
                  <a:pt x="308870" y="35595"/>
                </a:cubicBezTo>
                <a:cubicBezTo>
                  <a:pt x="315374" y="28549"/>
                  <a:pt x="323599" y="25026"/>
                  <a:pt x="333543" y="25026"/>
                </a:cubicBezTo>
                <a:cubicBezTo>
                  <a:pt x="344713" y="25026"/>
                  <a:pt x="353527" y="28714"/>
                  <a:pt x="359983" y="36090"/>
                </a:cubicBezTo>
                <a:cubicBezTo>
                  <a:pt x="366440" y="43466"/>
                  <a:pt x="369527" y="54766"/>
                  <a:pt x="369245" y="69989"/>
                </a:cubicBezTo>
                <a:lnTo>
                  <a:pt x="319475" y="69989"/>
                </a:lnTo>
                <a:cubicBezTo>
                  <a:pt x="319616" y="75880"/>
                  <a:pt x="321218" y="80464"/>
                  <a:pt x="324282" y="83739"/>
                </a:cubicBezTo>
                <a:cubicBezTo>
                  <a:pt x="327345" y="87015"/>
                  <a:pt x="331163" y="88653"/>
                  <a:pt x="335735" y="88653"/>
                </a:cubicBezTo>
                <a:cubicBezTo>
                  <a:pt x="338845" y="88653"/>
                  <a:pt x="341461" y="87804"/>
                  <a:pt x="343582" y="86108"/>
                </a:cubicBezTo>
                <a:cubicBezTo>
                  <a:pt x="345703" y="84411"/>
                  <a:pt x="347305" y="81677"/>
                  <a:pt x="348389" y="77907"/>
                </a:cubicBezTo>
                <a:moveTo>
                  <a:pt x="349520" y="57829"/>
                </a:moveTo>
                <a:cubicBezTo>
                  <a:pt x="349379" y="52103"/>
                  <a:pt x="347894" y="47749"/>
                  <a:pt x="345067" y="44768"/>
                </a:cubicBezTo>
                <a:cubicBezTo>
                  <a:pt x="342239" y="41787"/>
                  <a:pt x="338798" y="40297"/>
                  <a:pt x="334745" y="40297"/>
                </a:cubicBezTo>
                <a:cubicBezTo>
                  <a:pt x="330409" y="40297"/>
                  <a:pt x="326827" y="41869"/>
                  <a:pt x="323999" y="45013"/>
                </a:cubicBezTo>
                <a:cubicBezTo>
                  <a:pt x="321171" y="48159"/>
                  <a:pt x="319781" y="52431"/>
                  <a:pt x="319828" y="57829"/>
                </a:cubicBezTo>
                <a:lnTo>
                  <a:pt x="349520" y="57829"/>
                </a:lnTo>
                <a:close/>
                <a:moveTo>
                  <a:pt x="419863" y="26723"/>
                </a:moveTo>
                <a:lnTo>
                  <a:pt x="419863" y="42559"/>
                </a:lnTo>
                <a:lnTo>
                  <a:pt x="406290" y="42559"/>
                </a:lnTo>
                <a:lnTo>
                  <a:pt x="406290" y="72768"/>
                </a:lnTo>
                <a:cubicBezTo>
                  <a:pt x="406290" y="78886"/>
                  <a:pt x="406419" y="82451"/>
                  <a:pt x="406679" y="83463"/>
                </a:cubicBezTo>
                <a:cubicBezTo>
                  <a:pt x="406938" y="84474"/>
                  <a:pt x="407527" y="85309"/>
                  <a:pt x="408446" y="85969"/>
                </a:cubicBezTo>
                <a:cubicBezTo>
                  <a:pt x="409365" y="86627"/>
                  <a:pt x="410484" y="86956"/>
                  <a:pt x="411804" y="86956"/>
                </a:cubicBezTo>
                <a:cubicBezTo>
                  <a:pt x="413642" y="86956"/>
                  <a:pt x="416305" y="86320"/>
                  <a:pt x="419793" y="85047"/>
                </a:cubicBezTo>
                <a:lnTo>
                  <a:pt x="421489" y="100516"/>
                </a:lnTo>
                <a:cubicBezTo>
                  <a:pt x="416871" y="102505"/>
                  <a:pt x="411639" y="103499"/>
                  <a:pt x="405795" y="103499"/>
                </a:cubicBezTo>
                <a:cubicBezTo>
                  <a:pt x="402213" y="103499"/>
                  <a:pt x="398985" y="102898"/>
                  <a:pt x="396110" y="101696"/>
                </a:cubicBezTo>
                <a:cubicBezTo>
                  <a:pt x="393235" y="100494"/>
                  <a:pt x="391126" y="98939"/>
                  <a:pt x="389782" y="97030"/>
                </a:cubicBezTo>
                <a:cubicBezTo>
                  <a:pt x="388439" y="95121"/>
                  <a:pt x="387508" y="92541"/>
                  <a:pt x="386990" y="89289"/>
                </a:cubicBezTo>
                <a:cubicBezTo>
                  <a:pt x="386566" y="86980"/>
                  <a:pt x="386354" y="82314"/>
                  <a:pt x="386354" y="75291"/>
                </a:cubicBezTo>
                <a:lnTo>
                  <a:pt x="386354" y="42559"/>
                </a:lnTo>
                <a:lnTo>
                  <a:pt x="377234" y="42559"/>
                </a:lnTo>
                <a:lnTo>
                  <a:pt x="377234" y="26723"/>
                </a:lnTo>
                <a:lnTo>
                  <a:pt x="386354" y="26723"/>
                </a:lnTo>
                <a:lnTo>
                  <a:pt x="386354" y="11736"/>
                </a:lnTo>
                <a:lnTo>
                  <a:pt x="406290" y="0"/>
                </a:lnTo>
                <a:lnTo>
                  <a:pt x="406290" y="26723"/>
                </a:lnTo>
                <a:lnTo>
                  <a:pt x="419863" y="26723"/>
                </a:ln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valid">
            <a:extLst xmlns:a="http://schemas.openxmlformats.org/drawingml/2006/main">
              <a:ext uri="{FF2B5EF4-FFF2-40B4-BE49-F238E27FC236}">
                <a16:creationId xmlns:a16="http://schemas.microsoft.com/office/drawing/2014/main" id="{C3E70DF3-5D49-4BAA-9801-278602D8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426" y="1860415"/>
            <a:ext cx="319970" cy="105337"/>
          </a:xfrm>
          <a:custGeom xmlns:a="http://schemas.openxmlformats.org/drawingml/2006/main">
            <a:pathLst>
              <a:path w="319970" h="105337">
                <a:moveTo>
                  <a:pt x="30258" y="103640"/>
                </a:moveTo>
                <a:lnTo>
                  <a:pt x="0" y="28561"/>
                </a:lnTo>
                <a:lnTo>
                  <a:pt x="20855" y="28561"/>
                </a:lnTo>
                <a:lnTo>
                  <a:pt x="34995" y="66878"/>
                </a:lnTo>
                <a:lnTo>
                  <a:pt x="39095" y="79674"/>
                </a:lnTo>
                <a:cubicBezTo>
                  <a:pt x="40179" y="76422"/>
                  <a:pt x="40862" y="74278"/>
                  <a:pt x="41145" y="73241"/>
                </a:cubicBezTo>
                <a:cubicBezTo>
                  <a:pt x="41805" y="71120"/>
                  <a:pt x="42512" y="68999"/>
                  <a:pt x="43266" y="66878"/>
                </a:cubicBezTo>
                <a:lnTo>
                  <a:pt x="57547" y="28561"/>
                </a:lnTo>
                <a:lnTo>
                  <a:pt x="77978" y="28561"/>
                </a:lnTo>
                <a:lnTo>
                  <a:pt x="48144" y="103640"/>
                </a:lnTo>
                <a:lnTo>
                  <a:pt x="30258" y="103640"/>
                </a:lnTo>
                <a:close/>
                <a:moveTo>
                  <a:pt x="104983" y="51749"/>
                </a:moveTo>
                <a:lnTo>
                  <a:pt x="86956" y="48497"/>
                </a:lnTo>
                <a:cubicBezTo>
                  <a:pt x="88982" y="41144"/>
                  <a:pt x="92470" y="35700"/>
                  <a:pt x="97419" y="32167"/>
                </a:cubicBezTo>
                <a:cubicBezTo>
                  <a:pt x="102367" y="28632"/>
                  <a:pt x="109720" y="26864"/>
                  <a:pt x="119476" y="26864"/>
                </a:cubicBezTo>
                <a:cubicBezTo>
                  <a:pt x="128336" y="26864"/>
                  <a:pt x="134935" y="27913"/>
                  <a:pt x="139271" y="30010"/>
                </a:cubicBezTo>
                <a:cubicBezTo>
                  <a:pt x="143607" y="32108"/>
                  <a:pt x="146658" y="34771"/>
                  <a:pt x="148426" y="37999"/>
                </a:cubicBezTo>
                <a:cubicBezTo>
                  <a:pt x="150193" y="41228"/>
                  <a:pt x="151077" y="47154"/>
                  <a:pt x="151077" y="55779"/>
                </a:cubicBezTo>
                <a:lnTo>
                  <a:pt x="150865" y="78967"/>
                </a:lnTo>
                <a:cubicBezTo>
                  <a:pt x="150865" y="85566"/>
                  <a:pt x="151183" y="90432"/>
                  <a:pt x="151819" y="93566"/>
                </a:cubicBezTo>
                <a:cubicBezTo>
                  <a:pt x="152456" y="96700"/>
                  <a:pt x="153646" y="100058"/>
                  <a:pt x="155389" y="103640"/>
                </a:cubicBezTo>
                <a:lnTo>
                  <a:pt x="135736" y="103640"/>
                </a:lnTo>
                <a:cubicBezTo>
                  <a:pt x="135217" y="102321"/>
                  <a:pt x="134581" y="100365"/>
                  <a:pt x="133827" y="97773"/>
                </a:cubicBezTo>
                <a:cubicBezTo>
                  <a:pt x="133497" y="96594"/>
                  <a:pt x="133262" y="95817"/>
                  <a:pt x="133120" y="95440"/>
                </a:cubicBezTo>
                <a:cubicBezTo>
                  <a:pt x="129727" y="98739"/>
                  <a:pt x="126098" y="101213"/>
                  <a:pt x="122233" y="102863"/>
                </a:cubicBezTo>
                <a:cubicBezTo>
                  <a:pt x="118368" y="104512"/>
                  <a:pt x="114244" y="105337"/>
                  <a:pt x="109861" y="105337"/>
                </a:cubicBezTo>
                <a:cubicBezTo>
                  <a:pt x="102132" y="105337"/>
                  <a:pt x="96040" y="103249"/>
                  <a:pt x="91586" y="99072"/>
                </a:cubicBezTo>
                <a:cubicBezTo>
                  <a:pt x="87132" y="94895"/>
                  <a:pt x="84906" y="89615"/>
                  <a:pt x="84906" y="83231"/>
                </a:cubicBezTo>
                <a:cubicBezTo>
                  <a:pt x="84906" y="79007"/>
                  <a:pt x="85919" y="75241"/>
                  <a:pt x="87945" y="71933"/>
                </a:cubicBezTo>
                <a:cubicBezTo>
                  <a:pt x="89972" y="68624"/>
                  <a:pt x="92812" y="66089"/>
                  <a:pt x="96464" y="64329"/>
                </a:cubicBezTo>
                <a:cubicBezTo>
                  <a:pt x="100117" y="62569"/>
                  <a:pt x="105384" y="61032"/>
                  <a:pt x="112265" y="59718"/>
                </a:cubicBezTo>
                <a:cubicBezTo>
                  <a:pt x="121550" y="57982"/>
                  <a:pt x="127983" y="56362"/>
                  <a:pt x="131565" y="54860"/>
                </a:cubicBezTo>
                <a:lnTo>
                  <a:pt x="131565" y="52859"/>
                </a:lnTo>
                <a:cubicBezTo>
                  <a:pt x="131565" y="48998"/>
                  <a:pt x="130622" y="46246"/>
                  <a:pt x="128737" y="44603"/>
                </a:cubicBezTo>
                <a:cubicBezTo>
                  <a:pt x="126852" y="42957"/>
                  <a:pt x="123293" y="42135"/>
                  <a:pt x="118062" y="42135"/>
                </a:cubicBezTo>
                <a:cubicBezTo>
                  <a:pt x="114527" y="42135"/>
                  <a:pt x="111770" y="42846"/>
                  <a:pt x="109790" y="44269"/>
                </a:cubicBezTo>
                <a:cubicBezTo>
                  <a:pt x="107811" y="45690"/>
                  <a:pt x="106209" y="48184"/>
                  <a:pt x="104983" y="51749"/>
                </a:cubicBezTo>
                <a:moveTo>
                  <a:pt x="131565" y="67868"/>
                </a:moveTo>
                <a:cubicBezTo>
                  <a:pt x="129020" y="68706"/>
                  <a:pt x="124990" y="69708"/>
                  <a:pt x="119476" y="70873"/>
                </a:cubicBezTo>
                <a:cubicBezTo>
                  <a:pt x="113962" y="72036"/>
                  <a:pt x="110356" y="73177"/>
                  <a:pt x="108659" y="74295"/>
                </a:cubicBezTo>
                <a:cubicBezTo>
                  <a:pt x="106067" y="76111"/>
                  <a:pt x="104771" y="78416"/>
                  <a:pt x="104771" y="81210"/>
                </a:cubicBezTo>
                <a:cubicBezTo>
                  <a:pt x="104771" y="83958"/>
                  <a:pt x="105808" y="86334"/>
                  <a:pt x="107882" y="88337"/>
                </a:cubicBezTo>
                <a:cubicBezTo>
                  <a:pt x="109955" y="90338"/>
                  <a:pt x="112595" y="91339"/>
                  <a:pt x="115800" y="91339"/>
                </a:cubicBezTo>
                <a:cubicBezTo>
                  <a:pt x="119382" y="91339"/>
                  <a:pt x="122799" y="90175"/>
                  <a:pt x="126051" y="87846"/>
                </a:cubicBezTo>
                <a:cubicBezTo>
                  <a:pt x="128454" y="86078"/>
                  <a:pt x="130033" y="83912"/>
                  <a:pt x="130787" y="81349"/>
                </a:cubicBezTo>
                <a:cubicBezTo>
                  <a:pt x="131306" y="79673"/>
                  <a:pt x="131565" y="76483"/>
                  <a:pt x="131565" y="71781"/>
                </a:cubicBezTo>
                <a:lnTo>
                  <a:pt x="131565" y="67868"/>
                </a:lnTo>
                <a:close/>
                <a:moveTo>
                  <a:pt x="170661" y="103640"/>
                </a:moveTo>
                <a:lnTo>
                  <a:pt x="170661" y="0"/>
                </a:lnTo>
                <a:lnTo>
                  <a:pt x="190527" y="0"/>
                </a:lnTo>
                <a:lnTo>
                  <a:pt x="190527" y="103640"/>
                </a:lnTo>
                <a:lnTo>
                  <a:pt x="170661" y="103640"/>
                </a:lnTo>
                <a:close/>
                <a:moveTo>
                  <a:pt x="210887" y="18381"/>
                </a:moveTo>
                <a:lnTo>
                  <a:pt x="210887" y="0"/>
                </a:lnTo>
                <a:lnTo>
                  <a:pt x="230752" y="0"/>
                </a:lnTo>
                <a:lnTo>
                  <a:pt x="230752" y="18381"/>
                </a:lnTo>
                <a:lnTo>
                  <a:pt x="210887" y="18381"/>
                </a:lnTo>
                <a:moveTo>
                  <a:pt x="210887" y="103640"/>
                </a:moveTo>
                <a:lnTo>
                  <a:pt x="210887" y="28561"/>
                </a:lnTo>
                <a:lnTo>
                  <a:pt x="230752" y="28561"/>
                </a:lnTo>
                <a:lnTo>
                  <a:pt x="230752" y="103640"/>
                </a:lnTo>
                <a:lnTo>
                  <a:pt x="210887" y="103640"/>
                </a:lnTo>
                <a:close/>
                <a:moveTo>
                  <a:pt x="319970" y="103640"/>
                </a:moveTo>
                <a:lnTo>
                  <a:pt x="301519" y="103640"/>
                </a:lnTo>
                <a:lnTo>
                  <a:pt x="301519" y="92612"/>
                </a:lnTo>
                <a:cubicBezTo>
                  <a:pt x="298455" y="96901"/>
                  <a:pt x="294838" y="100094"/>
                  <a:pt x="290667" y="102191"/>
                </a:cubicBezTo>
                <a:cubicBezTo>
                  <a:pt x="286496" y="104288"/>
                  <a:pt x="282289" y="105337"/>
                  <a:pt x="278047" y="105337"/>
                </a:cubicBezTo>
                <a:cubicBezTo>
                  <a:pt x="269423" y="105337"/>
                  <a:pt x="262035" y="101861"/>
                  <a:pt x="255884" y="94909"/>
                </a:cubicBezTo>
                <a:cubicBezTo>
                  <a:pt x="249734" y="87958"/>
                  <a:pt x="246658" y="78260"/>
                  <a:pt x="246658" y="65818"/>
                </a:cubicBezTo>
                <a:cubicBezTo>
                  <a:pt x="246658" y="53093"/>
                  <a:pt x="249651" y="43419"/>
                  <a:pt x="255637" y="36797"/>
                </a:cubicBezTo>
                <a:cubicBezTo>
                  <a:pt x="261622" y="30175"/>
                  <a:pt x="269187" y="26864"/>
                  <a:pt x="278330" y="26864"/>
                </a:cubicBezTo>
                <a:cubicBezTo>
                  <a:pt x="286719" y="26864"/>
                  <a:pt x="293978" y="30352"/>
                  <a:pt x="300105" y="37327"/>
                </a:cubicBezTo>
                <a:lnTo>
                  <a:pt x="300105" y="0"/>
                </a:lnTo>
                <a:lnTo>
                  <a:pt x="319970" y="0"/>
                </a:lnTo>
                <a:lnTo>
                  <a:pt x="319970" y="103640"/>
                </a:lnTo>
                <a:moveTo>
                  <a:pt x="266948" y="64512"/>
                </a:moveTo>
                <a:cubicBezTo>
                  <a:pt x="266948" y="72513"/>
                  <a:pt x="268056" y="78301"/>
                  <a:pt x="270271" y="81877"/>
                </a:cubicBezTo>
                <a:cubicBezTo>
                  <a:pt x="273476" y="87054"/>
                  <a:pt x="277953" y="89643"/>
                  <a:pt x="283703" y="89643"/>
                </a:cubicBezTo>
                <a:cubicBezTo>
                  <a:pt x="288275" y="89643"/>
                  <a:pt x="292163" y="87701"/>
                  <a:pt x="295368" y="83819"/>
                </a:cubicBezTo>
                <a:cubicBezTo>
                  <a:pt x="298573" y="79937"/>
                  <a:pt x="300175" y="74137"/>
                  <a:pt x="300175" y="66419"/>
                </a:cubicBezTo>
                <a:cubicBezTo>
                  <a:pt x="300175" y="57806"/>
                  <a:pt x="298620" y="51605"/>
                  <a:pt x="295509" y="47817"/>
                </a:cubicBezTo>
                <a:cubicBezTo>
                  <a:pt x="292399" y="44029"/>
                  <a:pt x="288416" y="42135"/>
                  <a:pt x="283562" y="42135"/>
                </a:cubicBezTo>
                <a:cubicBezTo>
                  <a:pt x="278849" y="42135"/>
                  <a:pt x="274901" y="44005"/>
                  <a:pt x="271720" y="47746"/>
                </a:cubicBezTo>
                <a:cubicBezTo>
                  <a:pt x="268539" y="51487"/>
                  <a:pt x="266948" y="57076"/>
                  <a:pt x="266948" y="64512"/>
                </a:cubicBezTo>
                <a:close/>
              </a:path>
            </a:pathLst>
          </a:custGeom>
          <a:solidFill xmlns:a="http://schemas.openxmlformats.org/drawingml/2006/main">
            <a:srgbClr val="A51D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rax">
            <a:extLst xmlns:a="http://schemas.openxmlformats.org/drawingml/2006/main">
              <a:ext uri="{FF2B5EF4-FFF2-40B4-BE49-F238E27FC236}">
                <a16:creationId xmlns:a16="http://schemas.microsoft.com/office/drawing/2014/main" id="{9344BCF8-A975-45E5-80C4-98A88C1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951" y="831135"/>
            <a:ext cx="190665" cy="78473"/>
          </a:xfrm>
          <a:custGeom xmlns:a="http://schemas.openxmlformats.org/drawingml/2006/main">
            <a:pathLst>
              <a:path w="190665" h="78473">
                <a:moveTo>
                  <a:pt x="0" y="76776"/>
                </a:moveTo>
                <a:lnTo>
                  <a:pt x="0" y="1697"/>
                </a:lnTo>
                <a:lnTo>
                  <a:pt x="11453" y="1697"/>
                </a:lnTo>
                <a:lnTo>
                  <a:pt x="11453" y="13008"/>
                </a:lnTo>
                <a:cubicBezTo>
                  <a:pt x="14375" y="7712"/>
                  <a:pt x="17073" y="4220"/>
                  <a:pt x="19547" y="2532"/>
                </a:cubicBezTo>
                <a:cubicBezTo>
                  <a:pt x="22022" y="844"/>
                  <a:pt x="24744" y="0"/>
                  <a:pt x="27713" y="0"/>
                </a:cubicBezTo>
                <a:cubicBezTo>
                  <a:pt x="32002" y="0"/>
                  <a:pt x="36361" y="1361"/>
                  <a:pt x="40792" y="4083"/>
                </a:cubicBezTo>
                <a:lnTo>
                  <a:pt x="36408" y="15836"/>
                </a:lnTo>
                <a:cubicBezTo>
                  <a:pt x="33298" y="13998"/>
                  <a:pt x="30187" y="13079"/>
                  <a:pt x="27077" y="13079"/>
                </a:cubicBezTo>
                <a:cubicBezTo>
                  <a:pt x="24296" y="13079"/>
                  <a:pt x="21798" y="13917"/>
                  <a:pt x="19583" y="15593"/>
                </a:cubicBezTo>
                <a:cubicBezTo>
                  <a:pt x="17368" y="17268"/>
                  <a:pt x="15789" y="19591"/>
                  <a:pt x="14846" y="22563"/>
                </a:cubicBezTo>
                <a:cubicBezTo>
                  <a:pt x="13432" y="27092"/>
                  <a:pt x="12725" y="32046"/>
                  <a:pt x="12725" y="37425"/>
                </a:cubicBezTo>
                <a:lnTo>
                  <a:pt x="12725" y="76776"/>
                </a:lnTo>
                <a:lnTo>
                  <a:pt x="0" y="76776"/>
                </a:lnTo>
                <a:close/>
                <a:moveTo>
                  <a:pt x="97346" y="67506"/>
                </a:moveTo>
                <a:cubicBezTo>
                  <a:pt x="92633" y="71515"/>
                  <a:pt x="88097" y="74345"/>
                  <a:pt x="83737" y="75996"/>
                </a:cubicBezTo>
                <a:cubicBezTo>
                  <a:pt x="79378" y="77647"/>
                  <a:pt x="74700" y="78473"/>
                  <a:pt x="69704" y="78473"/>
                </a:cubicBezTo>
                <a:cubicBezTo>
                  <a:pt x="61456" y="78473"/>
                  <a:pt x="55117" y="76456"/>
                  <a:pt x="50687" y="72424"/>
                </a:cubicBezTo>
                <a:cubicBezTo>
                  <a:pt x="46257" y="68391"/>
                  <a:pt x="44042" y="63238"/>
                  <a:pt x="44042" y="56966"/>
                </a:cubicBezTo>
                <a:cubicBezTo>
                  <a:pt x="44042" y="53288"/>
                  <a:pt x="44878" y="49928"/>
                  <a:pt x="46551" y="46887"/>
                </a:cubicBezTo>
                <a:cubicBezTo>
                  <a:pt x="48224" y="43844"/>
                  <a:pt x="50416" y="41403"/>
                  <a:pt x="53126" y="39563"/>
                </a:cubicBezTo>
                <a:cubicBezTo>
                  <a:pt x="55836" y="37724"/>
                  <a:pt x="58888" y="36333"/>
                  <a:pt x="62281" y="35390"/>
                </a:cubicBezTo>
                <a:cubicBezTo>
                  <a:pt x="64779" y="34729"/>
                  <a:pt x="68549" y="34092"/>
                  <a:pt x="73592" y="33479"/>
                </a:cubicBezTo>
                <a:cubicBezTo>
                  <a:pt x="83867" y="32262"/>
                  <a:pt x="91431" y="30812"/>
                  <a:pt x="96286" y="29127"/>
                </a:cubicBezTo>
                <a:cubicBezTo>
                  <a:pt x="96333" y="27390"/>
                  <a:pt x="96357" y="26287"/>
                  <a:pt x="96357" y="25817"/>
                </a:cubicBezTo>
                <a:cubicBezTo>
                  <a:pt x="96357" y="20652"/>
                  <a:pt x="95155" y="17013"/>
                  <a:pt x="92751" y="14901"/>
                </a:cubicBezTo>
                <a:cubicBezTo>
                  <a:pt x="89499" y="12037"/>
                  <a:pt x="84668" y="10604"/>
                  <a:pt x="78258" y="10604"/>
                </a:cubicBezTo>
                <a:cubicBezTo>
                  <a:pt x="72273" y="10604"/>
                  <a:pt x="67854" y="11653"/>
                  <a:pt x="65003" y="13750"/>
                </a:cubicBezTo>
                <a:cubicBezTo>
                  <a:pt x="62151" y="15848"/>
                  <a:pt x="60042" y="19559"/>
                  <a:pt x="58676" y="24885"/>
                </a:cubicBezTo>
                <a:lnTo>
                  <a:pt x="46233" y="23188"/>
                </a:lnTo>
                <a:cubicBezTo>
                  <a:pt x="47364" y="17846"/>
                  <a:pt x="49226" y="13532"/>
                  <a:pt x="51818" y="10247"/>
                </a:cubicBezTo>
                <a:cubicBezTo>
                  <a:pt x="54410" y="6961"/>
                  <a:pt x="58157" y="4432"/>
                  <a:pt x="63059" y="2660"/>
                </a:cubicBezTo>
                <a:cubicBezTo>
                  <a:pt x="67960" y="887"/>
                  <a:pt x="73640" y="0"/>
                  <a:pt x="80096" y="0"/>
                </a:cubicBezTo>
                <a:cubicBezTo>
                  <a:pt x="86506" y="0"/>
                  <a:pt x="91714" y="754"/>
                  <a:pt x="95720" y="2262"/>
                </a:cubicBezTo>
                <a:cubicBezTo>
                  <a:pt x="99726" y="3770"/>
                  <a:pt x="102672" y="5667"/>
                  <a:pt x="104557" y="7953"/>
                </a:cubicBezTo>
                <a:cubicBezTo>
                  <a:pt x="106443" y="10239"/>
                  <a:pt x="107762" y="13126"/>
                  <a:pt x="108516" y="16614"/>
                </a:cubicBezTo>
                <a:cubicBezTo>
                  <a:pt x="108940" y="18782"/>
                  <a:pt x="109153" y="22693"/>
                  <a:pt x="109153" y="28349"/>
                </a:cubicBezTo>
                <a:lnTo>
                  <a:pt x="109153" y="45316"/>
                </a:lnTo>
                <a:cubicBezTo>
                  <a:pt x="109153" y="57146"/>
                  <a:pt x="109424" y="64628"/>
                  <a:pt x="109966" y="67762"/>
                </a:cubicBezTo>
                <a:cubicBezTo>
                  <a:pt x="110508" y="70896"/>
                  <a:pt x="111580" y="73901"/>
                  <a:pt x="113182" y="76776"/>
                </a:cubicBezTo>
                <a:lnTo>
                  <a:pt x="99891" y="76776"/>
                </a:lnTo>
                <a:cubicBezTo>
                  <a:pt x="98572" y="74134"/>
                  <a:pt x="97723" y="71044"/>
                  <a:pt x="97346" y="67506"/>
                </a:cubicBezTo>
                <a:moveTo>
                  <a:pt x="96286" y="39024"/>
                </a:moveTo>
                <a:cubicBezTo>
                  <a:pt x="91667" y="40926"/>
                  <a:pt x="84739" y="42541"/>
                  <a:pt x="75501" y="43871"/>
                </a:cubicBezTo>
                <a:cubicBezTo>
                  <a:pt x="70270" y="44628"/>
                  <a:pt x="66570" y="45480"/>
                  <a:pt x="64402" y="46427"/>
                </a:cubicBezTo>
                <a:cubicBezTo>
                  <a:pt x="62234" y="47373"/>
                  <a:pt x="60561" y="48757"/>
                  <a:pt x="59383" y="50581"/>
                </a:cubicBezTo>
                <a:cubicBezTo>
                  <a:pt x="58204" y="52403"/>
                  <a:pt x="57615" y="54426"/>
                  <a:pt x="57615" y="56650"/>
                </a:cubicBezTo>
                <a:cubicBezTo>
                  <a:pt x="57615" y="60056"/>
                  <a:pt x="58899" y="62896"/>
                  <a:pt x="61468" y="65168"/>
                </a:cubicBezTo>
                <a:cubicBezTo>
                  <a:pt x="64037" y="67440"/>
                  <a:pt x="67795" y="68575"/>
                  <a:pt x="72744" y="68575"/>
                </a:cubicBezTo>
                <a:cubicBezTo>
                  <a:pt x="77646" y="68575"/>
                  <a:pt x="82005" y="67498"/>
                  <a:pt x="85823" y="65343"/>
                </a:cubicBezTo>
                <a:cubicBezTo>
                  <a:pt x="89640" y="63188"/>
                  <a:pt x="92445" y="60240"/>
                  <a:pt x="94236" y="56499"/>
                </a:cubicBezTo>
                <a:cubicBezTo>
                  <a:pt x="95602" y="53610"/>
                  <a:pt x="96286" y="49347"/>
                  <a:pt x="96286" y="43712"/>
                </a:cubicBezTo>
                <a:lnTo>
                  <a:pt x="96286" y="39024"/>
                </a:lnTo>
                <a:close/>
                <a:moveTo>
                  <a:pt x="120393" y="76776"/>
                </a:moveTo>
                <a:lnTo>
                  <a:pt x="147823" y="37752"/>
                </a:lnTo>
                <a:lnTo>
                  <a:pt x="122444" y="1697"/>
                </a:lnTo>
                <a:lnTo>
                  <a:pt x="138350" y="1697"/>
                </a:lnTo>
                <a:lnTo>
                  <a:pt x="149874" y="19300"/>
                </a:lnTo>
                <a:cubicBezTo>
                  <a:pt x="152042" y="22646"/>
                  <a:pt x="153785" y="25451"/>
                  <a:pt x="155105" y="27713"/>
                </a:cubicBezTo>
                <a:cubicBezTo>
                  <a:pt x="157179" y="24602"/>
                  <a:pt x="159088" y="21845"/>
                  <a:pt x="160832" y="19441"/>
                </a:cubicBezTo>
                <a:lnTo>
                  <a:pt x="173486" y="1697"/>
                </a:lnTo>
                <a:lnTo>
                  <a:pt x="188686" y="1697"/>
                </a:lnTo>
                <a:lnTo>
                  <a:pt x="162740" y="37045"/>
                </a:lnTo>
                <a:lnTo>
                  <a:pt x="190665" y="76776"/>
                </a:lnTo>
                <a:lnTo>
                  <a:pt x="175041" y="76776"/>
                </a:lnTo>
                <a:lnTo>
                  <a:pt x="159630" y="53446"/>
                </a:lnTo>
                <a:lnTo>
                  <a:pt x="155529" y="47154"/>
                </a:lnTo>
                <a:lnTo>
                  <a:pt x="135805" y="76776"/>
                </a:lnTo>
                <a:lnTo>
                  <a:pt x="120393" y="767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secret">
            <a:extLst xmlns:a="http://schemas.openxmlformats.org/drawingml/2006/main">
              <a:ext uri="{FF2B5EF4-FFF2-40B4-BE49-F238E27FC236}">
                <a16:creationId xmlns:a16="http://schemas.microsoft.com/office/drawing/2014/main" id="{E2F423E4-5AB2-480A-B58A-B13E8CC5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6765" y="811964"/>
            <a:ext cx="388756" cy="103075"/>
          </a:xfrm>
          <a:custGeom xmlns:a="http://schemas.openxmlformats.org/drawingml/2006/main">
            <a:pathLst>
              <a:path w="388756" h="103075">
                <a:moveTo>
                  <a:pt x="0" y="78897"/>
                </a:moveTo>
                <a:lnTo>
                  <a:pt x="12584" y="76917"/>
                </a:lnTo>
                <a:cubicBezTo>
                  <a:pt x="13291" y="81938"/>
                  <a:pt x="15259" y="85786"/>
                  <a:pt x="18487" y="88461"/>
                </a:cubicBezTo>
                <a:cubicBezTo>
                  <a:pt x="21715" y="91134"/>
                  <a:pt x="26228" y="92470"/>
                  <a:pt x="32025" y="92470"/>
                </a:cubicBezTo>
                <a:cubicBezTo>
                  <a:pt x="37869" y="92470"/>
                  <a:pt x="42206" y="91290"/>
                  <a:pt x="45033" y="88929"/>
                </a:cubicBezTo>
                <a:cubicBezTo>
                  <a:pt x="47861" y="86567"/>
                  <a:pt x="49275" y="83796"/>
                  <a:pt x="49275" y="80618"/>
                </a:cubicBezTo>
                <a:cubicBezTo>
                  <a:pt x="49275" y="77765"/>
                  <a:pt x="48026" y="75520"/>
                  <a:pt x="45528" y="73884"/>
                </a:cubicBezTo>
                <a:cubicBezTo>
                  <a:pt x="43784" y="72762"/>
                  <a:pt x="39448" y="71335"/>
                  <a:pt x="32520" y="69605"/>
                </a:cubicBezTo>
                <a:cubicBezTo>
                  <a:pt x="23188" y="67247"/>
                  <a:pt x="16720" y="65207"/>
                  <a:pt x="13114" y="63485"/>
                </a:cubicBezTo>
                <a:cubicBezTo>
                  <a:pt x="9509" y="61763"/>
                  <a:pt x="6775" y="59381"/>
                  <a:pt x="4913" y="56338"/>
                </a:cubicBezTo>
                <a:cubicBezTo>
                  <a:pt x="3052" y="53295"/>
                  <a:pt x="2121" y="49934"/>
                  <a:pt x="2121" y="46255"/>
                </a:cubicBezTo>
                <a:cubicBezTo>
                  <a:pt x="2121" y="42906"/>
                  <a:pt x="2887" y="39804"/>
                  <a:pt x="4419" y="36950"/>
                </a:cubicBezTo>
                <a:cubicBezTo>
                  <a:pt x="5950" y="34095"/>
                  <a:pt x="8036" y="31725"/>
                  <a:pt x="10675" y="29838"/>
                </a:cubicBezTo>
                <a:cubicBezTo>
                  <a:pt x="12655" y="28376"/>
                  <a:pt x="15353" y="27138"/>
                  <a:pt x="18770" y="26124"/>
                </a:cubicBezTo>
                <a:cubicBezTo>
                  <a:pt x="22187" y="25110"/>
                  <a:pt x="25851" y="24602"/>
                  <a:pt x="29763" y="24602"/>
                </a:cubicBezTo>
                <a:cubicBezTo>
                  <a:pt x="35654" y="24602"/>
                  <a:pt x="40827" y="25456"/>
                  <a:pt x="45281" y="27165"/>
                </a:cubicBezTo>
                <a:cubicBezTo>
                  <a:pt x="49735" y="28872"/>
                  <a:pt x="53022" y="31185"/>
                  <a:pt x="55143" y="34104"/>
                </a:cubicBezTo>
                <a:cubicBezTo>
                  <a:pt x="57264" y="37022"/>
                  <a:pt x="58725" y="40924"/>
                  <a:pt x="59526" y="45811"/>
                </a:cubicBezTo>
                <a:lnTo>
                  <a:pt x="47084" y="47508"/>
                </a:lnTo>
                <a:cubicBezTo>
                  <a:pt x="46518" y="43643"/>
                  <a:pt x="44880" y="40627"/>
                  <a:pt x="42170" y="38459"/>
                </a:cubicBezTo>
                <a:cubicBezTo>
                  <a:pt x="39460" y="36291"/>
                  <a:pt x="35631" y="35207"/>
                  <a:pt x="30682" y="35207"/>
                </a:cubicBezTo>
                <a:cubicBezTo>
                  <a:pt x="24838" y="35207"/>
                  <a:pt x="20667" y="36168"/>
                  <a:pt x="18169" y="38092"/>
                </a:cubicBezTo>
                <a:cubicBezTo>
                  <a:pt x="15671" y="40014"/>
                  <a:pt x="14422" y="42265"/>
                  <a:pt x="14422" y="44846"/>
                </a:cubicBezTo>
                <a:cubicBezTo>
                  <a:pt x="14422" y="46486"/>
                  <a:pt x="14940" y="47964"/>
                  <a:pt x="15977" y="49277"/>
                </a:cubicBezTo>
                <a:cubicBezTo>
                  <a:pt x="17014" y="50637"/>
                  <a:pt x="18640" y="51762"/>
                  <a:pt x="20855" y="52653"/>
                </a:cubicBezTo>
                <a:cubicBezTo>
                  <a:pt x="22128" y="53123"/>
                  <a:pt x="25875" y="54202"/>
                  <a:pt x="32096" y="55890"/>
                </a:cubicBezTo>
                <a:cubicBezTo>
                  <a:pt x="41098" y="58292"/>
                  <a:pt x="47378" y="60258"/>
                  <a:pt x="50936" y="61788"/>
                </a:cubicBezTo>
                <a:cubicBezTo>
                  <a:pt x="54495" y="63319"/>
                  <a:pt x="57287" y="65544"/>
                  <a:pt x="59314" y="68465"/>
                </a:cubicBezTo>
                <a:cubicBezTo>
                  <a:pt x="61341" y="71384"/>
                  <a:pt x="62354" y="75009"/>
                  <a:pt x="62354" y="79341"/>
                </a:cubicBezTo>
                <a:cubicBezTo>
                  <a:pt x="62354" y="83580"/>
                  <a:pt x="61117" y="87571"/>
                  <a:pt x="58642" y="91315"/>
                </a:cubicBezTo>
                <a:cubicBezTo>
                  <a:pt x="56168" y="95057"/>
                  <a:pt x="52598" y="97953"/>
                  <a:pt x="47932" y="100002"/>
                </a:cubicBezTo>
                <a:cubicBezTo>
                  <a:pt x="43266" y="102050"/>
                  <a:pt x="37987" y="103075"/>
                  <a:pt x="32096" y="103075"/>
                </a:cubicBezTo>
                <a:cubicBezTo>
                  <a:pt x="22340" y="103075"/>
                  <a:pt x="14905" y="101042"/>
                  <a:pt x="9791" y="96977"/>
                </a:cubicBezTo>
                <a:cubicBezTo>
                  <a:pt x="4678" y="92912"/>
                  <a:pt x="1414" y="86885"/>
                  <a:pt x="0" y="78897"/>
                </a:cubicBezTo>
                <a:close/>
                <a:moveTo>
                  <a:pt x="128879" y="77200"/>
                </a:moveTo>
                <a:lnTo>
                  <a:pt x="142028" y="78826"/>
                </a:lnTo>
                <a:cubicBezTo>
                  <a:pt x="139955" y="86508"/>
                  <a:pt x="136113" y="92470"/>
                  <a:pt x="130505" y="96712"/>
                </a:cubicBezTo>
                <a:cubicBezTo>
                  <a:pt x="124896" y="100954"/>
                  <a:pt x="117732" y="103075"/>
                  <a:pt x="109013" y="103075"/>
                </a:cubicBezTo>
                <a:cubicBezTo>
                  <a:pt x="98032" y="103075"/>
                  <a:pt x="89324" y="99693"/>
                  <a:pt x="82891" y="92930"/>
                </a:cubicBezTo>
                <a:cubicBezTo>
                  <a:pt x="76458" y="86167"/>
                  <a:pt x="73241" y="76682"/>
                  <a:pt x="73241" y="64475"/>
                </a:cubicBezTo>
                <a:cubicBezTo>
                  <a:pt x="73241" y="51844"/>
                  <a:pt x="76493" y="42041"/>
                  <a:pt x="82997" y="35065"/>
                </a:cubicBezTo>
                <a:cubicBezTo>
                  <a:pt x="89501" y="28090"/>
                  <a:pt x="97938" y="24602"/>
                  <a:pt x="108306" y="24602"/>
                </a:cubicBezTo>
                <a:cubicBezTo>
                  <a:pt x="118345" y="24602"/>
                  <a:pt x="126546" y="28014"/>
                  <a:pt x="132909" y="34838"/>
                </a:cubicBezTo>
                <a:cubicBezTo>
                  <a:pt x="139271" y="41660"/>
                  <a:pt x="142453" y="51258"/>
                  <a:pt x="142453" y="63633"/>
                </a:cubicBezTo>
                <a:cubicBezTo>
                  <a:pt x="142453" y="64386"/>
                  <a:pt x="142429" y="65515"/>
                  <a:pt x="142382" y="67020"/>
                </a:cubicBezTo>
                <a:lnTo>
                  <a:pt x="86391" y="67020"/>
                </a:lnTo>
                <a:cubicBezTo>
                  <a:pt x="86862" y="75244"/>
                  <a:pt x="89195" y="81542"/>
                  <a:pt x="93389" y="85913"/>
                </a:cubicBezTo>
                <a:cubicBezTo>
                  <a:pt x="97584" y="90285"/>
                  <a:pt x="102816" y="92470"/>
                  <a:pt x="109084" y="92470"/>
                </a:cubicBezTo>
                <a:cubicBezTo>
                  <a:pt x="113750" y="92470"/>
                  <a:pt x="117732" y="91257"/>
                  <a:pt x="121032" y="88830"/>
                </a:cubicBezTo>
                <a:cubicBezTo>
                  <a:pt x="124331" y="86401"/>
                  <a:pt x="126947" y="82524"/>
                  <a:pt x="128879" y="77200"/>
                </a:cubicBezTo>
                <a:moveTo>
                  <a:pt x="87098" y="56415"/>
                </a:moveTo>
                <a:lnTo>
                  <a:pt x="129020" y="56415"/>
                </a:lnTo>
                <a:cubicBezTo>
                  <a:pt x="128455" y="50203"/>
                  <a:pt x="126852" y="45544"/>
                  <a:pt x="124213" y="42437"/>
                </a:cubicBezTo>
                <a:cubicBezTo>
                  <a:pt x="120160" y="37617"/>
                  <a:pt x="114905" y="35207"/>
                  <a:pt x="108448" y="35207"/>
                </a:cubicBezTo>
                <a:cubicBezTo>
                  <a:pt x="102604" y="35207"/>
                  <a:pt x="97690" y="37131"/>
                  <a:pt x="93708" y="40979"/>
                </a:cubicBezTo>
                <a:cubicBezTo>
                  <a:pt x="89725" y="44826"/>
                  <a:pt x="87522" y="49972"/>
                  <a:pt x="87098" y="56415"/>
                </a:cubicBezTo>
                <a:close/>
                <a:moveTo>
                  <a:pt x="206998" y="73807"/>
                </a:moveTo>
                <a:lnTo>
                  <a:pt x="219511" y="75433"/>
                </a:lnTo>
                <a:cubicBezTo>
                  <a:pt x="218145" y="84080"/>
                  <a:pt x="214645" y="90849"/>
                  <a:pt x="209013" y="95740"/>
                </a:cubicBezTo>
                <a:cubicBezTo>
                  <a:pt x="203381" y="100630"/>
                  <a:pt x="196464" y="103075"/>
                  <a:pt x="188264" y="103075"/>
                </a:cubicBezTo>
                <a:cubicBezTo>
                  <a:pt x="177989" y="103075"/>
                  <a:pt x="169730" y="99717"/>
                  <a:pt x="163485" y="93001"/>
                </a:cubicBezTo>
                <a:cubicBezTo>
                  <a:pt x="157240" y="86284"/>
                  <a:pt x="154118" y="76658"/>
                  <a:pt x="154118" y="64121"/>
                </a:cubicBezTo>
                <a:cubicBezTo>
                  <a:pt x="154118" y="56015"/>
                  <a:pt x="155461" y="48922"/>
                  <a:pt x="158147" y="42842"/>
                </a:cubicBezTo>
                <a:cubicBezTo>
                  <a:pt x="160834" y="36762"/>
                  <a:pt x="164922" y="32202"/>
                  <a:pt x="170413" y="29162"/>
                </a:cubicBezTo>
                <a:cubicBezTo>
                  <a:pt x="175904" y="26122"/>
                  <a:pt x="181877" y="24602"/>
                  <a:pt x="188334" y="24602"/>
                </a:cubicBezTo>
                <a:cubicBezTo>
                  <a:pt x="196488" y="24602"/>
                  <a:pt x="203157" y="26671"/>
                  <a:pt x="208341" y="30808"/>
                </a:cubicBezTo>
                <a:cubicBezTo>
                  <a:pt x="213526" y="34944"/>
                  <a:pt x="216848" y="40817"/>
                  <a:pt x="218309" y="48427"/>
                </a:cubicBezTo>
                <a:lnTo>
                  <a:pt x="205938" y="50336"/>
                </a:lnTo>
                <a:cubicBezTo>
                  <a:pt x="204759" y="45316"/>
                  <a:pt x="202674" y="41540"/>
                  <a:pt x="199681" y="39007"/>
                </a:cubicBezTo>
                <a:cubicBezTo>
                  <a:pt x="196688" y="36473"/>
                  <a:pt x="193071" y="35207"/>
                  <a:pt x="188829" y="35207"/>
                </a:cubicBezTo>
                <a:cubicBezTo>
                  <a:pt x="182419" y="35207"/>
                  <a:pt x="177212" y="37493"/>
                  <a:pt x="173205" y="42066"/>
                </a:cubicBezTo>
                <a:cubicBezTo>
                  <a:pt x="169199" y="46638"/>
                  <a:pt x="167196" y="53872"/>
                  <a:pt x="167196" y="63768"/>
                </a:cubicBezTo>
                <a:cubicBezTo>
                  <a:pt x="167196" y="73805"/>
                  <a:pt x="169129" y="81099"/>
                  <a:pt x="172993" y="85648"/>
                </a:cubicBezTo>
                <a:cubicBezTo>
                  <a:pt x="176858" y="90196"/>
                  <a:pt x="181901" y="92470"/>
                  <a:pt x="188122" y="92470"/>
                </a:cubicBezTo>
                <a:cubicBezTo>
                  <a:pt x="193118" y="92470"/>
                  <a:pt x="197289" y="90945"/>
                  <a:pt x="200635" y="87893"/>
                </a:cubicBezTo>
                <a:cubicBezTo>
                  <a:pt x="203982" y="84841"/>
                  <a:pt x="206103" y="80146"/>
                  <a:pt x="206998" y="73807"/>
                </a:cubicBezTo>
                <a:close/>
                <a:moveTo>
                  <a:pt x="230256" y="101378"/>
                </a:moveTo>
                <a:lnTo>
                  <a:pt x="230256" y="26299"/>
                </a:lnTo>
                <a:lnTo>
                  <a:pt x="241708" y="26299"/>
                </a:lnTo>
                <a:lnTo>
                  <a:pt x="241708" y="37610"/>
                </a:lnTo>
                <a:cubicBezTo>
                  <a:pt x="244631" y="32314"/>
                  <a:pt x="247329" y="28822"/>
                  <a:pt x="249803" y="27134"/>
                </a:cubicBezTo>
                <a:cubicBezTo>
                  <a:pt x="252278" y="25446"/>
                  <a:pt x="254999" y="24602"/>
                  <a:pt x="257969" y="24602"/>
                </a:cubicBezTo>
                <a:cubicBezTo>
                  <a:pt x="262257" y="24602"/>
                  <a:pt x="266617" y="25963"/>
                  <a:pt x="271047" y="28685"/>
                </a:cubicBezTo>
                <a:lnTo>
                  <a:pt x="266664" y="40438"/>
                </a:lnTo>
                <a:cubicBezTo>
                  <a:pt x="263554" y="38600"/>
                  <a:pt x="260443" y="37681"/>
                  <a:pt x="257332" y="37681"/>
                </a:cubicBezTo>
                <a:cubicBezTo>
                  <a:pt x="254552" y="37681"/>
                  <a:pt x="252054" y="38519"/>
                  <a:pt x="249839" y="40195"/>
                </a:cubicBezTo>
                <a:cubicBezTo>
                  <a:pt x="247623" y="41870"/>
                  <a:pt x="246045" y="44193"/>
                  <a:pt x="245102" y="47165"/>
                </a:cubicBezTo>
                <a:cubicBezTo>
                  <a:pt x="243688" y="51694"/>
                  <a:pt x="242981" y="56648"/>
                  <a:pt x="242981" y="62027"/>
                </a:cubicBezTo>
                <a:lnTo>
                  <a:pt x="242981" y="101378"/>
                </a:lnTo>
                <a:lnTo>
                  <a:pt x="230256" y="101378"/>
                </a:lnTo>
                <a:close/>
                <a:moveTo>
                  <a:pt x="330008" y="77200"/>
                </a:moveTo>
                <a:lnTo>
                  <a:pt x="343158" y="78826"/>
                </a:lnTo>
                <a:cubicBezTo>
                  <a:pt x="341084" y="86508"/>
                  <a:pt x="337243" y="92470"/>
                  <a:pt x="331634" y="96712"/>
                </a:cubicBezTo>
                <a:cubicBezTo>
                  <a:pt x="326026" y="100954"/>
                  <a:pt x="318862" y="103075"/>
                  <a:pt x="310143" y="103075"/>
                </a:cubicBezTo>
                <a:cubicBezTo>
                  <a:pt x="299161" y="103075"/>
                  <a:pt x="290454" y="99693"/>
                  <a:pt x="284021" y="92930"/>
                </a:cubicBezTo>
                <a:cubicBezTo>
                  <a:pt x="277587" y="86167"/>
                  <a:pt x="274371" y="76682"/>
                  <a:pt x="274371" y="64475"/>
                </a:cubicBezTo>
                <a:cubicBezTo>
                  <a:pt x="274371" y="51844"/>
                  <a:pt x="277623" y="42041"/>
                  <a:pt x="284127" y="35065"/>
                </a:cubicBezTo>
                <a:cubicBezTo>
                  <a:pt x="290631" y="28090"/>
                  <a:pt x="299067" y="24602"/>
                  <a:pt x="309436" y="24602"/>
                </a:cubicBezTo>
                <a:cubicBezTo>
                  <a:pt x="319475" y="24602"/>
                  <a:pt x="327675" y="28014"/>
                  <a:pt x="334038" y="34838"/>
                </a:cubicBezTo>
                <a:cubicBezTo>
                  <a:pt x="340401" y="41660"/>
                  <a:pt x="343582" y="51258"/>
                  <a:pt x="343582" y="63633"/>
                </a:cubicBezTo>
                <a:cubicBezTo>
                  <a:pt x="343582" y="64386"/>
                  <a:pt x="343558" y="65515"/>
                  <a:pt x="343511" y="67020"/>
                </a:cubicBezTo>
                <a:lnTo>
                  <a:pt x="287520" y="67020"/>
                </a:lnTo>
                <a:cubicBezTo>
                  <a:pt x="287991" y="75244"/>
                  <a:pt x="290324" y="81542"/>
                  <a:pt x="294519" y="85913"/>
                </a:cubicBezTo>
                <a:cubicBezTo>
                  <a:pt x="298714" y="90285"/>
                  <a:pt x="303945" y="92470"/>
                  <a:pt x="310213" y="92470"/>
                </a:cubicBezTo>
                <a:cubicBezTo>
                  <a:pt x="314879" y="92470"/>
                  <a:pt x="318862" y="91257"/>
                  <a:pt x="322161" y="88830"/>
                </a:cubicBezTo>
                <a:cubicBezTo>
                  <a:pt x="325460" y="86401"/>
                  <a:pt x="328076" y="82524"/>
                  <a:pt x="330008" y="77200"/>
                </a:cubicBezTo>
                <a:moveTo>
                  <a:pt x="288227" y="56415"/>
                </a:moveTo>
                <a:lnTo>
                  <a:pt x="330150" y="56415"/>
                </a:lnTo>
                <a:cubicBezTo>
                  <a:pt x="329584" y="50203"/>
                  <a:pt x="327982" y="45544"/>
                  <a:pt x="325342" y="42437"/>
                </a:cubicBezTo>
                <a:cubicBezTo>
                  <a:pt x="321289" y="37617"/>
                  <a:pt x="316034" y="35207"/>
                  <a:pt x="309577" y="35207"/>
                </a:cubicBezTo>
                <a:cubicBezTo>
                  <a:pt x="303733" y="35207"/>
                  <a:pt x="298820" y="37131"/>
                  <a:pt x="294837" y="40979"/>
                </a:cubicBezTo>
                <a:cubicBezTo>
                  <a:pt x="290854" y="44826"/>
                  <a:pt x="288651" y="49972"/>
                  <a:pt x="288227" y="56415"/>
                </a:cubicBezTo>
                <a:close/>
                <a:moveTo>
                  <a:pt x="386918" y="90137"/>
                </a:moveTo>
                <a:lnTo>
                  <a:pt x="388756" y="101378"/>
                </a:lnTo>
                <a:cubicBezTo>
                  <a:pt x="385174" y="102038"/>
                  <a:pt x="381969" y="102368"/>
                  <a:pt x="379142" y="102368"/>
                </a:cubicBezTo>
                <a:cubicBezTo>
                  <a:pt x="374523" y="102368"/>
                  <a:pt x="370941" y="101637"/>
                  <a:pt x="368396" y="100176"/>
                </a:cubicBezTo>
                <a:cubicBezTo>
                  <a:pt x="365851" y="98715"/>
                  <a:pt x="364060" y="96795"/>
                  <a:pt x="363023" y="94415"/>
                </a:cubicBezTo>
                <a:cubicBezTo>
                  <a:pt x="361986" y="92034"/>
                  <a:pt x="361468" y="87027"/>
                  <a:pt x="361468" y="79392"/>
                </a:cubicBezTo>
                <a:lnTo>
                  <a:pt x="361468" y="36196"/>
                </a:lnTo>
                <a:lnTo>
                  <a:pt x="352136" y="36196"/>
                </a:lnTo>
                <a:lnTo>
                  <a:pt x="352136" y="26299"/>
                </a:lnTo>
                <a:lnTo>
                  <a:pt x="361468" y="26299"/>
                </a:lnTo>
                <a:lnTo>
                  <a:pt x="361468" y="7655"/>
                </a:lnTo>
                <a:lnTo>
                  <a:pt x="374122" y="0"/>
                </a:lnTo>
                <a:lnTo>
                  <a:pt x="374122" y="26299"/>
                </a:lnTo>
                <a:lnTo>
                  <a:pt x="386918" y="26299"/>
                </a:lnTo>
                <a:lnTo>
                  <a:pt x="386918" y="36196"/>
                </a:lnTo>
                <a:lnTo>
                  <a:pt x="374122" y="36196"/>
                </a:lnTo>
                <a:lnTo>
                  <a:pt x="374122" y="80099"/>
                </a:lnTo>
                <a:cubicBezTo>
                  <a:pt x="374122" y="83728"/>
                  <a:pt x="374346" y="86061"/>
                  <a:pt x="374794" y="87097"/>
                </a:cubicBezTo>
                <a:cubicBezTo>
                  <a:pt x="375242" y="88134"/>
                  <a:pt x="375972" y="88959"/>
                  <a:pt x="376985" y="89572"/>
                </a:cubicBezTo>
                <a:cubicBezTo>
                  <a:pt x="377999" y="90185"/>
                  <a:pt x="379448" y="90491"/>
                  <a:pt x="381333" y="90491"/>
                </a:cubicBezTo>
                <a:cubicBezTo>
                  <a:pt x="382747" y="90491"/>
                  <a:pt x="384609" y="90373"/>
                  <a:pt x="386918" y="901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rax">
            <a:extLst xmlns:a="http://schemas.openxmlformats.org/drawingml/2006/main">
              <a:ext uri="{FF2B5EF4-FFF2-40B4-BE49-F238E27FC236}">
                <a16:creationId xmlns:a16="http://schemas.microsoft.com/office/drawing/2014/main" id="{B6E9D71C-A34E-472C-B477-415728C1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057" y="1879342"/>
            <a:ext cx="190667" cy="78473"/>
          </a:xfrm>
          <a:custGeom xmlns:a="http://schemas.openxmlformats.org/drawingml/2006/main">
            <a:pathLst>
              <a:path w="190667" h="78473">
                <a:moveTo>
                  <a:pt x="0" y="76776"/>
                </a:moveTo>
                <a:lnTo>
                  <a:pt x="0" y="1697"/>
                </a:lnTo>
                <a:lnTo>
                  <a:pt x="11453" y="1697"/>
                </a:lnTo>
                <a:lnTo>
                  <a:pt x="11453" y="13008"/>
                </a:lnTo>
                <a:cubicBezTo>
                  <a:pt x="14375" y="7712"/>
                  <a:pt x="17073" y="4220"/>
                  <a:pt x="19547" y="2532"/>
                </a:cubicBezTo>
                <a:cubicBezTo>
                  <a:pt x="22022" y="844"/>
                  <a:pt x="24744" y="0"/>
                  <a:pt x="27713" y="0"/>
                </a:cubicBezTo>
                <a:cubicBezTo>
                  <a:pt x="32002" y="0"/>
                  <a:pt x="36361" y="1361"/>
                  <a:pt x="40792" y="4083"/>
                </a:cubicBezTo>
                <a:lnTo>
                  <a:pt x="36408" y="15836"/>
                </a:lnTo>
                <a:cubicBezTo>
                  <a:pt x="33298" y="13998"/>
                  <a:pt x="30187" y="13079"/>
                  <a:pt x="27077" y="13079"/>
                </a:cubicBezTo>
                <a:cubicBezTo>
                  <a:pt x="24296" y="13079"/>
                  <a:pt x="21798" y="13917"/>
                  <a:pt x="19583" y="15593"/>
                </a:cubicBezTo>
                <a:cubicBezTo>
                  <a:pt x="17368" y="17268"/>
                  <a:pt x="15789" y="19591"/>
                  <a:pt x="14846" y="22563"/>
                </a:cubicBezTo>
                <a:cubicBezTo>
                  <a:pt x="13432" y="27092"/>
                  <a:pt x="12725" y="32046"/>
                  <a:pt x="12725" y="37425"/>
                </a:cubicBezTo>
                <a:lnTo>
                  <a:pt x="12725" y="76776"/>
                </a:lnTo>
                <a:lnTo>
                  <a:pt x="0" y="76776"/>
                </a:lnTo>
                <a:close/>
                <a:moveTo>
                  <a:pt x="97349" y="67506"/>
                </a:moveTo>
                <a:cubicBezTo>
                  <a:pt x="92636" y="71515"/>
                  <a:pt x="88099" y="74345"/>
                  <a:pt x="83740" y="75996"/>
                </a:cubicBezTo>
                <a:cubicBezTo>
                  <a:pt x="79380" y="77647"/>
                  <a:pt x="74702" y="78473"/>
                  <a:pt x="69706" y="78473"/>
                </a:cubicBezTo>
                <a:cubicBezTo>
                  <a:pt x="61459" y="78473"/>
                  <a:pt x="55120" y="76456"/>
                  <a:pt x="50689" y="72424"/>
                </a:cubicBezTo>
                <a:cubicBezTo>
                  <a:pt x="46259" y="68391"/>
                  <a:pt x="44044" y="63238"/>
                  <a:pt x="44044" y="56966"/>
                </a:cubicBezTo>
                <a:cubicBezTo>
                  <a:pt x="44044" y="53288"/>
                  <a:pt x="44880" y="49928"/>
                  <a:pt x="46554" y="46887"/>
                </a:cubicBezTo>
                <a:cubicBezTo>
                  <a:pt x="48227" y="43844"/>
                  <a:pt x="50418" y="41403"/>
                  <a:pt x="53128" y="39563"/>
                </a:cubicBezTo>
                <a:cubicBezTo>
                  <a:pt x="55838" y="37724"/>
                  <a:pt x="58890" y="36333"/>
                  <a:pt x="62283" y="35390"/>
                </a:cubicBezTo>
                <a:cubicBezTo>
                  <a:pt x="64781" y="34729"/>
                  <a:pt x="68552" y="34092"/>
                  <a:pt x="73595" y="33479"/>
                </a:cubicBezTo>
                <a:cubicBezTo>
                  <a:pt x="83869" y="32262"/>
                  <a:pt x="91434" y="30812"/>
                  <a:pt x="96288" y="29127"/>
                </a:cubicBezTo>
                <a:cubicBezTo>
                  <a:pt x="96335" y="27390"/>
                  <a:pt x="96359" y="26287"/>
                  <a:pt x="96359" y="25817"/>
                </a:cubicBezTo>
                <a:cubicBezTo>
                  <a:pt x="96359" y="20652"/>
                  <a:pt x="95157" y="17013"/>
                  <a:pt x="92753" y="14901"/>
                </a:cubicBezTo>
                <a:cubicBezTo>
                  <a:pt x="89501" y="12037"/>
                  <a:pt x="84670" y="10604"/>
                  <a:pt x="78261" y="10604"/>
                </a:cubicBezTo>
                <a:cubicBezTo>
                  <a:pt x="72275" y="10604"/>
                  <a:pt x="67857" y="11653"/>
                  <a:pt x="65005" y="13750"/>
                </a:cubicBezTo>
                <a:cubicBezTo>
                  <a:pt x="62154" y="15848"/>
                  <a:pt x="60045" y="19559"/>
                  <a:pt x="58678" y="24885"/>
                </a:cubicBezTo>
                <a:lnTo>
                  <a:pt x="46235" y="23188"/>
                </a:lnTo>
                <a:cubicBezTo>
                  <a:pt x="47367" y="17846"/>
                  <a:pt x="49228" y="13532"/>
                  <a:pt x="51820" y="10247"/>
                </a:cubicBezTo>
                <a:cubicBezTo>
                  <a:pt x="54413" y="6961"/>
                  <a:pt x="58159" y="4432"/>
                  <a:pt x="63061" y="2660"/>
                </a:cubicBezTo>
                <a:cubicBezTo>
                  <a:pt x="67963" y="887"/>
                  <a:pt x="73642" y="0"/>
                  <a:pt x="80099" y="0"/>
                </a:cubicBezTo>
                <a:cubicBezTo>
                  <a:pt x="86509" y="0"/>
                  <a:pt x="91716" y="754"/>
                  <a:pt x="95723" y="2262"/>
                </a:cubicBezTo>
                <a:cubicBezTo>
                  <a:pt x="99729" y="3770"/>
                  <a:pt x="102674" y="5667"/>
                  <a:pt x="104560" y="7953"/>
                </a:cubicBezTo>
                <a:cubicBezTo>
                  <a:pt x="106445" y="10239"/>
                  <a:pt x="107764" y="13126"/>
                  <a:pt x="108519" y="16614"/>
                </a:cubicBezTo>
                <a:cubicBezTo>
                  <a:pt x="108943" y="18782"/>
                  <a:pt x="109155" y="22693"/>
                  <a:pt x="109155" y="28349"/>
                </a:cubicBezTo>
                <a:lnTo>
                  <a:pt x="109155" y="45316"/>
                </a:lnTo>
                <a:cubicBezTo>
                  <a:pt x="109155" y="57146"/>
                  <a:pt x="109426" y="64628"/>
                  <a:pt x="109968" y="67762"/>
                </a:cubicBezTo>
                <a:cubicBezTo>
                  <a:pt x="110510" y="70896"/>
                  <a:pt x="111582" y="73901"/>
                  <a:pt x="113185" y="76776"/>
                </a:cubicBezTo>
                <a:lnTo>
                  <a:pt x="99894" y="76776"/>
                </a:lnTo>
                <a:cubicBezTo>
                  <a:pt x="98574" y="74134"/>
                  <a:pt x="97726" y="71044"/>
                  <a:pt x="97349" y="67506"/>
                </a:cubicBezTo>
                <a:moveTo>
                  <a:pt x="96288" y="39024"/>
                </a:moveTo>
                <a:cubicBezTo>
                  <a:pt x="91669" y="40926"/>
                  <a:pt x="84741" y="42541"/>
                  <a:pt x="75504" y="43871"/>
                </a:cubicBezTo>
                <a:cubicBezTo>
                  <a:pt x="70272" y="44628"/>
                  <a:pt x="66572" y="45480"/>
                  <a:pt x="64404" y="46427"/>
                </a:cubicBezTo>
                <a:cubicBezTo>
                  <a:pt x="62236" y="47373"/>
                  <a:pt x="60563" y="48757"/>
                  <a:pt x="59385" y="50581"/>
                </a:cubicBezTo>
                <a:cubicBezTo>
                  <a:pt x="58207" y="52403"/>
                  <a:pt x="57617" y="54426"/>
                  <a:pt x="57617" y="56650"/>
                </a:cubicBezTo>
                <a:cubicBezTo>
                  <a:pt x="57617" y="60056"/>
                  <a:pt x="58902" y="62896"/>
                  <a:pt x="61470" y="65168"/>
                </a:cubicBezTo>
                <a:cubicBezTo>
                  <a:pt x="64039" y="67440"/>
                  <a:pt x="67798" y="68575"/>
                  <a:pt x="72746" y="68575"/>
                </a:cubicBezTo>
                <a:cubicBezTo>
                  <a:pt x="77648" y="68575"/>
                  <a:pt x="82008" y="67498"/>
                  <a:pt x="85825" y="65343"/>
                </a:cubicBezTo>
                <a:cubicBezTo>
                  <a:pt x="89643" y="63188"/>
                  <a:pt x="92447" y="60240"/>
                  <a:pt x="94238" y="56499"/>
                </a:cubicBezTo>
                <a:cubicBezTo>
                  <a:pt x="95605" y="53610"/>
                  <a:pt x="96288" y="49347"/>
                  <a:pt x="96288" y="43712"/>
                </a:cubicBezTo>
                <a:lnTo>
                  <a:pt x="96288" y="39024"/>
                </a:lnTo>
                <a:close/>
                <a:moveTo>
                  <a:pt x="120395" y="76776"/>
                </a:moveTo>
                <a:lnTo>
                  <a:pt x="147825" y="37752"/>
                </a:lnTo>
                <a:lnTo>
                  <a:pt x="122446" y="1697"/>
                </a:lnTo>
                <a:lnTo>
                  <a:pt x="138352" y="1697"/>
                </a:lnTo>
                <a:lnTo>
                  <a:pt x="149876" y="19300"/>
                </a:lnTo>
                <a:cubicBezTo>
                  <a:pt x="152044" y="22646"/>
                  <a:pt x="153787" y="25451"/>
                  <a:pt x="155107" y="27713"/>
                </a:cubicBezTo>
                <a:cubicBezTo>
                  <a:pt x="157181" y="24602"/>
                  <a:pt x="159090" y="21845"/>
                  <a:pt x="160834" y="19441"/>
                </a:cubicBezTo>
                <a:lnTo>
                  <a:pt x="173488" y="1697"/>
                </a:lnTo>
                <a:lnTo>
                  <a:pt x="188688" y="1697"/>
                </a:lnTo>
                <a:lnTo>
                  <a:pt x="162742" y="37045"/>
                </a:lnTo>
                <a:lnTo>
                  <a:pt x="190667" y="76776"/>
                </a:lnTo>
                <a:lnTo>
                  <a:pt x="175043" y="76776"/>
                </a:lnTo>
                <a:lnTo>
                  <a:pt x="159632" y="53446"/>
                </a:lnTo>
                <a:lnTo>
                  <a:pt x="155531" y="47154"/>
                </a:lnTo>
                <a:lnTo>
                  <a:pt x="135807" y="76776"/>
                </a:lnTo>
                <a:lnTo>
                  <a:pt x="120395" y="767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valid">
            <a:extLst xmlns:a="http://schemas.openxmlformats.org/drawingml/2006/main">
              <a:ext uri="{FF2B5EF4-FFF2-40B4-BE49-F238E27FC236}">
                <a16:creationId xmlns:a16="http://schemas.microsoft.com/office/drawing/2014/main" id="{5F899FB6-F727-49EF-910B-DFD31305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985" y="1845793"/>
            <a:ext cx="285471" cy="105337"/>
          </a:xfrm>
          <a:custGeom xmlns:a="http://schemas.openxmlformats.org/drawingml/2006/main">
            <a:pathLst>
              <a:path w="285471" h="105337">
                <a:moveTo>
                  <a:pt x="28561" y="103640"/>
                </a:moveTo>
                <a:lnTo>
                  <a:pt x="0" y="28561"/>
                </a:lnTo>
                <a:lnTo>
                  <a:pt x="13432" y="28561"/>
                </a:lnTo>
                <a:lnTo>
                  <a:pt x="29551" y="73524"/>
                </a:lnTo>
                <a:cubicBezTo>
                  <a:pt x="31295" y="78378"/>
                  <a:pt x="32897" y="83421"/>
                  <a:pt x="34358" y="88653"/>
                </a:cubicBezTo>
                <a:cubicBezTo>
                  <a:pt x="35489" y="84694"/>
                  <a:pt x="37068" y="79934"/>
                  <a:pt x="39095" y="74372"/>
                </a:cubicBezTo>
                <a:lnTo>
                  <a:pt x="55779" y="28561"/>
                </a:lnTo>
                <a:lnTo>
                  <a:pt x="68858" y="28561"/>
                </a:lnTo>
                <a:lnTo>
                  <a:pt x="40438" y="103640"/>
                </a:lnTo>
                <a:lnTo>
                  <a:pt x="28561" y="103640"/>
                </a:lnTo>
                <a:close/>
                <a:moveTo>
                  <a:pt x="129092" y="94370"/>
                </a:moveTo>
                <a:cubicBezTo>
                  <a:pt x="124378" y="98379"/>
                  <a:pt x="119842" y="101209"/>
                  <a:pt x="115483" y="102860"/>
                </a:cubicBezTo>
                <a:cubicBezTo>
                  <a:pt x="111123" y="104512"/>
                  <a:pt x="106445" y="105337"/>
                  <a:pt x="101449" y="105337"/>
                </a:cubicBezTo>
                <a:cubicBezTo>
                  <a:pt x="93202" y="105337"/>
                  <a:pt x="86862" y="103321"/>
                  <a:pt x="82432" y="99288"/>
                </a:cubicBezTo>
                <a:cubicBezTo>
                  <a:pt x="78002" y="95255"/>
                  <a:pt x="75787" y="90103"/>
                  <a:pt x="75787" y="83830"/>
                </a:cubicBezTo>
                <a:cubicBezTo>
                  <a:pt x="75787" y="80152"/>
                  <a:pt x="76623" y="76793"/>
                  <a:pt x="78296" y="73751"/>
                </a:cubicBezTo>
                <a:cubicBezTo>
                  <a:pt x="79970" y="70709"/>
                  <a:pt x="82161" y="68267"/>
                  <a:pt x="84871" y="66428"/>
                </a:cubicBezTo>
                <a:cubicBezTo>
                  <a:pt x="87581" y="64588"/>
                  <a:pt x="90633" y="63197"/>
                  <a:pt x="94026" y="62254"/>
                </a:cubicBezTo>
                <a:cubicBezTo>
                  <a:pt x="96524" y="61593"/>
                  <a:pt x="100295" y="60956"/>
                  <a:pt x="105338" y="60343"/>
                </a:cubicBezTo>
                <a:cubicBezTo>
                  <a:pt x="115612" y="59127"/>
                  <a:pt x="123177" y="57676"/>
                  <a:pt x="128031" y="55991"/>
                </a:cubicBezTo>
                <a:cubicBezTo>
                  <a:pt x="128078" y="54255"/>
                  <a:pt x="128102" y="53152"/>
                  <a:pt x="128102" y="52682"/>
                </a:cubicBezTo>
                <a:cubicBezTo>
                  <a:pt x="128102" y="47517"/>
                  <a:pt x="126900" y="43878"/>
                  <a:pt x="124496" y="41766"/>
                </a:cubicBezTo>
                <a:cubicBezTo>
                  <a:pt x="121244" y="38901"/>
                  <a:pt x="116413" y="37469"/>
                  <a:pt x="110004" y="37469"/>
                </a:cubicBezTo>
                <a:cubicBezTo>
                  <a:pt x="104018" y="37469"/>
                  <a:pt x="99600" y="38518"/>
                  <a:pt x="96748" y="40615"/>
                </a:cubicBezTo>
                <a:cubicBezTo>
                  <a:pt x="93897" y="42712"/>
                  <a:pt x="91788" y="46424"/>
                  <a:pt x="90421" y="51749"/>
                </a:cubicBezTo>
                <a:lnTo>
                  <a:pt x="77978" y="50053"/>
                </a:lnTo>
                <a:cubicBezTo>
                  <a:pt x="79109" y="44711"/>
                  <a:pt x="80971" y="40397"/>
                  <a:pt x="83563" y="37111"/>
                </a:cubicBezTo>
                <a:cubicBezTo>
                  <a:pt x="86155" y="33825"/>
                  <a:pt x="89902" y="31296"/>
                  <a:pt x="94804" y="29524"/>
                </a:cubicBezTo>
                <a:cubicBezTo>
                  <a:pt x="99706" y="27751"/>
                  <a:pt x="105385" y="26864"/>
                  <a:pt x="111842" y="26864"/>
                </a:cubicBezTo>
                <a:cubicBezTo>
                  <a:pt x="118251" y="26864"/>
                  <a:pt x="123459" y="27619"/>
                  <a:pt x="127466" y="29127"/>
                </a:cubicBezTo>
                <a:cubicBezTo>
                  <a:pt x="131472" y="30635"/>
                  <a:pt x="134417" y="32532"/>
                  <a:pt x="136303" y="34818"/>
                </a:cubicBezTo>
                <a:cubicBezTo>
                  <a:pt x="138188" y="37104"/>
                  <a:pt x="139507" y="39990"/>
                  <a:pt x="140261" y="43478"/>
                </a:cubicBezTo>
                <a:cubicBezTo>
                  <a:pt x="140686" y="45646"/>
                  <a:pt x="140898" y="49558"/>
                  <a:pt x="140898" y="55214"/>
                </a:cubicBezTo>
                <a:lnTo>
                  <a:pt x="140898" y="72181"/>
                </a:lnTo>
                <a:cubicBezTo>
                  <a:pt x="140898" y="84010"/>
                  <a:pt x="141169" y="91492"/>
                  <a:pt x="141711" y="94627"/>
                </a:cubicBezTo>
                <a:cubicBezTo>
                  <a:pt x="142253" y="97761"/>
                  <a:pt x="143325" y="100765"/>
                  <a:pt x="144927" y="103640"/>
                </a:cubicBezTo>
                <a:lnTo>
                  <a:pt x="131637" y="103640"/>
                </a:lnTo>
                <a:cubicBezTo>
                  <a:pt x="130317" y="100998"/>
                  <a:pt x="129469" y="97908"/>
                  <a:pt x="129092" y="94370"/>
                </a:cubicBezTo>
                <a:moveTo>
                  <a:pt x="128031" y="65889"/>
                </a:moveTo>
                <a:cubicBezTo>
                  <a:pt x="123412" y="67790"/>
                  <a:pt x="116484" y="69406"/>
                  <a:pt x="107246" y="70736"/>
                </a:cubicBezTo>
                <a:cubicBezTo>
                  <a:pt x="102015" y="71493"/>
                  <a:pt x="98315" y="72345"/>
                  <a:pt x="96147" y="73292"/>
                </a:cubicBezTo>
                <a:cubicBezTo>
                  <a:pt x="93979" y="74237"/>
                  <a:pt x="92306" y="75622"/>
                  <a:pt x="91128" y="77445"/>
                </a:cubicBezTo>
                <a:cubicBezTo>
                  <a:pt x="89950" y="79267"/>
                  <a:pt x="89360" y="81290"/>
                  <a:pt x="89360" y="83514"/>
                </a:cubicBezTo>
                <a:cubicBezTo>
                  <a:pt x="89360" y="86921"/>
                  <a:pt x="90645" y="89760"/>
                  <a:pt x="93213" y="92033"/>
                </a:cubicBezTo>
                <a:cubicBezTo>
                  <a:pt x="95782" y="94304"/>
                  <a:pt x="99541" y="95440"/>
                  <a:pt x="104489" y="95440"/>
                </a:cubicBezTo>
                <a:cubicBezTo>
                  <a:pt x="109391" y="95440"/>
                  <a:pt x="113750" y="94362"/>
                  <a:pt x="117568" y="92207"/>
                </a:cubicBezTo>
                <a:cubicBezTo>
                  <a:pt x="121386" y="90053"/>
                  <a:pt x="124190" y="87105"/>
                  <a:pt x="125981" y="83364"/>
                </a:cubicBezTo>
                <a:cubicBezTo>
                  <a:pt x="127348" y="80474"/>
                  <a:pt x="128031" y="76212"/>
                  <a:pt x="128031" y="70577"/>
                </a:cubicBezTo>
                <a:lnTo>
                  <a:pt x="128031" y="65889"/>
                </a:lnTo>
                <a:close/>
                <a:moveTo>
                  <a:pt x="160339" y="103640"/>
                </a:moveTo>
                <a:lnTo>
                  <a:pt x="160339" y="0"/>
                </a:lnTo>
                <a:lnTo>
                  <a:pt x="173064" y="0"/>
                </a:lnTo>
                <a:lnTo>
                  <a:pt x="173064" y="103640"/>
                </a:lnTo>
                <a:lnTo>
                  <a:pt x="160339" y="103640"/>
                </a:lnTo>
                <a:close/>
                <a:moveTo>
                  <a:pt x="192858" y="14705"/>
                </a:moveTo>
                <a:lnTo>
                  <a:pt x="192858" y="0"/>
                </a:lnTo>
                <a:lnTo>
                  <a:pt x="205584" y="0"/>
                </a:lnTo>
                <a:lnTo>
                  <a:pt x="205584" y="14705"/>
                </a:lnTo>
                <a:lnTo>
                  <a:pt x="192858" y="14705"/>
                </a:lnTo>
                <a:moveTo>
                  <a:pt x="192858" y="103640"/>
                </a:moveTo>
                <a:lnTo>
                  <a:pt x="192858" y="28561"/>
                </a:lnTo>
                <a:lnTo>
                  <a:pt x="205584" y="28561"/>
                </a:lnTo>
                <a:lnTo>
                  <a:pt x="205584" y="103640"/>
                </a:lnTo>
                <a:lnTo>
                  <a:pt x="192858" y="103640"/>
                </a:lnTo>
                <a:close/>
                <a:moveTo>
                  <a:pt x="273665" y="103640"/>
                </a:moveTo>
                <a:lnTo>
                  <a:pt x="273665" y="94167"/>
                </a:lnTo>
                <a:cubicBezTo>
                  <a:pt x="268905" y="101614"/>
                  <a:pt x="261906" y="105337"/>
                  <a:pt x="252668" y="105337"/>
                </a:cubicBezTo>
                <a:cubicBezTo>
                  <a:pt x="246683" y="105337"/>
                  <a:pt x="241180" y="103687"/>
                  <a:pt x="236161" y="100388"/>
                </a:cubicBezTo>
                <a:cubicBezTo>
                  <a:pt x="231141" y="97089"/>
                  <a:pt x="227253" y="92482"/>
                  <a:pt x="224496" y="86567"/>
                </a:cubicBezTo>
                <a:cubicBezTo>
                  <a:pt x="221739" y="80652"/>
                  <a:pt x="220360" y="73854"/>
                  <a:pt x="220360" y="66171"/>
                </a:cubicBezTo>
                <a:cubicBezTo>
                  <a:pt x="220360" y="58678"/>
                  <a:pt x="221609" y="51879"/>
                  <a:pt x="224107" y="45776"/>
                </a:cubicBezTo>
                <a:cubicBezTo>
                  <a:pt x="226605" y="39672"/>
                  <a:pt x="230352" y="34995"/>
                  <a:pt x="235348" y="31743"/>
                </a:cubicBezTo>
                <a:cubicBezTo>
                  <a:pt x="240343" y="28490"/>
                  <a:pt x="245928" y="26864"/>
                  <a:pt x="252103" y="26864"/>
                </a:cubicBezTo>
                <a:cubicBezTo>
                  <a:pt x="256627" y="26864"/>
                  <a:pt x="260657" y="27819"/>
                  <a:pt x="264192" y="29728"/>
                </a:cubicBezTo>
                <a:cubicBezTo>
                  <a:pt x="267726" y="31636"/>
                  <a:pt x="270601" y="34123"/>
                  <a:pt x="272816" y="37186"/>
                </a:cubicBezTo>
                <a:lnTo>
                  <a:pt x="272816" y="0"/>
                </a:lnTo>
                <a:lnTo>
                  <a:pt x="285471" y="0"/>
                </a:lnTo>
                <a:lnTo>
                  <a:pt x="285471" y="103640"/>
                </a:lnTo>
                <a:lnTo>
                  <a:pt x="273665" y="103640"/>
                </a:lnTo>
                <a:moveTo>
                  <a:pt x="233439" y="66136"/>
                </a:moveTo>
                <a:cubicBezTo>
                  <a:pt x="233439" y="75715"/>
                  <a:pt x="235465" y="82876"/>
                  <a:pt x="239519" y="87619"/>
                </a:cubicBezTo>
                <a:cubicBezTo>
                  <a:pt x="243572" y="92361"/>
                  <a:pt x="248356" y="94733"/>
                  <a:pt x="253870" y="94733"/>
                </a:cubicBezTo>
                <a:cubicBezTo>
                  <a:pt x="259431" y="94733"/>
                  <a:pt x="264156" y="92467"/>
                  <a:pt x="268045" y="87937"/>
                </a:cubicBezTo>
                <a:cubicBezTo>
                  <a:pt x="271933" y="83405"/>
                  <a:pt x="273877" y="76490"/>
                  <a:pt x="273877" y="67192"/>
                </a:cubicBezTo>
                <a:cubicBezTo>
                  <a:pt x="273877" y="56956"/>
                  <a:pt x="271897" y="49443"/>
                  <a:pt x="267938" y="44653"/>
                </a:cubicBezTo>
                <a:cubicBezTo>
                  <a:pt x="263979" y="39864"/>
                  <a:pt x="259101" y="37469"/>
                  <a:pt x="253304" y="37469"/>
                </a:cubicBezTo>
                <a:cubicBezTo>
                  <a:pt x="247649" y="37469"/>
                  <a:pt x="242924" y="39770"/>
                  <a:pt x="239130" y="44373"/>
                </a:cubicBezTo>
                <a:cubicBezTo>
                  <a:pt x="235336" y="48974"/>
                  <a:pt x="233439" y="56228"/>
                  <a:pt x="233439" y="66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PAGE_ENC">
            <a:extLst xmlns:a="http://schemas.openxmlformats.org/drawingml/2006/main">
              <a:ext uri="{FF2B5EF4-FFF2-40B4-BE49-F238E27FC236}">
                <a16:creationId xmlns:a16="http://schemas.microsoft.com/office/drawing/2014/main" id="{99914506-D696-4478-AA79-408DC513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007" y="2599471"/>
            <a:ext cx="913340" cy="161236"/>
          </a:xfrm>
          <a:custGeom xmlns:a="http://schemas.openxmlformats.org/drawingml/2006/main">
            <a:pathLst>
              <a:path w="913340" h="161236">
                <a:moveTo>
                  <a:pt x="0" y="126613"/>
                </a:moveTo>
                <a:lnTo>
                  <a:pt x="0" y="2206"/>
                </a:lnTo>
                <a:lnTo>
                  <a:pt x="46928" y="2206"/>
                </a:lnTo>
                <a:cubicBezTo>
                  <a:pt x="55188" y="2206"/>
                  <a:pt x="61496" y="2602"/>
                  <a:pt x="65852" y="3392"/>
                </a:cubicBezTo>
                <a:cubicBezTo>
                  <a:pt x="71962" y="4410"/>
                  <a:pt x="77082" y="6346"/>
                  <a:pt x="81212" y="9199"/>
                </a:cubicBezTo>
                <a:cubicBezTo>
                  <a:pt x="85342" y="12053"/>
                  <a:pt x="88666" y="16051"/>
                  <a:pt x="91183" y="21194"/>
                </a:cubicBezTo>
                <a:cubicBezTo>
                  <a:pt x="93701" y="26335"/>
                  <a:pt x="94960" y="31986"/>
                  <a:pt x="94960" y="38145"/>
                </a:cubicBezTo>
                <a:cubicBezTo>
                  <a:pt x="94960" y="48714"/>
                  <a:pt x="91594" y="57657"/>
                  <a:pt x="84861" y="64975"/>
                </a:cubicBezTo>
                <a:cubicBezTo>
                  <a:pt x="78129" y="72292"/>
                  <a:pt x="65966" y="75951"/>
                  <a:pt x="48371" y="75951"/>
                </a:cubicBezTo>
                <a:lnTo>
                  <a:pt x="16463" y="75951"/>
                </a:lnTo>
                <a:lnTo>
                  <a:pt x="16463" y="126613"/>
                </a:lnTo>
                <a:lnTo>
                  <a:pt x="0" y="126613"/>
                </a:lnTo>
                <a:moveTo>
                  <a:pt x="16463" y="61270"/>
                </a:moveTo>
                <a:lnTo>
                  <a:pt x="48626" y="61270"/>
                </a:lnTo>
                <a:cubicBezTo>
                  <a:pt x="59261" y="61270"/>
                  <a:pt x="66814" y="59294"/>
                  <a:pt x="71284" y="55343"/>
                </a:cubicBezTo>
                <a:cubicBezTo>
                  <a:pt x="75753" y="51390"/>
                  <a:pt x="77988" y="45827"/>
                  <a:pt x="77988" y="38654"/>
                </a:cubicBezTo>
                <a:cubicBezTo>
                  <a:pt x="77988" y="33460"/>
                  <a:pt x="76672" y="29014"/>
                  <a:pt x="74041" y="25315"/>
                </a:cubicBezTo>
                <a:cubicBezTo>
                  <a:pt x="71411" y="21617"/>
                  <a:pt x="67946" y="19174"/>
                  <a:pt x="63646" y="17988"/>
                </a:cubicBezTo>
                <a:cubicBezTo>
                  <a:pt x="60874" y="17254"/>
                  <a:pt x="55754" y="16887"/>
                  <a:pt x="48286" y="16887"/>
                </a:cubicBezTo>
                <a:lnTo>
                  <a:pt x="16463" y="16887"/>
                </a:lnTo>
                <a:lnTo>
                  <a:pt x="16463" y="61270"/>
                </a:lnTo>
                <a:close/>
                <a:moveTo>
                  <a:pt x="89358" y="126613"/>
                </a:moveTo>
                <a:lnTo>
                  <a:pt x="137135" y="2206"/>
                </a:lnTo>
                <a:lnTo>
                  <a:pt x="154871" y="2206"/>
                </a:lnTo>
                <a:lnTo>
                  <a:pt x="205788" y="126613"/>
                </a:lnTo>
                <a:lnTo>
                  <a:pt x="187034" y="126613"/>
                </a:lnTo>
                <a:lnTo>
                  <a:pt x="172522" y="89104"/>
                </a:lnTo>
                <a:lnTo>
                  <a:pt x="120502" y="89104"/>
                </a:lnTo>
                <a:lnTo>
                  <a:pt x="106840" y="126613"/>
                </a:lnTo>
                <a:lnTo>
                  <a:pt x="89358" y="126613"/>
                </a:lnTo>
                <a:moveTo>
                  <a:pt x="125255" y="75527"/>
                </a:moveTo>
                <a:lnTo>
                  <a:pt x="167431" y="75527"/>
                </a:lnTo>
                <a:lnTo>
                  <a:pt x="154447" y="41073"/>
                </a:lnTo>
                <a:cubicBezTo>
                  <a:pt x="150487" y="30607"/>
                  <a:pt x="147545" y="22007"/>
                  <a:pt x="145621" y="15275"/>
                </a:cubicBezTo>
                <a:cubicBezTo>
                  <a:pt x="144037" y="23252"/>
                  <a:pt x="141802" y="31172"/>
                  <a:pt x="138917" y="39036"/>
                </a:cubicBezTo>
                <a:lnTo>
                  <a:pt x="125255" y="75527"/>
                </a:lnTo>
                <a:close/>
                <a:moveTo>
                  <a:pt x="277158" y="77563"/>
                </a:moveTo>
                <a:lnTo>
                  <a:pt x="277158" y="63137"/>
                </a:lnTo>
                <a:lnTo>
                  <a:pt x="329857" y="63052"/>
                </a:lnTo>
                <a:lnTo>
                  <a:pt x="329857" y="109132"/>
                </a:lnTo>
                <a:cubicBezTo>
                  <a:pt x="321766" y="115609"/>
                  <a:pt x="313422" y="120482"/>
                  <a:pt x="304822" y="123749"/>
                </a:cubicBezTo>
                <a:cubicBezTo>
                  <a:pt x="296223" y="127016"/>
                  <a:pt x="287398" y="128650"/>
                  <a:pt x="278346" y="128650"/>
                </a:cubicBezTo>
                <a:cubicBezTo>
                  <a:pt x="266126" y="128650"/>
                  <a:pt x="255023" y="126033"/>
                  <a:pt x="245038" y="120800"/>
                </a:cubicBezTo>
                <a:cubicBezTo>
                  <a:pt x="235052" y="115567"/>
                  <a:pt x="227514" y="108000"/>
                  <a:pt x="222422" y="98100"/>
                </a:cubicBezTo>
                <a:cubicBezTo>
                  <a:pt x="217330" y="88199"/>
                  <a:pt x="214785" y="77139"/>
                  <a:pt x="214785" y="64919"/>
                </a:cubicBezTo>
                <a:cubicBezTo>
                  <a:pt x="214785" y="52812"/>
                  <a:pt x="217316" y="41511"/>
                  <a:pt x="222380" y="31017"/>
                </a:cubicBezTo>
                <a:cubicBezTo>
                  <a:pt x="227443" y="20522"/>
                  <a:pt x="234727" y="12729"/>
                  <a:pt x="244231" y="7638"/>
                </a:cubicBezTo>
                <a:cubicBezTo>
                  <a:pt x="253736" y="2546"/>
                  <a:pt x="264683" y="0"/>
                  <a:pt x="277073" y="0"/>
                </a:cubicBezTo>
                <a:cubicBezTo>
                  <a:pt x="286068" y="0"/>
                  <a:pt x="294201" y="1453"/>
                  <a:pt x="301470" y="4360"/>
                </a:cubicBezTo>
                <a:cubicBezTo>
                  <a:pt x="308740" y="7266"/>
                  <a:pt x="314440" y="11317"/>
                  <a:pt x="318570" y="16511"/>
                </a:cubicBezTo>
                <a:cubicBezTo>
                  <a:pt x="322700" y="21703"/>
                  <a:pt x="325840" y="28476"/>
                  <a:pt x="327990" y="36830"/>
                </a:cubicBezTo>
                <a:lnTo>
                  <a:pt x="313139" y="40903"/>
                </a:lnTo>
                <a:cubicBezTo>
                  <a:pt x="311272" y="34567"/>
                  <a:pt x="308952" y="29588"/>
                  <a:pt x="306180" y="25968"/>
                </a:cubicBezTo>
                <a:cubicBezTo>
                  <a:pt x="303408" y="22347"/>
                  <a:pt x="299448" y="19447"/>
                  <a:pt x="294300" y="17269"/>
                </a:cubicBezTo>
                <a:cubicBezTo>
                  <a:pt x="289151" y="15091"/>
                  <a:pt x="283437" y="14002"/>
                  <a:pt x="277158" y="14002"/>
                </a:cubicBezTo>
                <a:cubicBezTo>
                  <a:pt x="269633" y="14002"/>
                  <a:pt x="263127" y="15149"/>
                  <a:pt x="257640" y="17442"/>
                </a:cubicBezTo>
                <a:cubicBezTo>
                  <a:pt x="252152" y="19735"/>
                  <a:pt x="247725" y="22750"/>
                  <a:pt x="244359" y="26487"/>
                </a:cubicBezTo>
                <a:cubicBezTo>
                  <a:pt x="240993" y="30225"/>
                  <a:pt x="238376" y="34330"/>
                  <a:pt x="236509" y="38803"/>
                </a:cubicBezTo>
                <a:cubicBezTo>
                  <a:pt x="233341" y="46504"/>
                  <a:pt x="231757" y="54856"/>
                  <a:pt x="231757" y="63858"/>
                </a:cubicBezTo>
                <a:cubicBezTo>
                  <a:pt x="231757" y="74956"/>
                  <a:pt x="233666" y="84242"/>
                  <a:pt x="237485" y="91717"/>
                </a:cubicBezTo>
                <a:cubicBezTo>
                  <a:pt x="241304" y="99191"/>
                  <a:pt x="246862" y="104741"/>
                  <a:pt x="254160" y="108365"/>
                </a:cubicBezTo>
                <a:cubicBezTo>
                  <a:pt x="261458" y="111988"/>
                  <a:pt x="269209" y="113799"/>
                  <a:pt x="277412" y="113799"/>
                </a:cubicBezTo>
                <a:cubicBezTo>
                  <a:pt x="284541" y="113799"/>
                  <a:pt x="291499" y="112418"/>
                  <a:pt x="298288" y="109657"/>
                </a:cubicBezTo>
                <a:cubicBezTo>
                  <a:pt x="305077" y="106895"/>
                  <a:pt x="310225" y="103948"/>
                  <a:pt x="313733" y="100815"/>
                </a:cubicBezTo>
                <a:lnTo>
                  <a:pt x="313733" y="77563"/>
                </a:lnTo>
                <a:lnTo>
                  <a:pt x="277158" y="77563"/>
                </a:lnTo>
                <a:close/>
                <a:moveTo>
                  <a:pt x="354496" y="126613"/>
                </a:moveTo>
                <a:lnTo>
                  <a:pt x="354496" y="2206"/>
                </a:lnTo>
                <a:lnTo>
                  <a:pt x="444449" y="2206"/>
                </a:lnTo>
                <a:lnTo>
                  <a:pt x="444449" y="16887"/>
                </a:lnTo>
                <a:lnTo>
                  <a:pt x="370959" y="16887"/>
                </a:lnTo>
                <a:lnTo>
                  <a:pt x="370959" y="54990"/>
                </a:lnTo>
                <a:lnTo>
                  <a:pt x="439781" y="54990"/>
                </a:lnTo>
                <a:lnTo>
                  <a:pt x="439781" y="69417"/>
                </a:lnTo>
                <a:lnTo>
                  <a:pt x="370959" y="69417"/>
                </a:lnTo>
                <a:lnTo>
                  <a:pt x="370959" y="111932"/>
                </a:lnTo>
                <a:lnTo>
                  <a:pt x="447334" y="111932"/>
                </a:lnTo>
                <a:lnTo>
                  <a:pt x="447334" y="126613"/>
                </a:lnTo>
                <a:lnTo>
                  <a:pt x="354496" y="126613"/>
                </a:lnTo>
                <a:close/>
                <a:moveTo>
                  <a:pt x="454039" y="161236"/>
                </a:moveTo>
                <a:lnTo>
                  <a:pt x="454039" y="150205"/>
                </a:lnTo>
                <a:lnTo>
                  <a:pt x="555279" y="150205"/>
                </a:lnTo>
                <a:lnTo>
                  <a:pt x="555279" y="161236"/>
                </a:lnTo>
                <a:lnTo>
                  <a:pt x="454039" y="161236"/>
                </a:lnTo>
                <a:close/>
                <a:moveTo>
                  <a:pt x="567048" y="126613"/>
                </a:moveTo>
                <a:lnTo>
                  <a:pt x="567048" y="2206"/>
                </a:lnTo>
                <a:lnTo>
                  <a:pt x="657001" y="2206"/>
                </a:lnTo>
                <a:lnTo>
                  <a:pt x="657001" y="16887"/>
                </a:lnTo>
                <a:lnTo>
                  <a:pt x="583511" y="16887"/>
                </a:lnTo>
                <a:lnTo>
                  <a:pt x="583511" y="54990"/>
                </a:lnTo>
                <a:lnTo>
                  <a:pt x="652334" y="54990"/>
                </a:lnTo>
                <a:lnTo>
                  <a:pt x="652334" y="69417"/>
                </a:lnTo>
                <a:lnTo>
                  <a:pt x="583511" y="69417"/>
                </a:lnTo>
                <a:lnTo>
                  <a:pt x="583511" y="111932"/>
                </a:lnTo>
                <a:lnTo>
                  <a:pt x="659887" y="111932"/>
                </a:lnTo>
                <a:lnTo>
                  <a:pt x="659887" y="126613"/>
                </a:lnTo>
                <a:lnTo>
                  <a:pt x="567048" y="126613"/>
                </a:lnTo>
                <a:close/>
                <a:moveTo>
                  <a:pt x="682461" y="126613"/>
                </a:moveTo>
                <a:lnTo>
                  <a:pt x="682461" y="2206"/>
                </a:lnTo>
                <a:lnTo>
                  <a:pt x="699349" y="2206"/>
                </a:lnTo>
                <a:lnTo>
                  <a:pt x="764692" y="99882"/>
                </a:lnTo>
                <a:lnTo>
                  <a:pt x="764692" y="2206"/>
                </a:lnTo>
                <a:lnTo>
                  <a:pt x="780476" y="2206"/>
                </a:lnTo>
                <a:lnTo>
                  <a:pt x="780476" y="126613"/>
                </a:lnTo>
                <a:lnTo>
                  <a:pt x="763589" y="126613"/>
                </a:lnTo>
                <a:lnTo>
                  <a:pt x="698246" y="28853"/>
                </a:lnTo>
                <a:lnTo>
                  <a:pt x="698246" y="126613"/>
                </a:lnTo>
                <a:lnTo>
                  <a:pt x="682461" y="126613"/>
                </a:lnTo>
                <a:close/>
                <a:moveTo>
                  <a:pt x="896877" y="82825"/>
                </a:moveTo>
                <a:lnTo>
                  <a:pt x="913340" y="86983"/>
                </a:lnTo>
                <a:cubicBezTo>
                  <a:pt x="909889" y="100532"/>
                  <a:pt x="903680" y="110864"/>
                  <a:pt x="894713" y="117978"/>
                </a:cubicBezTo>
                <a:cubicBezTo>
                  <a:pt x="885746" y="125093"/>
                  <a:pt x="874785" y="128650"/>
                  <a:pt x="861829" y="128650"/>
                </a:cubicBezTo>
                <a:cubicBezTo>
                  <a:pt x="848421" y="128650"/>
                  <a:pt x="837517" y="125920"/>
                  <a:pt x="829115" y="120461"/>
                </a:cubicBezTo>
                <a:cubicBezTo>
                  <a:pt x="820714" y="115001"/>
                  <a:pt x="814321" y="107095"/>
                  <a:pt x="809937" y="96742"/>
                </a:cubicBezTo>
                <a:cubicBezTo>
                  <a:pt x="805552" y="86389"/>
                  <a:pt x="803360" y="75272"/>
                  <a:pt x="803360" y="63391"/>
                </a:cubicBezTo>
                <a:cubicBezTo>
                  <a:pt x="803360" y="50436"/>
                  <a:pt x="805835" y="39135"/>
                  <a:pt x="810785" y="29489"/>
                </a:cubicBezTo>
                <a:cubicBezTo>
                  <a:pt x="815736" y="19843"/>
                  <a:pt x="822779" y="12517"/>
                  <a:pt x="831916" y="7510"/>
                </a:cubicBezTo>
                <a:cubicBezTo>
                  <a:pt x="841052" y="2503"/>
                  <a:pt x="851109" y="0"/>
                  <a:pt x="862084" y="0"/>
                </a:cubicBezTo>
                <a:cubicBezTo>
                  <a:pt x="874530" y="0"/>
                  <a:pt x="884997" y="3168"/>
                  <a:pt x="893483" y="9504"/>
                </a:cubicBezTo>
                <a:cubicBezTo>
                  <a:pt x="901969" y="15841"/>
                  <a:pt x="907881" y="24751"/>
                  <a:pt x="911219" y="36236"/>
                </a:cubicBezTo>
                <a:lnTo>
                  <a:pt x="895010" y="40055"/>
                </a:lnTo>
                <a:cubicBezTo>
                  <a:pt x="892125" y="30973"/>
                  <a:pt x="887938" y="24360"/>
                  <a:pt x="882451" y="20218"/>
                </a:cubicBezTo>
                <a:cubicBezTo>
                  <a:pt x="876963" y="16074"/>
                  <a:pt x="870061" y="14002"/>
                  <a:pt x="861744" y="14002"/>
                </a:cubicBezTo>
                <a:cubicBezTo>
                  <a:pt x="852183" y="14002"/>
                  <a:pt x="844192" y="16298"/>
                  <a:pt x="837771" y="20889"/>
                </a:cubicBezTo>
                <a:cubicBezTo>
                  <a:pt x="831350" y="25479"/>
                  <a:pt x="826838" y="31642"/>
                  <a:pt x="824236" y="39378"/>
                </a:cubicBezTo>
                <a:cubicBezTo>
                  <a:pt x="821633" y="47113"/>
                  <a:pt x="820332" y="55088"/>
                  <a:pt x="820332" y="63304"/>
                </a:cubicBezTo>
                <a:cubicBezTo>
                  <a:pt x="820332" y="73901"/>
                  <a:pt x="821874" y="83153"/>
                  <a:pt x="824957" y="91059"/>
                </a:cubicBezTo>
                <a:cubicBezTo>
                  <a:pt x="828040" y="98965"/>
                  <a:pt x="832835" y="104874"/>
                  <a:pt x="839341" y="108784"/>
                </a:cubicBezTo>
                <a:cubicBezTo>
                  <a:pt x="845847" y="112693"/>
                  <a:pt x="852891" y="114648"/>
                  <a:pt x="860472" y="114648"/>
                </a:cubicBezTo>
                <a:cubicBezTo>
                  <a:pt x="869693" y="114648"/>
                  <a:pt x="877500" y="111975"/>
                  <a:pt x="883893" y="106628"/>
                </a:cubicBezTo>
                <a:cubicBezTo>
                  <a:pt x="890286" y="101282"/>
                  <a:pt x="894614" y="93347"/>
                  <a:pt x="896877" y="8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position">
            <a:extLst xmlns:a="http://schemas.openxmlformats.org/drawingml/2006/main">
              <a:ext uri="{FF2B5EF4-FFF2-40B4-BE49-F238E27FC236}">
                <a16:creationId xmlns:a16="http://schemas.microsoft.com/office/drawing/2014/main" id="{AB76914E-13CB-49EF-AE62-FC16587F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055" y="2815580"/>
            <a:ext cx="575506" cy="159030"/>
          </a:xfrm>
          <a:custGeom xmlns:a="http://schemas.openxmlformats.org/drawingml/2006/main">
            <a:pathLst>
              <a:path w="575506" h="159030">
                <a:moveTo>
                  <a:pt x="0" y="159030"/>
                </a:moveTo>
                <a:lnTo>
                  <a:pt x="0" y="34284"/>
                </a:lnTo>
                <a:lnTo>
                  <a:pt x="13917" y="34284"/>
                </a:lnTo>
                <a:lnTo>
                  <a:pt x="13917" y="45910"/>
                </a:lnTo>
                <a:cubicBezTo>
                  <a:pt x="17199" y="41356"/>
                  <a:pt x="20904" y="37940"/>
                  <a:pt x="25034" y="35663"/>
                </a:cubicBezTo>
                <a:cubicBezTo>
                  <a:pt x="29164" y="33386"/>
                  <a:pt x="34171" y="32247"/>
                  <a:pt x="40055" y="32247"/>
                </a:cubicBezTo>
                <a:cubicBezTo>
                  <a:pt x="47749" y="32247"/>
                  <a:pt x="54538" y="34227"/>
                  <a:pt x="60421" y="38188"/>
                </a:cubicBezTo>
                <a:cubicBezTo>
                  <a:pt x="66305" y="42148"/>
                  <a:pt x="70746" y="47734"/>
                  <a:pt x="73744" y="54948"/>
                </a:cubicBezTo>
                <a:cubicBezTo>
                  <a:pt x="76743" y="62161"/>
                  <a:pt x="78242" y="70067"/>
                  <a:pt x="78242" y="78666"/>
                </a:cubicBezTo>
                <a:cubicBezTo>
                  <a:pt x="78242" y="87888"/>
                  <a:pt x="76587" y="96190"/>
                  <a:pt x="73278" y="103573"/>
                </a:cubicBezTo>
                <a:cubicBezTo>
                  <a:pt x="69968" y="110956"/>
                  <a:pt x="65159" y="116614"/>
                  <a:pt x="58851" y="120545"/>
                </a:cubicBezTo>
                <a:cubicBezTo>
                  <a:pt x="52543" y="124477"/>
                  <a:pt x="45910" y="126443"/>
                  <a:pt x="38951" y="126443"/>
                </a:cubicBezTo>
                <a:cubicBezTo>
                  <a:pt x="33860" y="126443"/>
                  <a:pt x="29291" y="125354"/>
                  <a:pt x="25246" y="123176"/>
                </a:cubicBezTo>
                <a:cubicBezTo>
                  <a:pt x="21201" y="120996"/>
                  <a:pt x="17877" y="118244"/>
                  <a:pt x="15275" y="114918"/>
                </a:cubicBezTo>
                <a:lnTo>
                  <a:pt x="15275" y="159030"/>
                </a:lnTo>
                <a:lnTo>
                  <a:pt x="0" y="159030"/>
                </a:lnTo>
                <a:moveTo>
                  <a:pt x="13832" y="79727"/>
                </a:moveTo>
                <a:cubicBezTo>
                  <a:pt x="13832" y="91311"/>
                  <a:pt x="16180" y="99871"/>
                  <a:pt x="20876" y="105408"/>
                </a:cubicBezTo>
                <a:cubicBezTo>
                  <a:pt x="25572" y="110946"/>
                  <a:pt x="31257" y="113714"/>
                  <a:pt x="37933" y="113714"/>
                </a:cubicBezTo>
                <a:cubicBezTo>
                  <a:pt x="44722" y="113714"/>
                  <a:pt x="50535" y="110847"/>
                  <a:pt x="55372" y="105111"/>
                </a:cubicBezTo>
                <a:cubicBezTo>
                  <a:pt x="60209" y="99376"/>
                  <a:pt x="62628" y="90490"/>
                  <a:pt x="62628" y="78454"/>
                </a:cubicBezTo>
                <a:cubicBezTo>
                  <a:pt x="62628" y="66984"/>
                  <a:pt x="60266" y="58395"/>
                  <a:pt x="55542" y="52688"/>
                </a:cubicBezTo>
                <a:cubicBezTo>
                  <a:pt x="50818" y="46981"/>
                  <a:pt x="45175" y="44128"/>
                  <a:pt x="38612" y="44128"/>
                </a:cubicBezTo>
                <a:cubicBezTo>
                  <a:pt x="32106" y="44128"/>
                  <a:pt x="26349" y="47165"/>
                  <a:pt x="21343" y="53240"/>
                </a:cubicBezTo>
                <a:cubicBezTo>
                  <a:pt x="16336" y="59315"/>
                  <a:pt x="13832" y="68144"/>
                  <a:pt x="13832" y="79727"/>
                </a:cubicBezTo>
                <a:close/>
                <a:moveTo>
                  <a:pt x="90945" y="79345"/>
                </a:moveTo>
                <a:cubicBezTo>
                  <a:pt x="90945" y="62656"/>
                  <a:pt x="95584" y="50294"/>
                  <a:pt x="104862" y="42261"/>
                </a:cubicBezTo>
                <a:cubicBezTo>
                  <a:pt x="112613" y="35585"/>
                  <a:pt x="122060" y="32247"/>
                  <a:pt x="133206" y="32247"/>
                </a:cubicBezTo>
                <a:cubicBezTo>
                  <a:pt x="145595" y="32247"/>
                  <a:pt x="155722" y="36307"/>
                  <a:pt x="163586" y="44425"/>
                </a:cubicBezTo>
                <a:cubicBezTo>
                  <a:pt x="171450" y="52543"/>
                  <a:pt x="175382" y="63759"/>
                  <a:pt x="175382" y="78072"/>
                </a:cubicBezTo>
                <a:cubicBezTo>
                  <a:pt x="175382" y="89670"/>
                  <a:pt x="173642" y="98793"/>
                  <a:pt x="170163" y="105440"/>
                </a:cubicBezTo>
                <a:cubicBezTo>
                  <a:pt x="166683" y="112088"/>
                  <a:pt x="161620" y="117250"/>
                  <a:pt x="154973" y="120927"/>
                </a:cubicBezTo>
                <a:cubicBezTo>
                  <a:pt x="148325" y="124605"/>
                  <a:pt x="141069" y="126443"/>
                  <a:pt x="133206" y="126443"/>
                </a:cubicBezTo>
                <a:cubicBezTo>
                  <a:pt x="120590" y="126443"/>
                  <a:pt x="110392" y="122398"/>
                  <a:pt x="102613" y="114308"/>
                </a:cubicBezTo>
                <a:cubicBezTo>
                  <a:pt x="94834" y="106218"/>
                  <a:pt x="90945" y="94564"/>
                  <a:pt x="90945" y="79345"/>
                </a:cubicBezTo>
                <a:moveTo>
                  <a:pt x="106644" y="79303"/>
                </a:moveTo>
                <a:cubicBezTo>
                  <a:pt x="106644" y="90802"/>
                  <a:pt x="109162" y="99411"/>
                  <a:pt x="114197" y="105133"/>
                </a:cubicBezTo>
                <a:cubicBezTo>
                  <a:pt x="119232" y="110854"/>
                  <a:pt x="125568" y="113714"/>
                  <a:pt x="133206" y="113714"/>
                </a:cubicBezTo>
                <a:cubicBezTo>
                  <a:pt x="140787" y="113714"/>
                  <a:pt x="147095" y="110839"/>
                  <a:pt x="152130" y="105090"/>
                </a:cubicBezTo>
                <a:cubicBezTo>
                  <a:pt x="157165" y="99341"/>
                  <a:pt x="159682" y="90576"/>
                  <a:pt x="159682" y="78796"/>
                </a:cubicBezTo>
                <a:cubicBezTo>
                  <a:pt x="159682" y="67692"/>
                  <a:pt x="157151" y="59279"/>
                  <a:pt x="152087" y="53558"/>
                </a:cubicBezTo>
                <a:cubicBezTo>
                  <a:pt x="147024" y="47837"/>
                  <a:pt x="140730" y="44976"/>
                  <a:pt x="133206" y="44976"/>
                </a:cubicBezTo>
                <a:cubicBezTo>
                  <a:pt x="125568" y="44976"/>
                  <a:pt x="119232" y="47823"/>
                  <a:pt x="114197" y="53516"/>
                </a:cubicBezTo>
                <a:cubicBezTo>
                  <a:pt x="109162" y="59208"/>
                  <a:pt x="106644" y="67804"/>
                  <a:pt x="106644" y="79303"/>
                </a:cubicBezTo>
                <a:close/>
                <a:moveTo>
                  <a:pt x="187151" y="97421"/>
                </a:moveTo>
                <a:lnTo>
                  <a:pt x="202257" y="95045"/>
                </a:lnTo>
                <a:cubicBezTo>
                  <a:pt x="203105" y="101072"/>
                  <a:pt x="205467" y="105690"/>
                  <a:pt x="209343" y="108901"/>
                </a:cubicBezTo>
                <a:cubicBezTo>
                  <a:pt x="213218" y="112110"/>
                  <a:pt x="218635" y="113714"/>
                  <a:pt x="225593" y="113714"/>
                </a:cubicBezTo>
                <a:cubicBezTo>
                  <a:pt x="232609" y="113714"/>
                  <a:pt x="237813" y="112297"/>
                  <a:pt x="241208" y="109463"/>
                </a:cubicBezTo>
                <a:cubicBezTo>
                  <a:pt x="244602" y="106627"/>
                  <a:pt x="246300" y="103302"/>
                  <a:pt x="246300" y="99487"/>
                </a:cubicBezTo>
                <a:cubicBezTo>
                  <a:pt x="246300" y="96062"/>
                  <a:pt x="244800" y="93368"/>
                  <a:pt x="241802" y="91404"/>
                </a:cubicBezTo>
                <a:cubicBezTo>
                  <a:pt x="239709" y="90056"/>
                  <a:pt x="234504" y="88344"/>
                  <a:pt x="226187" y="86267"/>
                </a:cubicBezTo>
                <a:cubicBezTo>
                  <a:pt x="214986" y="83436"/>
                  <a:pt x="207221" y="80988"/>
                  <a:pt x="202893" y="78921"/>
                </a:cubicBezTo>
                <a:cubicBezTo>
                  <a:pt x="198565" y="76854"/>
                  <a:pt x="195284" y="73995"/>
                  <a:pt x="193049" y="70342"/>
                </a:cubicBezTo>
                <a:cubicBezTo>
                  <a:pt x="190814" y="66689"/>
                  <a:pt x="189697" y="62655"/>
                  <a:pt x="189697" y="58239"/>
                </a:cubicBezTo>
                <a:cubicBezTo>
                  <a:pt x="189697" y="54218"/>
                  <a:pt x="190616" y="50495"/>
                  <a:pt x="192455" y="47069"/>
                </a:cubicBezTo>
                <a:cubicBezTo>
                  <a:pt x="194294" y="43643"/>
                  <a:pt x="196797" y="40797"/>
                  <a:pt x="199965" y="38532"/>
                </a:cubicBezTo>
                <a:cubicBezTo>
                  <a:pt x="202341" y="36777"/>
                  <a:pt x="205580" y="35291"/>
                  <a:pt x="209682" y="34074"/>
                </a:cubicBezTo>
                <a:cubicBezTo>
                  <a:pt x="213784" y="32856"/>
                  <a:pt x="218182" y="32247"/>
                  <a:pt x="222878" y="32247"/>
                </a:cubicBezTo>
                <a:cubicBezTo>
                  <a:pt x="229950" y="32247"/>
                  <a:pt x="236159" y="33273"/>
                  <a:pt x="241505" y="35324"/>
                </a:cubicBezTo>
                <a:cubicBezTo>
                  <a:pt x="246851" y="37373"/>
                  <a:pt x="250797" y="40149"/>
                  <a:pt x="253343" y="43653"/>
                </a:cubicBezTo>
                <a:cubicBezTo>
                  <a:pt x="255889" y="47155"/>
                  <a:pt x="257643" y="51840"/>
                  <a:pt x="258605" y="57706"/>
                </a:cubicBezTo>
                <a:lnTo>
                  <a:pt x="243669" y="59742"/>
                </a:lnTo>
                <a:cubicBezTo>
                  <a:pt x="242990" y="55103"/>
                  <a:pt x="241024" y="51483"/>
                  <a:pt x="237771" y="48880"/>
                </a:cubicBezTo>
                <a:cubicBezTo>
                  <a:pt x="234518" y="46278"/>
                  <a:pt x="229921" y="44976"/>
                  <a:pt x="223981" y="44976"/>
                </a:cubicBezTo>
                <a:cubicBezTo>
                  <a:pt x="216966" y="44976"/>
                  <a:pt x="211959" y="46131"/>
                  <a:pt x="208961" y="48440"/>
                </a:cubicBezTo>
                <a:cubicBezTo>
                  <a:pt x="205962" y="50747"/>
                  <a:pt x="204463" y="53449"/>
                  <a:pt x="204463" y="56547"/>
                </a:cubicBezTo>
                <a:cubicBezTo>
                  <a:pt x="204463" y="58516"/>
                  <a:pt x="205085" y="60290"/>
                  <a:pt x="206330" y="61867"/>
                </a:cubicBezTo>
                <a:cubicBezTo>
                  <a:pt x="207575" y="63498"/>
                  <a:pt x="209526" y="64849"/>
                  <a:pt x="212185" y="65919"/>
                </a:cubicBezTo>
                <a:cubicBezTo>
                  <a:pt x="213713" y="66483"/>
                  <a:pt x="218211" y="67778"/>
                  <a:pt x="225678" y="69804"/>
                </a:cubicBezTo>
                <a:cubicBezTo>
                  <a:pt x="236484" y="72687"/>
                  <a:pt x="244023" y="75047"/>
                  <a:pt x="248294" y="76884"/>
                </a:cubicBezTo>
                <a:cubicBezTo>
                  <a:pt x="252565" y="78721"/>
                  <a:pt x="255917" y="81393"/>
                  <a:pt x="258350" y="84898"/>
                </a:cubicBezTo>
                <a:cubicBezTo>
                  <a:pt x="260783" y="88403"/>
                  <a:pt x="261999" y="92754"/>
                  <a:pt x="261999" y="97954"/>
                </a:cubicBezTo>
                <a:cubicBezTo>
                  <a:pt x="261999" y="103042"/>
                  <a:pt x="260514" y="107833"/>
                  <a:pt x="257544" y="112327"/>
                </a:cubicBezTo>
                <a:cubicBezTo>
                  <a:pt x="254574" y="116820"/>
                  <a:pt x="250288" y="120295"/>
                  <a:pt x="244687" y="122755"/>
                </a:cubicBezTo>
                <a:cubicBezTo>
                  <a:pt x="239086" y="125214"/>
                  <a:pt x="232750" y="126443"/>
                  <a:pt x="225678" y="126443"/>
                </a:cubicBezTo>
                <a:cubicBezTo>
                  <a:pt x="213967" y="126443"/>
                  <a:pt x="205043" y="124004"/>
                  <a:pt x="198905" y="119124"/>
                </a:cubicBezTo>
                <a:cubicBezTo>
                  <a:pt x="192766" y="114245"/>
                  <a:pt x="188849" y="107010"/>
                  <a:pt x="187151" y="97421"/>
                </a:cubicBezTo>
                <a:close/>
                <a:moveTo>
                  <a:pt x="280243" y="17651"/>
                </a:moveTo>
                <a:lnTo>
                  <a:pt x="280243" y="0"/>
                </a:lnTo>
                <a:lnTo>
                  <a:pt x="295518" y="0"/>
                </a:lnTo>
                <a:lnTo>
                  <a:pt x="295518" y="17651"/>
                </a:lnTo>
                <a:lnTo>
                  <a:pt x="280243" y="17651"/>
                </a:lnTo>
                <a:moveTo>
                  <a:pt x="280243" y="124407"/>
                </a:moveTo>
                <a:lnTo>
                  <a:pt x="280243" y="34284"/>
                </a:lnTo>
                <a:lnTo>
                  <a:pt x="295518" y="34284"/>
                </a:lnTo>
                <a:lnTo>
                  <a:pt x="295518" y="124407"/>
                </a:lnTo>
                <a:lnTo>
                  <a:pt x="280243" y="124407"/>
                </a:lnTo>
                <a:close/>
                <a:moveTo>
                  <a:pt x="352091" y="110914"/>
                </a:moveTo>
                <a:lnTo>
                  <a:pt x="354298" y="124407"/>
                </a:lnTo>
                <a:cubicBezTo>
                  <a:pt x="349998" y="125199"/>
                  <a:pt x="346151" y="125595"/>
                  <a:pt x="342757" y="125595"/>
                </a:cubicBezTo>
                <a:cubicBezTo>
                  <a:pt x="337212" y="125595"/>
                  <a:pt x="332913" y="124718"/>
                  <a:pt x="329858" y="122964"/>
                </a:cubicBezTo>
                <a:cubicBezTo>
                  <a:pt x="326803" y="121210"/>
                  <a:pt x="324653" y="118905"/>
                  <a:pt x="323408" y="116048"/>
                </a:cubicBezTo>
                <a:cubicBezTo>
                  <a:pt x="322164" y="113191"/>
                  <a:pt x="321541" y="107180"/>
                  <a:pt x="321541" y="98015"/>
                </a:cubicBezTo>
                <a:lnTo>
                  <a:pt x="321541" y="46165"/>
                </a:lnTo>
                <a:lnTo>
                  <a:pt x="310340" y="46165"/>
                </a:lnTo>
                <a:lnTo>
                  <a:pt x="310340" y="34284"/>
                </a:lnTo>
                <a:lnTo>
                  <a:pt x="321541" y="34284"/>
                </a:lnTo>
                <a:lnTo>
                  <a:pt x="321541" y="11904"/>
                </a:lnTo>
                <a:lnTo>
                  <a:pt x="336732" y="2716"/>
                </a:lnTo>
                <a:lnTo>
                  <a:pt x="336732" y="34284"/>
                </a:lnTo>
                <a:lnTo>
                  <a:pt x="352091" y="34284"/>
                </a:lnTo>
                <a:lnTo>
                  <a:pt x="352091" y="46165"/>
                </a:lnTo>
                <a:lnTo>
                  <a:pt x="336732" y="46165"/>
                </a:lnTo>
                <a:lnTo>
                  <a:pt x="336732" y="98863"/>
                </a:lnTo>
                <a:cubicBezTo>
                  <a:pt x="336732" y="103220"/>
                  <a:pt x="337000" y="106020"/>
                  <a:pt x="337538" y="107265"/>
                </a:cubicBezTo>
                <a:cubicBezTo>
                  <a:pt x="338075" y="108509"/>
                  <a:pt x="338952" y="109499"/>
                  <a:pt x="340168" y="110235"/>
                </a:cubicBezTo>
                <a:cubicBezTo>
                  <a:pt x="341385" y="110970"/>
                  <a:pt x="343124" y="111338"/>
                  <a:pt x="345387" y="111338"/>
                </a:cubicBezTo>
                <a:cubicBezTo>
                  <a:pt x="347085" y="111338"/>
                  <a:pt x="349319" y="111197"/>
                  <a:pt x="352091" y="110914"/>
                </a:cubicBezTo>
                <a:close/>
                <a:moveTo>
                  <a:pt x="367142" y="17651"/>
                </a:moveTo>
                <a:lnTo>
                  <a:pt x="367142" y="0"/>
                </a:lnTo>
                <a:lnTo>
                  <a:pt x="382417" y="0"/>
                </a:lnTo>
                <a:lnTo>
                  <a:pt x="382417" y="17651"/>
                </a:lnTo>
                <a:lnTo>
                  <a:pt x="367142" y="17651"/>
                </a:lnTo>
                <a:moveTo>
                  <a:pt x="367142" y="124407"/>
                </a:moveTo>
                <a:lnTo>
                  <a:pt x="367142" y="34284"/>
                </a:lnTo>
                <a:lnTo>
                  <a:pt x="382417" y="34284"/>
                </a:lnTo>
                <a:lnTo>
                  <a:pt x="382417" y="124407"/>
                </a:lnTo>
                <a:lnTo>
                  <a:pt x="367142" y="124407"/>
                </a:lnTo>
                <a:close/>
                <a:moveTo>
                  <a:pt x="399954" y="79345"/>
                </a:moveTo>
                <a:cubicBezTo>
                  <a:pt x="399954" y="62656"/>
                  <a:pt x="404593" y="50294"/>
                  <a:pt x="413871" y="42261"/>
                </a:cubicBezTo>
                <a:cubicBezTo>
                  <a:pt x="421622" y="35585"/>
                  <a:pt x="431070" y="32247"/>
                  <a:pt x="442215" y="32247"/>
                </a:cubicBezTo>
                <a:cubicBezTo>
                  <a:pt x="454605" y="32247"/>
                  <a:pt x="464732" y="36307"/>
                  <a:pt x="472595" y="44425"/>
                </a:cubicBezTo>
                <a:cubicBezTo>
                  <a:pt x="480459" y="52543"/>
                  <a:pt x="484391" y="63759"/>
                  <a:pt x="484391" y="78072"/>
                </a:cubicBezTo>
                <a:cubicBezTo>
                  <a:pt x="484391" y="89670"/>
                  <a:pt x="482651" y="98793"/>
                  <a:pt x="479172" y="105440"/>
                </a:cubicBezTo>
                <a:cubicBezTo>
                  <a:pt x="475693" y="112088"/>
                  <a:pt x="470629" y="117250"/>
                  <a:pt x="463982" y="120927"/>
                </a:cubicBezTo>
                <a:cubicBezTo>
                  <a:pt x="457335" y="124605"/>
                  <a:pt x="450079" y="126443"/>
                  <a:pt x="442215" y="126443"/>
                </a:cubicBezTo>
                <a:cubicBezTo>
                  <a:pt x="429599" y="126443"/>
                  <a:pt x="419402" y="122398"/>
                  <a:pt x="411623" y="114308"/>
                </a:cubicBezTo>
                <a:cubicBezTo>
                  <a:pt x="403844" y="106218"/>
                  <a:pt x="399954" y="94564"/>
                  <a:pt x="399954" y="79345"/>
                </a:cubicBezTo>
                <a:moveTo>
                  <a:pt x="415653" y="79303"/>
                </a:moveTo>
                <a:cubicBezTo>
                  <a:pt x="415653" y="90802"/>
                  <a:pt x="418171" y="99411"/>
                  <a:pt x="423206" y="105133"/>
                </a:cubicBezTo>
                <a:cubicBezTo>
                  <a:pt x="428241" y="110854"/>
                  <a:pt x="434578" y="113714"/>
                  <a:pt x="442215" y="113714"/>
                </a:cubicBezTo>
                <a:cubicBezTo>
                  <a:pt x="449796" y="113714"/>
                  <a:pt x="456104" y="110839"/>
                  <a:pt x="461139" y="105090"/>
                </a:cubicBezTo>
                <a:cubicBezTo>
                  <a:pt x="466174" y="99341"/>
                  <a:pt x="468692" y="90576"/>
                  <a:pt x="468692" y="78796"/>
                </a:cubicBezTo>
                <a:cubicBezTo>
                  <a:pt x="468692" y="67692"/>
                  <a:pt x="466160" y="59279"/>
                  <a:pt x="461097" y="53558"/>
                </a:cubicBezTo>
                <a:cubicBezTo>
                  <a:pt x="456033" y="47837"/>
                  <a:pt x="449739" y="44976"/>
                  <a:pt x="442215" y="44976"/>
                </a:cubicBezTo>
                <a:cubicBezTo>
                  <a:pt x="434578" y="44976"/>
                  <a:pt x="428241" y="47823"/>
                  <a:pt x="423206" y="53516"/>
                </a:cubicBezTo>
                <a:cubicBezTo>
                  <a:pt x="418171" y="59208"/>
                  <a:pt x="415653" y="67804"/>
                  <a:pt x="415653" y="79303"/>
                </a:cubicBezTo>
                <a:close/>
                <a:moveTo>
                  <a:pt x="502270" y="124407"/>
                </a:moveTo>
                <a:lnTo>
                  <a:pt x="502270" y="34284"/>
                </a:lnTo>
                <a:lnTo>
                  <a:pt x="516018" y="34284"/>
                </a:lnTo>
                <a:lnTo>
                  <a:pt x="516018" y="47013"/>
                </a:lnTo>
                <a:cubicBezTo>
                  <a:pt x="522637" y="37169"/>
                  <a:pt x="532198" y="32247"/>
                  <a:pt x="544701" y="32247"/>
                </a:cubicBezTo>
                <a:cubicBezTo>
                  <a:pt x="550132" y="32247"/>
                  <a:pt x="555125" y="33223"/>
                  <a:pt x="559679" y="35175"/>
                </a:cubicBezTo>
                <a:cubicBezTo>
                  <a:pt x="564233" y="37127"/>
                  <a:pt x="567642" y="39687"/>
                  <a:pt x="569905" y="42855"/>
                </a:cubicBezTo>
                <a:cubicBezTo>
                  <a:pt x="572168" y="46023"/>
                  <a:pt x="573752" y="49785"/>
                  <a:pt x="574657" y="54142"/>
                </a:cubicBezTo>
                <a:cubicBezTo>
                  <a:pt x="575223" y="56970"/>
                  <a:pt x="575506" y="61920"/>
                  <a:pt x="575506" y="68992"/>
                </a:cubicBezTo>
                <a:lnTo>
                  <a:pt x="575506" y="124407"/>
                </a:lnTo>
                <a:lnTo>
                  <a:pt x="560231" y="124407"/>
                </a:lnTo>
                <a:lnTo>
                  <a:pt x="560231" y="69528"/>
                </a:lnTo>
                <a:cubicBezTo>
                  <a:pt x="560231" y="63298"/>
                  <a:pt x="559637" y="58639"/>
                  <a:pt x="558449" y="55552"/>
                </a:cubicBezTo>
                <a:cubicBezTo>
                  <a:pt x="557261" y="52466"/>
                  <a:pt x="555153" y="50002"/>
                  <a:pt x="552127" y="48161"/>
                </a:cubicBezTo>
                <a:cubicBezTo>
                  <a:pt x="549100" y="46321"/>
                  <a:pt x="545550" y="45401"/>
                  <a:pt x="541476" y="45401"/>
                </a:cubicBezTo>
                <a:cubicBezTo>
                  <a:pt x="534970" y="45401"/>
                  <a:pt x="529355" y="47468"/>
                  <a:pt x="524631" y="51604"/>
                </a:cubicBezTo>
                <a:cubicBezTo>
                  <a:pt x="519908" y="55737"/>
                  <a:pt x="517546" y="63581"/>
                  <a:pt x="517546" y="75134"/>
                </a:cubicBezTo>
                <a:lnTo>
                  <a:pt x="517546" y="124407"/>
                </a:lnTo>
                <a:lnTo>
                  <a:pt x="502270" y="124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C9B09-9029-408F-9A0B-71BD5E56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410" y="2403893"/>
            <a:ext cx="444784" cy="168448"/>
          </a:xfrm>
          <a:custGeom xmlns:a="http://schemas.openxmlformats.org/drawingml/2006/main">
            <a:pathLst>
              <a:path w="444784" h="168448" fill="none">
                <a:moveTo>
                  <a:pt x="444784" y="168448"/>
                </a:moveTo>
                <a:lnTo>
                  <a:pt x="444784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C6C5C-8263-46B7-8321-410F82DE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24" y="2357102"/>
            <a:ext cx="93582" cy="93582"/>
          </a:xfrm>
          <a:custGeom xmlns:a="http://schemas.openxmlformats.org/drawingml/2006/main">
            <a:pathLst>
              <a:path w="93582" h="93582">
                <a:moveTo>
                  <a:pt x="0" y="46791"/>
                </a:moveTo>
                <a:lnTo>
                  <a:pt x="93582" y="0"/>
                </a:lnTo>
                <a:lnTo>
                  <a:pt x="70187" y="46791"/>
                </a:lnTo>
                <a:lnTo>
                  <a:pt x="93582" y="93582"/>
                </a:lnTo>
                <a:lnTo>
                  <a:pt x="0" y="467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48808-B477-425A-8B98-9D7CA939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24" y="2357102"/>
            <a:ext cx="93582" cy="93582"/>
          </a:xfrm>
          <a:custGeom xmlns:a="http://schemas.openxmlformats.org/drawingml/2006/main">
            <a:pathLst>
              <a:path w="93582" h="93582" fill="none">
                <a:moveTo>
                  <a:pt x="0" y="46791"/>
                </a:moveTo>
                <a:lnTo>
                  <a:pt x="93582" y="0"/>
                </a:lnTo>
                <a:lnTo>
                  <a:pt x="70187" y="46791"/>
                </a:lnTo>
                <a:lnTo>
                  <a:pt x="93582" y="93582"/>
                </a:lnTo>
                <a:lnTo>
                  <a:pt x="0" y="467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72705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2026-09-08T02:24:38.5850000Z</dcterms:created>
  <dcterms:modified xsi:type="dcterms:W3CDTF">2026-09-08T02:24:38.5850000Z</dcterms:modified>
</coreProperties>
</file>