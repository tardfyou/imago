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c5c11558f9940e6" /><Relationship Type="http://schemas.openxmlformats.org/officeDocument/2006/relationships/extended-properties" Target="/docProps/app.xml" Id="Rccc1382df5344da9" /><Relationship Type="http://schemas.openxmlformats.org/officeDocument/2006/relationships/officeDocument" Target="/ppt/presentation.xml" Id="R9427853f4dc0417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856c7aedfa14358"/>
  </p:sldMasterIdLst>
  <p:notesMasterIdLst>
    <p:notesMasterId xmlns:r="http://schemas.openxmlformats.org/officeDocument/2006/relationships" r:id="Rc166796e2b9049f4"/>
  </p:notesMasterIdLst>
  <p:sldIdLst>
    <p:sldId xmlns:r="http://schemas.openxmlformats.org/officeDocument/2006/relationships" id="256" r:id="Ra83d33c2013a48a2"/>
  </p:sldIdLst>
  <p:sldSz cx="7000875" cy="27432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9a46e87a265420d" /><Relationship Type="http://schemas.openxmlformats.org/officeDocument/2006/relationships/slideMaster" Target="/ppt/slideMasters/slideMaster1.xml" Id="R7856c7aedfa14358" /><Relationship Type="http://schemas.openxmlformats.org/officeDocument/2006/relationships/notesMaster" Target="/ppt/notesMasters/notesMaster1.xml" Id="Rc166796e2b9049f4" /><Relationship Type="http://schemas.openxmlformats.org/officeDocument/2006/relationships/presProps" Target="/ppt/presProps.xml" Id="R97b2d5fdb6854902" /><Relationship Type="http://schemas.openxmlformats.org/officeDocument/2006/relationships/tableStyles" Target="/ppt/tableStyles.xml" Id="Ra0ee68bcc08d4b79" /><Relationship Type="http://schemas.openxmlformats.org/officeDocument/2006/relationships/slide" Target="/ppt/slides/slide1.xml" Id="Ra83d33c2013a48a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d897aec420b472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9d55cca5cdf4db7" /><Relationship Type="http://schemas.openxmlformats.org/officeDocument/2006/relationships/notesMaster" Target="/ppt/notesMasters/notesMaster1.xml" Id="R28ff3309450b4039" /></Relationships>
</file>

<file path=ppt/notesSlides/notesSlide1.xml><?xml version="1.0" encoding="utf-8"?>
<ns0:notes xmlns:ns0="http://schemas.openxmlformats.org/presentationml/2006/main" xmlns:ns1="http://schemas.openxmlformats.org/drawingml/2006/main">
  <ns0:cSld>
    <ns0:spTree>
      <ns0:nvGrpSpPr>
        <ns0:cNvPr id="1" name=""/>
        <ns0:cNvGrpSpPr/>
        <ns0:nvPr/>
      </ns0:nvGrpSpPr>
      <ns0:grpSpPr>
        <ns1:xfrm/>
      </ns0:grpSpPr>
      <ns0:sp>
        <ns0:nvSpPr>
          <ns0:cNvPr id="2" name="Slide Image Placeholder 1"/>
          <ns0:cNvSpPr>
            <ns1:spLocks noGrp="1"/>
          </ns0:cNvSpPr>
          <ns0:nvPr>
            <ns0:ph type="sldImg" idx="0"/>
          </ns0:nvPr>
        </ns0:nvSpPr>
        <ns0:spPr/>
      </ns0:sp>
      <ns0:sp>
        <ns0:nvSpPr>
          <ns0:cNvPr id="3" name="Notes Placeholder 2"/>
          <ns0:cNvSpPr>
            <ns1:spLocks noGrp="1"/>
          </ns0:cNvSpPr>
          <ns0:nvPr>
            <ns0:ph type="body" idx="1"/>
          </ns0:nvPr>
        </ns0:nvSpPr>
        <ns0:spPr/>
        <ns0:txBody>
          <ns1:bodyPr/>
          <ns1:lstStyle/>
          <ns1:p>
            <ns1:r>
              <ns1:t>素材ID：SEC-051</ns1:t>
            </ns1:r>
          </ns1:p>
          <ns1:p>
            <ns1:r>
              <ns1:t>论文：Phoenix: Rowhammer Attacks on DDR5 with Self-Correcting Synchronization</ns1:t>
            </ns1:r>
          </ns1:p>
          <ns1:p>
            <ns1:r>
              <ns1:t>会议：IEEE S&amp;P 2026</ns1:t>
            </ns1:r>
          </ns1:p>
          <ns1:p>
            <ns1:r>
              <ns1:t>奖项：Distinguished Paper Award</ns1:t>
            </ns1:r>
          </ns1:p>
          <ns1:p>
            <ns1:r>
              <ns1:t>图号：Figure 1，PDF第2页</ns1:t>
            </ns1:r>
          </ns1:p>
          <ns1:p>
            <ns1:r>
              <ns1:t>类型：系统架构</ns1:t>
            </ns1:r>
          </ns1:p>
          <ns1:p>
            <ns1:r>
              <ns1:t>借鉴点：从内存通道、DIMM、Bank Group逐级放大到行缓冲和单元阵列，黑色扇面表达跨尺度结构，适合硬件及层级系统简介。</ns1:t>
            </ns1:r>
          </ns1:p>
          <ns1:p>
            <ns1:r>
              <ns1:t>论文URL：https://comsec-files.ethz.ch/papers/phoenix_sp26.pdf</ns1:t>
            </ns1:r>
          </ns1:p>
          <ns1:p>
            <ns1:r>
              <ns1:t>官方获奖URL：https://sp2026.ieee-security.org/awards_papers.html</ns1:t>
            </ns1:r>
          </ns1:p>
          <ns1:p>
            <ns1:r>
              <ns1:t>原始论文与绘图来源：见本页论文链接及仓库 catalog/papers.md。</ns1:t>
            </ns1:r>
          </ns1:p>
        </ns0:txBody>
      </ns0:sp>
      <ns0:sp>
        <ns0:nvSpPr>
          <ns0:cNvPr id="4" name="Slide Number Placeholder 3"/>
          <ns0:cNvSpPr>
            <ns1:spLocks noGrp="1"/>
          </ns0:cNvSpPr>
          <ns0:nvPr>
            <ns0:ph type="sldNum" idx="5"/>
          </ns0:nvPr>
        </ns0:nvSpPr>
        <ns0:spPr/>
        <ns0:txBody>
          <ns1:bodyPr/>
          <ns1:lstStyle/>
          <ns1:p/>
        </ns0:txBody>
      </ns0:sp>
    </ns0:spTree>
  </ns0:cSld>
  <ns0:clrMapOvr>
    <ns1:masterClrMapping/>
  </ns0:clrMapOvr>
</ns0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3bb44885b84400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d6d61b4d11c46d4" /><Relationship Type="http://schemas.openxmlformats.org/officeDocument/2006/relationships/slideLayout" Target="/ppt/slideLayouts/slideLayout1.xml" Id="R9d31d936182d4dd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d31d936182d4dd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11475aa03084403" /><Relationship Type="http://schemas.openxmlformats.org/officeDocument/2006/relationships/notesSlide" Target="/ppt/notesSlides/notesSlide1.xml" Id="R17591aac2e564393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C3C3EC6-BB60-49F2-9A4C-DBFAD96D7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8388" y="157886"/>
            <a:ext cx="1829725" cy="2496251"/>
          </a:xfrm>
          <a:custGeom xmlns:a="http://schemas.openxmlformats.org/drawingml/2006/main">
            <a:pathLst>
              <a:path w="1829725" h="2496251">
                <a:moveTo>
                  <a:pt x="1829725" y="0"/>
                </a:moveTo>
                <a:lnTo>
                  <a:pt x="0" y="0"/>
                </a:lnTo>
                <a:lnTo>
                  <a:pt x="0" y="2496251"/>
                </a:lnTo>
                <a:lnTo>
                  <a:pt x="1829725" y="2496251"/>
                </a:lnTo>
                <a:lnTo>
                  <a:pt x="1829725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AC3658A-032C-4523-B594-29AE5D8D0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4593" y="144090"/>
            <a:ext cx="1857316" cy="2523843"/>
          </a:xfrm>
          <a:custGeom xmlns:a="http://schemas.openxmlformats.org/drawingml/2006/main">
            <a:pathLst>
              <a:path w="1857316" h="2523843">
                <a:moveTo>
                  <a:pt x="0" y="59096"/>
                </a:moveTo>
                <a:lnTo>
                  <a:pt x="0" y="86659"/>
                </a:lnTo>
                <a:lnTo>
                  <a:pt x="27563" y="86659"/>
                </a:lnTo>
                <a:lnTo>
                  <a:pt x="27563" y="59096"/>
                </a:lnTo>
                <a:lnTo>
                  <a:pt x="0" y="59096"/>
                </a:lnTo>
                <a:close/>
                <a:moveTo>
                  <a:pt x="0" y="114251"/>
                </a:moveTo>
                <a:lnTo>
                  <a:pt x="0" y="141814"/>
                </a:lnTo>
                <a:lnTo>
                  <a:pt x="27563" y="141814"/>
                </a:lnTo>
                <a:lnTo>
                  <a:pt x="27563" y="114251"/>
                </a:lnTo>
                <a:lnTo>
                  <a:pt x="0" y="114251"/>
                </a:lnTo>
                <a:close/>
                <a:moveTo>
                  <a:pt x="0" y="169405"/>
                </a:moveTo>
                <a:lnTo>
                  <a:pt x="0" y="196968"/>
                </a:lnTo>
                <a:lnTo>
                  <a:pt x="27563" y="196968"/>
                </a:lnTo>
                <a:lnTo>
                  <a:pt x="27563" y="169405"/>
                </a:lnTo>
                <a:lnTo>
                  <a:pt x="0" y="169405"/>
                </a:lnTo>
                <a:close/>
                <a:moveTo>
                  <a:pt x="0" y="224559"/>
                </a:moveTo>
                <a:lnTo>
                  <a:pt x="0" y="252122"/>
                </a:lnTo>
                <a:lnTo>
                  <a:pt x="27563" y="252122"/>
                </a:lnTo>
                <a:lnTo>
                  <a:pt x="27563" y="224559"/>
                </a:lnTo>
                <a:lnTo>
                  <a:pt x="0" y="224559"/>
                </a:lnTo>
                <a:close/>
                <a:moveTo>
                  <a:pt x="0" y="279714"/>
                </a:moveTo>
                <a:lnTo>
                  <a:pt x="0" y="307277"/>
                </a:lnTo>
                <a:lnTo>
                  <a:pt x="27563" y="307277"/>
                </a:lnTo>
                <a:lnTo>
                  <a:pt x="27563" y="279714"/>
                </a:lnTo>
                <a:lnTo>
                  <a:pt x="0" y="279714"/>
                </a:lnTo>
                <a:close/>
                <a:moveTo>
                  <a:pt x="0" y="334840"/>
                </a:moveTo>
                <a:lnTo>
                  <a:pt x="0" y="362403"/>
                </a:lnTo>
                <a:lnTo>
                  <a:pt x="27563" y="362403"/>
                </a:lnTo>
                <a:lnTo>
                  <a:pt x="27563" y="334840"/>
                </a:lnTo>
                <a:lnTo>
                  <a:pt x="0" y="334840"/>
                </a:lnTo>
                <a:close/>
                <a:moveTo>
                  <a:pt x="0" y="389994"/>
                </a:moveTo>
                <a:lnTo>
                  <a:pt x="0" y="417558"/>
                </a:lnTo>
                <a:lnTo>
                  <a:pt x="27563" y="417558"/>
                </a:lnTo>
                <a:lnTo>
                  <a:pt x="27563" y="389994"/>
                </a:lnTo>
                <a:lnTo>
                  <a:pt x="0" y="389994"/>
                </a:lnTo>
                <a:close/>
                <a:moveTo>
                  <a:pt x="0" y="472712"/>
                </a:moveTo>
                <a:lnTo>
                  <a:pt x="27563" y="472712"/>
                </a:lnTo>
                <a:lnTo>
                  <a:pt x="27563" y="445149"/>
                </a:lnTo>
                <a:lnTo>
                  <a:pt x="0" y="445149"/>
                </a:lnTo>
                <a:lnTo>
                  <a:pt x="0" y="472712"/>
                </a:lnTo>
                <a:close/>
                <a:moveTo>
                  <a:pt x="0" y="527866"/>
                </a:moveTo>
                <a:lnTo>
                  <a:pt x="27563" y="527866"/>
                </a:lnTo>
                <a:lnTo>
                  <a:pt x="27563" y="500303"/>
                </a:lnTo>
                <a:lnTo>
                  <a:pt x="0" y="500303"/>
                </a:lnTo>
                <a:lnTo>
                  <a:pt x="0" y="527866"/>
                </a:lnTo>
                <a:close/>
                <a:moveTo>
                  <a:pt x="0" y="555430"/>
                </a:moveTo>
                <a:lnTo>
                  <a:pt x="0" y="582993"/>
                </a:lnTo>
                <a:lnTo>
                  <a:pt x="27563" y="582993"/>
                </a:lnTo>
                <a:lnTo>
                  <a:pt x="27563" y="555430"/>
                </a:lnTo>
                <a:lnTo>
                  <a:pt x="0" y="555430"/>
                </a:lnTo>
                <a:close/>
                <a:moveTo>
                  <a:pt x="0" y="610584"/>
                </a:moveTo>
                <a:lnTo>
                  <a:pt x="0" y="638147"/>
                </a:lnTo>
                <a:lnTo>
                  <a:pt x="27563" y="638147"/>
                </a:lnTo>
                <a:lnTo>
                  <a:pt x="27563" y="610584"/>
                </a:lnTo>
                <a:lnTo>
                  <a:pt x="0" y="610584"/>
                </a:lnTo>
                <a:close/>
                <a:moveTo>
                  <a:pt x="0" y="665738"/>
                </a:moveTo>
                <a:lnTo>
                  <a:pt x="0" y="693302"/>
                </a:lnTo>
                <a:lnTo>
                  <a:pt x="27563" y="693302"/>
                </a:lnTo>
                <a:lnTo>
                  <a:pt x="27563" y="665738"/>
                </a:lnTo>
                <a:lnTo>
                  <a:pt x="0" y="665738"/>
                </a:lnTo>
                <a:close/>
                <a:moveTo>
                  <a:pt x="0" y="969045"/>
                </a:moveTo>
                <a:lnTo>
                  <a:pt x="27563" y="969045"/>
                </a:lnTo>
                <a:lnTo>
                  <a:pt x="27563" y="941482"/>
                </a:lnTo>
                <a:lnTo>
                  <a:pt x="0" y="941482"/>
                </a:lnTo>
                <a:lnTo>
                  <a:pt x="0" y="969045"/>
                </a:lnTo>
                <a:close/>
                <a:moveTo>
                  <a:pt x="0" y="1024200"/>
                </a:moveTo>
                <a:lnTo>
                  <a:pt x="27563" y="1024200"/>
                </a:lnTo>
                <a:lnTo>
                  <a:pt x="27563" y="996637"/>
                </a:lnTo>
                <a:lnTo>
                  <a:pt x="0" y="996637"/>
                </a:lnTo>
                <a:lnTo>
                  <a:pt x="0" y="1024200"/>
                </a:lnTo>
                <a:close/>
                <a:moveTo>
                  <a:pt x="0" y="1051763"/>
                </a:moveTo>
                <a:lnTo>
                  <a:pt x="0" y="1079326"/>
                </a:lnTo>
                <a:lnTo>
                  <a:pt x="27563" y="1079326"/>
                </a:lnTo>
                <a:lnTo>
                  <a:pt x="27563" y="1051763"/>
                </a:lnTo>
                <a:lnTo>
                  <a:pt x="0" y="1051763"/>
                </a:lnTo>
                <a:close/>
                <a:moveTo>
                  <a:pt x="0" y="1106917"/>
                </a:moveTo>
                <a:lnTo>
                  <a:pt x="0" y="1134481"/>
                </a:lnTo>
                <a:lnTo>
                  <a:pt x="27563" y="1134481"/>
                </a:lnTo>
                <a:lnTo>
                  <a:pt x="27563" y="1106917"/>
                </a:lnTo>
                <a:lnTo>
                  <a:pt x="0" y="1106917"/>
                </a:lnTo>
                <a:close/>
                <a:moveTo>
                  <a:pt x="0" y="1162072"/>
                </a:moveTo>
                <a:lnTo>
                  <a:pt x="0" y="1189635"/>
                </a:lnTo>
                <a:lnTo>
                  <a:pt x="27563" y="1189635"/>
                </a:lnTo>
                <a:lnTo>
                  <a:pt x="27563" y="1162072"/>
                </a:lnTo>
                <a:lnTo>
                  <a:pt x="0" y="1162072"/>
                </a:lnTo>
                <a:close/>
                <a:moveTo>
                  <a:pt x="0" y="1244789"/>
                </a:moveTo>
                <a:lnTo>
                  <a:pt x="27563" y="1244789"/>
                </a:lnTo>
                <a:lnTo>
                  <a:pt x="27563" y="1217226"/>
                </a:lnTo>
                <a:lnTo>
                  <a:pt x="0" y="1217226"/>
                </a:lnTo>
                <a:lnTo>
                  <a:pt x="0" y="1244789"/>
                </a:lnTo>
                <a:close/>
                <a:moveTo>
                  <a:pt x="0" y="1299916"/>
                </a:moveTo>
                <a:lnTo>
                  <a:pt x="27563" y="1299916"/>
                </a:lnTo>
                <a:lnTo>
                  <a:pt x="27563" y="1272353"/>
                </a:lnTo>
                <a:lnTo>
                  <a:pt x="0" y="1272353"/>
                </a:lnTo>
                <a:lnTo>
                  <a:pt x="0" y="1299916"/>
                </a:lnTo>
                <a:close/>
                <a:moveTo>
                  <a:pt x="0" y="1327507"/>
                </a:moveTo>
                <a:lnTo>
                  <a:pt x="0" y="1355070"/>
                </a:lnTo>
                <a:lnTo>
                  <a:pt x="27563" y="1355070"/>
                </a:lnTo>
                <a:lnTo>
                  <a:pt x="27563" y="1327507"/>
                </a:lnTo>
                <a:lnTo>
                  <a:pt x="0" y="1327507"/>
                </a:lnTo>
                <a:close/>
                <a:moveTo>
                  <a:pt x="0" y="1382661"/>
                </a:moveTo>
                <a:lnTo>
                  <a:pt x="0" y="1410225"/>
                </a:lnTo>
                <a:lnTo>
                  <a:pt x="27563" y="1410225"/>
                </a:lnTo>
                <a:lnTo>
                  <a:pt x="27563" y="1382661"/>
                </a:lnTo>
                <a:lnTo>
                  <a:pt x="0" y="1382661"/>
                </a:lnTo>
                <a:close/>
                <a:moveTo>
                  <a:pt x="0" y="1437816"/>
                </a:moveTo>
                <a:lnTo>
                  <a:pt x="0" y="1465379"/>
                </a:lnTo>
                <a:lnTo>
                  <a:pt x="27563" y="1465379"/>
                </a:lnTo>
                <a:lnTo>
                  <a:pt x="27563" y="1437816"/>
                </a:lnTo>
                <a:lnTo>
                  <a:pt x="0" y="1437816"/>
                </a:lnTo>
                <a:close/>
                <a:moveTo>
                  <a:pt x="0" y="1520505"/>
                </a:moveTo>
                <a:lnTo>
                  <a:pt x="27563" y="1520505"/>
                </a:lnTo>
                <a:lnTo>
                  <a:pt x="27563" y="1492942"/>
                </a:lnTo>
                <a:lnTo>
                  <a:pt x="0" y="1492942"/>
                </a:lnTo>
                <a:lnTo>
                  <a:pt x="0" y="1520505"/>
                </a:lnTo>
                <a:close/>
                <a:moveTo>
                  <a:pt x="0" y="1575660"/>
                </a:moveTo>
                <a:lnTo>
                  <a:pt x="27563" y="1575660"/>
                </a:lnTo>
                <a:lnTo>
                  <a:pt x="27563" y="1548097"/>
                </a:lnTo>
                <a:lnTo>
                  <a:pt x="0" y="1548097"/>
                </a:lnTo>
                <a:lnTo>
                  <a:pt x="0" y="1575660"/>
                </a:lnTo>
                <a:close/>
                <a:moveTo>
                  <a:pt x="0" y="1603251"/>
                </a:moveTo>
                <a:lnTo>
                  <a:pt x="0" y="1630814"/>
                </a:lnTo>
                <a:lnTo>
                  <a:pt x="27563" y="1630814"/>
                </a:lnTo>
                <a:lnTo>
                  <a:pt x="27563" y="1603251"/>
                </a:lnTo>
                <a:lnTo>
                  <a:pt x="0" y="1603251"/>
                </a:lnTo>
                <a:close/>
                <a:moveTo>
                  <a:pt x="0" y="1658405"/>
                </a:moveTo>
                <a:lnTo>
                  <a:pt x="0" y="1685968"/>
                </a:lnTo>
                <a:lnTo>
                  <a:pt x="27563" y="1685968"/>
                </a:lnTo>
                <a:lnTo>
                  <a:pt x="27563" y="1658405"/>
                </a:lnTo>
                <a:lnTo>
                  <a:pt x="0" y="1658405"/>
                </a:lnTo>
                <a:close/>
                <a:moveTo>
                  <a:pt x="0" y="1713560"/>
                </a:moveTo>
                <a:lnTo>
                  <a:pt x="0" y="1741123"/>
                </a:lnTo>
                <a:lnTo>
                  <a:pt x="27563" y="1741123"/>
                </a:lnTo>
                <a:lnTo>
                  <a:pt x="27563" y="1713560"/>
                </a:lnTo>
                <a:lnTo>
                  <a:pt x="0" y="1713560"/>
                </a:lnTo>
                <a:close/>
                <a:moveTo>
                  <a:pt x="0" y="1796249"/>
                </a:moveTo>
                <a:lnTo>
                  <a:pt x="27563" y="1796249"/>
                </a:lnTo>
                <a:lnTo>
                  <a:pt x="27563" y="1768686"/>
                </a:lnTo>
                <a:lnTo>
                  <a:pt x="0" y="1768686"/>
                </a:lnTo>
                <a:lnTo>
                  <a:pt x="0" y="1796249"/>
                </a:lnTo>
                <a:close/>
                <a:moveTo>
                  <a:pt x="0" y="1851404"/>
                </a:moveTo>
                <a:lnTo>
                  <a:pt x="27563" y="1851404"/>
                </a:lnTo>
                <a:lnTo>
                  <a:pt x="27563" y="1823840"/>
                </a:lnTo>
                <a:lnTo>
                  <a:pt x="0" y="1823840"/>
                </a:lnTo>
                <a:lnTo>
                  <a:pt x="0" y="1851404"/>
                </a:lnTo>
                <a:close/>
                <a:moveTo>
                  <a:pt x="0" y="1878995"/>
                </a:moveTo>
                <a:lnTo>
                  <a:pt x="0" y="1906558"/>
                </a:lnTo>
                <a:lnTo>
                  <a:pt x="27563" y="1906558"/>
                </a:lnTo>
                <a:lnTo>
                  <a:pt x="27563" y="1878995"/>
                </a:lnTo>
                <a:lnTo>
                  <a:pt x="0" y="1878995"/>
                </a:lnTo>
                <a:close/>
                <a:moveTo>
                  <a:pt x="0" y="1934149"/>
                </a:moveTo>
                <a:lnTo>
                  <a:pt x="0" y="1961712"/>
                </a:lnTo>
                <a:lnTo>
                  <a:pt x="27563" y="1961712"/>
                </a:lnTo>
                <a:lnTo>
                  <a:pt x="27563" y="1934149"/>
                </a:lnTo>
                <a:lnTo>
                  <a:pt x="0" y="1934149"/>
                </a:lnTo>
                <a:close/>
                <a:moveTo>
                  <a:pt x="0" y="1989276"/>
                </a:moveTo>
                <a:lnTo>
                  <a:pt x="0" y="2016839"/>
                </a:lnTo>
                <a:lnTo>
                  <a:pt x="27563" y="2016839"/>
                </a:lnTo>
                <a:lnTo>
                  <a:pt x="27563" y="1989276"/>
                </a:lnTo>
                <a:lnTo>
                  <a:pt x="0" y="1989276"/>
                </a:lnTo>
                <a:close/>
                <a:moveTo>
                  <a:pt x="0" y="2071993"/>
                </a:moveTo>
                <a:lnTo>
                  <a:pt x="27563" y="2071993"/>
                </a:lnTo>
                <a:lnTo>
                  <a:pt x="27563" y="2044430"/>
                </a:lnTo>
                <a:lnTo>
                  <a:pt x="0" y="2044430"/>
                </a:lnTo>
                <a:lnTo>
                  <a:pt x="0" y="2071993"/>
                </a:lnTo>
                <a:close/>
                <a:moveTo>
                  <a:pt x="0" y="2127148"/>
                </a:moveTo>
                <a:lnTo>
                  <a:pt x="27563" y="2127148"/>
                </a:lnTo>
                <a:lnTo>
                  <a:pt x="27563" y="2099584"/>
                </a:lnTo>
                <a:lnTo>
                  <a:pt x="0" y="2099584"/>
                </a:lnTo>
                <a:lnTo>
                  <a:pt x="0" y="2127148"/>
                </a:lnTo>
                <a:close/>
                <a:moveTo>
                  <a:pt x="0" y="2154739"/>
                </a:moveTo>
                <a:lnTo>
                  <a:pt x="0" y="2182302"/>
                </a:lnTo>
                <a:lnTo>
                  <a:pt x="27563" y="2182302"/>
                </a:lnTo>
                <a:lnTo>
                  <a:pt x="27563" y="2154739"/>
                </a:lnTo>
                <a:lnTo>
                  <a:pt x="0" y="2154739"/>
                </a:lnTo>
                <a:close/>
                <a:moveTo>
                  <a:pt x="0" y="2209893"/>
                </a:moveTo>
                <a:lnTo>
                  <a:pt x="0" y="2237456"/>
                </a:lnTo>
                <a:lnTo>
                  <a:pt x="27563" y="2237456"/>
                </a:lnTo>
                <a:lnTo>
                  <a:pt x="27563" y="2209893"/>
                </a:lnTo>
                <a:lnTo>
                  <a:pt x="0" y="2209893"/>
                </a:lnTo>
                <a:close/>
                <a:moveTo>
                  <a:pt x="0" y="2265020"/>
                </a:moveTo>
                <a:lnTo>
                  <a:pt x="0" y="2292583"/>
                </a:lnTo>
                <a:lnTo>
                  <a:pt x="27563" y="2292583"/>
                </a:lnTo>
                <a:lnTo>
                  <a:pt x="27563" y="2265020"/>
                </a:lnTo>
                <a:lnTo>
                  <a:pt x="0" y="2265020"/>
                </a:lnTo>
                <a:close/>
                <a:moveTo>
                  <a:pt x="0" y="2347737"/>
                </a:moveTo>
                <a:lnTo>
                  <a:pt x="27563" y="2347737"/>
                </a:lnTo>
                <a:lnTo>
                  <a:pt x="27563" y="2320174"/>
                </a:lnTo>
                <a:lnTo>
                  <a:pt x="0" y="2320174"/>
                </a:lnTo>
                <a:lnTo>
                  <a:pt x="0" y="2347737"/>
                </a:lnTo>
                <a:close/>
                <a:moveTo>
                  <a:pt x="0" y="2402892"/>
                </a:moveTo>
                <a:lnTo>
                  <a:pt x="27563" y="2402892"/>
                </a:lnTo>
                <a:lnTo>
                  <a:pt x="27563" y="2375328"/>
                </a:lnTo>
                <a:lnTo>
                  <a:pt x="0" y="2375328"/>
                </a:lnTo>
                <a:lnTo>
                  <a:pt x="0" y="2402892"/>
                </a:lnTo>
                <a:close/>
                <a:moveTo>
                  <a:pt x="0" y="2430483"/>
                </a:moveTo>
                <a:lnTo>
                  <a:pt x="0" y="2458046"/>
                </a:lnTo>
                <a:lnTo>
                  <a:pt x="27563" y="2458046"/>
                </a:lnTo>
                <a:lnTo>
                  <a:pt x="27563" y="2430483"/>
                </a:lnTo>
                <a:lnTo>
                  <a:pt x="0" y="2430483"/>
                </a:lnTo>
                <a:close/>
                <a:moveTo>
                  <a:pt x="409674" y="27563"/>
                </a:moveTo>
                <a:lnTo>
                  <a:pt x="409674" y="0"/>
                </a:lnTo>
                <a:lnTo>
                  <a:pt x="382111" y="0"/>
                </a:lnTo>
                <a:lnTo>
                  <a:pt x="382111" y="27563"/>
                </a:lnTo>
                <a:lnTo>
                  <a:pt x="409674" y="27563"/>
                </a:lnTo>
                <a:close/>
                <a:moveTo>
                  <a:pt x="850853" y="27563"/>
                </a:moveTo>
                <a:lnTo>
                  <a:pt x="850853" y="0"/>
                </a:lnTo>
                <a:lnTo>
                  <a:pt x="823290" y="0"/>
                </a:lnTo>
                <a:lnTo>
                  <a:pt x="823290" y="27563"/>
                </a:lnTo>
                <a:lnTo>
                  <a:pt x="850853" y="27563"/>
                </a:lnTo>
                <a:close/>
                <a:moveTo>
                  <a:pt x="795727" y="0"/>
                </a:moveTo>
                <a:lnTo>
                  <a:pt x="768164" y="0"/>
                </a:lnTo>
                <a:lnTo>
                  <a:pt x="768164" y="27563"/>
                </a:lnTo>
                <a:lnTo>
                  <a:pt x="795727" y="27563"/>
                </a:lnTo>
                <a:lnTo>
                  <a:pt x="795727" y="0"/>
                </a:lnTo>
                <a:close/>
                <a:moveTo>
                  <a:pt x="740573" y="0"/>
                </a:moveTo>
                <a:lnTo>
                  <a:pt x="713010" y="0"/>
                </a:lnTo>
                <a:lnTo>
                  <a:pt x="713010" y="27563"/>
                </a:lnTo>
                <a:lnTo>
                  <a:pt x="740573" y="27563"/>
                </a:lnTo>
                <a:lnTo>
                  <a:pt x="740573" y="0"/>
                </a:lnTo>
                <a:close/>
                <a:moveTo>
                  <a:pt x="78804" y="27563"/>
                </a:moveTo>
                <a:lnTo>
                  <a:pt x="78804" y="0"/>
                </a:lnTo>
                <a:lnTo>
                  <a:pt x="51241" y="0"/>
                </a:lnTo>
                <a:lnTo>
                  <a:pt x="51241" y="27563"/>
                </a:lnTo>
                <a:lnTo>
                  <a:pt x="78804" y="27563"/>
                </a:lnTo>
                <a:close/>
                <a:moveTo>
                  <a:pt x="685418" y="27563"/>
                </a:moveTo>
                <a:lnTo>
                  <a:pt x="685418" y="0"/>
                </a:lnTo>
                <a:lnTo>
                  <a:pt x="657855" y="0"/>
                </a:lnTo>
                <a:lnTo>
                  <a:pt x="657855" y="27563"/>
                </a:lnTo>
                <a:lnTo>
                  <a:pt x="685418" y="27563"/>
                </a:lnTo>
                <a:close/>
                <a:moveTo>
                  <a:pt x="133930" y="27563"/>
                </a:moveTo>
                <a:lnTo>
                  <a:pt x="133930" y="0"/>
                </a:lnTo>
                <a:lnTo>
                  <a:pt x="106367" y="0"/>
                </a:lnTo>
                <a:lnTo>
                  <a:pt x="106367" y="27563"/>
                </a:lnTo>
                <a:lnTo>
                  <a:pt x="133930" y="27563"/>
                </a:lnTo>
                <a:close/>
                <a:moveTo>
                  <a:pt x="630264" y="0"/>
                </a:moveTo>
                <a:lnTo>
                  <a:pt x="602701" y="0"/>
                </a:lnTo>
                <a:lnTo>
                  <a:pt x="602701" y="27563"/>
                </a:lnTo>
                <a:lnTo>
                  <a:pt x="630264" y="27563"/>
                </a:lnTo>
                <a:lnTo>
                  <a:pt x="630264" y="0"/>
                </a:lnTo>
                <a:close/>
                <a:moveTo>
                  <a:pt x="189085" y="0"/>
                </a:moveTo>
                <a:lnTo>
                  <a:pt x="161522" y="0"/>
                </a:lnTo>
                <a:lnTo>
                  <a:pt x="161522" y="27563"/>
                </a:lnTo>
                <a:lnTo>
                  <a:pt x="189085" y="27563"/>
                </a:lnTo>
                <a:lnTo>
                  <a:pt x="189085" y="0"/>
                </a:lnTo>
                <a:close/>
                <a:moveTo>
                  <a:pt x="575138" y="27563"/>
                </a:moveTo>
                <a:lnTo>
                  <a:pt x="575138" y="0"/>
                </a:lnTo>
                <a:lnTo>
                  <a:pt x="547574" y="0"/>
                </a:lnTo>
                <a:lnTo>
                  <a:pt x="547574" y="27563"/>
                </a:lnTo>
                <a:lnTo>
                  <a:pt x="575138" y="27563"/>
                </a:lnTo>
                <a:close/>
                <a:moveTo>
                  <a:pt x="244239" y="27563"/>
                </a:moveTo>
                <a:lnTo>
                  <a:pt x="244239" y="0"/>
                </a:lnTo>
                <a:lnTo>
                  <a:pt x="216676" y="0"/>
                </a:lnTo>
                <a:lnTo>
                  <a:pt x="216676" y="27563"/>
                </a:lnTo>
                <a:lnTo>
                  <a:pt x="244239" y="27563"/>
                </a:lnTo>
                <a:close/>
                <a:moveTo>
                  <a:pt x="519983" y="27563"/>
                </a:moveTo>
                <a:lnTo>
                  <a:pt x="519983" y="0"/>
                </a:lnTo>
                <a:lnTo>
                  <a:pt x="492420" y="0"/>
                </a:lnTo>
                <a:lnTo>
                  <a:pt x="492420" y="27563"/>
                </a:lnTo>
                <a:lnTo>
                  <a:pt x="519983" y="27563"/>
                </a:lnTo>
                <a:close/>
                <a:moveTo>
                  <a:pt x="299394" y="0"/>
                </a:moveTo>
                <a:lnTo>
                  <a:pt x="271831" y="0"/>
                </a:lnTo>
                <a:lnTo>
                  <a:pt x="271831" y="27563"/>
                </a:lnTo>
                <a:lnTo>
                  <a:pt x="299394" y="27563"/>
                </a:lnTo>
                <a:lnTo>
                  <a:pt x="299394" y="0"/>
                </a:lnTo>
                <a:close/>
                <a:moveTo>
                  <a:pt x="464829" y="0"/>
                </a:moveTo>
                <a:lnTo>
                  <a:pt x="437266" y="0"/>
                </a:lnTo>
                <a:lnTo>
                  <a:pt x="437266" y="27563"/>
                </a:lnTo>
                <a:lnTo>
                  <a:pt x="464829" y="27563"/>
                </a:lnTo>
                <a:lnTo>
                  <a:pt x="464829" y="0"/>
                </a:lnTo>
                <a:close/>
                <a:moveTo>
                  <a:pt x="354520" y="27563"/>
                </a:moveTo>
                <a:lnTo>
                  <a:pt x="354520" y="0"/>
                </a:lnTo>
                <a:lnTo>
                  <a:pt x="326957" y="0"/>
                </a:lnTo>
                <a:lnTo>
                  <a:pt x="326957" y="27563"/>
                </a:lnTo>
                <a:lnTo>
                  <a:pt x="354520" y="27563"/>
                </a:lnTo>
                <a:close/>
                <a:moveTo>
                  <a:pt x="906008" y="27563"/>
                </a:moveTo>
                <a:lnTo>
                  <a:pt x="906008" y="0"/>
                </a:lnTo>
                <a:lnTo>
                  <a:pt x="878445" y="0"/>
                </a:lnTo>
                <a:lnTo>
                  <a:pt x="878445" y="27563"/>
                </a:lnTo>
                <a:lnTo>
                  <a:pt x="906008" y="27563"/>
                </a:lnTo>
                <a:close/>
                <a:moveTo>
                  <a:pt x="23650" y="0"/>
                </a:moveTo>
                <a:lnTo>
                  <a:pt x="13796" y="0"/>
                </a:lnTo>
                <a:lnTo>
                  <a:pt x="0" y="0"/>
                </a:lnTo>
                <a:lnTo>
                  <a:pt x="0" y="31533"/>
                </a:lnTo>
                <a:lnTo>
                  <a:pt x="27591" y="31533"/>
                </a:lnTo>
                <a:lnTo>
                  <a:pt x="27591" y="13796"/>
                </a:lnTo>
                <a:lnTo>
                  <a:pt x="23650" y="13796"/>
                </a:lnTo>
                <a:lnTo>
                  <a:pt x="23650" y="0"/>
                </a:lnTo>
                <a:close/>
                <a:moveTo>
                  <a:pt x="0" y="748456"/>
                </a:moveTo>
                <a:lnTo>
                  <a:pt x="27563" y="748456"/>
                </a:lnTo>
                <a:lnTo>
                  <a:pt x="27563" y="720893"/>
                </a:lnTo>
                <a:lnTo>
                  <a:pt x="0" y="720893"/>
                </a:lnTo>
                <a:lnTo>
                  <a:pt x="0" y="748456"/>
                </a:lnTo>
                <a:close/>
                <a:moveTo>
                  <a:pt x="0" y="776019"/>
                </a:moveTo>
                <a:lnTo>
                  <a:pt x="0" y="803582"/>
                </a:lnTo>
                <a:lnTo>
                  <a:pt x="27563" y="803582"/>
                </a:lnTo>
                <a:lnTo>
                  <a:pt x="27563" y="776019"/>
                </a:lnTo>
                <a:lnTo>
                  <a:pt x="0" y="776019"/>
                </a:lnTo>
                <a:close/>
                <a:moveTo>
                  <a:pt x="0" y="831173"/>
                </a:moveTo>
                <a:lnTo>
                  <a:pt x="0" y="858737"/>
                </a:lnTo>
                <a:lnTo>
                  <a:pt x="27563" y="858737"/>
                </a:lnTo>
                <a:lnTo>
                  <a:pt x="27563" y="831173"/>
                </a:lnTo>
                <a:lnTo>
                  <a:pt x="0" y="831173"/>
                </a:lnTo>
                <a:close/>
                <a:moveTo>
                  <a:pt x="0" y="886328"/>
                </a:moveTo>
                <a:lnTo>
                  <a:pt x="0" y="913891"/>
                </a:lnTo>
                <a:lnTo>
                  <a:pt x="27563" y="913891"/>
                </a:lnTo>
                <a:lnTo>
                  <a:pt x="27563" y="886328"/>
                </a:lnTo>
                <a:lnTo>
                  <a:pt x="0" y="886328"/>
                </a:lnTo>
                <a:close/>
                <a:moveTo>
                  <a:pt x="0" y="2510047"/>
                </a:moveTo>
                <a:lnTo>
                  <a:pt x="0" y="2523843"/>
                </a:lnTo>
                <a:lnTo>
                  <a:pt x="16949" y="2523843"/>
                </a:lnTo>
                <a:lnTo>
                  <a:pt x="16949" y="2510047"/>
                </a:lnTo>
                <a:lnTo>
                  <a:pt x="27591" y="2510047"/>
                </a:lnTo>
                <a:lnTo>
                  <a:pt x="27591" y="2485609"/>
                </a:lnTo>
                <a:lnTo>
                  <a:pt x="0" y="2485609"/>
                </a:lnTo>
                <a:lnTo>
                  <a:pt x="0" y="2510047"/>
                </a:lnTo>
                <a:close/>
                <a:moveTo>
                  <a:pt x="430537" y="2496280"/>
                </a:moveTo>
                <a:lnTo>
                  <a:pt x="430537" y="2523843"/>
                </a:lnTo>
                <a:lnTo>
                  <a:pt x="458100" y="2523843"/>
                </a:lnTo>
                <a:lnTo>
                  <a:pt x="458100" y="2496280"/>
                </a:lnTo>
                <a:lnTo>
                  <a:pt x="430537" y="2496280"/>
                </a:lnTo>
                <a:close/>
                <a:moveTo>
                  <a:pt x="320256" y="2496280"/>
                </a:moveTo>
                <a:lnTo>
                  <a:pt x="320256" y="2523843"/>
                </a:lnTo>
                <a:lnTo>
                  <a:pt x="347819" y="2523843"/>
                </a:lnTo>
                <a:lnTo>
                  <a:pt x="347819" y="2496280"/>
                </a:lnTo>
                <a:lnTo>
                  <a:pt x="320256" y="2496280"/>
                </a:lnTo>
                <a:close/>
                <a:moveTo>
                  <a:pt x="485691" y="2496280"/>
                </a:moveTo>
                <a:lnTo>
                  <a:pt x="485691" y="2523843"/>
                </a:lnTo>
                <a:lnTo>
                  <a:pt x="513254" y="2523843"/>
                </a:lnTo>
                <a:lnTo>
                  <a:pt x="513254" y="2496280"/>
                </a:lnTo>
                <a:lnTo>
                  <a:pt x="485691" y="2496280"/>
                </a:lnTo>
                <a:close/>
                <a:moveTo>
                  <a:pt x="265102" y="2523843"/>
                </a:moveTo>
                <a:lnTo>
                  <a:pt x="292665" y="2523843"/>
                </a:lnTo>
                <a:lnTo>
                  <a:pt x="292665" y="2496280"/>
                </a:lnTo>
                <a:lnTo>
                  <a:pt x="265102" y="2496280"/>
                </a:lnTo>
                <a:lnTo>
                  <a:pt x="265102" y="2523843"/>
                </a:lnTo>
                <a:close/>
                <a:moveTo>
                  <a:pt x="540846" y="2523843"/>
                </a:moveTo>
                <a:lnTo>
                  <a:pt x="568409" y="2523843"/>
                </a:lnTo>
                <a:lnTo>
                  <a:pt x="568409" y="2496280"/>
                </a:lnTo>
                <a:lnTo>
                  <a:pt x="540846" y="2496280"/>
                </a:lnTo>
                <a:lnTo>
                  <a:pt x="540846" y="2523843"/>
                </a:lnTo>
                <a:close/>
                <a:moveTo>
                  <a:pt x="209947" y="2496280"/>
                </a:moveTo>
                <a:lnTo>
                  <a:pt x="209947" y="2523843"/>
                </a:lnTo>
                <a:lnTo>
                  <a:pt x="237510" y="2523843"/>
                </a:lnTo>
                <a:lnTo>
                  <a:pt x="237510" y="2496280"/>
                </a:lnTo>
                <a:lnTo>
                  <a:pt x="209947" y="2496280"/>
                </a:lnTo>
                <a:close/>
                <a:moveTo>
                  <a:pt x="596000" y="2496280"/>
                </a:moveTo>
                <a:lnTo>
                  <a:pt x="596000" y="2523843"/>
                </a:lnTo>
                <a:lnTo>
                  <a:pt x="623563" y="2523843"/>
                </a:lnTo>
                <a:lnTo>
                  <a:pt x="623563" y="2496280"/>
                </a:lnTo>
                <a:lnTo>
                  <a:pt x="596000" y="2496280"/>
                </a:lnTo>
                <a:close/>
                <a:moveTo>
                  <a:pt x="154793" y="2496280"/>
                </a:moveTo>
                <a:lnTo>
                  <a:pt x="154793" y="2523843"/>
                </a:lnTo>
                <a:lnTo>
                  <a:pt x="182356" y="2523843"/>
                </a:lnTo>
                <a:lnTo>
                  <a:pt x="182356" y="2496280"/>
                </a:lnTo>
                <a:lnTo>
                  <a:pt x="154793" y="2496280"/>
                </a:lnTo>
                <a:close/>
                <a:moveTo>
                  <a:pt x="651126" y="2523843"/>
                </a:moveTo>
                <a:lnTo>
                  <a:pt x="678689" y="2523843"/>
                </a:lnTo>
                <a:lnTo>
                  <a:pt x="678689" y="2496280"/>
                </a:lnTo>
                <a:lnTo>
                  <a:pt x="651126" y="2496280"/>
                </a:lnTo>
                <a:lnTo>
                  <a:pt x="651126" y="2523843"/>
                </a:lnTo>
                <a:close/>
                <a:moveTo>
                  <a:pt x="99666" y="2523843"/>
                </a:moveTo>
                <a:lnTo>
                  <a:pt x="127229" y="2523843"/>
                </a:lnTo>
                <a:lnTo>
                  <a:pt x="127229" y="2496280"/>
                </a:lnTo>
                <a:lnTo>
                  <a:pt x="99666" y="2496280"/>
                </a:lnTo>
                <a:lnTo>
                  <a:pt x="99666" y="2523843"/>
                </a:lnTo>
                <a:close/>
                <a:moveTo>
                  <a:pt x="706281" y="2496280"/>
                </a:moveTo>
                <a:lnTo>
                  <a:pt x="706281" y="2523843"/>
                </a:lnTo>
                <a:lnTo>
                  <a:pt x="733844" y="2523843"/>
                </a:lnTo>
                <a:lnTo>
                  <a:pt x="733844" y="2496280"/>
                </a:lnTo>
                <a:lnTo>
                  <a:pt x="706281" y="2496280"/>
                </a:lnTo>
                <a:close/>
                <a:moveTo>
                  <a:pt x="44512" y="2496280"/>
                </a:moveTo>
                <a:lnTo>
                  <a:pt x="44512" y="2523843"/>
                </a:lnTo>
                <a:lnTo>
                  <a:pt x="72075" y="2523843"/>
                </a:lnTo>
                <a:lnTo>
                  <a:pt x="72075" y="2496280"/>
                </a:lnTo>
                <a:lnTo>
                  <a:pt x="44512" y="2496280"/>
                </a:lnTo>
                <a:close/>
                <a:moveTo>
                  <a:pt x="761435" y="2496280"/>
                </a:moveTo>
                <a:lnTo>
                  <a:pt x="761435" y="2523843"/>
                </a:lnTo>
                <a:lnTo>
                  <a:pt x="788998" y="2523843"/>
                </a:lnTo>
                <a:lnTo>
                  <a:pt x="788998" y="2496280"/>
                </a:lnTo>
                <a:lnTo>
                  <a:pt x="761435" y="2496280"/>
                </a:lnTo>
                <a:close/>
                <a:moveTo>
                  <a:pt x="816590" y="2523843"/>
                </a:moveTo>
                <a:lnTo>
                  <a:pt x="844153" y="2523843"/>
                </a:lnTo>
                <a:lnTo>
                  <a:pt x="844153" y="2496280"/>
                </a:lnTo>
                <a:lnTo>
                  <a:pt x="816590" y="2496280"/>
                </a:lnTo>
                <a:lnTo>
                  <a:pt x="816590" y="2523843"/>
                </a:lnTo>
                <a:close/>
                <a:moveTo>
                  <a:pt x="871716" y="2523843"/>
                </a:moveTo>
                <a:lnTo>
                  <a:pt x="899279" y="2523843"/>
                </a:lnTo>
                <a:lnTo>
                  <a:pt x="899279" y="2496280"/>
                </a:lnTo>
                <a:lnTo>
                  <a:pt x="871716" y="2496280"/>
                </a:lnTo>
                <a:lnTo>
                  <a:pt x="871716" y="2523843"/>
                </a:lnTo>
                <a:close/>
                <a:moveTo>
                  <a:pt x="375410" y="2496280"/>
                </a:moveTo>
                <a:lnTo>
                  <a:pt x="375410" y="2523843"/>
                </a:lnTo>
                <a:lnTo>
                  <a:pt x="402974" y="2523843"/>
                </a:lnTo>
                <a:lnTo>
                  <a:pt x="402974" y="2496280"/>
                </a:lnTo>
                <a:lnTo>
                  <a:pt x="375410" y="2496280"/>
                </a:lnTo>
                <a:close/>
                <a:moveTo>
                  <a:pt x="1567776" y="27563"/>
                </a:moveTo>
                <a:lnTo>
                  <a:pt x="1567776" y="0"/>
                </a:lnTo>
                <a:lnTo>
                  <a:pt x="1540213" y="0"/>
                </a:lnTo>
                <a:lnTo>
                  <a:pt x="1540213" y="27563"/>
                </a:lnTo>
                <a:lnTo>
                  <a:pt x="1567776" y="27563"/>
                </a:lnTo>
                <a:close/>
                <a:moveTo>
                  <a:pt x="961162" y="27563"/>
                </a:moveTo>
                <a:lnTo>
                  <a:pt x="961162" y="0"/>
                </a:lnTo>
                <a:lnTo>
                  <a:pt x="933599" y="0"/>
                </a:lnTo>
                <a:lnTo>
                  <a:pt x="933599" y="27563"/>
                </a:lnTo>
                <a:lnTo>
                  <a:pt x="961162" y="27563"/>
                </a:lnTo>
                <a:close/>
                <a:moveTo>
                  <a:pt x="1016317" y="0"/>
                </a:moveTo>
                <a:lnTo>
                  <a:pt x="988754" y="0"/>
                </a:lnTo>
                <a:lnTo>
                  <a:pt x="988754" y="27563"/>
                </a:lnTo>
                <a:lnTo>
                  <a:pt x="1016317" y="27563"/>
                </a:lnTo>
                <a:lnTo>
                  <a:pt x="1016317" y="0"/>
                </a:lnTo>
                <a:close/>
                <a:moveTo>
                  <a:pt x="1071443" y="0"/>
                </a:moveTo>
                <a:lnTo>
                  <a:pt x="1043880" y="0"/>
                </a:lnTo>
                <a:lnTo>
                  <a:pt x="1043880" y="27563"/>
                </a:lnTo>
                <a:lnTo>
                  <a:pt x="1071443" y="27563"/>
                </a:lnTo>
                <a:lnTo>
                  <a:pt x="1071443" y="0"/>
                </a:lnTo>
                <a:close/>
                <a:moveTo>
                  <a:pt x="1126597" y="27563"/>
                </a:moveTo>
                <a:lnTo>
                  <a:pt x="1126597" y="0"/>
                </a:lnTo>
                <a:lnTo>
                  <a:pt x="1099035" y="0"/>
                </a:lnTo>
                <a:lnTo>
                  <a:pt x="1099035" y="27563"/>
                </a:lnTo>
                <a:lnTo>
                  <a:pt x="1126597" y="27563"/>
                </a:lnTo>
                <a:close/>
                <a:moveTo>
                  <a:pt x="1181752" y="27563"/>
                </a:moveTo>
                <a:lnTo>
                  <a:pt x="1181752" y="0"/>
                </a:lnTo>
                <a:lnTo>
                  <a:pt x="1154189" y="0"/>
                </a:lnTo>
                <a:lnTo>
                  <a:pt x="1154189" y="27563"/>
                </a:lnTo>
                <a:lnTo>
                  <a:pt x="1181752" y="27563"/>
                </a:lnTo>
                <a:close/>
                <a:moveTo>
                  <a:pt x="1236906" y="27563"/>
                </a:moveTo>
                <a:lnTo>
                  <a:pt x="1236906" y="0"/>
                </a:lnTo>
                <a:lnTo>
                  <a:pt x="1209343" y="0"/>
                </a:lnTo>
                <a:lnTo>
                  <a:pt x="1209343" y="27563"/>
                </a:lnTo>
                <a:lnTo>
                  <a:pt x="1236906" y="27563"/>
                </a:lnTo>
                <a:close/>
                <a:moveTo>
                  <a:pt x="1843520" y="0"/>
                </a:moveTo>
                <a:lnTo>
                  <a:pt x="1815957" y="0"/>
                </a:lnTo>
                <a:lnTo>
                  <a:pt x="1815957" y="27563"/>
                </a:lnTo>
                <a:lnTo>
                  <a:pt x="1843520" y="27563"/>
                </a:lnTo>
                <a:lnTo>
                  <a:pt x="1843520" y="0"/>
                </a:lnTo>
                <a:close/>
                <a:moveTo>
                  <a:pt x="1292061" y="0"/>
                </a:moveTo>
                <a:lnTo>
                  <a:pt x="1264497" y="0"/>
                </a:lnTo>
                <a:lnTo>
                  <a:pt x="1264497" y="27563"/>
                </a:lnTo>
                <a:lnTo>
                  <a:pt x="1292061" y="27563"/>
                </a:lnTo>
                <a:lnTo>
                  <a:pt x="1292061" y="0"/>
                </a:lnTo>
                <a:close/>
                <a:moveTo>
                  <a:pt x="1788366" y="27563"/>
                </a:moveTo>
                <a:lnTo>
                  <a:pt x="1788366" y="0"/>
                </a:lnTo>
                <a:lnTo>
                  <a:pt x="1760803" y="0"/>
                </a:lnTo>
                <a:lnTo>
                  <a:pt x="1760803" y="27563"/>
                </a:lnTo>
                <a:lnTo>
                  <a:pt x="1788366" y="27563"/>
                </a:lnTo>
                <a:close/>
                <a:moveTo>
                  <a:pt x="1347187" y="27563"/>
                </a:moveTo>
                <a:lnTo>
                  <a:pt x="1347187" y="0"/>
                </a:lnTo>
                <a:lnTo>
                  <a:pt x="1319624" y="0"/>
                </a:lnTo>
                <a:lnTo>
                  <a:pt x="1319624" y="27563"/>
                </a:lnTo>
                <a:lnTo>
                  <a:pt x="1347187" y="27563"/>
                </a:lnTo>
                <a:close/>
                <a:moveTo>
                  <a:pt x="1733240" y="27563"/>
                </a:moveTo>
                <a:lnTo>
                  <a:pt x="1733240" y="0"/>
                </a:lnTo>
                <a:lnTo>
                  <a:pt x="1705677" y="0"/>
                </a:lnTo>
                <a:lnTo>
                  <a:pt x="1705677" y="27563"/>
                </a:lnTo>
                <a:lnTo>
                  <a:pt x="1733240" y="27563"/>
                </a:lnTo>
                <a:close/>
                <a:moveTo>
                  <a:pt x="1402341" y="0"/>
                </a:moveTo>
                <a:lnTo>
                  <a:pt x="1374778" y="0"/>
                </a:lnTo>
                <a:lnTo>
                  <a:pt x="1374778" y="27563"/>
                </a:lnTo>
                <a:lnTo>
                  <a:pt x="1402341" y="27563"/>
                </a:lnTo>
                <a:lnTo>
                  <a:pt x="1402341" y="0"/>
                </a:lnTo>
                <a:close/>
                <a:moveTo>
                  <a:pt x="1678085" y="0"/>
                </a:moveTo>
                <a:lnTo>
                  <a:pt x="1650522" y="0"/>
                </a:lnTo>
                <a:lnTo>
                  <a:pt x="1650522" y="27563"/>
                </a:lnTo>
                <a:lnTo>
                  <a:pt x="1678085" y="27563"/>
                </a:lnTo>
                <a:lnTo>
                  <a:pt x="1678085" y="0"/>
                </a:lnTo>
                <a:close/>
                <a:moveTo>
                  <a:pt x="1457496" y="27563"/>
                </a:moveTo>
                <a:lnTo>
                  <a:pt x="1457496" y="0"/>
                </a:lnTo>
                <a:lnTo>
                  <a:pt x="1429933" y="0"/>
                </a:lnTo>
                <a:lnTo>
                  <a:pt x="1429933" y="27563"/>
                </a:lnTo>
                <a:lnTo>
                  <a:pt x="1457496" y="27563"/>
                </a:lnTo>
                <a:close/>
                <a:moveTo>
                  <a:pt x="1512650" y="27563"/>
                </a:moveTo>
                <a:lnTo>
                  <a:pt x="1512650" y="0"/>
                </a:lnTo>
                <a:lnTo>
                  <a:pt x="1485087" y="0"/>
                </a:lnTo>
                <a:lnTo>
                  <a:pt x="1485087" y="27563"/>
                </a:lnTo>
                <a:lnTo>
                  <a:pt x="1512650" y="27563"/>
                </a:lnTo>
                <a:close/>
                <a:moveTo>
                  <a:pt x="1622931" y="27563"/>
                </a:moveTo>
                <a:lnTo>
                  <a:pt x="1622931" y="0"/>
                </a:lnTo>
                <a:lnTo>
                  <a:pt x="1595367" y="0"/>
                </a:lnTo>
                <a:lnTo>
                  <a:pt x="1595367" y="27563"/>
                </a:lnTo>
                <a:lnTo>
                  <a:pt x="1622931" y="27563"/>
                </a:lnTo>
                <a:close/>
                <a:moveTo>
                  <a:pt x="1857316" y="2130723"/>
                </a:moveTo>
                <a:lnTo>
                  <a:pt x="1829753" y="2130723"/>
                </a:lnTo>
                <a:lnTo>
                  <a:pt x="1829753" y="2158286"/>
                </a:lnTo>
                <a:lnTo>
                  <a:pt x="1857316" y="2158286"/>
                </a:lnTo>
                <a:lnTo>
                  <a:pt x="1857316" y="2130723"/>
                </a:lnTo>
                <a:close/>
                <a:moveTo>
                  <a:pt x="1857316" y="2185878"/>
                </a:moveTo>
                <a:lnTo>
                  <a:pt x="1829753" y="2185878"/>
                </a:lnTo>
                <a:lnTo>
                  <a:pt x="1829753" y="2213441"/>
                </a:lnTo>
                <a:lnTo>
                  <a:pt x="1857316" y="2213441"/>
                </a:lnTo>
                <a:lnTo>
                  <a:pt x="1857316" y="2185878"/>
                </a:lnTo>
                <a:close/>
                <a:moveTo>
                  <a:pt x="1857316" y="2268567"/>
                </a:moveTo>
                <a:lnTo>
                  <a:pt x="1857316" y="2241004"/>
                </a:lnTo>
                <a:lnTo>
                  <a:pt x="1829753" y="2241004"/>
                </a:lnTo>
                <a:lnTo>
                  <a:pt x="1829753" y="2268567"/>
                </a:lnTo>
                <a:lnTo>
                  <a:pt x="1857316" y="2268567"/>
                </a:lnTo>
                <a:close/>
                <a:moveTo>
                  <a:pt x="1857316" y="2323721"/>
                </a:moveTo>
                <a:lnTo>
                  <a:pt x="1857316" y="2296158"/>
                </a:lnTo>
                <a:lnTo>
                  <a:pt x="1829753" y="2296158"/>
                </a:lnTo>
                <a:lnTo>
                  <a:pt x="1829753" y="2323721"/>
                </a:lnTo>
                <a:lnTo>
                  <a:pt x="1857316" y="2323721"/>
                </a:lnTo>
                <a:close/>
                <a:moveTo>
                  <a:pt x="1857316" y="2378876"/>
                </a:moveTo>
                <a:lnTo>
                  <a:pt x="1857316" y="2351313"/>
                </a:lnTo>
                <a:lnTo>
                  <a:pt x="1829753" y="2351313"/>
                </a:lnTo>
                <a:lnTo>
                  <a:pt x="1829753" y="2378876"/>
                </a:lnTo>
                <a:lnTo>
                  <a:pt x="1857316" y="2378876"/>
                </a:lnTo>
                <a:close/>
                <a:moveTo>
                  <a:pt x="1857316" y="2406467"/>
                </a:moveTo>
                <a:lnTo>
                  <a:pt x="1829753" y="2406467"/>
                </a:lnTo>
                <a:lnTo>
                  <a:pt x="1829753" y="2434030"/>
                </a:lnTo>
                <a:lnTo>
                  <a:pt x="1857316" y="2434030"/>
                </a:lnTo>
                <a:lnTo>
                  <a:pt x="1857316" y="2406467"/>
                </a:lnTo>
                <a:close/>
                <a:moveTo>
                  <a:pt x="1478358" y="2523843"/>
                </a:moveTo>
                <a:lnTo>
                  <a:pt x="1505921" y="2523843"/>
                </a:lnTo>
                <a:lnTo>
                  <a:pt x="1505921" y="2496280"/>
                </a:lnTo>
                <a:lnTo>
                  <a:pt x="1478358" y="2496280"/>
                </a:lnTo>
                <a:lnTo>
                  <a:pt x="1478358" y="2523843"/>
                </a:lnTo>
                <a:close/>
                <a:moveTo>
                  <a:pt x="1588639" y="2496280"/>
                </a:moveTo>
                <a:lnTo>
                  <a:pt x="1588639" y="2523843"/>
                </a:lnTo>
                <a:lnTo>
                  <a:pt x="1616202" y="2523843"/>
                </a:lnTo>
                <a:lnTo>
                  <a:pt x="1616202" y="2496280"/>
                </a:lnTo>
                <a:lnTo>
                  <a:pt x="1588639" y="2496280"/>
                </a:lnTo>
                <a:close/>
                <a:moveTo>
                  <a:pt x="1533513" y="2496280"/>
                </a:moveTo>
                <a:lnTo>
                  <a:pt x="1533513" y="2523843"/>
                </a:lnTo>
                <a:lnTo>
                  <a:pt x="1561076" y="2523843"/>
                </a:lnTo>
                <a:lnTo>
                  <a:pt x="1561076" y="2496280"/>
                </a:lnTo>
                <a:lnTo>
                  <a:pt x="1533513" y="2496280"/>
                </a:lnTo>
                <a:close/>
                <a:moveTo>
                  <a:pt x="1643793" y="2496280"/>
                </a:moveTo>
                <a:lnTo>
                  <a:pt x="1643793" y="2523843"/>
                </a:lnTo>
                <a:lnTo>
                  <a:pt x="1671357" y="2523843"/>
                </a:lnTo>
                <a:lnTo>
                  <a:pt x="1671357" y="2496280"/>
                </a:lnTo>
                <a:lnTo>
                  <a:pt x="1643793" y="2496280"/>
                </a:lnTo>
                <a:close/>
                <a:moveTo>
                  <a:pt x="1423204" y="2523843"/>
                </a:moveTo>
                <a:lnTo>
                  <a:pt x="1450767" y="2523843"/>
                </a:lnTo>
                <a:lnTo>
                  <a:pt x="1450767" y="2496280"/>
                </a:lnTo>
                <a:lnTo>
                  <a:pt x="1423204" y="2496280"/>
                </a:lnTo>
                <a:lnTo>
                  <a:pt x="1423204" y="2523843"/>
                </a:lnTo>
                <a:close/>
                <a:moveTo>
                  <a:pt x="1698948" y="2523843"/>
                </a:moveTo>
                <a:lnTo>
                  <a:pt x="1726511" y="2523843"/>
                </a:lnTo>
                <a:lnTo>
                  <a:pt x="1726511" y="2496280"/>
                </a:lnTo>
                <a:lnTo>
                  <a:pt x="1698948" y="2496280"/>
                </a:lnTo>
                <a:lnTo>
                  <a:pt x="1698948" y="2523843"/>
                </a:lnTo>
                <a:close/>
                <a:moveTo>
                  <a:pt x="1368049" y="2496280"/>
                </a:moveTo>
                <a:lnTo>
                  <a:pt x="1368049" y="2523843"/>
                </a:lnTo>
                <a:lnTo>
                  <a:pt x="1395612" y="2523843"/>
                </a:lnTo>
                <a:lnTo>
                  <a:pt x="1395612" y="2496280"/>
                </a:lnTo>
                <a:lnTo>
                  <a:pt x="1368049" y="2496280"/>
                </a:lnTo>
                <a:close/>
                <a:moveTo>
                  <a:pt x="1754102" y="2496280"/>
                </a:moveTo>
                <a:lnTo>
                  <a:pt x="1754102" y="2523843"/>
                </a:lnTo>
                <a:lnTo>
                  <a:pt x="1781666" y="2523843"/>
                </a:lnTo>
                <a:lnTo>
                  <a:pt x="1781666" y="2496280"/>
                </a:lnTo>
                <a:lnTo>
                  <a:pt x="1754102" y="2496280"/>
                </a:lnTo>
                <a:close/>
                <a:moveTo>
                  <a:pt x="1312923" y="2496280"/>
                </a:moveTo>
                <a:lnTo>
                  <a:pt x="1312923" y="2523843"/>
                </a:lnTo>
                <a:lnTo>
                  <a:pt x="1340486" y="2523843"/>
                </a:lnTo>
                <a:lnTo>
                  <a:pt x="1340486" y="2496280"/>
                </a:lnTo>
                <a:lnTo>
                  <a:pt x="1312923" y="2496280"/>
                </a:lnTo>
                <a:close/>
                <a:moveTo>
                  <a:pt x="1809257" y="2523843"/>
                </a:moveTo>
                <a:lnTo>
                  <a:pt x="1836820" y="2523843"/>
                </a:lnTo>
                <a:lnTo>
                  <a:pt x="1836820" y="2496280"/>
                </a:lnTo>
                <a:lnTo>
                  <a:pt x="1809257" y="2496280"/>
                </a:lnTo>
                <a:lnTo>
                  <a:pt x="1809257" y="2523843"/>
                </a:lnTo>
                <a:close/>
                <a:moveTo>
                  <a:pt x="1257769" y="2523843"/>
                </a:moveTo>
                <a:lnTo>
                  <a:pt x="1285332" y="2523843"/>
                </a:lnTo>
                <a:lnTo>
                  <a:pt x="1285332" y="2496280"/>
                </a:lnTo>
                <a:lnTo>
                  <a:pt x="1257769" y="2496280"/>
                </a:lnTo>
                <a:lnTo>
                  <a:pt x="1257769" y="2523843"/>
                </a:lnTo>
                <a:close/>
                <a:moveTo>
                  <a:pt x="1202614" y="2496280"/>
                </a:moveTo>
                <a:lnTo>
                  <a:pt x="1202614" y="2523843"/>
                </a:lnTo>
                <a:lnTo>
                  <a:pt x="1230178" y="2523843"/>
                </a:lnTo>
                <a:lnTo>
                  <a:pt x="1230178" y="2496280"/>
                </a:lnTo>
                <a:lnTo>
                  <a:pt x="1202614" y="2496280"/>
                </a:lnTo>
                <a:close/>
                <a:moveTo>
                  <a:pt x="1147460" y="2496280"/>
                </a:moveTo>
                <a:lnTo>
                  <a:pt x="1147460" y="2523843"/>
                </a:lnTo>
                <a:lnTo>
                  <a:pt x="1175023" y="2523843"/>
                </a:lnTo>
                <a:lnTo>
                  <a:pt x="1175023" y="2496280"/>
                </a:lnTo>
                <a:lnTo>
                  <a:pt x="1147460" y="2496280"/>
                </a:lnTo>
                <a:close/>
                <a:moveTo>
                  <a:pt x="1092333" y="2496280"/>
                </a:moveTo>
                <a:lnTo>
                  <a:pt x="1092333" y="2523843"/>
                </a:lnTo>
                <a:lnTo>
                  <a:pt x="1119897" y="2523843"/>
                </a:lnTo>
                <a:lnTo>
                  <a:pt x="1119897" y="2496280"/>
                </a:lnTo>
                <a:lnTo>
                  <a:pt x="1092333" y="2496280"/>
                </a:lnTo>
                <a:close/>
                <a:moveTo>
                  <a:pt x="1037179" y="2523843"/>
                </a:moveTo>
                <a:lnTo>
                  <a:pt x="1064742" y="2523843"/>
                </a:lnTo>
                <a:lnTo>
                  <a:pt x="1064742" y="2496280"/>
                </a:lnTo>
                <a:lnTo>
                  <a:pt x="1037179" y="2496280"/>
                </a:lnTo>
                <a:lnTo>
                  <a:pt x="1037179" y="2523843"/>
                </a:lnTo>
                <a:close/>
                <a:moveTo>
                  <a:pt x="982025" y="2523843"/>
                </a:moveTo>
                <a:lnTo>
                  <a:pt x="1009588" y="2523843"/>
                </a:lnTo>
                <a:lnTo>
                  <a:pt x="1009588" y="2496280"/>
                </a:lnTo>
                <a:lnTo>
                  <a:pt x="982025" y="2496280"/>
                </a:lnTo>
                <a:lnTo>
                  <a:pt x="982025" y="2523843"/>
                </a:lnTo>
                <a:close/>
                <a:moveTo>
                  <a:pt x="926870" y="2496280"/>
                </a:moveTo>
                <a:lnTo>
                  <a:pt x="926870" y="2523843"/>
                </a:lnTo>
                <a:lnTo>
                  <a:pt x="954433" y="2523843"/>
                </a:lnTo>
                <a:lnTo>
                  <a:pt x="954433" y="2496280"/>
                </a:lnTo>
                <a:lnTo>
                  <a:pt x="926870" y="2496280"/>
                </a:lnTo>
                <a:close/>
                <a:moveTo>
                  <a:pt x="1857316" y="62672"/>
                </a:moveTo>
                <a:lnTo>
                  <a:pt x="1857316" y="35109"/>
                </a:lnTo>
                <a:lnTo>
                  <a:pt x="1829753" y="35109"/>
                </a:lnTo>
                <a:lnTo>
                  <a:pt x="1829753" y="62672"/>
                </a:lnTo>
                <a:lnTo>
                  <a:pt x="1857316" y="62672"/>
                </a:lnTo>
                <a:close/>
                <a:moveTo>
                  <a:pt x="1857316" y="117798"/>
                </a:moveTo>
                <a:lnTo>
                  <a:pt x="1857316" y="90235"/>
                </a:lnTo>
                <a:lnTo>
                  <a:pt x="1829753" y="90235"/>
                </a:lnTo>
                <a:lnTo>
                  <a:pt x="1829753" y="117798"/>
                </a:lnTo>
                <a:lnTo>
                  <a:pt x="1857316" y="117798"/>
                </a:lnTo>
                <a:close/>
                <a:moveTo>
                  <a:pt x="1857316" y="145389"/>
                </a:moveTo>
                <a:lnTo>
                  <a:pt x="1829753" y="145389"/>
                </a:lnTo>
                <a:lnTo>
                  <a:pt x="1829753" y="172952"/>
                </a:lnTo>
                <a:lnTo>
                  <a:pt x="1857316" y="172952"/>
                </a:lnTo>
                <a:lnTo>
                  <a:pt x="1857316" y="145389"/>
                </a:lnTo>
                <a:close/>
                <a:moveTo>
                  <a:pt x="1857316" y="200544"/>
                </a:moveTo>
                <a:lnTo>
                  <a:pt x="1829753" y="200544"/>
                </a:lnTo>
                <a:lnTo>
                  <a:pt x="1829753" y="228107"/>
                </a:lnTo>
                <a:lnTo>
                  <a:pt x="1857316" y="228107"/>
                </a:lnTo>
                <a:lnTo>
                  <a:pt x="1857316" y="200544"/>
                </a:lnTo>
                <a:close/>
                <a:moveTo>
                  <a:pt x="1857316" y="283261"/>
                </a:moveTo>
                <a:lnTo>
                  <a:pt x="1857316" y="255698"/>
                </a:lnTo>
                <a:lnTo>
                  <a:pt x="1829753" y="255698"/>
                </a:lnTo>
                <a:lnTo>
                  <a:pt x="1829753" y="283261"/>
                </a:lnTo>
                <a:lnTo>
                  <a:pt x="1857316" y="283261"/>
                </a:lnTo>
                <a:close/>
                <a:moveTo>
                  <a:pt x="1857316" y="338387"/>
                </a:moveTo>
                <a:lnTo>
                  <a:pt x="1857316" y="310824"/>
                </a:lnTo>
                <a:lnTo>
                  <a:pt x="1829753" y="310824"/>
                </a:lnTo>
                <a:lnTo>
                  <a:pt x="1829753" y="338387"/>
                </a:lnTo>
                <a:lnTo>
                  <a:pt x="1857316" y="338387"/>
                </a:lnTo>
                <a:close/>
                <a:moveTo>
                  <a:pt x="1857316" y="393542"/>
                </a:moveTo>
                <a:lnTo>
                  <a:pt x="1857316" y="365979"/>
                </a:lnTo>
                <a:lnTo>
                  <a:pt x="1829753" y="365979"/>
                </a:lnTo>
                <a:lnTo>
                  <a:pt x="1829753" y="393542"/>
                </a:lnTo>
                <a:lnTo>
                  <a:pt x="1857316" y="393542"/>
                </a:lnTo>
                <a:close/>
                <a:moveTo>
                  <a:pt x="1857316" y="421133"/>
                </a:moveTo>
                <a:lnTo>
                  <a:pt x="1829753" y="421133"/>
                </a:lnTo>
                <a:lnTo>
                  <a:pt x="1829753" y="448696"/>
                </a:lnTo>
                <a:lnTo>
                  <a:pt x="1857316" y="448696"/>
                </a:lnTo>
                <a:lnTo>
                  <a:pt x="1857316" y="421133"/>
                </a:lnTo>
                <a:close/>
                <a:moveTo>
                  <a:pt x="1857316" y="476288"/>
                </a:moveTo>
                <a:lnTo>
                  <a:pt x="1829753" y="476288"/>
                </a:lnTo>
                <a:lnTo>
                  <a:pt x="1829753" y="503851"/>
                </a:lnTo>
                <a:lnTo>
                  <a:pt x="1857316" y="503851"/>
                </a:lnTo>
                <a:lnTo>
                  <a:pt x="1857316" y="476288"/>
                </a:lnTo>
                <a:close/>
                <a:moveTo>
                  <a:pt x="1857316" y="559005"/>
                </a:moveTo>
                <a:lnTo>
                  <a:pt x="1857316" y="531442"/>
                </a:lnTo>
                <a:lnTo>
                  <a:pt x="1829753" y="531442"/>
                </a:lnTo>
                <a:lnTo>
                  <a:pt x="1829753" y="559005"/>
                </a:lnTo>
                <a:lnTo>
                  <a:pt x="1857316" y="559005"/>
                </a:lnTo>
                <a:close/>
                <a:moveTo>
                  <a:pt x="1857316" y="614131"/>
                </a:moveTo>
                <a:lnTo>
                  <a:pt x="1857316" y="586568"/>
                </a:lnTo>
                <a:lnTo>
                  <a:pt x="1829753" y="586568"/>
                </a:lnTo>
                <a:lnTo>
                  <a:pt x="1829753" y="614131"/>
                </a:lnTo>
                <a:lnTo>
                  <a:pt x="1857316" y="614131"/>
                </a:lnTo>
                <a:close/>
                <a:moveTo>
                  <a:pt x="1857316" y="669286"/>
                </a:moveTo>
                <a:lnTo>
                  <a:pt x="1857316" y="641723"/>
                </a:lnTo>
                <a:lnTo>
                  <a:pt x="1829753" y="641723"/>
                </a:lnTo>
                <a:lnTo>
                  <a:pt x="1829753" y="669286"/>
                </a:lnTo>
                <a:lnTo>
                  <a:pt x="1857316" y="669286"/>
                </a:lnTo>
                <a:close/>
                <a:moveTo>
                  <a:pt x="1857316" y="696877"/>
                </a:moveTo>
                <a:lnTo>
                  <a:pt x="1829753" y="696877"/>
                </a:lnTo>
                <a:lnTo>
                  <a:pt x="1829753" y="724440"/>
                </a:lnTo>
                <a:lnTo>
                  <a:pt x="1857316" y="724440"/>
                </a:lnTo>
                <a:lnTo>
                  <a:pt x="1857316" y="696877"/>
                </a:lnTo>
                <a:close/>
                <a:moveTo>
                  <a:pt x="1857316" y="752032"/>
                </a:moveTo>
                <a:lnTo>
                  <a:pt x="1829753" y="752032"/>
                </a:lnTo>
                <a:lnTo>
                  <a:pt x="1829753" y="779594"/>
                </a:lnTo>
                <a:lnTo>
                  <a:pt x="1857316" y="779594"/>
                </a:lnTo>
                <a:lnTo>
                  <a:pt x="1857316" y="752032"/>
                </a:lnTo>
                <a:close/>
                <a:moveTo>
                  <a:pt x="1857316" y="834721"/>
                </a:moveTo>
                <a:lnTo>
                  <a:pt x="1857316" y="807158"/>
                </a:lnTo>
                <a:lnTo>
                  <a:pt x="1829753" y="807158"/>
                </a:lnTo>
                <a:lnTo>
                  <a:pt x="1829753" y="834721"/>
                </a:lnTo>
                <a:lnTo>
                  <a:pt x="1857316" y="834721"/>
                </a:lnTo>
                <a:close/>
                <a:moveTo>
                  <a:pt x="1857316" y="889875"/>
                </a:moveTo>
                <a:lnTo>
                  <a:pt x="1857316" y="862312"/>
                </a:lnTo>
                <a:lnTo>
                  <a:pt x="1829753" y="862312"/>
                </a:lnTo>
                <a:lnTo>
                  <a:pt x="1829753" y="889875"/>
                </a:lnTo>
                <a:lnTo>
                  <a:pt x="1857316" y="889875"/>
                </a:lnTo>
                <a:close/>
                <a:moveTo>
                  <a:pt x="1857316" y="945030"/>
                </a:moveTo>
                <a:lnTo>
                  <a:pt x="1857316" y="917467"/>
                </a:lnTo>
                <a:lnTo>
                  <a:pt x="1829753" y="917467"/>
                </a:lnTo>
                <a:lnTo>
                  <a:pt x="1829753" y="945030"/>
                </a:lnTo>
                <a:lnTo>
                  <a:pt x="1857316" y="945030"/>
                </a:lnTo>
                <a:close/>
                <a:moveTo>
                  <a:pt x="1857316" y="972621"/>
                </a:moveTo>
                <a:lnTo>
                  <a:pt x="1829753" y="972621"/>
                </a:lnTo>
                <a:lnTo>
                  <a:pt x="1829753" y="1000184"/>
                </a:lnTo>
                <a:lnTo>
                  <a:pt x="1857316" y="1000184"/>
                </a:lnTo>
                <a:lnTo>
                  <a:pt x="1857316" y="972621"/>
                </a:lnTo>
                <a:close/>
                <a:moveTo>
                  <a:pt x="1857316" y="1027747"/>
                </a:moveTo>
                <a:lnTo>
                  <a:pt x="1829753" y="1027747"/>
                </a:lnTo>
                <a:lnTo>
                  <a:pt x="1829753" y="1055310"/>
                </a:lnTo>
                <a:lnTo>
                  <a:pt x="1857316" y="1055310"/>
                </a:lnTo>
                <a:lnTo>
                  <a:pt x="1857316" y="1027747"/>
                </a:lnTo>
                <a:close/>
                <a:moveTo>
                  <a:pt x="1857316" y="1110465"/>
                </a:moveTo>
                <a:lnTo>
                  <a:pt x="1857316" y="1082902"/>
                </a:lnTo>
                <a:lnTo>
                  <a:pt x="1829753" y="1082902"/>
                </a:lnTo>
                <a:lnTo>
                  <a:pt x="1829753" y="1110465"/>
                </a:lnTo>
                <a:lnTo>
                  <a:pt x="1857316" y="1110465"/>
                </a:lnTo>
                <a:close/>
                <a:moveTo>
                  <a:pt x="1857316" y="1165619"/>
                </a:moveTo>
                <a:lnTo>
                  <a:pt x="1857316" y="1138056"/>
                </a:lnTo>
                <a:lnTo>
                  <a:pt x="1829753" y="1138056"/>
                </a:lnTo>
                <a:lnTo>
                  <a:pt x="1829753" y="1165619"/>
                </a:lnTo>
                <a:lnTo>
                  <a:pt x="1857316" y="1165619"/>
                </a:lnTo>
                <a:close/>
                <a:moveTo>
                  <a:pt x="1857316" y="1220774"/>
                </a:moveTo>
                <a:lnTo>
                  <a:pt x="1857316" y="1193211"/>
                </a:lnTo>
                <a:lnTo>
                  <a:pt x="1829753" y="1193211"/>
                </a:lnTo>
                <a:lnTo>
                  <a:pt x="1829753" y="1220774"/>
                </a:lnTo>
                <a:lnTo>
                  <a:pt x="1857316" y="1220774"/>
                </a:lnTo>
                <a:close/>
                <a:moveTo>
                  <a:pt x="1857316" y="1248365"/>
                </a:moveTo>
                <a:lnTo>
                  <a:pt x="1829753" y="1248365"/>
                </a:lnTo>
                <a:lnTo>
                  <a:pt x="1829753" y="1275928"/>
                </a:lnTo>
                <a:lnTo>
                  <a:pt x="1857316" y="1275928"/>
                </a:lnTo>
                <a:lnTo>
                  <a:pt x="1857316" y="1248365"/>
                </a:lnTo>
                <a:close/>
                <a:moveTo>
                  <a:pt x="1857316" y="1303491"/>
                </a:moveTo>
                <a:lnTo>
                  <a:pt x="1829753" y="1303491"/>
                </a:lnTo>
                <a:lnTo>
                  <a:pt x="1829753" y="1331054"/>
                </a:lnTo>
                <a:lnTo>
                  <a:pt x="1857316" y="1331054"/>
                </a:lnTo>
                <a:lnTo>
                  <a:pt x="1857316" y="1303491"/>
                </a:lnTo>
                <a:close/>
                <a:moveTo>
                  <a:pt x="1857316" y="1386209"/>
                </a:moveTo>
                <a:lnTo>
                  <a:pt x="1857316" y="1358646"/>
                </a:lnTo>
                <a:lnTo>
                  <a:pt x="1829753" y="1358646"/>
                </a:lnTo>
                <a:lnTo>
                  <a:pt x="1829753" y="1386209"/>
                </a:lnTo>
                <a:lnTo>
                  <a:pt x="1857316" y="1386209"/>
                </a:lnTo>
                <a:close/>
                <a:moveTo>
                  <a:pt x="1857316" y="1441363"/>
                </a:moveTo>
                <a:lnTo>
                  <a:pt x="1857316" y="1413800"/>
                </a:lnTo>
                <a:lnTo>
                  <a:pt x="1829753" y="1413800"/>
                </a:lnTo>
                <a:lnTo>
                  <a:pt x="1829753" y="1441363"/>
                </a:lnTo>
                <a:lnTo>
                  <a:pt x="1857316" y="1441363"/>
                </a:lnTo>
                <a:close/>
                <a:moveTo>
                  <a:pt x="1857316" y="1496518"/>
                </a:moveTo>
                <a:lnTo>
                  <a:pt x="1857316" y="1468955"/>
                </a:lnTo>
                <a:lnTo>
                  <a:pt x="1829753" y="1468955"/>
                </a:lnTo>
                <a:lnTo>
                  <a:pt x="1829753" y="1496518"/>
                </a:lnTo>
                <a:lnTo>
                  <a:pt x="1857316" y="1496518"/>
                </a:lnTo>
                <a:close/>
                <a:moveTo>
                  <a:pt x="1857316" y="1524081"/>
                </a:moveTo>
                <a:lnTo>
                  <a:pt x="1829753" y="1524081"/>
                </a:lnTo>
                <a:lnTo>
                  <a:pt x="1829753" y="1551644"/>
                </a:lnTo>
                <a:lnTo>
                  <a:pt x="1857316" y="1551644"/>
                </a:lnTo>
                <a:lnTo>
                  <a:pt x="1857316" y="1524081"/>
                </a:lnTo>
                <a:close/>
                <a:moveTo>
                  <a:pt x="1857316" y="1579235"/>
                </a:moveTo>
                <a:lnTo>
                  <a:pt x="1829753" y="1579235"/>
                </a:lnTo>
                <a:lnTo>
                  <a:pt x="1829753" y="1606798"/>
                </a:lnTo>
                <a:lnTo>
                  <a:pt x="1857316" y="1606798"/>
                </a:lnTo>
                <a:lnTo>
                  <a:pt x="1857316" y="1579235"/>
                </a:lnTo>
                <a:close/>
                <a:moveTo>
                  <a:pt x="1857316" y="1661953"/>
                </a:moveTo>
                <a:lnTo>
                  <a:pt x="1857316" y="1634390"/>
                </a:lnTo>
                <a:lnTo>
                  <a:pt x="1829753" y="1634390"/>
                </a:lnTo>
                <a:lnTo>
                  <a:pt x="1829753" y="1661953"/>
                </a:lnTo>
                <a:lnTo>
                  <a:pt x="1857316" y="1661953"/>
                </a:lnTo>
                <a:close/>
                <a:moveTo>
                  <a:pt x="1857316" y="1717107"/>
                </a:moveTo>
                <a:lnTo>
                  <a:pt x="1857316" y="1689544"/>
                </a:lnTo>
                <a:lnTo>
                  <a:pt x="1829753" y="1689544"/>
                </a:lnTo>
                <a:lnTo>
                  <a:pt x="1829753" y="1717107"/>
                </a:lnTo>
                <a:lnTo>
                  <a:pt x="1857316" y="1717107"/>
                </a:lnTo>
                <a:close/>
                <a:moveTo>
                  <a:pt x="1857316" y="1772262"/>
                </a:moveTo>
                <a:lnTo>
                  <a:pt x="1857316" y="1744699"/>
                </a:lnTo>
                <a:lnTo>
                  <a:pt x="1829753" y="1744699"/>
                </a:lnTo>
                <a:lnTo>
                  <a:pt x="1829753" y="1772262"/>
                </a:lnTo>
                <a:lnTo>
                  <a:pt x="1857316" y="1772262"/>
                </a:lnTo>
                <a:close/>
                <a:moveTo>
                  <a:pt x="1857316" y="1799825"/>
                </a:moveTo>
                <a:lnTo>
                  <a:pt x="1829753" y="1799825"/>
                </a:lnTo>
                <a:lnTo>
                  <a:pt x="1829753" y="1827388"/>
                </a:lnTo>
                <a:lnTo>
                  <a:pt x="1857316" y="1827388"/>
                </a:lnTo>
                <a:lnTo>
                  <a:pt x="1857316" y="1799825"/>
                </a:lnTo>
                <a:close/>
                <a:moveTo>
                  <a:pt x="1857316" y="1854979"/>
                </a:moveTo>
                <a:lnTo>
                  <a:pt x="1829753" y="1854979"/>
                </a:lnTo>
                <a:lnTo>
                  <a:pt x="1829753" y="1882542"/>
                </a:lnTo>
                <a:lnTo>
                  <a:pt x="1857316" y="1882542"/>
                </a:lnTo>
                <a:lnTo>
                  <a:pt x="1857316" y="1854979"/>
                </a:lnTo>
                <a:close/>
                <a:moveTo>
                  <a:pt x="1857316" y="1937697"/>
                </a:moveTo>
                <a:lnTo>
                  <a:pt x="1857316" y="1910134"/>
                </a:lnTo>
                <a:lnTo>
                  <a:pt x="1829753" y="1910134"/>
                </a:lnTo>
                <a:lnTo>
                  <a:pt x="1829753" y="1937697"/>
                </a:lnTo>
                <a:lnTo>
                  <a:pt x="1857316" y="1937697"/>
                </a:lnTo>
                <a:close/>
                <a:moveTo>
                  <a:pt x="1857316" y="1992851"/>
                </a:moveTo>
                <a:lnTo>
                  <a:pt x="1857316" y="1965288"/>
                </a:lnTo>
                <a:lnTo>
                  <a:pt x="1829753" y="1965288"/>
                </a:lnTo>
                <a:lnTo>
                  <a:pt x="1829753" y="1992851"/>
                </a:lnTo>
                <a:lnTo>
                  <a:pt x="1857316" y="1992851"/>
                </a:lnTo>
                <a:close/>
                <a:moveTo>
                  <a:pt x="1857316" y="2047977"/>
                </a:moveTo>
                <a:lnTo>
                  <a:pt x="1857316" y="2020414"/>
                </a:lnTo>
                <a:lnTo>
                  <a:pt x="1829753" y="2020414"/>
                </a:lnTo>
                <a:lnTo>
                  <a:pt x="1829753" y="2047977"/>
                </a:lnTo>
                <a:lnTo>
                  <a:pt x="1857316" y="2047977"/>
                </a:lnTo>
                <a:close/>
                <a:moveTo>
                  <a:pt x="1857316" y="2075569"/>
                </a:moveTo>
                <a:lnTo>
                  <a:pt x="1829753" y="2075569"/>
                </a:lnTo>
                <a:lnTo>
                  <a:pt x="1829753" y="2103132"/>
                </a:lnTo>
                <a:lnTo>
                  <a:pt x="1857316" y="2103132"/>
                </a:lnTo>
                <a:lnTo>
                  <a:pt x="1857316" y="2075569"/>
                </a:lnTo>
                <a:close/>
                <a:moveTo>
                  <a:pt x="1857316" y="2461622"/>
                </a:moveTo>
                <a:lnTo>
                  <a:pt x="1829753" y="2461622"/>
                </a:lnTo>
                <a:lnTo>
                  <a:pt x="1829753" y="2489185"/>
                </a:lnTo>
                <a:lnTo>
                  <a:pt x="1857316" y="2489185"/>
                </a:lnTo>
                <a:lnTo>
                  <a:pt x="1857316" y="2461622"/>
                </a:lnTo>
                <a:close/>
              </a:path>
            </a:pathLst>
          </a:custGeom>
          <a:solidFill xmlns:a="http://schemas.openxmlformats.org/drawingml/2006/main">
            <a:srgbClr val="231F2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" name="Text Chip">
            <a:extLst xmlns:a="http://schemas.openxmlformats.org/drawingml/2006/main">
              <a:ext uri="{FF2B5EF4-FFF2-40B4-BE49-F238E27FC236}">
                <a16:creationId xmlns:a16="http://schemas.microsoft.com/office/drawing/2014/main" id="{ABCCA2A9-EB7D-4F21-9C38-42500484B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7088" y="333546"/>
            <a:ext cx="478243" cy="228149"/>
          </a:xfrm>
          <a:custGeom xmlns:a="http://schemas.openxmlformats.org/drawingml/2006/main">
            <a:pathLst>
              <a:path w="478243" h="228149">
                <a:moveTo>
                  <a:pt x="149955" y="58893"/>
                </a:moveTo>
                <a:lnTo>
                  <a:pt x="144140" y="58893"/>
                </a:lnTo>
                <a:cubicBezTo>
                  <a:pt x="141171" y="48856"/>
                  <a:pt x="138201" y="41534"/>
                  <a:pt x="135232" y="36928"/>
                </a:cubicBezTo>
                <a:cubicBezTo>
                  <a:pt x="129870" y="28620"/>
                  <a:pt x="122900" y="22245"/>
                  <a:pt x="114322" y="17801"/>
                </a:cubicBezTo>
                <a:cubicBezTo>
                  <a:pt x="106734" y="14017"/>
                  <a:pt x="98527" y="12125"/>
                  <a:pt x="89701" y="12125"/>
                </a:cubicBezTo>
                <a:cubicBezTo>
                  <a:pt x="74689" y="12125"/>
                  <a:pt x="61904" y="17033"/>
                  <a:pt x="51346" y="26848"/>
                </a:cubicBezTo>
                <a:cubicBezTo>
                  <a:pt x="36746" y="40376"/>
                  <a:pt x="29447" y="60625"/>
                  <a:pt x="29447" y="87597"/>
                </a:cubicBezTo>
                <a:cubicBezTo>
                  <a:pt x="29447" y="106486"/>
                  <a:pt x="32993" y="122859"/>
                  <a:pt x="40087" y="136716"/>
                </a:cubicBezTo>
                <a:cubicBezTo>
                  <a:pt x="44541" y="145542"/>
                  <a:pt x="51552" y="152636"/>
                  <a:pt x="61120" y="157997"/>
                </a:cubicBezTo>
                <a:cubicBezTo>
                  <a:pt x="70358" y="163194"/>
                  <a:pt x="80710" y="165792"/>
                  <a:pt x="92175" y="165792"/>
                </a:cubicBezTo>
                <a:cubicBezTo>
                  <a:pt x="106940" y="165792"/>
                  <a:pt x="120715" y="161482"/>
                  <a:pt x="133500" y="152863"/>
                </a:cubicBezTo>
                <a:cubicBezTo>
                  <a:pt x="137789" y="149963"/>
                  <a:pt x="142861" y="145694"/>
                  <a:pt x="148718" y="140057"/>
                </a:cubicBezTo>
                <a:lnTo>
                  <a:pt x="153296" y="144511"/>
                </a:lnTo>
                <a:cubicBezTo>
                  <a:pt x="148182" y="151383"/>
                  <a:pt x="142367" y="157055"/>
                  <a:pt x="135850" y="161527"/>
                </a:cubicBezTo>
                <a:cubicBezTo>
                  <a:pt x="120756" y="171794"/>
                  <a:pt x="103476" y="176927"/>
                  <a:pt x="84009" y="176927"/>
                </a:cubicBezTo>
                <a:cubicBezTo>
                  <a:pt x="67595" y="176927"/>
                  <a:pt x="52542" y="173007"/>
                  <a:pt x="38850" y="165166"/>
                </a:cubicBezTo>
                <a:cubicBezTo>
                  <a:pt x="26972" y="158479"/>
                  <a:pt x="17899" y="149441"/>
                  <a:pt x="11630" y="138050"/>
                </a:cubicBezTo>
                <a:cubicBezTo>
                  <a:pt x="3877" y="124100"/>
                  <a:pt x="0" y="108334"/>
                  <a:pt x="0" y="90752"/>
                </a:cubicBezTo>
                <a:cubicBezTo>
                  <a:pt x="0" y="62110"/>
                  <a:pt x="9156" y="39742"/>
                  <a:pt x="27467" y="23647"/>
                </a:cubicBezTo>
                <a:cubicBezTo>
                  <a:pt x="36293" y="15888"/>
                  <a:pt x="46438" y="10111"/>
                  <a:pt x="57903" y="6314"/>
                </a:cubicBezTo>
                <a:cubicBezTo>
                  <a:pt x="66894" y="3424"/>
                  <a:pt x="75885" y="1980"/>
                  <a:pt x="84876" y="1980"/>
                </a:cubicBezTo>
                <a:cubicBezTo>
                  <a:pt x="97083" y="1980"/>
                  <a:pt x="109373" y="4011"/>
                  <a:pt x="121746" y="8073"/>
                </a:cubicBezTo>
                <a:cubicBezTo>
                  <a:pt x="126117" y="9455"/>
                  <a:pt x="129417" y="10145"/>
                  <a:pt x="131644" y="10145"/>
                </a:cubicBezTo>
                <a:cubicBezTo>
                  <a:pt x="137088" y="10145"/>
                  <a:pt x="140676" y="7424"/>
                  <a:pt x="142408" y="1980"/>
                </a:cubicBezTo>
                <a:lnTo>
                  <a:pt x="147728" y="1980"/>
                </a:lnTo>
                <a:lnTo>
                  <a:pt x="149955" y="58893"/>
                </a:lnTo>
                <a:close/>
                <a:moveTo>
                  <a:pt x="285312" y="169380"/>
                </a:moveTo>
                <a:lnTo>
                  <a:pt x="285312" y="173215"/>
                </a:lnTo>
                <a:lnTo>
                  <a:pt x="231616" y="173215"/>
                </a:lnTo>
                <a:lnTo>
                  <a:pt x="231616" y="169380"/>
                </a:lnTo>
                <a:cubicBezTo>
                  <a:pt x="237472" y="168803"/>
                  <a:pt x="241555" y="167730"/>
                  <a:pt x="243865" y="166163"/>
                </a:cubicBezTo>
                <a:cubicBezTo>
                  <a:pt x="246999" y="164348"/>
                  <a:pt x="248649" y="158080"/>
                  <a:pt x="248814" y="147357"/>
                </a:cubicBezTo>
                <a:lnTo>
                  <a:pt x="248814" y="97124"/>
                </a:lnTo>
                <a:cubicBezTo>
                  <a:pt x="248814" y="79225"/>
                  <a:pt x="242545" y="70276"/>
                  <a:pt x="230007" y="70276"/>
                </a:cubicBezTo>
                <a:cubicBezTo>
                  <a:pt x="223904" y="70276"/>
                  <a:pt x="218006" y="72297"/>
                  <a:pt x="212315" y="76338"/>
                </a:cubicBezTo>
                <a:cubicBezTo>
                  <a:pt x="209593" y="78236"/>
                  <a:pt x="206046" y="81535"/>
                  <a:pt x="201674" y="86237"/>
                </a:cubicBezTo>
                <a:lnTo>
                  <a:pt x="201674" y="147357"/>
                </a:lnTo>
                <a:cubicBezTo>
                  <a:pt x="201839" y="158080"/>
                  <a:pt x="203489" y="164348"/>
                  <a:pt x="206623" y="166163"/>
                </a:cubicBezTo>
                <a:cubicBezTo>
                  <a:pt x="208933" y="167730"/>
                  <a:pt x="213016" y="168803"/>
                  <a:pt x="218872" y="169380"/>
                </a:cubicBezTo>
                <a:lnTo>
                  <a:pt x="218872" y="173215"/>
                </a:lnTo>
                <a:lnTo>
                  <a:pt x="164185" y="173215"/>
                </a:lnTo>
                <a:lnTo>
                  <a:pt x="164185" y="169380"/>
                </a:lnTo>
                <a:cubicBezTo>
                  <a:pt x="170042" y="168555"/>
                  <a:pt x="174042" y="167442"/>
                  <a:pt x="176187" y="166039"/>
                </a:cubicBezTo>
                <a:cubicBezTo>
                  <a:pt x="178826" y="164390"/>
                  <a:pt x="180228" y="158162"/>
                  <a:pt x="180393" y="147357"/>
                </a:cubicBezTo>
                <a:lnTo>
                  <a:pt x="180393" y="27962"/>
                </a:lnTo>
                <a:cubicBezTo>
                  <a:pt x="180393" y="22466"/>
                  <a:pt x="179692" y="18969"/>
                  <a:pt x="178290" y="17468"/>
                </a:cubicBezTo>
                <a:cubicBezTo>
                  <a:pt x="176723" y="15721"/>
                  <a:pt x="173094" y="14847"/>
                  <a:pt x="167402" y="14847"/>
                </a:cubicBezTo>
                <a:cubicBezTo>
                  <a:pt x="166330" y="14847"/>
                  <a:pt x="165340" y="15012"/>
                  <a:pt x="164433" y="15342"/>
                </a:cubicBezTo>
                <a:lnTo>
                  <a:pt x="164433" y="11259"/>
                </a:lnTo>
                <a:lnTo>
                  <a:pt x="171362" y="9279"/>
                </a:lnTo>
                <a:cubicBezTo>
                  <a:pt x="183322" y="5733"/>
                  <a:pt x="193013" y="2681"/>
                  <a:pt x="200437" y="124"/>
                </a:cubicBezTo>
                <a:lnTo>
                  <a:pt x="201674" y="866"/>
                </a:lnTo>
                <a:lnTo>
                  <a:pt x="201674" y="78071"/>
                </a:lnTo>
                <a:cubicBezTo>
                  <a:pt x="206871" y="71103"/>
                  <a:pt x="211655" y="66208"/>
                  <a:pt x="216026" y="63386"/>
                </a:cubicBezTo>
                <a:cubicBezTo>
                  <a:pt x="223037" y="58741"/>
                  <a:pt x="230708" y="56419"/>
                  <a:pt x="239039" y="56419"/>
                </a:cubicBezTo>
                <a:cubicBezTo>
                  <a:pt x="259743" y="56419"/>
                  <a:pt x="270094" y="69905"/>
                  <a:pt x="270094" y="96877"/>
                </a:cubicBezTo>
                <a:lnTo>
                  <a:pt x="270094" y="147357"/>
                </a:lnTo>
                <a:cubicBezTo>
                  <a:pt x="270259" y="157997"/>
                  <a:pt x="271620" y="164142"/>
                  <a:pt x="274177" y="165792"/>
                </a:cubicBezTo>
                <a:cubicBezTo>
                  <a:pt x="276074" y="167194"/>
                  <a:pt x="279786" y="168390"/>
                  <a:pt x="285312" y="169380"/>
                </a:cubicBezTo>
                <a:close/>
                <a:moveTo>
                  <a:pt x="292736" y="173215"/>
                </a:moveTo>
                <a:lnTo>
                  <a:pt x="292736" y="169380"/>
                </a:lnTo>
                <a:cubicBezTo>
                  <a:pt x="299995" y="168967"/>
                  <a:pt x="304944" y="167978"/>
                  <a:pt x="307583" y="166410"/>
                </a:cubicBezTo>
                <a:cubicBezTo>
                  <a:pt x="310882" y="164678"/>
                  <a:pt x="312615" y="158327"/>
                  <a:pt x="312780" y="147357"/>
                </a:cubicBezTo>
                <a:lnTo>
                  <a:pt x="312780" y="88587"/>
                </a:lnTo>
                <a:cubicBezTo>
                  <a:pt x="312780" y="81352"/>
                  <a:pt x="311707" y="76778"/>
                  <a:pt x="309563" y="74865"/>
                </a:cubicBezTo>
                <a:cubicBezTo>
                  <a:pt x="308408" y="73785"/>
                  <a:pt x="306676" y="73245"/>
                  <a:pt x="304366" y="73245"/>
                </a:cubicBezTo>
                <a:cubicBezTo>
                  <a:pt x="301809" y="73245"/>
                  <a:pt x="298922" y="73524"/>
                  <a:pt x="295705" y="74081"/>
                </a:cubicBezTo>
                <a:lnTo>
                  <a:pt x="293726" y="74359"/>
                </a:lnTo>
                <a:lnTo>
                  <a:pt x="293726" y="70523"/>
                </a:lnTo>
                <a:lnTo>
                  <a:pt x="333070" y="56666"/>
                </a:lnTo>
                <a:lnTo>
                  <a:pt x="334060" y="57409"/>
                </a:lnTo>
                <a:lnTo>
                  <a:pt x="334060" y="147357"/>
                </a:lnTo>
                <a:cubicBezTo>
                  <a:pt x="334225" y="158162"/>
                  <a:pt x="335751" y="164390"/>
                  <a:pt x="338638" y="166039"/>
                </a:cubicBezTo>
                <a:cubicBezTo>
                  <a:pt x="341195" y="167771"/>
                  <a:pt x="345897" y="168885"/>
                  <a:pt x="352743" y="169380"/>
                </a:cubicBezTo>
                <a:lnTo>
                  <a:pt x="352743" y="173215"/>
                </a:lnTo>
                <a:lnTo>
                  <a:pt x="292736" y="173215"/>
                </a:lnTo>
                <a:moveTo>
                  <a:pt x="321193" y="0"/>
                </a:moveTo>
                <a:cubicBezTo>
                  <a:pt x="325070" y="0"/>
                  <a:pt x="328328" y="1450"/>
                  <a:pt x="330967" y="4350"/>
                </a:cubicBezTo>
                <a:cubicBezTo>
                  <a:pt x="333194" y="6755"/>
                  <a:pt x="334308" y="9656"/>
                  <a:pt x="334308" y="13053"/>
                </a:cubicBezTo>
                <a:cubicBezTo>
                  <a:pt x="334308" y="16948"/>
                  <a:pt x="332906" y="20139"/>
                  <a:pt x="330101" y="22626"/>
                </a:cubicBezTo>
                <a:cubicBezTo>
                  <a:pt x="327627" y="24864"/>
                  <a:pt x="324616" y="25982"/>
                  <a:pt x="321069" y="25982"/>
                </a:cubicBezTo>
                <a:cubicBezTo>
                  <a:pt x="317275" y="25982"/>
                  <a:pt x="314223" y="24615"/>
                  <a:pt x="311913" y="21880"/>
                </a:cubicBezTo>
                <a:cubicBezTo>
                  <a:pt x="309604" y="19228"/>
                  <a:pt x="308449" y="16244"/>
                  <a:pt x="308449" y="12929"/>
                </a:cubicBezTo>
                <a:cubicBezTo>
                  <a:pt x="308449" y="9282"/>
                  <a:pt x="309934" y="6050"/>
                  <a:pt x="312903" y="3232"/>
                </a:cubicBezTo>
                <a:cubicBezTo>
                  <a:pt x="315048" y="1077"/>
                  <a:pt x="317811" y="0"/>
                  <a:pt x="321193" y="0"/>
                </a:cubicBezTo>
                <a:close/>
                <a:moveTo>
                  <a:pt x="360333" y="223819"/>
                </a:moveTo>
                <a:cubicBezTo>
                  <a:pt x="366849" y="223159"/>
                  <a:pt x="371427" y="221881"/>
                  <a:pt x="374066" y="219984"/>
                </a:cubicBezTo>
                <a:cubicBezTo>
                  <a:pt x="376541" y="218334"/>
                  <a:pt x="377860" y="213797"/>
                  <a:pt x="378025" y="206374"/>
                </a:cubicBezTo>
                <a:lnTo>
                  <a:pt x="378025" y="87845"/>
                </a:lnTo>
                <a:cubicBezTo>
                  <a:pt x="378025" y="81025"/>
                  <a:pt x="377159" y="76823"/>
                  <a:pt x="375427" y="75240"/>
                </a:cubicBezTo>
                <a:cubicBezTo>
                  <a:pt x="374107" y="73910"/>
                  <a:pt x="371509" y="73245"/>
                  <a:pt x="367632" y="73245"/>
                </a:cubicBezTo>
                <a:cubicBezTo>
                  <a:pt x="365818" y="73245"/>
                  <a:pt x="363714" y="73369"/>
                  <a:pt x="361322" y="73617"/>
                </a:cubicBezTo>
                <a:lnTo>
                  <a:pt x="361322" y="69534"/>
                </a:lnTo>
                <a:cubicBezTo>
                  <a:pt x="373695" y="65657"/>
                  <a:pt x="385861" y="61368"/>
                  <a:pt x="397821" y="56666"/>
                </a:cubicBezTo>
                <a:lnTo>
                  <a:pt x="399306" y="57161"/>
                </a:lnTo>
                <a:lnTo>
                  <a:pt x="399306" y="76710"/>
                </a:lnTo>
                <a:cubicBezTo>
                  <a:pt x="409946" y="63182"/>
                  <a:pt x="422113" y="56419"/>
                  <a:pt x="435805" y="56419"/>
                </a:cubicBezTo>
                <a:cubicBezTo>
                  <a:pt x="447353" y="56419"/>
                  <a:pt x="457086" y="60964"/>
                  <a:pt x="465004" y="70056"/>
                </a:cubicBezTo>
                <a:cubicBezTo>
                  <a:pt x="469458" y="75262"/>
                  <a:pt x="472923" y="81999"/>
                  <a:pt x="475397" y="90265"/>
                </a:cubicBezTo>
                <a:cubicBezTo>
                  <a:pt x="477294" y="96794"/>
                  <a:pt x="478243" y="103572"/>
                  <a:pt x="478243" y="110599"/>
                </a:cubicBezTo>
                <a:cubicBezTo>
                  <a:pt x="478243" y="124319"/>
                  <a:pt x="474902" y="137131"/>
                  <a:pt x="468221" y="149035"/>
                </a:cubicBezTo>
                <a:cubicBezTo>
                  <a:pt x="458158" y="166970"/>
                  <a:pt x="443723" y="175937"/>
                  <a:pt x="424917" y="175937"/>
                </a:cubicBezTo>
                <a:cubicBezTo>
                  <a:pt x="418236" y="175937"/>
                  <a:pt x="412421" y="174436"/>
                  <a:pt x="407472" y="171433"/>
                </a:cubicBezTo>
                <a:cubicBezTo>
                  <a:pt x="405410" y="170183"/>
                  <a:pt x="402688" y="167973"/>
                  <a:pt x="399306" y="164802"/>
                </a:cubicBezTo>
                <a:lnTo>
                  <a:pt x="399306" y="204642"/>
                </a:lnTo>
                <a:cubicBezTo>
                  <a:pt x="399471" y="213632"/>
                  <a:pt x="401162" y="218994"/>
                  <a:pt x="404379" y="220726"/>
                </a:cubicBezTo>
                <a:cubicBezTo>
                  <a:pt x="407431" y="222458"/>
                  <a:pt x="413204" y="223407"/>
                  <a:pt x="421700" y="223572"/>
                </a:cubicBezTo>
                <a:lnTo>
                  <a:pt x="421700" y="228149"/>
                </a:lnTo>
                <a:lnTo>
                  <a:pt x="360333" y="228149"/>
                </a:lnTo>
                <a:lnTo>
                  <a:pt x="360333" y="223819"/>
                </a:lnTo>
                <a:moveTo>
                  <a:pt x="399306" y="88587"/>
                </a:moveTo>
                <a:lnTo>
                  <a:pt x="399306" y="150945"/>
                </a:lnTo>
                <a:cubicBezTo>
                  <a:pt x="399306" y="153770"/>
                  <a:pt x="401409" y="156927"/>
                  <a:pt x="405616" y="160418"/>
                </a:cubicBezTo>
                <a:cubicBezTo>
                  <a:pt x="411472" y="165320"/>
                  <a:pt x="418153" y="167771"/>
                  <a:pt x="425659" y="167771"/>
                </a:cubicBezTo>
                <a:cubicBezTo>
                  <a:pt x="433248" y="167771"/>
                  <a:pt x="439929" y="164551"/>
                  <a:pt x="445703" y="158109"/>
                </a:cubicBezTo>
                <a:cubicBezTo>
                  <a:pt x="449167" y="154227"/>
                  <a:pt x="451930" y="148322"/>
                  <a:pt x="453993" y="140393"/>
                </a:cubicBezTo>
                <a:cubicBezTo>
                  <a:pt x="455642" y="134117"/>
                  <a:pt x="456467" y="127550"/>
                  <a:pt x="456467" y="120694"/>
                </a:cubicBezTo>
                <a:cubicBezTo>
                  <a:pt x="456467" y="107976"/>
                  <a:pt x="453951" y="96620"/>
                  <a:pt x="448920" y="86627"/>
                </a:cubicBezTo>
                <a:cubicBezTo>
                  <a:pt x="446610" y="82085"/>
                  <a:pt x="443022" y="78327"/>
                  <a:pt x="438156" y="75353"/>
                </a:cubicBezTo>
                <a:cubicBezTo>
                  <a:pt x="434279" y="72958"/>
                  <a:pt x="429949" y="71761"/>
                  <a:pt x="425165" y="71761"/>
                </a:cubicBezTo>
                <a:cubicBezTo>
                  <a:pt x="416586" y="71761"/>
                  <a:pt x="409410" y="74771"/>
                  <a:pt x="403636" y="80793"/>
                </a:cubicBezTo>
                <a:cubicBezTo>
                  <a:pt x="400749" y="83845"/>
                  <a:pt x="399306" y="86443"/>
                  <a:pt x="399306" y="88587"/>
                </a:cubicBezTo>
                <a:close/>
              </a:path>
            </a:pathLst>
          </a:custGeom>
          <a:solidFill xmlns:a="http://schemas.openxmlformats.org/drawingml/2006/main">
            <a:srgbClr val="231F2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" name="Text DIMM">
            <a:extLst xmlns:a="http://schemas.openxmlformats.org/drawingml/2006/main">
              <a:ext uri="{FF2B5EF4-FFF2-40B4-BE49-F238E27FC236}">
                <a16:creationId xmlns:a16="http://schemas.microsoft.com/office/drawing/2014/main" id="{BCCA0BBC-968F-49F1-8AC6-C54ACDA88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0255" y="109851"/>
            <a:ext cx="750597" cy="171236"/>
          </a:xfrm>
          <a:custGeom xmlns:a="http://schemas.openxmlformats.org/drawingml/2006/main">
            <a:pathLst>
              <a:path w="750597" h="171236">
                <a:moveTo>
                  <a:pt x="0" y="171236"/>
                </a:moveTo>
                <a:lnTo>
                  <a:pt x="0" y="164926"/>
                </a:lnTo>
                <a:cubicBezTo>
                  <a:pt x="13940" y="164843"/>
                  <a:pt x="20951" y="159276"/>
                  <a:pt x="21033" y="148223"/>
                </a:cubicBezTo>
                <a:lnTo>
                  <a:pt x="21033" y="23260"/>
                </a:lnTo>
                <a:cubicBezTo>
                  <a:pt x="20951" y="17569"/>
                  <a:pt x="19384" y="13404"/>
                  <a:pt x="16332" y="10764"/>
                </a:cubicBezTo>
                <a:cubicBezTo>
                  <a:pt x="13280" y="8537"/>
                  <a:pt x="7836" y="7052"/>
                  <a:pt x="0" y="6310"/>
                </a:cubicBezTo>
                <a:lnTo>
                  <a:pt x="0" y="0"/>
                </a:lnTo>
                <a:lnTo>
                  <a:pt x="77328" y="0"/>
                </a:lnTo>
                <a:cubicBezTo>
                  <a:pt x="97702" y="0"/>
                  <a:pt x="115106" y="3588"/>
                  <a:pt x="129540" y="10764"/>
                </a:cubicBezTo>
                <a:cubicBezTo>
                  <a:pt x="138861" y="15466"/>
                  <a:pt x="146986" y="21982"/>
                  <a:pt x="153914" y="30313"/>
                </a:cubicBezTo>
                <a:cubicBezTo>
                  <a:pt x="165544" y="44417"/>
                  <a:pt x="171360" y="62316"/>
                  <a:pt x="171360" y="84009"/>
                </a:cubicBezTo>
                <a:cubicBezTo>
                  <a:pt x="171360" y="104630"/>
                  <a:pt x="166163" y="122158"/>
                  <a:pt x="155770" y="136593"/>
                </a:cubicBezTo>
                <a:cubicBezTo>
                  <a:pt x="150161" y="144346"/>
                  <a:pt x="143356" y="150780"/>
                  <a:pt x="135355" y="155894"/>
                </a:cubicBezTo>
                <a:cubicBezTo>
                  <a:pt x="119436" y="166122"/>
                  <a:pt x="101001" y="171236"/>
                  <a:pt x="80050" y="171236"/>
                </a:cubicBezTo>
                <a:lnTo>
                  <a:pt x="0" y="171236"/>
                </a:lnTo>
                <a:moveTo>
                  <a:pt x="62110" y="17445"/>
                </a:moveTo>
                <a:lnTo>
                  <a:pt x="62110" y="147728"/>
                </a:lnTo>
                <a:cubicBezTo>
                  <a:pt x="62110" y="153337"/>
                  <a:pt x="63100" y="157131"/>
                  <a:pt x="65079" y="159111"/>
                </a:cubicBezTo>
                <a:cubicBezTo>
                  <a:pt x="67224" y="161255"/>
                  <a:pt x="71101" y="162328"/>
                  <a:pt x="76710" y="162328"/>
                </a:cubicBezTo>
                <a:cubicBezTo>
                  <a:pt x="93124" y="162328"/>
                  <a:pt x="105579" y="156466"/>
                  <a:pt x="114075" y="144743"/>
                </a:cubicBezTo>
                <a:cubicBezTo>
                  <a:pt x="116137" y="141854"/>
                  <a:pt x="117828" y="138758"/>
                  <a:pt x="119147" y="135456"/>
                </a:cubicBezTo>
                <a:cubicBezTo>
                  <a:pt x="124591" y="122248"/>
                  <a:pt x="127313" y="106275"/>
                  <a:pt x="127313" y="87536"/>
                </a:cubicBezTo>
                <a:cubicBezTo>
                  <a:pt x="127313" y="65745"/>
                  <a:pt x="123849" y="47996"/>
                  <a:pt x="116920" y="34291"/>
                </a:cubicBezTo>
                <a:cubicBezTo>
                  <a:pt x="108260" y="17039"/>
                  <a:pt x="94980" y="8413"/>
                  <a:pt x="77081" y="8413"/>
                </a:cubicBezTo>
                <a:cubicBezTo>
                  <a:pt x="67100" y="8413"/>
                  <a:pt x="62110" y="11424"/>
                  <a:pt x="62110" y="17445"/>
                </a:cubicBezTo>
                <a:close/>
                <a:moveTo>
                  <a:pt x="273143" y="164926"/>
                </a:moveTo>
                <a:lnTo>
                  <a:pt x="273143" y="171236"/>
                </a:lnTo>
                <a:lnTo>
                  <a:pt x="184432" y="171236"/>
                </a:lnTo>
                <a:lnTo>
                  <a:pt x="184432" y="164926"/>
                </a:lnTo>
                <a:cubicBezTo>
                  <a:pt x="194165" y="164018"/>
                  <a:pt x="200557" y="162286"/>
                  <a:pt x="203609" y="159729"/>
                </a:cubicBezTo>
                <a:cubicBezTo>
                  <a:pt x="206414" y="157172"/>
                  <a:pt x="207857" y="152883"/>
                  <a:pt x="207940" y="146862"/>
                </a:cubicBezTo>
                <a:lnTo>
                  <a:pt x="207940" y="24374"/>
                </a:lnTo>
                <a:cubicBezTo>
                  <a:pt x="207775" y="18105"/>
                  <a:pt x="206042" y="13569"/>
                  <a:pt x="202743" y="10764"/>
                </a:cubicBezTo>
                <a:cubicBezTo>
                  <a:pt x="199444" y="8290"/>
                  <a:pt x="193340" y="6805"/>
                  <a:pt x="184432" y="6310"/>
                </a:cubicBezTo>
                <a:lnTo>
                  <a:pt x="184432" y="0"/>
                </a:lnTo>
                <a:lnTo>
                  <a:pt x="273143" y="0"/>
                </a:lnTo>
                <a:lnTo>
                  <a:pt x="273143" y="6310"/>
                </a:lnTo>
                <a:cubicBezTo>
                  <a:pt x="263575" y="6640"/>
                  <a:pt x="257141" y="8125"/>
                  <a:pt x="253842" y="10764"/>
                </a:cubicBezTo>
                <a:cubicBezTo>
                  <a:pt x="250707" y="13486"/>
                  <a:pt x="249099" y="18023"/>
                  <a:pt x="249016" y="24374"/>
                </a:cubicBezTo>
                <a:lnTo>
                  <a:pt x="249016" y="146862"/>
                </a:lnTo>
                <a:cubicBezTo>
                  <a:pt x="249181" y="153296"/>
                  <a:pt x="250831" y="157791"/>
                  <a:pt x="253965" y="160348"/>
                </a:cubicBezTo>
                <a:cubicBezTo>
                  <a:pt x="257265" y="162740"/>
                  <a:pt x="263657" y="164266"/>
                  <a:pt x="273143" y="164926"/>
                </a:cubicBezTo>
                <a:close/>
                <a:moveTo>
                  <a:pt x="511397" y="164926"/>
                </a:moveTo>
                <a:lnTo>
                  <a:pt x="511397" y="171236"/>
                </a:lnTo>
                <a:lnTo>
                  <a:pt x="427264" y="171236"/>
                </a:lnTo>
                <a:lnTo>
                  <a:pt x="427264" y="164926"/>
                </a:lnTo>
                <a:cubicBezTo>
                  <a:pt x="436750" y="164018"/>
                  <a:pt x="442812" y="162410"/>
                  <a:pt x="445452" y="160101"/>
                </a:cubicBezTo>
                <a:cubicBezTo>
                  <a:pt x="448174" y="157708"/>
                  <a:pt x="449617" y="152966"/>
                  <a:pt x="449782" y="145872"/>
                </a:cubicBezTo>
                <a:lnTo>
                  <a:pt x="449782" y="17074"/>
                </a:lnTo>
                <a:lnTo>
                  <a:pt x="385940" y="171236"/>
                </a:lnTo>
                <a:lnTo>
                  <a:pt x="379011" y="171236"/>
                </a:lnTo>
                <a:lnTo>
                  <a:pt x="315169" y="20786"/>
                </a:lnTo>
                <a:lnTo>
                  <a:pt x="315169" y="139810"/>
                </a:lnTo>
                <a:cubicBezTo>
                  <a:pt x="315416" y="149873"/>
                  <a:pt x="317396" y="156430"/>
                  <a:pt x="321108" y="159482"/>
                </a:cubicBezTo>
                <a:cubicBezTo>
                  <a:pt x="323252" y="161297"/>
                  <a:pt x="326057" y="162616"/>
                  <a:pt x="329521" y="163441"/>
                </a:cubicBezTo>
                <a:cubicBezTo>
                  <a:pt x="331666" y="164018"/>
                  <a:pt x="335419" y="164513"/>
                  <a:pt x="340780" y="164926"/>
                </a:cubicBezTo>
                <a:lnTo>
                  <a:pt x="340780" y="171236"/>
                </a:lnTo>
                <a:lnTo>
                  <a:pt x="281516" y="171236"/>
                </a:lnTo>
                <a:lnTo>
                  <a:pt x="281516" y="164926"/>
                </a:lnTo>
                <a:cubicBezTo>
                  <a:pt x="291249" y="163854"/>
                  <a:pt x="297559" y="162080"/>
                  <a:pt x="300446" y="159606"/>
                </a:cubicBezTo>
                <a:cubicBezTo>
                  <a:pt x="303003" y="157296"/>
                  <a:pt x="304364" y="152306"/>
                  <a:pt x="304529" y="144635"/>
                </a:cubicBezTo>
                <a:lnTo>
                  <a:pt x="304529" y="24374"/>
                </a:lnTo>
                <a:cubicBezTo>
                  <a:pt x="304364" y="17775"/>
                  <a:pt x="302920" y="13321"/>
                  <a:pt x="300198" y="11012"/>
                </a:cubicBezTo>
                <a:cubicBezTo>
                  <a:pt x="297064" y="8702"/>
                  <a:pt x="291001" y="7135"/>
                  <a:pt x="282011" y="6310"/>
                </a:cubicBezTo>
                <a:lnTo>
                  <a:pt x="282011" y="0"/>
                </a:lnTo>
                <a:lnTo>
                  <a:pt x="346100" y="0"/>
                </a:lnTo>
                <a:lnTo>
                  <a:pt x="396828" y="119519"/>
                </a:lnTo>
                <a:lnTo>
                  <a:pt x="447555" y="0"/>
                </a:lnTo>
                <a:lnTo>
                  <a:pt x="511397" y="0"/>
                </a:lnTo>
                <a:lnTo>
                  <a:pt x="511397" y="6310"/>
                </a:lnTo>
                <a:cubicBezTo>
                  <a:pt x="502654" y="6887"/>
                  <a:pt x="496963" y="8331"/>
                  <a:pt x="494323" y="10640"/>
                </a:cubicBezTo>
                <a:cubicBezTo>
                  <a:pt x="490941" y="13527"/>
                  <a:pt x="489168" y="19879"/>
                  <a:pt x="489003" y="29694"/>
                </a:cubicBezTo>
                <a:lnTo>
                  <a:pt x="489003" y="141665"/>
                </a:lnTo>
                <a:cubicBezTo>
                  <a:pt x="489168" y="151234"/>
                  <a:pt x="490776" y="157337"/>
                  <a:pt x="493828" y="159977"/>
                </a:cubicBezTo>
                <a:cubicBezTo>
                  <a:pt x="496468" y="162039"/>
                  <a:pt x="502324" y="163689"/>
                  <a:pt x="511397" y="164926"/>
                </a:cubicBezTo>
                <a:close/>
                <a:moveTo>
                  <a:pt x="750597" y="164926"/>
                </a:moveTo>
                <a:lnTo>
                  <a:pt x="750597" y="171236"/>
                </a:lnTo>
                <a:lnTo>
                  <a:pt x="666464" y="171236"/>
                </a:lnTo>
                <a:lnTo>
                  <a:pt x="666464" y="164926"/>
                </a:lnTo>
                <a:cubicBezTo>
                  <a:pt x="675949" y="164018"/>
                  <a:pt x="682012" y="162410"/>
                  <a:pt x="684651" y="160101"/>
                </a:cubicBezTo>
                <a:cubicBezTo>
                  <a:pt x="687373" y="157708"/>
                  <a:pt x="688817" y="152966"/>
                  <a:pt x="688982" y="145872"/>
                </a:cubicBezTo>
                <a:lnTo>
                  <a:pt x="688982" y="17074"/>
                </a:lnTo>
                <a:lnTo>
                  <a:pt x="625139" y="171236"/>
                </a:lnTo>
                <a:lnTo>
                  <a:pt x="618211" y="171236"/>
                </a:lnTo>
                <a:lnTo>
                  <a:pt x="554368" y="20786"/>
                </a:lnTo>
                <a:lnTo>
                  <a:pt x="554368" y="139810"/>
                </a:lnTo>
                <a:cubicBezTo>
                  <a:pt x="554616" y="149873"/>
                  <a:pt x="556596" y="156430"/>
                  <a:pt x="560307" y="159482"/>
                </a:cubicBezTo>
                <a:cubicBezTo>
                  <a:pt x="562452" y="161297"/>
                  <a:pt x="565256" y="162616"/>
                  <a:pt x="568721" y="163441"/>
                </a:cubicBezTo>
                <a:cubicBezTo>
                  <a:pt x="570865" y="164018"/>
                  <a:pt x="574618" y="164513"/>
                  <a:pt x="579980" y="164926"/>
                </a:cubicBezTo>
                <a:lnTo>
                  <a:pt x="579980" y="171236"/>
                </a:lnTo>
                <a:lnTo>
                  <a:pt x="520715" y="171236"/>
                </a:lnTo>
                <a:lnTo>
                  <a:pt x="520715" y="164926"/>
                </a:lnTo>
                <a:cubicBezTo>
                  <a:pt x="530448" y="163854"/>
                  <a:pt x="536758" y="162080"/>
                  <a:pt x="539645" y="159606"/>
                </a:cubicBezTo>
                <a:cubicBezTo>
                  <a:pt x="542202" y="157296"/>
                  <a:pt x="543563" y="152306"/>
                  <a:pt x="543728" y="144635"/>
                </a:cubicBezTo>
                <a:lnTo>
                  <a:pt x="543728" y="24374"/>
                </a:lnTo>
                <a:cubicBezTo>
                  <a:pt x="543563" y="17775"/>
                  <a:pt x="542120" y="13321"/>
                  <a:pt x="539398" y="11012"/>
                </a:cubicBezTo>
                <a:cubicBezTo>
                  <a:pt x="536263" y="8702"/>
                  <a:pt x="530201" y="7135"/>
                  <a:pt x="521210" y="6310"/>
                </a:cubicBezTo>
                <a:lnTo>
                  <a:pt x="521210" y="0"/>
                </a:lnTo>
                <a:lnTo>
                  <a:pt x="585300" y="0"/>
                </a:lnTo>
                <a:lnTo>
                  <a:pt x="636027" y="119519"/>
                </a:lnTo>
                <a:lnTo>
                  <a:pt x="686755" y="0"/>
                </a:lnTo>
                <a:lnTo>
                  <a:pt x="750597" y="0"/>
                </a:lnTo>
                <a:lnTo>
                  <a:pt x="750597" y="6310"/>
                </a:lnTo>
                <a:cubicBezTo>
                  <a:pt x="741854" y="6887"/>
                  <a:pt x="736162" y="8331"/>
                  <a:pt x="733523" y="10640"/>
                </a:cubicBezTo>
                <a:cubicBezTo>
                  <a:pt x="730141" y="13527"/>
                  <a:pt x="728367" y="19879"/>
                  <a:pt x="728203" y="29694"/>
                </a:cubicBezTo>
                <a:lnTo>
                  <a:pt x="728203" y="141665"/>
                </a:lnTo>
                <a:cubicBezTo>
                  <a:pt x="728367" y="151234"/>
                  <a:pt x="729976" y="157337"/>
                  <a:pt x="733028" y="159977"/>
                </a:cubicBezTo>
                <a:cubicBezTo>
                  <a:pt x="735667" y="162039"/>
                  <a:pt x="741524" y="163689"/>
                  <a:pt x="750597" y="164926"/>
                </a:cubicBezTo>
                <a:close/>
              </a:path>
            </a:pathLst>
          </a:custGeom>
          <a:solidFill xmlns:a="http://schemas.openxmlformats.org/drawingml/2006/main">
            <a:srgbClr val="231F2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" name="Text C">
            <a:extLst xmlns:a="http://schemas.openxmlformats.org/drawingml/2006/main">
              <a:ext uri="{FF2B5EF4-FFF2-40B4-BE49-F238E27FC236}">
                <a16:creationId xmlns:a16="http://schemas.microsoft.com/office/drawing/2014/main" id="{56605BC1-806E-4217-931E-A75392C35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7955" y="1699501"/>
            <a:ext cx="174948" cy="153296"/>
          </a:xfrm>
          <a:custGeom xmlns:a="http://schemas.openxmlformats.org/drawingml/2006/main">
            <a:pathLst>
              <a:path w="174948" h="153296">
                <a:moveTo>
                  <a:pt x="56914" y="3341"/>
                </a:moveTo>
                <a:lnTo>
                  <a:pt x="56914" y="9156"/>
                </a:lnTo>
                <a:cubicBezTo>
                  <a:pt x="46876" y="12125"/>
                  <a:pt x="39555" y="15094"/>
                  <a:pt x="34949" y="18064"/>
                </a:cubicBezTo>
                <a:cubicBezTo>
                  <a:pt x="26641" y="23425"/>
                  <a:pt x="20265" y="30395"/>
                  <a:pt x="15821" y="38973"/>
                </a:cubicBezTo>
                <a:cubicBezTo>
                  <a:pt x="12037" y="46562"/>
                  <a:pt x="10145" y="54769"/>
                  <a:pt x="10145" y="63595"/>
                </a:cubicBezTo>
                <a:cubicBezTo>
                  <a:pt x="10145" y="78607"/>
                  <a:pt x="15053" y="91392"/>
                  <a:pt x="24869" y="101950"/>
                </a:cubicBezTo>
                <a:cubicBezTo>
                  <a:pt x="38396" y="116549"/>
                  <a:pt x="58646" y="123849"/>
                  <a:pt x="85618" y="123849"/>
                </a:cubicBezTo>
                <a:cubicBezTo>
                  <a:pt x="104507" y="123849"/>
                  <a:pt x="120880" y="120302"/>
                  <a:pt x="134737" y="113209"/>
                </a:cubicBezTo>
                <a:cubicBezTo>
                  <a:pt x="143563" y="108755"/>
                  <a:pt x="150656" y="101743"/>
                  <a:pt x="156018" y="92175"/>
                </a:cubicBezTo>
                <a:cubicBezTo>
                  <a:pt x="161214" y="82937"/>
                  <a:pt x="163812" y="72585"/>
                  <a:pt x="163812" y="61120"/>
                </a:cubicBezTo>
                <a:cubicBezTo>
                  <a:pt x="163812" y="46356"/>
                  <a:pt x="159503" y="32581"/>
                  <a:pt x="150883" y="19796"/>
                </a:cubicBezTo>
                <a:cubicBezTo>
                  <a:pt x="147983" y="15507"/>
                  <a:pt x="143715" y="10434"/>
                  <a:pt x="138077" y="4578"/>
                </a:cubicBezTo>
                <a:lnTo>
                  <a:pt x="142532" y="0"/>
                </a:lnTo>
                <a:cubicBezTo>
                  <a:pt x="149403" y="5114"/>
                  <a:pt x="155075" y="10929"/>
                  <a:pt x="159548" y="17445"/>
                </a:cubicBezTo>
                <a:cubicBezTo>
                  <a:pt x="169814" y="32540"/>
                  <a:pt x="174948" y="49820"/>
                  <a:pt x="174948" y="69286"/>
                </a:cubicBezTo>
                <a:cubicBezTo>
                  <a:pt x="174948" y="85700"/>
                  <a:pt x="171027" y="100754"/>
                  <a:pt x="163186" y="114446"/>
                </a:cubicBezTo>
                <a:cubicBezTo>
                  <a:pt x="156500" y="126324"/>
                  <a:pt x="147461" y="135397"/>
                  <a:pt x="136071" y="141665"/>
                </a:cubicBezTo>
                <a:cubicBezTo>
                  <a:pt x="122121" y="149419"/>
                  <a:pt x="106355" y="153296"/>
                  <a:pt x="88773" y="153296"/>
                </a:cubicBezTo>
                <a:cubicBezTo>
                  <a:pt x="60130" y="153296"/>
                  <a:pt x="37762" y="144140"/>
                  <a:pt x="21667" y="125829"/>
                </a:cubicBezTo>
                <a:cubicBezTo>
                  <a:pt x="13909" y="117003"/>
                  <a:pt x="8131" y="106857"/>
                  <a:pt x="4334" y="95392"/>
                </a:cubicBezTo>
                <a:cubicBezTo>
                  <a:pt x="1445" y="86401"/>
                  <a:pt x="0" y="77411"/>
                  <a:pt x="0" y="68420"/>
                </a:cubicBezTo>
                <a:cubicBezTo>
                  <a:pt x="0" y="56213"/>
                  <a:pt x="2031" y="43922"/>
                  <a:pt x="6093" y="31550"/>
                </a:cubicBezTo>
                <a:cubicBezTo>
                  <a:pt x="7475" y="27178"/>
                  <a:pt x="8166" y="23879"/>
                  <a:pt x="8166" y="21652"/>
                </a:cubicBezTo>
                <a:cubicBezTo>
                  <a:pt x="8166" y="16208"/>
                  <a:pt x="5444" y="12620"/>
                  <a:pt x="0" y="10888"/>
                </a:cubicBezTo>
                <a:lnTo>
                  <a:pt x="0" y="5568"/>
                </a:lnTo>
                <a:lnTo>
                  <a:pt x="56914" y="3341"/>
                </a:lnTo>
                <a:close/>
              </a:path>
            </a:pathLst>
          </a:custGeom>
          <a:solidFill xmlns:a="http://schemas.openxmlformats.org/drawingml/2006/main">
            <a:srgbClr val="231F2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" name="Text h">
            <a:extLst xmlns:a="http://schemas.openxmlformats.org/drawingml/2006/main">
              <a:ext uri="{FF2B5EF4-FFF2-40B4-BE49-F238E27FC236}">
                <a16:creationId xmlns:a16="http://schemas.microsoft.com/office/drawing/2014/main" id="{D8477954-849F-48DD-8301-12467EBBA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099" y="1567484"/>
            <a:ext cx="173092" cy="121127"/>
          </a:xfrm>
          <a:custGeom xmlns:a="http://schemas.openxmlformats.org/drawingml/2006/main">
            <a:pathLst>
              <a:path w="173092" h="121127">
                <a:moveTo>
                  <a:pt x="169256" y="0"/>
                </a:moveTo>
                <a:lnTo>
                  <a:pt x="173092" y="0"/>
                </a:lnTo>
                <a:lnTo>
                  <a:pt x="173092" y="53697"/>
                </a:lnTo>
                <a:lnTo>
                  <a:pt x="169256" y="53697"/>
                </a:lnTo>
                <a:cubicBezTo>
                  <a:pt x="168679" y="47840"/>
                  <a:pt x="167607" y="43758"/>
                  <a:pt x="166039" y="41448"/>
                </a:cubicBezTo>
                <a:cubicBezTo>
                  <a:pt x="164225" y="38314"/>
                  <a:pt x="157956" y="36664"/>
                  <a:pt x="147233" y="36499"/>
                </a:cubicBezTo>
                <a:lnTo>
                  <a:pt x="97001" y="36499"/>
                </a:lnTo>
                <a:cubicBezTo>
                  <a:pt x="79102" y="36499"/>
                  <a:pt x="70152" y="42768"/>
                  <a:pt x="70152" y="55305"/>
                </a:cubicBezTo>
                <a:cubicBezTo>
                  <a:pt x="70152" y="61409"/>
                  <a:pt x="72173" y="67307"/>
                  <a:pt x="76215" y="72998"/>
                </a:cubicBezTo>
                <a:cubicBezTo>
                  <a:pt x="78112" y="75720"/>
                  <a:pt x="81411" y="79267"/>
                  <a:pt x="86113" y="83638"/>
                </a:cubicBezTo>
                <a:lnTo>
                  <a:pt x="147233" y="83638"/>
                </a:lnTo>
                <a:cubicBezTo>
                  <a:pt x="157956" y="83473"/>
                  <a:pt x="164225" y="81824"/>
                  <a:pt x="166039" y="78689"/>
                </a:cubicBezTo>
                <a:cubicBezTo>
                  <a:pt x="167607" y="76380"/>
                  <a:pt x="168679" y="72297"/>
                  <a:pt x="169256" y="66440"/>
                </a:cubicBezTo>
                <a:lnTo>
                  <a:pt x="173092" y="66440"/>
                </a:lnTo>
                <a:lnTo>
                  <a:pt x="173092" y="121127"/>
                </a:lnTo>
                <a:lnTo>
                  <a:pt x="169256" y="121127"/>
                </a:lnTo>
                <a:cubicBezTo>
                  <a:pt x="168431" y="115271"/>
                  <a:pt x="167318" y="111270"/>
                  <a:pt x="165916" y="109126"/>
                </a:cubicBezTo>
                <a:cubicBezTo>
                  <a:pt x="164266" y="106486"/>
                  <a:pt x="158038" y="105084"/>
                  <a:pt x="147233" y="104919"/>
                </a:cubicBezTo>
                <a:lnTo>
                  <a:pt x="27838" y="104919"/>
                </a:lnTo>
                <a:cubicBezTo>
                  <a:pt x="22343" y="104919"/>
                  <a:pt x="18845" y="105620"/>
                  <a:pt x="17345" y="107022"/>
                </a:cubicBezTo>
                <a:cubicBezTo>
                  <a:pt x="15597" y="108590"/>
                  <a:pt x="14723" y="112219"/>
                  <a:pt x="14723" y="117910"/>
                </a:cubicBezTo>
                <a:cubicBezTo>
                  <a:pt x="14723" y="118982"/>
                  <a:pt x="14888" y="119972"/>
                  <a:pt x="15218" y="120880"/>
                </a:cubicBezTo>
                <a:lnTo>
                  <a:pt x="11135" y="120880"/>
                </a:lnTo>
                <a:lnTo>
                  <a:pt x="9156" y="113951"/>
                </a:lnTo>
                <a:cubicBezTo>
                  <a:pt x="5609" y="101991"/>
                  <a:pt x="2557" y="92299"/>
                  <a:pt x="0" y="84876"/>
                </a:cubicBezTo>
                <a:lnTo>
                  <a:pt x="742" y="83638"/>
                </a:lnTo>
                <a:lnTo>
                  <a:pt x="77947" y="83638"/>
                </a:lnTo>
                <a:cubicBezTo>
                  <a:pt x="70980" y="78442"/>
                  <a:pt x="66085" y="73658"/>
                  <a:pt x="63262" y="69286"/>
                </a:cubicBezTo>
                <a:cubicBezTo>
                  <a:pt x="58617" y="62275"/>
                  <a:pt x="56295" y="54604"/>
                  <a:pt x="56295" y="46273"/>
                </a:cubicBezTo>
                <a:cubicBezTo>
                  <a:pt x="56295" y="25570"/>
                  <a:pt x="69781" y="15218"/>
                  <a:pt x="96753" y="15218"/>
                </a:cubicBezTo>
                <a:lnTo>
                  <a:pt x="147233" y="15218"/>
                </a:lnTo>
                <a:cubicBezTo>
                  <a:pt x="157873" y="15053"/>
                  <a:pt x="164018" y="13692"/>
                  <a:pt x="165668" y="11135"/>
                </a:cubicBezTo>
                <a:cubicBezTo>
                  <a:pt x="167070" y="9238"/>
                  <a:pt x="168266" y="5526"/>
                  <a:pt x="169256" y="0"/>
                </a:cubicBezTo>
                <a:close/>
              </a:path>
            </a:pathLst>
          </a:custGeom>
          <a:solidFill xmlns:a="http://schemas.openxmlformats.org/drawingml/2006/main">
            <a:srgbClr val="231F2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" name="Text a">
            <a:extLst xmlns:a="http://schemas.openxmlformats.org/drawingml/2006/main">
              <a:ext uri="{FF2B5EF4-FFF2-40B4-BE49-F238E27FC236}">
                <a16:creationId xmlns:a16="http://schemas.microsoft.com/office/drawing/2014/main" id="{F9BA8BCC-82E4-4991-9214-8CDD3406E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2394" y="1452172"/>
            <a:ext cx="119519" cy="102568"/>
          </a:xfrm>
          <a:custGeom xmlns:a="http://schemas.openxmlformats.org/drawingml/2006/main">
            <a:pathLst>
              <a:path w="119519" h="102568">
                <a:moveTo>
                  <a:pt x="100094" y="0"/>
                </a:moveTo>
                <a:lnTo>
                  <a:pt x="106651" y="0"/>
                </a:lnTo>
                <a:cubicBezTo>
                  <a:pt x="111564" y="4454"/>
                  <a:pt x="114937" y="8290"/>
                  <a:pt x="116770" y="11506"/>
                </a:cubicBezTo>
                <a:cubicBezTo>
                  <a:pt x="118602" y="14723"/>
                  <a:pt x="119519" y="18435"/>
                  <a:pt x="119519" y="22642"/>
                </a:cubicBezTo>
                <a:cubicBezTo>
                  <a:pt x="119519" y="28168"/>
                  <a:pt x="117816" y="32210"/>
                  <a:pt x="114411" y="34767"/>
                </a:cubicBezTo>
                <a:cubicBezTo>
                  <a:pt x="111506" y="36911"/>
                  <a:pt x="106981" y="38314"/>
                  <a:pt x="100836" y="38973"/>
                </a:cubicBezTo>
                <a:cubicBezTo>
                  <a:pt x="113291" y="53326"/>
                  <a:pt x="119519" y="65616"/>
                  <a:pt x="119519" y="75844"/>
                </a:cubicBezTo>
                <a:cubicBezTo>
                  <a:pt x="119519" y="84009"/>
                  <a:pt x="116627" y="90773"/>
                  <a:pt x="110842" y="96135"/>
                </a:cubicBezTo>
                <a:cubicBezTo>
                  <a:pt x="106216" y="100424"/>
                  <a:pt x="100103" y="102568"/>
                  <a:pt x="92504" y="102568"/>
                </a:cubicBezTo>
                <a:cubicBezTo>
                  <a:pt x="83168" y="102568"/>
                  <a:pt x="75773" y="99516"/>
                  <a:pt x="70318" y="93413"/>
                </a:cubicBezTo>
                <a:cubicBezTo>
                  <a:pt x="63462" y="85742"/>
                  <a:pt x="57308" y="75142"/>
                  <a:pt x="51856" y="61615"/>
                </a:cubicBezTo>
                <a:cubicBezTo>
                  <a:pt x="49212" y="55099"/>
                  <a:pt x="46196" y="47634"/>
                  <a:pt x="42809" y="39221"/>
                </a:cubicBezTo>
                <a:lnTo>
                  <a:pt x="27343" y="39221"/>
                </a:lnTo>
                <a:cubicBezTo>
                  <a:pt x="13239" y="39221"/>
                  <a:pt x="6186" y="45655"/>
                  <a:pt x="6186" y="58522"/>
                </a:cubicBezTo>
                <a:cubicBezTo>
                  <a:pt x="6186" y="65121"/>
                  <a:pt x="8077" y="70235"/>
                  <a:pt x="11858" y="73864"/>
                </a:cubicBezTo>
                <a:cubicBezTo>
                  <a:pt x="13830" y="75761"/>
                  <a:pt x="16089" y="76710"/>
                  <a:pt x="18636" y="76710"/>
                </a:cubicBezTo>
                <a:cubicBezTo>
                  <a:pt x="20361" y="76710"/>
                  <a:pt x="22415" y="76462"/>
                  <a:pt x="24799" y="75967"/>
                </a:cubicBezTo>
                <a:cubicBezTo>
                  <a:pt x="26361" y="75637"/>
                  <a:pt x="27635" y="75472"/>
                  <a:pt x="28619" y="75472"/>
                </a:cubicBezTo>
                <a:cubicBezTo>
                  <a:pt x="31496" y="75472"/>
                  <a:pt x="34085" y="76710"/>
                  <a:pt x="36387" y="79184"/>
                </a:cubicBezTo>
                <a:cubicBezTo>
                  <a:pt x="38359" y="81411"/>
                  <a:pt x="39345" y="83968"/>
                  <a:pt x="39345" y="86855"/>
                </a:cubicBezTo>
                <a:cubicBezTo>
                  <a:pt x="39345" y="90072"/>
                  <a:pt x="38190" y="92711"/>
                  <a:pt x="35880" y="94774"/>
                </a:cubicBezTo>
                <a:cubicBezTo>
                  <a:pt x="33653" y="96753"/>
                  <a:pt x="31138" y="97743"/>
                  <a:pt x="28333" y="97743"/>
                </a:cubicBezTo>
                <a:cubicBezTo>
                  <a:pt x="21899" y="97743"/>
                  <a:pt x="15878" y="94567"/>
                  <a:pt x="10269" y="88216"/>
                </a:cubicBezTo>
                <a:cubicBezTo>
                  <a:pt x="3423" y="80628"/>
                  <a:pt x="0" y="69657"/>
                  <a:pt x="0" y="55305"/>
                </a:cubicBezTo>
                <a:cubicBezTo>
                  <a:pt x="0" y="39963"/>
                  <a:pt x="4716" y="29447"/>
                  <a:pt x="14147" y="23755"/>
                </a:cubicBezTo>
                <a:cubicBezTo>
                  <a:pt x="19692" y="20373"/>
                  <a:pt x="28544" y="18683"/>
                  <a:pt x="40706" y="18683"/>
                </a:cubicBezTo>
                <a:lnTo>
                  <a:pt x="90196" y="18683"/>
                </a:lnTo>
                <a:cubicBezTo>
                  <a:pt x="97372" y="18683"/>
                  <a:pt x="101743" y="17816"/>
                  <a:pt x="103311" y="16084"/>
                </a:cubicBezTo>
                <a:cubicBezTo>
                  <a:pt x="104383" y="14930"/>
                  <a:pt x="104919" y="13280"/>
                  <a:pt x="104919" y="11135"/>
                </a:cubicBezTo>
                <a:cubicBezTo>
                  <a:pt x="104919" y="7671"/>
                  <a:pt x="103311" y="3959"/>
                  <a:pt x="100094" y="0"/>
                </a:cubicBezTo>
                <a:moveTo>
                  <a:pt x="48871" y="39221"/>
                </a:moveTo>
                <a:cubicBezTo>
                  <a:pt x="53738" y="52418"/>
                  <a:pt x="57573" y="60997"/>
                  <a:pt x="60378" y="64956"/>
                </a:cubicBezTo>
                <a:cubicBezTo>
                  <a:pt x="64832" y="71554"/>
                  <a:pt x="69286" y="75885"/>
                  <a:pt x="73740" y="77947"/>
                </a:cubicBezTo>
                <a:cubicBezTo>
                  <a:pt x="76875" y="79514"/>
                  <a:pt x="80339" y="80298"/>
                  <a:pt x="84133" y="80298"/>
                </a:cubicBezTo>
                <a:lnTo>
                  <a:pt x="85123" y="80298"/>
                </a:lnTo>
                <a:cubicBezTo>
                  <a:pt x="91889" y="80298"/>
                  <a:pt x="97110" y="78236"/>
                  <a:pt x="100786" y="74111"/>
                </a:cubicBezTo>
                <a:cubicBezTo>
                  <a:pt x="103541" y="71060"/>
                  <a:pt x="104919" y="67760"/>
                  <a:pt x="104919" y="64213"/>
                </a:cubicBezTo>
                <a:cubicBezTo>
                  <a:pt x="104919" y="58522"/>
                  <a:pt x="102997" y="52377"/>
                  <a:pt x="99154" y="45778"/>
                </a:cubicBezTo>
                <a:cubicBezTo>
                  <a:pt x="97566" y="43139"/>
                  <a:pt x="96021" y="41407"/>
                  <a:pt x="94518" y="40582"/>
                </a:cubicBezTo>
                <a:cubicBezTo>
                  <a:pt x="92678" y="39675"/>
                  <a:pt x="89711" y="39221"/>
                  <a:pt x="85618" y="39221"/>
                </a:cubicBezTo>
                <a:lnTo>
                  <a:pt x="48871" y="39221"/>
                </a:lnTo>
                <a:close/>
              </a:path>
            </a:pathLst>
          </a:custGeom>
          <a:solidFill xmlns:a="http://schemas.openxmlformats.org/drawingml/2006/main">
            <a:srgbClr val="231F2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" name="Text n">
            <a:extLst xmlns:a="http://schemas.openxmlformats.org/drawingml/2006/main">
              <a:ext uri="{FF2B5EF4-FFF2-40B4-BE49-F238E27FC236}">
                <a16:creationId xmlns:a16="http://schemas.microsoft.com/office/drawing/2014/main" id="{1840B8B2-775C-412F-BE7E-CCCE0AB76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2394" y="1328656"/>
            <a:ext cx="116797" cy="118900"/>
          </a:xfrm>
          <a:custGeom xmlns:a="http://schemas.openxmlformats.org/drawingml/2006/main">
            <a:pathLst>
              <a:path w="116797" h="118900">
                <a:moveTo>
                  <a:pt x="112961" y="118405"/>
                </a:moveTo>
                <a:cubicBezTo>
                  <a:pt x="112549" y="113291"/>
                  <a:pt x="111600" y="109621"/>
                  <a:pt x="110115" y="107394"/>
                </a:cubicBezTo>
                <a:cubicBezTo>
                  <a:pt x="108218" y="104424"/>
                  <a:pt x="102857" y="102857"/>
                  <a:pt x="94031" y="102692"/>
                </a:cubicBezTo>
                <a:lnTo>
                  <a:pt x="31179" y="102692"/>
                </a:lnTo>
                <a:cubicBezTo>
                  <a:pt x="23425" y="102692"/>
                  <a:pt x="18518" y="103806"/>
                  <a:pt x="16455" y="106033"/>
                </a:cubicBezTo>
                <a:cubicBezTo>
                  <a:pt x="15383" y="107187"/>
                  <a:pt x="14847" y="109249"/>
                  <a:pt x="14847" y="112219"/>
                </a:cubicBezTo>
                <a:cubicBezTo>
                  <a:pt x="14847" y="115023"/>
                  <a:pt x="15177" y="117250"/>
                  <a:pt x="15837" y="118900"/>
                </a:cubicBezTo>
                <a:lnTo>
                  <a:pt x="11630" y="118900"/>
                </a:lnTo>
                <a:cubicBezTo>
                  <a:pt x="8001" y="106445"/>
                  <a:pt x="4207" y="94774"/>
                  <a:pt x="247" y="83886"/>
                </a:cubicBezTo>
                <a:lnTo>
                  <a:pt x="742" y="82154"/>
                </a:lnTo>
                <a:lnTo>
                  <a:pt x="20786" y="82154"/>
                </a:lnTo>
                <a:cubicBezTo>
                  <a:pt x="13816" y="74813"/>
                  <a:pt x="8962" y="69080"/>
                  <a:pt x="6225" y="64956"/>
                </a:cubicBezTo>
                <a:cubicBezTo>
                  <a:pt x="2075" y="58440"/>
                  <a:pt x="0" y="51923"/>
                  <a:pt x="0" y="45407"/>
                </a:cubicBezTo>
                <a:cubicBezTo>
                  <a:pt x="0" y="36911"/>
                  <a:pt x="2937" y="29900"/>
                  <a:pt x="8812" y="24374"/>
                </a:cubicBezTo>
                <a:cubicBezTo>
                  <a:pt x="15101" y="18435"/>
                  <a:pt x="24907" y="15466"/>
                  <a:pt x="38231" y="15466"/>
                </a:cubicBezTo>
                <a:lnTo>
                  <a:pt x="96258" y="15466"/>
                </a:lnTo>
                <a:cubicBezTo>
                  <a:pt x="103517" y="15383"/>
                  <a:pt x="108012" y="14022"/>
                  <a:pt x="109744" y="11383"/>
                </a:cubicBezTo>
                <a:cubicBezTo>
                  <a:pt x="111394" y="9073"/>
                  <a:pt x="112466" y="5279"/>
                  <a:pt x="112961" y="0"/>
                </a:cubicBezTo>
                <a:lnTo>
                  <a:pt x="116797" y="0"/>
                </a:lnTo>
                <a:lnTo>
                  <a:pt x="116797" y="52707"/>
                </a:lnTo>
                <a:lnTo>
                  <a:pt x="112961" y="52707"/>
                </a:lnTo>
                <a:cubicBezTo>
                  <a:pt x="112549" y="47840"/>
                  <a:pt x="111600" y="44335"/>
                  <a:pt x="110115" y="42190"/>
                </a:cubicBezTo>
                <a:cubicBezTo>
                  <a:pt x="107971" y="38726"/>
                  <a:pt x="101826" y="36911"/>
                  <a:pt x="91680" y="36746"/>
                </a:cubicBezTo>
                <a:lnTo>
                  <a:pt x="38726" y="36746"/>
                </a:lnTo>
                <a:cubicBezTo>
                  <a:pt x="28581" y="36746"/>
                  <a:pt x="21776" y="38808"/>
                  <a:pt x="18311" y="42933"/>
                </a:cubicBezTo>
                <a:cubicBezTo>
                  <a:pt x="15507" y="46232"/>
                  <a:pt x="14105" y="50356"/>
                  <a:pt x="14105" y="55305"/>
                </a:cubicBezTo>
                <a:cubicBezTo>
                  <a:pt x="14105" y="60419"/>
                  <a:pt x="16002" y="65698"/>
                  <a:pt x="19796" y="71142"/>
                </a:cubicBezTo>
                <a:cubicBezTo>
                  <a:pt x="21446" y="73452"/>
                  <a:pt x="24374" y="76875"/>
                  <a:pt x="28581" y="81411"/>
                </a:cubicBezTo>
                <a:lnTo>
                  <a:pt x="99846" y="81411"/>
                </a:lnTo>
                <a:cubicBezTo>
                  <a:pt x="104630" y="81329"/>
                  <a:pt x="107847" y="80091"/>
                  <a:pt x="109497" y="77699"/>
                </a:cubicBezTo>
                <a:cubicBezTo>
                  <a:pt x="111312" y="75060"/>
                  <a:pt x="112466" y="70730"/>
                  <a:pt x="112961" y="64708"/>
                </a:cubicBezTo>
                <a:lnTo>
                  <a:pt x="116797" y="64708"/>
                </a:lnTo>
                <a:lnTo>
                  <a:pt x="116797" y="118405"/>
                </a:lnTo>
                <a:lnTo>
                  <a:pt x="112961" y="118405"/>
                </a:lnTo>
                <a:close/>
              </a:path>
            </a:pathLst>
          </a:custGeom>
          <a:solidFill xmlns:a="http://schemas.openxmlformats.org/drawingml/2006/main">
            <a:srgbClr val="231F2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" name="Text n">
            <a:extLst xmlns:a="http://schemas.openxmlformats.org/drawingml/2006/main">
              <a:ext uri="{FF2B5EF4-FFF2-40B4-BE49-F238E27FC236}">
                <a16:creationId xmlns:a16="http://schemas.microsoft.com/office/drawing/2014/main" id="{CCD82148-6DE6-459D-A424-3B9EC6CF9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2394" y="1201961"/>
            <a:ext cx="116797" cy="118900"/>
          </a:xfrm>
          <a:custGeom xmlns:a="http://schemas.openxmlformats.org/drawingml/2006/main">
            <a:pathLst>
              <a:path w="116797" h="118900">
                <a:moveTo>
                  <a:pt x="112961" y="118405"/>
                </a:moveTo>
                <a:cubicBezTo>
                  <a:pt x="112549" y="113291"/>
                  <a:pt x="111600" y="109621"/>
                  <a:pt x="110115" y="107394"/>
                </a:cubicBezTo>
                <a:cubicBezTo>
                  <a:pt x="108218" y="104424"/>
                  <a:pt x="102857" y="102857"/>
                  <a:pt x="94031" y="102692"/>
                </a:cubicBezTo>
                <a:lnTo>
                  <a:pt x="31179" y="102692"/>
                </a:lnTo>
                <a:cubicBezTo>
                  <a:pt x="23425" y="102692"/>
                  <a:pt x="18518" y="103806"/>
                  <a:pt x="16455" y="106033"/>
                </a:cubicBezTo>
                <a:cubicBezTo>
                  <a:pt x="15383" y="107187"/>
                  <a:pt x="14847" y="109249"/>
                  <a:pt x="14847" y="112219"/>
                </a:cubicBezTo>
                <a:cubicBezTo>
                  <a:pt x="14847" y="115023"/>
                  <a:pt x="15177" y="117250"/>
                  <a:pt x="15837" y="118900"/>
                </a:cubicBezTo>
                <a:lnTo>
                  <a:pt x="11630" y="118900"/>
                </a:lnTo>
                <a:cubicBezTo>
                  <a:pt x="8001" y="106445"/>
                  <a:pt x="4207" y="94774"/>
                  <a:pt x="247" y="83886"/>
                </a:cubicBezTo>
                <a:lnTo>
                  <a:pt x="742" y="82154"/>
                </a:lnTo>
                <a:lnTo>
                  <a:pt x="20786" y="82154"/>
                </a:lnTo>
                <a:cubicBezTo>
                  <a:pt x="13816" y="74813"/>
                  <a:pt x="8962" y="69080"/>
                  <a:pt x="6225" y="64956"/>
                </a:cubicBezTo>
                <a:cubicBezTo>
                  <a:pt x="2075" y="58440"/>
                  <a:pt x="0" y="51923"/>
                  <a:pt x="0" y="45407"/>
                </a:cubicBezTo>
                <a:cubicBezTo>
                  <a:pt x="0" y="36911"/>
                  <a:pt x="2937" y="29900"/>
                  <a:pt x="8812" y="24374"/>
                </a:cubicBezTo>
                <a:cubicBezTo>
                  <a:pt x="15101" y="18435"/>
                  <a:pt x="24907" y="15466"/>
                  <a:pt x="38231" y="15466"/>
                </a:cubicBezTo>
                <a:lnTo>
                  <a:pt x="96258" y="15466"/>
                </a:lnTo>
                <a:cubicBezTo>
                  <a:pt x="103517" y="15383"/>
                  <a:pt x="108012" y="14022"/>
                  <a:pt x="109744" y="11383"/>
                </a:cubicBezTo>
                <a:cubicBezTo>
                  <a:pt x="111394" y="9073"/>
                  <a:pt x="112466" y="5279"/>
                  <a:pt x="112961" y="0"/>
                </a:cubicBezTo>
                <a:lnTo>
                  <a:pt x="116797" y="0"/>
                </a:lnTo>
                <a:lnTo>
                  <a:pt x="116797" y="52707"/>
                </a:lnTo>
                <a:lnTo>
                  <a:pt x="112961" y="52707"/>
                </a:lnTo>
                <a:cubicBezTo>
                  <a:pt x="112549" y="47840"/>
                  <a:pt x="111600" y="44335"/>
                  <a:pt x="110115" y="42190"/>
                </a:cubicBezTo>
                <a:cubicBezTo>
                  <a:pt x="107971" y="38726"/>
                  <a:pt x="101826" y="36911"/>
                  <a:pt x="91680" y="36746"/>
                </a:cubicBezTo>
                <a:lnTo>
                  <a:pt x="38726" y="36746"/>
                </a:lnTo>
                <a:cubicBezTo>
                  <a:pt x="28581" y="36746"/>
                  <a:pt x="21776" y="38808"/>
                  <a:pt x="18311" y="42933"/>
                </a:cubicBezTo>
                <a:cubicBezTo>
                  <a:pt x="15507" y="46232"/>
                  <a:pt x="14105" y="50356"/>
                  <a:pt x="14105" y="55305"/>
                </a:cubicBezTo>
                <a:cubicBezTo>
                  <a:pt x="14105" y="60419"/>
                  <a:pt x="16002" y="65698"/>
                  <a:pt x="19796" y="71142"/>
                </a:cubicBezTo>
                <a:cubicBezTo>
                  <a:pt x="21446" y="73452"/>
                  <a:pt x="24374" y="76875"/>
                  <a:pt x="28581" y="81411"/>
                </a:cubicBezTo>
                <a:lnTo>
                  <a:pt x="99846" y="81411"/>
                </a:lnTo>
                <a:cubicBezTo>
                  <a:pt x="104630" y="81329"/>
                  <a:pt x="107847" y="80091"/>
                  <a:pt x="109497" y="77699"/>
                </a:cubicBezTo>
                <a:cubicBezTo>
                  <a:pt x="111312" y="75060"/>
                  <a:pt x="112466" y="70730"/>
                  <a:pt x="112961" y="64708"/>
                </a:cubicBezTo>
                <a:lnTo>
                  <a:pt x="116797" y="64708"/>
                </a:lnTo>
                <a:lnTo>
                  <a:pt x="116797" y="118405"/>
                </a:lnTo>
                <a:lnTo>
                  <a:pt x="112961" y="118405"/>
                </a:lnTo>
                <a:close/>
              </a:path>
            </a:pathLst>
          </a:custGeom>
          <a:solidFill xmlns:a="http://schemas.openxmlformats.org/drawingml/2006/main">
            <a:srgbClr val="231F2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" name="Text e">
            <a:extLst xmlns:a="http://schemas.openxmlformats.org/drawingml/2006/main">
              <a:ext uri="{FF2B5EF4-FFF2-40B4-BE49-F238E27FC236}">
                <a16:creationId xmlns:a16="http://schemas.microsoft.com/office/drawing/2014/main" id="{85491790-AA90-4D6F-B081-D5CAC4311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2394" y="1090856"/>
            <a:ext cx="119519" cy="101084"/>
          </a:xfrm>
          <a:custGeom xmlns:a="http://schemas.openxmlformats.org/drawingml/2006/main">
            <a:pathLst>
              <a:path w="119519" h="101084">
                <a:moveTo>
                  <a:pt x="75152" y="4083"/>
                </a:moveTo>
                <a:lnTo>
                  <a:pt x="77011" y="0"/>
                </a:lnTo>
                <a:cubicBezTo>
                  <a:pt x="88610" y="4454"/>
                  <a:pt x="97850" y="10310"/>
                  <a:pt x="104730" y="17569"/>
                </a:cubicBezTo>
                <a:cubicBezTo>
                  <a:pt x="114589" y="27962"/>
                  <a:pt x="119519" y="39963"/>
                  <a:pt x="119519" y="53573"/>
                </a:cubicBezTo>
                <a:cubicBezTo>
                  <a:pt x="119519" y="67760"/>
                  <a:pt x="114683" y="79184"/>
                  <a:pt x="105012" y="87845"/>
                </a:cubicBezTo>
                <a:cubicBezTo>
                  <a:pt x="99888" y="92382"/>
                  <a:pt x="92904" y="95846"/>
                  <a:pt x="84060" y="98238"/>
                </a:cubicBezTo>
                <a:cubicBezTo>
                  <a:pt x="77283" y="100135"/>
                  <a:pt x="70175" y="101084"/>
                  <a:pt x="62736" y="101084"/>
                </a:cubicBezTo>
                <a:cubicBezTo>
                  <a:pt x="49016" y="101084"/>
                  <a:pt x="36700" y="98197"/>
                  <a:pt x="25789" y="92423"/>
                </a:cubicBezTo>
                <a:cubicBezTo>
                  <a:pt x="18020" y="88381"/>
                  <a:pt x="11697" y="82112"/>
                  <a:pt x="6820" y="73617"/>
                </a:cubicBezTo>
                <a:cubicBezTo>
                  <a:pt x="2273" y="65781"/>
                  <a:pt x="0" y="57326"/>
                  <a:pt x="0" y="48253"/>
                </a:cubicBezTo>
                <a:cubicBezTo>
                  <a:pt x="0" y="34396"/>
                  <a:pt x="4867" y="23549"/>
                  <a:pt x="14600" y="15713"/>
                </a:cubicBezTo>
                <a:cubicBezTo>
                  <a:pt x="20126" y="11341"/>
                  <a:pt x="26353" y="8413"/>
                  <a:pt x="33282" y="6929"/>
                </a:cubicBezTo>
                <a:cubicBezTo>
                  <a:pt x="37076" y="6104"/>
                  <a:pt x="41489" y="5403"/>
                  <a:pt x="46521" y="4825"/>
                </a:cubicBezTo>
                <a:lnTo>
                  <a:pt x="46521" y="82896"/>
                </a:lnTo>
                <a:cubicBezTo>
                  <a:pt x="60409" y="82401"/>
                  <a:pt x="71569" y="80050"/>
                  <a:pt x="80000" y="75844"/>
                </a:cubicBezTo>
                <a:cubicBezTo>
                  <a:pt x="94633" y="68668"/>
                  <a:pt x="101950" y="57780"/>
                  <a:pt x="101950" y="43180"/>
                </a:cubicBezTo>
                <a:cubicBezTo>
                  <a:pt x="101950" y="32292"/>
                  <a:pt x="97649" y="22683"/>
                  <a:pt x="89047" y="14352"/>
                </a:cubicBezTo>
                <a:cubicBezTo>
                  <a:pt x="85988" y="11383"/>
                  <a:pt x="81356" y="7960"/>
                  <a:pt x="75152" y="4083"/>
                </a:cubicBezTo>
                <a:moveTo>
                  <a:pt x="38355" y="82401"/>
                </a:moveTo>
                <a:lnTo>
                  <a:pt x="38355" y="30684"/>
                </a:lnTo>
                <a:cubicBezTo>
                  <a:pt x="28292" y="32169"/>
                  <a:pt x="21033" y="34519"/>
                  <a:pt x="16579" y="37736"/>
                </a:cubicBezTo>
                <a:cubicBezTo>
                  <a:pt x="11630" y="41283"/>
                  <a:pt x="9156" y="47181"/>
                  <a:pt x="9156" y="55429"/>
                </a:cubicBezTo>
                <a:cubicBezTo>
                  <a:pt x="9156" y="70606"/>
                  <a:pt x="18889" y="79597"/>
                  <a:pt x="38355" y="82401"/>
                </a:cubicBezTo>
                <a:close/>
              </a:path>
            </a:pathLst>
          </a:custGeom>
          <a:solidFill xmlns:a="http://schemas.openxmlformats.org/drawingml/2006/main">
            <a:srgbClr val="231F2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" name="Text l">
            <a:extLst xmlns:a="http://schemas.openxmlformats.org/drawingml/2006/main">
              <a:ext uri="{FF2B5EF4-FFF2-40B4-BE49-F238E27FC236}">
                <a16:creationId xmlns:a16="http://schemas.microsoft.com/office/drawing/2014/main" id="{E33D0371-0332-4DCB-B483-B57BB3C10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099" y="1020665"/>
            <a:ext cx="173092" cy="60254"/>
          </a:xfrm>
          <a:custGeom xmlns:a="http://schemas.openxmlformats.org/drawingml/2006/main">
            <a:pathLst>
              <a:path w="173092" h="60254">
                <a:moveTo>
                  <a:pt x="173092" y="59759"/>
                </a:moveTo>
                <a:lnTo>
                  <a:pt x="169256" y="59759"/>
                </a:lnTo>
                <a:cubicBezTo>
                  <a:pt x="168679" y="52831"/>
                  <a:pt x="167442" y="47923"/>
                  <a:pt x="165544" y="45036"/>
                </a:cubicBezTo>
                <a:cubicBezTo>
                  <a:pt x="163565" y="41902"/>
                  <a:pt x="158740" y="40293"/>
                  <a:pt x="151069" y="40211"/>
                </a:cubicBezTo>
                <a:lnTo>
                  <a:pt x="30189" y="40211"/>
                </a:lnTo>
                <a:cubicBezTo>
                  <a:pt x="23178" y="40211"/>
                  <a:pt x="18765" y="41201"/>
                  <a:pt x="16950" y="43180"/>
                </a:cubicBezTo>
                <a:cubicBezTo>
                  <a:pt x="15466" y="44830"/>
                  <a:pt x="14723" y="47387"/>
                  <a:pt x="14723" y="50851"/>
                </a:cubicBezTo>
                <a:cubicBezTo>
                  <a:pt x="14723" y="53078"/>
                  <a:pt x="14847" y="55759"/>
                  <a:pt x="15094" y="58893"/>
                </a:cubicBezTo>
                <a:lnTo>
                  <a:pt x="15218" y="60254"/>
                </a:lnTo>
                <a:lnTo>
                  <a:pt x="11135" y="60254"/>
                </a:lnTo>
                <a:cubicBezTo>
                  <a:pt x="7341" y="44912"/>
                  <a:pt x="3629" y="31467"/>
                  <a:pt x="0" y="19920"/>
                </a:cubicBezTo>
                <a:lnTo>
                  <a:pt x="495" y="18930"/>
                </a:lnTo>
                <a:lnTo>
                  <a:pt x="151811" y="18930"/>
                </a:lnTo>
                <a:cubicBezTo>
                  <a:pt x="159729" y="18847"/>
                  <a:pt x="164513" y="17363"/>
                  <a:pt x="166163" y="14476"/>
                </a:cubicBezTo>
                <a:cubicBezTo>
                  <a:pt x="167813" y="11836"/>
                  <a:pt x="168844" y="7011"/>
                  <a:pt x="169256" y="0"/>
                </a:cubicBezTo>
                <a:lnTo>
                  <a:pt x="173092" y="0"/>
                </a:lnTo>
                <a:lnTo>
                  <a:pt x="173092" y="59759"/>
                </a:lnTo>
                <a:close/>
              </a:path>
            </a:pathLst>
          </a:custGeom>
          <a:solidFill xmlns:a="http://schemas.openxmlformats.org/drawingml/2006/main">
            <a:srgbClr val="231F2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160F1F7-8F61-4B90-8BBE-66C7C196C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7747" y="245108"/>
            <a:ext cx="2188693" cy="2409029"/>
          </a:xfrm>
          <a:custGeom xmlns:a="http://schemas.openxmlformats.org/drawingml/2006/main">
            <a:pathLst>
              <a:path w="2188693" h="2409029">
                <a:moveTo>
                  <a:pt x="0" y="0"/>
                </a:moveTo>
                <a:lnTo>
                  <a:pt x="2188693" y="0"/>
                </a:lnTo>
                <a:lnTo>
                  <a:pt x="2188693" y="2409029"/>
                </a:lnTo>
                <a:lnTo>
                  <a:pt x="0" y="2409029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87137C8-B106-41C0-8715-0F1DAC984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3670" y="231026"/>
            <a:ext cx="42232" cy="42232"/>
          </a:xfrm>
          <a:custGeom xmlns:a="http://schemas.openxmlformats.org/drawingml/2006/main">
            <a:pathLst>
              <a:path w="42232" h="42232">
                <a:moveTo>
                  <a:pt x="28154" y="42232"/>
                </a:moveTo>
                <a:lnTo>
                  <a:pt x="28154" y="28154"/>
                </a:lnTo>
                <a:lnTo>
                  <a:pt x="42232" y="28154"/>
                </a:lnTo>
                <a:lnTo>
                  <a:pt x="42232" y="0"/>
                </a:lnTo>
                <a:lnTo>
                  <a:pt x="14077" y="0"/>
                </a:lnTo>
                <a:lnTo>
                  <a:pt x="0" y="0"/>
                </a:lnTo>
                <a:lnTo>
                  <a:pt x="0" y="42232"/>
                </a:lnTo>
                <a:lnTo>
                  <a:pt x="28154" y="42232"/>
                </a:lnTo>
                <a:close/>
              </a:path>
            </a:pathLst>
          </a:custGeom>
          <a:solidFill xmlns:a="http://schemas.openxmlformats.org/drawingml/2006/main">
            <a:srgbClr val="231F2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3B0DB77-F0F7-4C31-AB42-D930D9C54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3534" y="231003"/>
            <a:ext cx="2017120" cy="28154"/>
          </a:xfrm>
          <a:custGeom xmlns:a="http://schemas.openxmlformats.org/drawingml/2006/main">
            <a:pathLst>
              <a:path w="2017120" h="28154">
                <a:moveTo>
                  <a:pt x="1959488" y="28154"/>
                </a:moveTo>
                <a:lnTo>
                  <a:pt x="2017120" y="28154"/>
                </a:lnTo>
                <a:lnTo>
                  <a:pt x="2017120" y="0"/>
                </a:lnTo>
                <a:lnTo>
                  <a:pt x="1959488" y="0"/>
                </a:lnTo>
                <a:lnTo>
                  <a:pt x="1959488" y="28154"/>
                </a:lnTo>
                <a:close/>
                <a:moveTo>
                  <a:pt x="1844224" y="28154"/>
                </a:moveTo>
                <a:lnTo>
                  <a:pt x="1901856" y="28154"/>
                </a:lnTo>
                <a:lnTo>
                  <a:pt x="1901856" y="0"/>
                </a:lnTo>
                <a:lnTo>
                  <a:pt x="1844224" y="0"/>
                </a:lnTo>
                <a:lnTo>
                  <a:pt x="1844224" y="28154"/>
                </a:lnTo>
                <a:close/>
                <a:moveTo>
                  <a:pt x="1728960" y="28154"/>
                </a:moveTo>
                <a:lnTo>
                  <a:pt x="1786592" y="28154"/>
                </a:lnTo>
                <a:lnTo>
                  <a:pt x="1786592" y="0"/>
                </a:lnTo>
                <a:lnTo>
                  <a:pt x="1728960" y="0"/>
                </a:lnTo>
                <a:lnTo>
                  <a:pt x="1728960" y="28154"/>
                </a:lnTo>
                <a:close/>
                <a:moveTo>
                  <a:pt x="1613696" y="28154"/>
                </a:moveTo>
                <a:lnTo>
                  <a:pt x="1671328" y="28154"/>
                </a:lnTo>
                <a:lnTo>
                  <a:pt x="1671328" y="0"/>
                </a:lnTo>
                <a:lnTo>
                  <a:pt x="1613696" y="0"/>
                </a:lnTo>
                <a:lnTo>
                  <a:pt x="1613696" y="28154"/>
                </a:lnTo>
                <a:close/>
                <a:moveTo>
                  <a:pt x="1498432" y="28154"/>
                </a:moveTo>
                <a:lnTo>
                  <a:pt x="1556092" y="28154"/>
                </a:lnTo>
                <a:lnTo>
                  <a:pt x="1556092" y="0"/>
                </a:lnTo>
                <a:lnTo>
                  <a:pt x="1498432" y="0"/>
                </a:lnTo>
                <a:lnTo>
                  <a:pt x="1498432" y="28154"/>
                </a:lnTo>
                <a:close/>
                <a:moveTo>
                  <a:pt x="1383168" y="28154"/>
                </a:moveTo>
                <a:lnTo>
                  <a:pt x="1440828" y="28154"/>
                </a:lnTo>
                <a:lnTo>
                  <a:pt x="1440828" y="0"/>
                </a:lnTo>
                <a:lnTo>
                  <a:pt x="1383168" y="0"/>
                </a:lnTo>
                <a:lnTo>
                  <a:pt x="1383168" y="28154"/>
                </a:lnTo>
                <a:close/>
                <a:moveTo>
                  <a:pt x="1267904" y="28154"/>
                </a:moveTo>
                <a:lnTo>
                  <a:pt x="1325565" y="28154"/>
                </a:lnTo>
                <a:lnTo>
                  <a:pt x="1325565" y="0"/>
                </a:lnTo>
                <a:lnTo>
                  <a:pt x="1267904" y="0"/>
                </a:lnTo>
                <a:lnTo>
                  <a:pt x="1267904" y="28154"/>
                </a:lnTo>
                <a:close/>
                <a:moveTo>
                  <a:pt x="1152640" y="28154"/>
                </a:moveTo>
                <a:lnTo>
                  <a:pt x="1210300" y="28154"/>
                </a:lnTo>
                <a:lnTo>
                  <a:pt x="1210300" y="0"/>
                </a:lnTo>
                <a:lnTo>
                  <a:pt x="1152640" y="0"/>
                </a:lnTo>
                <a:lnTo>
                  <a:pt x="1152640" y="28154"/>
                </a:lnTo>
                <a:close/>
                <a:moveTo>
                  <a:pt x="1037376" y="28154"/>
                </a:moveTo>
                <a:lnTo>
                  <a:pt x="1095008" y="28154"/>
                </a:lnTo>
                <a:lnTo>
                  <a:pt x="1095008" y="0"/>
                </a:lnTo>
                <a:lnTo>
                  <a:pt x="1037376" y="0"/>
                </a:lnTo>
                <a:lnTo>
                  <a:pt x="1037376" y="28154"/>
                </a:lnTo>
                <a:close/>
                <a:moveTo>
                  <a:pt x="922112" y="28154"/>
                </a:moveTo>
                <a:lnTo>
                  <a:pt x="979744" y="28154"/>
                </a:lnTo>
                <a:lnTo>
                  <a:pt x="979744" y="0"/>
                </a:lnTo>
                <a:lnTo>
                  <a:pt x="922112" y="0"/>
                </a:lnTo>
                <a:lnTo>
                  <a:pt x="922112" y="28154"/>
                </a:lnTo>
                <a:close/>
                <a:moveTo>
                  <a:pt x="806848" y="28154"/>
                </a:moveTo>
                <a:lnTo>
                  <a:pt x="864480" y="28154"/>
                </a:lnTo>
                <a:lnTo>
                  <a:pt x="864480" y="0"/>
                </a:lnTo>
                <a:lnTo>
                  <a:pt x="806848" y="0"/>
                </a:lnTo>
                <a:lnTo>
                  <a:pt x="806848" y="28154"/>
                </a:lnTo>
                <a:close/>
                <a:moveTo>
                  <a:pt x="691584" y="28154"/>
                </a:moveTo>
                <a:lnTo>
                  <a:pt x="749216" y="28154"/>
                </a:lnTo>
                <a:lnTo>
                  <a:pt x="749216" y="0"/>
                </a:lnTo>
                <a:lnTo>
                  <a:pt x="691584" y="0"/>
                </a:lnTo>
                <a:lnTo>
                  <a:pt x="691584" y="28154"/>
                </a:lnTo>
                <a:close/>
                <a:moveTo>
                  <a:pt x="576320" y="28154"/>
                </a:moveTo>
                <a:lnTo>
                  <a:pt x="633952" y="28154"/>
                </a:lnTo>
                <a:lnTo>
                  <a:pt x="633952" y="0"/>
                </a:lnTo>
                <a:lnTo>
                  <a:pt x="576320" y="0"/>
                </a:lnTo>
                <a:lnTo>
                  <a:pt x="576320" y="28154"/>
                </a:lnTo>
                <a:close/>
                <a:moveTo>
                  <a:pt x="461056" y="28154"/>
                </a:moveTo>
                <a:lnTo>
                  <a:pt x="518716" y="28154"/>
                </a:lnTo>
                <a:lnTo>
                  <a:pt x="518716" y="0"/>
                </a:lnTo>
                <a:lnTo>
                  <a:pt x="461056" y="0"/>
                </a:lnTo>
                <a:lnTo>
                  <a:pt x="461056" y="28154"/>
                </a:lnTo>
                <a:close/>
                <a:moveTo>
                  <a:pt x="345792" y="28154"/>
                </a:moveTo>
                <a:lnTo>
                  <a:pt x="403452" y="28154"/>
                </a:lnTo>
                <a:lnTo>
                  <a:pt x="403452" y="0"/>
                </a:lnTo>
                <a:lnTo>
                  <a:pt x="345792" y="0"/>
                </a:lnTo>
                <a:lnTo>
                  <a:pt x="345792" y="28154"/>
                </a:lnTo>
                <a:close/>
                <a:moveTo>
                  <a:pt x="230528" y="28154"/>
                </a:moveTo>
                <a:lnTo>
                  <a:pt x="288188" y="28154"/>
                </a:lnTo>
                <a:lnTo>
                  <a:pt x="288188" y="0"/>
                </a:lnTo>
                <a:lnTo>
                  <a:pt x="230528" y="0"/>
                </a:lnTo>
                <a:lnTo>
                  <a:pt x="230528" y="28154"/>
                </a:lnTo>
                <a:close/>
                <a:moveTo>
                  <a:pt x="115264" y="28154"/>
                </a:moveTo>
                <a:lnTo>
                  <a:pt x="172924" y="28154"/>
                </a:lnTo>
                <a:lnTo>
                  <a:pt x="172924" y="0"/>
                </a:lnTo>
                <a:lnTo>
                  <a:pt x="115264" y="0"/>
                </a:lnTo>
                <a:lnTo>
                  <a:pt x="115264" y="28154"/>
                </a:lnTo>
                <a:close/>
                <a:moveTo>
                  <a:pt x="0" y="28154"/>
                </a:moveTo>
                <a:lnTo>
                  <a:pt x="57632" y="28154"/>
                </a:lnTo>
                <a:lnTo>
                  <a:pt x="57632" y="0"/>
                </a:lnTo>
                <a:lnTo>
                  <a:pt x="0" y="0"/>
                </a:lnTo>
                <a:lnTo>
                  <a:pt x="0" y="28154"/>
                </a:lnTo>
                <a:close/>
              </a:path>
            </a:pathLst>
          </a:custGeom>
          <a:solidFill xmlns:a="http://schemas.openxmlformats.org/drawingml/2006/main">
            <a:srgbClr val="231F2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0CCE8C6-B8B6-4DCF-BDDF-DDE42F58E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8289" y="231026"/>
            <a:ext cx="42232" cy="42232"/>
          </a:xfrm>
          <a:custGeom xmlns:a="http://schemas.openxmlformats.org/drawingml/2006/main">
            <a:pathLst>
              <a:path w="42232" h="42232">
                <a:moveTo>
                  <a:pt x="0" y="28154"/>
                </a:moveTo>
                <a:lnTo>
                  <a:pt x="14077" y="28154"/>
                </a:lnTo>
                <a:lnTo>
                  <a:pt x="14077" y="42232"/>
                </a:lnTo>
                <a:lnTo>
                  <a:pt x="42232" y="42232"/>
                </a:lnTo>
                <a:lnTo>
                  <a:pt x="42232" y="14077"/>
                </a:lnTo>
                <a:lnTo>
                  <a:pt x="42232" y="0"/>
                </a:lnTo>
                <a:lnTo>
                  <a:pt x="0" y="0"/>
                </a:lnTo>
                <a:lnTo>
                  <a:pt x="0" y="28154"/>
                </a:lnTo>
                <a:close/>
              </a:path>
            </a:pathLst>
          </a:custGeom>
          <a:solidFill xmlns:a="http://schemas.openxmlformats.org/drawingml/2006/main">
            <a:srgbClr val="231F2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7914D92-4CE8-461F-9499-95C87B1AE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22363" y="330641"/>
            <a:ext cx="28154" cy="2237935"/>
          </a:xfrm>
          <a:custGeom xmlns:a="http://schemas.openxmlformats.org/drawingml/2006/main">
            <a:pathLst>
              <a:path w="28154" h="2237935">
                <a:moveTo>
                  <a:pt x="0" y="57379"/>
                </a:moveTo>
                <a:lnTo>
                  <a:pt x="28154" y="57379"/>
                </a:lnTo>
                <a:lnTo>
                  <a:pt x="28154" y="0"/>
                </a:lnTo>
                <a:lnTo>
                  <a:pt x="0" y="0"/>
                </a:lnTo>
                <a:lnTo>
                  <a:pt x="0" y="57379"/>
                </a:lnTo>
                <a:close/>
                <a:moveTo>
                  <a:pt x="0" y="172164"/>
                </a:moveTo>
                <a:lnTo>
                  <a:pt x="28154" y="172164"/>
                </a:lnTo>
                <a:lnTo>
                  <a:pt x="28154" y="114785"/>
                </a:lnTo>
                <a:lnTo>
                  <a:pt x="0" y="114785"/>
                </a:lnTo>
                <a:lnTo>
                  <a:pt x="0" y="172164"/>
                </a:lnTo>
                <a:close/>
                <a:moveTo>
                  <a:pt x="0" y="286921"/>
                </a:moveTo>
                <a:lnTo>
                  <a:pt x="28154" y="286921"/>
                </a:lnTo>
                <a:lnTo>
                  <a:pt x="28154" y="229543"/>
                </a:lnTo>
                <a:lnTo>
                  <a:pt x="0" y="229543"/>
                </a:lnTo>
                <a:lnTo>
                  <a:pt x="0" y="286921"/>
                </a:lnTo>
                <a:close/>
                <a:moveTo>
                  <a:pt x="0" y="401678"/>
                </a:moveTo>
                <a:lnTo>
                  <a:pt x="28154" y="401678"/>
                </a:lnTo>
                <a:lnTo>
                  <a:pt x="28154" y="344272"/>
                </a:lnTo>
                <a:lnTo>
                  <a:pt x="0" y="344272"/>
                </a:lnTo>
                <a:lnTo>
                  <a:pt x="0" y="401678"/>
                </a:lnTo>
                <a:close/>
                <a:moveTo>
                  <a:pt x="0" y="516436"/>
                </a:moveTo>
                <a:lnTo>
                  <a:pt x="28154" y="516436"/>
                </a:lnTo>
                <a:lnTo>
                  <a:pt x="28154" y="459057"/>
                </a:lnTo>
                <a:lnTo>
                  <a:pt x="0" y="459057"/>
                </a:lnTo>
                <a:lnTo>
                  <a:pt x="0" y="516436"/>
                </a:lnTo>
                <a:close/>
                <a:moveTo>
                  <a:pt x="0" y="631221"/>
                </a:moveTo>
                <a:lnTo>
                  <a:pt x="28154" y="631221"/>
                </a:lnTo>
                <a:lnTo>
                  <a:pt x="28154" y="573842"/>
                </a:lnTo>
                <a:lnTo>
                  <a:pt x="0" y="573842"/>
                </a:lnTo>
                <a:lnTo>
                  <a:pt x="0" y="631221"/>
                </a:lnTo>
                <a:close/>
                <a:moveTo>
                  <a:pt x="0" y="745978"/>
                </a:moveTo>
                <a:lnTo>
                  <a:pt x="28154" y="745978"/>
                </a:lnTo>
                <a:lnTo>
                  <a:pt x="28154" y="688600"/>
                </a:lnTo>
                <a:lnTo>
                  <a:pt x="0" y="688600"/>
                </a:lnTo>
                <a:lnTo>
                  <a:pt x="0" y="745978"/>
                </a:lnTo>
                <a:close/>
                <a:moveTo>
                  <a:pt x="0" y="860736"/>
                </a:moveTo>
                <a:lnTo>
                  <a:pt x="28154" y="860736"/>
                </a:lnTo>
                <a:lnTo>
                  <a:pt x="28154" y="803357"/>
                </a:lnTo>
                <a:lnTo>
                  <a:pt x="0" y="803357"/>
                </a:lnTo>
                <a:lnTo>
                  <a:pt x="0" y="860736"/>
                </a:lnTo>
                <a:close/>
                <a:moveTo>
                  <a:pt x="0" y="975521"/>
                </a:moveTo>
                <a:lnTo>
                  <a:pt x="28154" y="975521"/>
                </a:lnTo>
                <a:lnTo>
                  <a:pt x="28154" y="918142"/>
                </a:lnTo>
                <a:lnTo>
                  <a:pt x="0" y="918142"/>
                </a:lnTo>
                <a:lnTo>
                  <a:pt x="0" y="975521"/>
                </a:lnTo>
                <a:close/>
                <a:moveTo>
                  <a:pt x="0" y="1090306"/>
                </a:moveTo>
                <a:lnTo>
                  <a:pt x="28154" y="1090306"/>
                </a:lnTo>
                <a:lnTo>
                  <a:pt x="28154" y="1032928"/>
                </a:lnTo>
                <a:lnTo>
                  <a:pt x="0" y="1032928"/>
                </a:lnTo>
                <a:lnTo>
                  <a:pt x="0" y="1090306"/>
                </a:lnTo>
                <a:close/>
                <a:moveTo>
                  <a:pt x="0" y="1205064"/>
                </a:moveTo>
                <a:lnTo>
                  <a:pt x="28154" y="1205064"/>
                </a:lnTo>
                <a:lnTo>
                  <a:pt x="28154" y="1147685"/>
                </a:lnTo>
                <a:lnTo>
                  <a:pt x="0" y="1147685"/>
                </a:lnTo>
                <a:lnTo>
                  <a:pt x="0" y="1205064"/>
                </a:lnTo>
                <a:close/>
                <a:moveTo>
                  <a:pt x="0" y="1319821"/>
                </a:moveTo>
                <a:lnTo>
                  <a:pt x="28154" y="1319821"/>
                </a:lnTo>
                <a:lnTo>
                  <a:pt x="28154" y="1262442"/>
                </a:lnTo>
                <a:lnTo>
                  <a:pt x="0" y="1262442"/>
                </a:lnTo>
                <a:lnTo>
                  <a:pt x="0" y="1319821"/>
                </a:lnTo>
                <a:close/>
                <a:moveTo>
                  <a:pt x="0" y="1434606"/>
                </a:moveTo>
                <a:lnTo>
                  <a:pt x="28154" y="1434606"/>
                </a:lnTo>
                <a:lnTo>
                  <a:pt x="28154" y="1377228"/>
                </a:lnTo>
                <a:lnTo>
                  <a:pt x="0" y="1377228"/>
                </a:lnTo>
                <a:lnTo>
                  <a:pt x="0" y="1434606"/>
                </a:lnTo>
                <a:close/>
                <a:moveTo>
                  <a:pt x="0" y="1549363"/>
                </a:moveTo>
                <a:lnTo>
                  <a:pt x="28154" y="1549363"/>
                </a:lnTo>
                <a:lnTo>
                  <a:pt x="28154" y="1491985"/>
                </a:lnTo>
                <a:lnTo>
                  <a:pt x="0" y="1491985"/>
                </a:lnTo>
                <a:lnTo>
                  <a:pt x="0" y="1549363"/>
                </a:lnTo>
                <a:close/>
                <a:moveTo>
                  <a:pt x="0" y="1664121"/>
                </a:moveTo>
                <a:lnTo>
                  <a:pt x="28154" y="1664121"/>
                </a:lnTo>
                <a:lnTo>
                  <a:pt x="28154" y="1606742"/>
                </a:lnTo>
                <a:lnTo>
                  <a:pt x="0" y="1606742"/>
                </a:lnTo>
                <a:lnTo>
                  <a:pt x="0" y="1664121"/>
                </a:lnTo>
                <a:close/>
                <a:moveTo>
                  <a:pt x="0" y="1778878"/>
                </a:moveTo>
                <a:lnTo>
                  <a:pt x="28154" y="1778878"/>
                </a:lnTo>
                <a:lnTo>
                  <a:pt x="28154" y="1721499"/>
                </a:lnTo>
                <a:lnTo>
                  <a:pt x="0" y="1721499"/>
                </a:lnTo>
                <a:lnTo>
                  <a:pt x="0" y="1778878"/>
                </a:lnTo>
                <a:close/>
                <a:moveTo>
                  <a:pt x="0" y="1893663"/>
                </a:moveTo>
                <a:lnTo>
                  <a:pt x="28154" y="1893663"/>
                </a:lnTo>
                <a:lnTo>
                  <a:pt x="28154" y="1836285"/>
                </a:lnTo>
                <a:lnTo>
                  <a:pt x="0" y="1836285"/>
                </a:lnTo>
                <a:lnTo>
                  <a:pt x="0" y="1893663"/>
                </a:lnTo>
                <a:close/>
                <a:moveTo>
                  <a:pt x="0" y="2008421"/>
                </a:moveTo>
                <a:lnTo>
                  <a:pt x="28154" y="2008421"/>
                </a:lnTo>
                <a:lnTo>
                  <a:pt x="28154" y="1951042"/>
                </a:lnTo>
                <a:lnTo>
                  <a:pt x="0" y="1951042"/>
                </a:lnTo>
                <a:lnTo>
                  <a:pt x="0" y="2008421"/>
                </a:lnTo>
                <a:close/>
                <a:moveTo>
                  <a:pt x="0" y="2123178"/>
                </a:moveTo>
                <a:lnTo>
                  <a:pt x="28154" y="2123178"/>
                </a:lnTo>
                <a:lnTo>
                  <a:pt x="28154" y="2065799"/>
                </a:lnTo>
                <a:lnTo>
                  <a:pt x="0" y="2065799"/>
                </a:lnTo>
                <a:lnTo>
                  <a:pt x="0" y="2123178"/>
                </a:lnTo>
                <a:close/>
                <a:moveTo>
                  <a:pt x="0" y="2237935"/>
                </a:moveTo>
                <a:lnTo>
                  <a:pt x="28154" y="2237935"/>
                </a:lnTo>
                <a:lnTo>
                  <a:pt x="28154" y="2180556"/>
                </a:lnTo>
                <a:lnTo>
                  <a:pt x="0" y="2180556"/>
                </a:lnTo>
                <a:lnTo>
                  <a:pt x="0" y="2237935"/>
                </a:lnTo>
                <a:close/>
              </a:path>
            </a:pathLst>
          </a:custGeom>
          <a:solidFill xmlns:a="http://schemas.openxmlformats.org/drawingml/2006/main">
            <a:srgbClr val="231F2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D666979-858B-407D-B0FE-D71C4CE36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8289" y="2625983"/>
            <a:ext cx="42232" cy="42232"/>
          </a:xfrm>
          <a:custGeom xmlns:a="http://schemas.openxmlformats.org/drawingml/2006/main">
            <a:pathLst>
              <a:path w="42232" h="42232">
                <a:moveTo>
                  <a:pt x="14077" y="0"/>
                </a:moveTo>
                <a:lnTo>
                  <a:pt x="14077" y="14077"/>
                </a:lnTo>
                <a:lnTo>
                  <a:pt x="0" y="14077"/>
                </a:lnTo>
                <a:lnTo>
                  <a:pt x="0" y="42232"/>
                </a:lnTo>
                <a:lnTo>
                  <a:pt x="28154" y="42232"/>
                </a:lnTo>
                <a:lnTo>
                  <a:pt x="42232" y="42232"/>
                </a:lnTo>
                <a:lnTo>
                  <a:pt x="42232" y="0"/>
                </a:lnTo>
                <a:lnTo>
                  <a:pt x="14077" y="0"/>
                </a:lnTo>
                <a:close/>
              </a:path>
            </a:pathLst>
          </a:custGeom>
          <a:solidFill xmlns:a="http://schemas.openxmlformats.org/drawingml/2006/main">
            <a:srgbClr val="231F2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EED3538-BB30-41FA-9FAC-05FE92646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3534" y="2640060"/>
            <a:ext cx="2017120" cy="28154"/>
          </a:xfrm>
          <a:custGeom xmlns:a="http://schemas.openxmlformats.org/drawingml/2006/main">
            <a:pathLst>
              <a:path w="2017120" h="28154">
                <a:moveTo>
                  <a:pt x="2017120" y="0"/>
                </a:moveTo>
                <a:lnTo>
                  <a:pt x="1959488" y="0"/>
                </a:lnTo>
                <a:lnTo>
                  <a:pt x="1959488" y="28154"/>
                </a:lnTo>
                <a:lnTo>
                  <a:pt x="2017120" y="28154"/>
                </a:lnTo>
                <a:lnTo>
                  <a:pt x="2017120" y="0"/>
                </a:lnTo>
                <a:close/>
                <a:moveTo>
                  <a:pt x="1901856" y="0"/>
                </a:moveTo>
                <a:lnTo>
                  <a:pt x="1844224" y="0"/>
                </a:lnTo>
                <a:lnTo>
                  <a:pt x="1844224" y="28154"/>
                </a:lnTo>
                <a:lnTo>
                  <a:pt x="1901856" y="28154"/>
                </a:lnTo>
                <a:lnTo>
                  <a:pt x="1901856" y="0"/>
                </a:lnTo>
                <a:close/>
                <a:moveTo>
                  <a:pt x="1786592" y="0"/>
                </a:moveTo>
                <a:lnTo>
                  <a:pt x="1728960" y="0"/>
                </a:lnTo>
                <a:lnTo>
                  <a:pt x="1728960" y="28154"/>
                </a:lnTo>
                <a:lnTo>
                  <a:pt x="1786592" y="28154"/>
                </a:lnTo>
                <a:lnTo>
                  <a:pt x="1786592" y="0"/>
                </a:lnTo>
                <a:close/>
                <a:moveTo>
                  <a:pt x="1671328" y="0"/>
                </a:moveTo>
                <a:lnTo>
                  <a:pt x="1613696" y="0"/>
                </a:lnTo>
                <a:lnTo>
                  <a:pt x="1613696" y="28154"/>
                </a:lnTo>
                <a:lnTo>
                  <a:pt x="1671328" y="28154"/>
                </a:lnTo>
                <a:lnTo>
                  <a:pt x="1671328" y="0"/>
                </a:lnTo>
                <a:close/>
                <a:moveTo>
                  <a:pt x="1556064" y="0"/>
                </a:moveTo>
                <a:lnTo>
                  <a:pt x="1498432" y="0"/>
                </a:lnTo>
                <a:lnTo>
                  <a:pt x="1498432" y="28154"/>
                </a:lnTo>
                <a:lnTo>
                  <a:pt x="1556064" y="28154"/>
                </a:lnTo>
                <a:lnTo>
                  <a:pt x="1556064" y="0"/>
                </a:lnTo>
                <a:close/>
                <a:moveTo>
                  <a:pt x="1440800" y="0"/>
                </a:moveTo>
                <a:lnTo>
                  <a:pt x="1383168" y="0"/>
                </a:lnTo>
                <a:lnTo>
                  <a:pt x="1383168" y="28154"/>
                </a:lnTo>
                <a:lnTo>
                  <a:pt x="1440800" y="28154"/>
                </a:lnTo>
                <a:lnTo>
                  <a:pt x="1440800" y="0"/>
                </a:lnTo>
                <a:close/>
                <a:moveTo>
                  <a:pt x="1325536" y="0"/>
                </a:moveTo>
                <a:lnTo>
                  <a:pt x="1267904" y="0"/>
                </a:lnTo>
                <a:lnTo>
                  <a:pt x="1267904" y="28154"/>
                </a:lnTo>
                <a:lnTo>
                  <a:pt x="1325536" y="28154"/>
                </a:lnTo>
                <a:lnTo>
                  <a:pt x="1325536" y="0"/>
                </a:lnTo>
                <a:close/>
                <a:moveTo>
                  <a:pt x="1210272" y="0"/>
                </a:moveTo>
                <a:lnTo>
                  <a:pt x="1152640" y="0"/>
                </a:lnTo>
                <a:lnTo>
                  <a:pt x="1152640" y="28154"/>
                </a:lnTo>
                <a:lnTo>
                  <a:pt x="1210272" y="28154"/>
                </a:lnTo>
                <a:lnTo>
                  <a:pt x="1210272" y="0"/>
                </a:lnTo>
                <a:close/>
                <a:moveTo>
                  <a:pt x="1095008" y="0"/>
                </a:moveTo>
                <a:lnTo>
                  <a:pt x="1037376" y="0"/>
                </a:lnTo>
                <a:lnTo>
                  <a:pt x="1037376" y="28154"/>
                </a:lnTo>
                <a:lnTo>
                  <a:pt x="1095008" y="28154"/>
                </a:lnTo>
                <a:lnTo>
                  <a:pt x="1095008" y="0"/>
                </a:lnTo>
                <a:close/>
                <a:moveTo>
                  <a:pt x="979744" y="0"/>
                </a:moveTo>
                <a:lnTo>
                  <a:pt x="922112" y="0"/>
                </a:lnTo>
                <a:lnTo>
                  <a:pt x="922112" y="28154"/>
                </a:lnTo>
                <a:lnTo>
                  <a:pt x="979744" y="28154"/>
                </a:lnTo>
                <a:lnTo>
                  <a:pt x="979744" y="0"/>
                </a:lnTo>
                <a:close/>
                <a:moveTo>
                  <a:pt x="864480" y="0"/>
                </a:moveTo>
                <a:lnTo>
                  <a:pt x="806848" y="0"/>
                </a:lnTo>
                <a:lnTo>
                  <a:pt x="806848" y="28154"/>
                </a:lnTo>
                <a:lnTo>
                  <a:pt x="864480" y="28154"/>
                </a:lnTo>
                <a:lnTo>
                  <a:pt x="864480" y="0"/>
                </a:lnTo>
                <a:close/>
                <a:moveTo>
                  <a:pt x="749216" y="0"/>
                </a:moveTo>
                <a:lnTo>
                  <a:pt x="691584" y="0"/>
                </a:lnTo>
                <a:lnTo>
                  <a:pt x="691584" y="28154"/>
                </a:lnTo>
                <a:lnTo>
                  <a:pt x="749216" y="28154"/>
                </a:lnTo>
                <a:lnTo>
                  <a:pt x="749216" y="0"/>
                </a:lnTo>
                <a:close/>
                <a:moveTo>
                  <a:pt x="633952" y="0"/>
                </a:moveTo>
                <a:lnTo>
                  <a:pt x="576320" y="0"/>
                </a:lnTo>
                <a:lnTo>
                  <a:pt x="576320" y="28154"/>
                </a:lnTo>
                <a:lnTo>
                  <a:pt x="633952" y="28154"/>
                </a:lnTo>
                <a:lnTo>
                  <a:pt x="633952" y="0"/>
                </a:lnTo>
                <a:close/>
                <a:moveTo>
                  <a:pt x="518688" y="0"/>
                </a:moveTo>
                <a:lnTo>
                  <a:pt x="461056" y="0"/>
                </a:lnTo>
                <a:lnTo>
                  <a:pt x="461056" y="28154"/>
                </a:lnTo>
                <a:lnTo>
                  <a:pt x="518688" y="28154"/>
                </a:lnTo>
                <a:lnTo>
                  <a:pt x="518688" y="0"/>
                </a:lnTo>
                <a:close/>
                <a:moveTo>
                  <a:pt x="403424" y="0"/>
                </a:moveTo>
                <a:lnTo>
                  <a:pt x="345792" y="0"/>
                </a:lnTo>
                <a:lnTo>
                  <a:pt x="345792" y="28154"/>
                </a:lnTo>
                <a:lnTo>
                  <a:pt x="403424" y="28154"/>
                </a:lnTo>
                <a:lnTo>
                  <a:pt x="403424" y="0"/>
                </a:lnTo>
                <a:close/>
                <a:moveTo>
                  <a:pt x="288160" y="0"/>
                </a:moveTo>
                <a:lnTo>
                  <a:pt x="230528" y="0"/>
                </a:lnTo>
                <a:lnTo>
                  <a:pt x="230528" y="28154"/>
                </a:lnTo>
                <a:lnTo>
                  <a:pt x="288160" y="28154"/>
                </a:lnTo>
                <a:lnTo>
                  <a:pt x="288160" y="0"/>
                </a:lnTo>
                <a:close/>
                <a:moveTo>
                  <a:pt x="172896" y="0"/>
                </a:moveTo>
                <a:lnTo>
                  <a:pt x="115264" y="0"/>
                </a:lnTo>
                <a:lnTo>
                  <a:pt x="115264" y="28154"/>
                </a:lnTo>
                <a:lnTo>
                  <a:pt x="172896" y="28154"/>
                </a:lnTo>
                <a:lnTo>
                  <a:pt x="172896" y="0"/>
                </a:lnTo>
                <a:close/>
                <a:moveTo>
                  <a:pt x="57632" y="0"/>
                </a:moveTo>
                <a:lnTo>
                  <a:pt x="0" y="0"/>
                </a:lnTo>
                <a:lnTo>
                  <a:pt x="0" y="28154"/>
                </a:lnTo>
                <a:lnTo>
                  <a:pt x="57632" y="28154"/>
                </a:lnTo>
                <a:lnTo>
                  <a:pt x="57632" y="0"/>
                </a:lnTo>
                <a:close/>
              </a:path>
            </a:pathLst>
          </a:custGeom>
          <a:solidFill xmlns:a="http://schemas.openxmlformats.org/drawingml/2006/main">
            <a:srgbClr val="231F2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E7374B2-85A8-45DE-9E23-82BB5A1B2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3670" y="2625983"/>
            <a:ext cx="42232" cy="42232"/>
          </a:xfrm>
          <a:custGeom xmlns:a="http://schemas.openxmlformats.org/drawingml/2006/main">
            <a:pathLst>
              <a:path w="42232" h="42232">
                <a:moveTo>
                  <a:pt x="42232" y="14077"/>
                </a:moveTo>
                <a:lnTo>
                  <a:pt x="28154" y="14077"/>
                </a:lnTo>
                <a:lnTo>
                  <a:pt x="28154" y="0"/>
                </a:lnTo>
                <a:lnTo>
                  <a:pt x="0" y="0"/>
                </a:lnTo>
                <a:lnTo>
                  <a:pt x="0" y="28154"/>
                </a:lnTo>
                <a:lnTo>
                  <a:pt x="0" y="42232"/>
                </a:lnTo>
                <a:lnTo>
                  <a:pt x="42232" y="42232"/>
                </a:lnTo>
                <a:lnTo>
                  <a:pt x="42232" y="14077"/>
                </a:lnTo>
                <a:close/>
              </a:path>
            </a:pathLst>
          </a:custGeom>
          <a:solidFill xmlns:a="http://schemas.openxmlformats.org/drawingml/2006/main">
            <a:srgbClr val="231F2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420121D-DB32-48A8-ADFC-CF88792CF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3670" y="330641"/>
            <a:ext cx="28183" cy="2237963"/>
          </a:xfrm>
          <a:custGeom xmlns:a="http://schemas.openxmlformats.org/drawingml/2006/main">
            <a:pathLst>
              <a:path w="28183" h="2237963">
                <a:moveTo>
                  <a:pt x="0" y="57379"/>
                </a:moveTo>
                <a:lnTo>
                  <a:pt x="28183" y="57379"/>
                </a:lnTo>
                <a:lnTo>
                  <a:pt x="28183" y="0"/>
                </a:lnTo>
                <a:lnTo>
                  <a:pt x="0" y="0"/>
                </a:lnTo>
                <a:lnTo>
                  <a:pt x="0" y="57379"/>
                </a:lnTo>
                <a:close/>
                <a:moveTo>
                  <a:pt x="0" y="172164"/>
                </a:moveTo>
                <a:lnTo>
                  <a:pt x="28183" y="172164"/>
                </a:lnTo>
                <a:lnTo>
                  <a:pt x="28183" y="114785"/>
                </a:lnTo>
                <a:lnTo>
                  <a:pt x="0" y="114785"/>
                </a:lnTo>
                <a:lnTo>
                  <a:pt x="0" y="172164"/>
                </a:lnTo>
                <a:close/>
                <a:moveTo>
                  <a:pt x="0" y="286921"/>
                </a:moveTo>
                <a:lnTo>
                  <a:pt x="28183" y="286921"/>
                </a:lnTo>
                <a:lnTo>
                  <a:pt x="28183" y="229543"/>
                </a:lnTo>
                <a:lnTo>
                  <a:pt x="0" y="229543"/>
                </a:lnTo>
                <a:lnTo>
                  <a:pt x="0" y="286921"/>
                </a:lnTo>
                <a:close/>
                <a:moveTo>
                  <a:pt x="0" y="401678"/>
                </a:moveTo>
                <a:lnTo>
                  <a:pt x="28183" y="401678"/>
                </a:lnTo>
                <a:lnTo>
                  <a:pt x="28183" y="344300"/>
                </a:lnTo>
                <a:lnTo>
                  <a:pt x="0" y="344300"/>
                </a:lnTo>
                <a:lnTo>
                  <a:pt x="0" y="401678"/>
                </a:lnTo>
                <a:close/>
                <a:moveTo>
                  <a:pt x="0" y="516436"/>
                </a:moveTo>
                <a:lnTo>
                  <a:pt x="28183" y="516436"/>
                </a:lnTo>
                <a:lnTo>
                  <a:pt x="28183" y="459057"/>
                </a:lnTo>
                <a:lnTo>
                  <a:pt x="0" y="459057"/>
                </a:lnTo>
                <a:lnTo>
                  <a:pt x="0" y="516436"/>
                </a:lnTo>
                <a:close/>
                <a:moveTo>
                  <a:pt x="0" y="631221"/>
                </a:moveTo>
                <a:lnTo>
                  <a:pt x="28183" y="631221"/>
                </a:lnTo>
                <a:lnTo>
                  <a:pt x="28183" y="573842"/>
                </a:lnTo>
                <a:lnTo>
                  <a:pt x="0" y="573842"/>
                </a:lnTo>
                <a:lnTo>
                  <a:pt x="0" y="631221"/>
                </a:lnTo>
                <a:close/>
                <a:moveTo>
                  <a:pt x="0" y="745978"/>
                </a:moveTo>
                <a:lnTo>
                  <a:pt x="28183" y="745978"/>
                </a:lnTo>
                <a:lnTo>
                  <a:pt x="28183" y="688600"/>
                </a:lnTo>
                <a:lnTo>
                  <a:pt x="0" y="688600"/>
                </a:lnTo>
                <a:lnTo>
                  <a:pt x="0" y="745978"/>
                </a:lnTo>
                <a:close/>
                <a:moveTo>
                  <a:pt x="0" y="860736"/>
                </a:moveTo>
                <a:lnTo>
                  <a:pt x="28183" y="860736"/>
                </a:lnTo>
                <a:lnTo>
                  <a:pt x="28183" y="803357"/>
                </a:lnTo>
                <a:lnTo>
                  <a:pt x="0" y="803357"/>
                </a:lnTo>
                <a:lnTo>
                  <a:pt x="0" y="860736"/>
                </a:lnTo>
                <a:close/>
                <a:moveTo>
                  <a:pt x="0" y="975521"/>
                </a:moveTo>
                <a:lnTo>
                  <a:pt x="28183" y="975521"/>
                </a:lnTo>
                <a:lnTo>
                  <a:pt x="28183" y="918142"/>
                </a:lnTo>
                <a:lnTo>
                  <a:pt x="0" y="918142"/>
                </a:lnTo>
                <a:lnTo>
                  <a:pt x="0" y="975521"/>
                </a:lnTo>
                <a:close/>
                <a:moveTo>
                  <a:pt x="0" y="1090306"/>
                </a:moveTo>
                <a:lnTo>
                  <a:pt x="28183" y="1090306"/>
                </a:lnTo>
                <a:lnTo>
                  <a:pt x="28183" y="1032928"/>
                </a:lnTo>
                <a:lnTo>
                  <a:pt x="0" y="1032928"/>
                </a:lnTo>
                <a:lnTo>
                  <a:pt x="0" y="1090306"/>
                </a:lnTo>
                <a:close/>
                <a:moveTo>
                  <a:pt x="0" y="1205064"/>
                </a:moveTo>
                <a:lnTo>
                  <a:pt x="28183" y="1205064"/>
                </a:lnTo>
                <a:lnTo>
                  <a:pt x="28183" y="1147685"/>
                </a:lnTo>
                <a:lnTo>
                  <a:pt x="0" y="1147685"/>
                </a:lnTo>
                <a:lnTo>
                  <a:pt x="0" y="1205064"/>
                </a:lnTo>
                <a:close/>
                <a:moveTo>
                  <a:pt x="0" y="1319821"/>
                </a:moveTo>
                <a:lnTo>
                  <a:pt x="28183" y="1319821"/>
                </a:lnTo>
                <a:lnTo>
                  <a:pt x="28183" y="1262442"/>
                </a:lnTo>
                <a:lnTo>
                  <a:pt x="0" y="1262442"/>
                </a:lnTo>
                <a:lnTo>
                  <a:pt x="0" y="1319821"/>
                </a:lnTo>
                <a:close/>
                <a:moveTo>
                  <a:pt x="0" y="1434606"/>
                </a:moveTo>
                <a:lnTo>
                  <a:pt x="28183" y="1434606"/>
                </a:lnTo>
                <a:lnTo>
                  <a:pt x="28183" y="1377228"/>
                </a:lnTo>
                <a:lnTo>
                  <a:pt x="0" y="1377228"/>
                </a:lnTo>
                <a:lnTo>
                  <a:pt x="0" y="1434606"/>
                </a:lnTo>
                <a:close/>
                <a:moveTo>
                  <a:pt x="0" y="1549363"/>
                </a:moveTo>
                <a:lnTo>
                  <a:pt x="28183" y="1549363"/>
                </a:lnTo>
                <a:lnTo>
                  <a:pt x="28183" y="1491985"/>
                </a:lnTo>
                <a:lnTo>
                  <a:pt x="0" y="1491985"/>
                </a:lnTo>
                <a:lnTo>
                  <a:pt x="0" y="1549363"/>
                </a:lnTo>
                <a:close/>
                <a:moveTo>
                  <a:pt x="0" y="1664121"/>
                </a:moveTo>
                <a:lnTo>
                  <a:pt x="28183" y="1664121"/>
                </a:lnTo>
                <a:lnTo>
                  <a:pt x="28183" y="1606742"/>
                </a:lnTo>
                <a:lnTo>
                  <a:pt x="0" y="1606742"/>
                </a:lnTo>
                <a:lnTo>
                  <a:pt x="0" y="1664121"/>
                </a:lnTo>
                <a:close/>
                <a:moveTo>
                  <a:pt x="0" y="1778878"/>
                </a:moveTo>
                <a:lnTo>
                  <a:pt x="28183" y="1778878"/>
                </a:lnTo>
                <a:lnTo>
                  <a:pt x="28183" y="1721499"/>
                </a:lnTo>
                <a:lnTo>
                  <a:pt x="0" y="1721499"/>
                </a:lnTo>
                <a:lnTo>
                  <a:pt x="0" y="1778878"/>
                </a:lnTo>
                <a:close/>
                <a:moveTo>
                  <a:pt x="0" y="1893663"/>
                </a:moveTo>
                <a:lnTo>
                  <a:pt x="28183" y="1893663"/>
                </a:lnTo>
                <a:lnTo>
                  <a:pt x="28183" y="1836285"/>
                </a:lnTo>
                <a:lnTo>
                  <a:pt x="0" y="1836285"/>
                </a:lnTo>
                <a:lnTo>
                  <a:pt x="0" y="1893663"/>
                </a:lnTo>
                <a:close/>
                <a:moveTo>
                  <a:pt x="0" y="2008421"/>
                </a:moveTo>
                <a:lnTo>
                  <a:pt x="28183" y="2008421"/>
                </a:lnTo>
                <a:lnTo>
                  <a:pt x="28183" y="1951042"/>
                </a:lnTo>
                <a:lnTo>
                  <a:pt x="0" y="1951042"/>
                </a:lnTo>
                <a:lnTo>
                  <a:pt x="0" y="2008421"/>
                </a:lnTo>
                <a:close/>
                <a:moveTo>
                  <a:pt x="0" y="2123178"/>
                </a:moveTo>
                <a:lnTo>
                  <a:pt x="28183" y="2123178"/>
                </a:lnTo>
                <a:lnTo>
                  <a:pt x="28183" y="2065799"/>
                </a:lnTo>
                <a:lnTo>
                  <a:pt x="0" y="2065799"/>
                </a:lnTo>
                <a:lnTo>
                  <a:pt x="0" y="2123178"/>
                </a:lnTo>
                <a:close/>
                <a:moveTo>
                  <a:pt x="0" y="2237963"/>
                </a:moveTo>
                <a:lnTo>
                  <a:pt x="28183" y="2237963"/>
                </a:lnTo>
                <a:lnTo>
                  <a:pt x="28183" y="2180585"/>
                </a:lnTo>
                <a:lnTo>
                  <a:pt x="0" y="2180585"/>
                </a:lnTo>
                <a:lnTo>
                  <a:pt x="0" y="2237963"/>
                </a:lnTo>
                <a:close/>
              </a:path>
            </a:pathLst>
          </a:custGeom>
          <a:solidFill xmlns:a="http://schemas.openxmlformats.org/drawingml/2006/main">
            <a:srgbClr val="231F2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005A11E-1199-46F4-919B-7CE3F9DB2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3219" y="2165307"/>
            <a:ext cx="1571746" cy="411307"/>
          </a:xfrm>
          <a:custGeom xmlns:a="http://schemas.openxmlformats.org/drawingml/2006/main">
            <a:pathLst>
              <a:path w="1571746" h="411307">
                <a:moveTo>
                  <a:pt x="1515437" y="411307"/>
                </a:moveTo>
                <a:lnTo>
                  <a:pt x="56309" y="411307"/>
                </a:lnTo>
                <a:cubicBezTo>
                  <a:pt x="25198" y="411307"/>
                  <a:pt x="0" y="386109"/>
                  <a:pt x="0" y="354999"/>
                </a:cubicBezTo>
                <a:lnTo>
                  <a:pt x="0" y="56309"/>
                </a:lnTo>
                <a:cubicBezTo>
                  <a:pt x="0" y="25226"/>
                  <a:pt x="25198" y="0"/>
                  <a:pt x="56309" y="0"/>
                </a:cubicBezTo>
                <a:lnTo>
                  <a:pt x="1515437" y="0"/>
                </a:lnTo>
                <a:cubicBezTo>
                  <a:pt x="1546548" y="0"/>
                  <a:pt x="1571746" y="25226"/>
                  <a:pt x="1571746" y="56309"/>
                </a:cubicBezTo>
                <a:lnTo>
                  <a:pt x="1571746" y="354999"/>
                </a:lnTo>
                <a:cubicBezTo>
                  <a:pt x="1571746" y="386109"/>
                  <a:pt x="1546548" y="411307"/>
                  <a:pt x="1515437" y="411307"/>
                </a:cubicBez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3D3C4CC-5C7B-4D31-A496-0BA9EA9CC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9142" y="2151230"/>
            <a:ext cx="1599901" cy="439462"/>
          </a:xfrm>
          <a:custGeom xmlns:a="http://schemas.openxmlformats.org/drawingml/2006/main">
            <a:pathLst>
              <a:path w="1599901" h="439462">
                <a:moveTo>
                  <a:pt x="1529515" y="425384"/>
                </a:moveTo>
                <a:lnTo>
                  <a:pt x="1529515" y="411307"/>
                </a:lnTo>
                <a:lnTo>
                  <a:pt x="70386" y="411307"/>
                </a:lnTo>
                <a:cubicBezTo>
                  <a:pt x="47074" y="411251"/>
                  <a:pt x="28183" y="392388"/>
                  <a:pt x="28154" y="369076"/>
                </a:cubicBezTo>
                <a:lnTo>
                  <a:pt x="28154" y="70386"/>
                </a:lnTo>
                <a:cubicBezTo>
                  <a:pt x="28183" y="47074"/>
                  <a:pt x="47074" y="28211"/>
                  <a:pt x="70386" y="28154"/>
                </a:cubicBezTo>
                <a:lnTo>
                  <a:pt x="1529515" y="28154"/>
                </a:lnTo>
                <a:cubicBezTo>
                  <a:pt x="1552826" y="28211"/>
                  <a:pt x="1571690" y="47074"/>
                  <a:pt x="1571746" y="70386"/>
                </a:cubicBezTo>
                <a:lnTo>
                  <a:pt x="1571746" y="369076"/>
                </a:lnTo>
                <a:cubicBezTo>
                  <a:pt x="1571690" y="392388"/>
                  <a:pt x="1552826" y="411251"/>
                  <a:pt x="1529515" y="411307"/>
                </a:cubicBezTo>
                <a:lnTo>
                  <a:pt x="1529515" y="425384"/>
                </a:lnTo>
                <a:lnTo>
                  <a:pt x="1529515" y="439462"/>
                </a:lnTo>
                <a:cubicBezTo>
                  <a:pt x="1568396" y="439462"/>
                  <a:pt x="1599901" y="407957"/>
                  <a:pt x="1599901" y="369076"/>
                </a:cubicBezTo>
                <a:lnTo>
                  <a:pt x="1599901" y="70386"/>
                </a:lnTo>
                <a:cubicBezTo>
                  <a:pt x="1599901" y="31505"/>
                  <a:pt x="1568396" y="28"/>
                  <a:pt x="1529515" y="0"/>
                </a:cubicBezTo>
                <a:lnTo>
                  <a:pt x="70386" y="0"/>
                </a:lnTo>
                <a:cubicBezTo>
                  <a:pt x="31505" y="28"/>
                  <a:pt x="0" y="31505"/>
                  <a:pt x="0" y="70386"/>
                </a:cubicBezTo>
                <a:lnTo>
                  <a:pt x="0" y="369076"/>
                </a:lnTo>
                <a:cubicBezTo>
                  <a:pt x="0" y="407957"/>
                  <a:pt x="31505" y="439462"/>
                  <a:pt x="70386" y="439462"/>
                </a:cubicBezTo>
                <a:lnTo>
                  <a:pt x="1529515" y="439462"/>
                </a:lnTo>
                <a:lnTo>
                  <a:pt x="1529515" y="425384"/>
                </a:lnTo>
                <a:close/>
              </a:path>
            </a:pathLst>
          </a:custGeom>
          <a:solidFill xmlns:a="http://schemas.openxmlformats.org/drawingml/2006/main">
            <a:srgbClr val="231F2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3" name="Text Rowbuf">
            <a:extLst xmlns:a="http://schemas.openxmlformats.org/drawingml/2006/main">
              <a:ext uri="{FF2B5EF4-FFF2-40B4-BE49-F238E27FC236}">
                <a16:creationId xmlns:a16="http://schemas.microsoft.com/office/drawing/2014/main" id="{F76EF72F-5D05-42FC-B91B-27C41E036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0497" y="2282206"/>
            <a:ext cx="888184" cy="176927"/>
          </a:xfrm>
          <a:custGeom xmlns:a="http://schemas.openxmlformats.org/drawingml/2006/main">
            <a:pathLst>
              <a:path w="888184" h="176927">
                <a:moveTo>
                  <a:pt x="162699" y="168390"/>
                </a:moveTo>
                <a:lnTo>
                  <a:pt x="162699" y="173215"/>
                </a:lnTo>
                <a:lnTo>
                  <a:pt x="121869" y="173215"/>
                </a:lnTo>
                <a:lnTo>
                  <a:pt x="61615" y="95145"/>
                </a:lnTo>
                <a:lnTo>
                  <a:pt x="47387" y="95640"/>
                </a:lnTo>
                <a:lnTo>
                  <a:pt x="47387" y="145625"/>
                </a:lnTo>
                <a:cubicBezTo>
                  <a:pt x="47552" y="156100"/>
                  <a:pt x="49325" y="162328"/>
                  <a:pt x="52707" y="164307"/>
                </a:cubicBezTo>
                <a:cubicBezTo>
                  <a:pt x="56006" y="166452"/>
                  <a:pt x="61821" y="167813"/>
                  <a:pt x="70152" y="168390"/>
                </a:cubicBezTo>
                <a:lnTo>
                  <a:pt x="70152" y="173215"/>
                </a:lnTo>
                <a:lnTo>
                  <a:pt x="0" y="173215"/>
                </a:lnTo>
                <a:lnTo>
                  <a:pt x="0" y="168390"/>
                </a:lnTo>
                <a:cubicBezTo>
                  <a:pt x="7918" y="167730"/>
                  <a:pt x="13362" y="166410"/>
                  <a:pt x="16332" y="164431"/>
                </a:cubicBezTo>
                <a:cubicBezTo>
                  <a:pt x="17899" y="163276"/>
                  <a:pt x="18889" y="162080"/>
                  <a:pt x="19301" y="160843"/>
                </a:cubicBezTo>
                <a:cubicBezTo>
                  <a:pt x="20786" y="158203"/>
                  <a:pt x="21528" y="152182"/>
                  <a:pt x="21528" y="142779"/>
                </a:cubicBezTo>
                <a:lnTo>
                  <a:pt x="21528" y="33035"/>
                </a:lnTo>
                <a:cubicBezTo>
                  <a:pt x="21363" y="22559"/>
                  <a:pt x="19672" y="16373"/>
                  <a:pt x="16455" y="14476"/>
                </a:cubicBezTo>
                <a:cubicBezTo>
                  <a:pt x="13569" y="12579"/>
                  <a:pt x="8083" y="11177"/>
                  <a:pt x="0" y="10269"/>
                </a:cubicBezTo>
                <a:lnTo>
                  <a:pt x="0" y="5444"/>
                </a:lnTo>
                <a:lnTo>
                  <a:pt x="69905" y="5444"/>
                </a:lnTo>
                <a:cubicBezTo>
                  <a:pt x="86896" y="5444"/>
                  <a:pt x="101785" y="8620"/>
                  <a:pt x="114570" y="14971"/>
                </a:cubicBezTo>
                <a:cubicBezTo>
                  <a:pt x="120756" y="18105"/>
                  <a:pt x="125664" y="22848"/>
                  <a:pt x="129293" y="29199"/>
                </a:cubicBezTo>
                <a:cubicBezTo>
                  <a:pt x="132675" y="35220"/>
                  <a:pt x="134366" y="42149"/>
                  <a:pt x="134366" y="49985"/>
                </a:cubicBezTo>
                <a:cubicBezTo>
                  <a:pt x="134366" y="62605"/>
                  <a:pt x="130077" y="72338"/>
                  <a:pt x="121498" y="79184"/>
                </a:cubicBezTo>
                <a:cubicBezTo>
                  <a:pt x="114900" y="84381"/>
                  <a:pt x="107105" y="88051"/>
                  <a:pt x="98114" y="90196"/>
                </a:cubicBezTo>
                <a:cubicBezTo>
                  <a:pt x="95310" y="90938"/>
                  <a:pt x="92093" y="91680"/>
                  <a:pt x="88464" y="92423"/>
                </a:cubicBezTo>
                <a:lnTo>
                  <a:pt x="140676" y="156512"/>
                </a:lnTo>
                <a:cubicBezTo>
                  <a:pt x="144965" y="161791"/>
                  <a:pt x="149336" y="165214"/>
                  <a:pt x="153791" y="166782"/>
                </a:cubicBezTo>
                <a:cubicBezTo>
                  <a:pt x="155770" y="167524"/>
                  <a:pt x="158740" y="168060"/>
                  <a:pt x="162699" y="168390"/>
                </a:cubicBezTo>
                <a:moveTo>
                  <a:pt x="47387" y="86237"/>
                </a:moveTo>
                <a:cubicBezTo>
                  <a:pt x="59512" y="86072"/>
                  <a:pt x="68585" y="85412"/>
                  <a:pt x="74606" y="84257"/>
                </a:cubicBezTo>
                <a:cubicBezTo>
                  <a:pt x="80628" y="83102"/>
                  <a:pt x="86525" y="80958"/>
                  <a:pt x="92299" y="77823"/>
                </a:cubicBezTo>
                <a:cubicBezTo>
                  <a:pt x="96588" y="75431"/>
                  <a:pt x="99970" y="71967"/>
                  <a:pt x="102445" y="67430"/>
                </a:cubicBezTo>
                <a:cubicBezTo>
                  <a:pt x="105331" y="62151"/>
                  <a:pt x="106775" y="56213"/>
                  <a:pt x="106775" y="49614"/>
                </a:cubicBezTo>
                <a:cubicBezTo>
                  <a:pt x="106775" y="36252"/>
                  <a:pt x="101743" y="26683"/>
                  <a:pt x="91680" y="20910"/>
                </a:cubicBezTo>
                <a:cubicBezTo>
                  <a:pt x="84587" y="16868"/>
                  <a:pt x="74153" y="14847"/>
                  <a:pt x="60378" y="14847"/>
                </a:cubicBezTo>
                <a:cubicBezTo>
                  <a:pt x="54274" y="14847"/>
                  <a:pt x="50439" y="15796"/>
                  <a:pt x="48871" y="17693"/>
                </a:cubicBezTo>
                <a:cubicBezTo>
                  <a:pt x="47882" y="18930"/>
                  <a:pt x="47387" y="21033"/>
                  <a:pt x="47387" y="24003"/>
                </a:cubicBezTo>
                <a:lnTo>
                  <a:pt x="47387" y="86237"/>
                </a:lnTo>
                <a:close/>
                <a:moveTo>
                  <a:pt x="227904" y="56419"/>
                </a:moveTo>
                <a:cubicBezTo>
                  <a:pt x="244978" y="56419"/>
                  <a:pt x="258835" y="62328"/>
                  <a:pt x="269476" y="74146"/>
                </a:cubicBezTo>
                <a:cubicBezTo>
                  <a:pt x="278961" y="84810"/>
                  <a:pt x="283704" y="98077"/>
                  <a:pt x="283704" y="113947"/>
                </a:cubicBezTo>
                <a:cubicBezTo>
                  <a:pt x="283704" y="126180"/>
                  <a:pt x="280694" y="137586"/>
                  <a:pt x="274672" y="148165"/>
                </a:cubicBezTo>
                <a:cubicBezTo>
                  <a:pt x="269476" y="157256"/>
                  <a:pt x="262671" y="164199"/>
                  <a:pt x="254258" y="168993"/>
                </a:cubicBezTo>
                <a:cubicBezTo>
                  <a:pt x="246257" y="173623"/>
                  <a:pt x="237307" y="175937"/>
                  <a:pt x="227409" y="175937"/>
                </a:cubicBezTo>
                <a:cubicBezTo>
                  <a:pt x="210995" y="175937"/>
                  <a:pt x="197550" y="169986"/>
                  <a:pt x="187075" y="158082"/>
                </a:cubicBezTo>
                <a:cubicBezTo>
                  <a:pt x="177012" y="146676"/>
                  <a:pt x="171980" y="132667"/>
                  <a:pt x="171980" y="116054"/>
                </a:cubicBezTo>
                <a:cubicBezTo>
                  <a:pt x="171980" y="101176"/>
                  <a:pt x="175898" y="88364"/>
                  <a:pt x="183734" y="77618"/>
                </a:cubicBezTo>
                <a:cubicBezTo>
                  <a:pt x="194127" y="63485"/>
                  <a:pt x="208850" y="56419"/>
                  <a:pt x="227904" y="56419"/>
                </a:cubicBezTo>
                <a:moveTo>
                  <a:pt x="224687" y="63595"/>
                </a:moveTo>
                <a:cubicBezTo>
                  <a:pt x="216769" y="63595"/>
                  <a:pt x="209964" y="66605"/>
                  <a:pt x="204273" y="72627"/>
                </a:cubicBezTo>
                <a:cubicBezTo>
                  <a:pt x="197921" y="79473"/>
                  <a:pt x="194746" y="89783"/>
                  <a:pt x="194746" y="103558"/>
                </a:cubicBezTo>
                <a:cubicBezTo>
                  <a:pt x="194746" y="122364"/>
                  <a:pt x="198457" y="138655"/>
                  <a:pt x="205881" y="152430"/>
                </a:cubicBezTo>
                <a:cubicBezTo>
                  <a:pt x="208933" y="158121"/>
                  <a:pt x="213098" y="162493"/>
                  <a:pt x="218377" y="165544"/>
                </a:cubicBezTo>
                <a:cubicBezTo>
                  <a:pt x="222089" y="167689"/>
                  <a:pt x="226131" y="168761"/>
                  <a:pt x="230502" y="168761"/>
                </a:cubicBezTo>
                <a:cubicBezTo>
                  <a:pt x="237926" y="168761"/>
                  <a:pt x="244112" y="166246"/>
                  <a:pt x="249061" y="161214"/>
                </a:cubicBezTo>
                <a:cubicBezTo>
                  <a:pt x="256980" y="153296"/>
                  <a:pt x="260939" y="140511"/>
                  <a:pt x="260939" y="122859"/>
                </a:cubicBezTo>
                <a:cubicBezTo>
                  <a:pt x="260939" y="107352"/>
                  <a:pt x="257804" y="93536"/>
                  <a:pt x="251536" y="81411"/>
                </a:cubicBezTo>
                <a:cubicBezTo>
                  <a:pt x="248401" y="75472"/>
                  <a:pt x="244030" y="70771"/>
                  <a:pt x="238421" y="67307"/>
                </a:cubicBezTo>
                <a:cubicBezTo>
                  <a:pt x="234297" y="64832"/>
                  <a:pt x="229719" y="63595"/>
                  <a:pt x="224687" y="63595"/>
                </a:cubicBezTo>
                <a:close/>
                <a:moveTo>
                  <a:pt x="436010" y="59141"/>
                </a:moveTo>
                <a:lnTo>
                  <a:pt x="467189" y="59141"/>
                </a:lnTo>
                <a:lnTo>
                  <a:pt x="467189" y="62976"/>
                </a:lnTo>
                <a:cubicBezTo>
                  <a:pt x="465374" y="63636"/>
                  <a:pt x="464013" y="64297"/>
                  <a:pt x="463106" y="64960"/>
                </a:cubicBezTo>
                <a:cubicBezTo>
                  <a:pt x="461539" y="66197"/>
                  <a:pt x="459435" y="70077"/>
                  <a:pt x="456796" y="76601"/>
                </a:cubicBezTo>
                <a:lnTo>
                  <a:pt x="421782" y="164415"/>
                </a:lnTo>
                <a:cubicBezTo>
                  <a:pt x="418812" y="171932"/>
                  <a:pt x="416833" y="175979"/>
                  <a:pt x="415843" y="176556"/>
                </a:cubicBezTo>
                <a:cubicBezTo>
                  <a:pt x="415430" y="176803"/>
                  <a:pt x="415059" y="176927"/>
                  <a:pt x="414729" y="176927"/>
                </a:cubicBezTo>
                <a:cubicBezTo>
                  <a:pt x="414317" y="176927"/>
                  <a:pt x="413904" y="176803"/>
                  <a:pt x="413492" y="176556"/>
                </a:cubicBezTo>
                <a:cubicBezTo>
                  <a:pt x="412832" y="176144"/>
                  <a:pt x="411224" y="172590"/>
                  <a:pt x="408667" y="165896"/>
                </a:cubicBezTo>
                <a:lnTo>
                  <a:pt x="385654" y="106033"/>
                </a:lnTo>
                <a:lnTo>
                  <a:pt x="357321" y="167014"/>
                </a:lnTo>
                <a:cubicBezTo>
                  <a:pt x="354186" y="173623"/>
                  <a:pt x="352042" y="176927"/>
                  <a:pt x="350887" y="176927"/>
                </a:cubicBezTo>
                <a:cubicBezTo>
                  <a:pt x="349485" y="176927"/>
                  <a:pt x="347299" y="173170"/>
                  <a:pt x="344330" y="165657"/>
                </a:cubicBezTo>
                <a:lnTo>
                  <a:pt x="310181" y="78952"/>
                </a:lnTo>
                <a:cubicBezTo>
                  <a:pt x="306387" y="69624"/>
                  <a:pt x="303129" y="64546"/>
                  <a:pt x="300407" y="63719"/>
                </a:cubicBezTo>
                <a:cubicBezTo>
                  <a:pt x="299417" y="63389"/>
                  <a:pt x="298180" y="63141"/>
                  <a:pt x="296695" y="62976"/>
                </a:cubicBezTo>
                <a:lnTo>
                  <a:pt x="296695" y="59141"/>
                </a:lnTo>
                <a:lnTo>
                  <a:pt x="342350" y="59141"/>
                </a:lnTo>
                <a:lnTo>
                  <a:pt x="342350" y="62976"/>
                </a:lnTo>
                <a:cubicBezTo>
                  <a:pt x="338061" y="63389"/>
                  <a:pt x="335091" y="64172"/>
                  <a:pt x="333442" y="65327"/>
                </a:cubicBezTo>
                <a:cubicBezTo>
                  <a:pt x="331627" y="66647"/>
                  <a:pt x="330720" y="68668"/>
                  <a:pt x="330720" y="71389"/>
                </a:cubicBezTo>
                <a:cubicBezTo>
                  <a:pt x="330720" y="73864"/>
                  <a:pt x="331215" y="76380"/>
                  <a:pt x="332204" y="78937"/>
                </a:cubicBezTo>
                <a:lnTo>
                  <a:pt x="357321" y="145130"/>
                </a:lnTo>
                <a:lnTo>
                  <a:pt x="380334" y="94650"/>
                </a:lnTo>
                <a:cubicBezTo>
                  <a:pt x="378931" y="90938"/>
                  <a:pt x="377282" y="86195"/>
                  <a:pt x="375385" y="80421"/>
                </a:cubicBezTo>
                <a:cubicBezTo>
                  <a:pt x="372003" y="71018"/>
                  <a:pt x="368291" y="65657"/>
                  <a:pt x="364249" y="64337"/>
                </a:cubicBezTo>
                <a:cubicBezTo>
                  <a:pt x="362847" y="63760"/>
                  <a:pt x="360703" y="63306"/>
                  <a:pt x="357816" y="62976"/>
                </a:cubicBezTo>
                <a:lnTo>
                  <a:pt x="357816" y="59141"/>
                </a:lnTo>
                <a:lnTo>
                  <a:pt x="409162" y="59141"/>
                </a:lnTo>
                <a:lnTo>
                  <a:pt x="409162" y="62976"/>
                </a:lnTo>
                <a:cubicBezTo>
                  <a:pt x="403058" y="63883"/>
                  <a:pt x="399016" y="64997"/>
                  <a:pt x="397037" y="66317"/>
                </a:cubicBezTo>
                <a:cubicBezTo>
                  <a:pt x="395304" y="67472"/>
                  <a:pt x="394438" y="69369"/>
                  <a:pt x="394438" y="72008"/>
                </a:cubicBezTo>
                <a:cubicBezTo>
                  <a:pt x="394438" y="74153"/>
                  <a:pt x="395882" y="79143"/>
                  <a:pt x="398769" y="86979"/>
                </a:cubicBezTo>
                <a:lnTo>
                  <a:pt x="420049" y="143769"/>
                </a:lnTo>
                <a:lnTo>
                  <a:pt x="442815" y="87474"/>
                </a:lnTo>
                <a:cubicBezTo>
                  <a:pt x="445702" y="80463"/>
                  <a:pt x="447145" y="74895"/>
                  <a:pt x="447145" y="70771"/>
                </a:cubicBezTo>
                <a:cubicBezTo>
                  <a:pt x="447145" y="68791"/>
                  <a:pt x="446444" y="67265"/>
                  <a:pt x="445042" y="66193"/>
                </a:cubicBezTo>
                <a:cubicBezTo>
                  <a:pt x="443557" y="65038"/>
                  <a:pt x="440547" y="63966"/>
                  <a:pt x="436010" y="62976"/>
                </a:cubicBezTo>
                <a:lnTo>
                  <a:pt x="436010" y="59141"/>
                </a:lnTo>
                <a:close/>
                <a:moveTo>
                  <a:pt x="576396" y="78318"/>
                </a:moveTo>
                <a:cubicBezTo>
                  <a:pt x="578210" y="73673"/>
                  <a:pt x="581138" y="69650"/>
                  <a:pt x="585180" y="66247"/>
                </a:cubicBezTo>
                <a:cubicBezTo>
                  <a:pt x="593016" y="59695"/>
                  <a:pt x="601801" y="56419"/>
                  <a:pt x="611534" y="56419"/>
                </a:cubicBezTo>
                <a:cubicBezTo>
                  <a:pt x="623824" y="56419"/>
                  <a:pt x="634052" y="61213"/>
                  <a:pt x="642218" y="70802"/>
                </a:cubicBezTo>
                <a:cubicBezTo>
                  <a:pt x="651538" y="81795"/>
                  <a:pt x="656198" y="95392"/>
                  <a:pt x="656198" y="111592"/>
                </a:cubicBezTo>
                <a:cubicBezTo>
                  <a:pt x="656198" y="124486"/>
                  <a:pt x="653064" y="136263"/>
                  <a:pt x="646795" y="146924"/>
                </a:cubicBezTo>
                <a:cubicBezTo>
                  <a:pt x="641434" y="156018"/>
                  <a:pt x="634505" y="163044"/>
                  <a:pt x="626009" y="168003"/>
                </a:cubicBezTo>
                <a:cubicBezTo>
                  <a:pt x="617019" y="173293"/>
                  <a:pt x="607286" y="175937"/>
                  <a:pt x="596810" y="175937"/>
                </a:cubicBezTo>
                <a:cubicBezTo>
                  <a:pt x="583860" y="175937"/>
                  <a:pt x="572148" y="173154"/>
                  <a:pt x="561672" y="167586"/>
                </a:cubicBezTo>
                <a:cubicBezTo>
                  <a:pt x="557301" y="165258"/>
                  <a:pt x="555115" y="162557"/>
                  <a:pt x="555115" y="159482"/>
                </a:cubicBezTo>
                <a:lnTo>
                  <a:pt x="555115" y="27962"/>
                </a:lnTo>
                <a:cubicBezTo>
                  <a:pt x="555115" y="22216"/>
                  <a:pt x="554331" y="18636"/>
                  <a:pt x="552764" y="17221"/>
                </a:cubicBezTo>
                <a:cubicBezTo>
                  <a:pt x="551114" y="15638"/>
                  <a:pt x="547815" y="14847"/>
                  <a:pt x="542866" y="14847"/>
                </a:cubicBezTo>
                <a:cubicBezTo>
                  <a:pt x="541546" y="14847"/>
                  <a:pt x="540062" y="15012"/>
                  <a:pt x="538412" y="15342"/>
                </a:cubicBezTo>
                <a:lnTo>
                  <a:pt x="538412" y="11259"/>
                </a:lnTo>
                <a:lnTo>
                  <a:pt x="545712" y="9279"/>
                </a:lnTo>
                <a:cubicBezTo>
                  <a:pt x="556187" y="6310"/>
                  <a:pt x="566003" y="3258"/>
                  <a:pt x="575158" y="124"/>
                </a:cubicBezTo>
                <a:lnTo>
                  <a:pt x="576396" y="619"/>
                </a:lnTo>
                <a:lnTo>
                  <a:pt x="576396" y="78318"/>
                </a:lnTo>
                <a:moveTo>
                  <a:pt x="576396" y="91557"/>
                </a:moveTo>
                <a:lnTo>
                  <a:pt x="576396" y="155523"/>
                </a:lnTo>
                <a:cubicBezTo>
                  <a:pt x="576396" y="157440"/>
                  <a:pt x="577097" y="159066"/>
                  <a:pt x="578499" y="160398"/>
                </a:cubicBezTo>
                <a:cubicBezTo>
                  <a:pt x="580149" y="161981"/>
                  <a:pt x="582211" y="163313"/>
                  <a:pt x="584685" y="164396"/>
                </a:cubicBezTo>
                <a:cubicBezTo>
                  <a:pt x="589964" y="166646"/>
                  <a:pt x="595367" y="167771"/>
                  <a:pt x="600893" y="167771"/>
                </a:cubicBezTo>
                <a:cubicBezTo>
                  <a:pt x="610544" y="167771"/>
                  <a:pt x="618174" y="164551"/>
                  <a:pt x="623782" y="158109"/>
                </a:cubicBezTo>
                <a:cubicBezTo>
                  <a:pt x="627082" y="154392"/>
                  <a:pt x="629721" y="148900"/>
                  <a:pt x="631701" y="141631"/>
                </a:cubicBezTo>
                <a:cubicBezTo>
                  <a:pt x="633186" y="135767"/>
                  <a:pt x="633928" y="129614"/>
                  <a:pt x="633928" y="123172"/>
                </a:cubicBezTo>
                <a:cubicBezTo>
                  <a:pt x="633928" y="110204"/>
                  <a:pt x="631288" y="98435"/>
                  <a:pt x="626009" y="87864"/>
                </a:cubicBezTo>
                <a:cubicBezTo>
                  <a:pt x="623535" y="82828"/>
                  <a:pt x="619823" y="78863"/>
                  <a:pt x="614874" y="75971"/>
                </a:cubicBezTo>
                <a:cubicBezTo>
                  <a:pt x="610915" y="73659"/>
                  <a:pt x="606420" y="72503"/>
                  <a:pt x="601388" y="72503"/>
                </a:cubicBezTo>
                <a:cubicBezTo>
                  <a:pt x="593140" y="72503"/>
                  <a:pt x="586417" y="75266"/>
                  <a:pt x="581221" y="80793"/>
                </a:cubicBezTo>
                <a:cubicBezTo>
                  <a:pt x="578004" y="84174"/>
                  <a:pt x="576396" y="87762"/>
                  <a:pt x="576396" y="91557"/>
                </a:cubicBezTo>
                <a:close/>
                <a:moveTo>
                  <a:pt x="785739" y="160595"/>
                </a:moveTo>
                <a:lnTo>
                  <a:pt x="785739" y="164060"/>
                </a:lnTo>
                <a:cubicBezTo>
                  <a:pt x="774026" y="167194"/>
                  <a:pt x="762437" y="170988"/>
                  <a:pt x="750972" y="175442"/>
                </a:cubicBezTo>
                <a:lnTo>
                  <a:pt x="749982" y="174948"/>
                </a:lnTo>
                <a:lnTo>
                  <a:pt x="749982" y="153914"/>
                </a:lnTo>
                <a:lnTo>
                  <a:pt x="739094" y="164864"/>
                </a:lnTo>
                <a:cubicBezTo>
                  <a:pt x="731753" y="172246"/>
                  <a:pt x="723010" y="175937"/>
                  <a:pt x="712865" y="175937"/>
                </a:cubicBezTo>
                <a:cubicBezTo>
                  <a:pt x="703709" y="175937"/>
                  <a:pt x="696162" y="172791"/>
                  <a:pt x="690223" y="166499"/>
                </a:cubicBezTo>
                <a:cubicBezTo>
                  <a:pt x="684944" y="160952"/>
                  <a:pt x="682304" y="153046"/>
                  <a:pt x="682304" y="142779"/>
                </a:cubicBezTo>
                <a:lnTo>
                  <a:pt x="682304" y="78937"/>
                </a:lnTo>
                <a:cubicBezTo>
                  <a:pt x="682222" y="71843"/>
                  <a:pt x="680614" y="67348"/>
                  <a:pt x="677479" y="65451"/>
                </a:cubicBezTo>
                <a:cubicBezTo>
                  <a:pt x="675170" y="63966"/>
                  <a:pt x="671540" y="63059"/>
                  <a:pt x="666591" y="62729"/>
                </a:cubicBezTo>
                <a:lnTo>
                  <a:pt x="666591" y="59141"/>
                </a:lnTo>
                <a:lnTo>
                  <a:pt x="703585" y="59141"/>
                </a:lnTo>
                <a:lnTo>
                  <a:pt x="703585" y="141789"/>
                </a:lnTo>
                <a:cubicBezTo>
                  <a:pt x="703585" y="147638"/>
                  <a:pt x="705689" y="152609"/>
                  <a:pt x="709895" y="156702"/>
                </a:cubicBezTo>
                <a:cubicBezTo>
                  <a:pt x="713030" y="159792"/>
                  <a:pt x="716948" y="161338"/>
                  <a:pt x="721649" y="161338"/>
                </a:cubicBezTo>
                <a:cubicBezTo>
                  <a:pt x="729403" y="161338"/>
                  <a:pt x="736867" y="158419"/>
                  <a:pt x="744043" y="152580"/>
                </a:cubicBezTo>
                <a:cubicBezTo>
                  <a:pt x="747178" y="150077"/>
                  <a:pt x="748745" y="145532"/>
                  <a:pt x="748745" y="138943"/>
                </a:cubicBezTo>
                <a:lnTo>
                  <a:pt x="748745" y="79432"/>
                </a:lnTo>
                <a:cubicBezTo>
                  <a:pt x="748580" y="72503"/>
                  <a:pt x="747260" y="68255"/>
                  <a:pt x="744786" y="66688"/>
                </a:cubicBezTo>
                <a:cubicBezTo>
                  <a:pt x="741981" y="64956"/>
                  <a:pt x="737032" y="63883"/>
                  <a:pt x="729939" y="63471"/>
                </a:cubicBezTo>
                <a:lnTo>
                  <a:pt x="729939" y="59141"/>
                </a:lnTo>
                <a:lnTo>
                  <a:pt x="770026" y="59141"/>
                </a:lnTo>
                <a:lnTo>
                  <a:pt x="770026" y="146120"/>
                </a:lnTo>
                <a:cubicBezTo>
                  <a:pt x="770108" y="152636"/>
                  <a:pt x="771098" y="156554"/>
                  <a:pt x="772995" y="157873"/>
                </a:cubicBezTo>
                <a:cubicBezTo>
                  <a:pt x="775140" y="159606"/>
                  <a:pt x="778975" y="160513"/>
                  <a:pt x="784502" y="160595"/>
                </a:cubicBezTo>
                <a:lnTo>
                  <a:pt x="785739" y="160595"/>
                </a:lnTo>
                <a:close/>
                <a:moveTo>
                  <a:pt x="869377" y="59141"/>
                </a:moveTo>
                <a:lnTo>
                  <a:pt x="869377" y="67307"/>
                </a:lnTo>
                <a:lnTo>
                  <a:pt x="838446" y="67307"/>
                </a:lnTo>
                <a:lnTo>
                  <a:pt x="838446" y="146862"/>
                </a:lnTo>
                <a:cubicBezTo>
                  <a:pt x="838529" y="156183"/>
                  <a:pt x="839518" y="161874"/>
                  <a:pt x="841415" y="163936"/>
                </a:cubicBezTo>
                <a:cubicBezTo>
                  <a:pt x="843395" y="166081"/>
                  <a:pt x="846447" y="167565"/>
                  <a:pt x="850571" y="168390"/>
                </a:cubicBezTo>
                <a:cubicBezTo>
                  <a:pt x="852551" y="168803"/>
                  <a:pt x="856345" y="169132"/>
                  <a:pt x="861954" y="169380"/>
                </a:cubicBezTo>
                <a:lnTo>
                  <a:pt x="861954" y="173215"/>
                </a:lnTo>
                <a:lnTo>
                  <a:pt x="796132" y="173215"/>
                </a:lnTo>
                <a:lnTo>
                  <a:pt x="796132" y="169380"/>
                </a:lnTo>
                <a:cubicBezTo>
                  <a:pt x="803721" y="168967"/>
                  <a:pt x="808958" y="167895"/>
                  <a:pt x="811845" y="166163"/>
                </a:cubicBezTo>
                <a:cubicBezTo>
                  <a:pt x="815227" y="164266"/>
                  <a:pt x="817000" y="157832"/>
                  <a:pt x="817165" y="146862"/>
                </a:cubicBezTo>
                <a:lnTo>
                  <a:pt x="817165" y="67307"/>
                </a:lnTo>
                <a:lnTo>
                  <a:pt x="796379" y="67307"/>
                </a:lnTo>
                <a:lnTo>
                  <a:pt x="796379" y="59141"/>
                </a:lnTo>
                <a:lnTo>
                  <a:pt x="817165" y="59141"/>
                </a:lnTo>
                <a:cubicBezTo>
                  <a:pt x="817248" y="49057"/>
                  <a:pt x="817908" y="41164"/>
                  <a:pt x="819145" y="35463"/>
                </a:cubicBezTo>
                <a:cubicBezTo>
                  <a:pt x="820382" y="29759"/>
                  <a:pt x="822650" y="24054"/>
                  <a:pt x="825950" y="18350"/>
                </a:cubicBezTo>
                <a:cubicBezTo>
                  <a:pt x="829084" y="12893"/>
                  <a:pt x="833456" y="8636"/>
                  <a:pt x="839065" y="5579"/>
                </a:cubicBezTo>
                <a:cubicBezTo>
                  <a:pt x="845828" y="1860"/>
                  <a:pt x="853376" y="0"/>
                  <a:pt x="861706" y="0"/>
                </a:cubicBezTo>
                <a:cubicBezTo>
                  <a:pt x="868635" y="0"/>
                  <a:pt x="874863" y="1450"/>
                  <a:pt x="880389" y="4350"/>
                </a:cubicBezTo>
                <a:cubicBezTo>
                  <a:pt x="885585" y="7002"/>
                  <a:pt x="888184" y="10814"/>
                  <a:pt x="888184" y="15787"/>
                </a:cubicBezTo>
                <a:cubicBezTo>
                  <a:pt x="888184" y="18936"/>
                  <a:pt x="887029" y="21506"/>
                  <a:pt x="884719" y="23496"/>
                </a:cubicBezTo>
                <a:cubicBezTo>
                  <a:pt x="882657" y="25319"/>
                  <a:pt x="880306" y="26230"/>
                  <a:pt x="877667" y="26230"/>
                </a:cubicBezTo>
                <a:cubicBezTo>
                  <a:pt x="873708" y="26230"/>
                  <a:pt x="869831" y="23200"/>
                  <a:pt x="866037" y="17140"/>
                </a:cubicBezTo>
                <a:cubicBezTo>
                  <a:pt x="863315" y="12822"/>
                  <a:pt x="860675" y="9875"/>
                  <a:pt x="858118" y="8297"/>
                </a:cubicBezTo>
                <a:cubicBezTo>
                  <a:pt x="856799" y="7550"/>
                  <a:pt x="854943" y="7176"/>
                  <a:pt x="852551" y="7176"/>
                </a:cubicBezTo>
                <a:cubicBezTo>
                  <a:pt x="842983" y="7176"/>
                  <a:pt x="838199" y="14723"/>
                  <a:pt x="838199" y="29818"/>
                </a:cubicBezTo>
                <a:lnTo>
                  <a:pt x="838199" y="59141"/>
                </a:lnTo>
                <a:lnTo>
                  <a:pt x="869377" y="59141"/>
                </a:lnTo>
                <a:close/>
              </a:path>
            </a:pathLst>
          </a:custGeom>
          <a:solidFill xmlns:a="http://schemas.openxmlformats.org/drawingml/2006/main">
            <a:srgbClr val="231F2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4" name="Text f">
            <a:extLst xmlns:a="http://schemas.openxmlformats.org/drawingml/2006/main">
              <a:ext uri="{FF2B5EF4-FFF2-40B4-BE49-F238E27FC236}">
                <a16:creationId xmlns:a16="http://schemas.microsoft.com/office/drawing/2014/main" id="{1AFA0750-FE8A-4A3F-A932-187B4A987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1007" y="2282206"/>
            <a:ext cx="92052" cy="173215"/>
          </a:xfrm>
          <a:custGeom xmlns:a="http://schemas.openxmlformats.org/drawingml/2006/main">
            <a:pathLst>
              <a:path w="92052" h="173215">
                <a:moveTo>
                  <a:pt x="73245" y="59141"/>
                </a:moveTo>
                <a:lnTo>
                  <a:pt x="73245" y="67307"/>
                </a:lnTo>
                <a:lnTo>
                  <a:pt x="42314" y="67307"/>
                </a:lnTo>
                <a:lnTo>
                  <a:pt x="42314" y="146862"/>
                </a:lnTo>
                <a:cubicBezTo>
                  <a:pt x="42397" y="156183"/>
                  <a:pt x="43386" y="161874"/>
                  <a:pt x="45283" y="163936"/>
                </a:cubicBezTo>
                <a:cubicBezTo>
                  <a:pt x="47263" y="166081"/>
                  <a:pt x="50315" y="167565"/>
                  <a:pt x="54439" y="168390"/>
                </a:cubicBezTo>
                <a:cubicBezTo>
                  <a:pt x="56419" y="168803"/>
                  <a:pt x="60213" y="169132"/>
                  <a:pt x="65822" y="169380"/>
                </a:cubicBezTo>
                <a:lnTo>
                  <a:pt x="65822" y="173215"/>
                </a:lnTo>
                <a:lnTo>
                  <a:pt x="0" y="173215"/>
                </a:lnTo>
                <a:lnTo>
                  <a:pt x="0" y="169380"/>
                </a:lnTo>
                <a:cubicBezTo>
                  <a:pt x="7588" y="168967"/>
                  <a:pt x="12826" y="167895"/>
                  <a:pt x="15713" y="166163"/>
                </a:cubicBezTo>
                <a:cubicBezTo>
                  <a:pt x="19095" y="164266"/>
                  <a:pt x="20868" y="157832"/>
                  <a:pt x="21033" y="146862"/>
                </a:cubicBezTo>
                <a:lnTo>
                  <a:pt x="21033" y="67307"/>
                </a:lnTo>
                <a:lnTo>
                  <a:pt x="247" y="67307"/>
                </a:lnTo>
                <a:lnTo>
                  <a:pt x="247" y="59141"/>
                </a:lnTo>
                <a:lnTo>
                  <a:pt x="21033" y="59141"/>
                </a:lnTo>
                <a:cubicBezTo>
                  <a:pt x="21116" y="49057"/>
                  <a:pt x="21776" y="41164"/>
                  <a:pt x="23013" y="35463"/>
                </a:cubicBezTo>
                <a:cubicBezTo>
                  <a:pt x="24250" y="29759"/>
                  <a:pt x="26518" y="24054"/>
                  <a:pt x="29818" y="18350"/>
                </a:cubicBezTo>
                <a:cubicBezTo>
                  <a:pt x="32952" y="12893"/>
                  <a:pt x="37324" y="8636"/>
                  <a:pt x="42933" y="5579"/>
                </a:cubicBezTo>
                <a:cubicBezTo>
                  <a:pt x="49696" y="1860"/>
                  <a:pt x="57244" y="0"/>
                  <a:pt x="65574" y="0"/>
                </a:cubicBezTo>
                <a:cubicBezTo>
                  <a:pt x="72503" y="0"/>
                  <a:pt x="78731" y="1450"/>
                  <a:pt x="84257" y="4350"/>
                </a:cubicBezTo>
                <a:cubicBezTo>
                  <a:pt x="89453" y="7002"/>
                  <a:pt x="92052" y="10814"/>
                  <a:pt x="92052" y="15787"/>
                </a:cubicBezTo>
                <a:cubicBezTo>
                  <a:pt x="92052" y="18936"/>
                  <a:pt x="90897" y="21506"/>
                  <a:pt x="88587" y="23496"/>
                </a:cubicBezTo>
                <a:cubicBezTo>
                  <a:pt x="86525" y="25319"/>
                  <a:pt x="84174" y="26230"/>
                  <a:pt x="81535" y="26230"/>
                </a:cubicBezTo>
                <a:cubicBezTo>
                  <a:pt x="77576" y="26230"/>
                  <a:pt x="73699" y="23200"/>
                  <a:pt x="69905" y="17140"/>
                </a:cubicBezTo>
                <a:cubicBezTo>
                  <a:pt x="67183" y="12822"/>
                  <a:pt x="64543" y="9875"/>
                  <a:pt x="61986" y="8297"/>
                </a:cubicBezTo>
                <a:cubicBezTo>
                  <a:pt x="60667" y="7550"/>
                  <a:pt x="58811" y="7176"/>
                  <a:pt x="56419" y="7176"/>
                </a:cubicBezTo>
                <a:cubicBezTo>
                  <a:pt x="46851" y="7176"/>
                  <a:pt x="42067" y="14723"/>
                  <a:pt x="42067" y="29818"/>
                </a:cubicBezTo>
                <a:lnTo>
                  <a:pt x="42067" y="59141"/>
                </a:lnTo>
                <a:lnTo>
                  <a:pt x="73245" y="59141"/>
                </a:lnTo>
                <a:close/>
              </a:path>
            </a:pathLst>
          </a:custGeom>
          <a:solidFill xmlns:a="http://schemas.openxmlformats.org/drawingml/2006/main">
            <a:srgbClr val="231F2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5" name="Text er">
            <a:extLst xmlns:a="http://schemas.openxmlformats.org/drawingml/2006/main">
              <a:ext uri="{FF2B5EF4-FFF2-40B4-BE49-F238E27FC236}">
                <a16:creationId xmlns:a16="http://schemas.microsoft.com/office/drawing/2014/main" id="{79723EC6-DEC2-466B-AFC5-48EF8EE6B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6623" y="2338625"/>
            <a:ext cx="191194" cy="119519"/>
          </a:xfrm>
          <a:custGeom xmlns:a="http://schemas.openxmlformats.org/drawingml/2006/main">
            <a:pathLst>
              <a:path w="191194" h="119519">
                <a:moveTo>
                  <a:pt x="97001" y="75152"/>
                </a:moveTo>
                <a:lnTo>
                  <a:pt x="101084" y="77011"/>
                </a:lnTo>
                <a:cubicBezTo>
                  <a:pt x="96629" y="88610"/>
                  <a:pt x="90773" y="97850"/>
                  <a:pt x="83515" y="104730"/>
                </a:cubicBezTo>
                <a:cubicBezTo>
                  <a:pt x="73122" y="114589"/>
                  <a:pt x="61120" y="119519"/>
                  <a:pt x="47511" y="119519"/>
                </a:cubicBezTo>
                <a:cubicBezTo>
                  <a:pt x="33323" y="119519"/>
                  <a:pt x="21899" y="114683"/>
                  <a:pt x="13239" y="105012"/>
                </a:cubicBezTo>
                <a:cubicBezTo>
                  <a:pt x="8702" y="99888"/>
                  <a:pt x="5238" y="92904"/>
                  <a:pt x="2846" y="84060"/>
                </a:cubicBezTo>
                <a:cubicBezTo>
                  <a:pt x="949" y="77283"/>
                  <a:pt x="0" y="70175"/>
                  <a:pt x="0" y="62736"/>
                </a:cubicBezTo>
                <a:cubicBezTo>
                  <a:pt x="0" y="49016"/>
                  <a:pt x="2887" y="36700"/>
                  <a:pt x="8661" y="25789"/>
                </a:cubicBezTo>
                <a:cubicBezTo>
                  <a:pt x="12702" y="18020"/>
                  <a:pt x="18971" y="11697"/>
                  <a:pt x="27467" y="6820"/>
                </a:cubicBezTo>
                <a:cubicBezTo>
                  <a:pt x="35303" y="2273"/>
                  <a:pt x="43758" y="0"/>
                  <a:pt x="52831" y="0"/>
                </a:cubicBezTo>
                <a:cubicBezTo>
                  <a:pt x="66688" y="0"/>
                  <a:pt x="77535" y="4867"/>
                  <a:pt x="85370" y="14600"/>
                </a:cubicBezTo>
                <a:cubicBezTo>
                  <a:pt x="89742" y="20126"/>
                  <a:pt x="92670" y="26353"/>
                  <a:pt x="94155" y="33282"/>
                </a:cubicBezTo>
                <a:cubicBezTo>
                  <a:pt x="94980" y="37076"/>
                  <a:pt x="95681" y="41489"/>
                  <a:pt x="96258" y="46521"/>
                </a:cubicBezTo>
                <a:lnTo>
                  <a:pt x="18188" y="46521"/>
                </a:lnTo>
                <a:cubicBezTo>
                  <a:pt x="18683" y="60409"/>
                  <a:pt x="21033" y="71569"/>
                  <a:pt x="25240" y="80000"/>
                </a:cubicBezTo>
                <a:cubicBezTo>
                  <a:pt x="32416" y="94633"/>
                  <a:pt x="43304" y="101950"/>
                  <a:pt x="57903" y="101950"/>
                </a:cubicBezTo>
                <a:cubicBezTo>
                  <a:pt x="68791" y="101950"/>
                  <a:pt x="78401" y="97649"/>
                  <a:pt x="86731" y="89047"/>
                </a:cubicBezTo>
                <a:cubicBezTo>
                  <a:pt x="89701" y="85988"/>
                  <a:pt x="93124" y="81356"/>
                  <a:pt x="97001" y="75152"/>
                </a:cubicBezTo>
                <a:moveTo>
                  <a:pt x="18683" y="38355"/>
                </a:moveTo>
                <a:lnTo>
                  <a:pt x="70400" y="38355"/>
                </a:lnTo>
                <a:cubicBezTo>
                  <a:pt x="68915" y="28292"/>
                  <a:pt x="66564" y="21033"/>
                  <a:pt x="63347" y="16579"/>
                </a:cubicBezTo>
                <a:cubicBezTo>
                  <a:pt x="59801" y="11630"/>
                  <a:pt x="53903" y="9156"/>
                  <a:pt x="45655" y="9156"/>
                </a:cubicBezTo>
                <a:cubicBezTo>
                  <a:pt x="30478" y="9156"/>
                  <a:pt x="21487" y="18889"/>
                  <a:pt x="18683" y="38355"/>
                </a:cubicBezTo>
                <a:close/>
                <a:moveTo>
                  <a:pt x="107432" y="112961"/>
                </a:moveTo>
                <a:cubicBezTo>
                  <a:pt x="114608" y="111641"/>
                  <a:pt x="119310" y="110239"/>
                  <a:pt x="121537" y="108755"/>
                </a:cubicBezTo>
                <a:cubicBezTo>
                  <a:pt x="124011" y="107187"/>
                  <a:pt x="125290" y="102774"/>
                  <a:pt x="125372" y="95516"/>
                </a:cubicBezTo>
                <a:lnTo>
                  <a:pt x="125372" y="32169"/>
                </a:lnTo>
                <a:cubicBezTo>
                  <a:pt x="125372" y="25018"/>
                  <a:pt x="124300" y="20444"/>
                  <a:pt x="122155" y="18447"/>
                </a:cubicBezTo>
                <a:cubicBezTo>
                  <a:pt x="121001" y="17367"/>
                  <a:pt x="119186" y="16827"/>
                  <a:pt x="116712" y="16827"/>
                </a:cubicBezTo>
                <a:cubicBezTo>
                  <a:pt x="114237" y="16827"/>
                  <a:pt x="111309" y="17198"/>
                  <a:pt x="107927" y="17940"/>
                </a:cubicBezTo>
                <a:lnTo>
                  <a:pt x="107927" y="13857"/>
                </a:lnTo>
                <a:cubicBezTo>
                  <a:pt x="121124" y="9568"/>
                  <a:pt x="133621" y="5031"/>
                  <a:pt x="145416" y="247"/>
                </a:cubicBezTo>
                <a:lnTo>
                  <a:pt x="146653" y="742"/>
                </a:lnTo>
                <a:lnTo>
                  <a:pt x="146653" y="24003"/>
                </a:lnTo>
                <a:cubicBezTo>
                  <a:pt x="152757" y="15213"/>
                  <a:pt x="157747" y="9243"/>
                  <a:pt x="161624" y="6093"/>
                </a:cubicBezTo>
                <a:cubicBezTo>
                  <a:pt x="166738" y="2031"/>
                  <a:pt x="171893" y="0"/>
                  <a:pt x="177090" y="0"/>
                </a:cubicBezTo>
                <a:cubicBezTo>
                  <a:pt x="181956" y="0"/>
                  <a:pt x="185585" y="1367"/>
                  <a:pt x="187977" y="4102"/>
                </a:cubicBezTo>
                <a:cubicBezTo>
                  <a:pt x="190122" y="6590"/>
                  <a:pt x="191194" y="9740"/>
                  <a:pt x="191194" y="13552"/>
                </a:cubicBezTo>
                <a:cubicBezTo>
                  <a:pt x="191194" y="17614"/>
                  <a:pt x="190039" y="20681"/>
                  <a:pt x="187730" y="22754"/>
                </a:cubicBezTo>
                <a:cubicBezTo>
                  <a:pt x="186080" y="24246"/>
                  <a:pt x="183977" y="24993"/>
                  <a:pt x="181420" y="24993"/>
                </a:cubicBezTo>
                <a:cubicBezTo>
                  <a:pt x="178203" y="24993"/>
                  <a:pt x="174739" y="23302"/>
                  <a:pt x="171027" y="19920"/>
                </a:cubicBezTo>
                <a:cubicBezTo>
                  <a:pt x="168140" y="17363"/>
                  <a:pt x="165954" y="16084"/>
                  <a:pt x="164470" y="16084"/>
                </a:cubicBezTo>
                <a:cubicBezTo>
                  <a:pt x="160923" y="16084"/>
                  <a:pt x="157087" y="18476"/>
                  <a:pt x="152963" y="23260"/>
                </a:cubicBezTo>
                <a:cubicBezTo>
                  <a:pt x="148756" y="28209"/>
                  <a:pt x="146653" y="32787"/>
                  <a:pt x="146653" y="36994"/>
                </a:cubicBezTo>
                <a:lnTo>
                  <a:pt x="146653" y="94031"/>
                </a:lnTo>
                <a:cubicBezTo>
                  <a:pt x="146736" y="102445"/>
                  <a:pt x="148633" y="107682"/>
                  <a:pt x="152344" y="109744"/>
                </a:cubicBezTo>
                <a:cubicBezTo>
                  <a:pt x="155479" y="111559"/>
                  <a:pt x="160799" y="112631"/>
                  <a:pt x="168305" y="112961"/>
                </a:cubicBezTo>
                <a:lnTo>
                  <a:pt x="168305" y="116797"/>
                </a:lnTo>
                <a:lnTo>
                  <a:pt x="107432" y="116797"/>
                </a:lnTo>
                <a:lnTo>
                  <a:pt x="107432" y="112961"/>
                </a:lnTo>
                <a:close/>
              </a:path>
            </a:pathLst>
          </a:custGeom>
          <a:solidFill xmlns:a="http://schemas.openxmlformats.org/drawingml/2006/main">
            <a:srgbClr val="231F2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06702F0-9CF8-4748-AF03-A36D964D0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9217" y="531084"/>
            <a:ext cx="411307" cy="1571746"/>
          </a:xfrm>
          <a:custGeom xmlns:a="http://schemas.openxmlformats.org/drawingml/2006/main">
            <a:pathLst>
              <a:path w="411307" h="1571746">
                <a:moveTo>
                  <a:pt x="411307" y="56309"/>
                </a:moveTo>
                <a:lnTo>
                  <a:pt x="411307" y="1515437"/>
                </a:lnTo>
                <a:cubicBezTo>
                  <a:pt x="411307" y="1546548"/>
                  <a:pt x="386109" y="1571746"/>
                  <a:pt x="354999" y="1571746"/>
                </a:cubicBezTo>
                <a:lnTo>
                  <a:pt x="56309" y="1571746"/>
                </a:lnTo>
                <a:cubicBezTo>
                  <a:pt x="25226" y="1571746"/>
                  <a:pt x="0" y="1546548"/>
                  <a:pt x="0" y="1515437"/>
                </a:cubicBezTo>
                <a:lnTo>
                  <a:pt x="0" y="56309"/>
                </a:lnTo>
                <a:cubicBezTo>
                  <a:pt x="0" y="25198"/>
                  <a:pt x="25226" y="0"/>
                  <a:pt x="56309" y="0"/>
                </a:cubicBezTo>
                <a:lnTo>
                  <a:pt x="354999" y="0"/>
                </a:lnTo>
                <a:cubicBezTo>
                  <a:pt x="386109" y="0"/>
                  <a:pt x="411307" y="25198"/>
                  <a:pt x="411307" y="56309"/>
                </a:cubicBez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F91BF4F-028E-4B40-AC07-6AABC11F5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140" y="517007"/>
            <a:ext cx="439462" cy="1599901"/>
          </a:xfrm>
          <a:custGeom xmlns:a="http://schemas.openxmlformats.org/drawingml/2006/main">
            <a:pathLst>
              <a:path w="439462" h="1599901">
                <a:moveTo>
                  <a:pt x="425384" y="70386"/>
                </a:moveTo>
                <a:lnTo>
                  <a:pt x="411307" y="70386"/>
                </a:lnTo>
                <a:lnTo>
                  <a:pt x="411307" y="1529515"/>
                </a:lnTo>
                <a:cubicBezTo>
                  <a:pt x="411251" y="1552826"/>
                  <a:pt x="392388" y="1571718"/>
                  <a:pt x="369076" y="1571746"/>
                </a:cubicBezTo>
                <a:lnTo>
                  <a:pt x="70386" y="1571746"/>
                </a:lnTo>
                <a:cubicBezTo>
                  <a:pt x="47074" y="1571718"/>
                  <a:pt x="28211" y="1552826"/>
                  <a:pt x="28154" y="1529515"/>
                </a:cubicBezTo>
                <a:lnTo>
                  <a:pt x="28154" y="70386"/>
                </a:lnTo>
                <a:cubicBezTo>
                  <a:pt x="28211" y="47074"/>
                  <a:pt x="47074" y="28183"/>
                  <a:pt x="70386" y="28154"/>
                </a:cubicBezTo>
                <a:lnTo>
                  <a:pt x="369076" y="28154"/>
                </a:lnTo>
                <a:cubicBezTo>
                  <a:pt x="392388" y="28183"/>
                  <a:pt x="411251" y="47074"/>
                  <a:pt x="411307" y="70386"/>
                </a:cubicBezTo>
                <a:lnTo>
                  <a:pt x="425384" y="70386"/>
                </a:lnTo>
                <a:lnTo>
                  <a:pt x="439462" y="70386"/>
                </a:lnTo>
                <a:cubicBezTo>
                  <a:pt x="439462" y="31505"/>
                  <a:pt x="407957" y="0"/>
                  <a:pt x="369076" y="0"/>
                </a:cubicBezTo>
                <a:lnTo>
                  <a:pt x="70386" y="0"/>
                </a:lnTo>
                <a:cubicBezTo>
                  <a:pt x="31505" y="0"/>
                  <a:pt x="28" y="31505"/>
                  <a:pt x="0" y="70386"/>
                </a:cubicBezTo>
                <a:lnTo>
                  <a:pt x="0" y="1529515"/>
                </a:lnTo>
                <a:cubicBezTo>
                  <a:pt x="28" y="1568396"/>
                  <a:pt x="31505" y="1599901"/>
                  <a:pt x="70386" y="1599901"/>
                </a:cubicBezTo>
                <a:lnTo>
                  <a:pt x="369076" y="1599901"/>
                </a:lnTo>
                <a:cubicBezTo>
                  <a:pt x="407957" y="1599901"/>
                  <a:pt x="439462" y="1568396"/>
                  <a:pt x="439462" y="1529515"/>
                </a:cubicBezTo>
                <a:lnTo>
                  <a:pt x="439462" y="70386"/>
                </a:lnTo>
                <a:lnTo>
                  <a:pt x="425384" y="70386"/>
                </a:lnTo>
                <a:close/>
              </a:path>
            </a:pathLst>
          </a:custGeom>
          <a:solidFill xmlns:a="http://schemas.openxmlformats.org/drawingml/2006/main">
            <a:srgbClr val="231F2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8" name="Text R">
            <a:extLst xmlns:a="http://schemas.openxmlformats.org/drawingml/2006/main">
              <a:ext uri="{FF2B5EF4-FFF2-40B4-BE49-F238E27FC236}">
                <a16:creationId xmlns:a16="http://schemas.microsoft.com/office/drawing/2014/main" id="{025EE378-81AC-4369-93CB-25AFE6B52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1573" y="1824270"/>
            <a:ext cx="167771" cy="162699"/>
          </a:xfrm>
          <a:custGeom xmlns:a="http://schemas.openxmlformats.org/drawingml/2006/main">
            <a:pathLst>
              <a:path w="167771" h="162699">
                <a:moveTo>
                  <a:pt x="162946" y="0"/>
                </a:moveTo>
                <a:lnTo>
                  <a:pt x="167771" y="0"/>
                </a:lnTo>
                <a:lnTo>
                  <a:pt x="167771" y="40829"/>
                </a:lnTo>
                <a:lnTo>
                  <a:pt x="89701" y="101084"/>
                </a:lnTo>
                <a:lnTo>
                  <a:pt x="90196" y="115312"/>
                </a:lnTo>
                <a:lnTo>
                  <a:pt x="140181" y="115312"/>
                </a:lnTo>
                <a:cubicBezTo>
                  <a:pt x="150656" y="115147"/>
                  <a:pt x="156884" y="113374"/>
                  <a:pt x="158863" y="109992"/>
                </a:cubicBezTo>
                <a:cubicBezTo>
                  <a:pt x="161008" y="106692"/>
                  <a:pt x="162369" y="100877"/>
                  <a:pt x="162946" y="92547"/>
                </a:cubicBezTo>
                <a:lnTo>
                  <a:pt x="167771" y="92547"/>
                </a:lnTo>
                <a:lnTo>
                  <a:pt x="167771" y="162699"/>
                </a:lnTo>
                <a:lnTo>
                  <a:pt x="162946" y="162699"/>
                </a:lnTo>
                <a:cubicBezTo>
                  <a:pt x="162286" y="154780"/>
                  <a:pt x="160967" y="149336"/>
                  <a:pt x="158987" y="146367"/>
                </a:cubicBezTo>
                <a:cubicBezTo>
                  <a:pt x="157832" y="144800"/>
                  <a:pt x="156636" y="143810"/>
                  <a:pt x="155399" y="143398"/>
                </a:cubicBezTo>
                <a:cubicBezTo>
                  <a:pt x="152759" y="141913"/>
                  <a:pt x="146738" y="141171"/>
                  <a:pt x="137335" y="141171"/>
                </a:cubicBezTo>
                <a:lnTo>
                  <a:pt x="27591" y="141171"/>
                </a:lnTo>
                <a:cubicBezTo>
                  <a:pt x="17115" y="141336"/>
                  <a:pt x="10929" y="143026"/>
                  <a:pt x="9032" y="146243"/>
                </a:cubicBezTo>
                <a:cubicBezTo>
                  <a:pt x="7135" y="149130"/>
                  <a:pt x="5733" y="154615"/>
                  <a:pt x="4825" y="162699"/>
                </a:cubicBezTo>
                <a:lnTo>
                  <a:pt x="0" y="162699"/>
                </a:lnTo>
                <a:lnTo>
                  <a:pt x="0" y="92794"/>
                </a:lnTo>
                <a:cubicBezTo>
                  <a:pt x="0" y="75802"/>
                  <a:pt x="3176" y="60914"/>
                  <a:pt x="9527" y="48129"/>
                </a:cubicBezTo>
                <a:cubicBezTo>
                  <a:pt x="12661" y="41943"/>
                  <a:pt x="17404" y="37035"/>
                  <a:pt x="23755" y="33406"/>
                </a:cubicBezTo>
                <a:cubicBezTo>
                  <a:pt x="29777" y="30024"/>
                  <a:pt x="36705" y="28333"/>
                  <a:pt x="44541" y="28333"/>
                </a:cubicBezTo>
                <a:cubicBezTo>
                  <a:pt x="57161" y="28333"/>
                  <a:pt x="66894" y="32622"/>
                  <a:pt x="73740" y="41201"/>
                </a:cubicBezTo>
                <a:cubicBezTo>
                  <a:pt x="78937" y="47799"/>
                  <a:pt x="82607" y="55594"/>
                  <a:pt x="84752" y="64585"/>
                </a:cubicBezTo>
                <a:cubicBezTo>
                  <a:pt x="85494" y="67389"/>
                  <a:pt x="86237" y="70606"/>
                  <a:pt x="86979" y="74235"/>
                </a:cubicBezTo>
                <a:lnTo>
                  <a:pt x="151069" y="22023"/>
                </a:lnTo>
                <a:cubicBezTo>
                  <a:pt x="156348" y="17734"/>
                  <a:pt x="159771" y="13362"/>
                  <a:pt x="161338" y="8908"/>
                </a:cubicBezTo>
                <a:cubicBezTo>
                  <a:pt x="162080" y="6929"/>
                  <a:pt x="162616" y="3959"/>
                  <a:pt x="162946" y="0"/>
                </a:cubicBezTo>
                <a:moveTo>
                  <a:pt x="80793" y="115312"/>
                </a:moveTo>
                <a:cubicBezTo>
                  <a:pt x="80628" y="103187"/>
                  <a:pt x="79968" y="94114"/>
                  <a:pt x="78813" y="88092"/>
                </a:cubicBezTo>
                <a:cubicBezTo>
                  <a:pt x="77658" y="82071"/>
                  <a:pt x="75514" y="76174"/>
                  <a:pt x="72379" y="70400"/>
                </a:cubicBezTo>
                <a:cubicBezTo>
                  <a:pt x="69987" y="66111"/>
                  <a:pt x="66523" y="62729"/>
                  <a:pt x="61986" y="60254"/>
                </a:cubicBezTo>
                <a:cubicBezTo>
                  <a:pt x="56707" y="57367"/>
                  <a:pt x="50769" y="55924"/>
                  <a:pt x="44170" y="55924"/>
                </a:cubicBezTo>
                <a:cubicBezTo>
                  <a:pt x="30808" y="55924"/>
                  <a:pt x="21240" y="60955"/>
                  <a:pt x="15466" y="71018"/>
                </a:cubicBezTo>
                <a:cubicBezTo>
                  <a:pt x="11424" y="78112"/>
                  <a:pt x="9403" y="88546"/>
                  <a:pt x="9403" y="102321"/>
                </a:cubicBezTo>
                <a:cubicBezTo>
                  <a:pt x="9403" y="108425"/>
                  <a:pt x="10352" y="112260"/>
                  <a:pt x="12249" y="113827"/>
                </a:cubicBezTo>
                <a:cubicBezTo>
                  <a:pt x="13486" y="114817"/>
                  <a:pt x="15589" y="115312"/>
                  <a:pt x="18559" y="115312"/>
                </a:cubicBezTo>
                <a:lnTo>
                  <a:pt x="80793" y="115312"/>
                </a:lnTo>
                <a:close/>
              </a:path>
            </a:pathLst>
          </a:custGeom>
          <a:solidFill xmlns:a="http://schemas.openxmlformats.org/drawingml/2006/main">
            <a:srgbClr val="231F2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9" name="Text o">
            <a:extLst xmlns:a="http://schemas.openxmlformats.org/drawingml/2006/main">
              <a:ext uri="{FF2B5EF4-FFF2-40B4-BE49-F238E27FC236}">
                <a16:creationId xmlns:a16="http://schemas.microsoft.com/office/drawing/2014/main" id="{E658EB7B-A0BF-4FE9-9886-84C44E6A3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2548" y="1703265"/>
            <a:ext cx="119519" cy="111724"/>
          </a:xfrm>
          <a:custGeom xmlns:a="http://schemas.openxmlformats.org/drawingml/2006/main">
            <a:pathLst>
              <a:path w="119519" h="111724">
                <a:moveTo>
                  <a:pt x="0" y="55800"/>
                </a:moveTo>
                <a:cubicBezTo>
                  <a:pt x="0" y="38726"/>
                  <a:pt x="5909" y="24869"/>
                  <a:pt x="17728" y="14228"/>
                </a:cubicBezTo>
                <a:cubicBezTo>
                  <a:pt x="28391" y="4743"/>
                  <a:pt x="41658" y="0"/>
                  <a:pt x="57528" y="0"/>
                </a:cubicBezTo>
                <a:cubicBezTo>
                  <a:pt x="69762" y="0"/>
                  <a:pt x="81168" y="3011"/>
                  <a:pt x="91746" y="9032"/>
                </a:cubicBezTo>
                <a:cubicBezTo>
                  <a:pt x="100837" y="14228"/>
                  <a:pt x="107780" y="21033"/>
                  <a:pt x="112575" y="29447"/>
                </a:cubicBezTo>
                <a:cubicBezTo>
                  <a:pt x="117204" y="37448"/>
                  <a:pt x="119519" y="46397"/>
                  <a:pt x="119519" y="56295"/>
                </a:cubicBezTo>
                <a:cubicBezTo>
                  <a:pt x="119519" y="72709"/>
                  <a:pt x="113567" y="86154"/>
                  <a:pt x="101664" y="96629"/>
                </a:cubicBezTo>
                <a:cubicBezTo>
                  <a:pt x="90258" y="106692"/>
                  <a:pt x="76248" y="111724"/>
                  <a:pt x="59636" y="111724"/>
                </a:cubicBezTo>
                <a:cubicBezTo>
                  <a:pt x="44758" y="111724"/>
                  <a:pt x="31946" y="107806"/>
                  <a:pt x="21200" y="99970"/>
                </a:cubicBezTo>
                <a:cubicBezTo>
                  <a:pt x="7067" y="89577"/>
                  <a:pt x="0" y="74854"/>
                  <a:pt x="0" y="55800"/>
                </a:cubicBezTo>
                <a:moveTo>
                  <a:pt x="7176" y="59017"/>
                </a:moveTo>
                <a:cubicBezTo>
                  <a:pt x="7176" y="66935"/>
                  <a:pt x="10187" y="73740"/>
                  <a:pt x="16208" y="79432"/>
                </a:cubicBezTo>
                <a:cubicBezTo>
                  <a:pt x="23054" y="85783"/>
                  <a:pt x="33365" y="88958"/>
                  <a:pt x="47139" y="88958"/>
                </a:cubicBezTo>
                <a:cubicBezTo>
                  <a:pt x="65946" y="88958"/>
                  <a:pt x="82236" y="85247"/>
                  <a:pt x="96011" y="77823"/>
                </a:cubicBezTo>
                <a:cubicBezTo>
                  <a:pt x="101702" y="74771"/>
                  <a:pt x="106074" y="70606"/>
                  <a:pt x="109126" y="65327"/>
                </a:cubicBezTo>
                <a:cubicBezTo>
                  <a:pt x="111270" y="61615"/>
                  <a:pt x="112343" y="57573"/>
                  <a:pt x="112343" y="53202"/>
                </a:cubicBezTo>
                <a:cubicBezTo>
                  <a:pt x="112343" y="45778"/>
                  <a:pt x="109827" y="39592"/>
                  <a:pt x="104795" y="34643"/>
                </a:cubicBezTo>
                <a:cubicBezTo>
                  <a:pt x="96877" y="26725"/>
                  <a:pt x="84092" y="22765"/>
                  <a:pt x="66440" y="22765"/>
                </a:cubicBezTo>
                <a:cubicBezTo>
                  <a:pt x="50934" y="22765"/>
                  <a:pt x="37118" y="25900"/>
                  <a:pt x="24993" y="32169"/>
                </a:cubicBezTo>
                <a:cubicBezTo>
                  <a:pt x="19054" y="35303"/>
                  <a:pt x="14352" y="39675"/>
                  <a:pt x="10888" y="45283"/>
                </a:cubicBezTo>
                <a:cubicBezTo>
                  <a:pt x="8413" y="49408"/>
                  <a:pt x="7176" y="53985"/>
                  <a:pt x="7176" y="59017"/>
                </a:cubicBezTo>
                <a:close/>
              </a:path>
            </a:pathLst>
          </a:custGeom>
          <a:solidFill xmlns:a="http://schemas.openxmlformats.org/drawingml/2006/main">
            <a:srgbClr val="231F2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0" name="Text w">
            <a:extLst xmlns:a="http://schemas.openxmlformats.org/drawingml/2006/main">
              <a:ext uri="{FF2B5EF4-FFF2-40B4-BE49-F238E27FC236}">
                <a16:creationId xmlns:a16="http://schemas.microsoft.com/office/drawing/2014/main" id="{11FBA6D1-65B6-48E3-AD9B-F1E47453A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270" y="1519780"/>
            <a:ext cx="117786" cy="170493"/>
          </a:xfrm>
          <a:custGeom xmlns:a="http://schemas.openxmlformats.org/drawingml/2006/main">
            <a:pathLst>
              <a:path w="117786" h="170493">
                <a:moveTo>
                  <a:pt x="0" y="31179"/>
                </a:moveTo>
                <a:lnTo>
                  <a:pt x="0" y="0"/>
                </a:lnTo>
                <a:lnTo>
                  <a:pt x="3835" y="0"/>
                </a:lnTo>
                <a:cubicBezTo>
                  <a:pt x="4495" y="1815"/>
                  <a:pt x="5157" y="3176"/>
                  <a:pt x="5819" y="4083"/>
                </a:cubicBezTo>
                <a:cubicBezTo>
                  <a:pt x="7056" y="5650"/>
                  <a:pt x="10937" y="7753"/>
                  <a:pt x="17461" y="10393"/>
                </a:cubicBezTo>
                <a:lnTo>
                  <a:pt x="105275" y="45407"/>
                </a:lnTo>
                <a:cubicBezTo>
                  <a:pt x="112791" y="48377"/>
                  <a:pt x="116838" y="50356"/>
                  <a:pt x="117415" y="51346"/>
                </a:cubicBezTo>
                <a:cubicBezTo>
                  <a:pt x="117663" y="51758"/>
                  <a:pt x="117786" y="52130"/>
                  <a:pt x="117786" y="52460"/>
                </a:cubicBezTo>
                <a:cubicBezTo>
                  <a:pt x="117786" y="52872"/>
                  <a:pt x="117663" y="53284"/>
                  <a:pt x="117415" y="53697"/>
                </a:cubicBezTo>
                <a:cubicBezTo>
                  <a:pt x="117003" y="54357"/>
                  <a:pt x="113450" y="55965"/>
                  <a:pt x="106756" y="58522"/>
                </a:cubicBezTo>
                <a:lnTo>
                  <a:pt x="46892" y="81535"/>
                </a:lnTo>
                <a:lnTo>
                  <a:pt x="107873" y="109868"/>
                </a:lnTo>
                <a:cubicBezTo>
                  <a:pt x="114482" y="113002"/>
                  <a:pt x="117786" y="115147"/>
                  <a:pt x="117786" y="116302"/>
                </a:cubicBezTo>
                <a:cubicBezTo>
                  <a:pt x="117786" y="117704"/>
                  <a:pt x="114030" y="119890"/>
                  <a:pt x="106516" y="122859"/>
                </a:cubicBezTo>
                <a:lnTo>
                  <a:pt x="19812" y="157007"/>
                </a:lnTo>
                <a:cubicBezTo>
                  <a:pt x="10483" y="160802"/>
                  <a:pt x="5405" y="164060"/>
                  <a:pt x="4578" y="166782"/>
                </a:cubicBezTo>
                <a:cubicBezTo>
                  <a:pt x="4248" y="167771"/>
                  <a:pt x="4000" y="169009"/>
                  <a:pt x="3835" y="170493"/>
                </a:cubicBezTo>
                <a:lnTo>
                  <a:pt x="0" y="170493"/>
                </a:lnTo>
                <a:lnTo>
                  <a:pt x="0" y="124839"/>
                </a:lnTo>
                <a:lnTo>
                  <a:pt x="3835" y="124839"/>
                </a:lnTo>
                <a:cubicBezTo>
                  <a:pt x="4248" y="129128"/>
                  <a:pt x="5031" y="132097"/>
                  <a:pt x="6186" y="133747"/>
                </a:cubicBezTo>
                <a:cubicBezTo>
                  <a:pt x="7506" y="135562"/>
                  <a:pt x="9527" y="136469"/>
                  <a:pt x="12249" y="136469"/>
                </a:cubicBezTo>
                <a:cubicBezTo>
                  <a:pt x="14723" y="136469"/>
                  <a:pt x="17239" y="135974"/>
                  <a:pt x="19796" y="134984"/>
                </a:cubicBezTo>
                <a:lnTo>
                  <a:pt x="85989" y="109868"/>
                </a:lnTo>
                <a:lnTo>
                  <a:pt x="35509" y="86855"/>
                </a:lnTo>
                <a:cubicBezTo>
                  <a:pt x="31797" y="88257"/>
                  <a:pt x="27055" y="89907"/>
                  <a:pt x="21281" y="91804"/>
                </a:cubicBezTo>
                <a:cubicBezTo>
                  <a:pt x="11878" y="95186"/>
                  <a:pt x="6516" y="98898"/>
                  <a:pt x="5196" y="102939"/>
                </a:cubicBezTo>
                <a:cubicBezTo>
                  <a:pt x="4619" y="104342"/>
                  <a:pt x="4165" y="106486"/>
                  <a:pt x="3835" y="109373"/>
                </a:cubicBezTo>
                <a:lnTo>
                  <a:pt x="0" y="109373"/>
                </a:lnTo>
                <a:lnTo>
                  <a:pt x="0" y="58027"/>
                </a:lnTo>
                <a:lnTo>
                  <a:pt x="3835" y="58027"/>
                </a:lnTo>
                <a:cubicBezTo>
                  <a:pt x="4743" y="64131"/>
                  <a:pt x="5856" y="68173"/>
                  <a:pt x="7176" y="70152"/>
                </a:cubicBezTo>
                <a:cubicBezTo>
                  <a:pt x="8331" y="71884"/>
                  <a:pt x="10228" y="72750"/>
                  <a:pt x="12867" y="72750"/>
                </a:cubicBezTo>
                <a:cubicBezTo>
                  <a:pt x="15012" y="72750"/>
                  <a:pt x="20002" y="71307"/>
                  <a:pt x="27838" y="68420"/>
                </a:cubicBezTo>
                <a:lnTo>
                  <a:pt x="84628" y="47139"/>
                </a:lnTo>
                <a:lnTo>
                  <a:pt x="28333" y="24374"/>
                </a:lnTo>
                <a:cubicBezTo>
                  <a:pt x="21322" y="21487"/>
                  <a:pt x="15754" y="20043"/>
                  <a:pt x="11630" y="20043"/>
                </a:cubicBezTo>
                <a:cubicBezTo>
                  <a:pt x="9651" y="20043"/>
                  <a:pt x="8125" y="20745"/>
                  <a:pt x="7052" y="22147"/>
                </a:cubicBezTo>
                <a:cubicBezTo>
                  <a:pt x="5898" y="23632"/>
                  <a:pt x="4825" y="26642"/>
                  <a:pt x="3835" y="31179"/>
                </a:cubicBezTo>
                <a:lnTo>
                  <a:pt x="0" y="31179"/>
                </a:lnTo>
                <a:close/>
              </a:path>
            </a:pathLst>
          </a:custGeom>
          <a:solidFill xmlns:a="http://schemas.openxmlformats.org/drawingml/2006/main">
            <a:srgbClr val="231F2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1" name="Text d">
            <a:extLst xmlns:a="http://schemas.openxmlformats.org/drawingml/2006/main">
              <a:ext uri="{FF2B5EF4-FFF2-40B4-BE49-F238E27FC236}">
                <a16:creationId xmlns:a16="http://schemas.microsoft.com/office/drawing/2014/main" id="{BD1DE4DC-E2B4-484E-A2BF-619EB829B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6253" y="1324955"/>
            <a:ext cx="175814" cy="117539"/>
          </a:xfrm>
          <a:custGeom xmlns:a="http://schemas.openxmlformats.org/drawingml/2006/main">
            <a:pathLst>
              <a:path w="175814" h="117539">
                <a:moveTo>
                  <a:pt x="158368" y="0"/>
                </a:moveTo>
                <a:lnTo>
                  <a:pt x="162451" y="0"/>
                </a:lnTo>
                <a:lnTo>
                  <a:pt x="175566" y="37241"/>
                </a:lnTo>
                <a:lnTo>
                  <a:pt x="174824" y="38231"/>
                </a:lnTo>
                <a:lnTo>
                  <a:pt x="158740" y="38231"/>
                </a:lnTo>
                <a:cubicBezTo>
                  <a:pt x="163560" y="41695"/>
                  <a:pt x="167091" y="45118"/>
                  <a:pt x="169334" y="48500"/>
                </a:cubicBezTo>
                <a:cubicBezTo>
                  <a:pt x="173654" y="54852"/>
                  <a:pt x="175814" y="62275"/>
                  <a:pt x="175814" y="70771"/>
                </a:cubicBezTo>
                <a:cubicBezTo>
                  <a:pt x="175814" y="84051"/>
                  <a:pt x="171061" y="95145"/>
                  <a:pt x="161554" y="104053"/>
                </a:cubicBezTo>
                <a:cubicBezTo>
                  <a:pt x="156512" y="108755"/>
                  <a:pt x="149901" y="112301"/>
                  <a:pt x="141720" y="114693"/>
                </a:cubicBezTo>
                <a:cubicBezTo>
                  <a:pt x="135188" y="116590"/>
                  <a:pt x="128286" y="117539"/>
                  <a:pt x="121015" y="117539"/>
                </a:cubicBezTo>
                <a:cubicBezTo>
                  <a:pt x="107789" y="117539"/>
                  <a:pt x="95515" y="114446"/>
                  <a:pt x="84191" y="108260"/>
                </a:cubicBezTo>
                <a:cubicBezTo>
                  <a:pt x="74767" y="103146"/>
                  <a:pt x="67411" y="95928"/>
                  <a:pt x="62122" y="86608"/>
                </a:cubicBezTo>
                <a:cubicBezTo>
                  <a:pt x="58237" y="79762"/>
                  <a:pt x="56295" y="72462"/>
                  <a:pt x="56295" y="64708"/>
                </a:cubicBezTo>
                <a:cubicBezTo>
                  <a:pt x="56295" y="58275"/>
                  <a:pt x="57838" y="52336"/>
                  <a:pt x="60923" y="46892"/>
                </a:cubicBezTo>
                <a:cubicBezTo>
                  <a:pt x="62176" y="44747"/>
                  <a:pt x="64345" y="41860"/>
                  <a:pt x="67430" y="38231"/>
                </a:cubicBezTo>
                <a:lnTo>
                  <a:pt x="27838" y="38231"/>
                </a:lnTo>
                <a:cubicBezTo>
                  <a:pt x="22229" y="38231"/>
                  <a:pt x="18683" y="39015"/>
                  <a:pt x="17198" y="40582"/>
                </a:cubicBezTo>
                <a:cubicBezTo>
                  <a:pt x="15713" y="42232"/>
                  <a:pt x="14971" y="45325"/>
                  <a:pt x="14971" y="49861"/>
                </a:cubicBezTo>
                <a:cubicBezTo>
                  <a:pt x="14971" y="51593"/>
                  <a:pt x="15053" y="53449"/>
                  <a:pt x="15218" y="55429"/>
                </a:cubicBezTo>
                <a:lnTo>
                  <a:pt x="11135" y="55429"/>
                </a:lnTo>
                <a:cubicBezTo>
                  <a:pt x="7424" y="41242"/>
                  <a:pt x="3712" y="28828"/>
                  <a:pt x="0" y="18188"/>
                </a:cubicBezTo>
                <a:lnTo>
                  <a:pt x="495" y="16950"/>
                </a:lnTo>
                <a:lnTo>
                  <a:pt x="144140" y="16950"/>
                </a:lnTo>
                <a:cubicBezTo>
                  <a:pt x="150847" y="16950"/>
                  <a:pt x="154854" y="16084"/>
                  <a:pt x="156161" y="14352"/>
                </a:cubicBezTo>
                <a:cubicBezTo>
                  <a:pt x="157715" y="12455"/>
                  <a:pt x="158492" y="9609"/>
                  <a:pt x="158492" y="5815"/>
                </a:cubicBezTo>
                <a:cubicBezTo>
                  <a:pt x="158492" y="5320"/>
                  <a:pt x="158451" y="3382"/>
                  <a:pt x="158368" y="0"/>
                </a:cubicBezTo>
                <a:moveTo>
                  <a:pt x="147233" y="38231"/>
                </a:moveTo>
                <a:lnTo>
                  <a:pt x="88958" y="38231"/>
                </a:lnTo>
                <a:cubicBezTo>
                  <a:pt x="82030" y="38231"/>
                  <a:pt x="75761" y="41159"/>
                  <a:pt x="70152" y="47016"/>
                </a:cubicBezTo>
                <a:cubicBezTo>
                  <a:pt x="65698" y="51800"/>
                  <a:pt x="63471" y="57491"/>
                  <a:pt x="63471" y="64090"/>
                </a:cubicBezTo>
                <a:cubicBezTo>
                  <a:pt x="63471" y="72091"/>
                  <a:pt x="66770" y="79060"/>
                  <a:pt x="73369" y="84999"/>
                </a:cubicBezTo>
                <a:cubicBezTo>
                  <a:pt x="77246" y="88546"/>
                  <a:pt x="83185" y="91350"/>
                  <a:pt x="91186" y="93413"/>
                </a:cubicBezTo>
                <a:cubicBezTo>
                  <a:pt x="97372" y="94980"/>
                  <a:pt x="103929" y="95763"/>
                  <a:pt x="110858" y="95763"/>
                </a:cubicBezTo>
                <a:cubicBezTo>
                  <a:pt x="124055" y="95763"/>
                  <a:pt x="135727" y="93165"/>
                  <a:pt x="145872" y="87969"/>
                </a:cubicBezTo>
                <a:cubicBezTo>
                  <a:pt x="150904" y="85329"/>
                  <a:pt x="155069" y="81205"/>
                  <a:pt x="158368" y="75596"/>
                </a:cubicBezTo>
                <a:cubicBezTo>
                  <a:pt x="161090" y="71060"/>
                  <a:pt x="162451" y="66111"/>
                  <a:pt x="162451" y="60749"/>
                </a:cubicBezTo>
                <a:cubicBezTo>
                  <a:pt x="162451" y="53161"/>
                  <a:pt x="159936" y="47057"/>
                  <a:pt x="154904" y="42438"/>
                </a:cubicBezTo>
                <a:cubicBezTo>
                  <a:pt x="151852" y="39633"/>
                  <a:pt x="149295" y="38231"/>
                  <a:pt x="147233" y="38231"/>
                </a:cubicBezTo>
                <a:close/>
              </a:path>
            </a:pathLst>
          </a:custGeom>
          <a:solidFill xmlns:a="http://schemas.openxmlformats.org/drawingml/2006/main">
            <a:srgbClr val="231F2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2" name="Text e">
            <a:extLst xmlns:a="http://schemas.openxmlformats.org/drawingml/2006/main">
              <a:ext uri="{FF2B5EF4-FFF2-40B4-BE49-F238E27FC236}">
                <a16:creationId xmlns:a16="http://schemas.microsoft.com/office/drawing/2014/main" id="{530BEC64-08A3-4663-A970-589C3F148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2548" y="1215211"/>
            <a:ext cx="119519" cy="101084"/>
          </a:xfrm>
          <a:custGeom xmlns:a="http://schemas.openxmlformats.org/drawingml/2006/main">
            <a:pathLst>
              <a:path w="119519" h="101084">
                <a:moveTo>
                  <a:pt x="75152" y="4083"/>
                </a:moveTo>
                <a:lnTo>
                  <a:pt x="77011" y="0"/>
                </a:lnTo>
                <a:cubicBezTo>
                  <a:pt x="88610" y="4454"/>
                  <a:pt x="97850" y="10310"/>
                  <a:pt x="104730" y="17569"/>
                </a:cubicBezTo>
                <a:cubicBezTo>
                  <a:pt x="114589" y="27962"/>
                  <a:pt x="119519" y="39963"/>
                  <a:pt x="119519" y="53573"/>
                </a:cubicBezTo>
                <a:cubicBezTo>
                  <a:pt x="119519" y="67760"/>
                  <a:pt x="114683" y="79184"/>
                  <a:pt x="105012" y="87845"/>
                </a:cubicBezTo>
                <a:cubicBezTo>
                  <a:pt x="99888" y="92382"/>
                  <a:pt x="92904" y="95846"/>
                  <a:pt x="84060" y="98238"/>
                </a:cubicBezTo>
                <a:cubicBezTo>
                  <a:pt x="77283" y="100135"/>
                  <a:pt x="70175" y="101084"/>
                  <a:pt x="62736" y="101084"/>
                </a:cubicBezTo>
                <a:cubicBezTo>
                  <a:pt x="49016" y="101084"/>
                  <a:pt x="36700" y="98197"/>
                  <a:pt x="25789" y="92423"/>
                </a:cubicBezTo>
                <a:cubicBezTo>
                  <a:pt x="18020" y="88381"/>
                  <a:pt x="11697" y="82112"/>
                  <a:pt x="6820" y="73617"/>
                </a:cubicBezTo>
                <a:cubicBezTo>
                  <a:pt x="2273" y="65781"/>
                  <a:pt x="0" y="57326"/>
                  <a:pt x="0" y="48253"/>
                </a:cubicBezTo>
                <a:cubicBezTo>
                  <a:pt x="0" y="34396"/>
                  <a:pt x="4867" y="23549"/>
                  <a:pt x="14600" y="15713"/>
                </a:cubicBezTo>
                <a:cubicBezTo>
                  <a:pt x="20126" y="11341"/>
                  <a:pt x="26353" y="8413"/>
                  <a:pt x="33282" y="6929"/>
                </a:cubicBezTo>
                <a:cubicBezTo>
                  <a:pt x="37076" y="6104"/>
                  <a:pt x="41489" y="5403"/>
                  <a:pt x="46521" y="4825"/>
                </a:cubicBezTo>
                <a:lnTo>
                  <a:pt x="46521" y="82896"/>
                </a:lnTo>
                <a:cubicBezTo>
                  <a:pt x="60409" y="82401"/>
                  <a:pt x="71569" y="80050"/>
                  <a:pt x="80000" y="75844"/>
                </a:cubicBezTo>
                <a:cubicBezTo>
                  <a:pt x="94633" y="68668"/>
                  <a:pt x="101950" y="57780"/>
                  <a:pt x="101950" y="43180"/>
                </a:cubicBezTo>
                <a:cubicBezTo>
                  <a:pt x="101950" y="32292"/>
                  <a:pt x="97649" y="22683"/>
                  <a:pt x="89047" y="14352"/>
                </a:cubicBezTo>
                <a:cubicBezTo>
                  <a:pt x="85988" y="11383"/>
                  <a:pt x="81356" y="7960"/>
                  <a:pt x="75152" y="4083"/>
                </a:cubicBezTo>
                <a:moveTo>
                  <a:pt x="38355" y="82401"/>
                </a:moveTo>
                <a:lnTo>
                  <a:pt x="38355" y="30684"/>
                </a:lnTo>
                <a:cubicBezTo>
                  <a:pt x="28292" y="32169"/>
                  <a:pt x="21033" y="34519"/>
                  <a:pt x="16579" y="37736"/>
                </a:cubicBezTo>
                <a:cubicBezTo>
                  <a:pt x="11630" y="41283"/>
                  <a:pt x="9156" y="47181"/>
                  <a:pt x="9156" y="55429"/>
                </a:cubicBezTo>
                <a:cubicBezTo>
                  <a:pt x="9156" y="70606"/>
                  <a:pt x="18889" y="79597"/>
                  <a:pt x="38355" y="82401"/>
                </a:cubicBezTo>
                <a:close/>
              </a:path>
            </a:pathLst>
          </a:custGeom>
          <a:solidFill xmlns:a="http://schemas.openxmlformats.org/drawingml/2006/main">
            <a:srgbClr val="231F2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3" name="Text c">
            <a:extLst xmlns:a="http://schemas.openxmlformats.org/drawingml/2006/main">
              <a:ext uri="{FF2B5EF4-FFF2-40B4-BE49-F238E27FC236}">
                <a16:creationId xmlns:a16="http://schemas.microsoft.com/office/drawing/2014/main" id="{D25CEC76-30F3-40BA-9B62-879C97E23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2548" y="1105675"/>
            <a:ext cx="119519" cy="98114"/>
          </a:xfrm>
          <a:custGeom xmlns:a="http://schemas.openxmlformats.org/drawingml/2006/main">
            <a:pathLst>
              <a:path w="119519" h="98114">
                <a:moveTo>
                  <a:pt x="77205" y="3588"/>
                </a:moveTo>
                <a:lnTo>
                  <a:pt x="79555" y="0"/>
                </a:lnTo>
                <a:cubicBezTo>
                  <a:pt x="92876" y="6846"/>
                  <a:pt x="102225" y="13280"/>
                  <a:pt x="107602" y="19301"/>
                </a:cubicBezTo>
                <a:cubicBezTo>
                  <a:pt x="115547" y="28292"/>
                  <a:pt x="119519" y="38479"/>
                  <a:pt x="119519" y="49861"/>
                </a:cubicBezTo>
                <a:cubicBezTo>
                  <a:pt x="119519" y="63389"/>
                  <a:pt x="114436" y="74813"/>
                  <a:pt x="104269" y="84133"/>
                </a:cubicBezTo>
                <a:cubicBezTo>
                  <a:pt x="98898" y="89000"/>
                  <a:pt x="91996" y="92711"/>
                  <a:pt x="83565" y="95268"/>
                </a:cubicBezTo>
                <a:cubicBezTo>
                  <a:pt x="76951" y="97166"/>
                  <a:pt x="70090" y="98114"/>
                  <a:pt x="62984" y="98114"/>
                </a:cubicBezTo>
                <a:cubicBezTo>
                  <a:pt x="42154" y="98114"/>
                  <a:pt x="25913" y="91515"/>
                  <a:pt x="14259" y="78318"/>
                </a:cubicBezTo>
                <a:cubicBezTo>
                  <a:pt x="4753" y="67513"/>
                  <a:pt x="0" y="55635"/>
                  <a:pt x="0" y="42685"/>
                </a:cubicBezTo>
                <a:cubicBezTo>
                  <a:pt x="0" y="32705"/>
                  <a:pt x="2351" y="23755"/>
                  <a:pt x="7052" y="15837"/>
                </a:cubicBezTo>
                <a:cubicBezTo>
                  <a:pt x="9362" y="12043"/>
                  <a:pt x="12537" y="8949"/>
                  <a:pt x="16579" y="6557"/>
                </a:cubicBezTo>
                <a:cubicBezTo>
                  <a:pt x="19796" y="4578"/>
                  <a:pt x="23013" y="3588"/>
                  <a:pt x="26230" y="3588"/>
                </a:cubicBezTo>
                <a:cubicBezTo>
                  <a:pt x="28869" y="3588"/>
                  <a:pt x="31179" y="4578"/>
                  <a:pt x="33158" y="6557"/>
                </a:cubicBezTo>
                <a:cubicBezTo>
                  <a:pt x="35633" y="8949"/>
                  <a:pt x="36870" y="11960"/>
                  <a:pt x="36870" y="15589"/>
                </a:cubicBezTo>
                <a:cubicBezTo>
                  <a:pt x="36870" y="18146"/>
                  <a:pt x="36041" y="20373"/>
                  <a:pt x="34384" y="22271"/>
                </a:cubicBezTo>
                <a:cubicBezTo>
                  <a:pt x="32149" y="24828"/>
                  <a:pt x="29043" y="26642"/>
                  <a:pt x="25066" y="27714"/>
                </a:cubicBezTo>
                <a:lnTo>
                  <a:pt x="19475" y="29199"/>
                </a:lnTo>
                <a:cubicBezTo>
                  <a:pt x="14258" y="30601"/>
                  <a:pt x="10987" y="32292"/>
                  <a:pt x="9662" y="34272"/>
                </a:cubicBezTo>
                <a:cubicBezTo>
                  <a:pt x="8005" y="36746"/>
                  <a:pt x="7176" y="40046"/>
                  <a:pt x="7176" y="44170"/>
                </a:cubicBezTo>
                <a:cubicBezTo>
                  <a:pt x="7176" y="53656"/>
                  <a:pt x="10810" y="61615"/>
                  <a:pt x="18079" y="68049"/>
                </a:cubicBezTo>
                <a:cubicBezTo>
                  <a:pt x="21714" y="71266"/>
                  <a:pt x="26546" y="73823"/>
                  <a:pt x="32575" y="75720"/>
                </a:cubicBezTo>
                <a:cubicBezTo>
                  <a:pt x="38604" y="77617"/>
                  <a:pt x="44880" y="78566"/>
                  <a:pt x="51404" y="78566"/>
                </a:cubicBezTo>
                <a:cubicBezTo>
                  <a:pt x="62307" y="78566"/>
                  <a:pt x="72301" y="76215"/>
                  <a:pt x="81384" y="71513"/>
                </a:cubicBezTo>
                <a:cubicBezTo>
                  <a:pt x="87663" y="68296"/>
                  <a:pt x="92660" y="63471"/>
                  <a:pt x="96374" y="57037"/>
                </a:cubicBezTo>
                <a:cubicBezTo>
                  <a:pt x="99431" y="51593"/>
                  <a:pt x="100960" y="45655"/>
                  <a:pt x="100960" y="39221"/>
                </a:cubicBezTo>
                <a:cubicBezTo>
                  <a:pt x="100960" y="29900"/>
                  <a:pt x="97514" y="21611"/>
                  <a:pt x="90621" y="14352"/>
                </a:cubicBezTo>
                <a:cubicBezTo>
                  <a:pt x="87912" y="11465"/>
                  <a:pt x="83440" y="7877"/>
                  <a:pt x="77205" y="3588"/>
                </a:cubicBezTo>
                <a:close/>
              </a:path>
            </a:pathLst>
          </a:custGeom>
          <a:solidFill xmlns:a="http://schemas.openxmlformats.org/drawingml/2006/main">
            <a:srgbClr val="231F2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4" name="Text o">
            <a:extLst xmlns:a="http://schemas.openxmlformats.org/drawingml/2006/main">
              <a:ext uri="{FF2B5EF4-FFF2-40B4-BE49-F238E27FC236}">
                <a16:creationId xmlns:a16="http://schemas.microsoft.com/office/drawing/2014/main" id="{113E11E0-3092-4CF5-A825-3508C7DEC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2548" y="978571"/>
            <a:ext cx="119519" cy="111724"/>
          </a:xfrm>
          <a:custGeom xmlns:a="http://schemas.openxmlformats.org/drawingml/2006/main">
            <a:pathLst>
              <a:path w="119519" h="111724">
                <a:moveTo>
                  <a:pt x="0" y="55800"/>
                </a:moveTo>
                <a:cubicBezTo>
                  <a:pt x="0" y="38726"/>
                  <a:pt x="5909" y="24869"/>
                  <a:pt x="17728" y="14228"/>
                </a:cubicBezTo>
                <a:cubicBezTo>
                  <a:pt x="28391" y="4743"/>
                  <a:pt x="41658" y="0"/>
                  <a:pt x="57528" y="0"/>
                </a:cubicBezTo>
                <a:cubicBezTo>
                  <a:pt x="69762" y="0"/>
                  <a:pt x="81168" y="3011"/>
                  <a:pt x="91746" y="9032"/>
                </a:cubicBezTo>
                <a:cubicBezTo>
                  <a:pt x="100837" y="14228"/>
                  <a:pt x="107780" y="21033"/>
                  <a:pt x="112575" y="29447"/>
                </a:cubicBezTo>
                <a:cubicBezTo>
                  <a:pt x="117204" y="37448"/>
                  <a:pt x="119519" y="46397"/>
                  <a:pt x="119519" y="56295"/>
                </a:cubicBezTo>
                <a:cubicBezTo>
                  <a:pt x="119519" y="72709"/>
                  <a:pt x="113567" y="86154"/>
                  <a:pt x="101664" y="96629"/>
                </a:cubicBezTo>
                <a:cubicBezTo>
                  <a:pt x="90258" y="106692"/>
                  <a:pt x="76248" y="111724"/>
                  <a:pt x="59636" y="111724"/>
                </a:cubicBezTo>
                <a:cubicBezTo>
                  <a:pt x="44758" y="111724"/>
                  <a:pt x="31946" y="107806"/>
                  <a:pt x="21200" y="99970"/>
                </a:cubicBezTo>
                <a:cubicBezTo>
                  <a:pt x="7067" y="89577"/>
                  <a:pt x="0" y="74854"/>
                  <a:pt x="0" y="55800"/>
                </a:cubicBezTo>
                <a:moveTo>
                  <a:pt x="7176" y="59017"/>
                </a:moveTo>
                <a:cubicBezTo>
                  <a:pt x="7176" y="66935"/>
                  <a:pt x="10187" y="73740"/>
                  <a:pt x="16208" y="79432"/>
                </a:cubicBezTo>
                <a:cubicBezTo>
                  <a:pt x="23054" y="85783"/>
                  <a:pt x="33365" y="88958"/>
                  <a:pt x="47139" y="88958"/>
                </a:cubicBezTo>
                <a:cubicBezTo>
                  <a:pt x="65946" y="88958"/>
                  <a:pt x="82236" y="85247"/>
                  <a:pt x="96011" y="77823"/>
                </a:cubicBezTo>
                <a:cubicBezTo>
                  <a:pt x="101702" y="74771"/>
                  <a:pt x="106074" y="70606"/>
                  <a:pt x="109126" y="65327"/>
                </a:cubicBezTo>
                <a:cubicBezTo>
                  <a:pt x="111270" y="61615"/>
                  <a:pt x="112343" y="57573"/>
                  <a:pt x="112343" y="53202"/>
                </a:cubicBezTo>
                <a:cubicBezTo>
                  <a:pt x="112343" y="45778"/>
                  <a:pt x="109827" y="39592"/>
                  <a:pt x="104795" y="34643"/>
                </a:cubicBezTo>
                <a:cubicBezTo>
                  <a:pt x="96877" y="26725"/>
                  <a:pt x="84092" y="22765"/>
                  <a:pt x="66440" y="22765"/>
                </a:cubicBezTo>
                <a:cubicBezTo>
                  <a:pt x="50934" y="22765"/>
                  <a:pt x="37118" y="25900"/>
                  <a:pt x="24993" y="32169"/>
                </a:cubicBezTo>
                <a:cubicBezTo>
                  <a:pt x="19054" y="35303"/>
                  <a:pt x="14352" y="39675"/>
                  <a:pt x="10888" y="45283"/>
                </a:cubicBezTo>
                <a:cubicBezTo>
                  <a:pt x="8413" y="49408"/>
                  <a:pt x="7176" y="53985"/>
                  <a:pt x="7176" y="59017"/>
                </a:cubicBezTo>
                <a:close/>
              </a:path>
            </a:pathLst>
          </a:custGeom>
          <a:solidFill xmlns:a="http://schemas.openxmlformats.org/drawingml/2006/main">
            <a:srgbClr val="231F2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5" name="Text d">
            <a:extLst xmlns:a="http://schemas.openxmlformats.org/drawingml/2006/main">
              <a:ext uri="{FF2B5EF4-FFF2-40B4-BE49-F238E27FC236}">
                <a16:creationId xmlns:a16="http://schemas.microsoft.com/office/drawing/2014/main" id="{73F7432F-79D9-45EA-AE97-CA86FC5F4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6253" y="846556"/>
            <a:ext cx="175814" cy="117539"/>
          </a:xfrm>
          <a:custGeom xmlns:a="http://schemas.openxmlformats.org/drawingml/2006/main">
            <a:pathLst>
              <a:path w="175814" h="117539">
                <a:moveTo>
                  <a:pt x="158368" y="0"/>
                </a:moveTo>
                <a:lnTo>
                  <a:pt x="162451" y="0"/>
                </a:lnTo>
                <a:lnTo>
                  <a:pt x="175566" y="37241"/>
                </a:lnTo>
                <a:lnTo>
                  <a:pt x="174824" y="38231"/>
                </a:lnTo>
                <a:lnTo>
                  <a:pt x="158740" y="38231"/>
                </a:lnTo>
                <a:cubicBezTo>
                  <a:pt x="163560" y="41695"/>
                  <a:pt x="167091" y="45118"/>
                  <a:pt x="169334" y="48500"/>
                </a:cubicBezTo>
                <a:cubicBezTo>
                  <a:pt x="173654" y="54852"/>
                  <a:pt x="175814" y="62275"/>
                  <a:pt x="175814" y="70771"/>
                </a:cubicBezTo>
                <a:cubicBezTo>
                  <a:pt x="175814" y="84051"/>
                  <a:pt x="171061" y="95145"/>
                  <a:pt x="161554" y="104053"/>
                </a:cubicBezTo>
                <a:cubicBezTo>
                  <a:pt x="156512" y="108755"/>
                  <a:pt x="149901" y="112301"/>
                  <a:pt x="141720" y="114693"/>
                </a:cubicBezTo>
                <a:cubicBezTo>
                  <a:pt x="135188" y="116590"/>
                  <a:pt x="128286" y="117539"/>
                  <a:pt x="121015" y="117539"/>
                </a:cubicBezTo>
                <a:cubicBezTo>
                  <a:pt x="107789" y="117539"/>
                  <a:pt x="95515" y="114446"/>
                  <a:pt x="84191" y="108260"/>
                </a:cubicBezTo>
                <a:cubicBezTo>
                  <a:pt x="74767" y="103146"/>
                  <a:pt x="67411" y="95928"/>
                  <a:pt x="62122" y="86608"/>
                </a:cubicBezTo>
                <a:cubicBezTo>
                  <a:pt x="58237" y="79762"/>
                  <a:pt x="56295" y="72462"/>
                  <a:pt x="56295" y="64708"/>
                </a:cubicBezTo>
                <a:cubicBezTo>
                  <a:pt x="56295" y="58275"/>
                  <a:pt x="57838" y="52336"/>
                  <a:pt x="60923" y="46892"/>
                </a:cubicBezTo>
                <a:cubicBezTo>
                  <a:pt x="62176" y="44747"/>
                  <a:pt x="64345" y="41860"/>
                  <a:pt x="67430" y="38231"/>
                </a:cubicBezTo>
                <a:lnTo>
                  <a:pt x="27838" y="38231"/>
                </a:lnTo>
                <a:cubicBezTo>
                  <a:pt x="22229" y="38231"/>
                  <a:pt x="18683" y="39015"/>
                  <a:pt x="17198" y="40582"/>
                </a:cubicBezTo>
                <a:cubicBezTo>
                  <a:pt x="15713" y="42232"/>
                  <a:pt x="14971" y="45325"/>
                  <a:pt x="14971" y="49861"/>
                </a:cubicBezTo>
                <a:cubicBezTo>
                  <a:pt x="14971" y="51593"/>
                  <a:pt x="15053" y="53449"/>
                  <a:pt x="15218" y="55429"/>
                </a:cubicBezTo>
                <a:lnTo>
                  <a:pt x="11135" y="55429"/>
                </a:lnTo>
                <a:cubicBezTo>
                  <a:pt x="7424" y="41242"/>
                  <a:pt x="3712" y="28828"/>
                  <a:pt x="0" y="18188"/>
                </a:cubicBezTo>
                <a:lnTo>
                  <a:pt x="495" y="16950"/>
                </a:lnTo>
                <a:lnTo>
                  <a:pt x="144140" y="16950"/>
                </a:lnTo>
                <a:cubicBezTo>
                  <a:pt x="150847" y="16950"/>
                  <a:pt x="154854" y="16084"/>
                  <a:pt x="156161" y="14352"/>
                </a:cubicBezTo>
                <a:cubicBezTo>
                  <a:pt x="157715" y="12455"/>
                  <a:pt x="158492" y="9609"/>
                  <a:pt x="158492" y="5815"/>
                </a:cubicBezTo>
                <a:cubicBezTo>
                  <a:pt x="158492" y="5320"/>
                  <a:pt x="158451" y="3382"/>
                  <a:pt x="158368" y="0"/>
                </a:cubicBezTo>
                <a:moveTo>
                  <a:pt x="147233" y="38231"/>
                </a:moveTo>
                <a:lnTo>
                  <a:pt x="88958" y="38231"/>
                </a:lnTo>
                <a:cubicBezTo>
                  <a:pt x="82030" y="38231"/>
                  <a:pt x="75761" y="41159"/>
                  <a:pt x="70152" y="47016"/>
                </a:cubicBezTo>
                <a:cubicBezTo>
                  <a:pt x="65698" y="51800"/>
                  <a:pt x="63471" y="57491"/>
                  <a:pt x="63471" y="64090"/>
                </a:cubicBezTo>
                <a:cubicBezTo>
                  <a:pt x="63471" y="72091"/>
                  <a:pt x="66770" y="79060"/>
                  <a:pt x="73369" y="84999"/>
                </a:cubicBezTo>
                <a:cubicBezTo>
                  <a:pt x="77246" y="88546"/>
                  <a:pt x="83185" y="91350"/>
                  <a:pt x="91186" y="93413"/>
                </a:cubicBezTo>
                <a:cubicBezTo>
                  <a:pt x="97372" y="94980"/>
                  <a:pt x="103929" y="95763"/>
                  <a:pt x="110858" y="95763"/>
                </a:cubicBezTo>
                <a:cubicBezTo>
                  <a:pt x="124055" y="95763"/>
                  <a:pt x="135727" y="93165"/>
                  <a:pt x="145872" y="87969"/>
                </a:cubicBezTo>
                <a:cubicBezTo>
                  <a:pt x="150904" y="85329"/>
                  <a:pt x="155069" y="81205"/>
                  <a:pt x="158368" y="75596"/>
                </a:cubicBezTo>
                <a:cubicBezTo>
                  <a:pt x="161090" y="71060"/>
                  <a:pt x="162451" y="66111"/>
                  <a:pt x="162451" y="60749"/>
                </a:cubicBezTo>
                <a:cubicBezTo>
                  <a:pt x="162451" y="53161"/>
                  <a:pt x="159936" y="47057"/>
                  <a:pt x="154904" y="42438"/>
                </a:cubicBezTo>
                <a:cubicBezTo>
                  <a:pt x="151852" y="39633"/>
                  <a:pt x="149295" y="38231"/>
                  <a:pt x="147233" y="38231"/>
                </a:cubicBezTo>
                <a:close/>
              </a:path>
            </a:pathLst>
          </a:custGeom>
          <a:solidFill xmlns:a="http://schemas.openxmlformats.org/drawingml/2006/main">
            <a:srgbClr val="231F2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6" name="Text e">
            <a:extLst xmlns:a="http://schemas.openxmlformats.org/drawingml/2006/main">
              <a:ext uri="{FF2B5EF4-FFF2-40B4-BE49-F238E27FC236}">
                <a16:creationId xmlns:a16="http://schemas.microsoft.com/office/drawing/2014/main" id="{DAD0976D-C90F-40FC-9CB5-ABD40FC82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2548" y="736812"/>
            <a:ext cx="119519" cy="101084"/>
          </a:xfrm>
          <a:custGeom xmlns:a="http://schemas.openxmlformats.org/drawingml/2006/main">
            <a:pathLst>
              <a:path w="119519" h="101084">
                <a:moveTo>
                  <a:pt x="75152" y="4083"/>
                </a:moveTo>
                <a:lnTo>
                  <a:pt x="77011" y="0"/>
                </a:lnTo>
                <a:cubicBezTo>
                  <a:pt x="88610" y="4454"/>
                  <a:pt x="97850" y="10310"/>
                  <a:pt x="104730" y="17569"/>
                </a:cubicBezTo>
                <a:cubicBezTo>
                  <a:pt x="114589" y="27962"/>
                  <a:pt x="119519" y="39963"/>
                  <a:pt x="119519" y="53573"/>
                </a:cubicBezTo>
                <a:cubicBezTo>
                  <a:pt x="119519" y="67760"/>
                  <a:pt x="114683" y="79184"/>
                  <a:pt x="105012" y="87845"/>
                </a:cubicBezTo>
                <a:cubicBezTo>
                  <a:pt x="99888" y="92382"/>
                  <a:pt x="92904" y="95846"/>
                  <a:pt x="84060" y="98238"/>
                </a:cubicBezTo>
                <a:cubicBezTo>
                  <a:pt x="77283" y="100135"/>
                  <a:pt x="70175" y="101084"/>
                  <a:pt x="62736" y="101084"/>
                </a:cubicBezTo>
                <a:cubicBezTo>
                  <a:pt x="49016" y="101084"/>
                  <a:pt x="36700" y="98197"/>
                  <a:pt x="25789" y="92423"/>
                </a:cubicBezTo>
                <a:cubicBezTo>
                  <a:pt x="18020" y="88381"/>
                  <a:pt x="11697" y="82112"/>
                  <a:pt x="6820" y="73617"/>
                </a:cubicBezTo>
                <a:cubicBezTo>
                  <a:pt x="2273" y="65781"/>
                  <a:pt x="0" y="57326"/>
                  <a:pt x="0" y="48253"/>
                </a:cubicBezTo>
                <a:cubicBezTo>
                  <a:pt x="0" y="34396"/>
                  <a:pt x="4867" y="23549"/>
                  <a:pt x="14600" y="15713"/>
                </a:cubicBezTo>
                <a:cubicBezTo>
                  <a:pt x="20126" y="11341"/>
                  <a:pt x="26353" y="8413"/>
                  <a:pt x="33282" y="6929"/>
                </a:cubicBezTo>
                <a:cubicBezTo>
                  <a:pt x="37076" y="6104"/>
                  <a:pt x="41489" y="5403"/>
                  <a:pt x="46521" y="4825"/>
                </a:cubicBezTo>
                <a:lnTo>
                  <a:pt x="46521" y="82896"/>
                </a:lnTo>
                <a:cubicBezTo>
                  <a:pt x="60409" y="82401"/>
                  <a:pt x="71569" y="80050"/>
                  <a:pt x="80000" y="75844"/>
                </a:cubicBezTo>
                <a:cubicBezTo>
                  <a:pt x="94633" y="68668"/>
                  <a:pt x="101950" y="57780"/>
                  <a:pt x="101950" y="43180"/>
                </a:cubicBezTo>
                <a:cubicBezTo>
                  <a:pt x="101950" y="32292"/>
                  <a:pt x="97649" y="22683"/>
                  <a:pt x="89047" y="14352"/>
                </a:cubicBezTo>
                <a:cubicBezTo>
                  <a:pt x="85988" y="11383"/>
                  <a:pt x="81356" y="7960"/>
                  <a:pt x="75152" y="4083"/>
                </a:cubicBezTo>
                <a:moveTo>
                  <a:pt x="38355" y="82401"/>
                </a:moveTo>
                <a:lnTo>
                  <a:pt x="38355" y="30684"/>
                </a:lnTo>
                <a:cubicBezTo>
                  <a:pt x="28292" y="32169"/>
                  <a:pt x="21033" y="34519"/>
                  <a:pt x="16579" y="37736"/>
                </a:cubicBezTo>
                <a:cubicBezTo>
                  <a:pt x="11630" y="41283"/>
                  <a:pt x="9156" y="47181"/>
                  <a:pt x="9156" y="55429"/>
                </a:cubicBezTo>
                <a:cubicBezTo>
                  <a:pt x="9156" y="70606"/>
                  <a:pt x="18889" y="79597"/>
                  <a:pt x="38355" y="82401"/>
                </a:cubicBezTo>
                <a:close/>
              </a:path>
            </a:pathLst>
          </a:custGeom>
          <a:solidFill xmlns:a="http://schemas.openxmlformats.org/drawingml/2006/main">
            <a:srgbClr val="231F2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7" name="Text r">
            <a:extLst xmlns:a="http://schemas.openxmlformats.org/drawingml/2006/main">
              <a:ext uri="{FF2B5EF4-FFF2-40B4-BE49-F238E27FC236}">
                <a16:creationId xmlns:a16="http://schemas.microsoft.com/office/drawing/2014/main" id="{0C6F4267-6D44-4809-A97E-559E08715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2548" y="646701"/>
            <a:ext cx="116797" cy="83762"/>
          </a:xfrm>
          <a:custGeom xmlns:a="http://schemas.openxmlformats.org/drawingml/2006/main">
            <a:pathLst>
              <a:path w="116797" h="83762">
                <a:moveTo>
                  <a:pt x="112961" y="83762"/>
                </a:moveTo>
                <a:cubicBezTo>
                  <a:pt x="111641" y="76586"/>
                  <a:pt x="110239" y="71884"/>
                  <a:pt x="108755" y="69657"/>
                </a:cubicBezTo>
                <a:cubicBezTo>
                  <a:pt x="107187" y="67183"/>
                  <a:pt x="102774" y="65904"/>
                  <a:pt x="95516" y="65822"/>
                </a:cubicBezTo>
                <a:lnTo>
                  <a:pt x="32169" y="65822"/>
                </a:lnTo>
                <a:cubicBezTo>
                  <a:pt x="25018" y="65822"/>
                  <a:pt x="20444" y="66894"/>
                  <a:pt x="18447" y="69039"/>
                </a:cubicBezTo>
                <a:cubicBezTo>
                  <a:pt x="17367" y="70193"/>
                  <a:pt x="16827" y="72008"/>
                  <a:pt x="16827" y="74483"/>
                </a:cubicBezTo>
                <a:cubicBezTo>
                  <a:pt x="16827" y="76957"/>
                  <a:pt x="17198" y="79885"/>
                  <a:pt x="17940" y="83267"/>
                </a:cubicBezTo>
                <a:lnTo>
                  <a:pt x="13857" y="83267"/>
                </a:lnTo>
                <a:cubicBezTo>
                  <a:pt x="9568" y="70070"/>
                  <a:pt x="5031" y="57573"/>
                  <a:pt x="247" y="45778"/>
                </a:cubicBezTo>
                <a:lnTo>
                  <a:pt x="742" y="44541"/>
                </a:lnTo>
                <a:lnTo>
                  <a:pt x="24003" y="44541"/>
                </a:lnTo>
                <a:cubicBezTo>
                  <a:pt x="15213" y="38437"/>
                  <a:pt x="9243" y="33447"/>
                  <a:pt x="6093" y="29570"/>
                </a:cubicBezTo>
                <a:cubicBezTo>
                  <a:pt x="2031" y="24456"/>
                  <a:pt x="0" y="19301"/>
                  <a:pt x="0" y="14105"/>
                </a:cubicBezTo>
                <a:cubicBezTo>
                  <a:pt x="0" y="9238"/>
                  <a:pt x="1367" y="5609"/>
                  <a:pt x="4102" y="3217"/>
                </a:cubicBezTo>
                <a:cubicBezTo>
                  <a:pt x="6590" y="1072"/>
                  <a:pt x="9740" y="0"/>
                  <a:pt x="13552" y="0"/>
                </a:cubicBezTo>
                <a:cubicBezTo>
                  <a:pt x="17614" y="0"/>
                  <a:pt x="20681" y="1155"/>
                  <a:pt x="22754" y="3464"/>
                </a:cubicBezTo>
                <a:cubicBezTo>
                  <a:pt x="24246" y="5114"/>
                  <a:pt x="24993" y="7217"/>
                  <a:pt x="24993" y="9774"/>
                </a:cubicBezTo>
                <a:cubicBezTo>
                  <a:pt x="24993" y="12991"/>
                  <a:pt x="23302" y="16455"/>
                  <a:pt x="19920" y="20167"/>
                </a:cubicBezTo>
                <a:cubicBezTo>
                  <a:pt x="17363" y="23054"/>
                  <a:pt x="16084" y="25240"/>
                  <a:pt x="16084" y="26725"/>
                </a:cubicBezTo>
                <a:cubicBezTo>
                  <a:pt x="16084" y="30271"/>
                  <a:pt x="18476" y="34107"/>
                  <a:pt x="23260" y="38231"/>
                </a:cubicBezTo>
                <a:cubicBezTo>
                  <a:pt x="28209" y="42438"/>
                  <a:pt x="32787" y="44541"/>
                  <a:pt x="36994" y="44541"/>
                </a:cubicBezTo>
                <a:lnTo>
                  <a:pt x="94031" y="44541"/>
                </a:lnTo>
                <a:cubicBezTo>
                  <a:pt x="102445" y="44459"/>
                  <a:pt x="107682" y="42561"/>
                  <a:pt x="109744" y="38850"/>
                </a:cubicBezTo>
                <a:cubicBezTo>
                  <a:pt x="111559" y="35715"/>
                  <a:pt x="112631" y="30395"/>
                  <a:pt x="112961" y="22889"/>
                </a:cubicBezTo>
                <a:lnTo>
                  <a:pt x="116797" y="22889"/>
                </a:lnTo>
                <a:lnTo>
                  <a:pt x="116797" y="83762"/>
                </a:lnTo>
                <a:lnTo>
                  <a:pt x="112961" y="83762"/>
                </a:lnTo>
                <a:close/>
              </a:path>
            </a:pathLst>
          </a:custGeom>
          <a:solidFill xmlns:a="http://schemas.openxmlformats.org/drawingml/2006/main">
            <a:srgbClr val="231F2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CD6EE30-7122-46E0-9DCD-0F4002781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30525" y="873734"/>
            <a:ext cx="1634446" cy="28154"/>
          </a:xfrm>
          <a:custGeom xmlns:a="http://schemas.openxmlformats.org/drawingml/2006/main">
            <a:pathLst>
              <a:path w="1634446" h="28154">
                <a:moveTo>
                  <a:pt x="0" y="28154"/>
                </a:moveTo>
                <a:lnTo>
                  <a:pt x="1634446" y="28154"/>
                </a:lnTo>
                <a:lnTo>
                  <a:pt x="1634446" y="0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231F2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05A28B6-3E04-43EA-B957-B9B63A21D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7771" y="1302880"/>
            <a:ext cx="1634446" cy="28154"/>
          </a:xfrm>
          <a:custGeom xmlns:a="http://schemas.openxmlformats.org/drawingml/2006/main">
            <a:pathLst>
              <a:path w="1634446" h="28154">
                <a:moveTo>
                  <a:pt x="0" y="28154"/>
                </a:moveTo>
                <a:lnTo>
                  <a:pt x="1634446" y="28154"/>
                </a:lnTo>
                <a:lnTo>
                  <a:pt x="1634446" y="0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231F2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C4C8381-15AC-4C11-9FCF-4D66B9F10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30539" y="1732025"/>
            <a:ext cx="1634446" cy="28154"/>
          </a:xfrm>
          <a:custGeom xmlns:a="http://schemas.openxmlformats.org/drawingml/2006/main">
            <a:pathLst>
              <a:path w="1634446" h="28154">
                <a:moveTo>
                  <a:pt x="0" y="28154"/>
                </a:moveTo>
                <a:lnTo>
                  <a:pt x="1634446" y="28154"/>
                </a:lnTo>
                <a:lnTo>
                  <a:pt x="1634446" y="0"/>
                </a:lnTo>
                <a:lnTo>
                  <a:pt x="0" y="0"/>
                </a:lnTo>
                <a:lnTo>
                  <a:pt x="0" y="28154"/>
                </a:lnTo>
                <a:close/>
              </a:path>
            </a:pathLst>
          </a:custGeom>
          <a:solidFill xmlns:a="http://schemas.openxmlformats.org/drawingml/2006/main">
            <a:srgbClr val="231F2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2D654A6-6125-4AD9-82FC-4486F9826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5877" y="531072"/>
            <a:ext cx="28154" cy="1634221"/>
          </a:xfrm>
          <a:custGeom xmlns:a="http://schemas.openxmlformats.org/drawingml/2006/main">
            <a:pathLst>
              <a:path w="28154" h="1634221">
                <a:moveTo>
                  <a:pt x="28154" y="0"/>
                </a:moveTo>
                <a:lnTo>
                  <a:pt x="0" y="0"/>
                </a:lnTo>
                <a:lnTo>
                  <a:pt x="0" y="1634221"/>
                </a:lnTo>
                <a:lnTo>
                  <a:pt x="28154" y="1634221"/>
                </a:lnTo>
                <a:lnTo>
                  <a:pt x="28154" y="0"/>
                </a:lnTo>
                <a:close/>
              </a:path>
            </a:pathLst>
          </a:custGeom>
          <a:solidFill xmlns:a="http://schemas.openxmlformats.org/drawingml/2006/main">
            <a:srgbClr val="231F2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AACF919-783C-4F28-98AB-6B489BCC4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5006" y="529101"/>
            <a:ext cx="28154" cy="1634221"/>
          </a:xfrm>
          <a:custGeom xmlns:a="http://schemas.openxmlformats.org/drawingml/2006/main">
            <a:pathLst>
              <a:path w="28154" h="1634221">
                <a:moveTo>
                  <a:pt x="28154" y="0"/>
                </a:moveTo>
                <a:lnTo>
                  <a:pt x="0" y="0"/>
                </a:lnTo>
                <a:lnTo>
                  <a:pt x="0" y="1634221"/>
                </a:lnTo>
                <a:lnTo>
                  <a:pt x="28154" y="1634221"/>
                </a:lnTo>
                <a:lnTo>
                  <a:pt x="28154" y="0"/>
                </a:lnTo>
                <a:close/>
              </a:path>
            </a:pathLst>
          </a:custGeom>
          <a:solidFill xmlns:a="http://schemas.openxmlformats.org/drawingml/2006/main">
            <a:srgbClr val="231F2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7F87710-ECFD-49D8-A6A6-A16C98B73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4163" y="531072"/>
            <a:ext cx="28154" cy="1634221"/>
          </a:xfrm>
          <a:custGeom xmlns:a="http://schemas.openxmlformats.org/drawingml/2006/main">
            <a:pathLst>
              <a:path w="28154" h="1634221">
                <a:moveTo>
                  <a:pt x="28154" y="0"/>
                </a:moveTo>
                <a:lnTo>
                  <a:pt x="0" y="0"/>
                </a:lnTo>
                <a:lnTo>
                  <a:pt x="0" y="1634221"/>
                </a:lnTo>
                <a:lnTo>
                  <a:pt x="28154" y="1634221"/>
                </a:lnTo>
                <a:lnTo>
                  <a:pt x="28154" y="0"/>
                </a:lnTo>
                <a:close/>
              </a:path>
            </a:pathLst>
          </a:custGeom>
          <a:solidFill xmlns:a="http://schemas.openxmlformats.org/drawingml/2006/main">
            <a:srgbClr val="231F2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8AC5FD8-42FC-4EA2-87CA-19984120F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5745" y="743632"/>
            <a:ext cx="288385" cy="288357"/>
          </a:xfrm>
          <a:custGeom xmlns:a="http://schemas.openxmlformats.org/drawingml/2006/main">
            <a:pathLst>
              <a:path w="288385" h="288357">
                <a:moveTo>
                  <a:pt x="288385" y="144179"/>
                </a:moveTo>
                <a:cubicBezTo>
                  <a:pt x="288385" y="223799"/>
                  <a:pt x="223827" y="288357"/>
                  <a:pt x="144207" y="288357"/>
                </a:cubicBezTo>
                <a:cubicBezTo>
                  <a:pt x="64558" y="288357"/>
                  <a:pt x="0" y="223799"/>
                  <a:pt x="0" y="144179"/>
                </a:cubicBezTo>
                <a:cubicBezTo>
                  <a:pt x="0" y="64558"/>
                  <a:pt x="64558" y="0"/>
                  <a:pt x="144207" y="0"/>
                </a:cubicBezTo>
                <a:cubicBezTo>
                  <a:pt x="223827" y="0"/>
                  <a:pt x="288385" y="64558"/>
                  <a:pt x="288385" y="144179"/>
                </a:cubicBez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9BAB555-CC43-4D81-B8D7-3D848C3B9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668" y="729555"/>
            <a:ext cx="316540" cy="316511"/>
          </a:xfrm>
          <a:custGeom xmlns:a="http://schemas.openxmlformats.org/drawingml/2006/main">
            <a:pathLst>
              <a:path w="316540" h="316511">
                <a:moveTo>
                  <a:pt x="302462" y="158256"/>
                </a:moveTo>
                <a:lnTo>
                  <a:pt x="288385" y="158256"/>
                </a:lnTo>
                <a:cubicBezTo>
                  <a:pt x="288385" y="194237"/>
                  <a:pt x="273858" y="226671"/>
                  <a:pt x="250264" y="250264"/>
                </a:cubicBezTo>
                <a:cubicBezTo>
                  <a:pt x="226699" y="273829"/>
                  <a:pt x="194237" y="288357"/>
                  <a:pt x="158284" y="288357"/>
                </a:cubicBezTo>
                <a:cubicBezTo>
                  <a:pt x="122303" y="288357"/>
                  <a:pt x="89869" y="273829"/>
                  <a:pt x="66275" y="250264"/>
                </a:cubicBezTo>
                <a:cubicBezTo>
                  <a:pt x="42710" y="226671"/>
                  <a:pt x="28183" y="194237"/>
                  <a:pt x="28154" y="158256"/>
                </a:cubicBezTo>
                <a:cubicBezTo>
                  <a:pt x="28183" y="122274"/>
                  <a:pt x="42710" y="89841"/>
                  <a:pt x="66275" y="66247"/>
                </a:cubicBezTo>
                <a:cubicBezTo>
                  <a:pt x="89869" y="42682"/>
                  <a:pt x="122303" y="28154"/>
                  <a:pt x="158284" y="28154"/>
                </a:cubicBezTo>
                <a:cubicBezTo>
                  <a:pt x="194237" y="28154"/>
                  <a:pt x="226699" y="42682"/>
                  <a:pt x="250264" y="66247"/>
                </a:cubicBezTo>
                <a:cubicBezTo>
                  <a:pt x="273858" y="89841"/>
                  <a:pt x="288385" y="122274"/>
                  <a:pt x="288385" y="158256"/>
                </a:cubicBezTo>
                <a:lnTo>
                  <a:pt x="302462" y="158256"/>
                </a:lnTo>
                <a:lnTo>
                  <a:pt x="316540" y="158256"/>
                </a:lnTo>
                <a:cubicBezTo>
                  <a:pt x="316540" y="70836"/>
                  <a:pt x="245675" y="0"/>
                  <a:pt x="158284" y="0"/>
                </a:cubicBezTo>
                <a:cubicBezTo>
                  <a:pt x="70865" y="0"/>
                  <a:pt x="28" y="70836"/>
                  <a:pt x="0" y="158256"/>
                </a:cubicBezTo>
                <a:cubicBezTo>
                  <a:pt x="28" y="245675"/>
                  <a:pt x="70865" y="316511"/>
                  <a:pt x="158284" y="316511"/>
                </a:cubicBezTo>
                <a:cubicBezTo>
                  <a:pt x="245675" y="316511"/>
                  <a:pt x="316540" y="245675"/>
                  <a:pt x="316540" y="158256"/>
                </a:cubicBezTo>
                <a:lnTo>
                  <a:pt x="302462" y="158256"/>
                </a:lnTo>
                <a:close/>
              </a:path>
            </a:pathLst>
          </a:custGeom>
          <a:solidFill xmlns:a="http://schemas.openxmlformats.org/drawingml/2006/main">
            <a:srgbClr val="231F2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6168704-A55B-4F8C-87B1-8BA3243FB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34891" y="743632"/>
            <a:ext cx="288385" cy="288357"/>
          </a:xfrm>
          <a:custGeom xmlns:a="http://schemas.openxmlformats.org/drawingml/2006/main">
            <a:pathLst>
              <a:path w="288385" h="288357">
                <a:moveTo>
                  <a:pt x="288385" y="144179"/>
                </a:moveTo>
                <a:cubicBezTo>
                  <a:pt x="288385" y="223799"/>
                  <a:pt x="223827" y="288357"/>
                  <a:pt x="144207" y="288357"/>
                </a:cubicBezTo>
                <a:cubicBezTo>
                  <a:pt x="64558" y="288357"/>
                  <a:pt x="0" y="223799"/>
                  <a:pt x="0" y="144179"/>
                </a:cubicBezTo>
                <a:cubicBezTo>
                  <a:pt x="0" y="64558"/>
                  <a:pt x="64558" y="0"/>
                  <a:pt x="144207" y="0"/>
                </a:cubicBezTo>
                <a:cubicBezTo>
                  <a:pt x="223827" y="0"/>
                  <a:pt x="288385" y="64558"/>
                  <a:pt x="288385" y="144179"/>
                </a:cubicBez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30F433D-04AD-4526-B51F-30CD699F2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0813" y="729555"/>
            <a:ext cx="316540" cy="316511"/>
          </a:xfrm>
          <a:custGeom xmlns:a="http://schemas.openxmlformats.org/drawingml/2006/main">
            <a:pathLst>
              <a:path w="316540" h="316511">
                <a:moveTo>
                  <a:pt x="302462" y="158256"/>
                </a:moveTo>
                <a:lnTo>
                  <a:pt x="288385" y="158256"/>
                </a:lnTo>
                <a:cubicBezTo>
                  <a:pt x="288385" y="194237"/>
                  <a:pt x="273858" y="226671"/>
                  <a:pt x="250264" y="250264"/>
                </a:cubicBezTo>
                <a:cubicBezTo>
                  <a:pt x="226699" y="273829"/>
                  <a:pt x="194237" y="288357"/>
                  <a:pt x="158284" y="288357"/>
                </a:cubicBezTo>
                <a:cubicBezTo>
                  <a:pt x="122303" y="288357"/>
                  <a:pt x="89869" y="273829"/>
                  <a:pt x="66275" y="250264"/>
                </a:cubicBezTo>
                <a:cubicBezTo>
                  <a:pt x="42710" y="226671"/>
                  <a:pt x="28183" y="194237"/>
                  <a:pt x="28154" y="158256"/>
                </a:cubicBezTo>
                <a:cubicBezTo>
                  <a:pt x="28183" y="122274"/>
                  <a:pt x="42710" y="89841"/>
                  <a:pt x="66275" y="66247"/>
                </a:cubicBezTo>
                <a:cubicBezTo>
                  <a:pt x="89869" y="42682"/>
                  <a:pt x="122303" y="28154"/>
                  <a:pt x="158284" y="28154"/>
                </a:cubicBezTo>
                <a:cubicBezTo>
                  <a:pt x="194237" y="28154"/>
                  <a:pt x="226699" y="42682"/>
                  <a:pt x="250264" y="66247"/>
                </a:cubicBezTo>
                <a:cubicBezTo>
                  <a:pt x="273858" y="89841"/>
                  <a:pt x="288385" y="122274"/>
                  <a:pt x="288385" y="158256"/>
                </a:cubicBezTo>
                <a:lnTo>
                  <a:pt x="302462" y="158256"/>
                </a:lnTo>
                <a:lnTo>
                  <a:pt x="316540" y="158256"/>
                </a:lnTo>
                <a:cubicBezTo>
                  <a:pt x="316540" y="70836"/>
                  <a:pt x="245675" y="0"/>
                  <a:pt x="158284" y="0"/>
                </a:cubicBezTo>
                <a:cubicBezTo>
                  <a:pt x="70865" y="0"/>
                  <a:pt x="28" y="70836"/>
                  <a:pt x="0" y="158256"/>
                </a:cubicBezTo>
                <a:cubicBezTo>
                  <a:pt x="28" y="245675"/>
                  <a:pt x="70865" y="316511"/>
                  <a:pt x="158284" y="316511"/>
                </a:cubicBezTo>
                <a:cubicBezTo>
                  <a:pt x="245675" y="316511"/>
                  <a:pt x="316540" y="245675"/>
                  <a:pt x="316540" y="158256"/>
                </a:cubicBezTo>
                <a:lnTo>
                  <a:pt x="302462" y="158256"/>
                </a:lnTo>
                <a:close/>
              </a:path>
            </a:pathLst>
          </a:custGeom>
          <a:solidFill xmlns:a="http://schemas.openxmlformats.org/drawingml/2006/main">
            <a:srgbClr val="231F2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606436B-9876-4D37-92FA-06E86F8CE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4039" y="743632"/>
            <a:ext cx="288385" cy="288357"/>
          </a:xfrm>
          <a:custGeom xmlns:a="http://schemas.openxmlformats.org/drawingml/2006/main">
            <a:pathLst>
              <a:path w="288385" h="288357">
                <a:moveTo>
                  <a:pt x="288385" y="144179"/>
                </a:moveTo>
                <a:cubicBezTo>
                  <a:pt x="288385" y="223799"/>
                  <a:pt x="223827" y="288357"/>
                  <a:pt x="144207" y="288357"/>
                </a:cubicBezTo>
                <a:cubicBezTo>
                  <a:pt x="64558" y="288357"/>
                  <a:pt x="0" y="223799"/>
                  <a:pt x="0" y="144179"/>
                </a:cubicBezTo>
                <a:cubicBezTo>
                  <a:pt x="0" y="64558"/>
                  <a:pt x="64558" y="0"/>
                  <a:pt x="144207" y="0"/>
                </a:cubicBezTo>
                <a:cubicBezTo>
                  <a:pt x="223827" y="0"/>
                  <a:pt x="288385" y="64558"/>
                  <a:pt x="288385" y="144179"/>
                </a:cubicBez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2616D3F-6416-4D45-9A66-1CE8535BD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9962" y="729555"/>
            <a:ext cx="316540" cy="316511"/>
          </a:xfrm>
          <a:custGeom xmlns:a="http://schemas.openxmlformats.org/drawingml/2006/main">
            <a:pathLst>
              <a:path w="316540" h="316511">
                <a:moveTo>
                  <a:pt x="302462" y="158256"/>
                </a:moveTo>
                <a:lnTo>
                  <a:pt x="288385" y="158256"/>
                </a:lnTo>
                <a:cubicBezTo>
                  <a:pt x="288385" y="194237"/>
                  <a:pt x="273858" y="226671"/>
                  <a:pt x="250264" y="250264"/>
                </a:cubicBezTo>
                <a:cubicBezTo>
                  <a:pt x="226699" y="273829"/>
                  <a:pt x="194237" y="288357"/>
                  <a:pt x="158284" y="288357"/>
                </a:cubicBezTo>
                <a:cubicBezTo>
                  <a:pt x="122303" y="288357"/>
                  <a:pt x="89869" y="273829"/>
                  <a:pt x="66275" y="250264"/>
                </a:cubicBezTo>
                <a:cubicBezTo>
                  <a:pt x="42710" y="226671"/>
                  <a:pt x="28183" y="194237"/>
                  <a:pt x="28154" y="158256"/>
                </a:cubicBezTo>
                <a:cubicBezTo>
                  <a:pt x="28183" y="122274"/>
                  <a:pt x="42710" y="89841"/>
                  <a:pt x="66275" y="66247"/>
                </a:cubicBezTo>
                <a:cubicBezTo>
                  <a:pt x="89869" y="42682"/>
                  <a:pt x="122303" y="28154"/>
                  <a:pt x="158284" y="28154"/>
                </a:cubicBezTo>
                <a:cubicBezTo>
                  <a:pt x="194237" y="28154"/>
                  <a:pt x="226699" y="42682"/>
                  <a:pt x="250264" y="66247"/>
                </a:cubicBezTo>
                <a:cubicBezTo>
                  <a:pt x="273858" y="89841"/>
                  <a:pt x="288385" y="122274"/>
                  <a:pt x="288385" y="158256"/>
                </a:cubicBezTo>
                <a:lnTo>
                  <a:pt x="302462" y="158256"/>
                </a:lnTo>
                <a:lnTo>
                  <a:pt x="316540" y="158256"/>
                </a:lnTo>
                <a:cubicBezTo>
                  <a:pt x="316540" y="70836"/>
                  <a:pt x="245675" y="0"/>
                  <a:pt x="158284" y="0"/>
                </a:cubicBezTo>
                <a:cubicBezTo>
                  <a:pt x="70865" y="0"/>
                  <a:pt x="28" y="70836"/>
                  <a:pt x="0" y="158256"/>
                </a:cubicBezTo>
                <a:cubicBezTo>
                  <a:pt x="28" y="245675"/>
                  <a:pt x="70865" y="316511"/>
                  <a:pt x="158284" y="316511"/>
                </a:cubicBezTo>
                <a:cubicBezTo>
                  <a:pt x="245675" y="316511"/>
                  <a:pt x="316540" y="245675"/>
                  <a:pt x="316540" y="158256"/>
                </a:cubicBezTo>
                <a:lnTo>
                  <a:pt x="302462" y="158256"/>
                </a:lnTo>
                <a:close/>
              </a:path>
            </a:pathLst>
          </a:custGeom>
          <a:solidFill xmlns:a="http://schemas.openxmlformats.org/drawingml/2006/main">
            <a:srgbClr val="231F2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B4B343A-2206-4936-B9DC-0BCE25524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4039" y="1172778"/>
            <a:ext cx="288385" cy="288357"/>
          </a:xfrm>
          <a:custGeom xmlns:a="http://schemas.openxmlformats.org/drawingml/2006/main">
            <a:pathLst>
              <a:path w="288385" h="288357">
                <a:moveTo>
                  <a:pt x="288385" y="144179"/>
                </a:moveTo>
                <a:cubicBezTo>
                  <a:pt x="288385" y="223799"/>
                  <a:pt x="223827" y="288357"/>
                  <a:pt x="144207" y="288357"/>
                </a:cubicBezTo>
                <a:cubicBezTo>
                  <a:pt x="64558" y="288357"/>
                  <a:pt x="0" y="223799"/>
                  <a:pt x="0" y="144179"/>
                </a:cubicBezTo>
                <a:cubicBezTo>
                  <a:pt x="0" y="64558"/>
                  <a:pt x="64558" y="0"/>
                  <a:pt x="144207" y="0"/>
                </a:cubicBezTo>
                <a:cubicBezTo>
                  <a:pt x="223827" y="0"/>
                  <a:pt x="288385" y="64558"/>
                  <a:pt x="288385" y="144179"/>
                </a:cubicBez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2AA5598-430E-41DF-909E-CCCBF3672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9962" y="1158701"/>
            <a:ext cx="316540" cy="316511"/>
          </a:xfrm>
          <a:custGeom xmlns:a="http://schemas.openxmlformats.org/drawingml/2006/main">
            <a:pathLst>
              <a:path w="316540" h="316511">
                <a:moveTo>
                  <a:pt x="302462" y="158256"/>
                </a:moveTo>
                <a:lnTo>
                  <a:pt x="288385" y="158256"/>
                </a:lnTo>
                <a:cubicBezTo>
                  <a:pt x="288385" y="194237"/>
                  <a:pt x="273858" y="226671"/>
                  <a:pt x="250264" y="250264"/>
                </a:cubicBezTo>
                <a:cubicBezTo>
                  <a:pt x="226699" y="273829"/>
                  <a:pt x="194237" y="288357"/>
                  <a:pt x="158284" y="288357"/>
                </a:cubicBezTo>
                <a:cubicBezTo>
                  <a:pt x="122303" y="288357"/>
                  <a:pt x="89869" y="273829"/>
                  <a:pt x="66275" y="250264"/>
                </a:cubicBezTo>
                <a:cubicBezTo>
                  <a:pt x="42710" y="226671"/>
                  <a:pt x="28183" y="194237"/>
                  <a:pt x="28154" y="158256"/>
                </a:cubicBezTo>
                <a:cubicBezTo>
                  <a:pt x="28183" y="122274"/>
                  <a:pt x="42710" y="89841"/>
                  <a:pt x="66275" y="66247"/>
                </a:cubicBezTo>
                <a:cubicBezTo>
                  <a:pt x="89869" y="42682"/>
                  <a:pt x="122303" y="28154"/>
                  <a:pt x="158284" y="28154"/>
                </a:cubicBezTo>
                <a:cubicBezTo>
                  <a:pt x="194237" y="28154"/>
                  <a:pt x="226699" y="42682"/>
                  <a:pt x="250264" y="66247"/>
                </a:cubicBezTo>
                <a:cubicBezTo>
                  <a:pt x="273858" y="89841"/>
                  <a:pt x="288385" y="122274"/>
                  <a:pt x="288385" y="158256"/>
                </a:cubicBezTo>
                <a:lnTo>
                  <a:pt x="302462" y="158256"/>
                </a:lnTo>
                <a:lnTo>
                  <a:pt x="316540" y="158256"/>
                </a:lnTo>
                <a:cubicBezTo>
                  <a:pt x="316540" y="70836"/>
                  <a:pt x="245675" y="0"/>
                  <a:pt x="158284" y="0"/>
                </a:cubicBezTo>
                <a:cubicBezTo>
                  <a:pt x="70865" y="0"/>
                  <a:pt x="28" y="70836"/>
                  <a:pt x="0" y="158256"/>
                </a:cubicBezTo>
                <a:cubicBezTo>
                  <a:pt x="28" y="245675"/>
                  <a:pt x="70865" y="316511"/>
                  <a:pt x="158284" y="316511"/>
                </a:cubicBezTo>
                <a:cubicBezTo>
                  <a:pt x="245675" y="316511"/>
                  <a:pt x="316540" y="245675"/>
                  <a:pt x="316540" y="158256"/>
                </a:cubicBezTo>
                <a:lnTo>
                  <a:pt x="302462" y="158256"/>
                </a:lnTo>
                <a:close/>
              </a:path>
            </a:pathLst>
          </a:custGeom>
          <a:solidFill xmlns:a="http://schemas.openxmlformats.org/drawingml/2006/main">
            <a:srgbClr val="231F2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1EA2FE9-CCED-49AF-97C7-E03EC63C9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34891" y="1172778"/>
            <a:ext cx="288385" cy="288357"/>
          </a:xfrm>
          <a:custGeom xmlns:a="http://schemas.openxmlformats.org/drawingml/2006/main">
            <a:pathLst>
              <a:path w="288385" h="288357">
                <a:moveTo>
                  <a:pt x="288385" y="144179"/>
                </a:moveTo>
                <a:cubicBezTo>
                  <a:pt x="288385" y="223799"/>
                  <a:pt x="223827" y="288357"/>
                  <a:pt x="144207" y="288357"/>
                </a:cubicBezTo>
                <a:cubicBezTo>
                  <a:pt x="64558" y="288357"/>
                  <a:pt x="0" y="223799"/>
                  <a:pt x="0" y="144179"/>
                </a:cubicBezTo>
                <a:cubicBezTo>
                  <a:pt x="0" y="64558"/>
                  <a:pt x="64558" y="0"/>
                  <a:pt x="144207" y="0"/>
                </a:cubicBezTo>
                <a:cubicBezTo>
                  <a:pt x="223827" y="0"/>
                  <a:pt x="288385" y="64558"/>
                  <a:pt x="288385" y="144179"/>
                </a:cubicBez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467B048-1246-40BC-AC02-24B70CA12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0813" y="1158701"/>
            <a:ext cx="316540" cy="316511"/>
          </a:xfrm>
          <a:custGeom xmlns:a="http://schemas.openxmlformats.org/drawingml/2006/main">
            <a:pathLst>
              <a:path w="316540" h="316511">
                <a:moveTo>
                  <a:pt x="302462" y="158256"/>
                </a:moveTo>
                <a:lnTo>
                  <a:pt x="288385" y="158256"/>
                </a:lnTo>
                <a:cubicBezTo>
                  <a:pt x="288385" y="194237"/>
                  <a:pt x="273858" y="226671"/>
                  <a:pt x="250264" y="250264"/>
                </a:cubicBezTo>
                <a:cubicBezTo>
                  <a:pt x="226699" y="273829"/>
                  <a:pt x="194237" y="288357"/>
                  <a:pt x="158284" y="288357"/>
                </a:cubicBezTo>
                <a:cubicBezTo>
                  <a:pt x="122303" y="288357"/>
                  <a:pt x="89869" y="273829"/>
                  <a:pt x="66275" y="250264"/>
                </a:cubicBezTo>
                <a:cubicBezTo>
                  <a:pt x="42710" y="226671"/>
                  <a:pt x="28183" y="194237"/>
                  <a:pt x="28154" y="158256"/>
                </a:cubicBezTo>
                <a:cubicBezTo>
                  <a:pt x="28183" y="122274"/>
                  <a:pt x="42710" y="89841"/>
                  <a:pt x="66275" y="66247"/>
                </a:cubicBezTo>
                <a:cubicBezTo>
                  <a:pt x="89869" y="42682"/>
                  <a:pt x="122303" y="28154"/>
                  <a:pt x="158284" y="28154"/>
                </a:cubicBezTo>
                <a:cubicBezTo>
                  <a:pt x="194237" y="28154"/>
                  <a:pt x="226699" y="42682"/>
                  <a:pt x="250264" y="66247"/>
                </a:cubicBezTo>
                <a:cubicBezTo>
                  <a:pt x="273858" y="89841"/>
                  <a:pt x="288385" y="122274"/>
                  <a:pt x="288385" y="158256"/>
                </a:cubicBezTo>
                <a:lnTo>
                  <a:pt x="302462" y="158256"/>
                </a:lnTo>
                <a:lnTo>
                  <a:pt x="316540" y="158256"/>
                </a:lnTo>
                <a:cubicBezTo>
                  <a:pt x="316540" y="70836"/>
                  <a:pt x="245675" y="0"/>
                  <a:pt x="158284" y="0"/>
                </a:cubicBezTo>
                <a:cubicBezTo>
                  <a:pt x="70865" y="0"/>
                  <a:pt x="28" y="70836"/>
                  <a:pt x="0" y="158256"/>
                </a:cubicBezTo>
                <a:cubicBezTo>
                  <a:pt x="28" y="245675"/>
                  <a:pt x="70865" y="316511"/>
                  <a:pt x="158284" y="316511"/>
                </a:cubicBezTo>
                <a:cubicBezTo>
                  <a:pt x="245675" y="316511"/>
                  <a:pt x="316540" y="245675"/>
                  <a:pt x="316540" y="158256"/>
                </a:cubicBezTo>
                <a:lnTo>
                  <a:pt x="302462" y="158256"/>
                </a:lnTo>
                <a:close/>
              </a:path>
            </a:pathLst>
          </a:custGeom>
          <a:solidFill xmlns:a="http://schemas.openxmlformats.org/drawingml/2006/main">
            <a:srgbClr val="231F2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45301DF-E661-4790-8BF4-3D3EEFB72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5745" y="1172778"/>
            <a:ext cx="288385" cy="288357"/>
          </a:xfrm>
          <a:custGeom xmlns:a="http://schemas.openxmlformats.org/drawingml/2006/main">
            <a:pathLst>
              <a:path w="288385" h="288357">
                <a:moveTo>
                  <a:pt x="288385" y="144179"/>
                </a:moveTo>
                <a:cubicBezTo>
                  <a:pt x="288385" y="223799"/>
                  <a:pt x="223827" y="288357"/>
                  <a:pt x="144207" y="288357"/>
                </a:cubicBezTo>
                <a:cubicBezTo>
                  <a:pt x="64558" y="288357"/>
                  <a:pt x="0" y="223799"/>
                  <a:pt x="0" y="144179"/>
                </a:cubicBezTo>
                <a:cubicBezTo>
                  <a:pt x="0" y="64558"/>
                  <a:pt x="64558" y="0"/>
                  <a:pt x="144207" y="0"/>
                </a:cubicBezTo>
                <a:cubicBezTo>
                  <a:pt x="223827" y="0"/>
                  <a:pt x="288385" y="64558"/>
                  <a:pt x="288385" y="144179"/>
                </a:cubicBez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BF6D923-12A8-43A4-934B-3F6ED3864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668" y="1158701"/>
            <a:ext cx="316540" cy="316511"/>
          </a:xfrm>
          <a:custGeom xmlns:a="http://schemas.openxmlformats.org/drawingml/2006/main">
            <a:pathLst>
              <a:path w="316540" h="316511">
                <a:moveTo>
                  <a:pt x="302462" y="158256"/>
                </a:moveTo>
                <a:lnTo>
                  <a:pt x="288385" y="158256"/>
                </a:lnTo>
                <a:cubicBezTo>
                  <a:pt x="288385" y="194237"/>
                  <a:pt x="273858" y="226671"/>
                  <a:pt x="250264" y="250264"/>
                </a:cubicBezTo>
                <a:cubicBezTo>
                  <a:pt x="226699" y="273829"/>
                  <a:pt x="194237" y="288357"/>
                  <a:pt x="158284" y="288357"/>
                </a:cubicBezTo>
                <a:cubicBezTo>
                  <a:pt x="122303" y="288357"/>
                  <a:pt x="89869" y="273829"/>
                  <a:pt x="66275" y="250264"/>
                </a:cubicBezTo>
                <a:cubicBezTo>
                  <a:pt x="42710" y="226671"/>
                  <a:pt x="28183" y="194237"/>
                  <a:pt x="28154" y="158256"/>
                </a:cubicBezTo>
                <a:cubicBezTo>
                  <a:pt x="28183" y="122274"/>
                  <a:pt x="42710" y="89841"/>
                  <a:pt x="66275" y="66247"/>
                </a:cubicBezTo>
                <a:cubicBezTo>
                  <a:pt x="89869" y="42682"/>
                  <a:pt x="122303" y="28154"/>
                  <a:pt x="158284" y="28154"/>
                </a:cubicBezTo>
                <a:cubicBezTo>
                  <a:pt x="194237" y="28154"/>
                  <a:pt x="226699" y="42682"/>
                  <a:pt x="250264" y="66247"/>
                </a:cubicBezTo>
                <a:cubicBezTo>
                  <a:pt x="273858" y="89841"/>
                  <a:pt x="288385" y="122274"/>
                  <a:pt x="288385" y="158256"/>
                </a:cubicBezTo>
                <a:lnTo>
                  <a:pt x="302462" y="158256"/>
                </a:lnTo>
                <a:lnTo>
                  <a:pt x="316540" y="158256"/>
                </a:lnTo>
                <a:cubicBezTo>
                  <a:pt x="316540" y="70836"/>
                  <a:pt x="245675" y="0"/>
                  <a:pt x="158284" y="0"/>
                </a:cubicBezTo>
                <a:cubicBezTo>
                  <a:pt x="70865" y="0"/>
                  <a:pt x="28" y="70836"/>
                  <a:pt x="0" y="158256"/>
                </a:cubicBezTo>
                <a:cubicBezTo>
                  <a:pt x="28" y="245675"/>
                  <a:pt x="70865" y="316511"/>
                  <a:pt x="158284" y="316511"/>
                </a:cubicBezTo>
                <a:cubicBezTo>
                  <a:pt x="245675" y="316511"/>
                  <a:pt x="316540" y="245675"/>
                  <a:pt x="316540" y="158256"/>
                </a:cubicBezTo>
                <a:lnTo>
                  <a:pt x="302462" y="158256"/>
                </a:lnTo>
                <a:close/>
              </a:path>
            </a:pathLst>
          </a:custGeom>
          <a:solidFill xmlns:a="http://schemas.openxmlformats.org/drawingml/2006/main">
            <a:srgbClr val="231F2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CE55DA7-57EE-4CAE-A6DD-B1C8A5429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4039" y="1601927"/>
            <a:ext cx="288385" cy="288357"/>
          </a:xfrm>
          <a:custGeom xmlns:a="http://schemas.openxmlformats.org/drawingml/2006/main">
            <a:pathLst>
              <a:path w="288385" h="288357">
                <a:moveTo>
                  <a:pt x="288385" y="144179"/>
                </a:moveTo>
                <a:cubicBezTo>
                  <a:pt x="288385" y="223799"/>
                  <a:pt x="223827" y="288357"/>
                  <a:pt x="144207" y="288357"/>
                </a:cubicBezTo>
                <a:cubicBezTo>
                  <a:pt x="64558" y="288357"/>
                  <a:pt x="0" y="223799"/>
                  <a:pt x="0" y="144179"/>
                </a:cubicBezTo>
                <a:cubicBezTo>
                  <a:pt x="0" y="64558"/>
                  <a:pt x="64558" y="0"/>
                  <a:pt x="144207" y="0"/>
                </a:cubicBezTo>
                <a:cubicBezTo>
                  <a:pt x="223827" y="0"/>
                  <a:pt x="288385" y="64558"/>
                  <a:pt x="288385" y="144179"/>
                </a:cubicBez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84CE653-3151-4DB8-9F23-94E143931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9962" y="1587850"/>
            <a:ext cx="316540" cy="316511"/>
          </a:xfrm>
          <a:custGeom xmlns:a="http://schemas.openxmlformats.org/drawingml/2006/main">
            <a:pathLst>
              <a:path w="316540" h="316511">
                <a:moveTo>
                  <a:pt x="302462" y="158256"/>
                </a:moveTo>
                <a:lnTo>
                  <a:pt x="288385" y="158256"/>
                </a:lnTo>
                <a:cubicBezTo>
                  <a:pt x="288385" y="194237"/>
                  <a:pt x="273858" y="226671"/>
                  <a:pt x="250264" y="250264"/>
                </a:cubicBezTo>
                <a:cubicBezTo>
                  <a:pt x="226699" y="273829"/>
                  <a:pt x="194237" y="288357"/>
                  <a:pt x="158284" y="288357"/>
                </a:cubicBezTo>
                <a:cubicBezTo>
                  <a:pt x="122303" y="288357"/>
                  <a:pt x="89869" y="273829"/>
                  <a:pt x="66275" y="250264"/>
                </a:cubicBezTo>
                <a:cubicBezTo>
                  <a:pt x="42710" y="226671"/>
                  <a:pt x="28183" y="194237"/>
                  <a:pt x="28154" y="158256"/>
                </a:cubicBezTo>
                <a:cubicBezTo>
                  <a:pt x="28183" y="122274"/>
                  <a:pt x="42710" y="89841"/>
                  <a:pt x="66275" y="66247"/>
                </a:cubicBezTo>
                <a:cubicBezTo>
                  <a:pt x="89869" y="42682"/>
                  <a:pt x="122303" y="28154"/>
                  <a:pt x="158284" y="28154"/>
                </a:cubicBezTo>
                <a:cubicBezTo>
                  <a:pt x="194237" y="28154"/>
                  <a:pt x="226699" y="42682"/>
                  <a:pt x="250264" y="66247"/>
                </a:cubicBezTo>
                <a:cubicBezTo>
                  <a:pt x="273858" y="89841"/>
                  <a:pt x="288385" y="122274"/>
                  <a:pt x="288385" y="158256"/>
                </a:cubicBezTo>
                <a:lnTo>
                  <a:pt x="302462" y="158256"/>
                </a:lnTo>
                <a:lnTo>
                  <a:pt x="316540" y="158256"/>
                </a:lnTo>
                <a:cubicBezTo>
                  <a:pt x="316540" y="70836"/>
                  <a:pt x="245675" y="0"/>
                  <a:pt x="158284" y="0"/>
                </a:cubicBezTo>
                <a:cubicBezTo>
                  <a:pt x="70865" y="0"/>
                  <a:pt x="28" y="70836"/>
                  <a:pt x="0" y="158256"/>
                </a:cubicBezTo>
                <a:cubicBezTo>
                  <a:pt x="28" y="245675"/>
                  <a:pt x="70865" y="316511"/>
                  <a:pt x="158284" y="316511"/>
                </a:cubicBezTo>
                <a:cubicBezTo>
                  <a:pt x="245675" y="316511"/>
                  <a:pt x="316540" y="245675"/>
                  <a:pt x="316540" y="158256"/>
                </a:cubicBezTo>
                <a:lnTo>
                  <a:pt x="302462" y="158256"/>
                </a:lnTo>
                <a:close/>
              </a:path>
            </a:pathLst>
          </a:custGeom>
          <a:solidFill xmlns:a="http://schemas.openxmlformats.org/drawingml/2006/main">
            <a:srgbClr val="231F2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869C904-0970-4B93-AE58-20C9830C0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34893" y="1601927"/>
            <a:ext cx="288385" cy="288357"/>
          </a:xfrm>
          <a:custGeom xmlns:a="http://schemas.openxmlformats.org/drawingml/2006/main">
            <a:pathLst>
              <a:path w="288385" h="288357">
                <a:moveTo>
                  <a:pt x="288385" y="144179"/>
                </a:moveTo>
                <a:cubicBezTo>
                  <a:pt x="288385" y="223799"/>
                  <a:pt x="223827" y="288357"/>
                  <a:pt x="144207" y="288357"/>
                </a:cubicBezTo>
                <a:cubicBezTo>
                  <a:pt x="64558" y="288357"/>
                  <a:pt x="0" y="223799"/>
                  <a:pt x="0" y="144179"/>
                </a:cubicBezTo>
                <a:cubicBezTo>
                  <a:pt x="0" y="64558"/>
                  <a:pt x="64558" y="0"/>
                  <a:pt x="144207" y="0"/>
                </a:cubicBezTo>
                <a:cubicBezTo>
                  <a:pt x="223827" y="0"/>
                  <a:pt x="288385" y="64558"/>
                  <a:pt x="288385" y="144179"/>
                </a:cubicBez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96F4B14-8E3D-459A-86BE-FE080C931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0816" y="1587850"/>
            <a:ext cx="316540" cy="316511"/>
          </a:xfrm>
          <a:custGeom xmlns:a="http://schemas.openxmlformats.org/drawingml/2006/main">
            <a:pathLst>
              <a:path w="316540" h="316511">
                <a:moveTo>
                  <a:pt x="302462" y="158256"/>
                </a:moveTo>
                <a:lnTo>
                  <a:pt x="288385" y="158256"/>
                </a:lnTo>
                <a:cubicBezTo>
                  <a:pt x="288385" y="194237"/>
                  <a:pt x="273829" y="226671"/>
                  <a:pt x="250264" y="250264"/>
                </a:cubicBezTo>
                <a:cubicBezTo>
                  <a:pt x="226699" y="273829"/>
                  <a:pt x="194237" y="288357"/>
                  <a:pt x="158284" y="288357"/>
                </a:cubicBezTo>
                <a:cubicBezTo>
                  <a:pt x="122303" y="288357"/>
                  <a:pt x="89869" y="273829"/>
                  <a:pt x="66275" y="250264"/>
                </a:cubicBezTo>
                <a:cubicBezTo>
                  <a:pt x="42710" y="226671"/>
                  <a:pt x="28183" y="194237"/>
                  <a:pt x="28154" y="158256"/>
                </a:cubicBezTo>
                <a:cubicBezTo>
                  <a:pt x="28183" y="122274"/>
                  <a:pt x="42710" y="89841"/>
                  <a:pt x="66275" y="66247"/>
                </a:cubicBezTo>
                <a:cubicBezTo>
                  <a:pt x="89869" y="42682"/>
                  <a:pt x="122303" y="28154"/>
                  <a:pt x="158284" y="28154"/>
                </a:cubicBezTo>
                <a:cubicBezTo>
                  <a:pt x="194237" y="28154"/>
                  <a:pt x="226699" y="42682"/>
                  <a:pt x="250264" y="66247"/>
                </a:cubicBezTo>
                <a:cubicBezTo>
                  <a:pt x="273829" y="89841"/>
                  <a:pt x="288385" y="122274"/>
                  <a:pt x="288385" y="158256"/>
                </a:cubicBezTo>
                <a:lnTo>
                  <a:pt x="302462" y="158256"/>
                </a:lnTo>
                <a:lnTo>
                  <a:pt x="316540" y="158256"/>
                </a:lnTo>
                <a:cubicBezTo>
                  <a:pt x="316540" y="70836"/>
                  <a:pt x="245675" y="0"/>
                  <a:pt x="158284" y="0"/>
                </a:cubicBezTo>
                <a:cubicBezTo>
                  <a:pt x="70865" y="0"/>
                  <a:pt x="28" y="70836"/>
                  <a:pt x="0" y="158256"/>
                </a:cubicBezTo>
                <a:cubicBezTo>
                  <a:pt x="28" y="245675"/>
                  <a:pt x="70865" y="316511"/>
                  <a:pt x="158284" y="316511"/>
                </a:cubicBezTo>
                <a:cubicBezTo>
                  <a:pt x="245675" y="316511"/>
                  <a:pt x="316540" y="245675"/>
                  <a:pt x="316540" y="158256"/>
                </a:cubicBezTo>
                <a:lnTo>
                  <a:pt x="302462" y="158256"/>
                </a:lnTo>
                <a:close/>
              </a:path>
            </a:pathLst>
          </a:custGeom>
          <a:solidFill xmlns:a="http://schemas.openxmlformats.org/drawingml/2006/main">
            <a:srgbClr val="231F2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A0E7B3E-9D30-4660-BD11-4A3B7B30F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5745" y="1601927"/>
            <a:ext cx="288385" cy="288357"/>
          </a:xfrm>
          <a:custGeom xmlns:a="http://schemas.openxmlformats.org/drawingml/2006/main">
            <a:pathLst>
              <a:path w="288385" h="288357">
                <a:moveTo>
                  <a:pt x="288385" y="144179"/>
                </a:moveTo>
                <a:cubicBezTo>
                  <a:pt x="288385" y="223799"/>
                  <a:pt x="223827" y="288357"/>
                  <a:pt x="144207" y="288357"/>
                </a:cubicBezTo>
                <a:cubicBezTo>
                  <a:pt x="64558" y="288357"/>
                  <a:pt x="0" y="223799"/>
                  <a:pt x="0" y="144179"/>
                </a:cubicBezTo>
                <a:cubicBezTo>
                  <a:pt x="0" y="64558"/>
                  <a:pt x="64558" y="0"/>
                  <a:pt x="144207" y="0"/>
                </a:cubicBezTo>
                <a:cubicBezTo>
                  <a:pt x="223827" y="0"/>
                  <a:pt x="288385" y="64558"/>
                  <a:pt x="288385" y="144179"/>
                </a:cubicBez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5085E91-AA40-4D93-B002-76B08C03C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668" y="1587850"/>
            <a:ext cx="316540" cy="316511"/>
          </a:xfrm>
          <a:custGeom xmlns:a="http://schemas.openxmlformats.org/drawingml/2006/main">
            <a:pathLst>
              <a:path w="316540" h="316511">
                <a:moveTo>
                  <a:pt x="302462" y="158256"/>
                </a:moveTo>
                <a:lnTo>
                  <a:pt x="288385" y="158256"/>
                </a:lnTo>
                <a:cubicBezTo>
                  <a:pt x="288385" y="194237"/>
                  <a:pt x="273858" y="226671"/>
                  <a:pt x="250264" y="250264"/>
                </a:cubicBezTo>
                <a:cubicBezTo>
                  <a:pt x="226699" y="273829"/>
                  <a:pt x="194237" y="288357"/>
                  <a:pt x="158284" y="288357"/>
                </a:cubicBezTo>
                <a:cubicBezTo>
                  <a:pt x="122303" y="288357"/>
                  <a:pt x="89869" y="273829"/>
                  <a:pt x="66275" y="250264"/>
                </a:cubicBezTo>
                <a:cubicBezTo>
                  <a:pt x="42710" y="226671"/>
                  <a:pt x="28183" y="194237"/>
                  <a:pt x="28154" y="158256"/>
                </a:cubicBezTo>
                <a:cubicBezTo>
                  <a:pt x="28183" y="122274"/>
                  <a:pt x="42710" y="89841"/>
                  <a:pt x="66275" y="66247"/>
                </a:cubicBezTo>
                <a:cubicBezTo>
                  <a:pt x="89869" y="42682"/>
                  <a:pt x="122303" y="28154"/>
                  <a:pt x="158284" y="28154"/>
                </a:cubicBezTo>
                <a:cubicBezTo>
                  <a:pt x="194237" y="28154"/>
                  <a:pt x="226699" y="42682"/>
                  <a:pt x="250264" y="66247"/>
                </a:cubicBezTo>
                <a:cubicBezTo>
                  <a:pt x="273858" y="89841"/>
                  <a:pt x="288385" y="122274"/>
                  <a:pt x="288385" y="158256"/>
                </a:cubicBezTo>
                <a:lnTo>
                  <a:pt x="302462" y="158256"/>
                </a:lnTo>
                <a:lnTo>
                  <a:pt x="316540" y="158256"/>
                </a:lnTo>
                <a:cubicBezTo>
                  <a:pt x="316540" y="70836"/>
                  <a:pt x="245675" y="0"/>
                  <a:pt x="158284" y="0"/>
                </a:cubicBezTo>
                <a:cubicBezTo>
                  <a:pt x="70865" y="0"/>
                  <a:pt x="28" y="70836"/>
                  <a:pt x="0" y="158256"/>
                </a:cubicBezTo>
                <a:cubicBezTo>
                  <a:pt x="28" y="245675"/>
                  <a:pt x="70865" y="316511"/>
                  <a:pt x="158284" y="316511"/>
                </a:cubicBezTo>
                <a:cubicBezTo>
                  <a:pt x="245675" y="316511"/>
                  <a:pt x="316540" y="245675"/>
                  <a:pt x="316540" y="158256"/>
                </a:cubicBezTo>
                <a:lnTo>
                  <a:pt x="302462" y="158256"/>
                </a:lnTo>
                <a:close/>
              </a:path>
            </a:pathLst>
          </a:custGeom>
          <a:solidFill xmlns:a="http://schemas.openxmlformats.org/drawingml/2006/main">
            <a:srgbClr val="231F2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2" name="Text Cell">
            <a:extLst xmlns:a="http://schemas.openxmlformats.org/drawingml/2006/main">
              <a:ext uri="{FF2B5EF4-FFF2-40B4-BE49-F238E27FC236}">
                <a16:creationId xmlns:a16="http://schemas.microsoft.com/office/drawing/2014/main" id="{68BDB3A4-5E4B-4670-82CF-1E72145B0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2004" y="323416"/>
            <a:ext cx="409985" cy="176803"/>
          </a:xfrm>
          <a:custGeom xmlns:a="http://schemas.openxmlformats.org/drawingml/2006/main">
            <a:pathLst>
              <a:path w="409985" h="176803">
                <a:moveTo>
                  <a:pt x="149955" y="58770"/>
                </a:moveTo>
                <a:lnTo>
                  <a:pt x="144140" y="58770"/>
                </a:lnTo>
                <a:cubicBezTo>
                  <a:pt x="141171" y="48732"/>
                  <a:pt x="138201" y="41411"/>
                  <a:pt x="135232" y="36804"/>
                </a:cubicBezTo>
                <a:cubicBezTo>
                  <a:pt x="129870" y="28497"/>
                  <a:pt x="122900" y="22121"/>
                  <a:pt x="114322" y="17677"/>
                </a:cubicBezTo>
                <a:cubicBezTo>
                  <a:pt x="106734" y="13893"/>
                  <a:pt x="98527" y="12001"/>
                  <a:pt x="89701" y="12001"/>
                </a:cubicBezTo>
                <a:cubicBezTo>
                  <a:pt x="74689" y="12001"/>
                  <a:pt x="61904" y="16909"/>
                  <a:pt x="51346" y="26725"/>
                </a:cubicBezTo>
                <a:cubicBezTo>
                  <a:pt x="36746" y="40252"/>
                  <a:pt x="29447" y="60502"/>
                  <a:pt x="29447" y="87474"/>
                </a:cubicBezTo>
                <a:cubicBezTo>
                  <a:pt x="29447" y="106362"/>
                  <a:pt x="32993" y="122735"/>
                  <a:pt x="40087" y="136593"/>
                </a:cubicBezTo>
                <a:cubicBezTo>
                  <a:pt x="44541" y="145418"/>
                  <a:pt x="51552" y="152512"/>
                  <a:pt x="61120" y="157873"/>
                </a:cubicBezTo>
                <a:cubicBezTo>
                  <a:pt x="70358" y="163070"/>
                  <a:pt x="80710" y="165668"/>
                  <a:pt x="92175" y="165668"/>
                </a:cubicBezTo>
                <a:cubicBezTo>
                  <a:pt x="106940" y="165668"/>
                  <a:pt x="120715" y="161358"/>
                  <a:pt x="133500" y="152739"/>
                </a:cubicBezTo>
                <a:cubicBezTo>
                  <a:pt x="137789" y="149839"/>
                  <a:pt x="142861" y="145571"/>
                  <a:pt x="148718" y="139933"/>
                </a:cubicBezTo>
                <a:lnTo>
                  <a:pt x="153296" y="144387"/>
                </a:lnTo>
                <a:cubicBezTo>
                  <a:pt x="148182" y="151259"/>
                  <a:pt x="142367" y="156931"/>
                  <a:pt x="135850" y="161403"/>
                </a:cubicBezTo>
                <a:cubicBezTo>
                  <a:pt x="120756" y="171670"/>
                  <a:pt x="103476" y="176803"/>
                  <a:pt x="84009" y="176803"/>
                </a:cubicBezTo>
                <a:cubicBezTo>
                  <a:pt x="67595" y="176803"/>
                  <a:pt x="52542" y="172883"/>
                  <a:pt x="38850" y="165042"/>
                </a:cubicBezTo>
                <a:cubicBezTo>
                  <a:pt x="26972" y="158355"/>
                  <a:pt x="17899" y="149317"/>
                  <a:pt x="11630" y="137927"/>
                </a:cubicBezTo>
                <a:cubicBezTo>
                  <a:pt x="3877" y="123977"/>
                  <a:pt x="0" y="108211"/>
                  <a:pt x="0" y="90629"/>
                </a:cubicBezTo>
                <a:cubicBezTo>
                  <a:pt x="0" y="61986"/>
                  <a:pt x="9156" y="39618"/>
                  <a:pt x="27467" y="23523"/>
                </a:cubicBezTo>
                <a:cubicBezTo>
                  <a:pt x="36293" y="15765"/>
                  <a:pt x="46438" y="9987"/>
                  <a:pt x="57903" y="6190"/>
                </a:cubicBezTo>
                <a:cubicBezTo>
                  <a:pt x="66894" y="3301"/>
                  <a:pt x="75885" y="1856"/>
                  <a:pt x="84876" y="1856"/>
                </a:cubicBezTo>
                <a:cubicBezTo>
                  <a:pt x="97083" y="1856"/>
                  <a:pt x="109373" y="3887"/>
                  <a:pt x="121746" y="7949"/>
                </a:cubicBezTo>
                <a:cubicBezTo>
                  <a:pt x="126117" y="9331"/>
                  <a:pt x="129417" y="10022"/>
                  <a:pt x="131644" y="10022"/>
                </a:cubicBezTo>
                <a:cubicBezTo>
                  <a:pt x="137088" y="10022"/>
                  <a:pt x="140676" y="7300"/>
                  <a:pt x="142408" y="1856"/>
                </a:cubicBezTo>
                <a:lnTo>
                  <a:pt x="147728" y="1856"/>
                </a:lnTo>
                <a:lnTo>
                  <a:pt x="149955" y="58770"/>
                </a:lnTo>
                <a:close/>
                <a:moveTo>
                  <a:pt x="265269" y="131447"/>
                </a:moveTo>
                <a:lnTo>
                  <a:pt x="269352" y="133306"/>
                </a:lnTo>
                <a:cubicBezTo>
                  <a:pt x="264898" y="144905"/>
                  <a:pt x="259042" y="154145"/>
                  <a:pt x="251783" y="161025"/>
                </a:cubicBezTo>
                <a:cubicBezTo>
                  <a:pt x="241390" y="170884"/>
                  <a:pt x="229389" y="175814"/>
                  <a:pt x="215779" y="175814"/>
                </a:cubicBezTo>
                <a:cubicBezTo>
                  <a:pt x="201592" y="175814"/>
                  <a:pt x="190168" y="170978"/>
                  <a:pt x="181507" y="161307"/>
                </a:cubicBezTo>
                <a:cubicBezTo>
                  <a:pt x="176970" y="156183"/>
                  <a:pt x="173506" y="149199"/>
                  <a:pt x="171114" y="140355"/>
                </a:cubicBezTo>
                <a:cubicBezTo>
                  <a:pt x="169217" y="133578"/>
                  <a:pt x="168268" y="126470"/>
                  <a:pt x="168268" y="119031"/>
                </a:cubicBezTo>
                <a:cubicBezTo>
                  <a:pt x="168268" y="105311"/>
                  <a:pt x="171155" y="92995"/>
                  <a:pt x="176929" y="82084"/>
                </a:cubicBezTo>
                <a:cubicBezTo>
                  <a:pt x="180971" y="74315"/>
                  <a:pt x="187240" y="67992"/>
                  <a:pt x="195735" y="63115"/>
                </a:cubicBezTo>
                <a:cubicBezTo>
                  <a:pt x="203571" y="58568"/>
                  <a:pt x="212026" y="56295"/>
                  <a:pt x="221099" y="56295"/>
                </a:cubicBezTo>
                <a:cubicBezTo>
                  <a:pt x="234956" y="56295"/>
                  <a:pt x="245803" y="61162"/>
                  <a:pt x="253639" y="70895"/>
                </a:cubicBezTo>
                <a:cubicBezTo>
                  <a:pt x="258011" y="76421"/>
                  <a:pt x="260939" y="82648"/>
                  <a:pt x="262423" y="89577"/>
                </a:cubicBezTo>
                <a:cubicBezTo>
                  <a:pt x="263248" y="93371"/>
                  <a:pt x="263949" y="97784"/>
                  <a:pt x="264527" y="102816"/>
                </a:cubicBezTo>
                <a:lnTo>
                  <a:pt x="186456" y="102816"/>
                </a:lnTo>
                <a:cubicBezTo>
                  <a:pt x="186951" y="116704"/>
                  <a:pt x="189302" y="127864"/>
                  <a:pt x="193508" y="136295"/>
                </a:cubicBezTo>
                <a:cubicBezTo>
                  <a:pt x="200685" y="150928"/>
                  <a:pt x="211572" y="158245"/>
                  <a:pt x="226172" y="158245"/>
                </a:cubicBezTo>
                <a:cubicBezTo>
                  <a:pt x="237060" y="158245"/>
                  <a:pt x="246669" y="153944"/>
                  <a:pt x="255000" y="145342"/>
                </a:cubicBezTo>
                <a:cubicBezTo>
                  <a:pt x="257969" y="142283"/>
                  <a:pt x="261392" y="137651"/>
                  <a:pt x="265269" y="131447"/>
                </a:cubicBezTo>
                <a:moveTo>
                  <a:pt x="186951" y="94650"/>
                </a:moveTo>
                <a:lnTo>
                  <a:pt x="238668" y="94650"/>
                </a:lnTo>
                <a:cubicBezTo>
                  <a:pt x="237183" y="84587"/>
                  <a:pt x="234833" y="77328"/>
                  <a:pt x="231616" y="72874"/>
                </a:cubicBezTo>
                <a:cubicBezTo>
                  <a:pt x="228069" y="67925"/>
                  <a:pt x="222171" y="65451"/>
                  <a:pt x="213923" y="65451"/>
                </a:cubicBezTo>
                <a:cubicBezTo>
                  <a:pt x="198746" y="65451"/>
                  <a:pt x="189755" y="75184"/>
                  <a:pt x="186951" y="94650"/>
                </a:cubicBezTo>
                <a:close/>
                <a:moveTo>
                  <a:pt x="279784" y="173092"/>
                </a:moveTo>
                <a:lnTo>
                  <a:pt x="279784" y="169256"/>
                </a:lnTo>
                <a:cubicBezTo>
                  <a:pt x="286712" y="168679"/>
                  <a:pt x="291620" y="167442"/>
                  <a:pt x="294507" y="165544"/>
                </a:cubicBezTo>
                <a:cubicBezTo>
                  <a:pt x="297641" y="163565"/>
                  <a:pt x="299250" y="158740"/>
                  <a:pt x="299332" y="151069"/>
                </a:cubicBezTo>
                <a:lnTo>
                  <a:pt x="299332" y="30189"/>
                </a:lnTo>
                <a:cubicBezTo>
                  <a:pt x="299332" y="23178"/>
                  <a:pt x="298342" y="18765"/>
                  <a:pt x="296363" y="16950"/>
                </a:cubicBezTo>
                <a:cubicBezTo>
                  <a:pt x="294713" y="15466"/>
                  <a:pt x="292156" y="14723"/>
                  <a:pt x="288692" y="14723"/>
                </a:cubicBezTo>
                <a:cubicBezTo>
                  <a:pt x="286465" y="14723"/>
                  <a:pt x="283784" y="14847"/>
                  <a:pt x="280650" y="15094"/>
                </a:cubicBezTo>
                <a:lnTo>
                  <a:pt x="279289" y="15218"/>
                </a:lnTo>
                <a:lnTo>
                  <a:pt x="279289" y="11135"/>
                </a:lnTo>
                <a:cubicBezTo>
                  <a:pt x="294631" y="7341"/>
                  <a:pt x="308075" y="3629"/>
                  <a:pt x="319623" y="0"/>
                </a:cubicBezTo>
                <a:lnTo>
                  <a:pt x="320613" y="495"/>
                </a:lnTo>
                <a:lnTo>
                  <a:pt x="320613" y="151811"/>
                </a:lnTo>
                <a:cubicBezTo>
                  <a:pt x="320695" y="159729"/>
                  <a:pt x="322180" y="164513"/>
                  <a:pt x="325067" y="166163"/>
                </a:cubicBezTo>
                <a:cubicBezTo>
                  <a:pt x="327707" y="167813"/>
                  <a:pt x="332532" y="168844"/>
                  <a:pt x="339543" y="169256"/>
                </a:cubicBezTo>
                <a:lnTo>
                  <a:pt x="339543" y="173092"/>
                </a:lnTo>
                <a:lnTo>
                  <a:pt x="279784" y="173092"/>
                </a:lnTo>
                <a:close/>
                <a:moveTo>
                  <a:pt x="350226" y="173092"/>
                </a:moveTo>
                <a:lnTo>
                  <a:pt x="350226" y="169256"/>
                </a:lnTo>
                <a:cubicBezTo>
                  <a:pt x="357154" y="168679"/>
                  <a:pt x="362062" y="167442"/>
                  <a:pt x="364949" y="165544"/>
                </a:cubicBezTo>
                <a:cubicBezTo>
                  <a:pt x="368084" y="163565"/>
                  <a:pt x="369692" y="158740"/>
                  <a:pt x="369774" y="151069"/>
                </a:cubicBezTo>
                <a:lnTo>
                  <a:pt x="369774" y="30189"/>
                </a:lnTo>
                <a:cubicBezTo>
                  <a:pt x="369774" y="23178"/>
                  <a:pt x="368785" y="18765"/>
                  <a:pt x="366805" y="16950"/>
                </a:cubicBezTo>
                <a:cubicBezTo>
                  <a:pt x="365155" y="15466"/>
                  <a:pt x="362598" y="14723"/>
                  <a:pt x="359134" y="14723"/>
                </a:cubicBezTo>
                <a:cubicBezTo>
                  <a:pt x="356907" y="14723"/>
                  <a:pt x="354226" y="14847"/>
                  <a:pt x="351092" y="15094"/>
                </a:cubicBezTo>
                <a:lnTo>
                  <a:pt x="349731" y="15218"/>
                </a:lnTo>
                <a:lnTo>
                  <a:pt x="349731" y="11135"/>
                </a:lnTo>
                <a:cubicBezTo>
                  <a:pt x="365073" y="7341"/>
                  <a:pt x="378518" y="3629"/>
                  <a:pt x="390065" y="0"/>
                </a:cubicBezTo>
                <a:lnTo>
                  <a:pt x="391055" y="495"/>
                </a:lnTo>
                <a:lnTo>
                  <a:pt x="391055" y="151811"/>
                </a:lnTo>
                <a:cubicBezTo>
                  <a:pt x="391138" y="159729"/>
                  <a:pt x="392622" y="164513"/>
                  <a:pt x="395509" y="166163"/>
                </a:cubicBezTo>
                <a:cubicBezTo>
                  <a:pt x="398149" y="167813"/>
                  <a:pt x="402974" y="168844"/>
                  <a:pt x="409985" y="169256"/>
                </a:cubicBezTo>
                <a:lnTo>
                  <a:pt x="409985" y="173092"/>
                </a:lnTo>
                <a:lnTo>
                  <a:pt x="350226" y="173092"/>
                </a:lnTo>
                <a:close/>
              </a:path>
            </a:pathLst>
          </a:custGeom>
          <a:solidFill xmlns:a="http://schemas.openxmlformats.org/drawingml/2006/main">
            <a:srgbClr val="231F2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B6260B4-30F8-4482-A03A-F40FE79D4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6883" y="522283"/>
            <a:ext cx="138998" cy="163802"/>
          </a:xfrm>
          <a:custGeom xmlns:a="http://schemas.openxmlformats.org/drawingml/2006/main">
            <a:pathLst>
              <a:path w="138998" h="163802">
                <a:moveTo>
                  <a:pt x="0" y="17596"/>
                </a:moveTo>
                <a:lnTo>
                  <a:pt x="117010" y="163802"/>
                </a:lnTo>
                <a:lnTo>
                  <a:pt x="138998" y="146206"/>
                </a:lnTo>
                <a:lnTo>
                  <a:pt x="21989" y="0"/>
                </a:lnTo>
              </a:path>
            </a:pathLst>
          </a:custGeom>
          <a:solidFill xmlns:a="http://schemas.openxmlformats.org/drawingml/2006/main">
            <a:srgbClr val="231F2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7F22BAB-DE01-4B30-9028-1B75AA201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0515" y="607863"/>
            <a:ext cx="127455" cy="135760"/>
          </a:xfrm>
          <a:custGeom xmlns:a="http://schemas.openxmlformats.org/drawingml/2006/main">
            <a:pathLst>
              <a:path w="127455" h="135760">
                <a:moveTo>
                  <a:pt x="127455" y="135760"/>
                </a:moveTo>
                <a:cubicBezTo>
                  <a:pt x="90882" y="113828"/>
                  <a:pt x="40148" y="90910"/>
                  <a:pt x="0" y="83647"/>
                </a:cubicBezTo>
                <a:lnTo>
                  <a:pt x="67402" y="60729"/>
                </a:lnTo>
                <a:lnTo>
                  <a:pt x="104537" y="0"/>
                </a:lnTo>
                <a:cubicBezTo>
                  <a:pt x="102820" y="40739"/>
                  <a:pt x="114053" y="95303"/>
                  <a:pt x="127455" y="135760"/>
                </a:cubicBezTo>
              </a:path>
            </a:pathLst>
          </a:custGeom>
          <a:solidFill xmlns:a="http://schemas.openxmlformats.org/drawingml/2006/main">
            <a:srgbClr val="231F2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BE68B81-B090-4423-BD40-AA26F3516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363" y="1038510"/>
            <a:ext cx="999340" cy="821122"/>
          </a:xfrm>
          <a:custGeom xmlns:a="http://schemas.openxmlformats.org/drawingml/2006/main">
            <a:pathLst>
              <a:path w="999340" h="821122">
                <a:moveTo>
                  <a:pt x="931882" y="821122"/>
                </a:moveTo>
                <a:lnTo>
                  <a:pt x="67458" y="821122"/>
                </a:lnTo>
                <a:cubicBezTo>
                  <a:pt x="30210" y="821122"/>
                  <a:pt x="0" y="790913"/>
                  <a:pt x="0" y="753664"/>
                </a:cubicBezTo>
                <a:lnTo>
                  <a:pt x="0" y="67430"/>
                </a:lnTo>
                <a:cubicBezTo>
                  <a:pt x="0" y="30181"/>
                  <a:pt x="30210" y="0"/>
                  <a:pt x="67458" y="0"/>
                </a:cubicBezTo>
                <a:lnTo>
                  <a:pt x="931882" y="0"/>
                </a:lnTo>
                <a:cubicBezTo>
                  <a:pt x="969130" y="0"/>
                  <a:pt x="999340" y="30181"/>
                  <a:pt x="999340" y="67430"/>
                </a:cubicBezTo>
                <a:lnTo>
                  <a:pt x="999340" y="753664"/>
                </a:lnTo>
                <a:cubicBezTo>
                  <a:pt x="999340" y="790913"/>
                  <a:pt x="969130" y="821122"/>
                  <a:pt x="931882" y="821122"/>
                </a:cubicBezTo>
              </a:path>
            </a:pathLst>
          </a:custGeom>
          <a:solidFill xmlns:a="http://schemas.openxmlformats.org/drawingml/2006/main">
            <a:srgbClr val="42546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67DE48D-8836-475F-A28D-DD397324A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286" y="1024433"/>
            <a:ext cx="1027494" cy="849277"/>
          </a:xfrm>
          <a:custGeom xmlns:a="http://schemas.openxmlformats.org/drawingml/2006/main">
            <a:pathLst>
              <a:path w="1027494" h="849277">
                <a:moveTo>
                  <a:pt x="945959" y="835200"/>
                </a:moveTo>
                <a:lnTo>
                  <a:pt x="945959" y="821122"/>
                </a:lnTo>
                <a:lnTo>
                  <a:pt x="81535" y="821122"/>
                </a:lnTo>
                <a:cubicBezTo>
                  <a:pt x="52057" y="821066"/>
                  <a:pt x="28211" y="797219"/>
                  <a:pt x="28154" y="767742"/>
                </a:cubicBezTo>
                <a:lnTo>
                  <a:pt x="28154" y="81507"/>
                </a:lnTo>
                <a:cubicBezTo>
                  <a:pt x="28211" y="52057"/>
                  <a:pt x="52057" y="28183"/>
                  <a:pt x="81535" y="28154"/>
                </a:cubicBezTo>
                <a:lnTo>
                  <a:pt x="945959" y="28154"/>
                </a:lnTo>
                <a:cubicBezTo>
                  <a:pt x="975437" y="28183"/>
                  <a:pt x="999283" y="52057"/>
                  <a:pt x="999340" y="81507"/>
                </a:cubicBezTo>
                <a:lnTo>
                  <a:pt x="999340" y="767742"/>
                </a:lnTo>
                <a:cubicBezTo>
                  <a:pt x="999283" y="797219"/>
                  <a:pt x="975437" y="821066"/>
                  <a:pt x="945959" y="821122"/>
                </a:cubicBezTo>
                <a:lnTo>
                  <a:pt x="945959" y="835200"/>
                </a:lnTo>
                <a:lnTo>
                  <a:pt x="945959" y="849277"/>
                </a:lnTo>
                <a:cubicBezTo>
                  <a:pt x="991006" y="849277"/>
                  <a:pt x="1027494" y="812789"/>
                  <a:pt x="1027494" y="767742"/>
                </a:cubicBezTo>
                <a:lnTo>
                  <a:pt x="1027494" y="81507"/>
                </a:lnTo>
                <a:cubicBezTo>
                  <a:pt x="1027494" y="36488"/>
                  <a:pt x="991006" y="0"/>
                  <a:pt x="945959" y="0"/>
                </a:cubicBezTo>
                <a:lnTo>
                  <a:pt x="81535" y="0"/>
                </a:lnTo>
                <a:cubicBezTo>
                  <a:pt x="36516" y="0"/>
                  <a:pt x="28" y="36488"/>
                  <a:pt x="0" y="81507"/>
                </a:cubicBezTo>
                <a:lnTo>
                  <a:pt x="0" y="767742"/>
                </a:lnTo>
                <a:cubicBezTo>
                  <a:pt x="28" y="812789"/>
                  <a:pt x="36516" y="849277"/>
                  <a:pt x="81535" y="849277"/>
                </a:cubicBezTo>
                <a:lnTo>
                  <a:pt x="945959" y="849277"/>
                </a:lnTo>
                <a:lnTo>
                  <a:pt x="945959" y="835200"/>
                </a:lnTo>
                <a:close/>
              </a:path>
            </a:pathLst>
          </a:custGeom>
          <a:solidFill xmlns:a="http://schemas.openxmlformats.org/drawingml/2006/main">
            <a:srgbClr val="231F2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7" name="Text CPU">
            <a:extLst xmlns:a="http://schemas.openxmlformats.org/drawingml/2006/main">
              <a:ext uri="{FF2B5EF4-FFF2-40B4-BE49-F238E27FC236}">
                <a16:creationId xmlns:a16="http://schemas.microsoft.com/office/drawing/2014/main" id="{7EF2DF96-D503-4651-98CD-27D5035B2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503" y="812156"/>
            <a:ext cx="503065" cy="180144"/>
          </a:xfrm>
          <a:custGeom xmlns:a="http://schemas.openxmlformats.org/drawingml/2006/main">
            <a:pathLst>
              <a:path w="503065" h="180144">
                <a:moveTo>
                  <a:pt x="154038" y="136716"/>
                </a:moveTo>
                <a:lnTo>
                  <a:pt x="161709" y="143026"/>
                </a:lnTo>
                <a:cubicBezTo>
                  <a:pt x="151811" y="153868"/>
                  <a:pt x="143398" y="161647"/>
                  <a:pt x="136469" y="166364"/>
                </a:cubicBezTo>
                <a:cubicBezTo>
                  <a:pt x="122942" y="175551"/>
                  <a:pt x="107352" y="180144"/>
                  <a:pt x="89701" y="180144"/>
                </a:cubicBezTo>
                <a:cubicBezTo>
                  <a:pt x="68585" y="180144"/>
                  <a:pt x="50191" y="174486"/>
                  <a:pt x="34519" y="163170"/>
                </a:cubicBezTo>
                <a:cubicBezTo>
                  <a:pt x="26518" y="157389"/>
                  <a:pt x="19796" y="150285"/>
                  <a:pt x="14352" y="141859"/>
                </a:cubicBezTo>
                <a:cubicBezTo>
                  <a:pt x="4784" y="127076"/>
                  <a:pt x="0" y="110103"/>
                  <a:pt x="0" y="90938"/>
                </a:cubicBezTo>
                <a:cubicBezTo>
                  <a:pt x="0" y="69876"/>
                  <a:pt x="5733" y="51417"/>
                  <a:pt x="17198" y="35559"/>
                </a:cubicBezTo>
                <a:cubicBezTo>
                  <a:pt x="23219" y="27133"/>
                  <a:pt x="30643" y="20071"/>
                  <a:pt x="39468" y="14371"/>
                </a:cubicBezTo>
                <a:cubicBezTo>
                  <a:pt x="54233" y="4790"/>
                  <a:pt x="70523" y="0"/>
                  <a:pt x="88340" y="0"/>
                </a:cubicBezTo>
                <a:cubicBezTo>
                  <a:pt x="99888" y="0"/>
                  <a:pt x="112920" y="3040"/>
                  <a:pt x="127437" y="9121"/>
                </a:cubicBezTo>
                <a:cubicBezTo>
                  <a:pt x="132963" y="11454"/>
                  <a:pt x="136840" y="12620"/>
                  <a:pt x="139067" y="12620"/>
                </a:cubicBezTo>
                <a:cubicBezTo>
                  <a:pt x="141542" y="12620"/>
                  <a:pt x="143563" y="11829"/>
                  <a:pt x="145130" y="10246"/>
                </a:cubicBezTo>
                <a:cubicBezTo>
                  <a:pt x="146697" y="8578"/>
                  <a:pt x="148429" y="5410"/>
                  <a:pt x="150326" y="742"/>
                </a:cubicBezTo>
                <a:lnTo>
                  <a:pt x="157131" y="742"/>
                </a:lnTo>
                <a:lnTo>
                  <a:pt x="157131" y="60130"/>
                </a:lnTo>
                <a:lnTo>
                  <a:pt x="150821" y="60130"/>
                </a:lnTo>
                <a:cubicBezTo>
                  <a:pt x="145872" y="49382"/>
                  <a:pt x="141418" y="41362"/>
                  <a:pt x="137459" y="36070"/>
                </a:cubicBezTo>
                <a:cubicBezTo>
                  <a:pt x="123767" y="17632"/>
                  <a:pt x="108383" y="8413"/>
                  <a:pt x="91309" y="8413"/>
                </a:cubicBezTo>
                <a:cubicBezTo>
                  <a:pt x="75637" y="8413"/>
                  <a:pt x="64048" y="15311"/>
                  <a:pt x="56542" y="29106"/>
                </a:cubicBezTo>
                <a:cubicBezTo>
                  <a:pt x="48707" y="43482"/>
                  <a:pt x="44789" y="63391"/>
                  <a:pt x="44789" y="88835"/>
                </a:cubicBezTo>
                <a:cubicBezTo>
                  <a:pt x="44789" y="113701"/>
                  <a:pt x="48418" y="132743"/>
                  <a:pt x="55676" y="145961"/>
                </a:cubicBezTo>
                <a:cubicBezTo>
                  <a:pt x="59141" y="152075"/>
                  <a:pt x="64296" y="157197"/>
                  <a:pt x="71142" y="161326"/>
                </a:cubicBezTo>
                <a:cubicBezTo>
                  <a:pt x="78648" y="165788"/>
                  <a:pt x="86896" y="168019"/>
                  <a:pt x="95887" y="168019"/>
                </a:cubicBezTo>
                <a:cubicBezTo>
                  <a:pt x="103228" y="168019"/>
                  <a:pt x="110775" y="166528"/>
                  <a:pt x="118529" y="163545"/>
                </a:cubicBezTo>
                <a:cubicBezTo>
                  <a:pt x="127107" y="160151"/>
                  <a:pt x="134819" y="155307"/>
                  <a:pt x="141665" y="149015"/>
                </a:cubicBezTo>
                <a:cubicBezTo>
                  <a:pt x="145377" y="145618"/>
                  <a:pt x="149501" y="141519"/>
                  <a:pt x="154038" y="136716"/>
                </a:cubicBezTo>
                <a:close/>
                <a:moveTo>
                  <a:pt x="174658" y="175195"/>
                </a:moveTo>
                <a:lnTo>
                  <a:pt x="174658" y="168885"/>
                </a:lnTo>
                <a:cubicBezTo>
                  <a:pt x="177709" y="168308"/>
                  <a:pt x="179730" y="167978"/>
                  <a:pt x="180720" y="167895"/>
                </a:cubicBezTo>
                <a:cubicBezTo>
                  <a:pt x="184927" y="167235"/>
                  <a:pt x="187607" y="166493"/>
                  <a:pt x="188762" y="165668"/>
                </a:cubicBezTo>
                <a:cubicBezTo>
                  <a:pt x="191319" y="164101"/>
                  <a:pt x="193134" y="161833"/>
                  <a:pt x="194206" y="158863"/>
                </a:cubicBezTo>
                <a:cubicBezTo>
                  <a:pt x="195361" y="155976"/>
                  <a:pt x="195938" y="151563"/>
                  <a:pt x="195938" y="145625"/>
                </a:cubicBezTo>
                <a:lnTo>
                  <a:pt x="195938" y="33653"/>
                </a:lnTo>
                <a:cubicBezTo>
                  <a:pt x="195773" y="23838"/>
                  <a:pt x="193959" y="17487"/>
                  <a:pt x="190494" y="14600"/>
                </a:cubicBezTo>
                <a:cubicBezTo>
                  <a:pt x="187772" y="12455"/>
                  <a:pt x="182494" y="11012"/>
                  <a:pt x="174658" y="10269"/>
                </a:cubicBezTo>
                <a:lnTo>
                  <a:pt x="174658" y="3959"/>
                </a:lnTo>
                <a:lnTo>
                  <a:pt x="256193" y="3959"/>
                </a:lnTo>
                <a:cubicBezTo>
                  <a:pt x="282340" y="3959"/>
                  <a:pt x="300940" y="9816"/>
                  <a:pt x="311993" y="21528"/>
                </a:cubicBezTo>
                <a:cubicBezTo>
                  <a:pt x="319086" y="29034"/>
                  <a:pt x="322633" y="38479"/>
                  <a:pt x="322633" y="49861"/>
                </a:cubicBezTo>
                <a:cubicBezTo>
                  <a:pt x="322633" y="63471"/>
                  <a:pt x="317766" y="74483"/>
                  <a:pt x="308033" y="82896"/>
                </a:cubicBezTo>
                <a:cubicBezTo>
                  <a:pt x="299538" y="90154"/>
                  <a:pt x="289392" y="94691"/>
                  <a:pt x="277597" y="96506"/>
                </a:cubicBezTo>
                <a:cubicBezTo>
                  <a:pt x="270751" y="97660"/>
                  <a:pt x="257224" y="98320"/>
                  <a:pt x="237015" y="98485"/>
                </a:cubicBezTo>
                <a:lnTo>
                  <a:pt x="237015" y="145625"/>
                </a:lnTo>
                <a:cubicBezTo>
                  <a:pt x="237180" y="155440"/>
                  <a:pt x="238706" y="161585"/>
                  <a:pt x="241593" y="164060"/>
                </a:cubicBezTo>
                <a:cubicBezTo>
                  <a:pt x="244232" y="166122"/>
                  <a:pt x="250130" y="167730"/>
                  <a:pt x="259286" y="168885"/>
                </a:cubicBezTo>
                <a:lnTo>
                  <a:pt x="259286" y="175195"/>
                </a:lnTo>
                <a:lnTo>
                  <a:pt x="174658" y="175195"/>
                </a:lnTo>
                <a:moveTo>
                  <a:pt x="237015" y="89577"/>
                </a:moveTo>
                <a:cubicBezTo>
                  <a:pt x="248315" y="89577"/>
                  <a:pt x="256399" y="88710"/>
                  <a:pt x="261265" y="86975"/>
                </a:cubicBezTo>
                <a:cubicBezTo>
                  <a:pt x="265802" y="85323"/>
                  <a:pt x="269514" y="82844"/>
                  <a:pt x="272401" y="79540"/>
                </a:cubicBezTo>
                <a:cubicBezTo>
                  <a:pt x="276855" y="74253"/>
                  <a:pt x="279082" y="64793"/>
                  <a:pt x="279082" y="51160"/>
                </a:cubicBezTo>
                <a:cubicBezTo>
                  <a:pt x="279082" y="35710"/>
                  <a:pt x="276195" y="25177"/>
                  <a:pt x="270421" y="19560"/>
                </a:cubicBezTo>
                <a:cubicBezTo>
                  <a:pt x="265802" y="14933"/>
                  <a:pt x="258873" y="12620"/>
                  <a:pt x="249635" y="12620"/>
                </a:cubicBezTo>
                <a:cubicBezTo>
                  <a:pt x="241222" y="12620"/>
                  <a:pt x="237015" y="15631"/>
                  <a:pt x="237015" y="21652"/>
                </a:cubicBezTo>
                <a:lnTo>
                  <a:pt x="237015" y="89577"/>
                </a:lnTo>
                <a:close/>
                <a:moveTo>
                  <a:pt x="503065" y="3959"/>
                </a:moveTo>
                <a:lnTo>
                  <a:pt x="503065" y="10269"/>
                </a:lnTo>
                <a:cubicBezTo>
                  <a:pt x="495642" y="11424"/>
                  <a:pt x="490528" y="13239"/>
                  <a:pt x="487723" y="15713"/>
                </a:cubicBezTo>
                <a:cubicBezTo>
                  <a:pt x="484919" y="18353"/>
                  <a:pt x="483434" y="23714"/>
                  <a:pt x="483269" y="31797"/>
                </a:cubicBezTo>
                <a:lnTo>
                  <a:pt x="483269" y="112590"/>
                </a:lnTo>
                <a:cubicBezTo>
                  <a:pt x="483269" y="125068"/>
                  <a:pt x="481413" y="136472"/>
                  <a:pt x="477701" y="146800"/>
                </a:cubicBezTo>
                <a:cubicBezTo>
                  <a:pt x="473082" y="159526"/>
                  <a:pt x="463762" y="168698"/>
                  <a:pt x="449739" y="174317"/>
                </a:cubicBezTo>
                <a:cubicBezTo>
                  <a:pt x="440006" y="178202"/>
                  <a:pt x="429366" y="180144"/>
                  <a:pt x="417818" y="180144"/>
                </a:cubicBezTo>
                <a:cubicBezTo>
                  <a:pt x="399012" y="180144"/>
                  <a:pt x="383464" y="175681"/>
                  <a:pt x="371174" y="166755"/>
                </a:cubicBezTo>
                <a:cubicBezTo>
                  <a:pt x="363091" y="160888"/>
                  <a:pt x="357482" y="154153"/>
                  <a:pt x="354347" y="146549"/>
                </a:cubicBezTo>
                <a:cubicBezTo>
                  <a:pt x="351625" y="139852"/>
                  <a:pt x="350264" y="130388"/>
                  <a:pt x="350264" y="118158"/>
                </a:cubicBezTo>
                <a:lnTo>
                  <a:pt x="350264" y="33653"/>
                </a:lnTo>
                <a:cubicBezTo>
                  <a:pt x="350099" y="23590"/>
                  <a:pt x="348408" y="17198"/>
                  <a:pt x="345192" y="14476"/>
                </a:cubicBezTo>
                <a:cubicBezTo>
                  <a:pt x="342552" y="12496"/>
                  <a:pt x="337314" y="11094"/>
                  <a:pt x="329479" y="10269"/>
                </a:cubicBezTo>
                <a:lnTo>
                  <a:pt x="329479" y="3959"/>
                </a:lnTo>
                <a:lnTo>
                  <a:pt x="415096" y="3959"/>
                </a:lnTo>
                <a:lnTo>
                  <a:pt x="415096" y="10269"/>
                </a:lnTo>
                <a:cubicBezTo>
                  <a:pt x="405198" y="10682"/>
                  <a:pt x="398806" y="12084"/>
                  <a:pt x="395919" y="14476"/>
                </a:cubicBezTo>
                <a:cubicBezTo>
                  <a:pt x="392537" y="17198"/>
                  <a:pt x="390764" y="23590"/>
                  <a:pt x="390599" y="33653"/>
                </a:cubicBezTo>
                <a:lnTo>
                  <a:pt x="390599" y="118158"/>
                </a:lnTo>
                <a:cubicBezTo>
                  <a:pt x="390599" y="133208"/>
                  <a:pt x="392743" y="144537"/>
                  <a:pt x="397033" y="152143"/>
                </a:cubicBezTo>
                <a:cubicBezTo>
                  <a:pt x="402889" y="162562"/>
                  <a:pt x="413117" y="167771"/>
                  <a:pt x="427716" y="167771"/>
                </a:cubicBezTo>
                <a:cubicBezTo>
                  <a:pt x="445285" y="167771"/>
                  <a:pt x="457699" y="161447"/>
                  <a:pt x="464958" y="148799"/>
                </a:cubicBezTo>
                <a:cubicBezTo>
                  <a:pt x="469742" y="140368"/>
                  <a:pt x="472134" y="128298"/>
                  <a:pt x="472134" y="112590"/>
                </a:cubicBezTo>
                <a:lnTo>
                  <a:pt x="472134" y="35385"/>
                </a:lnTo>
                <a:cubicBezTo>
                  <a:pt x="471886" y="25322"/>
                  <a:pt x="469865" y="18765"/>
                  <a:pt x="466071" y="15713"/>
                </a:cubicBezTo>
                <a:cubicBezTo>
                  <a:pt x="462194" y="12744"/>
                  <a:pt x="455926" y="10929"/>
                  <a:pt x="447265" y="10269"/>
                </a:cubicBezTo>
                <a:lnTo>
                  <a:pt x="447265" y="3959"/>
                </a:lnTo>
                <a:lnTo>
                  <a:pt x="503065" y="3959"/>
                </a:lnTo>
                <a:close/>
              </a:path>
            </a:pathLst>
          </a:custGeom>
          <a:solidFill xmlns:a="http://schemas.openxmlformats.org/drawingml/2006/main">
            <a:srgbClr val="231F2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8FCBD95-3DCF-4EBC-9F94-3A91E99B7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697" y="1435543"/>
            <a:ext cx="148317" cy="28154"/>
          </a:xfrm>
          <a:custGeom xmlns:a="http://schemas.openxmlformats.org/drawingml/2006/main">
            <a:pathLst>
              <a:path w="148317" h="28154">
                <a:moveTo>
                  <a:pt x="0" y="28154"/>
                </a:moveTo>
                <a:lnTo>
                  <a:pt x="148317" y="28154"/>
                </a:lnTo>
                <a:lnTo>
                  <a:pt x="148317" y="0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231F2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105269D-B6E9-4CA5-8A7D-D705F7595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5263" y="1416609"/>
            <a:ext cx="158368" cy="28154"/>
          </a:xfrm>
          <a:custGeom xmlns:a="http://schemas.openxmlformats.org/drawingml/2006/main">
            <a:pathLst>
              <a:path w="158368" h="28154">
                <a:moveTo>
                  <a:pt x="0" y="28154"/>
                </a:moveTo>
                <a:lnTo>
                  <a:pt x="158368" y="28154"/>
                </a:lnTo>
                <a:lnTo>
                  <a:pt x="158368" y="0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231F2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CED1870-EFD8-4A06-A3F8-B3889EEE1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3646" y="340574"/>
            <a:ext cx="623732" cy="2180219"/>
          </a:xfrm>
          <a:custGeom xmlns:a="http://schemas.openxmlformats.org/drawingml/2006/main">
            <a:pathLst>
              <a:path w="623732" h="2180219">
                <a:moveTo>
                  <a:pt x="578629" y="2180219"/>
                </a:moveTo>
                <a:lnTo>
                  <a:pt x="0" y="2180219"/>
                </a:lnTo>
                <a:lnTo>
                  <a:pt x="0" y="1160692"/>
                </a:lnTo>
                <a:cubicBezTo>
                  <a:pt x="38966" y="1160692"/>
                  <a:pt x="70583" y="1129103"/>
                  <a:pt x="70583" y="1090109"/>
                </a:cubicBezTo>
                <a:cubicBezTo>
                  <a:pt x="70583" y="1051144"/>
                  <a:pt x="38966" y="1019526"/>
                  <a:pt x="0" y="1019526"/>
                </a:cubicBezTo>
                <a:lnTo>
                  <a:pt x="0" y="0"/>
                </a:lnTo>
                <a:lnTo>
                  <a:pt x="578629" y="0"/>
                </a:lnTo>
                <a:cubicBezTo>
                  <a:pt x="603545" y="0"/>
                  <a:pt x="623732" y="20187"/>
                  <a:pt x="623732" y="45103"/>
                </a:cubicBezTo>
                <a:lnTo>
                  <a:pt x="623732" y="2135115"/>
                </a:lnTo>
                <a:cubicBezTo>
                  <a:pt x="623732" y="2160032"/>
                  <a:pt x="603545" y="2180219"/>
                  <a:pt x="578629" y="2180219"/>
                </a:cubicBezTo>
              </a:path>
            </a:pathLst>
          </a:custGeom>
          <a:solidFill xmlns:a="http://schemas.openxmlformats.org/drawingml/2006/main">
            <a:srgbClr val="54AA9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DF5F2C1-9DE4-43E3-9C13-5DEF4C125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9569" y="326497"/>
            <a:ext cx="651886" cy="2208373"/>
          </a:xfrm>
          <a:custGeom xmlns:a="http://schemas.openxmlformats.org/drawingml/2006/main">
            <a:pathLst>
              <a:path w="651886" h="2208373">
                <a:moveTo>
                  <a:pt x="600736" y="2207833"/>
                </a:moveTo>
                <a:lnTo>
                  <a:pt x="604632" y="2207171"/>
                </a:lnTo>
                <a:lnTo>
                  <a:pt x="608437" y="2206259"/>
                </a:lnTo>
                <a:lnTo>
                  <a:pt x="612142" y="2205107"/>
                </a:lnTo>
                <a:lnTo>
                  <a:pt x="615739" y="2203723"/>
                </a:lnTo>
                <a:lnTo>
                  <a:pt x="619218" y="2202115"/>
                </a:lnTo>
                <a:lnTo>
                  <a:pt x="622570" y="2200294"/>
                </a:lnTo>
                <a:lnTo>
                  <a:pt x="625788" y="2198267"/>
                </a:lnTo>
                <a:lnTo>
                  <a:pt x="628862" y="2196043"/>
                </a:lnTo>
                <a:lnTo>
                  <a:pt x="631783" y="2193631"/>
                </a:lnTo>
                <a:lnTo>
                  <a:pt x="634543" y="2191040"/>
                </a:lnTo>
                <a:lnTo>
                  <a:pt x="637133" y="2188279"/>
                </a:lnTo>
                <a:lnTo>
                  <a:pt x="639544" y="2185357"/>
                </a:lnTo>
                <a:lnTo>
                  <a:pt x="641768" y="2182282"/>
                </a:lnTo>
                <a:lnTo>
                  <a:pt x="643795" y="2179063"/>
                </a:lnTo>
                <a:lnTo>
                  <a:pt x="645616" y="2175709"/>
                </a:lnTo>
                <a:lnTo>
                  <a:pt x="647224" y="2172229"/>
                </a:lnTo>
                <a:lnTo>
                  <a:pt x="648609" y="2168632"/>
                </a:lnTo>
                <a:lnTo>
                  <a:pt x="649763" y="2164926"/>
                </a:lnTo>
                <a:lnTo>
                  <a:pt x="650676" y="2161120"/>
                </a:lnTo>
                <a:lnTo>
                  <a:pt x="651340" y="2157223"/>
                </a:lnTo>
                <a:lnTo>
                  <a:pt x="651747" y="2153245"/>
                </a:lnTo>
                <a:lnTo>
                  <a:pt x="651886" y="2149192"/>
                </a:lnTo>
                <a:lnTo>
                  <a:pt x="651886" y="59180"/>
                </a:lnTo>
                <a:lnTo>
                  <a:pt x="651747" y="55128"/>
                </a:lnTo>
                <a:lnTo>
                  <a:pt x="651340" y="51150"/>
                </a:lnTo>
                <a:lnTo>
                  <a:pt x="650676" y="47254"/>
                </a:lnTo>
                <a:lnTo>
                  <a:pt x="649763" y="43449"/>
                </a:lnTo>
                <a:lnTo>
                  <a:pt x="648609" y="39744"/>
                </a:lnTo>
                <a:lnTo>
                  <a:pt x="647224" y="36148"/>
                </a:lnTo>
                <a:lnTo>
                  <a:pt x="645616" y="32669"/>
                </a:lnTo>
                <a:lnTo>
                  <a:pt x="643795" y="29316"/>
                </a:lnTo>
                <a:lnTo>
                  <a:pt x="641768" y="26098"/>
                </a:lnTo>
                <a:lnTo>
                  <a:pt x="639544" y="23024"/>
                </a:lnTo>
                <a:lnTo>
                  <a:pt x="637133" y="20103"/>
                </a:lnTo>
                <a:lnTo>
                  <a:pt x="634543" y="17343"/>
                </a:lnTo>
                <a:lnTo>
                  <a:pt x="631783" y="14753"/>
                </a:lnTo>
                <a:lnTo>
                  <a:pt x="628862" y="12342"/>
                </a:lnTo>
                <a:lnTo>
                  <a:pt x="625788" y="10119"/>
                </a:lnTo>
                <a:lnTo>
                  <a:pt x="622570" y="8092"/>
                </a:lnTo>
                <a:lnTo>
                  <a:pt x="619218" y="6270"/>
                </a:lnTo>
                <a:lnTo>
                  <a:pt x="615739" y="4662"/>
                </a:lnTo>
                <a:lnTo>
                  <a:pt x="612142" y="3277"/>
                </a:lnTo>
                <a:lnTo>
                  <a:pt x="608437" y="2124"/>
                </a:lnTo>
                <a:lnTo>
                  <a:pt x="604632" y="1210"/>
                </a:lnTo>
                <a:lnTo>
                  <a:pt x="600736" y="546"/>
                </a:lnTo>
                <a:lnTo>
                  <a:pt x="596758" y="140"/>
                </a:lnTo>
                <a:lnTo>
                  <a:pt x="592706" y="0"/>
                </a:lnTo>
                <a:lnTo>
                  <a:pt x="0" y="0"/>
                </a:lnTo>
                <a:lnTo>
                  <a:pt x="0" y="1047681"/>
                </a:lnTo>
                <a:lnTo>
                  <a:pt x="14077" y="1047681"/>
                </a:lnTo>
                <a:lnTo>
                  <a:pt x="17944" y="1047818"/>
                </a:lnTo>
                <a:lnTo>
                  <a:pt x="21741" y="1048209"/>
                </a:lnTo>
                <a:lnTo>
                  <a:pt x="25459" y="1048845"/>
                </a:lnTo>
                <a:lnTo>
                  <a:pt x="29091" y="1049719"/>
                </a:lnTo>
                <a:lnTo>
                  <a:pt x="32626" y="1050823"/>
                </a:lnTo>
                <a:lnTo>
                  <a:pt x="36059" y="1052147"/>
                </a:lnTo>
                <a:lnTo>
                  <a:pt x="39379" y="1053683"/>
                </a:lnTo>
                <a:lnTo>
                  <a:pt x="42579" y="1055423"/>
                </a:lnTo>
                <a:lnTo>
                  <a:pt x="45650" y="1057359"/>
                </a:lnTo>
                <a:lnTo>
                  <a:pt x="48584" y="1059482"/>
                </a:lnTo>
                <a:lnTo>
                  <a:pt x="51372" y="1061784"/>
                </a:lnTo>
                <a:lnTo>
                  <a:pt x="54007" y="1064257"/>
                </a:lnTo>
                <a:lnTo>
                  <a:pt x="56480" y="1066891"/>
                </a:lnTo>
                <a:lnTo>
                  <a:pt x="58782" y="1069680"/>
                </a:lnTo>
                <a:lnTo>
                  <a:pt x="60905" y="1072614"/>
                </a:lnTo>
                <a:lnTo>
                  <a:pt x="62841" y="1075685"/>
                </a:lnTo>
                <a:lnTo>
                  <a:pt x="64581" y="1078885"/>
                </a:lnTo>
                <a:lnTo>
                  <a:pt x="66117" y="1082205"/>
                </a:lnTo>
                <a:lnTo>
                  <a:pt x="67441" y="1085637"/>
                </a:lnTo>
                <a:lnTo>
                  <a:pt x="68544" y="1089173"/>
                </a:lnTo>
                <a:lnTo>
                  <a:pt x="69418" y="1092804"/>
                </a:lnTo>
                <a:lnTo>
                  <a:pt x="70055" y="1096523"/>
                </a:lnTo>
                <a:lnTo>
                  <a:pt x="70446" y="1100319"/>
                </a:lnTo>
                <a:lnTo>
                  <a:pt x="70583" y="1104186"/>
                </a:lnTo>
                <a:lnTo>
                  <a:pt x="70446" y="1108054"/>
                </a:lnTo>
                <a:lnTo>
                  <a:pt x="70055" y="1111850"/>
                </a:lnTo>
                <a:lnTo>
                  <a:pt x="69418" y="1115569"/>
                </a:lnTo>
                <a:lnTo>
                  <a:pt x="68544" y="1119200"/>
                </a:lnTo>
                <a:lnTo>
                  <a:pt x="67441" y="1122736"/>
                </a:lnTo>
                <a:lnTo>
                  <a:pt x="66117" y="1126168"/>
                </a:lnTo>
                <a:lnTo>
                  <a:pt x="64581" y="1129488"/>
                </a:lnTo>
                <a:lnTo>
                  <a:pt x="62841" y="1132688"/>
                </a:lnTo>
                <a:lnTo>
                  <a:pt x="60905" y="1135759"/>
                </a:lnTo>
                <a:lnTo>
                  <a:pt x="58782" y="1138693"/>
                </a:lnTo>
                <a:lnTo>
                  <a:pt x="56480" y="1141482"/>
                </a:lnTo>
                <a:lnTo>
                  <a:pt x="54007" y="1144116"/>
                </a:lnTo>
                <a:lnTo>
                  <a:pt x="51372" y="1146589"/>
                </a:lnTo>
                <a:lnTo>
                  <a:pt x="48584" y="1148891"/>
                </a:lnTo>
                <a:lnTo>
                  <a:pt x="45650" y="1151014"/>
                </a:lnTo>
                <a:lnTo>
                  <a:pt x="42579" y="1152950"/>
                </a:lnTo>
                <a:lnTo>
                  <a:pt x="39379" y="1154690"/>
                </a:lnTo>
                <a:lnTo>
                  <a:pt x="36059" y="1156226"/>
                </a:lnTo>
                <a:lnTo>
                  <a:pt x="32626" y="1157550"/>
                </a:lnTo>
                <a:lnTo>
                  <a:pt x="29091" y="1158653"/>
                </a:lnTo>
                <a:lnTo>
                  <a:pt x="25459" y="1159528"/>
                </a:lnTo>
                <a:lnTo>
                  <a:pt x="21741" y="1160164"/>
                </a:lnTo>
                <a:lnTo>
                  <a:pt x="17944" y="1160555"/>
                </a:lnTo>
                <a:lnTo>
                  <a:pt x="14077" y="1160692"/>
                </a:lnTo>
                <a:lnTo>
                  <a:pt x="0" y="1160692"/>
                </a:lnTo>
                <a:lnTo>
                  <a:pt x="0" y="2208373"/>
                </a:lnTo>
                <a:lnTo>
                  <a:pt x="592706" y="2208373"/>
                </a:lnTo>
                <a:lnTo>
                  <a:pt x="596758" y="2208236"/>
                </a:lnTo>
                <a:lnTo>
                  <a:pt x="600736" y="2207833"/>
                </a:lnTo>
                <a:close/>
                <a:moveTo>
                  <a:pt x="28154" y="1187633"/>
                </a:moveTo>
                <a:lnTo>
                  <a:pt x="31132" y="1187127"/>
                </a:lnTo>
                <a:lnTo>
                  <a:pt x="36574" y="1185823"/>
                </a:lnTo>
                <a:lnTo>
                  <a:pt x="41874" y="1184175"/>
                </a:lnTo>
                <a:lnTo>
                  <a:pt x="47018" y="1182195"/>
                </a:lnTo>
                <a:lnTo>
                  <a:pt x="51995" y="1179896"/>
                </a:lnTo>
                <a:lnTo>
                  <a:pt x="56792" y="1177290"/>
                </a:lnTo>
                <a:lnTo>
                  <a:pt x="61395" y="1174390"/>
                </a:lnTo>
                <a:lnTo>
                  <a:pt x="65793" y="1171209"/>
                </a:lnTo>
                <a:lnTo>
                  <a:pt x="69973" y="1167759"/>
                </a:lnTo>
                <a:lnTo>
                  <a:pt x="73923" y="1164053"/>
                </a:lnTo>
                <a:lnTo>
                  <a:pt x="77629" y="1160104"/>
                </a:lnTo>
                <a:lnTo>
                  <a:pt x="81079" y="1155923"/>
                </a:lnTo>
                <a:lnTo>
                  <a:pt x="84261" y="1151524"/>
                </a:lnTo>
                <a:lnTo>
                  <a:pt x="87162" y="1146920"/>
                </a:lnTo>
                <a:lnTo>
                  <a:pt x="89769" y="1142122"/>
                </a:lnTo>
                <a:lnTo>
                  <a:pt x="92070" y="1137143"/>
                </a:lnTo>
                <a:lnTo>
                  <a:pt x="94052" y="1131997"/>
                </a:lnTo>
                <a:lnTo>
                  <a:pt x="95702" y="1126695"/>
                </a:lnTo>
                <a:lnTo>
                  <a:pt x="97008" y="1121251"/>
                </a:lnTo>
                <a:lnTo>
                  <a:pt x="97958" y="1115676"/>
                </a:lnTo>
                <a:lnTo>
                  <a:pt x="98539" y="1109984"/>
                </a:lnTo>
                <a:lnTo>
                  <a:pt x="98737" y="1104186"/>
                </a:lnTo>
                <a:lnTo>
                  <a:pt x="98539" y="1098389"/>
                </a:lnTo>
                <a:lnTo>
                  <a:pt x="97958" y="1092697"/>
                </a:lnTo>
                <a:lnTo>
                  <a:pt x="97008" y="1087122"/>
                </a:lnTo>
                <a:lnTo>
                  <a:pt x="95702" y="1081678"/>
                </a:lnTo>
                <a:lnTo>
                  <a:pt x="94052" y="1076376"/>
                </a:lnTo>
                <a:lnTo>
                  <a:pt x="92070" y="1071230"/>
                </a:lnTo>
                <a:lnTo>
                  <a:pt x="89769" y="1066251"/>
                </a:lnTo>
                <a:lnTo>
                  <a:pt x="87162" y="1061453"/>
                </a:lnTo>
                <a:lnTo>
                  <a:pt x="84261" y="1056849"/>
                </a:lnTo>
                <a:lnTo>
                  <a:pt x="81079" y="1052450"/>
                </a:lnTo>
                <a:lnTo>
                  <a:pt x="77629" y="1048269"/>
                </a:lnTo>
                <a:lnTo>
                  <a:pt x="73923" y="1044320"/>
                </a:lnTo>
                <a:lnTo>
                  <a:pt x="69973" y="1040614"/>
                </a:lnTo>
                <a:lnTo>
                  <a:pt x="65793" y="1037164"/>
                </a:lnTo>
                <a:lnTo>
                  <a:pt x="61395" y="1033983"/>
                </a:lnTo>
                <a:lnTo>
                  <a:pt x="56792" y="1031083"/>
                </a:lnTo>
                <a:lnTo>
                  <a:pt x="51995" y="1028477"/>
                </a:lnTo>
                <a:lnTo>
                  <a:pt x="47018" y="1026178"/>
                </a:lnTo>
                <a:lnTo>
                  <a:pt x="41874" y="1024198"/>
                </a:lnTo>
                <a:lnTo>
                  <a:pt x="36574" y="1022550"/>
                </a:lnTo>
                <a:lnTo>
                  <a:pt x="31132" y="1021246"/>
                </a:lnTo>
                <a:lnTo>
                  <a:pt x="28154" y="1020740"/>
                </a:lnTo>
                <a:lnTo>
                  <a:pt x="28154" y="28154"/>
                </a:lnTo>
                <a:lnTo>
                  <a:pt x="592706" y="28154"/>
                </a:lnTo>
                <a:lnTo>
                  <a:pt x="594828" y="28229"/>
                </a:lnTo>
                <a:lnTo>
                  <a:pt x="596912" y="28444"/>
                </a:lnTo>
                <a:lnTo>
                  <a:pt x="598953" y="28794"/>
                </a:lnTo>
                <a:lnTo>
                  <a:pt x="600946" y="29274"/>
                </a:lnTo>
                <a:lnTo>
                  <a:pt x="602887" y="29880"/>
                </a:lnTo>
                <a:lnTo>
                  <a:pt x="604771" y="30607"/>
                </a:lnTo>
                <a:lnTo>
                  <a:pt x="606594" y="31451"/>
                </a:lnTo>
                <a:lnTo>
                  <a:pt x="608351" y="32407"/>
                </a:lnTo>
                <a:lnTo>
                  <a:pt x="610038" y="33470"/>
                </a:lnTo>
                <a:lnTo>
                  <a:pt x="611649" y="34636"/>
                </a:lnTo>
                <a:lnTo>
                  <a:pt x="613181" y="35901"/>
                </a:lnTo>
                <a:lnTo>
                  <a:pt x="614628" y="37259"/>
                </a:lnTo>
                <a:lnTo>
                  <a:pt x="615986" y="38706"/>
                </a:lnTo>
                <a:lnTo>
                  <a:pt x="617250" y="40237"/>
                </a:lnTo>
                <a:lnTo>
                  <a:pt x="618416" y="41849"/>
                </a:lnTo>
                <a:lnTo>
                  <a:pt x="619480" y="43535"/>
                </a:lnTo>
                <a:lnTo>
                  <a:pt x="620436" y="45292"/>
                </a:lnTo>
                <a:lnTo>
                  <a:pt x="621280" y="47115"/>
                </a:lnTo>
                <a:lnTo>
                  <a:pt x="622007" y="48999"/>
                </a:lnTo>
                <a:lnTo>
                  <a:pt x="622613" y="50941"/>
                </a:lnTo>
                <a:lnTo>
                  <a:pt x="623093" y="52934"/>
                </a:lnTo>
                <a:lnTo>
                  <a:pt x="623443" y="54975"/>
                </a:lnTo>
                <a:lnTo>
                  <a:pt x="623657" y="57058"/>
                </a:lnTo>
                <a:lnTo>
                  <a:pt x="623732" y="59180"/>
                </a:lnTo>
                <a:lnTo>
                  <a:pt x="623732" y="2149192"/>
                </a:lnTo>
                <a:lnTo>
                  <a:pt x="623657" y="2151318"/>
                </a:lnTo>
                <a:lnTo>
                  <a:pt x="623443" y="2153404"/>
                </a:lnTo>
                <a:lnTo>
                  <a:pt x="623093" y="2155447"/>
                </a:lnTo>
                <a:lnTo>
                  <a:pt x="622613" y="2157442"/>
                </a:lnTo>
                <a:lnTo>
                  <a:pt x="622007" y="2159385"/>
                </a:lnTo>
                <a:lnTo>
                  <a:pt x="621280" y="2161270"/>
                </a:lnTo>
                <a:lnTo>
                  <a:pt x="620436" y="2163093"/>
                </a:lnTo>
                <a:lnTo>
                  <a:pt x="619480" y="2164850"/>
                </a:lnTo>
                <a:lnTo>
                  <a:pt x="618416" y="2166537"/>
                </a:lnTo>
                <a:lnTo>
                  <a:pt x="617250" y="2168148"/>
                </a:lnTo>
                <a:lnTo>
                  <a:pt x="615986" y="2169678"/>
                </a:lnTo>
                <a:lnTo>
                  <a:pt x="614628" y="2171125"/>
                </a:lnTo>
                <a:lnTo>
                  <a:pt x="613181" y="2172482"/>
                </a:lnTo>
                <a:lnTo>
                  <a:pt x="611649" y="2173745"/>
                </a:lnTo>
                <a:lnTo>
                  <a:pt x="610038" y="2174910"/>
                </a:lnTo>
                <a:lnTo>
                  <a:pt x="608351" y="2175972"/>
                </a:lnTo>
                <a:lnTo>
                  <a:pt x="606594" y="2176927"/>
                </a:lnTo>
                <a:lnTo>
                  <a:pt x="604771" y="2177770"/>
                </a:lnTo>
                <a:lnTo>
                  <a:pt x="602887" y="2178496"/>
                </a:lnTo>
                <a:lnTo>
                  <a:pt x="600946" y="2179101"/>
                </a:lnTo>
                <a:lnTo>
                  <a:pt x="598953" y="2179581"/>
                </a:lnTo>
                <a:lnTo>
                  <a:pt x="596912" y="2179930"/>
                </a:lnTo>
                <a:lnTo>
                  <a:pt x="594828" y="2180144"/>
                </a:lnTo>
                <a:lnTo>
                  <a:pt x="592706" y="2180219"/>
                </a:lnTo>
                <a:lnTo>
                  <a:pt x="28154" y="2180219"/>
                </a:lnTo>
                <a:lnTo>
                  <a:pt x="28154" y="1187633"/>
                </a:lnTo>
                <a:close/>
              </a:path>
            </a:pathLst>
          </a:custGeom>
          <a:solidFill xmlns:a="http://schemas.openxmlformats.org/drawingml/2006/main">
            <a:srgbClr val="231F2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CFFB9D8-5C23-4752-B463-87A27A97D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3635" y="1522216"/>
            <a:ext cx="10" cy="976394"/>
          </a:xfrm>
          <a:custGeom xmlns:a="http://schemas.openxmlformats.org/drawingml/2006/main">
            <a:pathLst>
              <a:path w="1" h="976394">
                <a:moveTo>
                  <a:pt x="0" y="976394"/>
                </a:move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231F2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1055CF4-5504-4B12-9260-2B4DC88BB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9557" y="1522216"/>
            <a:ext cx="28154" cy="976394"/>
          </a:xfrm>
          <a:custGeom xmlns:a="http://schemas.openxmlformats.org/drawingml/2006/main">
            <a:pathLst>
              <a:path w="28154" h="976394">
                <a:moveTo>
                  <a:pt x="28154" y="976394"/>
                </a:moveTo>
                <a:lnTo>
                  <a:pt x="28154" y="0"/>
                </a:lnTo>
                <a:lnTo>
                  <a:pt x="0" y="0"/>
                </a:lnTo>
                <a:lnTo>
                  <a:pt x="0" y="976394"/>
                </a:lnTo>
              </a:path>
            </a:pathLst>
          </a:custGeom>
          <a:solidFill xmlns:a="http://schemas.openxmlformats.org/drawingml/2006/main">
            <a:srgbClr val="F9AF4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9EBCC0B-BF01-4730-A5B0-D24C12AFD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3635" y="363557"/>
            <a:ext cx="10" cy="976394"/>
          </a:xfrm>
          <a:custGeom xmlns:a="http://schemas.openxmlformats.org/drawingml/2006/main">
            <a:pathLst>
              <a:path w="1" h="976394">
                <a:moveTo>
                  <a:pt x="0" y="976394"/>
                </a:move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231F2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A3EB006-F29A-4D2B-ABE2-C17D23C96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9557" y="363557"/>
            <a:ext cx="28154" cy="976394"/>
          </a:xfrm>
          <a:custGeom xmlns:a="http://schemas.openxmlformats.org/drawingml/2006/main">
            <a:pathLst>
              <a:path w="28154" h="976394">
                <a:moveTo>
                  <a:pt x="28154" y="976394"/>
                </a:moveTo>
                <a:lnTo>
                  <a:pt x="28154" y="0"/>
                </a:lnTo>
                <a:lnTo>
                  <a:pt x="0" y="0"/>
                </a:lnTo>
                <a:lnTo>
                  <a:pt x="0" y="976394"/>
                </a:lnTo>
              </a:path>
            </a:pathLst>
          </a:custGeom>
          <a:solidFill xmlns:a="http://schemas.openxmlformats.org/drawingml/2006/main">
            <a:srgbClr val="F9AF4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197BE2E-927A-4057-BE04-55AB25081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4726" y="1923391"/>
            <a:ext cx="281544" cy="281544"/>
          </a:xfrm>
          <a:custGeom xmlns:a="http://schemas.openxmlformats.org/drawingml/2006/main">
            <a:pathLst>
              <a:path w="281544" h="281544">
                <a:moveTo>
                  <a:pt x="0" y="281544"/>
                </a:moveTo>
                <a:lnTo>
                  <a:pt x="281544" y="281544"/>
                </a:lnTo>
                <a:lnTo>
                  <a:pt x="281544" y="0"/>
                </a:lnTo>
                <a:lnTo>
                  <a:pt x="0" y="0"/>
                </a:lnTo>
                <a:lnTo>
                  <a:pt x="0" y="281544"/>
                </a:lnTo>
                <a:close/>
              </a:path>
            </a:pathLst>
          </a:custGeom>
          <a:solidFill xmlns:a="http://schemas.openxmlformats.org/drawingml/2006/main">
            <a:srgbClr val="231F2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015E117-E684-4EDA-86F9-69CD05A45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571" y="1907227"/>
            <a:ext cx="313865" cy="313865"/>
          </a:xfrm>
          <a:custGeom xmlns:a="http://schemas.openxmlformats.org/drawingml/2006/main">
            <a:pathLst>
              <a:path w="313865" h="313865">
                <a:moveTo>
                  <a:pt x="0" y="313865"/>
                </a:moveTo>
                <a:lnTo>
                  <a:pt x="313865" y="313865"/>
                </a:lnTo>
                <a:lnTo>
                  <a:pt x="313865" y="0"/>
                </a:lnTo>
                <a:lnTo>
                  <a:pt x="0" y="0"/>
                </a:lnTo>
                <a:lnTo>
                  <a:pt x="0" y="16161"/>
                </a:lnTo>
                <a:lnTo>
                  <a:pt x="0" y="313865"/>
                </a:lnTo>
                <a:close/>
                <a:moveTo>
                  <a:pt x="281544" y="32321"/>
                </a:moveTo>
                <a:lnTo>
                  <a:pt x="281544" y="281544"/>
                </a:lnTo>
                <a:lnTo>
                  <a:pt x="32321" y="281544"/>
                </a:lnTo>
                <a:lnTo>
                  <a:pt x="32321" y="32321"/>
                </a:lnTo>
                <a:lnTo>
                  <a:pt x="281544" y="32321"/>
                </a:lnTo>
                <a:close/>
              </a:path>
            </a:pathLst>
          </a:custGeom>
          <a:solidFill xmlns:a="http://schemas.openxmlformats.org/drawingml/2006/main">
            <a:srgbClr val="231F2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4B2B9A0-B1E2-4754-B721-BA7ED0047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4726" y="1501075"/>
            <a:ext cx="281544" cy="281544"/>
          </a:xfrm>
          <a:custGeom xmlns:a="http://schemas.openxmlformats.org/drawingml/2006/main">
            <a:pathLst>
              <a:path w="281544" h="281544">
                <a:moveTo>
                  <a:pt x="0" y="281544"/>
                </a:moveTo>
                <a:lnTo>
                  <a:pt x="281544" y="281544"/>
                </a:lnTo>
                <a:lnTo>
                  <a:pt x="281544" y="0"/>
                </a:lnTo>
                <a:lnTo>
                  <a:pt x="0" y="0"/>
                </a:lnTo>
                <a:lnTo>
                  <a:pt x="0" y="281544"/>
                </a:lnTo>
                <a:close/>
              </a:path>
            </a:pathLst>
          </a:custGeom>
          <a:solidFill xmlns:a="http://schemas.openxmlformats.org/drawingml/2006/main">
            <a:srgbClr val="231F2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D400B40-6058-435F-BB8D-B08BEF96E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571" y="1484912"/>
            <a:ext cx="313865" cy="313865"/>
          </a:xfrm>
          <a:custGeom xmlns:a="http://schemas.openxmlformats.org/drawingml/2006/main">
            <a:pathLst>
              <a:path w="313865" h="313865">
                <a:moveTo>
                  <a:pt x="0" y="313865"/>
                </a:moveTo>
                <a:lnTo>
                  <a:pt x="313865" y="313865"/>
                </a:lnTo>
                <a:lnTo>
                  <a:pt x="313865" y="0"/>
                </a:lnTo>
                <a:lnTo>
                  <a:pt x="0" y="0"/>
                </a:lnTo>
                <a:lnTo>
                  <a:pt x="0" y="16161"/>
                </a:lnTo>
                <a:lnTo>
                  <a:pt x="0" y="313865"/>
                </a:lnTo>
                <a:close/>
                <a:moveTo>
                  <a:pt x="281544" y="32321"/>
                </a:moveTo>
                <a:lnTo>
                  <a:pt x="281544" y="281544"/>
                </a:lnTo>
                <a:lnTo>
                  <a:pt x="32321" y="281544"/>
                </a:lnTo>
                <a:lnTo>
                  <a:pt x="32321" y="32321"/>
                </a:lnTo>
                <a:lnTo>
                  <a:pt x="281544" y="32321"/>
                </a:lnTo>
                <a:close/>
              </a:path>
            </a:pathLst>
          </a:custGeom>
          <a:solidFill xmlns:a="http://schemas.openxmlformats.org/drawingml/2006/main">
            <a:srgbClr val="231F2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34A62E5-59B3-47B2-A4CA-B914B5BD3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4726" y="1078759"/>
            <a:ext cx="281544" cy="281544"/>
          </a:xfrm>
          <a:custGeom xmlns:a="http://schemas.openxmlformats.org/drawingml/2006/main">
            <a:pathLst>
              <a:path w="281544" h="281544">
                <a:moveTo>
                  <a:pt x="0" y="281544"/>
                </a:moveTo>
                <a:lnTo>
                  <a:pt x="281544" y="281544"/>
                </a:lnTo>
                <a:lnTo>
                  <a:pt x="281544" y="0"/>
                </a:lnTo>
                <a:lnTo>
                  <a:pt x="0" y="0"/>
                </a:lnTo>
                <a:lnTo>
                  <a:pt x="0" y="281544"/>
                </a:lnTo>
                <a:close/>
              </a:path>
            </a:pathLst>
          </a:custGeom>
          <a:solidFill xmlns:a="http://schemas.openxmlformats.org/drawingml/2006/main">
            <a:srgbClr val="231F2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D55D004-DB55-464D-BB4C-CDBF1CCAE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571" y="1062596"/>
            <a:ext cx="313865" cy="313865"/>
          </a:xfrm>
          <a:custGeom xmlns:a="http://schemas.openxmlformats.org/drawingml/2006/main">
            <a:pathLst>
              <a:path w="313865" h="313865">
                <a:moveTo>
                  <a:pt x="0" y="313865"/>
                </a:moveTo>
                <a:lnTo>
                  <a:pt x="313865" y="313865"/>
                </a:lnTo>
                <a:lnTo>
                  <a:pt x="313865" y="0"/>
                </a:lnTo>
                <a:lnTo>
                  <a:pt x="0" y="0"/>
                </a:lnTo>
                <a:lnTo>
                  <a:pt x="0" y="16161"/>
                </a:lnTo>
                <a:lnTo>
                  <a:pt x="0" y="313865"/>
                </a:lnTo>
                <a:close/>
                <a:moveTo>
                  <a:pt x="281544" y="32321"/>
                </a:moveTo>
                <a:lnTo>
                  <a:pt x="281544" y="281544"/>
                </a:lnTo>
                <a:lnTo>
                  <a:pt x="32321" y="281544"/>
                </a:lnTo>
                <a:lnTo>
                  <a:pt x="32321" y="32321"/>
                </a:lnTo>
                <a:lnTo>
                  <a:pt x="281544" y="32321"/>
                </a:lnTo>
                <a:close/>
              </a:path>
            </a:pathLst>
          </a:custGeom>
          <a:solidFill xmlns:a="http://schemas.openxmlformats.org/drawingml/2006/main">
            <a:srgbClr val="231F2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D44C865-FBDA-4EA5-B524-D84914B12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4726" y="656444"/>
            <a:ext cx="281544" cy="281544"/>
          </a:xfrm>
          <a:custGeom xmlns:a="http://schemas.openxmlformats.org/drawingml/2006/main">
            <a:pathLst>
              <a:path w="281544" h="281544">
                <a:moveTo>
                  <a:pt x="0" y="281544"/>
                </a:moveTo>
                <a:lnTo>
                  <a:pt x="281544" y="281544"/>
                </a:lnTo>
                <a:lnTo>
                  <a:pt x="281544" y="0"/>
                </a:lnTo>
                <a:lnTo>
                  <a:pt x="0" y="0"/>
                </a:lnTo>
                <a:lnTo>
                  <a:pt x="0" y="281544"/>
                </a:lnTo>
                <a:close/>
              </a:path>
            </a:pathLst>
          </a:custGeom>
          <a:solidFill xmlns:a="http://schemas.openxmlformats.org/drawingml/2006/main">
            <a:srgbClr val="231F2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4597F4B-F3CA-4DC6-B6E3-96F9B6AD6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571" y="640280"/>
            <a:ext cx="313865" cy="313865"/>
          </a:xfrm>
          <a:custGeom xmlns:a="http://schemas.openxmlformats.org/drawingml/2006/main">
            <a:pathLst>
              <a:path w="313865" h="313865">
                <a:moveTo>
                  <a:pt x="0" y="313865"/>
                </a:moveTo>
                <a:lnTo>
                  <a:pt x="313865" y="313865"/>
                </a:lnTo>
                <a:lnTo>
                  <a:pt x="313865" y="0"/>
                </a:lnTo>
                <a:lnTo>
                  <a:pt x="0" y="0"/>
                </a:lnTo>
                <a:lnTo>
                  <a:pt x="0" y="16161"/>
                </a:lnTo>
                <a:lnTo>
                  <a:pt x="0" y="313865"/>
                </a:lnTo>
                <a:close/>
                <a:moveTo>
                  <a:pt x="281544" y="32321"/>
                </a:moveTo>
                <a:lnTo>
                  <a:pt x="281544" y="281544"/>
                </a:lnTo>
                <a:lnTo>
                  <a:pt x="32321" y="281544"/>
                </a:lnTo>
                <a:lnTo>
                  <a:pt x="32321" y="32321"/>
                </a:lnTo>
                <a:lnTo>
                  <a:pt x="281544" y="32321"/>
                </a:lnTo>
                <a:close/>
              </a:path>
            </a:pathLst>
          </a:custGeom>
          <a:solidFill xmlns:a="http://schemas.openxmlformats.org/drawingml/2006/main">
            <a:srgbClr val="231F2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68EE532-693D-4A1D-B08C-CBEE40FBB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2045" y="442676"/>
            <a:ext cx="188015" cy="137788"/>
          </a:xfrm>
          <a:custGeom xmlns:a="http://schemas.openxmlformats.org/drawingml/2006/main">
            <a:pathLst>
              <a:path w="188015" h="137788">
                <a:moveTo>
                  <a:pt x="0" y="23481"/>
                </a:moveTo>
                <a:lnTo>
                  <a:pt x="172474" y="137788"/>
                </a:lnTo>
                <a:lnTo>
                  <a:pt x="188015" y="114307"/>
                </a:lnTo>
                <a:lnTo>
                  <a:pt x="15541" y="0"/>
                </a:lnTo>
              </a:path>
            </a:pathLst>
          </a:custGeom>
          <a:solidFill xmlns:a="http://schemas.openxmlformats.org/drawingml/2006/main">
            <a:srgbClr val="231F2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B0CEBA6-C505-4ED3-A221-781D2B299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5831" y="493374"/>
            <a:ext cx="137281" cy="122274"/>
          </a:xfrm>
          <a:custGeom xmlns:a="http://schemas.openxmlformats.org/drawingml/2006/main">
            <a:pathLst>
              <a:path w="137281" h="122274">
                <a:moveTo>
                  <a:pt x="137281" y="122274"/>
                </a:moveTo>
                <a:cubicBezTo>
                  <a:pt x="95753" y="112561"/>
                  <a:pt x="40430" y="106255"/>
                  <a:pt x="0" y="111604"/>
                </a:cubicBezTo>
                <a:lnTo>
                  <a:pt x="57182" y="69175"/>
                </a:lnTo>
                <a:lnTo>
                  <a:pt x="73962" y="0"/>
                </a:lnTo>
                <a:cubicBezTo>
                  <a:pt x="84773" y="39332"/>
                  <a:pt x="112139" y="87842"/>
                  <a:pt x="137281" y="122274"/>
                </a:cubicBezTo>
              </a:path>
            </a:pathLst>
          </a:custGeom>
          <a:solidFill xmlns:a="http://schemas.openxmlformats.org/drawingml/2006/main">
            <a:srgbClr val="231F2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6" name="Text Rank">
            <a:extLst xmlns:a="http://schemas.openxmlformats.org/drawingml/2006/main">
              <a:ext uri="{FF2B5EF4-FFF2-40B4-BE49-F238E27FC236}">
                <a16:creationId xmlns:a16="http://schemas.microsoft.com/office/drawing/2014/main" id="{682E3CDB-7921-4108-AB35-9559F741E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3109" y="2284185"/>
            <a:ext cx="581551" cy="174948"/>
          </a:xfrm>
          <a:custGeom xmlns:a="http://schemas.openxmlformats.org/drawingml/2006/main">
            <a:pathLst>
              <a:path w="581551" h="174948">
                <a:moveTo>
                  <a:pt x="174576" y="164914"/>
                </a:moveTo>
                <a:lnTo>
                  <a:pt x="174576" y="171236"/>
                </a:lnTo>
                <a:lnTo>
                  <a:pt x="122612" y="171236"/>
                </a:lnTo>
                <a:lnTo>
                  <a:pt x="70152" y="91804"/>
                </a:lnTo>
                <a:lnTo>
                  <a:pt x="63347" y="91804"/>
                </a:lnTo>
                <a:lnTo>
                  <a:pt x="63347" y="141495"/>
                </a:lnTo>
                <a:cubicBezTo>
                  <a:pt x="63512" y="151161"/>
                  <a:pt x="65121" y="157315"/>
                  <a:pt x="68173" y="159957"/>
                </a:cubicBezTo>
                <a:cubicBezTo>
                  <a:pt x="70812" y="162022"/>
                  <a:pt x="76627" y="163674"/>
                  <a:pt x="85618" y="164914"/>
                </a:cubicBezTo>
                <a:lnTo>
                  <a:pt x="85618" y="171236"/>
                </a:lnTo>
                <a:lnTo>
                  <a:pt x="0" y="171236"/>
                </a:lnTo>
                <a:lnTo>
                  <a:pt x="0" y="164914"/>
                </a:lnTo>
                <a:cubicBezTo>
                  <a:pt x="9403" y="163839"/>
                  <a:pt x="15342" y="162187"/>
                  <a:pt x="17816" y="159957"/>
                </a:cubicBezTo>
                <a:cubicBezTo>
                  <a:pt x="20621" y="157480"/>
                  <a:pt x="22106" y="151326"/>
                  <a:pt x="22271" y="141495"/>
                </a:cubicBezTo>
                <a:lnTo>
                  <a:pt x="22271" y="29532"/>
                </a:lnTo>
                <a:cubicBezTo>
                  <a:pt x="22106" y="19564"/>
                  <a:pt x="20250" y="13138"/>
                  <a:pt x="16703" y="10254"/>
                </a:cubicBezTo>
                <a:cubicBezTo>
                  <a:pt x="13816" y="8197"/>
                  <a:pt x="8248" y="6880"/>
                  <a:pt x="0" y="6302"/>
                </a:cubicBezTo>
                <a:lnTo>
                  <a:pt x="0" y="0"/>
                </a:lnTo>
                <a:lnTo>
                  <a:pt x="81535" y="0"/>
                </a:lnTo>
                <a:cubicBezTo>
                  <a:pt x="102981" y="0"/>
                  <a:pt x="120096" y="3500"/>
                  <a:pt x="132881" y="10501"/>
                </a:cubicBezTo>
                <a:cubicBezTo>
                  <a:pt x="146326" y="17832"/>
                  <a:pt x="153048" y="29323"/>
                  <a:pt x="153048" y="44974"/>
                </a:cubicBezTo>
                <a:cubicBezTo>
                  <a:pt x="153048" y="56836"/>
                  <a:pt x="149254" y="66268"/>
                  <a:pt x="141665" y="73269"/>
                </a:cubicBezTo>
                <a:cubicBezTo>
                  <a:pt x="135644" y="78870"/>
                  <a:pt x="126159" y="83689"/>
                  <a:pt x="113209" y="87725"/>
                </a:cubicBezTo>
                <a:lnTo>
                  <a:pt x="164183" y="160081"/>
                </a:lnTo>
                <a:cubicBezTo>
                  <a:pt x="166575" y="163386"/>
                  <a:pt x="170040" y="164997"/>
                  <a:pt x="174576" y="164914"/>
                </a:cubicBezTo>
                <a:moveTo>
                  <a:pt x="63347" y="83650"/>
                </a:moveTo>
                <a:cubicBezTo>
                  <a:pt x="77370" y="83402"/>
                  <a:pt x="87433" y="82083"/>
                  <a:pt x="93536" y="79691"/>
                </a:cubicBezTo>
                <a:cubicBezTo>
                  <a:pt x="96506" y="78453"/>
                  <a:pt x="99145" y="76721"/>
                  <a:pt x="101455" y="74494"/>
                </a:cubicBezTo>
                <a:cubicBezTo>
                  <a:pt x="106981" y="68883"/>
                  <a:pt x="109744" y="59353"/>
                  <a:pt x="109744" y="45906"/>
                </a:cubicBezTo>
                <a:cubicBezTo>
                  <a:pt x="109744" y="31801"/>
                  <a:pt x="106775" y="21819"/>
                  <a:pt x="100836" y="15961"/>
                </a:cubicBezTo>
                <a:cubicBezTo>
                  <a:pt x="95805" y="10929"/>
                  <a:pt x="87886" y="8413"/>
                  <a:pt x="77081" y="8413"/>
                </a:cubicBezTo>
                <a:cubicBezTo>
                  <a:pt x="70647" y="8413"/>
                  <a:pt x="66688" y="9703"/>
                  <a:pt x="65203" y="12284"/>
                </a:cubicBezTo>
                <a:cubicBezTo>
                  <a:pt x="63966" y="14446"/>
                  <a:pt x="63347" y="16776"/>
                  <a:pt x="63347" y="19274"/>
                </a:cubicBezTo>
                <a:lnTo>
                  <a:pt x="63347" y="83650"/>
                </a:lnTo>
                <a:close/>
                <a:moveTo>
                  <a:pt x="296156" y="155028"/>
                </a:moveTo>
                <a:lnTo>
                  <a:pt x="299991" y="160348"/>
                </a:lnTo>
                <a:cubicBezTo>
                  <a:pt x="295125" y="165673"/>
                  <a:pt x="290547" y="169438"/>
                  <a:pt x="286258" y="171642"/>
                </a:cubicBezTo>
                <a:cubicBezTo>
                  <a:pt x="281969" y="173846"/>
                  <a:pt x="277020" y="174948"/>
                  <a:pt x="271411" y="174948"/>
                </a:cubicBezTo>
                <a:cubicBezTo>
                  <a:pt x="264152" y="174948"/>
                  <a:pt x="258873" y="172954"/>
                  <a:pt x="255574" y="168966"/>
                </a:cubicBezTo>
                <a:cubicBezTo>
                  <a:pt x="253512" y="166476"/>
                  <a:pt x="251903" y="162490"/>
                  <a:pt x="250749" y="157007"/>
                </a:cubicBezTo>
                <a:cubicBezTo>
                  <a:pt x="243903" y="163237"/>
                  <a:pt x="237758" y="167556"/>
                  <a:pt x="232314" y="169964"/>
                </a:cubicBezTo>
                <a:cubicBezTo>
                  <a:pt x="224973" y="173286"/>
                  <a:pt x="217755" y="174948"/>
                  <a:pt x="210662" y="174948"/>
                </a:cubicBezTo>
                <a:cubicBezTo>
                  <a:pt x="201753" y="174948"/>
                  <a:pt x="194577" y="171932"/>
                  <a:pt x="189134" y="165900"/>
                </a:cubicBezTo>
                <a:cubicBezTo>
                  <a:pt x="184762" y="161108"/>
                  <a:pt x="182576" y="155118"/>
                  <a:pt x="182576" y="147929"/>
                </a:cubicBezTo>
                <a:cubicBezTo>
                  <a:pt x="182576" y="137356"/>
                  <a:pt x="187979" y="128351"/>
                  <a:pt x="198784" y="120914"/>
                </a:cubicBezTo>
                <a:cubicBezTo>
                  <a:pt x="207032" y="115213"/>
                  <a:pt x="224354" y="108355"/>
                  <a:pt x="250749" y="100341"/>
                </a:cubicBezTo>
                <a:lnTo>
                  <a:pt x="250749" y="81782"/>
                </a:lnTo>
                <a:cubicBezTo>
                  <a:pt x="250749" y="73699"/>
                  <a:pt x="249058" y="68008"/>
                  <a:pt x="245676" y="64708"/>
                </a:cubicBezTo>
                <a:cubicBezTo>
                  <a:pt x="242047" y="61162"/>
                  <a:pt x="236685" y="59388"/>
                  <a:pt x="229592" y="59388"/>
                </a:cubicBezTo>
                <a:cubicBezTo>
                  <a:pt x="225138" y="59388"/>
                  <a:pt x="221467" y="60210"/>
                  <a:pt x="218580" y="61855"/>
                </a:cubicBezTo>
                <a:cubicBezTo>
                  <a:pt x="215198" y="63664"/>
                  <a:pt x="213507" y="65967"/>
                  <a:pt x="213507" y="68764"/>
                </a:cubicBezTo>
                <a:cubicBezTo>
                  <a:pt x="213507" y="70079"/>
                  <a:pt x="214497" y="71969"/>
                  <a:pt x="216477" y="74436"/>
                </a:cubicBezTo>
                <a:cubicBezTo>
                  <a:pt x="219611" y="78303"/>
                  <a:pt x="221178" y="81880"/>
                  <a:pt x="221178" y="85169"/>
                </a:cubicBezTo>
                <a:cubicBezTo>
                  <a:pt x="221178" y="89363"/>
                  <a:pt x="219570" y="92940"/>
                  <a:pt x="216353" y="95899"/>
                </a:cubicBezTo>
                <a:cubicBezTo>
                  <a:pt x="213384" y="98613"/>
                  <a:pt x="209177" y="99970"/>
                  <a:pt x="203733" y="99970"/>
                </a:cubicBezTo>
                <a:cubicBezTo>
                  <a:pt x="200186" y="99970"/>
                  <a:pt x="197134" y="99228"/>
                  <a:pt x="194577" y="97743"/>
                </a:cubicBezTo>
                <a:cubicBezTo>
                  <a:pt x="189793" y="95021"/>
                  <a:pt x="187401" y="90154"/>
                  <a:pt x="187401" y="83143"/>
                </a:cubicBezTo>
                <a:cubicBezTo>
                  <a:pt x="187401" y="74070"/>
                  <a:pt x="191567" y="66523"/>
                  <a:pt x="199898" y="60502"/>
                </a:cubicBezTo>
                <a:cubicBezTo>
                  <a:pt x="208476" y="54315"/>
                  <a:pt x="220312" y="51222"/>
                  <a:pt x="235407" y="51222"/>
                </a:cubicBezTo>
                <a:cubicBezTo>
                  <a:pt x="253966" y="51222"/>
                  <a:pt x="267782" y="55651"/>
                  <a:pt x="276855" y="64507"/>
                </a:cubicBezTo>
                <a:cubicBezTo>
                  <a:pt x="282629" y="70219"/>
                  <a:pt x="285515" y="77421"/>
                  <a:pt x="285515" y="86113"/>
                </a:cubicBezTo>
                <a:lnTo>
                  <a:pt x="285515" y="152182"/>
                </a:lnTo>
                <a:cubicBezTo>
                  <a:pt x="285515" y="156471"/>
                  <a:pt x="287330" y="158616"/>
                  <a:pt x="290959" y="158616"/>
                </a:cubicBezTo>
                <a:cubicBezTo>
                  <a:pt x="292032" y="158616"/>
                  <a:pt x="292939" y="158245"/>
                  <a:pt x="293681" y="157502"/>
                </a:cubicBezTo>
                <a:lnTo>
                  <a:pt x="296156" y="155028"/>
                </a:lnTo>
                <a:moveTo>
                  <a:pt x="250501" y="145872"/>
                </a:moveTo>
                <a:lnTo>
                  <a:pt x="250501" y="109126"/>
                </a:lnTo>
                <a:cubicBezTo>
                  <a:pt x="229880" y="114652"/>
                  <a:pt x="219570" y="124880"/>
                  <a:pt x="219570" y="139810"/>
                </a:cubicBezTo>
                <a:cubicBezTo>
                  <a:pt x="219570" y="145996"/>
                  <a:pt x="221261" y="150656"/>
                  <a:pt x="224643" y="153791"/>
                </a:cubicBezTo>
                <a:cubicBezTo>
                  <a:pt x="226787" y="155853"/>
                  <a:pt x="229427" y="156884"/>
                  <a:pt x="232561" y="156884"/>
                </a:cubicBezTo>
                <a:cubicBezTo>
                  <a:pt x="238170" y="156884"/>
                  <a:pt x="244150" y="153213"/>
                  <a:pt x="250501" y="145872"/>
                </a:cubicBezTo>
                <a:close/>
                <a:moveTo>
                  <a:pt x="439677" y="165173"/>
                </a:moveTo>
                <a:lnTo>
                  <a:pt x="439677" y="171236"/>
                </a:lnTo>
                <a:lnTo>
                  <a:pt x="380165" y="171236"/>
                </a:lnTo>
                <a:lnTo>
                  <a:pt x="380165" y="165173"/>
                </a:lnTo>
                <a:cubicBezTo>
                  <a:pt x="383465" y="164761"/>
                  <a:pt x="386022" y="163895"/>
                  <a:pt x="387836" y="162575"/>
                </a:cubicBezTo>
                <a:cubicBezTo>
                  <a:pt x="390558" y="160513"/>
                  <a:pt x="391961" y="156554"/>
                  <a:pt x="392043" y="150697"/>
                </a:cubicBezTo>
                <a:lnTo>
                  <a:pt x="392043" y="89453"/>
                </a:lnTo>
                <a:cubicBezTo>
                  <a:pt x="392043" y="75349"/>
                  <a:pt x="387671" y="68296"/>
                  <a:pt x="378928" y="68296"/>
                </a:cubicBezTo>
                <a:cubicBezTo>
                  <a:pt x="372989" y="68296"/>
                  <a:pt x="367174" y="71225"/>
                  <a:pt x="361483" y="77081"/>
                </a:cubicBezTo>
                <a:cubicBezTo>
                  <a:pt x="358596" y="80050"/>
                  <a:pt x="357152" y="82030"/>
                  <a:pt x="357152" y="83020"/>
                </a:cubicBezTo>
                <a:lnTo>
                  <a:pt x="357152" y="150697"/>
                </a:lnTo>
                <a:cubicBezTo>
                  <a:pt x="357235" y="156306"/>
                  <a:pt x="358555" y="160142"/>
                  <a:pt x="361112" y="162204"/>
                </a:cubicBezTo>
                <a:cubicBezTo>
                  <a:pt x="363091" y="163606"/>
                  <a:pt x="365896" y="164596"/>
                  <a:pt x="369525" y="165173"/>
                </a:cubicBezTo>
                <a:lnTo>
                  <a:pt x="369525" y="171236"/>
                </a:lnTo>
                <a:lnTo>
                  <a:pt x="308405" y="171236"/>
                </a:lnTo>
                <a:lnTo>
                  <a:pt x="308405" y="165173"/>
                </a:lnTo>
                <a:cubicBezTo>
                  <a:pt x="313766" y="164183"/>
                  <a:pt x="317272" y="162864"/>
                  <a:pt x="318921" y="161214"/>
                </a:cubicBezTo>
                <a:cubicBezTo>
                  <a:pt x="320818" y="159399"/>
                  <a:pt x="321808" y="155646"/>
                  <a:pt x="321891" y="149955"/>
                </a:cubicBezTo>
                <a:lnTo>
                  <a:pt x="321891" y="75472"/>
                </a:lnTo>
                <a:cubicBezTo>
                  <a:pt x="321808" y="69204"/>
                  <a:pt x="320612" y="65286"/>
                  <a:pt x="318303" y="63719"/>
                </a:cubicBezTo>
                <a:cubicBezTo>
                  <a:pt x="316406" y="62399"/>
                  <a:pt x="313106" y="61327"/>
                  <a:pt x="308405" y="60502"/>
                </a:cubicBezTo>
                <a:lnTo>
                  <a:pt x="308405" y="54439"/>
                </a:lnTo>
                <a:lnTo>
                  <a:pt x="356781" y="54439"/>
                </a:lnTo>
                <a:lnTo>
                  <a:pt x="356781" y="73493"/>
                </a:lnTo>
                <a:cubicBezTo>
                  <a:pt x="366349" y="58646"/>
                  <a:pt x="378433" y="51222"/>
                  <a:pt x="393033" y="51222"/>
                </a:cubicBezTo>
                <a:cubicBezTo>
                  <a:pt x="403178" y="51222"/>
                  <a:pt x="411427" y="54409"/>
                  <a:pt x="417778" y="60784"/>
                </a:cubicBezTo>
                <a:cubicBezTo>
                  <a:pt x="424129" y="67073"/>
                  <a:pt x="427305" y="75846"/>
                  <a:pt x="427305" y="87103"/>
                </a:cubicBezTo>
                <a:lnTo>
                  <a:pt x="427305" y="150697"/>
                </a:lnTo>
                <a:cubicBezTo>
                  <a:pt x="427387" y="155894"/>
                  <a:pt x="428294" y="159523"/>
                  <a:pt x="430027" y="161585"/>
                </a:cubicBezTo>
                <a:cubicBezTo>
                  <a:pt x="432006" y="163647"/>
                  <a:pt x="435223" y="164843"/>
                  <a:pt x="439677" y="165173"/>
                </a:cubicBezTo>
                <a:close/>
                <a:moveTo>
                  <a:pt x="574004" y="54439"/>
                </a:moveTo>
                <a:lnTo>
                  <a:pt x="574004" y="60254"/>
                </a:lnTo>
                <a:cubicBezTo>
                  <a:pt x="567653" y="61409"/>
                  <a:pt x="563157" y="62523"/>
                  <a:pt x="560518" y="63595"/>
                </a:cubicBezTo>
                <a:cubicBezTo>
                  <a:pt x="556971" y="65080"/>
                  <a:pt x="551981" y="68668"/>
                  <a:pt x="545547" y="74359"/>
                </a:cubicBezTo>
                <a:cubicBezTo>
                  <a:pt x="537051" y="82030"/>
                  <a:pt x="530576" y="88381"/>
                  <a:pt x="526122" y="93413"/>
                </a:cubicBezTo>
                <a:lnTo>
                  <a:pt x="575241" y="161338"/>
                </a:lnTo>
                <a:cubicBezTo>
                  <a:pt x="577221" y="163895"/>
                  <a:pt x="579324" y="165173"/>
                  <a:pt x="581551" y="165173"/>
                </a:cubicBezTo>
                <a:lnTo>
                  <a:pt x="581551" y="171236"/>
                </a:lnTo>
                <a:lnTo>
                  <a:pt x="522287" y="171236"/>
                </a:lnTo>
                <a:lnTo>
                  <a:pt x="522287" y="165173"/>
                </a:lnTo>
                <a:cubicBezTo>
                  <a:pt x="529380" y="164926"/>
                  <a:pt x="532927" y="163317"/>
                  <a:pt x="532927" y="160348"/>
                </a:cubicBezTo>
                <a:cubicBezTo>
                  <a:pt x="532927" y="158451"/>
                  <a:pt x="530906" y="154657"/>
                  <a:pt x="526865" y="148965"/>
                </a:cubicBezTo>
                <a:lnTo>
                  <a:pt x="502738" y="114941"/>
                </a:lnTo>
                <a:lnTo>
                  <a:pt x="496923" y="121003"/>
                </a:lnTo>
                <a:lnTo>
                  <a:pt x="496923" y="149955"/>
                </a:lnTo>
                <a:cubicBezTo>
                  <a:pt x="497006" y="156719"/>
                  <a:pt x="497995" y="160760"/>
                  <a:pt x="499893" y="162080"/>
                </a:cubicBezTo>
                <a:cubicBezTo>
                  <a:pt x="501625" y="163317"/>
                  <a:pt x="505006" y="164348"/>
                  <a:pt x="510038" y="165173"/>
                </a:cubicBezTo>
                <a:lnTo>
                  <a:pt x="510038" y="171236"/>
                </a:lnTo>
                <a:lnTo>
                  <a:pt x="449536" y="171236"/>
                </a:lnTo>
                <a:lnTo>
                  <a:pt x="449536" y="165173"/>
                </a:lnTo>
                <a:cubicBezTo>
                  <a:pt x="457290" y="164926"/>
                  <a:pt x="461331" y="159853"/>
                  <a:pt x="461661" y="149955"/>
                </a:cubicBezTo>
                <a:lnTo>
                  <a:pt x="461661" y="20786"/>
                </a:lnTo>
                <a:cubicBezTo>
                  <a:pt x="461414" y="11300"/>
                  <a:pt x="457372" y="6392"/>
                  <a:pt x="449536" y="6063"/>
                </a:cubicBezTo>
                <a:lnTo>
                  <a:pt x="449536" y="0"/>
                </a:lnTo>
                <a:lnTo>
                  <a:pt x="496923" y="0"/>
                </a:lnTo>
                <a:lnTo>
                  <a:pt x="496923" y="109126"/>
                </a:lnTo>
                <a:lnTo>
                  <a:pt x="529339" y="76710"/>
                </a:lnTo>
                <a:cubicBezTo>
                  <a:pt x="532968" y="73163"/>
                  <a:pt x="534783" y="69905"/>
                  <a:pt x="534783" y="66935"/>
                </a:cubicBezTo>
                <a:cubicBezTo>
                  <a:pt x="534783" y="65286"/>
                  <a:pt x="534164" y="64090"/>
                  <a:pt x="532927" y="63347"/>
                </a:cubicBezTo>
                <a:cubicBezTo>
                  <a:pt x="531690" y="62523"/>
                  <a:pt x="527277" y="61491"/>
                  <a:pt x="519689" y="60254"/>
                </a:cubicBezTo>
                <a:lnTo>
                  <a:pt x="519689" y="54439"/>
                </a:lnTo>
                <a:lnTo>
                  <a:pt x="574004" y="54439"/>
                </a:lnTo>
                <a:close/>
              </a:path>
            </a:pathLst>
          </a:custGeom>
          <a:solidFill xmlns:a="http://schemas.openxmlformats.org/drawingml/2006/main">
            <a:srgbClr val="231F2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7" name="Text Bankgroup">
            <a:extLst xmlns:a="http://schemas.openxmlformats.org/drawingml/2006/main">
              <a:ext uri="{FF2B5EF4-FFF2-40B4-BE49-F238E27FC236}">
                <a16:creationId xmlns:a16="http://schemas.microsoft.com/office/drawing/2014/main" id="{B370BB00-E049-41A6-AEF3-F0958A028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6844" y="219062"/>
            <a:ext cx="1276275" cy="223448"/>
          </a:xfrm>
          <a:custGeom xmlns:a="http://schemas.openxmlformats.org/drawingml/2006/main">
            <a:pathLst>
              <a:path w="1276275" h="223448">
                <a:moveTo>
                  <a:pt x="0" y="171236"/>
                </a:moveTo>
                <a:lnTo>
                  <a:pt x="0" y="164926"/>
                </a:lnTo>
                <a:cubicBezTo>
                  <a:pt x="9321" y="163936"/>
                  <a:pt x="15383" y="162245"/>
                  <a:pt x="18188" y="159853"/>
                </a:cubicBezTo>
                <a:cubicBezTo>
                  <a:pt x="20827" y="157461"/>
                  <a:pt x="22188" y="153172"/>
                  <a:pt x="22271" y="146986"/>
                </a:cubicBezTo>
                <a:lnTo>
                  <a:pt x="22271" y="24374"/>
                </a:lnTo>
                <a:cubicBezTo>
                  <a:pt x="22106" y="17775"/>
                  <a:pt x="20415" y="13115"/>
                  <a:pt x="17198" y="10393"/>
                </a:cubicBezTo>
                <a:cubicBezTo>
                  <a:pt x="14063" y="8166"/>
                  <a:pt x="8331" y="6805"/>
                  <a:pt x="0" y="6310"/>
                </a:cubicBezTo>
                <a:lnTo>
                  <a:pt x="0" y="0"/>
                </a:lnTo>
                <a:lnTo>
                  <a:pt x="78318" y="0"/>
                </a:lnTo>
                <a:cubicBezTo>
                  <a:pt x="98279" y="0"/>
                  <a:pt x="114157" y="3217"/>
                  <a:pt x="125952" y="9651"/>
                </a:cubicBezTo>
                <a:cubicBezTo>
                  <a:pt x="138160" y="16414"/>
                  <a:pt x="144264" y="26683"/>
                  <a:pt x="144264" y="40458"/>
                </a:cubicBezTo>
                <a:cubicBezTo>
                  <a:pt x="144264" y="50604"/>
                  <a:pt x="140923" y="58605"/>
                  <a:pt x="134242" y="64461"/>
                </a:cubicBezTo>
                <a:cubicBezTo>
                  <a:pt x="127973" y="69987"/>
                  <a:pt x="117910" y="74771"/>
                  <a:pt x="104053" y="78813"/>
                </a:cubicBezTo>
                <a:cubicBezTo>
                  <a:pt x="115436" y="81205"/>
                  <a:pt x="124220" y="84216"/>
                  <a:pt x="130406" y="87845"/>
                </a:cubicBezTo>
                <a:cubicBezTo>
                  <a:pt x="145336" y="96506"/>
                  <a:pt x="152801" y="108466"/>
                  <a:pt x="152801" y="123725"/>
                </a:cubicBezTo>
                <a:cubicBezTo>
                  <a:pt x="152801" y="137418"/>
                  <a:pt x="146779" y="148594"/>
                  <a:pt x="134737" y="157255"/>
                </a:cubicBezTo>
                <a:cubicBezTo>
                  <a:pt x="131602" y="159482"/>
                  <a:pt x="128262" y="161379"/>
                  <a:pt x="124715" y="162946"/>
                </a:cubicBezTo>
                <a:cubicBezTo>
                  <a:pt x="112013" y="168473"/>
                  <a:pt x="97660" y="171236"/>
                  <a:pt x="81659" y="171236"/>
                </a:cubicBezTo>
                <a:lnTo>
                  <a:pt x="0" y="171236"/>
                </a:lnTo>
                <a:moveTo>
                  <a:pt x="62852" y="84381"/>
                </a:moveTo>
                <a:lnTo>
                  <a:pt x="62852" y="147728"/>
                </a:lnTo>
                <a:cubicBezTo>
                  <a:pt x="62852" y="153293"/>
                  <a:pt x="64048" y="157220"/>
                  <a:pt x="66440" y="159509"/>
                </a:cubicBezTo>
                <a:cubicBezTo>
                  <a:pt x="68750" y="161883"/>
                  <a:pt x="72709" y="163070"/>
                  <a:pt x="78318" y="163070"/>
                </a:cubicBezTo>
                <a:cubicBezTo>
                  <a:pt x="98939" y="163070"/>
                  <a:pt x="109249" y="150634"/>
                  <a:pt x="109249" y="125763"/>
                </a:cubicBezTo>
                <a:cubicBezTo>
                  <a:pt x="109249" y="98175"/>
                  <a:pt x="96300" y="84381"/>
                  <a:pt x="70400" y="84381"/>
                </a:cubicBezTo>
                <a:lnTo>
                  <a:pt x="62852" y="84381"/>
                </a:lnTo>
                <a:moveTo>
                  <a:pt x="62852" y="76833"/>
                </a:moveTo>
                <a:cubicBezTo>
                  <a:pt x="73823" y="76586"/>
                  <a:pt x="81700" y="75554"/>
                  <a:pt x="86484" y="73736"/>
                </a:cubicBezTo>
                <a:cubicBezTo>
                  <a:pt x="90691" y="72164"/>
                  <a:pt x="94072" y="69849"/>
                  <a:pt x="96629" y="66792"/>
                </a:cubicBezTo>
                <a:cubicBezTo>
                  <a:pt x="100506" y="62166"/>
                  <a:pt x="102445" y="53985"/>
                  <a:pt x="102445" y="42252"/>
                </a:cubicBezTo>
                <a:cubicBezTo>
                  <a:pt x="102445" y="29774"/>
                  <a:pt x="100300" y="20892"/>
                  <a:pt x="96011" y="15605"/>
                </a:cubicBezTo>
                <a:cubicBezTo>
                  <a:pt x="91474" y="10151"/>
                  <a:pt x="84958" y="7424"/>
                  <a:pt x="76462" y="7424"/>
                </a:cubicBezTo>
                <a:cubicBezTo>
                  <a:pt x="71348" y="7424"/>
                  <a:pt x="67760" y="8465"/>
                  <a:pt x="65698" y="10548"/>
                </a:cubicBezTo>
                <a:cubicBezTo>
                  <a:pt x="63801" y="12380"/>
                  <a:pt x="62852" y="15546"/>
                  <a:pt x="62852" y="20043"/>
                </a:cubicBezTo>
                <a:lnTo>
                  <a:pt x="62852" y="76833"/>
                </a:lnTo>
                <a:close/>
                <a:moveTo>
                  <a:pt x="284694" y="155028"/>
                </a:moveTo>
                <a:lnTo>
                  <a:pt x="288529" y="160348"/>
                </a:lnTo>
                <a:cubicBezTo>
                  <a:pt x="283663" y="165673"/>
                  <a:pt x="279085" y="169438"/>
                  <a:pt x="274796" y="171642"/>
                </a:cubicBezTo>
                <a:cubicBezTo>
                  <a:pt x="270507" y="173846"/>
                  <a:pt x="265558" y="174948"/>
                  <a:pt x="259949" y="174948"/>
                </a:cubicBezTo>
                <a:cubicBezTo>
                  <a:pt x="252690" y="174948"/>
                  <a:pt x="247411" y="172954"/>
                  <a:pt x="244112" y="168966"/>
                </a:cubicBezTo>
                <a:cubicBezTo>
                  <a:pt x="242050" y="166476"/>
                  <a:pt x="240441" y="162490"/>
                  <a:pt x="239287" y="157007"/>
                </a:cubicBezTo>
                <a:cubicBezTo>
                  <a:pt x="232440" y="163237"/>
                  <a:pt x="226295" y="167556"/>
                  <a:pt x="220851" y="169964"/>
                </a:cubicBezTo>
                <a:cubicBezTo>
                  <a:pt x="213510" y="173286"/>
                  <a:pt x="206293" y="174948"/>
                  <a:pt x="199200" y="174948"/>
                </a:cubicBezTo>
                <a:cubicBezTo>
                  <a:pt x="190291" y="174948"/>
                  <a:pt x="183115" y="171932"/>
                  <a:pt x="177671" y="165900"/>
                </a:cubicBezTo>
                <a:cubicBezTo>
                  <a:pt x="173300" y="161108"/>
                  <a:pt x="171114" y="155118"/>
                  <a:pt x="171114" y="147929"/>
                </a:cubicBezTo>
                <a:cubicBezTo>
                  <a:pt x="171114" y="137356"/>
                  <a:pt x="176517" y="128351"/>
                  <a:pt x="187322" y="120914"/>
                </a:cubicBezTo>
                <a:cubicBezTo>
                  <a:pt x="195570" y="115213"/>
                  <a:pt x="212892" y="108355"/>
                  <a:pt x="239287" y="100341"/>
                </a:cubicBezTo>
                <a:lnTo>
                  <a:pt x="239287" y="81782"/>
                </a:lnTo>
                <a:cubicBezTo>
                  <a:pt x="239287" y="73699"/>
                  <a:pt x="237596" y="68008"/>
                  <a:pt x="234214" y="64708"/>
                </a:cubicBezTo>
                <a:cubicBezTo>
                  <a:pt x="230585" y="61162"/>
                  <a:pt x="225223" y="59388"/>
                  <a:pt x="218130" y="59388"/>
                </a:cubicBezTo>
                <a:cubicBezTo>
                  <a:pt x="213675" y="59388"/>
                  <a:pt x="210005" y="60210"/>
                  <a:pt x="207118" y="61855"/>
                </a:cubicBezTo>
                <a:cubicBezTo>
                  <a:pt x="203736" y="63664"/>
                  <a:pt x="202045" y="65967"/>
                  <a:pt x="202045" y="68764"/>
                </a:cubicBezTo>
                <a:cubicBezTo>
                  <a:pt x="202045" y="70079"/>
                  <a:pt x="203035" y="71969"/>
                  <a:pt x="205015" y="74436"/>
                </a:cubicBezTo>
                <a:cubicBezTo>
                  <a:pt x="208149" y="78303"/>
                  <a:pt x="209716" y="81880"/>
                  <a:pt x="209716" y="85169"/>
                </a:cubicBezTo>
                <a:cubicBezTo>
                  <a:pt x="209716" y="89363"/>
                  <a:pt x="208108" y="92940"/>
                  <a:pt x="204891" y="95899"/>
                </a:cubicBezTo>
                <a:cubicBezTo>
                  <a:pt x="201922" y="98613"/>
                  <a:pt x="197715" y="99970"/>
                  <a:pt x="192271" y="99970"/>
                </a:cubicBezTo>
                <a:cubicBezTo>
                  <a:pt x="188724" y="99970"/>
                  <a:pt x="185672" y="99228"/>
                  <a:pt x="183115" y="97743"/>
                </a:cubicBezTo>
                <a:cubicBezTo>
                  <a:pt x="178331" y="95021"/>
                  <a:pt x="175939" y="90154"/>
                  <a:pt x="175939" y="83143"/>
                </a:cubicBezTo>
                <a:cubicBezTo>
                  <a:pt x="175939" y="74070"/>
                  <a:pt x="180105" y="66523"/>
                  <a:pt x="188435" y="60502"/>
                </a:cubicBezTo>
                <a:cubicBezTo>
                  <a:pt x="197014" y="54315"/>
                  <a:pt x="208850" y="51222"/>
                  <a:pt x="223945" y="51222"/>
                </a:cubicBezTo>
                <a:cubicBezTo>
                  <a:pt x="242503" y="51222"/>
                  <a:pt x="256319" y="55651"/>
                  <a:pt x="265393" y="64507"/>
                </a:cubicBezTo>
                <a:cubicBezTo>
                  <a:pt x="271166" y="70219"/>
                  <a:pt x="274053" y="77421"/>
                  <a:pt x="274053" y="86113"/>
                </a:cubicBezTo>
                <a:lnTo>
                  <a:pt x="274053" y="152182"/>
                </a:lnTo>
                <a:cubicBezTo>
                  <a:pt x="274053" y="156471"/>
                  <a:pt x="275868" y="158616"/>
                  <a:pt x="279497" y="158616"/>
                </a:cubicBezTo>
                <a:cubicBezTo>
                  <a:pt x="280570" y="158616"/>
                  <a:pt x="281477" y="158245"/>
                  <a:pt x="282219" y="157502"/>
                </a:cubicBezTo>
                <a:lnTo>
                  <a:pt x="284694" y="155028"/>
                </a:lnTo>
                <a:moveTo>
                  <a:pt x="239039" y="145872"/>
                </a:moveTo>
                <a:lnTo>
                  <a:pt x="239039" y="109126"/>
                </a:lnTo>
                <a:cubicBezTo>
                  <a:pt x="218418" y="114652"/>
                  <a:pt x="208108" y="124880"/>
                  <a:pt x="208108" y="139810"/>
                </a:cubicBezTo>
                <a:cubicBezTo>
                  <a:pt x="208108" y="145996"/>
                  <a:pt x="209799" y="150656"/>
                  <a:pt x="213181" y="153791"/>
                </a:cubicBezTo>
                <a:cubicBezTo>
                  <a:pt x="215325" y="155853"/>
                  <a:pt x="217965" y="156884"/>
                  <a:pt x="221099" y="156884"/>
                </a:cubicBezTo>
                <a:cubicBezTo>
                  <a:pt x="226708" y="156884"/>
                  <a:pt x="232688" y="153213"/>
                  <a:pt x="239039" y="145872"/>
                </a:cubicBezTo>
                <a:close/>
                <a:moveTo>
                  <a:pt x="428215" y="165173"/>
                </a:moveTo>
                <a:lnTo>
                  <a:pt x="428215" y="171236"/>
                </a:lnTo>
                <a:lnTo>
                  <a:pt x="368703" y="171236"/>
                </a:lnTo>
                <a:lnTo>
                  <a:pt x="368703" y="165173"/>
                </a:lnTo>
                <a:cubicBezTo>
                  <a:pt x="372003" y="164761"/>
                  <a:pt x="374560" y="163895"/>
                  <a:pt x="376374" y="162575"/>
                </a:cubicBezTo>
                <a:cubicBezTo>
                  <a:pt x="379096" y="160513"/>
                  <a:pt x="380498" y="156554"/>
                  <a:pt x="380581" y="150697"/>
                </a:cubicBezTo>
                <a:lnTo>
                  <a:pt x="380581" y="89453"/>
                </a:lnTo>
                <a:cubicBezTo>
                  <a:pt x="380581" y="75349"/>
                  <a:pt x="376209" y="68296"/>
                  <a:pt x="367466" y="68296"/>
                </a:cubicBezTo>
                <a:cubicBezTo>
                  <a:pt x="361527" y="68296"/>
                  <a:pt x="355712" y="71225"/>
                  <a:pt x="350021" y="77081"/>
                </a:cubicBezTo>
                <a:cubicBezTo>
                  <a:pt x="347134" y="80050"/>
                  <a:pt x="345690" y="82030"/>
                  <a:pt x="345690" y="83020"/>
                </a:cubicBezTo>
                <a:lnTo>
                  <a:pt x="345690" y="150697"/>
                </a:lnTo>
                <a:cubicBezTo>
                  <a:pt x="345773" y="156306"/>
                  <a:pt x="347093" y="160142"/>
                  <a:pt x="349649" y="162204"/>
                </a:cubicBezTo>
                <a:cubicBezTo>
                  <a:pt x="351629" y="163606"/>
                  <a:pt x="354434" y="164596"/>
                  <a:pt x="358063" y="165173"/>
                </a:cubicBezTo>
                <a:lnTo>
                  <a:pt x="358063" y="171236"/>
                </a:lnTo>
                <a:lnTo>
                  <a:pt x="296943" y="171236"/>
                </a:lnTo>
                <a:lnTo>
                  <a:pt x="296943" y="165173"/>
                </a:lnTo>
                <a:cubicBezTo>
                  <a:pt x="302304" y="164183"/>
                  <a:pt x="305810" y="162864"/>
                  <a:pt x="307459" y="161214"/>
                </a:cubicBezTo>
                <a:cubicBezTo>
                  <a:pt x="309356" y="159399"/>
                  <a:pt x="310346" y="155646"/>
                  <a:pt x="310429" y="149955"/>
                </a:cubicBezTo>
                <a:lnTo>
                  <a:pt x="310429" y="75472"/>
                </a:lnTo>
                <a:cubicBezTo>
                  <a:pt x="310346" y="69204"/>
                  <a:pt x="309150" y="65286"/>
                  <a:pt x="306841" y="63719"/>
                </a:cubicBezTo>
                <a:cubicBezTo>
                  <a:pt x="304943" y="62399"/>
                  <a:pt x="301644" y="61327"/>
                  <a:pt x="296943" y="60502"/>
                </a:cubicBezTo>
                <a:lnTo>
                  <a:pt x="296943" y="54439"/>
                </a:lnTo>
                <a:lnTo>
                  <a:pt x="345319" y="54439"/>
                </a:lnTo>
                <a:lnTo>
                  <a:pt x="345319" y="73493"/>
                </a:lnTo>
                <a:cubicBezTo>
                  <a:pt x="354887" y="58646"/>
                  <a:pt x="366971" y="51222"/>
                  <a:pt x="381571" y="51222"/>
                </a:cubicBezTo>
                <a:cubicBezTo>
                  <a:pt x="391716" y="51222"/>
                  <a:pt x="399964" y="54409"/>
                  <a:pt x="406316" y="60784"/>
                </a:cubicBezTo>
                <a:cubicBezTo>
                  <a:pt x="412667" y="67073"/>
                  <a:pt x="415843" y="75846"/>
                  <a:pt x="415843" y="87103"/>
                </a:cubicBezTo>
                <a:lnTo>
                  <a:pt x="415843" y="150697"/>
                </a:lnTo>
                <a:cubicBezTo>
                  <a:pt x="415925" y="155894"/>
                  <a:pt x="416832" y="159523"/>
                  <a:pt x="418564" y="161585"/>
                </a:cubicBezTo>
                <a:cubicBezTo>
                  <a:pt x="420544" y="163647"/>
                  <a:pt x="423761" y="164843"/>
                  <a:pt x="428215" y="165173"/>
                </a:cubicBezTo>
                <a:close/>
                <a:moveTo>
                  <a:pt x="562542" y="54439"/>
                </a:moveTo>
                <a:lnTo>
                  <a:pt x="562542" y="60254"/>
                </a:lnTo>
                <a:cubicBezTo>
                  <a:pt x="556191" y="61409"/>
                  <a:pt x="551695" y="62523"/>
                  <a:pt x="549056" y="63595"/>
                </a:cubicBezTo>
                <a:cubicBezTo>
                  <a:pt x="545509" y="65080"/>
                  <a:pt x="540519" y="68668"/>
                  <a:pt x="534085" y="74359"/>
                </a:cubicBezTo>
                <a:cubicBezTo>
                  <a:pt x="525589" y="82030"/>
                  <a:pt x="519114" y="88381"/>
                  <a:pt x="514660" y="93413"/>
                </a:cubicBezTo>
                <a:lnTo>
                  <a:pt x="563779" y="161338"/>
                </a:lnTo>
                <a:cubicBezTo>
                  <a:pt x="565759" y="163895"/>
                  <a:pt x="567862" y="165173"/>
                  <a:pt x="570089" y="165173"/>
                </a:cubicBezTo>
                <a:lnTo>
                  <a:pt x="570089" y="171236"/>
                </a:lnTo>
                <a:lnTo>
                  <a:pt x="510825" y="171236"/>
                </a:lnTo>
                <a:lnTo>
                  <a:pt x="510825" y="165173"/>
                </a:lnTo>
                <a:cubicBezTo>
                  <a:pt x="517918" y="164926"/>
                  <a:pt x="521465" y="163317"/>
                  <a:pt x="521465" y="160348"/>
                </a:cubicBezTo>
                <a:cubicBezTo>
                  <a:pt x="521465" y="158451"/>
                  <a:pt x="519444" y="154657"/>
                  <a:pt x="515403" y="148965"/>
                </a:cubicBezTo>
                <a:lnTo>
                  <a:pt x="491276" y="114941"/>
                </a:lnTo>
                <a:lnTo>
                  <a:pt x="485461" y="121003"/>
                </a:lnTo>
                <a:lnTo>
                  <a:pt x="485461" y="149955"/>
                </a:lnTo>
                <a:cubicBezTo>
                  <a:pt x="485544" y="156719"/>
                  <a:pt x="486534" y="160760"/>
                  <a:pt x="488431" y="162080"/>
                </a:cubicBezTo>
                <a:cubicBezTo>
                  <a:pt x="490163" y="163317"/>
                  <a:pt x="493545" y="164348"/>
                  <a:pt x="498576" y="165173"/>
                </a:cubicBezTo>
                <a:lnTo>
                  <a:pt x="498576" y="171236"/>
                </a:lnTo>
                <a:lnTo>
                  <a:pt x="438074" y="171236"/>
                </a:lnTo>
                <a:lnTo>
                  <a:pt x="438074" y="165173"/>
                </a:lnTo>
                <a:cubicBezTo>
                  <a:pt x="445828" y="164926"/>
                  <a:pt x="449870" y="159853"/>
                  <a:pt x="450200" y="149955"/>
                </a:cubicBezTo>
                <a:lnTo>
                  <a:pt x="450200" y="20786"/>
                </a:lnTo>
                <a:cubicBezTo>
                  <a:pt x="449952" y="11300"/>
                  <a:pt x="445910" y="6392"/>
                  <a:pt x="438074" y="6063"/>
                </a:cubicBezTo>
                <a:lnTo>
                  <a:pt x="438074" y="0"/>
                </a:lnTo>
                <a:lnTo>
                  <a:pt x="485461" y="0"/>
                </a:lnTo>
                <a:lnTo>
                  <a:pt x="485461" y="109126"/>
                </a:lnTo>
                <a:lnTo>
                  <a:pt x="517877" y="76710"/>
                </a:lnTo>
                <a:cubicBezTo>
                  <a:pt x="521507" y="73163"/>
                  <a:pt x="523321" y="69905"/>
                  <a:pt x="523321" y="66935"/>
                </a:cubicBezTo>
                <a:cubicBezTo>
                  <a:pt x="523321" y="65286"/>
                  <a:pt x="522703" y="64090"/>
                  <a:pt x="521465" y="63347"/>
                </a:cubicBezTo>
                <a:cubicBezTo>
                  <a:pt x="520228" y="62523"/>
                  <a:pt x="515815" y="61491"/>
                  <a:pt x="508227" y="60254"/>
                </a:cubicBezTo>
                <a:lnTo>
                  <a:pt x="508227" y="54439"/>
                </a:lnTo>
                <a:lnTo>
                  <a:pt x="562542" y="54439"/>
                </a:lnTo>
                <a:close/>
                <a:moveTo>
                  <a:pt x="758855" y="70523"/>
                </a:moveTo>
                <a:lnTo>
                  <a:pt x="738317" y="70523"/>
                </a:lnTo>
                <a:cubicBezTo>
                  <a:pt x="745081" y="77439"/>
                  <a:pt x="748463" y="85671"/>
                  <a:pt x="748463" y="95218"/>
                </a:cubicBezTo>
                <a:cubicBezTo>
                  <a:pt x="748463" y="108885"/>
                  <a:pt x="742730" y="119010"/>
                  <a:pt x="731265" y="125593"/>
                </a:cubicBezTo>
                <a:cubicBezTo>
                  <a:pt x="727058" y="128062"/>
                  <a:pt x="722604" y="129874"/>
                  <a:pt x="717902" y="131029"/>
                </a:cubicBezTo>
                <a:cubicBezTo>
                  <a:pt x="714933" y="131769"/>
                  <a:pt x="710396" y="132139"/>
                  <a:pt x="704293" y="132139"/>
                </a:cubicBezTo>
                <a:lnTo>
                  <a:pt x="693034" y="131891"/>
                </a:lnTo>
                <a:cubicBezTo>
                  <a:pt x="688909" y="131891"/>
                  <a:pt x="685528" y="132675"/>
                  <a:pt x="682888" y="134242"/>
                </a:cubicBezTo>
                <a:cubicBezTo>
                  <a:pt x="678104" y="137046"/>
                  <a:pt x="675712" y="140676"/>
                  <a:pt x="675712" y="145130"/>
                </a:cubicBezTo>
                <a:cubicBezTo>
                  <a:pt x="675712" y="148099"/>
                  <a:pt x="676784" y="150161"/>
                  <a:pt x="678929" y="151316"/>
                </a:cubicBezTo>
                <a:cubicBezTo>
                  <a:pt x="681898" y="153048"/>
                  <a:pt x="689281" y="153914"/>
                  <a:pt x="701076" y="153914"/>
                </a:cubicBezTo>
                <a:lnTo>
                  <a:pt x="717531" y="153914"/>
                </a:lnTo>
                <a:cubicBezTo>
                  <a:pt x="728007" y="153914"/>
                  <a:pt x="736874" y="155815"/>
                  <a:pt x="744132" y="159617"/>
                </a:cubicBezTo>
                <a:cubicBezTo>
                  <a:pt x="754113" y="164904"/>
                  <a:pt x="759103" y="173414"/>
                  <a:pt x="759103" y="185147"/>
                </a:cubicBezTo>
                <a:cubicBezTo>
                  <a:pt x="759103" y="198285"/>
                  <a:pt x="753453" y="207954"/>
                  <a:pt x="742153" y="214153"/>
                </a:cubicBezTo>
                <a:cubicBezTo>
                  <a:pt x="730687" y="220350"/>
                  <a:pt x="714851" y="223448"/>
                  <a:pt x="694642" y="223448"/>
                </a:cubicBezTo>
                <a:cubicBezTo>
                  <a:pt x="677815" y="223448"/>
                  <a:pt x="664989" y="221221"/>
                  <a:pt x="656163" y="216767"/>
                </a:cubicBezTo>
                <a:cubicBezTo>
                  <a:pt x="647915" y="212557"/>
                  <a:pt x="643791" y="207028"/>
                  <a:pt x="643791" y="200180"/>
                </a:cubicBezTo>
                <a:cubicBezTo>
                  <a:pt x="643791" y="195148"/>
                  <a:pt x="645936" y="190899"/>
                  <a:pt x="650225" y="187432"/>
                </a:cubicBezTo>
                <a:cubicBezTo>
                  <a:pt x="654184" y="184215"/>
                  <a:pt x="660123" y="182112"/>
                  <a:pt x="668041" y="181122"/>
                </a:cubicBezTo>
                <a:cubicBezTo>
                  <a:pt x="660205" y="178233"/>
                  <a:pt x="654885" y="175467"/>
                  <a:pt x="652081" y="172825"/>
                </a:cubicBezTo>
                <a:cubicBezTo>
                  <a:pt x="648946" y="169770"/>
                  <a:pt x="647379" y="165601"/>
                  <a:pt x="647379" y="160317"/>
                </a:cubicBezTo>
                <a:cubicBezTo>
                  <a:pt x="647379" y="147274"/>
                  <a:pt x="657442" y="137369"/>
                  <a:pt x="677568" y="130600"/>
                </a:cubicBezTo>
                <a:cubicBezTo>
                  <a:pt x="670227" y="127545"/>
                  <a:pt x="664907" y="124738"/>
                  <a:pt x="661607" y="122179"/>
                </a:cubicBezTo>
                <a:cubicBezTo>
                  <a:pt x="651214" y="114088"/>
                  <a:pt x="646018" y="104016"/>
                  <a:pt x="646018" y="91963"/>
                </a:cubicBezTo>
                <a:cubicBezTo>
                  <a:pt x="646018" y="81727"/>
                  <a:pt x="649689" y="72935"/>
                  <a:pt x="657030" y="65586"/>
                </a:cubicBezTo>
                <a:cubicBezTo>
                  <a:pt x="666598" y="56010"/>
                  <a:pt x="680125" y="51222"/>
                  <a:pt x="697611" y="51222"/>
                </a:cubicBezTo>
                <a:cubicBezTo>
                  <a:pt x="706437" y="51222"/>
                  <a:pt x="715882" y="53119"/>
                  <a:pt x="725945" y="56914"/>
                </a:cubicBezTo>
                <a:lnTo>
                  <a:pt x="758855" y="56914"/>
                </a:lnTo>
                <a:lnTo>
                  <a:pt x="758855" y="70523"/>
                </a:lnTo>
                <a:moveTo>
                  <a:pt x="674970" y="184351"/>
                </a:moveTo>
                <a:cubicBezTo>
                  <a:pt x="671918" y="186897"/>
                  <a:pt x="669815" y="188952"/>
                  <a:pt x="668660" y="190514"/>
                </a:cubicBezTo>
                <a:cubicBezTo>
                  <a:pt x="666928" y="192813"/>
                  <a:pt x="666062" y="195401"/>
                  <a:pt x="666062" y="198277"/>
                </a:cubicBezTo>
                <a:cubicBezTo>
                  <a:pt x="666062" y="209614"/>
                  <a:pt x="677403" y="215282"/>
                  <a:pt x="700086" y="215282"/>
                </a:cubicBezTo>
                <a:cubicBezTo>
                  <a:pt x="713861" y="215282"/>
                  <a:pt x="724212" y="213351"/>
                  <a:pt x="731141" y="209490"/>
                </a:cubicBezTo>
                <a:cubicBezTo>
                  <a:pt x="736420" y="206534"/>
                  <a:pt x="739059" y="202385"/>
                  <a:pt x="739059" y="197044"/>
                </a:cubicBezTo>
                <a:cubicBezTo>
                  <a:pt x="739059" y="188582"/>
                  <a:pt x="732296" y="184351"/>
                  <a:pt x="718768" y="184351"/>
                </a:cubicBezTo>
                <a:lnTo>
                  <a:pt x="674970" y="184351"/>
                </a:lnTo>
                <a:moveTo>
                  <a:pt x="697488" y="59141"/>
                </a:moveTo>
                <a:cubicBezTo>
                  <a:pt x="691301" y="59141"/>
                  <a:pt x="686889" y="61981"/>
                  <a:pt x="684249" y="67662"/>
                </a:cubicBezTo>
                <a:cubicBezTo>
                  <a:pt x="681940" y="72601"/>
                  <a:pt x="680785" y="80834"/>
                  <a:pt x="680785" y="92361"/>
                </a:cubicBezTo>
                <a:cubicBezTo>
                  <a:pt x="680785" y="104463"/>
                  <a:pt x="682146" y="112983"/>
                  <a:pt x="684868" y="117922"/>
                </a:cubicBezTo>
                <a:cubicBezTo>
                  <a:pt x="687425" y="122616"/>
                  <a:pt x="691631" y="124963"/>
                  <a:pt x="697488" y="124963"/>
                </a:cubicBezTo>
                <a:cubicBezTo>
                  <a:pt x="703262" y="124963"/>
                  <a:pt x="707468" y="122574"/>
                  <a:pt x="710108" y="117798"/>
                </a:cubicBezTo>
                <a:cubicBezTo>
                  <a:pt x="712830" y="112942"/>
                  <a:pt x="714191" y="104463"/>
                  <a:pt x="714191" y="92361"/>
                </a:cubicBezTo>
                <a:cubicBezTo>
                  <a:pt x="714191" y="80094"/>
                  <a:pt x="712788" y="71449"/>
                  <a:pt x="709984" y="66425"/>
                </a:cubicBezTo>
                <a:cubicBezTo>
                  <a:pt x="707180" y="61569"/>
                  <a:pt x="703014" y="59141"/>
                  <a:pt x="697488" y="59141"/>
                </a:cubicBezTo>
                <a:close/>
                <a:moveTo>
                  <a:pt x="838163" y="165173"/>
                </a:moveTo>
                <a:lnTo>
                  <a:pt x="838163" y="171236"/>
                </a:lnTo>
                <a:lnTo>
                  <a:pt x="770733" y="171236"/>
                </a:lnTo>
                <a:lnTo>
                  <a:pt x="770733" y="165173"/>
                </a:lnTo>
                <a:cubicBezTo>
                  <a:pt x="776012" y="164183"/>
                  <a:pt x="779518" y="162864"/>
                  <a:pt x="781250" y="161214"/>
                </a:cubicBezTo>
                <a:cubicBezTo>
                  <a:pt x="783312" y="159152"/>
                  <a:pt x="784384" y="155399"/>
                  <a:pt x="784467" y="149955"/>
                </a:cubicBezTo>
                <a:lnTo>
                  <a:pt x="784467" y="75472"/>
                </a:lnTo>
                <a:cubicBezTo>
                  <a:pt x="784384" y="69286"/>
                  <a:pt x="782982" y="65286"/>
                  <a:pt x="780260" y="63471"/>
                </a:cubicBezTo>
                <a:cubicBezTo>
                  <a:pt x="778280" y="62151"/>
                  <a:pt x="775105" y="61162"/>
                  <a:pt x="770733" y="60502"/>
                </a:cubicBezTo>
                <a:lnTo>
                  <a:pt x="770733" y="54439"/>
                </a:lnTo>
                <a:lnTo>
                  <a:pt x="818615" y="54439"/>
                </a:lnTo>
                <a:lnTo>
                  <a:pt x="818615" y="75225"/>
                </a:lnTo>
                <a:cubicBezTo>
                  <a:pt x="823729" y="67928"/>
                  <a:pt x="828307" y="62622"/>
                  <a:pt x="832348" y="59307"/>
                </a:cubicBezTo>
                <a:cubicBezTo>
                  <a:pt x="838864" y="53917"/>
                  <a:pt x="845711" y="51222"/>
                  <a:pt x="852887" y="51222"/>
                </a:cubicBezTo>
                <a:cubicBezTo>
                  <a:pt x="859320" y="51222"/>
                  <a:pt x="864476" y="53367"/>
                  <a:pt x="868352" y="57656"/>
                </a:cubicBezTo>
                <a:cubicBezTo>
                  <a:pt x="871734" y="61450"/>
                  <a:pt x="873425" y="65946"/>
                  <a:pt x="873425" y="71142"/>
                </a:cubicBezTo>
                <a:cubicBezTo>
                  <a:pt x="873425" y="76586"/>
                  <a:pt x="871652" y="80958"/>
                  <a:pt x="868105" y="84257"/>
                </a:cubicBezTo>
                <a:cubicBezTo>
                  <a:pt x="865300" y="86814"/>
                  <a:pt x="861795" y="88092"/>
                  <a:pt x="857588" y="88092"/>
                </a:cubicBezTo>
                <a:cubicBezTo>
                  <a:pt x="854454" y="88092"/>
                  <a:pt x="851938" y="87597"/>
                  <a:pt x="850041" y="86608"/>
                </a:cubicBezTo>
                <a:cubicBezTo>
                  <a:pt x="847402" y="85123"/>
                  <a:pt x="844803" y="82566"/>
                  <a:pt x="842246" y="78937"/>
                </a:cubicBezTo>
                <a:cubicBezTo>
                  <a:pt x="839442" y="74978"/>
                  <a:pt x="837050" y="72998"/>
                  <a:pt x="835070" y="72998"/>
                </a:cubicBezTo>
                <a:cubicBezTo>
                  <a:pt x="831853" y="72998"/>
                  <a:pt x="828678" y="74780"/>
                  <a:pt x="825543" y="78345"/>
                </a:cubicBezTo>
                <a:cubicBezTo>
                  <a:pt x="821667" y="82740"/>
                  <a:pt x="819728" y="89041"/>
                  <a:pt x="819728" y="97248"/>
                </a:cubicBezTo>
                <a:lnTo>
                  <a:pt x="819728" y="145130"/>
                </a:lnTo>
                <a:cubicBezTo>
                  <a:pt x="819893" y="153873"/>
                  <a:pt x="821337" y="159358"/>
                  <a:pt x="824059" y="161585"/>
                </a:cubicBezTo>
                <a:cubicBezTo>
                  <a:pt x="826698" y="163482"/>
                  <a:pt x="831400" y="164678"/>
                  <a:pt x="838163" y="165173"/>
                </a:cubicBezTo>
                <a:close/>
                <a:moveTo>
                  <a:pt x="939533" y="51222"/>
                </a:moveTo>
                <a:cubicBezTo>
                  <a:pt x="954050" y="51222"/>
                  <a:pt x="966505" y="55974"/>
                  <a:pt x="976898" y="65478"/>
                </a:cubicBezTo>
                <a:cubicBezTo>
                  <a:pt x="990013" y="77546"/>
                  <a:pt x="996570" y="93415"/>
                  <a:pt x="996570" y="113085"/>
                </a:cubicBezTo>
                <a:cubicBezTo>
                  <a:pt x="996570" y="125731"/>
                  <a:pt x="993642" y="137095"/>
                  <a:pt x="987786" y="147179"/>
                </a:cubicBezTo>
                <a:cubicBezTo>
                  <a:pt x="982754" y="155938"/>
                  <a:pt x="976032" y="162755"/>
                  <a:pt x="967619" y="167632"/>
                </a:cubicBezTo>
                <a:cubicBezTo>
                  <a:pt x="959205" y="172509"/>
                  <a:pt x="949885" y="174948"/>
                  <a:pt x="939657" y="174948"/>
                </a:cubicBezTo>
                <a:cubicBezTo>
                  <a:pt x="921015" y="174948"/>
                  <a:pt x="906210" y="167757"/>
                  <a:pt x="895239" y="153377"/>
                </a:cubicBezTo>
                <a:cubicBezTo>
                  <a:pt x="886579" y="142053"/>
                  <a:pt x="882248" y="128458"/>
                  <a:pt x="882248" y="112590"/>
                </a:cubicBezTo>
                <a:cubicBezTo>
                  <a:pt x="882248" y="100274"/>
                  <a:pt x="885218" y="89157"/>
                  <a:pt x="891156" y="79238"/>
                </a:cubicBezTo>
                <a:cubicBezTo>
                  <a:pt x="896435" y="70230"/>
                  <a:pt x="903199" y="63329"/>
                  <a:pt x="911447" y="58538"/>
                </a:cubicBezTo>
                <a:cubicBezTo>
                  <a:pt x="919861" y="53661"/>
                  <a:pt x="929223" y="51222"/>
                  <a:pt x="939533" y="51222"/>
                </a:cubicBezTo>
                <a:moveTo>
                  <a:pt x="939780" y="59141"/>
                </a:moveTo>
                <a:cubicBezTo>
                  <a:pt x="932769" y="59141"/>
                  <a:pt x="927697" y="62523"/>
                  <a:pt x="924562" y="69286"/>
                </a:cubicBezTo>
                <a:cubicBezTo>
                  <a:pt x="922335" y="74235"/>
                  <a:pt x="920850" y="81535"/>
                  <a:pt x="920108" y="91186"/>
                </a:cubicBezTo>
                <a:cubicBezTo>
                  <a:pt x="919696" y="96217"/>
                  <a:pt x="919489" y="104795"/>
                  <a:pt x="919489" y="116920"/>
                </a:cubicBezTo>
                <a:cubicBezTo>
                  <a:pt x="919489" y="134572"/>
                  <a:pt x="920562" y="146573"/>
                  <a:pt x="922706" y="152924"/>
                </a:cubicBezTo>
                <a:cubicBezTo>
                  <a:pt x="925841" y="162328"/>
                  <a:pt x="931450" y="167029"/>
                  <a:pt x="939533" y="167029"/>
                </a:cubicBezTo>
                <a:cubicBezTo>
                  <a:pt x="945884" y="167029"/>
                  <a:pt x="950503" y="164348"/>
                  <a:pt x="953390" y="158987"/>
                </a:cubicBezTo>
                <a:cubicBezTo>
                  <a:pt x="957349" y="151646"/>
                  <a:pt x="959329" y="136881"/>
                  <a:pt x="959329" y="114693"/>
                </a:cubicBezTo>
                <a:cubicBezTo>
                  <a:pt x="959329" y="90196"/>
                  <a:pt x="957267" y="74276"/>
                  <a:pt x="953143" y="66935"/>
                </a:cubicBezTo>
                <a:cubicBezTo>
                  <a:pt x="950256" y="61739"/>
                  <a:pt x="945802" y="59141"/>
                  <a:pt x="939780" y="59141"/>
                </a:cubicBezTo>
                <a:close/>
                <a:moveTo>
                  <a:pt x="1138730" y="160348"/>
                </a:moveTo>
                <a:lnTo>
                  <a:pt x="1138730" y="166163"/>
                </a:lnTo>
                <a:lnTo>
                  <a:pt x="1123017" y="167895"/>
                </a:lnTo>
                <a:cubicBezTo>
                  <a:pt x="1109573" y="169297"/>
                  <a:pt x="1098437" y="171524"/>
                  <a:pt x="1089612" y="174576"/>
                </a:cubicBezTo>
                <a:lnTo>
                  <a:pt x="1089612" y="158121"/>
                </a:lnTo>
                <a:cubicBezTo>
                  <a:pt x="1083508" y="163274"/>
                  <a:pt x="1078641" y="166889"/>
                  <a:pt x="1075012" y="168966"/>
                </a:cubicBezTo>
                <a:cubicBezTo>
                  <a:pt x="1068248" y="172954"/>
                  <a:pt x="1060866" y="174948"/>
                  <a:pt x="1052865" y="174948"/>
                </a:cubicBezTo>
                <a:cubicBezTo>
                  <a:pt x="1042637" y="174948"/>
                  <a:pt x="1034513" y="171968"/>
                  <a:pt x="1028491" y="166008"/>
                </a:cubicBezTo>
                <a:cubicBezTo>
                  <a:pt x="1022222" y="159716"/>
                  <a:pt x="1019088" y="150819"/>
                  <a:pt x="1019088" y="139315"/>
                </a:cubicBezTo>
                <a:lnTo>
                  <a:pt x="1019088" y="75472"/>
                </a:lnTo>
                <a:cubicBezTo>
                  <a:pt x="1019006" y="69286"/>
                  <a:pt x="1017892" y="65409"/>
                  <a:pt x="1015748" y="63842"/>
                </a:cubicBezTo>
                <a:cubicBezTo>
                  <a:pt x="1014015" y="62440"/>
                  <a:pt x="1011005" y="61327"/>
                  <a:pt x="1006716" y="60502"/>
                </a:cubicBezTo>
                <a:lnTo>
                  <a:pt x="1006716" y="54439"/>
                </a:lnTo>
                <a:lnTo>
                  <a:pt x="1054350" y="54439"/>
                </a:lnTo>
                <a:lnTo>
                  <a:pt x="1054350" y="140304"/>
                </a:lnTo>
                <a:cubicBezTo>
                  <a:pt x="1054350" y="145913"/>
                  <a:pt x="1055092" y="150038"/>
                  <a:pt x="1056577" y="152677"/>
                </a:cubicBezTo>
                <a:cubicBezTo>
                  <a:pt x="1058721" y="156471"/>
                  <a:pt x="1062681" y="158368"/>
                  <a:pt x="1068454" y="158368"/>
                </a:cubicBezTo>
                <a:cubicBezTo>
                  <a:pt x="1074971" y="158368"/>
                  <a:pt x="1081899" y="154615"/>
                  <a:pt x="1089240" y="147109"/>
                </a:cubicBezTo>
                <a:lnTo>
                  <a:pt x="1089240" y="75472"/>
                </a:lnTo>
                <a:cubicBezTo>
                  <a:pt x="1089158" y="69616"/>
                  <a:pt x="1087879" y="65657"/>
                  <a:pt x="1085405" y="63595"/>
                </a:cubicBezTo>
                <a:cubicBezTo>
                  <a:pt x="1083260" y="62028"/>
                  <a:pt x="1079342" y="60997"/>
                  <a:pt x="1073651" y="60502"/>
                </a:cubicBezTo>
                <a:lnTo>
                  <a:pt x="1073651" y="54439"/>
                </a:lnTo>
                <a:lnTo>
                  <a:pt x="1124502" y="54439"/>
                </a:lnTo>
                <a:lnTo>
                  <a:pt x="1124502" y="145625"/>
                </a:lnTo>
                <a:cubicBezTo>
                  <a:pt x="1124585" y="152058"/>
                  <a:pt x="1126028" y="156141"/>
                  <a:pt x="1128832" y="157873"/>
                </a:cubicBezTo>
                <a:cubicBezTo>
                  <a:pt x="1130894" y="159276"/>
                  <a:pt x="1134194" y="160101"/>
                  <a:pt x="1138730" y="160348"/>
                </a:cubicBezTo>
                <a:close/>
                <a:moveTo>
                  <a:pt x="1217505" y="217880"/>
                </a:moveTo>
                <a:lnTo>
                  <a:pt x="1217505" y="223200"/>
                </a:lnTo>
                <a:lnTo>
                  <a:pt x="1148343" y="223200"/>
                </a:lnTo>
                <a:lnTo>
                  <a:pt x="1148343" y="217138"/>
                </a:lnTo>
                <a:cubicBezTo>
                  <a:pt x="1153539" y="216231"/>
                  <a:pt x="1157127" y="215076"/>
                  <a:pt x="1159107" y="213674"/>
                </a:cubicBezTo>
                <a:cubicBezTo>
                  <a:pt x="1161334" y="212106"/>
                  <a:pt x="1162489" y="208353"/>
                  <a:pt x="1162571" y="202415"/>
                </a:cubicBezTo>
                <a:lnTo>
                  <a:pt x="1162571" y="75472"/>
                </a:lnTo>
                <a:cubicBezTo>
                  <a:pt x="1162489" y="69369"/>
                  <a:pt x="1161251" y="65492"/>
                  <a:pt x="1158859" y="63842"/>
                </a:cubicBezTo>
                <a:cubicBezTo>
                  <a:pt x="1156880" y="62358"/>
                  <a:pt x="1153539" y="61244"/>
                  <a:pt x="1148838" y="60502"/>
                </a:cubicBezTo>
                <a:lnTo>
                  <a:pt x="1148838" y="54439"/>
                </a:lnTo>
                <a:lnTo>
                  <a:pt x="1197214" y="54439"/>
                </a:lnTo>
                <a:lnTo>
                  <a:pt x="1197214" y="72008"/>
                </a:lnTo>
                <a:cubicBezTo>
                  <a:pt x="1200513" y="66033"/>
                  <a:pt x="1203730" y="61677"/>
                  <a:pt x="1206865" y="58940"/>
                </a:cubicBezTo>
                <a:cubicBezTo>
                  <a:pt x="1212721" y="53795"/>
                  <a:pt x="1220186" y="51222"/>
                  <a:pt x="1229259" y="51222"/>
                </a:cubicBezTo>
                <a:cubicBezTo>
                  <a:pt x="1244106" y="51222"/>
                  <a:pt x="1256066" y="57504"/>
                  <a:pt x="1265139" y="70067"/>
                </a:cubicBezTo>
                <a:cubicBezTo>
                  <a:pt x="1272563" y="80316"/>
                  <a:pt x="1276275" y="93829"/>
                  <a:pt x="1276275" y="110607"/>
                </a:cubicBezTo>
                <a:cubicBezTo>
                  <a:pt x="1276275" y="126062"/>
                  <a:pt x="1273099" y="139368"/>
                  <a:pt x="1266748" y="150523"/>
                </a:cubicBezTo>
                <a:cubicBezTo>
                  <a:pt x="1262294" y="158542"/>
                  <a:pt x="1256355" y="164659"/>
                  <a:pt x="1248931" y="168873"/>
                </a:cubicBezTo>
                <a:cubicBezTo>
                  <a:pt x="1242333" y="172758"/>
                  <a:pt x="1235198" y="174700"/>
                  <a:pt x="1227527" y="174700"/>
                </a:cubicBezTo>
                <a:cubicBezTo>
                  <a:pt x="1220186" y="174700"/>
                  <a:pt x="1213505" y="172455"/>
                  <a:pt x="1207483" y="167965"/>
                </a:cubicBezTo>
                <a:cubicBezTo>
                  <a:pt x="1205091" y="166217"/>
                  <a:pt x="1201874" y="163348"/>
                  <a:pt x="1197833" y="159358"/>
                </a:cubicBezTo>
                <a:lnTo>
                  <a:pt x="1197833" y="195115"/>
                </a:lnTo>
                <a:cubicBezTo>
                  <a:pt x="1197998" y="205673"/>
                  <a:pt x="1200184" y="212189"/>
                  <a:pt x="1204390" y="214663"/>
                </a:cubicBezTo>
                <a:cubicBezTo>
                  <a:pt x="1207112" y="216478"/>
                  <a:pt x="1211484" y="217550"/>
                  <a:pt x="1217505" y="217880"/>
                </a:cubicBezTo>
                <a:moveTo>
                  <a:pt x="1197833" y="145130"/>
                </a:moveTo>
                <a:cubicBezTo>
                  <a:pt x="1199400" y="149006"/>
                  <a:pt x="1201545" y="152306"/>
                  <a:pt x="1204266" y="155028"/>
                </a:cubicBezTo>
                <a:cubicBezTo>
                  <a:pt x="1208143" y="158740"/>
                  <a:pt x="1212474" y="160595"/>
                  <a:pt x="1217258" y="160595"/>
                </a:cubicBezTo>
                <a:cubicBezTo>
                  <a:pt x="1231610" y="160595"/>
                  <a:pt x="1238786" y="145130"/>
                  <a:pt x="1238786" y="114198"/>
                </a:cubicBezTo>
                <a:cubicBezTo>
                  <a:pt x="1238786" y="90856"/>
                  <a:pt x="1235651" y="76132"/>
                  <a:pt x="1229383" y="70029"/>
                </a:cubicBezTo>
                <a:cubicBezTo>
                  <a:pt x="1226496" y="67224"/>
                  <a:pt x="1223196" y="65822"/>
                  <a:pt x="1219485" y="65822"/>
                </a:cubicBezTo>
                <a:cubicBezTo>
                  <a:pt x="1213793" y="65822"/>
                  <a:pt x="1208349" y="68709"/>
                  <a:pt x="1203153" y="74483"/>
                </a:cubicBezTo>
                <a:cubicBezTo>
                  <a:pt x="1199606" y="78442"/>
                  <a:pt x="1197833" y="81494"/>
                  <a:pt x="1197833" y="83638"/>
                </a:cubicBezTo>
                <a:lnTo>
                  <a:pt x="1197833" y="145130"/>
                </a:lnTo>
                <a:close/>
              </a:path>
            </a:pathLst>
          </a:custGeom>
          <a:solidFill xmlns:a="http://schemas.openxmlformats.org/drawingml/2006/main">
            <a:srgbClr val="231F2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F6765A2-C28F-49FD-BC10-AF4EB8650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0033" y="496485"/>
            <a:ext cx="1420867" cy="1905150"/>
          </a:xfrm>
          <a:custGeom xmlns:a="http://schemas.openxmlformats.org/drawingml/2006/main">
            <a:pathLst>
              <a:path w="1420867" h="1905150">
                <a:moveTo>
                  <a:pt x="1308249" y="1905150"/>
                </a:moveTo>
                <a:lnTo>
                  <a:pt x="112618" y="1905150"/>
                </a:lnTo>
                <a:cubicBezTo>
                  <a:pt x="50424" y="1905150"/>
                  <a:pt x="0" y="1854726"/>
                  <a:pt x="0" y="1792533"/>
                </a:cubicBezTo>
                <a:lnTo>
                  <a:pt x="0" y="112618"/>
                </a:lnTo>
                <a:cubicBezTo>
                  <a:pt x="0" y="50424"/>
                  <a:pt x="50424" y="0"/>
                  <a:pt x="112618" y="0"/>
                </a:cubicBezTo>
                <a:lnTo>
                  <a:pt x="1308249" y="0"/>
                </a:lnTo>
                <a:cubicBezTo>
                  <a:pt x="1370442" y="0"/>
                  <a:pt x="1420867" y="50424"/>
                  <a:pt x="1420867" y="112618"/>
                </a:cubicBezTo>
                <a:lnTo>
                  <a:pt x="1420867" y="1792533"/>
                </a:lnTo>
                <a:cubicBezTo>
                  <a:pt x="1420867" y="1854726"/>
                  <a:pt x="1370442" y="1905150"/>
                  <a:pt x="1308249" y="1905150"/>
                </a:cubicBezTo>
              </a:path>
            </a:pathLst>
          </a:custGeom>
          <a:solidFill xmlns:a="http://schemas.openxmlformats.org/drawingml/2006/main">
            <a:srgbClr val="E5E5E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7DC5FB2-1BB6-4401-BBB2-0BD6D4433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5956" y="482408"/>
            <a:ext cx="1449021" cy="1933305"/>
          </a:xfrm>
          <a:custGeom xmlns:a="http://schemas.openxmlformats.org/drawingml/2006/main">
            <a:pathLst>
              <a:path w="1449021" h="1933305">
                <a:moveTo>
                  <a:pt x="1322327" y="1919228"/>
                </a:moveTo>
                <a:lnTo>
                  <a:pt x="1322327" y="1905150"/>
                </a:lnTo>
                <a:lnTo>
                  <a:pt x="126695" y="1905150"/>
                </a:lnTo>
                <a:cubicBezTo>
                  <a:pt x="72272" y="1905066"/>
                  <a:pt x="28267" y="1861032"/>
                  <a:pt x="28154" y="1806610"/>
                </a:cubicBezTo>
                <a:lnTo>
                  <a:pt x="28154" y="126695"/>
                </a:lnTo>
                <a:cubicBezTo>
                  <a:pt x="28267" y="72272"/>
                  <a:pt x="72272" y="28267"/>
                  <a:pt x="126695" y="28154"/>
                </a:cubicBezTo>
                <a:lnTo>
                  <a:pt x="1322327" y="28154"/>
                </a:lnTo>
                <a:cubicBezTo>
                  <a:pt x="1376749" y="28267"/>
                  <a:pt x="1420754" y="72272"/>
                  <a:pt x="1420867" y="126695"/>
                </a:cubicBezTo>
                <a:lnTo>
                  <a:pt x="1420867" y="1806610"/>
                </a:lnTo>
                <a:cubicBezTo>
                  <a:pt x="1420754" y="1861032"/>
                  <a:pt x="1376749" y="1905066"/>
                  <a:pt x="1322327" y="1905150"/>
                </a:cubicBezTo>
                <a:lnTo>
                  <a:pt x="1322327" y="1919228"/>
                </a:lnTo>
                <a:lnTo>
                  <a:pt x="1322327" y="1933305"/>
                </a:lnTo>
                <a:cubicBezTo>
                  <a:pt x="1392290" y="1933305"/>
                  <a:pt x="1449021" y="1876574"/>
                  <a:pt x="1449021" y="1806610"/>
                </a:cubicBezTo>
                <a:lnTo>
                  <a:pt x="1449021" y="126695"/>
                </a:lnTo>
                <a:cubicBezTo>
                  <a:pt x="1449021" y="56731"/>
                  <a:pt x="1392290" y="28"/>
                  <a:pt x="1322327" y="0"/>
                </a:cubicBezTo>
                <a:lnTo>
                  <a:pt x="126695" y="0"/>
                </a:lnTo>
                <a:cubicBezTo>
                  <a:pt x="56731" y="28"/>
                  <a:pt x="0" y="56731"/>
                  <a:pt x="0" y="126695"/>
                </a:cubicBezTo>
                <a:lnTo>
                  <a:pt x="0" y="1806610"/>
                </a:lnTo>
                <a:cubicBezTo>
                  <a:pt x="0" y="1876574"/>
                  <a:pt x="56731" y="1933305"/>
                  <a:pt x="126695" y="1933305"/>
                </a:cubicBezTo>
                <a:lnTo>
                  <a:pt x="1322327" y="1933305"/>
                </a:lnTo>
                <a:lnTo>
                  <a:pt x="1322327" y="1919228"/>
                </a:lnTo>
                <a:close/>
              </a:path>
            </a:pathLst>
          </a:custGeom>
          <a:solidFill xmlns:a="http://schemas.openxmlformats.org/drawingml/2006/main">
            <a:srgbClr val="231F2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C24E74D-1A02-49A2-B8B8-61E5CB2A6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7547" y="615642"/>
            <a:ext cx="1420867" cy="1905150"/>
          </a:xfrm>
          <a:custGeom xmlns:a="http://schemas.openxmlformats.org/drawingml/2006/main">
            <a:pathLst>
              <a:path w="1420867" h="1905150">
                <a:moveTo>
                  <a:pt x="1308249" y="1905150"/>
                </a:moveTo>
                <a:lnTo>
                  <a:pt x="112618" y="1905150"/>
                </a:lnTo>
                <a:cubicBezTo>
                  <a:pt x="50424" y="1905150"/>
                  <a:pt x="0" y="1854726"/>
                  <a:pt x="0" y="1792533"/>
                </a:cubicBezTo>
                <a:lnTo>
                  <a:pt x="0" y="112618"/>
                </a:lnTo>
                <a:cubicBezTo>
                  <a:pt x="0" y="50424"/>
                  <a:pt x="50424" y="0"/>
                  <a:pt x="112618" y="0"/>
                </a:cubicBezTo>
                <a:lnTo>
                  <a:pt x="1308249" y="0"/>
                </a:lnTo>
                <a:cubicBezTo>
                  <a:pt x="1370442" y="0"/>
                  <a:pt x="1420867" y="50424"/>
                  <a:pt x="1420867" y="112618"/>
                </a:cubicBezTo>
                <a:lnTo>
                  <a:pt x="1420867" y="1792533"/>
                </a:lnTo>
                <a:cubicBezTo>
                  <a:pt x="1420867" y="1854726"/>
                  <a:pt x="1370442" y="1905150"/>
                  <a:pt x="1308249" y="1905150"/>
                </a:cubicBezTo>
              </a:path>
            </a:pathLst>
          </a:custGeom>
          <a:solidFill xmlns:a="http://schemas.openxmlformats.org/drawingml/2006/main">
            <a:srgbClr val="E5E5E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901686E-FCB2-4863-8FAB-89FE7B7FB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3470" y="601565"/>
            <a:ext cx="1449021" cy="1933305"/>
          </a:xfrm>
          <a:custGeom xmlns:a="http://schemas.openxmlformats.org/drawingml/2006/main">
            <a:pathLst>
              <a:path w="1449021" h="1933305">
                <a:moveTo>
                  <a:pt x="1322327" y="1919228"/>
                </a:moveTo>
                <a:lnTo>
                  <a:pt x="1322327" y="1905150"/>
                </a:lnTo>
                <a:lnTo>
                  <a:pt x="126695" y="1905150"/>
                </a:lnTo>
                <a:cubicBezTo>
                  <a:pt x="72272" y="1905038"/>
                  <a:pt x="28267" y="1861032"/>
                  <a:pt x="28154" y="1806610"/>
                </a:cubicBezTo>
                <a:lnTo>
                  <a:pt x="28154" y="126695"/>
                </a:lnTo>
                <a:cubicBezTo>
                  <a:pt x="28267" y="72272"/>
                  <a:pt x="72272" y="28267"/>
                  <a:pt x="126695" y="28154"/>
                </a:cubicBezTo>
                <a:lnTo>
                  <a:pt x="1322327" y="28154"/>
                </a:lnTo>
                <a:cubicBezTo>
                  <a:pt x="1376749" y="28267"/>
                  <a:pt x="1420754" y="72272"/>
                  <a:pt x="1420867" y="126695"/>
                </a:cubicBezTo>
                <a:lnTo>
                  <a:pt x="1420867" y="1806610"/>
                </a:lnTo>
                <a:cubicBezTo>
                  <a:pt x="1420754" y="1861032"/>
                  <a:pt x="1376749" y="1905038"/>
                  <a:pt x="1322327" y="1905150"/>
                </a:cubicBezTo>
                <a:lnTo>
                  <a:pt x="1322327" y="1919228"/>
                </a:lnTo>
                <a:lnTo>
                  <a:pt x="1322327" y="1933305"/>
                </a:lnTo>
                <a:cubicBezTo>
                  <a:pt x="1392290" y="1933305"/>
                  <a:pt x="1449021" y="1876574"/>
                  <a:pt x="1449021" y="1806610"/>
                </a:cubicBezTo>
                <a:lnTo>
                  <a:pt x="1449021" y="126695"/>
                </a:lnTo>
                <a:cubicBezTo>
                  <a:pt x="1449021" y="56731"/>
                  <a:pt x="1392290" y="28"/>
                  <a:pt x="1322327" y="0"/>
                </a:cubicBezTo>
                <a:lnTo>
                  <a:pt x="126695" y="0"/>
                </a:lnTo>
                <a:cubicBezTo>
                  <a:pt x="56731" y="28"/>
                  <a:pt x="0" y="56731"/>
                  <a:pt x="0" y="126695"/>
                </a:cubicBezTo>
                <a:lnTo>
                  <a:pt x="0" y="1806610"/>
                </a:lnTo>
                <a:cubicBezTo>
                  <a:pt x="0" y="1876574"/>
                  <a:pt x="56731" y="1933305"/>
                  <a:pt x="126695" y="1933305"/>
                </a:cubicBezTo>
                <a:lnTo>
                  <a:pt x="1322327" y="1933305"/>
                </a:lnTo>
                <a:lnTo>
                  <a:pt x="1322327" y="1919228"/>
                </a:lnTo>
                <a:close/>
              </a:path>
            </a:pathLst>
          </a:custGeom>
          <a:solidFill xmlns:a="http://schemas.openxmlformats.org/drawingml/2006/main">
            <a:srgbClr val="231F2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5C0A585-D79E-4262-9EC2-FFA0E90CD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8212" y="1046917"/>
            <a:ext cx="1039262" cy="435351"/>
          </a:xfrm>
          <a:custGeom xmlns:a="http://schemas.openxmlformats.org/drawingml/2006/main">
            <a:pathLst>
              <a:path w="1039262" h="435351">
                <a:moveTo>
                  <a:pt x="982954" y="435351"/>
                </a:moveTo>
                <a:lnTo>
                  <a:pt x="56309" y="435351"/>
                </a:lnTo>
                <a:cubicBezTo>
                  <a:pt x="25198" y="435351"/>
                  <a:pt x="0" y="410153"/>
                  <a:pt x="0" y="379042"/>
                </a:cubicBezTo>
                <a:lnTo>
                  <a:pt x="0" y="56309"/>
                </a:lnTo>
                <a:cubicBezTo>
                  <a:pt x="0" y="25198"/>
                  <a:pt x="25198" y="0"/>
                  <a:pt x="56309" y="0"/>
                </a:cubicBezTo>
                <a:lnTo>
                  <a:pt x="982954" y="0"/>
                </a:lnTo>
                <a:cubicBezTo>
                  <a:pt x="1014064" y="0"/>
                  <a:pt x="1039262" y="25198"/>
                  <a:pt x="1039262" y="56309"/>
                </a:cubicBezTo>
                <a:lnTo>
                  <a:pt x="1039262" y="379042"/>
                </a:lnTo>
                <a:cubicBezTo>
                  <a:pt x="1039262" y="410153"/>
                  <a:pt x="1014064" y="435351"/>
                  <a:pt x="982954" y="435351"/>
                </a:cubicBezTo>
              </a:path>
            </a:pathLst>
          </a:custGeom>
          <a:solidFill xmlns:a="http://schemas.openxmlformats.org/drawingml/2006/main">
            <a:srgbClr val="F79F8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2BD9A80-E2F2-4769-A525-1CA984F65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4135" y="1032840"/>
            <a:ext cx="1067417" cy="463505"/>
          </a:xfrm>
          <a:custGeom xmlns:a="http://schemas.openxmlformats.org/drawingml/2006/main">
            <a:pathLst>
              <a:path w="1067417" h="463505">
                <a:moveTo>
                  <a:pt x="997031" y="449428"/>
                </a:moveTo>
                <a:lnTo>
                  <a:pt x="997031" y="435351"/>
                </a:lnTo>
                <a:lnTo>
                  <a:pt x="70386" y="435351"/>
                </a:lnTo>
                <a:cubicBezTo>
                  <a:pt x="47074" y="435295"/>
                  <a:pt x="28183" y="416431"/>
                  <a:pt x="28154" y="393120"/>
                </a:cubicBezTo>
                <a:lnTo>
                  <a:pt x="28154" y="70386"/>
                </a:lnTo>
                <a:cubicBezTo>
                  <a:pt x="28183" y="47074"/>
                  <a:pt x="47074" y="28183"/>
                  <a:pt x="70386" y="28154"/>
                </a:cubicBezTo>
                <a:lnTo>
                  <a:pt x="997031" y="28154"/>
                </a:lnTo>
                <a:cubicBezTo>
                  <a:pt x="1020343" y="28183"/>
                  <a:pt x="1039206" y="47074"/>
                  <a:pt x="1039262" y="70386"/>
                </a:cubicBezTo>
                <a:lnTo>
                  <a:pt x="1039262" y="393120"/>
                </a:lnTo>
                <a:cubicBezTo>
                  <a:pt x="1039206" y="416431"/>
                  <a:pt x="1020343" y="435295"/>
                  <a:pt x="997031" y="435351"/>
                </a:cubicBezTo>
                <a:lnTo>
                  <a:pt x="997031" y="449428"/>
                </a:lnTo>
                <a:lnTo>
                  <a:pt x="997031" y="463505"/>
                </a:lnTo>
                <a:cubicBezTo>
                  <a:pt x="1035912" y="463505"/>
                  <a:pt x="1067417" y="432001"/>
                  <a:pt x="1067417" y="393120"/>
                </a:cubicBezTo>
                <a:lnTo>
                  <a:pt x="1067417" y="70386"/>
                </a:lnTo>
                <a:cubicBezTo>
                  <a:pt x="1067417" y="31505"/>
                  <a:pt x="1035912" y="0"/>
                  <a:pt x="997031" y="0"/>
                </a:cubicBezTo>
                <a:lnTo>
                  <a:pt x="70386" y="0"/>
                </a:lnTo>
                <a:cubicBezTo>
                  <a:pt x="31505" y="0"/>
                  <a:pt x="0" y="31505"/>
                  <a:pt x="0" y="70386"/>
                </a:cubicBezTo>
                <a:lnTo>
                  <a:pt x="0" y="393120"/>
                </a:lnTo>
                <a:cubicBezTo>
                  <a:pt x="0" y="432001"/>
                  <a:pt x="31505" y="463505"/>
                  <a:pt x="70386" y="463505"/>
                </a:cubicBezTo>
                <a:lnTo>
                  <a:pt x="997031" y="463505"/>
                </a:lnTo>
                <a:lnTo>
                  <a:pt x="997031" y="449428"/>
                </a:lnTo>
                <a:close/>
              </a:path>
            </a:pathLst>
          </a:custGeom>
          <a:solidFill xmlns:a="http://schemas.openxmlformats.org/drawingml/2006/main">
            <a:srgbClr val="231F2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4" name="Text Bank">
            <a:extLst xmlns:a="http://schemas.openxmlformats.org/drawingml/2006/main">
              <a:ext uri="{FF2B5EF4-FFF2-40B4-BE49-F238E27FC236}">
                <a16:creationId xmlns:a16="http://schemas.microsoft.com/office/drawing/2014/main" id="{7F12EED5-F283-4A1B-BC1E-D0EFE8530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2561" y="816115"/>
            <a:ext cx="570089" cy="174948"/>
          </a:xfrm>
          <a:custGeom xmlns:a="http://schemas.openxmlformats.org/drawingml/2006/main">
            <a:pathLst>
              <a:path w="570089" h="174948">
                <a:moveTo>
                  <a:pt x="0" y="171236"/>
                </a:moveTo>
                <a:lnTo>
                  <a:pt x="0" y="164926"/>
                </a:lnTo>
                <a:cubicBezTo>
                  <a:pt x="9321" y="163936"/>
                  <a:pt x="15383" y="162245"/>
                  <a:pt x="18188" y="159853"/>
                </a:cubicBezTo>
                <a:cubicBezTo>
                  <a:pt x="20827" y="157461"/>
                  <a:pt x="22188" y="153172"/>
                  <a:pt x="22271" y="146986"/>
                </a:cubicBezTo>
                <a:lnTo>
                  <a:pt x="22271" y="24374"/>
                </a:lnTo>
                <a:cubicBezTo>
                  <a:pt x="22106" y="17775"/>
                  <a:pt x="20415" y="13115"/>
                  <a:pt x="17198" y="10393"/>
                </a:cubicBezTo>
                <a:cubicBezTo>
                  <a:pt x="14063" y="8166"/>
                  <a:pt x="8331" y="6805"/>
                  <a:pt x="0" y="6310"/>
                </a:cubicBezTo>
                <a:lnTo>
                  <a:pt x="0" y="0"/>
                </a:lnTo>
                <a:lnTo>
                  <a:pt x="78318" y="0"/>
                </a:lnTo>
                <a:cubicBezTo>
                  <a:pt x="98279" y="0"/>
                  <a:pt x="114157" y="3217"/>
                  <a:pt x="125952" y="9651"/>
                </a:cubicBezTo>
                <a:cubicBezTo>
                  <a:pt x="138160" y="16414"/>
                  <a:pt x="144264" y="26683"/>
                  <a:pt x="144264" y="40458"/>
                </a:cubicBezTo>
                <a:cubicBezTo>
                  <a:pt x="144264" y="50604"/>
                  <a:pt x="140923" y="58605"/>
                  <a:pt x="134242" y="64461"/>
                </a:cubicBezTo>
                <a:cubicBezTo>
                  <a:pt x="127973" y="69987"/>
                  <a:pt x="117910" y="74771"/>
                  <a:pt x="104053" y="78813"/>
                </a:cubicBezTo>
                <a:cubicBezTo>
                  <a:pt x="115436" y="81205"/>
                  <a:pt x="124220" y="84216"/>
                  <a:pt x="130406" y="87845"/>
                </a:cubicBezTo>
                <a:cubicBezTo>
                  <a:pt x="145336" y="96506"/>
                  <a:pt x="152801" y="108466"/>
                  <a:pt x="152801" y="123725"/>
                </a:cubicBezTo>
                <a:cubicBezTo>
                  <a:pt x="152801" y="137418"/>
                  <a:pt x="146779" y="148594"/>
                  <a:pt x="134737" y="157255"/>
                </a:cubicBezTo>
                <a:cubicBezTo>
                  <a:pt x="131602" y="159482"/>
                  <a:pt x="128262" y="161379"/>
                  <a:pt x="124715" y="162946"/>
                </a:cubicBezTo>
                <a:cubicBezTo>
                  <a:pt x="112013" y="168473"/>
                  <a:pt x="97660" y="171236"/>
                  <a:pt x="81659" y="171236"/>
                </a:cubicBezTo>
                <a:lnTo>
                  <a:pt x="0" y="171236"/>
                </a:lnTo>
                <a:moveTo>
                  <a:pt x="62852" y="84381"/>
                </a:moveTo>
                <a:lnTo>
                  <a:pt x="62852" y="147728"/>
                </a:lnTo>
                <a:cubicBezTo>
                  <a:pt x="62852" y="153293"/>
                  <a:pt x="64048" y="157220"/>
                  <a:pt x="66440" y="159509"/>
                </a:cubicBezTo>
                <a:cubicBezTo>
                  <a:pt x="68750" y="161883"/>
                  <a:pt x="72709" y="163070"/>
                  <a:pt x="78318" y="163070"/>
                </a:cubicBezTo>
                <a:cubicBezTo>
                  <a:pt x="98939" y="163070"/>
                  <a:pt x="109249" y="150634"/>
                  <a:pt x="109249" y="125763"/>
                </a:cubicBezTo>
                <a:cubicBezTo>
                  <a:pt x="109249" y="98175"/>
                  <a:pt x="96300" y="84381"/>
                  <a:pt x="70400" y="84381"/>
                </a:cubicBezTo>
                <a:lnTo>
                  <a:pt x="62852" y="84381"/>
                </a:lnTo>
                <a:moveTo>
                  <a:pt x="62852" y="76833"/>
                </a:moveTo>
                <a:cubicBezTo>
                  <a:pt x="73823" y="76586"/>
                  <a:pt x="81700" y="75554"/>
                  <a:pt x="86484" y="73736"/>
                </a:cubicBezTo>
                <a:cubicBezTo>
                  <a:pt x="90691" y="72164"/>
                  <a:pt x="94072" y="69849"/>
                  <a:pt x="96629" y="66792"/>
                </a:cubicBezTo>
                <a:cubicBezTo>
                  <a:pt x="100506" y="62166"/>
                  <a:pt x="102445" y="53985"/>
                  <a:pt x="102445" y="42252"/>
                </a:cubicBezTo>
                <a:cubicBezTo>
                  <a:pt x="102445" y="29774"/>
                  <a:pt x="100300" y="20892"/>
                  <a:pt x="96011" y="15605"/>
                </a:cubicBezTo>
                <a:cubicBezTo>
                  <a:pt x="91474" y="10151"/>
                  <a:pt x="84958" y="7424"/>
                  <a:pt x="76462" y="7424"/>
                </a:cubicBezTo>
                <a:cubicBezTo>
                  <a:pt x="71348" y="7424"/>
                  <a:pt x="67760" y="8465"/>
                  <a:pt x="65698" y="10548"/>
                </a:cubicBezTo>
                <a:cubicBezTo>
                  <a:pt x="63801" y="12380"/>
                  <a:pt x="62852" y="15546"/>
                  <a:pt x="62852" y="20043"/>
                </a:cubicBezTo>
                <a:lnTo>
                  <a:pt x="62852" y="76833"/>
                </a:lnTo>
                <a:close/>
                <a:moveTo>
                  <a:pt x="284694" y="155028"/>
                </a:moveTo>
                <a:lnTo>
                  <a:pt x="288529" y="160348"/>
                </a:lnTo>
                <a:cubicBezTo>
                  <a:pt x="283663" y="165673"/>
                  <a:pt x="279085" y="169438"/>
                  <a:pt x="274796" y="171642"/>
                </a:cubicBezTo>
                <a:cubicBezTo>
                  <a:pt x="270507" y="173846"/>
                  <a:pt x="265558" y="174948"/>
                  <a:pt x="259949" y="174948"/>
                </a:cubicBezTo>
                <a:cubicBezTo>
                  <a:pt x="252690" y="174948"/>
                  <a:pt x="247411" y="172954"/>
                  <a:pt x="244112" y="168966"/>
                </a:cubicBezTo>
                <a:cubicBezTo>
                  <a:pt x="242050" y="166476"/>
                  <a:pt x="240441" y="162490"/>
                  <a:pt x="239287" y="157007"/>
                </a:cubicBezTo>
                <a:cubicBezTo>
                  <a:pt x="232440" y="163237"/>
                  <a:pt x="226295" y="167556"/>
                  <a:pt x="220851" y="169964"/>
                </a:cubicBezTo>
                <a:cubicBezTo>
                  <a:pt x="213510" y="173286"/>
                  <a:pt x="206293" y="174948"/>
                  <a:pt x="199200" y="174948"/>
                </a:cubicBezTo>
                <a:cubicBezTo>
                  <a:pt x="190291" y="174948"/>
                  <a:pt x="183115" y="171932"/>
                  <a:pt x="177671" y="165900"/>
                </a:cubicBezTo>
                <a:cubicBezTo>
                  <a:pt x="173300" y="161108"/>
                  <a:pt x="171114" y="155118"/>
                  <a:pt x="171114" y="147929"/>
                </a:cubicBezTo>
                <a:cubicBezTo>
                  <a:pt x="171114" y="137356"/>
                  <a:pt x="176517" y="128351"/>
                  <a:pt x="187322" y="120914"/>
                </a:cubicBezTo>
                <a:cubicBezTo>
                  <a:pt x="195570" y="115213"/>
                  <a:pt x="212892" y="108355"/>
                  <a:pt x="239287" y="100341"/>
                </a:cubicBezTo>
                <a:lnTo>
                  <a:pt x="239287" y="81782"/>
                </a:lnTo>
                <a:cubicBezTo>
                  <a:pt x="239287" y="73699"/>
                  <a:pt x="237596" y="68008"/>
                  <a:pt x="234214" y="64708"/>
                </a:cubicBezTo>
                <a:cubicBezTo>
                  <a:pt x="230584" y="61162"/>
                  <a:pt x="225223" y="59388"/>
                  <a:pt x="218129" y="59388"/>
                </a:cubicBezTo>
                <a:cubicBezTo>
                  <a:pt x="213675" y="59388"/>
                  <a:pt x="210005" y="60210"/>
                  <a:pt x="207118" y="61855"/>
                </a:cubicBezTo>
                <a:cubicBezTo>
                  <a:pt x="203736" y="63664"/>
                  <a:pt x="202045" y="65967"/>
                  <a:pt x="202045" y="68764"/>
                </a:cubicBezTo>
                <a:cubicBezTo>
                  <a:pt x="202045" y="70079"/>
                  <a:pt x="203035" y="71969"/>
                  <a:pt x="205015" y="74436"/>
                </a:cubicBezTo>
                <a:cubicBezTo>
                  <a:pt x="208149" y="78303"/>
                  <a:pt x="209716" y="81880"/>
                  <a:pt x="209716" y="85169"/>
                </a:cubicBezTo>
                <a:cubicBezTo>
                  <a:pt x="209716" y="89363"/>
                  <a:pt x="208108" y="92940"/>
                  <a:pt x="204891" y="95899"/>
                </a:cubicBezTo>
                <a:cubicBezTo>
                  <a:pt x="201921" y="98613"/>
                  <a:pt x="197715" y="99970"/>
                  <a:pt x="192271" y="99970"/>
                </a:cubicBezTo>
                <a:cubicBezTo>
                  <a:pt x="188724" y="99970"/>
                  <a:pt x="185672" y="99228"/>
                  <a:pt x="183115" y="97743"/>
                </a:cubicBezTo>
                <a:cubicBezTo>
                  <a:pt x="178331" y="95021"/>
                  <a:pt x="175939" y="90154"/>
                  <a:pt x="175939" y="83143"/>
                </a:cubicBezTo>
                <a:cubicBezTo>
                  <a:pt x="175939" y="74070"/>
                  <a:pt x="180105" y="66523"/>
                  <a:pt x="188435" y="60502"/>
                </a:cubicBezTo>
                <a:cubicBezTo>
                  <a:pt x="197014" y="54315"/>
                  <a:pt x="208850" y="51222"/>
                  <a:pt x="223945" y="51222"/>
                </a:cubicBezTo>
                <a:cubicBezTo>
                  <a:pt x="242503" y="51222"/>
                  <a:pt x="256319" y="55651"/>
                  <a:pt x="265393" y="64507"/>
                </a:cubicBezTo>
                <a:cubicBezTo>
                  <a:pt x="271166" y="70219"/>
                  <a:pt x="274053" y="77421"/>
                  <a:pt x="274053" y="86113"/>
                </a:cubicBezTo>
                <a:lnTo>
                  <a:pt x="274053" y="152182"/>
                </a:lnTo>
                <a:cubicBezTo>
                  <a:pt x="274053" y="156471"/>
                  <a:pt x="275868" y="158616"/>
                  <a:pt x="279497" y="158616"/>
                </a:cubicBezTo>
                <a:cubicBezTo>
                  <a:pt x="280570" y="158616"/>
                  <a:pt x="281477" y="158245"/>
                  <a:pt x="282219" y="157502"/>
                </a:cubicBezTo>
                <a:lnTo>
                  <a:pt x="284694" y="155028"/>
                </a:lnTo>
                <a:moveTo>
                  <a:pt x="239039" y="145872"/>
                </a:moveTo>
                <a:lnTo>
                  <a:pt x="239039" y="109126"/>
                </a:lnTo>
                <a:cubicBezTo>
                  <a:pt x="218418" y="114652"/>
                  <a:pt x="208108" y="124880"/>
                  <a:pt x="208108" y="139810"/>
                </a:cubicBezTo>
                <a:cubicBezTo>
                  <a:pt x="208108" y="145996"/>
                  <a:pt x="209799" y="150656"/>
                  <a:pt x="213180" y="153791"/>
                </a:cubicBezTo>
                <a:cubicBezTo>
                  <a:pt x="215325" y="155853"/>
                  <a:pt x="217965" y="156884"/>
                  <a:pt x="221099" y="156884"/>
                </a:cubicBezTo>
                <a:cubicBezTo>
                  <a:pt x="226708" y="156884"/>
                  <a:pt x="232688" y="153213"/>
                  <a:pt x="239039" y="145872"/>
                </a:cubicBezTo>
                <a:close/>
                <a:moveTo>
                  <a:pt x="428215" y="165173"/>
                </a:moveTo>
                <a:lnTo>
                  <a:pt x="428215" y="171236"/>
                </a:lnTo>
                <a:lnTo>
                  <a:pt x="368703" y="171236"/>
                </a:lnTo>
                <a:lnTo>
                  <a:pt x="368703" y="165173"/>
                </a:lnTo>
                <a:cubicBezTo>
                  <a:pt x="372002" y="164761"/>
                  <a:pt x="374559" y="163895"/>
                  <a:pt x="376374" y="162575"/>
                </a:cubicBezTo>
                <a:cubicBezTo>
                  <a:pt x="379096" y="160513"/>
                  <a:pt x="380498" y="156554"/>
                  <a:pt x="380581" y="150697"/>
                </a:cubicBezTo>
                <a:lnTo>
                  <a:pt x="380581" y="89453"/>
                </a:lnTo>
                <a:cubicBezTo>
                  <a:pt x="380581" y="75349"/>
                  <a:pt x="376209" y="68296"/>
                  <a:pt x="367466" y="68296"/>
                </a:cubicBezTo>
                <a:cubicBezTo>
                  <a:pt x="361527" y="68296"/>
                  <a:pt x="355712" y="71225"/>
                  <a:pt x="350021" y="77081"/>
                </a:cubicBezTo>
                <a:cubicBezTo>
                  <a:pt x="347134" y="80050"/>
                  <a:pt x="345690" y="82030"/>
                  <a:pt x="345690" y="83020"/>
                </a:cubicBezTo>
                <a:lnTo>
                  <a:pt x="345690" y="150697"/>
                </a:lnTo>
                <a:cubicBezTo>
                  <a:pt x="345773" y="156306"/>
                  <a:pt x="347092" y="160142"/>
                  <a:pt x="349649" y="162204"/>
                </a:cubicBezTo>
                <a:cubicBezTo>
                  <a:pt x="351629" y="163606"/>
                  <a:pt x="354434" y="164596"/>
                  <a:pt x="358063" y="165173"/>
                </a:cubicBezTo>
                <a:lnTo>
                  <a:pt x="358063" y="171236"/>
                </a:lnTo>
                <a:lnTo>
                  <a:pt x="296942" y="171236"/>
                </a:lnTo>
                <a:lnTo>
                  <a:pt x="296942" y="165173"/>
                </a:lnTo>
                <a:cubicBezTo>
                  <a:pt x="302304" y="164183"/>
                  <a:pt x="305809" y="162864"/>
                  <a:pt x="307459" y="161214"/>
                </a:cubicBezTo>
                <a:cubicBezTo>
                  <a:pt x="309356" y="159399"/>
                  <a:pt x="310346" y="155646"/>
                  <a:pt x="310429" y="149955"/>
                </a:cubicBezTo>
                <a:lnTo>
                  <a:pt x="310429" y="75472"/>
                </a:lnTo>
                <a:cubicBezTo>
                  <a:pt x="310346" y="69204"/>
                  <a:pt x="309150" y="65286"/>
                  <a:pt x="306841" y="63719"/>
                </a:cubicBezTo>
                <a:cubicBezTo>
                  <a:pt x="304943" y="62399"/>
                  <a:pt x="301644" y="61327"/>
                  <a:pt x="296942" y="60502"/>
                </a:cubicBezTo>
                <a:lnTo>
                  <a:pt x="296942" y="54439"/>
                </a:lnTo>
                <a:lnTo>
                  <a:pt x="345319" y="54439"/>
                </a:lnTo>
                <a:lnTo>
                  <a:pt x="345319" y="73493"/>
                </a:lnTo>
                <a:cubicBezTo>
                  <a:pt x="354887" y="58646"/>
                  <a:pt x="366971" y="51222"/>
                  <a:pt x="381571" y="51222"/>
                </a:cubicBezTo>
                <a:cubicBezTo>
                  <a:pt x="391716" y="51222"/>
                  <a:pt x="399964" y="54409"/>
                  <a:pt x="406316" y="60784"/>
                </a:cubicBezTo>
                <a:cubicBezTo>
                  <a:pt x="412667" y="67073"/>
                  <a:pt x="415842" y="75846"/>
                  <a:pt x="415842" y="87103"/>
                </a:cubicBezTo>
                <a:lnTo>
                  <a:pt x="415842" y="150697"/>
                </a:lnTo>
                <a:cubicBezTo>
                  <a:pt x="415925" y="155894"/>
                  <a:pt x="416832" y="159523"/>
                  <a:pt x="418564" y="161585"/>
                </a:cubicBezTo>
                <a:cubicBezTo>
                  <a:pt x="420544" y="163647"/>
                  <a:pt x="423761" y="164843"/>
                  <a:pt x="428215" y="165173"/>
                </a:cubicBezTo>
                <a:close/>
                <a:moveTo>
                  <a:pt x="562542" y="54439"/>
                </a:moveTo>
                <a:lnTo>
                  <a:pt x="562542" y="60254"/>
                </a:lnTo>
                <a:cubicBezTo>
                  <a:pt x="556191" y="61409"/>
                  <a:pt x="551695" y="62523"/>
                  <a:pt x="549056" y="63595"/>
                </a:cubicBezTo>
                <a:cubicBezTo>
                  <a:pt x="545509" y="65080"/>
                  <a:pt x="540519" y="68668"/>
                  <a:pt x="534085" y="74359"/>
                </a:cubicBezTo>
                <a:cubicBezTo>
                  <a:pt x="525589" y="82030"/>
                  <a:pt x="519114" y="88381"/>
                  <a:pt x="514660" y="93413"/>
                </a:cubicBezTo>
                <a:lnTo>
                  <a:pt x="563779" y="161338"/>
                </a:lnTo>
                <a:cubicBezTo>
                  <a:pt x="565759" y="163895"/>
                  <a:pt x="567862" y="165173"/>
                  <a:pt x="570089" y="165173"/>
                </a:cubicBezTo>
                <a:lnTo>
                  <a:pt x="570089" y="171236"/>
                </a:lnTo>
                <a:lnTo>
                  <a:pt x="510825" y="171236"/>
                </a:lnTo>
                <a:lnTo>
                  <a:pt x="510825" y="165173"/>
                </a:lnTo>
                <a:cubicBezTo>
                  <a:pt x="517918" y="164926"/>
                  <a:pt x="521465" y="163317"/>
                  <a:pt x="521465" y="160348"/>
                </a:cubicBezTo>
                <a:cubicBezTo>
                  <a:pt x="521465" y="158451"/>
                  <a:pt x="519444" y="154657"/>
                  <a:pt x="515403" y="148965"/>
                </a:cubicBezTo>
                <a:lnTo>
                  <a:pt x="491276" y="114941"/>
                </a:lnTo>
                <a:lnTo>
                  <a:pt x="485461" y="121003"/>
                </a:lnTo>
                <a:lnTo>
                  <a:pt x="485461" y="149955"/>
                </a:lnTo>
                <a:cubicBezTo>
                  <a:pt x="485544" y="156719"/>
                  <a:pt x="486533" y="160760"/>
                  <a:pt x="488431" y="162080"/>
                </a:cubicBezTo>
                <a:cubicBezTo>
                  <a:pt x="490163" y="163317"/>
                  <a:pt x="493545" y="164348"/>
                  <a:pt x="498576" y="165173"/>
                </a:cubicBezTo>
                <a:lnTo>
                  <a:pt x="498576" y="171236"/>
                </a:lnTo>
                <a:lnTo>
                  <a:pt x="438074" y="171236"/>
                </a:lnTo>
                <a:lnTo>
                  <a:pt x="438074" y="165173"/>
                </a:lnTo>
                <a:cubicBezTo>
                  <a:pt x="445828" y="164926"/>
                  <a:pt x="449870" y="159853"/>
                  <a:pt x="450199" y="149955"/>
                </a:cubicBezTo>
                <a:lnTo>
                  <a:pt x="450199" y="20786"/>
                </a:lnTo>
                <a:cubicBezTo>
                  <a:pt x="449952" y="11300"/>
                  <a:pt x="445910" y="6392"/>
                  <a:pt x="438074" y="6063"/>
                </a:cubicBezTo>
                <a:lnTo>
                  <a:pt x="438074" y="0"/>
                </a:lnTo>
                <a:lnTo>
                  <a:pt x="485461" y="0"/>
                </a:lnTo>
                <a:lnTo>
                  <a:pt x="485461" y="109126"/>
                </a:lnTo>
                <a:lnTo>
                  <a:pt x="517877" y="76710"/>
                </a:lnTo>
                <a:cubicBezTo>
                  <a:pt x="521506" y="73163"/>
                  <a:pt x="523321" y="69905"/>
                  <a:pt x="523321" y="66935"/>
                </a:cubicBezTo>
                <a:cubicBezTo>
                  <a:pt x="523321" y="65286"/>
                  <a:pt x="522703" y="64090"/>
                  <a:pt x="521465" y="63347"/>
                </a:cubicBezTo>
                <a:cubicBezTo>
                  <a:pt x="520228" y="62523"/>
                  <a:pt x="515815" y="61491"/>
                  <a:pt x="508227" y="60254"/>
                </a:cubicBezTo>
                <a:lnTo>
                  <a:pt x="508227" y="54439"/>
                </a:lnTo>
                <a:lnTo>
                  <a:pt x="562542" y="54439"/>
                </a:lnTo>
                <a:close/>
              </a:path>
            </a:pathLst>
          </a:custGeom>
          <a:solidFill xmlns:a="http://schemas.openxmlformats.org/drawingml/2006/main">
            <a:srgbClr val="231F2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E61EEF2-A669-46E8-947E-CA7B192BA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8212" y="1926082"/>
            <a:ext cx="1039262" cy="435351"/>
          </a:xfrm>
          <a:custGeom xmlns:a="http://schemas.openxmlformats.org/drawingml/2006/main">
            <a:pathLst>
              <a:path w="1039262" h="435351">
                <a:moveTo>
                  <a:pt x="982954" y="435351"/>
                </a:moveTo>
                <a:lnTo>
                  <a:pt x="56309" y="435351"/>
                </a:lnTo>
                <a:cubicBezTo>
                  <a:pt x="25198" y="435351"/>
                  <a:pt x="0" y="410153"/>
                  <a:pt x="0" y="379042"/>
                </a:cubicBezTo>
                <a:lnTo>
                  <a:pt x="0" y="56309"/>
                </a:lnTo>
                <a:cubicBezTo>
                  <a:pt x="0" y="25198"/>
                  <a:pt x="25198" y="0"/>
                  <a:pt x="56309" y="0"/>
                </a:cubicBezTo>
                <a:lnTo>
                  <a:pt x="982954" y="0"/>
                </a:lnTo>
                <a:cubicBezTo>
                  <a:pt x="1014064" y="0"/>
                  <a:pt x="1039262" y="25198"/>
                  <a:pt x="1039262" y="56309"/>
                </a:cubicBezTo>
                <a:lnTo>
                  <a:pt x="1039262" y="379042"/>
                </a:lnTo>
                <a:cubicBezTo>
                  <a:pt x="1039262" y="410153"/>
                  <a:pt x="1014064" y="435351"/>
                  <a:pt x="982954" y="435351"/>
                </a:cubicBezTo>
              </a:path>
            </a:pathLst>
          </a:custGeom>
          <a:solidFill xmlns:a="http://schemas.openxmlformats.org/drawingml/2006/main">
            <a:srgbClr val="F79F8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40648E0-1F6F-4B47-B8E3-A7A74394C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4135" y="1912005"/>
            <a:ext cx="1067417" cy="463505"/>
          </a:xfrm>
          <a:custGeom xmlns:a="http://schemas.openxmlformats.org/drawingml/2006/main">
            <a:pathLst>
              <a:path w="1067417" h="463505">
                <a:moveTo>
                  <a:pt x="997031" y="449428"/>
                </a:moveTo>
                <a:lnTo>
                  <a:pt x="997031" y="435351"/>
                </a:lnTo>
                <a:lnTo>
                  <a:pt x="70386" y="435351"/>
                </a:lnTo>
                <a:cubicBezTo>
                  <a:pt x="47074" y="435323"/>
                  <a:pt x="28183" y="416431"/>
                  <a:pt x="28154" y="393120"/>
                </a:cubicBezTo>
                <a:lnTo>
                  <a:pt x="28154" y="70386"/>
                </a:lnTo>
                <a:cubicBezTo>
                  <a:pt x="28183" y="47074"/>
                  <a:pt x="47074" y="28183"/>
                  <a:pt x="70386" y="28154"/>
                </a:cubicBezTo>
                <a:lnTo>
                  <a:pt x="997031" y="28154"/>
                </a:lnTo>
                <a:cubicBezTo>
                  <a:pt x="1020343" y="28183"/>
                  <a:pt x="1039206" y="47074"/>
                  <a:pt x="1039262" y="70386"/>
                </a:cubicBezTo>
                <a:lnTo>
                  <a:pt x="1039262" y="393120"/>
                </a:lnTo>
                <a:cubicBezTo>
                  <a:pt x="1039206" y="416431"/>
                  <a:pt x="1020343" y="435323"/>
                  <a:pt x="997031" y="435351"/>
                </a:cubicBezTo>
                <a:lnTo>
                  <a:pt x="997031" y="449428"/>
                </a:lnTo>
                <a:lnTo>
                  <a:pt x="997031" y="463505"/>
                </a:lnTo>
                <a:cubicBezTo>
                  <a:pt x="1035912" y="463505"/>
                  <a:pt x="1067417" y="432001"/>
                  <a:pt x="1067417" y="393120"/>
                </a:cubicBezTo>
                <a:lnTo>
                  <a:pt x="1067417" y="70386"/>
                </a:lnTo>
                <a:cubicBezTo>
                  <a:pt x="1067417" y="31505"/>
                  <a:pt x="1035912" y="0"/>
                  <a:pt x="997031" y="0"/>
                </a:cubicBezTo>
                <a:lnTo>
                  <a:pt x="70386" y="0"/>
                </a:lnTo>
                <a:cubicBezTo>
                  <a:pt x="31505" y="0"/>
                  <a:pt x="0" y="31505"/>
                  <a:pt x="0" y="70386"/>
                </a:cubicBezTo>
                <a:lnTo>
                  <a:pt x="0" y="393120"/>
                </a:lnTo>
                <a:cubicBezTo>
                  <a:pt x="0" y="432001"/>
                  <a:pt x="31505" y="463505"/>
                  <a:pt x="70386" y="463505"/>
                </a:cubicBezTo>
                <a:lnTo>
                  <a:pt x="997031" y="463505"/>
                </a:lnTo>
                <a:lnTo>
                  <a:pt x="997031" y="449428"/>
                </a:lnTo>
                <a:close/>
              </a:path>
            </a:pathLst>
          </a:custGeom>
          <a:solidFill xmlns:a="http://schemas.openxmlformats.org/drawingml/2006/main">
            <a:srgbClr val="231F2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7" name="Text Bank">
            <a:extLst xmlns:a="http://schemas.openxmlformats.org/drawingml/2006/main">
              <a:ext uri="{FF2B5EF4-FFF2-40B4-BE49-F238E27FC236}">
                <a16:creationId xmlns:a16="http://schemas.microsoft.com/office/drawing/2014/main" id="{370D78A4-DE38-490B-96AE-3306630AC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2561" y="1680350"/>
            <a:ext cx="570089" cy="174948"/>
          </a:xfrm>
          <a:custGeom xmlns:a="http://schemas.openxmlformats.org/drawingml/2006/main">
            <a:pathLst>
              <a:path w="570089" h="174948">
                <a:moveTo>
                  <a:pt x="0" y="171236"/>
                </a:moveTo>
                <a:lnTo>
                  <a:pt x="0" y="164926"/>
                </a:lnTo>
                <a:cubicBezTo>
                  <a:pt x="9321" y="163936"/>
                  <a:pt x="15383" y="162245"/>
                  <a:pt x="18188" y="159853"/>
                </a:cubicBezTo>
                <a:cubicBezTo>
                  <a:pt x="20827" y="157461"/>
                  <a:pt x="22188" y="153172"/>
                  <a:pt x="22271" y="146986"/>
                </a:cubicBezTo>
                <a:lnTo>
                  <a:pt x="22271" y="24374"/>
                </a:lnTo>
                <a:cubicBezTo>
                  <a:pt x="22106" y="17775"/>
                  <a:pt x="20415" y="13115"/>
                  <a:pt x="17198" y="10393"/>
                </a:cubicBezTo>
                <a:cubicBezTo>
                  <a:pt x="14063" y="8166"/>
                  <a:pt x="8331" y="6805"/>
                  <a:pt x="0" y="6310"/>
                </a:cubicBezTo>
                <a:lnTo>
                  <a:pt x="0" y="0"/>
                </a:lnTo>
                <a:lnTo>
                  <a:pt x="78318" y="0"/>
                </a:lnTo>
                <a:cubicBezTo>
                  <a:pt x="98279" y="0"/>
                  <a:pt x="114157" y="3217"/>
                  <a:pt x="125952" y="9651"/>
                </a:cubicBezTo>
                <a:cubicBezTo>
                  <a:pt x="138160" y="16414"/>
                  <a:pt x="144264" y="26683"/>
                  <a:pt x="144264" y="40458"/>
                </a:cubicBezTo>
                <a:cubicBezTo>
                  <a:pt x="144264" y="50604"/>
                  <a:pt x="140923" y="58605"/>
                  <a:pt x="134242" y="64461"/>
                </a:cubicBezTo>
                <a:cubicBezTo>
                  <a:pt x="127973" y="69987"/>
                  <a:pt x="117910" y="74771"/>
                  <a:pt x="104053" y="78813"/>
                </a:cubicBezTo>
                <a:cubicBezTo>
                  <a:pt x="115436" y="81205"/>
                  <a:pt x="124220" y="84216"/>
                  <a:pt x="130406" y="87845"/>
                </a:cubicBezTo>
                <a:cubicBezTo>
                  <a:pt x="145336" y="96506"/>
                  <a:pt x="152801" y="108466"/>
                  <a:pt x="152801" y="123725"/>
                </a:cubicBezTo>
                <a:cubicBezTo>
                  <a:pt x="152801" y="137418"/>
                  <a:pt x="146779" y="148594"/>
                  <a:pt x="134737" y="157255"/>
                </a:cubicBezTo>
                <a:cubicBezTo>
                  <a:pt x="131602" y="159482"/>
                  <a:pt x="128262" y="161379"/>
                  <a:pt x="124715" y="162946"/>
                </a:cubicBezTo>
                <a:cubicBezTo>
                  <a:pt x="112013" y="168473"/>
                  <a:pt x="97660" y="171236"/>
                  <a:pt x="81659" y="171236"/>
                </a:cubicBezTo>
                <a:lnTo>
                  <a:pt x="0" y="171236"/>
                </a:lnTo>
                <a:moveTo>
                  <a:pt x="62852" y="84381"/>
                </a:moveTo>
                <a:lnTo>
                  <a:pt x="62852" y="147728"/>
                </a:lnTo>
                <a:cubicBezTo>
                  <a:pt x="62852" y="153293"/>
                  <a:pt x="64048" y="157220"/>
                  <a:pt x="66440" y="159509"/>
                </a:cubicBezTo>
                <a:cubicBezTo>
                  <a:pt x="68750" y="161883"/>
                  <a:pt x="72709" y="163070"/>
                  <a:pt x="78318" y="163070"/>
                </a:cubicBezTo>
                <a:cubicBezTo>
                  <a:pt x="98939" y="163070"/>
                  <a:pt x="109249" y="150634"/>
                  <a:pt x="109249" y="125763"/>
                </a:cubicBezTo>
                <a:cubicBezTo>
                  <a:pt x="109249" y="98175"/>
                  <a:pt x="96300" y="84381"/>
                  <a:pt x="70400" y="84381"/>
                </a:cubicBezTo>
                <a:lnTo>
                  <a:pt x="62852" y="84381"/>
                </a:lnTo>
                <a:moveTo>
                  <a:pt x="62852" y="76833"/>
                </a:moveTo>
                <a:cubicBezTo>
                  <a:pt x="73823" y="76586"/>
                  <a:pt x="81700" y="75554"/>
                  <a:pt x="86484" y="73736"/>
                </a:cubicBezTo>
                <a:cubicBezTo>
                  <a:pt x="90691" y="72164"/>
                  <a:pt x="94072" y="69849"/>
                  <a:pt x="96629" y="66792"/>
                </a:cubicBezTo>
                <a:cubicBezTo>
                  <a:pt x="100506" y="62166"/>
                  <a:pt x="102445" y="53985"/>
                  <a:pt x="102445" y="42252"/>
                </a:cubicBezTo>
                <a:cubicBezTo>
                  <a:pt x="102445" y="29774"/>
                  <a:pt x="100300" y="20892"/>
                  <a:pt x="96011" y="15605"/>
                </a:cubicBezTo>
                <a:cubicBezTo>
                  <a:pt x="91474" y="10151"/>
                  <a:pt x="84958" y="7424"/>
                  <a:pt x="76462" y="7424"/>
                </a:cubicBezTo>
                <a:cubicBezTo>
                  <a:pt x="71348" y="7424"/>
                  <a:pt x="67760" y="8465"/>
                  <a:pt x="65698" y="10548"/>
                </a:cubicBezTo>
                <a:cubicBezTo>
                  <a:pt x="63801" y="12380"/>
                  <a:pt x="62852" y="15546"/>
                  <a:pt x="62852" y="20043"/>
                </a:cubicBezTo>
                <a:lnTo>
                  <a:pt x="62852" y="76833"/>
                </a:lnTo>
                <a:close/>
                <a:moveTo>
                  <a:pt x="284694" y="155028"/>
                </a:moveTo>
                <a:lnTo>
                  <a:pt x="288529" y="160348"/>
                </a:lnTo>
                <a:cubicBezTo>
                  <a:pt x="283663" y="165673"/>
                  <a:pt x="279085" y="169438"/>
                  <a:pt x="274796" y="171642"/>
                </a:cubicBezTo>
                <a:cubicBezTo>
                  <a:pt x="270507" y="173846"/>
                  <a:pt x="265558" y="174948"/>
                  <a:pt x="259949" y="174948"/>
                </a:cubicBezTo>
                <a:cubicBezTo>
                  <a:pt x="252690" y="174948"/>
                  <a:pt x="247411" y="172954"/>
                  <a:pt x="244112" y="168966"/>
                </a:cubicBezTo>
                <a:cubicBezTo>
                  <a:pt x="242050" y="166476"/>
                  <a:pt x="240441" y="162490"/>
                  <a:pt x="239287" y="157007"/>
                </a:cubicBezTo>
                <a:cubicBezTo>
                  <a:pt x="232440" y="163237"/>
                  <a:pt x="226295" y="167556"/>
                  <a:pt x="220851" y="169964"/>
                </a:cubicBezTo>
                <a:cubicBezTo>
                  <a:pt x="213510" y="173286"/>
                  <a:pt x="206293" y="174948"/>
                  <a:pt x="199200" y="174948"/>
                </a:cubicBezTo>
                <a:cubicBezTo>
                  <a:pt x="190291" y="174948"/>
                  <a:pt x="183115" y="171932"/>
                  <a:pt x="177671" y="165900"/>
                </a:cubicBezTo>
                <a:cubicBezTo>
                  <a:pt x="173300" y="161108"/>
                  <a:pt x="171114" y="155118"/>
                  <a:pt x="171114" y="147929"/>
                </a:cubicBezTo>
                <a:cubicBezTo>
                  <a:pt x="171114" y="137356"/>
                  <a:pt x="176517" y="128351"/>
                  <a:pt x="187322" y="120914"/>
                </a:cubicBezTo>
                <a:cubicBezTo>
                  <a:pt x="195570" y="115213"/>
                  <a:pt x="212892" y="108355"/>
                  <a:pt x="239287" y="100341"/>
                </a:cubicBezTo>
                <a:lnTo>
                  <a:pt x="239287" y="81782"/>
                </a:lnTo>
                <a:cubicBezTo>
                  <a:pt x="239287" y="73699"/>
                  <a:pt x="237596" y="68008"/>
                  <a:pt x="234214" y="64708"/>
                </a:cubicBezTo>
                <a:cubicBezTo>
                  <a:pt x="230584" y="61162"/>
                  <a:pt x="225223" y="59388"/>
                  <a:pt x="218129" y="59388"/>
                </a:cubicBezTo>
                <a:cubicBezTo>
                  <a:pt x="213675" y="59388"/>
                  <a:pt x="210005" y="60210"/>
                  <a:pt x="207118" y="61855"/>
                </a:cubicBezTo>
                <a:cubicBezTo>
                  <a:pt x="203736" y="63664"/>
                  <a:pt x="202045" y="65967"/>
                  <a:pt x="202045" y="68764"/>
                </a:cubicBezTo>
                <a:cubicBezTo>
                  <a:pt x="202045" y="70079"/>
                  <a:pt x="203035" y="71969"/>
                  <a:pt x="205015" y="74436"/>
                </a:cubicBezTo>
                <a:cubicBezTo>
                  <a:pt x="208149" y="78303"/>
                  <a:pt x="209716" y="81880"/>
                  <a:pt x="209716" y="85169"/>
                </a:cubicBezTo>
                <a:cubicBezTo>
                  <a:pt x="209716" y="89363"/>
                  <a:pt x="208108" y="92940"/>
                  <a:pt x="204891" y="95899"/>
                </a:cubicBezTo>
                <a:cubicBezTo>
                  <a:pt x="201921" y="98613"/>
                  <a:pt x="197715" y="99970"/>
                  <a:pt x="192271" y="99970"/>
                </a:cubicBezTo>
                <a:cubicBezTo>
                  <a:pt x="188724" y="99970"/>
                  <a:pt x="185672" y="99228"/>
                  <a:pt x="183115" y="97743"/>
                </a:cubicBezTo>
                <a:cubicBezTo>
                  <a:pt x="178331" y="95021"/>
                  <a:pt x="175939" y="90154"/>
                  <a:pt x="175939" y="83143"/>
                </a:cubicBezTo>
                <a:cubicBezTo>
                  <a:pt x="175939" y="74070"/>
                  <a:pt x="180105" y="66523"/>
                  <a:pt x="188435" y="60502"/>
                </a:cubicBezTo>
                <a:cubicBezTo>
                  <a:pt x="197014" y="54315"/>
                  <a:pt x="208850" y="51222"/>
                  <a:pt x="223945" y="51222"/>
                </a:cubicBezTo>
                <a:cubicBezTo>
                  <a:pt x="242503" y="51222"/>
                  <a:pt x="256319" y="55651"/>
                  <a:pt x="265393" y="64507"/>
                </a:cubicBezTo>
                <a:cubicBezTo>
                  <a:pt x="271166" y="70219"/>
                  <a:pt x="274053" y="77421"/>
                  <a:pt x="274053" y="86113"/>
                </a:cubicBezTo>
                <a:lnTo>
                  <a:pt x="274053" y="152182"/>
                </a:lnTo>
                <a:cubicBezTo>
                  <a:pt x="274053" y="156471"/>
                  <a:pt x="275868" y="158616"/>
                  <a:pt x="279497" y="158616"/>
                </a:cubicBezTo>
                <a:cubicBezTo>
                  <a:pt x="280570" y="158616"/>
                  <a:pt x="281477" y="158245"/>
                  <a:pt x="282219" y="157502"/>
                </a:cubicBezTo>
                <a:lnTo>
                  <a:pt x="284694" y="155028"/>
                </a:lnTo>
                <a:moveTo>
                  <a:pt x="239039" y="145872"/>
                </a:moveTo>
                <a:lnTo>
                  <a:pt x="239039" y="109126"/>
                </a:lnTo>
                <a:cubicBezTo>
                  <a:pt x="218418" y="114652"/>
                  <a:pt x="208108" y="124880"/>
                  <a:pt x="208108" y="139810"/>
                </a:cubicBezTo>
                <a:cubicBezTo>
                  <a:pt x="208108" y="145996"/>
                  <a:pt x="209799" y="150656"/>
                  <a:pt x="213180" y="153791"/>
                </a:cubicBezTo>
                <a:cubicBezTo>
                  <a:pt x="215325" y="155853"/>
                  <a:pt x="217965" y="156884"/>
                  <a:pt x="221099" y="156884"/>
                </a:cubicBezTo>
                <a:cubicBezTo>
                  <a:pt x="226708" y="156884"/>
                  <a:pt x="232688" y="153213"/>
                  <a:pt x="239039" y="145872"/>
                </a:cubicBezTo>
                <a:close/>
                <a:moveTo>
                  <a:pt x="428215" y="165173"/>
                </a:moveTo>
                <a:lnTo>
                  <a:pt x="428215" y="171236"/>
                </a:lnTo>
                <a:lnTo>
                  <a:pt x="368703" y="171236"/>
                </a:lnTo>
                <a:lnTo>
                  <a:pt x="368703" y="165173"/>
                </a:lnTo>
                <a:cubicBezTo>
                  <a:pt x="372002" y="164761"/>
                  <a:pt x="374559" y="163895"/>
                  <a:pt x="376374" y="162575"/>
                </a:cubicBezTo>
                <a:cubicBezTo>
                  <a:pt x="379096" y="160513"/>
                  <a:pt x="380498" y="156554"/>
                  <a:pt x="380581" y="150697"/>
                </a:cubicBezTo>
                <a:lnTo>
                  <a:pt x="380581" y="89453"/>
                </a:lnTo>
                <a:cubicBezTo>
                  <a:pt x="380581" y="75349"/>
                  <a:pt x="376209" y="68296"/>
                  <a:pt x="367466" y="68296"/>
                </a:cubicBezTo>
                <a:cubicBezTo>
                  <a:pt x="361527" y="68296"/>
                  <a:pt x="355712" y="71225"/>
                  <a:pt x="350021" y="77081"/>
                </a:cubicBezTo>
                <a:cubicBezTo>
                  <a:pt x="347134" y="80050"/>
                  <a:pt x="345690" y="82030"/>
                  <a:pt x="345690" y="83020"/>
                </a:cubicBezTo>
                <a:lnTo>
                  <a:pt x="345690" y="150697"/>
                </a:lnTo>
                <a:cubicBezTo>
                  <a:pt x="345773" y="156306"/>
                  <a:pt x="347092" y="160142"/>
                  <a:pt x="349649" y="162204"/>
                </a:cubicBezTo>
                <a:cubicBezTo>
                  <a:pt x="351629" y="163606"/>
                  <a:pt x="354434" y="164596"/>
                  <a:pt x="358063" y="165173"/>
                </a:cubicBezTo>
                <a:lnTo>
                  <a:pt x="358063" y="171236"/>
                </a:lnTo>
                <a:lnTo>
                  <a:pt x="296942" y="171236"/>
                </a:lnTo>
                <a:lnTo>
                  <a:pt x="296942" y="165173"/>
                </a:lnTo>
                <a:cubicBezTo>
                  <a:pt x="302304" y="164183"/>
                  <a:pt x="305809" y="162864"/>
                  <a:pt x="307459" y="161214"/>
                </a:cubicBezTo>
                <a:cubicBezTo>
                  <a:pt x="309356" y="159399"/>
                  <a:pt x="310346" y="155646"/>
                  <a:pt x="310429" y="149955"/>
                </a:cubicBezTo>
                <a:lnTo>
                  <a:pt x="310429" y="75472"/>
                </a:lnTo>
                <a:cubicBezTo>
                  <a:pt x="310346" y="69204"/>
                  <a:pt x="309150" y="65286"/>
                  <a:pt x="306841" y="63719"/>
                </a:cubicBezTo>
                <a:cubicBezTo>
                  <a:pt x="304943" y="62399"/>
                  <a:pt x="301644" y="61327"/>
                  <a:pt x="296942" y="60502"/>
                </a:cubicBezTo>
                <a:lnTo>
                  <a:pt x="296942" y="54439"/>
                </a:lnTo>
                <a:lnTo>
                  <a:pt x="345319" y="54439"/>
                </a:lnTo>
                <a:lnTo>
                  <a:pt x="345319" y="73493"/>
                </a:lnTo>
                <a:cubicBezTo>
                  <a:pt x="354887" y="58646"/>
                  <a:pt x="366971" y="51222"/>
                  <a:pt x="381571" y="51222"/>
                </a:cubicBezTo>
                <a:cubicBezTo>
                  <a:pt x="391716" y="51222"/>
                  <a:pt x="399964" y="54409"/>
                  <a:pt x="406316" y="60784"/>
                </a:cubicBezTo>
                <a:cubicBezTo>
                  <a:pt x="412667" y="67073"/>
                  <a:pt x="415842" y="75846"/>
                  <a:pt x="415842" y="87103"/>
                </a:cubicBezTo>
                <a:lnTo>
                  <a:pt x="415842" y="150697"/>
                </a:lnTo>
                <a:cubicBezTo>
                  <a:pt x="415925" y="155894"/>
                  <a:pt x="416832" y="159523"/>
                  <a:pt x="418564" y="161585"/>
                </a:cubicBezTo>
                <a:cubicBezTo>
                  <a:pt x="420544" y="163647"/>
                  <a:pt x="423761" y="164843"/>
                  <a:pt x="428215" y="165173"/>
                </a:cubicBezTo>
                <a:close/>
                <a:moveTo>
                  <a:pt x="562542" y="54439"/>
                </a:moveTo>
                <a:lnTo>
                  <a:pt x="562542" y="60254"/>
                </a:lnTo>
                <a:cubicBezTo>
                  <a:pt x="556191" y="61409"/>
                  <a:pt x="551695" y="62523"/>
                  <a:pt x="549056" y="63595"/>
                </a:cubicBezTo>
                <a:cubicBezTo>
                  <a:pt x="545509" y="65080"/>
                  <a:pt x="540519" y="68668"/>
                  <a:pt x="534085" y="74359"/>
                </a:cubicBezTo>
                <a:cubicBezTo>
                  <a:pt x="525589" y="82030"/>
                  <a:pt x="519114" y="88381"/>
                  <a:pt x="514660" y="93413"/>
                </a:cubicBezTo>
                <a:lnTo>
                  <a:pt x="563779" y="161338"/>
                </a:lnTo>
                <a:cubicBezTo>
                  <a:pt x="565759" y="163895"/>
                  <a:pt x="567862" y="165173"/>
                  <a:pt x="570089" y="165173"/>
                </a:cubicBezTo>
                <a:lnTo>
                  <a:pt x="570089" y="171236"/>
                </a:lnTo>
                <a:lnTo>
                  <a:pt x="510825" y="171236"/>
                </a:lnTo>
                <a:lnTo>
                  <a:pt x="510825" y="165173"/>
                </a:lnTo>
                <a:cubicBezTo>
                  <a:pt x="517918" y="164926"/>
                  <a:pt x="521465" y="163317"/>
                  <a:pt x="521465" y="160348"/>
                </a:cubicBezTo>
                <a:cubicBezTo>
                  <a:pt x="521465" y="158451"/>
                  <a:pt x="519444" y="154657"/>
                  <a:pt x="515403" y="148965"/>
                </a:cubicBezTo>
                <a:lnTo>
                  <a:pt x="491276" y="114941"/>
                </a:lnTo>
                <a:lnTo>
                  <a:pt x="485461" y="121003"/>
                </a:lnTo>
                <a:lnTo>
                  <a:pt x="485461" y="149955"/>
                </a:lnTo>
                <a:cubicBezTo>
                  <a:pt x="485544" y="156719"/>
                  <a:pt x="486533" y="160760"/>
                  <a:pt x="488431" y="162080"/>
                </a:cubicBezTo>
                <a:cubicBezTo>
                  <a:pt x="490163" y="163317"/>
                  <a:pt x="493545" y="164348"/>
                  <a:pt x="498576" y="165173"/>
                </a:cubicBezTo>
                <a:lnTo>
                  <a:pt x="498576" y="171236"/>
                </a:lnTo>
                <a:lnTo>
                  <a:pt x="438074" y="171236"/>
                </a:lnTo>
                <a:lnTo>
                  <a:pt x="438074" y="165173"/>
                </a:lnTo>
                <a:cubicBezTo>
                  <a:pt x="445828" y="164926"/>
                  <a:pt x="449870" y="159853"/>
                  <a:pt x="450199" y="149955"/>
                </a:cubicBezTo>
                <a:lnTo>
                  <a:pt x="450199" y="20786"/>
                </a:lnTo>
                <a:cubicBezTo>
                  <a:pt x="449952" y="11300"/>
                  <a:pt x="445910" y="6392"/>
                  <a:pt x="438074" y="6063"/>
                </a:cubicBezTo>
                <a:lnTo>
                  <a:pt x="438074" y="0"/>
                </a:lnTo>
                <a:lnTo>
                  <a:pt x="485461" y="0"/>
                </a:lnTo>
                <a:lnTo>
                  <a:pt x="485461" y="109126"/>
                </a:lnTo>
                <a:lnTo>
                  <a:pt x="517877" y="76710"/>
                </a:lnTo>
                <a:cubicBezTo>
                  <a:pt x="521506" y="73163"/>
                  <a:pt x="523321" y="69905"/>
                  <a:pt x="523321" y="66935"/>
                </a:cubicBezTo>
                <a:cubicBezTo>
                  <a:pt x="523321" y="65286"/>
                  <a:pt x="522703" y="64090"/>
                  <a:pt x="521465" y="63347"/>
                </a:cubicBezTo>
                <a:cubicBezTo>
                  <a:pt x="520228" y="62523"/>
                  <a:pt x="515815" y="61491"/>
                  <a:pt x="508227" y="60254"/>
                </a:cubicBezTo>
                <a:lnTo>
                  <a:pt x="508227" y="54439"/>
                </a:lnTo>
                <a:lnTo>
                  <a:pt x="562542" y="54439"/>
                </a:lnTo>
                <a:close/>
              </a:path>
            </a:pathLst>
          </a:custGeom>
          <a:solidFill xmlns:a="http://schemas.openxmlformats.org/drawingml/2006/main">
            <a:srgbClr val="231F2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8D56A37-F22C-43F6-9F44-67708863A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485" y="245108"/>
            <a:ext cx="546195" cy="2409029"/>
          </a:xfrm>
          <a:custGeom xmlns:a="http://schemas.openxmlformats.org/drawingml/2006/main">
            <a:pathLst>
              <a:path w="546195" h="2409029">
                <a:moveTo>
                  <a:pt x="546195" y="2409029"/>
                </a:moveTo>
                <a:lnTo>
                  <a:pt x="0" y="1071837"/>
                </a:lnTo>
                <a:lnTo>
                  <a:pt x="0" y="974423"/>
                </a:lnTo>
                <a:lnTo>
                  <a:pt x="546195" y="0"/>
                </a:lnTo>
              </a:path>
            </a:pathLst>
          </a:custGeom>
          <a:solidFill xmlns:a="http://schemas.openxmlformats.org/drawingml/2006/main">
            <a:srgbClr val="231F2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52A1120-C044-4C4A-A456-33F2D8A5B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3833" y="238436"/>
            <a:ext cx="572463" cy="2420854"/>
          </a:xfrm>
          <a:custGeom xmlns:a="http://schemas.openxmlformats.org/drawingml/2006/main">
            <a:pathLst>
              <a:path w="572463" h="2420854">
                <a:moveTo>
                  <a:pt x="572463" y="2410550"/>
                </a:moveTo>
                <a:lnTo>
                  <a:pt x="27282" y="1075835"/>
                </a:lnTo>
                <a:lnTo>
                  <a:pt x="27282" y="984643"/>
                </a:lnTo>
                <a:lnTo>
                  <a:pt x="571731" y="13345"/>
                </a:lnTo>
                <a:lnTo>
                  <a:pt x="547969" y="0"/>
                </a:lnTo>
                <a:lnTo>
                  <a:pt x="0" y="977548"/>
                </a:lnTo>
                <a:lnTo>
                  <a:pt x="0" y="1081213"/>
                </a:lnTo>
                <a:lnTo>
                  <a:pt x="547237" y="2420854"/>
                </a:lnTo>
                <a:lnTo>
                  <a:pt x="572463" y="2410550"/>
                </a:lnTo>
                <a:close/>
              </a:path>
            </a:pathLst>
          </a:custGeom>
          <a:solidFill xmlns:a="http://schemas.openxmlformats.org/drawingml/2006/main">
            <a:srgbClr val="231F2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34870B4-E664-4A62-B443-B5C85507B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3839" y="157886"/>
            <a:ext cx="394555" cy="2496251"/>
          </a:xfrm>
          <a:custGeom xmlns:a="http://schemas.openxmlformats.org/drawingml/2006/main">
            <a:pathLst>
              <a:path w="394555" h="2496251">
                <a:moveTo>
                  <a:pt x="394555" y="2496251"/>
                </a:moveTo>
                <a:lnTo>
                  <a:pt x="0" y="1108522"/>
                </a:lnTo>
                <a:lnTo>
                  <a:pt x="0" y="1011108"/>
                </a:lnTo>
                <a:lnTo>
                  <a:pt x="394555" y="0"/>
                </a:lnTo>
              </a:path>
            </a:pathLst>
          </a:custGeom>
          <a:solidFill xmlns:a="http://schemas.openxmlformats.org/drawingml/2006/main">
            <a:srgbClr val="231F2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5F1FCF0-838A-4C21-8412-F51CB9F65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9758" y="152770"/>
            <a:ext cx="422175" cy="2505205"/>
          </a:xfrm>
          <a:custGeom xmlns:a="http://schemas.openxmlformats.org/drawingml/2006/main">
            <a:pathLst>
              <a:path w="422175" h="2505205">
                <a:moveTo>
                  <a:pt x="422175" y="2497518"/>
                </a:moveTo>
                <a:lnTo>
                  <a:pt x="28154" y="1111676"/>
                </a:lnTo>
                <a:lnTo>
                  <a:pt x="28154" y="1018851"/>
                </a:lnTo>
                <a:lnTo>
                  <a:pt x="421753" y="10220"/>
                </a:lnTo>
                <a:lnTo>
                  <a:pt x="395513" y="0"/>
                </a:lnTo>
                <a:lnTo>
                  <a:pt x="957" y="1011108"/>
                </a:lnTo>
                <a:lnTo>
                  <a:pt x="0" y="1016204"/>
                </a:lnTo>
                <a:lnTo>
                  <a:pt x="0" y="1113646"/>
                </a:lnTo>
                <a:lnTo>
                  <a:pt x="535" y="1117503"/>
                </a:lnTo>
                <a:lnTo>
                  <a:pt x="395090" y="2505205"/>
                </a:lnTo>
                <a:lnTo>
                  <a:pt x="422175" y="2497518"/>
                </a:lnTo>
                <a:close/>
              </a:path>
            </a:pathLst>
          </a:custGeom>
          <a:solidFill xmlns:a="http://schemas.openxmlformats.org/drawingml/2006/main">
            <a:srgbClr val="231F2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EEF1A58-38AC-44B7-A8BB-DC4FEA78B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3219" y="1544188"/>
            <a:ext cx="1571746" cy="403846"/>
          </a:xfrm>
          <a:custGeom xmlns:a="http://schemas.openxmlformats.org/drawingml/2006/main">
            <a:pathLst>
              <a:path w="1571746" h="403846">
                <a:moveTo>
                  <a:pt x="1557669" y="403846"/>
                </a:moveTo>
                <a:lnTo>
                  <a:pt x="1540748" y="403846"/>
                </a:lnTo>
                <a:lnTo>
                  <a:pt x="1540748" y="389769"/>
                </a:lnTo>
                <a:lnTo>
                  <a:pt x="1514311" y="389769"/>
                </a:lnTo>
                <a:lnTo>
                  <a:pt x="1514311" y="403846"/>
                </a:lnTo>
                <a:lnTo>
                  <a:pt x="1487874" y="403846"/>
                </a:lnTo>
                <a:lnTo>
                  <a:pt x="1487874" y="389769"/>
                </a:lnTo>
                <a:lnTo>
                  <a:pt x="1461437" y="389769"/>
                </a:lnTo>
                <a:lnTo>
                  <a:pt x="1461437" y="403846"/>
                </a:lnTo>
                <a:lnTo>
                  <a:pt x="1435000" y="403846"/>
                </a:lnTo>
                <a:lnTo>
                  <a:pt x="1435000" y="389769"/>
                </a:lnTo>
                <a:lnTo>
                  <a:pt x="1408563" y="389769"/>
                </a:lnTo>
                <a:lnTo>
                  <a:pt x="1408563" y="403846"/>
                </a:lnTo>
                <a:lnTo>
                  <a:pt x="1382126" y="403846"/>
                </a:lnTo>
                <a:lnTo>
                  <a:pt x="1382126" y="389769"/>
                </a:lnTo>
                <a:lnTo>
                  <a:pt x="1355690" y="389769"/>
                </a:lnTo>
                <a:lnTo>
                  <a:pt x="1355690" y="403846"/>
                </a:lnTo>
                <a:lnTo>
                  <a:pt x="1329224" y="403846"/>
                </a:lnTo>
                <a:lnTo>
                  <a:pt x="1329224" y="389769"/>
                </a:lnTo>
                <a:lnTo>
                  <a:pt x="1302787" y="389769"/>
                </a:lnTo>
                <a:lnTo>
                  <a:pt x="1302787" y="403846"/>
                </a:lnTo>
                <a:lnTo>
                  <a:pt x="1276350" y="403846"/>
                </a:lnTo>
                <a:lnTo>
                  <a:pt x="1276350" y="389769"/>
                </a:lnTo>
                <a:lnTo>
                  <a:pt x="1249914" y="389769"/>
                </a:lnTo>
                <a:lnTo>
                  <a:pt x="1249914" y="403846"/>
                </a:lnTo>
                <a:lnTo>
                  <a:pt x="1229107" y="403846"/>
                </a:lnTo>
                <a:lnTo>
                  <a:pt x="1229107" y="359560"/>
                </a:lnTo>
                <a:cubicBezTo>
                  <a:pt x="1305265" y="352831"/>
                  <a:pt x="1365938" y="292186"/>
                  <a:pt x="1372667" y="216000"/>
                </a:cubicBezTo>
                <a:lnTo>
                  <a:pt x="1571746" y="216000"/>
                </a:lnTo>
                <a:lnTo>
                  <a:pt x="1571746" y="196884"/>
                </a:lnTo>
                <a:lnTo>
                  <a:pt x="1571746" y="223349"/>
                </a:lnTo>
                <a:lnTo>
                  <a:pt x="1557669" y="223349"/>
                </a:lnTo>
                <a:lnTo>
                  <a:pt x="1557669" y="249786"/>
                </a:lnTo>
                <a:lnTo>
                  <a:pt x="1571746" y="249786"/>
                </a:lnTo>
                <a:lnTo>
                  <a:pt x="1571746" y="276223"/>
                </a:lnTo>
                <a:lnTo>
                  <a:pt x="1557669" y="276223"/>
                </a:lnTo>
                <a:lnTo>
                  <a:pt x="1557669" y="302660"/>
                </a:lnTo>
                <a:lnTo>
                  <a:pt x="1571746" y="302660"/>
                </a:lnTo>
                <a:lnTo>
                  <a:pt x="1571746" y="329097"/>
                </a:lnTo>
                <a:lnTo>
                  <a:pt x="1557669" y="329097"/>
                </a:lnTo>
                <a:lnTo>
                  <a:pt x="1557669" y="355533"/>
                </a:lnTo>
                <a:lnTo>
                  <a:pt x="1571746" y="355533"/>
                </a:lnTo>
                <a:lnTo>
                  <a:pt x="1571746" y="381970"/>
                </a:lnTo>
                <a:lnTo>
                  <a:pt x="1557669" y="381970"/>
                </a:lnTo>
                <a:lnTo>
                  <a:pt x="1557669" y="403846"/>
                </a:lnTo>
                <a:moveTo>
                  <a:pt x="1197040" y="403846"/>
                </a:moveTo>
                <a:lnTo>
                  <a:pt x="1170603" y="403846"/>
                </a:lnTo>
                <a:lnTo>
                  <a:pt x="1170603" y="389769"/>
                </a:lnTo>
                <a:lnTo>
                  <a:pt x="1144166" y="389769"/>
                </a:lnTo>
                <a:lnTo>
                  <a:pt x="1144166" y="403846"/>
                </a:lnTo>
                <a:lnTo>
                  <a:pt x="1117729" y="403846"/>
                </a:lnTo>
                <a:lnTo>
                  <a:pt x="1117729" y="389769"/>
                </a:lnTo>
                <a:lnTo>
                  <a:pt x="1091292" y="389769"/>
                </a:lnTo>
                <a:lnTo>
                  <a:pt x="1091292" y="403846"/>
                </a:lnTo>
                <a:lnTo>
                  <a:pt x="1064855" y="403846"/>
                </a:lnTo>
                <a:lnTo>
                  <a:pt x="1064855" y="389769"/>
                </a:lnTo>
                <a:lnTo>
                  <a:pt x="1038418" y="389769"/>
                </a:lnTo>
                <a:lnTo>
                  <a:pt x="1038418" y="403846"/>
                </a:lnTo>
                <a:lnTo>
                  <a:pt x="1011981" y="403846"/>
                </a:lnTo>
                <a:lnTo>
                  <a:pt x="1011981" y="389769"/>
                </a:lnTo>
                <a:lnTo>
                  <a:pt x="985544" y="389769"/>
                </a:lnTo>
                <a:lnTo>
                  <a:pt x="985544" y="403846"/>
                </a:lnTo>
                <a:lnTo>
                  <a:pt x="959107" y="403846"/>
                </a:lnTo>
                <a:lnTo>
                  <a:pt x="959107" y="389769"/>
                </a:lnTo>
                <a:lnTo>
                  <a:pt x="932642" y="389769"/>
                </a:lnTo>
                <a:lnTo>
                  <a:pt x="932642" y="403846"/>
                </a:lnTo>
                <a:lnTo>
                  <a:pt x="906205" y="403846"/>
                </a:lnTo>
                <a:lnTo>
                  <a:pt x="906205" y="389769"/>
                </a:lnTo>
                <a:lnTo>
                  <a:pt x="879768" y="389769"/>
                </a:lnTo>
                <a:lnTo>
                  <a:pt x="879768" y="403846"/>
                </a:lnTo>
                <a:lnTo>
                  <a:pt x="853331" y="403846"/>
                </a:lnTo>
                <a:lnTo>
                  <a:pt x="853331" y="389769"/>
                </a:lnTo>
                <a:lnTo>
                  <a:pt x="826894" y="389769"/>
                </a:lnTo>
                <a:lnTo>
                  <a:pt x="826894" y="403846"/>
                </a:lnTo>
                <a:lnTo>
                  <a:pt x="800457" y="403846"/>
                </a:lnTo>
                <a:lnTo>
                  <a:pt x="800457" y="389769"/>
                </a:lnTo>
                <a:lnTo>
                  <a:pt x="799950" y="389769"/>
                </a:lnTo>
                <a:lnTo>
                  <a:pt x="799950" y="359560"/>
                </a:lnTo>
                <a:cubicBezTo>
                  <a:pt x="876136" y="352831"/>
                  <a:pt x="936809" y="292186"/>
                  <a:pt x="943509" y="216000"/>
                </a:cubicBezTo>
                <a:lnTo>
                  <a:pt x="1057366" y="216000"/>
                </a:lnTo>
                <a:cubicBezTo>
                  <a:pt x="1064095" y="292186"/>
                  <a:pt x="1124767" y="352831"/>
                  <a:pt x="1200953" y="359560"/>
                </a:cubicBezTo>
                <a:lnTo>
                  <a:pt x="1200953" y="389769"/>
                </a:lnTo>
                <a:lnTo>
                  <a:pt x="1197040" y="389769"/>
                </a:lnTo>
                <a:lnTo>
                  <a:pt x="1197040" y="403846"/>
                </a:lnTo>
                <a:moveTo>
                  <a:pt x="771796" y="403846"/>
                </a:moveTo>
                <a:lnTo>
                  <a:pt x="747583" y="403846"/>
                </a:lnTo>
                <a:lnTo>
                  <a:pt x="747583" y="389769"/>
                </a:lnTo>
                <a:lnTo>
                  <a:pt x="721146" y="389769"/>
                </a:lnTo>
                <a:lnTo>
                  <a:pt x="721146" y="403846"/>
                </a:lnTo>
                <a:lnTo>
                  <a:pt x="694709" y="403846"/>
                </a:lnTo>
                <a:lnTo>
                  <a:pt x="694709" y="389769"/>
                </a:lnTo>
                <a:lnTo>
                  <a:pt x="668272" y="389769"/>
                </a:lnTo>
                <a:lnTo>
                  <a:pt x="668272" y="403846"/>
                </a:lnTo>
                <a:lnTo>
                  <a:pt x="641835" y="403846"/>
                </a:lnTo>
                <a:lnTo>
                  <a:pt x="641835" y="389769"/>
                </a:lnTo>
                <a:lnTo>
                  <a:pt x="615398" y="389769"/>
                </a:lnTo>
                <a:lnTo>
                  <a:pt x="615398" y="403846"/>
                </a:lnTo>
                <a:lnTo>
                  <a:pt x="588961" y="403846"/>
                </a:lnTo>
                <a:lnTo>
                  <a:pt x="588961" y="389769"/>
                </a:lnTo>
                <a:lnTo>
                  <a:pt x="562524" y="389769"/>
                </a:lnTo>
                <a:lnTo>
                  <a:pt x="562524" y="403846"/>
                </a:lnTo>
                <a:lnTo>
                  <a:pt x="536087" y="403846"/>
                </a:lnTo>
                <a:lnTo>
                  <a:pt x="536087" y="389769"/>
                </a:lnTo>
                <a:lnTo>
                  <a:pt x="509622" y="389769"/>
                </a:lnTo>
                <a:lnTo>
                  <a:pt x="509622" y="403846"/>
                </a:lnTo>
                <a:lnTo>
                  <a:pt x="483185" y="403846"/>
                </a:lnTo>
                <a:lnTo>
                  <a:pt x="483185" y="389769"/>
                </a:lnTo>
                <a:lnTo>
                  <a:pt x="456748" y="389769"/>
                </a:lnTo>
                <a:lnTo>
                  <a:pt x="456748" y="403846"/>
                </a:lnTo>
                <a:lnTo>
                  <a:pt x="430311" y="403846"/>
                </a:lnTo>
                <a:lnTo>
                  <a:pt x="430311" y="389769"/>
                </a:lnTo>
                <a:lnTo>
                  <a:pt x="403875" y="389769"/>
                </a:lnTo>
                <a:lnTo>
                  <a:pt x="403875" y="403846"/>
                </a:lnTo>
                <a:lnTo>
                  <a:pt x="377438" y="403846"/>
                </a:lnTo>
                <a:lnTo>
                  <a:pt x="377438" y="389769"/>
                </a:lnTo>
                <a:lnTo>
                  <a:pt x="370793" y="389769"/>
                </a:lnTo>
                <a:lnTo>
                  <a:pt x="370793" y="359560"/>
                </a:lnTo>
                <a:cubicBezTo>
                  <a:pt x="446979" y="352831"/>
                  <a:pt x="507652" y="292186"/>
                  <a:pt x="514380" y="216000"/>
                </a:cubicBezTo>
                <a:lnTo>
                  <a:pt x="628237" y="216000"/>
                </a:lnTo>
                <a:cubicBezTo>
                  <a:pt x="634937" y="292186"/>
                  <a:pt x="695610" y="352831"/>
                  <a:pt x="771796" y="359560"/>
                </a:cubicBezTo>
                <a:lnTo>
                  <a:pt x="771796" y="403846"/>
                </a:lnTo>
                <a:moveTo>
                  <a:pt x="342639" y="403846"/>
                </a:moveTo>
                <a:lnTo>
                  <a:pt x="324564" y="403846"/>
                </a:lnTo>
                <a:lnTo>
                  <a:pt x="324564" y="389769"/>
                </a:lnTo>
                <a:lnTo>
                  <a:pt x="298127" y="389769"/>
                </a:lnTo>
                <a:lnTo>
                  <a:pt x="298127" y="403846"/>
                </a:lnTo>
                <a:lnTo>
                  <a:pt x="271690" y="403846"/>
                </a:lnTo>
                <a:lnTo>
                  <a:pt x="271690" y="389769"/>
                </a:lnTo>
                <a:lnTo>
                  <a:pt x="245253" y="389769"/>
                </a:lnTo>
                <a:lnTo>
                  <a:pt x="245253" y="403846"/>
                </a:lnTo>
                <a:lnTo>
                  <a:pt x="218816" y="403846"/>
                </a:lnTo>
                <a:lnTo>
                  <a:pt x="218816" y="389769"/>
                </a:lnTo>
                <a:lnTo>
                  <a:pt x="192379" y="389769"/>
                </a:lnTo>
                <a:lnTo>
                  <a:pt x="192379" y="403846"/>
                </a:lnTo>
                <a:lnTo>
                  <a:pt x="165942" y="403846"/>
                </a:lnTo>
                <a:lnTo>
                  <a:pt x="165942" y="389769"/>
                </a:lnTo>
                <a:lnTo>
                  <a:pt x="139505" y="389769"/>
                </a:lnTo>
                <a:lnTo>
                  <a:pt x="139505" y="403846"/>
                </a:lnTo>
                <a:lnTo>
                  <a:pt x="113040" y="403846"/>
                </a:lnTo>
                <a:lnTo>
                  <a:pt x="113040" y="389769"/>
                </a:lnTo>
                <a:lnTo>
                  <a:pt x="86603" y="389769"/>
                </a:lnTo>
                <a:lnTo>
                  <a:pt x="86603" y="403846"/>
                </a:lnTo>
                <a:lnTo>
                  <a:pt x="60166" y="403846"/>
                </a:lnTo>
                <a:lnTo>
                  <a:pt x="60166" y="389769"/>
                </a:lnTo>
                <a:lnTo>
                  <a:pt x="33729" y="389769"/>
                </a:lnTo>
                <a:lnTo>
                  <a:pt x="33729" y="403846"/>
                </a:lnTo>
                <a:lnTo>
                  <a:pt x="14077" y="403846"/>
                </a:lnTo>
                <a:lnTo>
                  <a:pt x="14077" y="384701"/>
                </a:lnTo>
                <a:lnTo>
                  <a:pt x="0" y="384701"/>
                </a:lnTo>
                <a:lnTo>
                  <a:pt x="0" y="358264"/>
                </a:lnTo>
                <a:lnTo>
                  <a:pt x="14077" y="358264"/>
                </a:lnTo>
                <a:lnTo>
                  <a:pt x="14077" y="331827"/>
                </a:lnTo>
                <a:lnTo>
                  <a:pt x="0" y="331827"/>
                </a:lnTo>
                <a:lnTo>
                  <a:pt x="0" y="305391"/>
                </a:lnTo>
                <a:lnTo>
                  <a:pt x="14077" y="305391"/>
                </a:lnTo>
                <a:lnTo>
                  <a:pt x="14077" y="278954"/>
                </a:lnTo>
                <a:lnTo>
                  <a:pt x="0" y="278954"/>
                </a:lnTo>
                <a:lnTo>
                  <a:pt x="0" y="252517"/>
                </a:lnTo>
                <a:lnTo>
                  <a:pt x="14077" y="252517"/>
                </a:lnTo>
                <a:lnTo>
                  <a:pt x="14077" y="226080"/>
                </a:lnTo>
                <a:lnTo>
                  <a:pt x="0" y="226080"/>
                </a:lnTo>
                <a:lnTo>
                  <a:pt x="0" y="216000"/>
                </a:lnTo>
                <a:lnTo>
                  <a:pt x="199080" y="216000"/>
                </a:lnTo>
                <a:cubicBezTo>
                  <a:pt x="205808" y="292186"/>
                  <a:pt x="266453" y="352831"/>
                  <a:pt x="342639" y="359560"/>
                </a:cubicBezTo>
                <a:lnTo>
                  <a:pt x="342639" y="403846"/>
                </a:lnTo>
                <a:moveTo>
                  <a:pt x="1557669" y="187846"/>
                </a:moveTo>
                <a:lnTo>
                  <a:pt x="1372667" y="187846"/>
                </a:lnTo>
                <a:cubicBezTo>
                  <a:pt x="1365938" y="111660"/>
                  <a:pt x="1305265" y="50988"/>
                  <a:pt x="1229107" y="44259"/>
                </a:cubicBezTo>
                <a:lnTo>
                  <a:pt x="1229107" y="14077"/>
                </a:lnTo>
                <a:lnTo>
                  <a:pt x="1254475" y="14077"/>
                </a:lnTo>
                <a:lnTo>
                  <a:pt x="1254475" y="0"/>
                </a:lnTo>
                <a:lnTo>
                  <a:pt x="1280911" y="0"/>
                </a:lnTo>
                <a:lnTo>
                  <a:pt x="1280911" y="14077"/>
                </a:lnTo>
                <a:lnTo>
                  <a:pt x="1307348" y="14077"/>
                </a:lnTo>
                <a:lnTo>
                  <a:pt x="1307348" y="0"/>
                </a:lnTo>
                <a:lnTo>
                  <a:pt x="1333785" y="0"/>
                </a:lnTo>
                <a:lnTo>
                  <a:pt x="1333785" y="14077"/>
                </a:lnTo>
                <a:lnTo>
                  <a:pt x="1360222" y="14077"/>
                </a:lnTo>
                <a:lnTo>
                  <a:pt x="1360222" y="0"/>
                </a:lnTo>
                <a:lnTo>
                  <a:pt x="1386687" y="0"/>
                </a:lnTo>
                <a:lnTo>
                  <a:pt x="1386687" y="14077"/>
                </a:lnTo>
                <a:lnTo>
                  <a:pt x="1413124" y="14077"/>
                </a:lnTo>
                <a:lnTo>
                  <a:pt x="1413124" y="0"/>
                </a:lnTo>
                <a:lnTo>
                  <a:pt x="1439561" y="0"/>
                </a:lnTo>
                <a:lnTo>
                  <a:pt x="1439561" y="14077"/>
                </a:lnTo>
                <a:lnTo>
                  <a:pt x="1465998" y="14077"/>
                </a:lnTo>
                <a:lnTo>
                  <a:pt x="1465998" y="0"/>
                </a:lnTo>
                <a:lnTo>
                  <a:pt x="1492435" y="0"/>
                </a:lnTo>
                <a:lnTo>
                  <a:pt x="1492435" y="14077"/>
                </a:lnTo>
                <a:lnTo>
                  <a:pt x="1518872" y="14077"/>
                </a:lnTo>
                <a:lnTo>
                  <a:pt x="1518872" y="0"/>
                </a:lnTo>
                <a:lnTo>
                  <a:pt x="1545309" y="0"/>
                </a:lnTo>
                <a:lnTo>
                  <a:pt x="1545309" y="14077"/>
                </a:lnTo>
                <a:lnTo>
                  <a:pt x="1557669" y="14077"/>
                </a:lnTo>
                <a:lnTo>
                  <a:pt x="1557669" y="38262"/>
                </a:lnTo>
                <a:lnTo>
                  <a:pt x="1571746" y="38262"/>
                </a:lnTo>
                <a:lnTo>
                  <a:pt x="1571746" y="64699"/>
                </a:lnTo>
                <a:lnTo>
                  <a:pt x="1557669" y="64699"/>
                </a:lnTo>
                <a:lnTo>
                  <a:pt x="1557669" y="91136"/>
                </a:lnTo>
                <a:lnTo>
                  <a:pt x="1571746" y="91136"/>
                </a:lnTo>
                <a:lnTo>
                  <a:pt x="1571746" y="117573"/>
                </a:lnTo>
                <a:lnTo>
                  <a:pt x="1557669" y="117573"/>
                </a:lnTo>
                <a:lnTo>
                  <a:pt x="1557669" y="144010"/>
                </a:lnTo>
                <a:lnTo>
                  <a:pt x="1571746" y="144010"/>
                </a:lnTo>
                <a:lnTo>
                  <a:pt x="1571746" y="170447"/>
                </a:lnTo>
                <a:lnTo>
                  <a:pt x="1557669" y="170447"/>
                </a:lnTo>
                <a:lnTo>
                  <a:pt x="1557669" y="187846"/>
                </a:lnTo>
                <a:moveTo>
                  <a:pt x="1057366" y="187846"/>
                </a:moveTo>
                <a:lnTo>
                  <a:pt x="943509" y="187846"/>
                </a:lnTo>
                <a:cubicBezTo>
                  <a:pt x="936809" y="111660"/>
                  <a:pt x="876136" y="50988"/>
                  <a:pt x="799950" y="44259"/>
                </a:cubicBezTo>
                <a:lnTo>
                  <a:pt x="799950" y="0"/>
                </a:lnTo>
                <a:lnTo>
                  <a:pt x="805018" y="0"/>
                </a:lnTo>
                <a:lnTo>
                  <a:pt x="805018" y="14077"/>
                </a:lnTo>
                <a:lnTo>
                  <a:pt x="831455" y="14077"/>
                </a:lnTo>
                <a:lnTo>
                  <a:pt x="831455" y="0"/>
                </a:lnTo>
                <a:lnTo>
                  <a:pt x="857892" y="0"/>
                </a:lnTo>
                <a:lnTo>
                  <a:pt x="857892" y="14077"/>
                </a:lnTo>
                <a:lnTo>
                  <a:pt x="884329" y="14077"/>
                </a:lnTo>
                <a:lnTo>
                  <a:pt x="884329" y="0"/>
                </a:lnTo>
                <a:lnTo>
                  <a:pt x="910766" y="0"/>
                </a:lnTo>
                <a:lnTo>
                  <a:pt x="910766" y="14077"/>
                </a:lnTo>
                <a:lnTo>
                  <a:pt x="937203" y="14077"/>
                </a:lnTo>
                <a:lnTo>
                  <a:pt x="937203" y="0"/>
                </a:lnTo>
                <a:lnTo>
                  <a:pt x="963640" y="0"/>
                </a:lnTo>
                <a:lnTo>
                  <a:pt x="963640" y="14077"/>
                </a:lnTo>
                <a:lnTo>
                  <a:pt x="990077" y="14077"/>
                </a:lnTo>
                <a:lnTo>
                  <a:pt x="990077" y="0"/>
                </a:lnTo>
                <a:lnTo>
                  <a:pt x="1016542" y="0"/>
                </a:lnTo>
                <a:lnTo>
                  <a:pt x="1016542" y="14077"/>
                </a:lnTo>
                <a:lnTo>
                  <a:pt x="1042979" y="14077"/>
                </a:lnTo>
                <a:lnTo>
                  <a:pt x="1042979" y="0"/>
                </a:lnTo>
                <a:lnTo>
                  <a:pt x="1069416" y="0"/>
                </a:lnTo>
                <a:lnTo>
                  <a:pt x="1069416" y="14077"/>
                </a:lnTo>
                <a:lnTo>
                  <a:pt x="1095853" y="14077"/>
                </a:lnTo>
                <a:lnTo>
                  <a:pt x="1095853" y="0"/>
                </a:lnTo>
                <a:lnTo>
                  <a:pt x="1122290" y="0"/>
                </a:lnTo>
                <a:lnTo>
                  <a:pt x="1122290" y="14077"/>
                </a:lnTo>
                <a:lnTo>
                  <a:pt x="1148727" y="14077"/>
                </a:lnTo>
                <a:lnTo>
                  <a:pt x="1148727" y="0"/>
                </a:lnTo>
                <a:lnTo>
                  <a:pt x="1175164" y="0"/>
                </a:lnTo>
                <a:lnTo>
                  <a:pt x="1175164" y="14077"/>
                </a:lnTo>
                <a:lnTo>
                  <a:pt x="1200953" y="14077"/>
                </a:lnTo>
                <a:lnTo>
                  <a:pt x="1200953" y="44259"/>
                </a:lnTo>
                <a:cubicBezTo>
                  <a:pt x="1124767" y="50988"/>
                  <a:pt x="1064095" y="111660"/>
                  <a:pt x="1057366" y="187846"/>
                </a:cubicBezTo>
                <a:moveTo>
                  <a:pt x="628237" y="187846"/>
                </a:moveTo>
                <a:lnTo>
                  <a:pt x="514380" y="187846"/>
                </a:lnTo>
                <a:cubicBezTo>
                  <a:pt x="507652" y="111660"/>
                  <a:pt x="446979" y="50988"/>
                  <a:pt x="370793" y="44259"/>
                </a:cubicBezTo>
                <a:lnTo>
                  <a:pt x="370793" y="0"/>
                </a:lnTo>
                <a:lnTo>
                  <a:pt x="381999" y="0"/>
                </a:lnTo>
                <a:lnTo>
                  <a:pt x="381999" y="14077"/>
                </a:lnTo>
                <a:lnTo>
                  <a:pt x="408436" y="14077"/>
                </a:lnTo>
                <a:lnTo>
                  <a:pt x="408436" y="0"/>
                </a:lnTo>
                <a:lnTo>
                  <a:pt x="434872" y="0"/>
                </a:lnTo>
                <a:lnTo>
                  <a:pt x="434872" y="14077"/>
                </a:lnTo>
                <a:lnTo>
                  <a:pt x="461309" y="14077"/>
                </a:lnTo>
                <a:lnTo>
                  <a:pt x="461309" y="0"/>
                </a:lnTo>
                <a:lnTo>
                  <a:pt x="487746" y="0"/>
                </a:lnTo>
                <a:lnTo>
                  <a:pt x="487746" y="14077"/>
                </a:lnTo>
                <a:lnTo>
                  <a:pt x="514183" y="14077"/>
                </a:lnTo>
                <a:lnTo>
                  <a:pt x="514183" y="0"/>
                </a:lnTo>
                <a:lnTo>
                  <a:pt x="540620" y="0"/>
                </a:lnTo>
                <a:lnTo>
                  <a:pt x="540620" y="14077"/>
                </a:lnTo>
                <a:lnTo>
                  <a:pt x="567057" y="14077"/>
                </a:lnTo>
                <a:lnTo>
                  <a:pt x="567057" y="0"/>
                </a:lnTo>
                <a:lnTo>
                  <a:pt x="593522" y="0"/>
                </a:lnTo>
                <a:lnTo>
                  <a:pt x="593522" y="14077"/>
                </a:lnTo>
                <a:lnTo>
                  <a:pt x="619959" y="14077"/>
                </a:lnTo>
                <a:lnTo>
                  <a:pt x="619959" y="0"/>
                </a:lnTo>
                <a:lnTo>
                  <a:pt x="646396" y="0"/>
                </a:lnTo>
                <a:lnTo>
                  <a:pt x="646396" y="14077"/>
                </a:lnTo>
                <a:lnTo>
                  <a:pt x="672833" y="14077"/>
                </a:lnTo>
                <a:lnTo>
                  <a:pt x="672833" y="0"/>
                </a:lnTo>
                <a:lnTo>
                  <a:pt x="699270" y="0"/>
                </a:lnTo>
                <a:lnTo>
                  <a:pt x="699270" y="14077"/>
                </a:lnTo>
                <a:lnTo>
                  <a:pt x="725707" y="14077"/>
                </a:lnTo>
                <a:lnTo>
                  <a:pt x="725707" y="0"/>
                </a:lnTo>
                <a:lnTo>
                  <a:pt x="752144" y="0"/>
                </a:lnTo>
                <a:lnTo>
                  <a:pt x="752144" y="14077"/>
                </a:lnTo>
                <a:lnTo>
                  <a:pt x="771796" y="14077"/>
                </a:lnTo>
                <a:lnTo>
                  <a:pt x="771796" y="44259"/>
                </a:lnTo>
                <a:cubicBezTo>
                  <a:pt x="695610" y="50988"/>
                  <a:pt x="634937" y="111660"/>
                  <a:pt x="628237" y="187846"/>
                </a:cubicBezTo>
                <a:moveTo>
                  <a:pt x="199080" y="187846"/>
                </a:moveTo>
                <a:lnTo>
                  <a:pt x="14077" y="187846"/>
                </a:lnTo>
                <a:lnTo>
                  <a:pt x="14077" y="173206"/>
                </a:lnTo>
                <a:lnTo>
                  <a:pt x="0" y="173206"/>
                </a:lnTo>
                <a:lnTo>
                  <a:pt x="0" y="146769"/>
                </a:lnTo>
                <a:lnTo>
                  <a:pt x="14077" y="146769"/>
                </a:lnTo>
                <a:lnTo>
                  <a:pt x="14077" y="120332"/>
                </a:lnTo>
                <a:lnTo>
                  <a:pt x="0" y="120332"/>
                </a:lnTo>
                <a:lnTo>
                  <a:pt x="0" y="93895"/>
                </a:lnTo>
                <a:lnTo>
                  <a:pt x="14077" y="93895"/>
                </a:lnTo>
                <a:lnTo>
                  <a:pt x="14077" y="67430"/>
                </a:lnTo>
                <a:lnTo>
                  <a:pt x="0" y="67430"/>
                </a:lnTo>
                <a:lnTo>
                  <a:pt x="0" y="40993"/>
                </a:lnTo>
                <a:lnTo>
                  <a:pt x="14077" y="40993"/>
                </a:lnTo>
                <a:lnTo>
                  <a:pt x="14077" y="14556"/>
                </a:lnTo>
                <a:lnTo>
                  <a:pt x="0" y="14556"/>
                </a:lnTo>
                <a:lnTo>
                  <a:pt x="0" y="0"/>
                </a:lnTo>
                <a:lnTo>
                  <a:pt x="11853" y="0"/>
                </a:lnTo>
                <a:lnTo>
                  <a:pt x="11853" y="14077"/>
                </a:lnTo>
                <a:lnTo>
                  <a:pt x="38290" y="14077"/>
                </a:lnTo>
                <a:lnTo>
                  <a:pt x="38290" y="0"/>
                </a:lnTo>
                <a:lnTo>
                  <a:pt x="64727" y="0"/>
                </a:lnTo>
                <a:lnTo>
                  <a:pt x="64727" y="14077"/>
                </a:lnTo>
                <a:lnTo>
                  <a:pt x="91164" y="14077"/>
                </a:lnTo>
                <a:lnTo>
                  <a:pt x="91164" y="0"/>
                </a:lnTo>
                <a:lnTo>
                  <a:pt x="117601" y="0"/>
                </a:lnTo>
                <a:lnTo>
                  <a:pt x="117601" y="14077"/>
                </a:lnTo>
                <a:lnTo>
                  <a:pt x="144038" y="14077"/>
                </a:lnTo>
                <a:lnTo>
                  <a:pt x="144038" y="0"/>
                </a:lnTo>
                <a:lnTo>
                  <a:pt x="170503" y="0"/>
                </a:lnTo>
                <a:lnTo>
                  <a:pt x="170503" y="14077"/>
                </a:lnTo>
                <a:lnTo>
                  <a:pt x="196940" y="14077"/>
                </a:lnTo>
                <a:lnTo>
                  <a:pt x="196940" y="0"/>
                </a:lnTo>
                <a:lnTo>
                  <a:pt x="223377" y="0"/>
                </a:lnTo>
                <a:lnTo>
                  <a:pt x="223377" y="14077"/>
                </a:lnTo>
                <a:lnTo>
                  <a:pt x="249814" y="14077"/>
                </a:lnTo>
                <a:lnTo>
                  <a:pt x="249814" y="0"/>
                </a:lnTo>
                <a:lnTo>
                  <a:pt x="276251" y="0"/>
                </a:lnTo>
                <a:lnTo>
                  <a:pt x="276251" y="14077"/>
                </a:lnTo>
                <a:lnTo>
                  <a:pt x="302688" y="14077"/>
                </a:lnTo>
                <a:lnTo>
                  <a:pt x="302688" y="0"/>
                </a:lnTo>
                <a:lnTo>
                  <a:pt x="329125" y="0"/>
                </a:lnTo>
                <a:lnTo>
                  <a:pt x="329125" y="14077"/>
                </a:lnTo>
                <a:lnTo>
                  <a:pt x="342639" y="14077"/>
                </a:lnTo>
                <a:lnTo>
                  <a:pt x="342639" y="44259"/>
                </a:lnTo>
                <a:cubicBezTo>
                  <a:pt x="266453" y="50988"/>
                  <a:pt x="205808" y="111660"/>
                  <a:pt x="199080" y="187846"/>
                </a:cubicBezTo>
              </a:path>
            </a:pathLst>
          </a:custGeom>
          <a:solidFill xmlns:a="http://schemas.openxmlformats.org/drawingml/2006/main">
            <a:srgbClr val="E1808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1544059-4CC2-431E-BED1-0336A4E5D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3216" y="1732028"/>
            <a:ext cx="1571746" cy="28154"/>
          </a:xfrm>
          <a:custGeom xmlns:a="http://schemas.openxmlformats.org/drawingml/2006/main">
            <a:pathLst>
              <a:path w="1571746" h="28154">
                <a:moveTo>
                  <a:pt x="1571746" y="28154"/>
                </a:moveTo>
                <a:lnTo>
                  <a:pt x="1372667" y="28154"/>
                </a:lnTo>
                <a:cubicBezTo>
                  <a:pt x="1373061" y="23509"/>
                  <a:pt x="1373286" y="18835"/>
                  <a:pt x="1373286" y="14077"/>
                </a:cubicBezTo>
                <a:cubicBezTo>
                  <a:pt x="1373286" y="9347"/>
                  <a:pt x="1373061" y="4645"/>
                  <a:pt x="1372667" y="0"/>
                </a:cubicBezTo>
                <a:lnTo>
                  <a:pt x="1557669" y="0"/>
                </a:lnTo>
                <a:lnTo>
                  <a:pt x="1557669" y="9066"/>
                </a:lnTo>
                <a:lnTo>
                  <a:pt x="1571746" y="9066"/>
                </a:lnTo>
                <a:lnTo>
                  <a:pt x="1571746" y="28154"/>
                </a:lnTo>
                <a:moveTo>
                  <a:pt x="1057366" y="28154"/>
                </a:moveTo>
                <a:lnTo>
                  <a:pt x="943509" y="28154"/>
                </a:lnTo>
                <a:cubicBezTo>
                  <a:pt x="943932" y="23509"/>
                  <a:pt x="944129" y="18835"/>
                  <a:pt x="944129" y="14077"/>
                </a:cubicBezTo>
                <a:cubicBezTo>
                  <a:pt x="944129" y="9347"/>
                  <a:pt x="943932" y="4645"/>
                  <a:pt x="943509" y="0"/>
                </a:cubicBezTo>
                <a:lnTo>
                  <a:pt x="1057366" y="0"/>
                </a:lnTo>
                <a:cubicBezTo>
                  <a:pt x="1056972" y="4645"/>
                  <a:pt x="1056746" y="9347"/>
                  <a:pt x="1056746" y="14077"/>
                </a:cubicBezTo>
                <a:cubicBezTo>
                  <a:pt x="1056746" y="18835"/>
                  <a:pt x="1056972" y="23509"/>
                  <a:pt x="1057366" y="28154"/>
                </a:cubicBezTo>
                <a:moveTo>
                  <a:pt x="628237" y="28154"/>
                </a:moveTo>
                <a:lnTo>
                  <a:pt x="514380" y="28154"/>
                </a:lnTo>
                <a:cubicBezTo>
                  <a:pt x="514775" y="23509"/>
                  <a:pt x="515000" y="18835"/>
                  <a:pt x="515000" y="14077"/>
                </a:cubicBezTo>
                <a:cubicBezTo>
                  <a:pt x="515000" y="9347"/>
                  <a:pt x="514775" y="4645"/>
                  <a:pt x="514380" y="0"/>
                </a:cubicBezTo>
                <a:lnTo>
                  <a:pt x="628237" y="0"/>
                </a:lnTo>
                <a:cubicBezTo>
                  <a:pt x="627814" y="4645"/>
                  <a:pt x="627617" y="9347"/>
                  <a:pt x="627617" y="14077"/>
                </a:cubicBezTo>
                <a:cubicBezTo>
                  <a:pt x="627617" y="18835"/>
                  <a:pt x="627814" y="23509"/>
                  <a:pt x="628237" y="28154"/>
                </a:cubicBezTo>
                <a:moveTo>
                  <a:pt x="199080" y="28154"/>
                </a:moveTo>
                <a:lnTo>
                  <a:pt x="0" y="28154"/>
                </a:lnTo>
                <a:lnTo>
                  <a:pt x="0" y="11797"/>
                </a:lnTo>
                <a:lnTo>
                  <a:pt x="14077" y="11797"/>
                </a:lnTo>
                <a:lnTo>
                  <a:pt x="14077" y="0"/>
                </a:lnTo>
                <a:lnTo>
                  <a:pt x="199080" y="0"/>
                </a:lnTo>
                <a:cubicBezTo>
                  <a:pt x="198657" y="4645"/>
                  <a:pt x="198460" y="9347"/>
                  <a:pt x="198460" y="14077"/>
                </a:cubicBezTo>
                <a:cubicBezTo>
                  <a:pt x="198460" y="18835"/>
                  <a:pt x="198657" y="23509"/>
                  <a:pt x="199080" y="28154"/>
                </a:cubicBezTo>
              </a:path>
            </a:pathLst>
          </a:custGeom>
          <a:solidFill xmlns:a="http://schemas.openxmlformats.org/drawingml/2006/main">
            <a:srgbClr val="BA6A77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C0C732E-1A46-463C-85E7-D63241A21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5857" y="1544188"/>
            <a:ext cx="28154" cy="403846"/>
          </a:xfrm>
          <a:custGeom xmlns:a="http://schemas.openxmlformats.org/drawingml/2006/main">
            <a:pathLst>
              <a:path w="28154" h="403846">
                <a:moveTo>
                  <a:pt x="8362" y="403846"/>
                </a:moveTo>
                <a:lnTo>
                  <a:pt x="0" y="403846"/>
                </a:lnTo>
                <a:lnTo>
                  <a:pt x="0" y="359560"/>
                </a:lnTo>
                <a:cubicBezTo>
                  <a:pt x="4645" y="359982"/>
                  <a:pt x="9347" y="360179"/>
                  <a:pt x="14077" y="360179"/>
                </a:cubicBezTo>
                <a:cubicBezTo>
                  <a:pt x="18835" y="360179"/>
                  <a:pt x="23537" y="359982"/>
                  <a:pt x="28154" y="359560"/>
                </a:cubicBezTo>
                <a:lnTo>
                  <a:pt x="28154" y="389769"/>
                </a:lnTo>
                <a:lnTo>
                  <a:pt x="8362" y="389769"/>
                </a:lnTo>
                <a:lnTo>
                  <a:pt x="8362" y="403846"/>
                </a:lnTo>
                <a:moveTo>
                  <a:pt x="28154" y="44259"/>
                </a:moveTo>
                <a:cubicBezTo>
                  <a:pt x="23537" y="43865"/>
                  <a:pt x="18835" y="43639"/>
                  <a:pt x="14077" y="43639"/>
                </a:cubicBezTo>
                <a:cubicBezTo>
                  <a:pt x="9347" y="43639"/>
                  <a:pt x="4645" y="43865"/>
                  <a:pt x="0" y="44259"/>
                </a:cubicBezTo>
                <a:lnTo>
                  <a:pt x="0" y="14077"/>
                </a:lnTo>
                <a:lnTo>
                  <a:pt x="12923" y="14077"/>
                </a:lnTo>
                <a:lnTo>
                  <a:pt x="12923" y="0"/>
                </a:lnTo>
                <a:lnTo>
                  <a:pt x="28154" y="0"/>
                </a:lnTo>
                <a:lnTo>
                  <a:pt x="28154" y="44259"/>
                </a:lnTo>
                <a:close/>
              </a:path>
            </a:pathLst>
          </a:custGeom>
          <a:solidFill xmlns:a="http://schemas.openxmlformats.org/drawingml/2006/main">
            <a:srgbClr val="BA6A77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8947332-D4A9-4515-8B1C-53A9CB6A9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5018" y="1544188"/>
            <a:ext cx="28154" cy="403846"/>
          </a:xfrm>
          <a:custGeom xmlns:a="http://schemas.openxmlformats.org/drawingml/2006/main">
            <a:pathLst>
              <a:path w="28154" h="403846">
                <a:moveTo>
                  <a:pt x="2224" y="403846"/>
                </a:moveTo>
                <a:lnTo>
                  <a:pt x="0" y="403846"/>
                </a:lnTo>
                <a:lnTo>
                  <a:pt x="0" y="359560"/>
                </a:lnTo>
                <a:cubicBezTo>
                  <a:pt x="4645" y="359982"/>
                  <a:pt x="9319" y="360179"/>
                  <a:pt x="14077" y="360179"/>
                </a:cubicBezTo>
                <a:cubicBezTo>
                  <a:pt x="18807" y="360179"/>
                  <a:pt x="23509" y="359982"/>
                  <a:pt x="28154" y="359560"/>
                </a:cubicBezTo>
                <a:lnTo>
                  <a:pt x="28154" y="389769"/>
                </a:lnTo>
                <a:lnTo>
                  <a:pt x="2224" y="389769"/>
                </a:lnTo>
                <a:lnTo>
                  <a:pt x="2224" y="403846"/>
                </a:lnTo>
                <a:moveTo>
                  <a:pt x="28154" y="44259"/>
                </a:moveTo>
                <a:cubicBezTo>
                  <a:pt x="23509" y="43865"/>
                  <a:pt x="18807" y="43639"/>
                  <a:pt x="14077" y="43639"/>
                </a:cubicBezTo>
                <a:cubicBezTo>
                  <a:pt x="9319" y="43639"/>
                  <a:pt x="4645" y="43865"/>
                  <a:pt x="0" y="44259"/>
                </a:cubicBezTo>
                <a:lnTo>
                  <a:pt x="0" y="14077"/>
                </a:lnTo>
                <a:lnTo>
                  <a:pt x="6785" y="14077"/>
                </a:lnTo>
                <a:lnTo>
                  <a:pt x="6785" y="0"/>
                </a:lnTo>
                <a:lnTo>
                  <a:pt x="28154" y="0"/>
                </a:lnTo>
                <a:lnTo>
                  <a:pt x="28154" y="44259"/>
                </a:lnTo>
                <a:close/>
              </a:path>
            </a:pathLst>
          </a:custGeom>
          <a:solidFill xmlns:a="http://schemas.openxmlformats.org/drawingml/2006/main">
            <a:srgbClr val="BA6A77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7DD5D27-FD0F-4060-9370-A3567A90F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4161" y="1544188"/>
            <a:ext cx="28154" cy="403846"/>
          </a:xfrm>
          <a:custGeom xmlns:a="http://schemas.openxmlformats.org/drawingml/2006/main">
            <a:pathLst>
              <a:path w="28154" h="403846">
                <a:moveTo>
                  <a:pt x="28154" y="403846"/>
                </a:moveTo>
                <a:lnTo>
                  <a:pt x="22552" y="403846"/>
                </a:lnTo>
                <a:lnTo>
                  <a:pt x="22552" y="389769"/>
                </a:lnTo>
                <a:lnTo>
                  <a:pt x="0" y="389769"/>
                </a:lnTo>
                <a:lnTo>
                  <a:pt x="0" y="359560"/>
                </a:lnTo>
                <a:cubicBezTo>
                  <a:pt x="4645" y="359982"/>
                  <a:pt x="9347" y="360179"/>
                  <a:pt x="14077" y="360179"/>
                </a:cubicBezTo>
                <a:cubicBezTo>
                  <a:pt x="18807" y="360179"/>
                  <a:pt x="23509" y="359982"/>
                  <a:pt x="28154" y="359560"/>
                </a:cubicBezTo>
                <a:lnTo>
                  <a:pt x="28154" y="403846"/>
                </a:lnTo>
                <a:moveTo>
                  <a:pt x="28154" y="44259"/>
                </a:moveTo>
                <a:cubicBezTo>
                  <a:pt x="23509" y="43865"/>
                  <a:pt x="18807" y="43639"/>
                  <a:pt x="14077" y="43639"/>
                </a:cubicBezTo>
                <a:cubicBezTo>
                  <a:pt x="9347" y="43639"/>
                  <a:pt x="4645" y="43865"/>
                  <a:pt x="0" y="44259"/>
                </a:cubicBezTo>
                <a:lnTo>
                  <a:pt x="0" y="14077"/>
                </a:lnTo>
                <a:lnTo>
                  <a:pt x="648" y="14077"/>
                </a:lnTo>
                <a:lnTo>
                  <a:pt x="648" y="0"/>
                </a:lnTo>
                <a:lnTo>
                  <a:pt x="27113" y="0"/>
                </a:lnTo>
                <a:lnTo>
                  <a:pt x="27113" y="14077"/>
                </a:lnTo>
                <a:lnTo>
                  <a:pt x="28154" y="14077"/>
                </a:lnTo>
                <a:lnTo>
                  <a:pt x="28154" y="44259"/>
                </a:lnTo>
                <a:close/>
              </a:path>
            </a:pathLst>
          </a:custGeom>
          <a:solidFill xmlns:a="http://schemas.openxmlformats.org/drawingml/2006/main">
            <a:srgbClr val="BA6A77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40DAB92-14A2-4E99-B042-EF9501E0C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8136" y="1615984"/>
            <a:ext cx="260203" cy="260231"/>
          </a:xfrm>
          <a:custGeom xmlns:a="http://schemas.openxmlformats.org/drawingml/2006/main">
            <a:pathLst>
              <a:path w="260203" h="260231">
                <a:moveTo>
                  <a:pt x="130101" y="260231"/>
                </a:moveTo>
                <a:cubicBezTo>
                  <a:pt x="94120" y="260231"/>
                  <a:pt x="61686" y="245703"/>
                  <a:pt x="38093" y="222110"/>
                </a:cubicBezTo>
                <a:cubicBezTo>
                  <a:pt x="14528" y="198545"/>
                  <a:pt x="0" y="166083"/>
                  <a:pt x="0" y="130130"/>
                </a:cubicBezTo>
                <a:cubicBezTo>
                  <a:pt x="0" y="94148"/>
                  <a:pt x="14528" y="61714"/>
                  <a:pt x="38093" y="38121"/>
                </a:cubicBezTo>
                <a:cubicBezTo>
                  <a:pt x="61686" y="14556"/>
                  <a:pt x="94120" y="28"/>
                  <a:pt x="130101" y="0"/>
                </a:cubicBezTo>
                <a:cubicBezTo>
                  <a:pt x="166083" y="28"/>
                  <a:pt x="198517" y="14556"/>
                  <a:pt x="222110" y="38121"/>
                </a:cubicBezTo>
                <a:cubicBezTo>
                  <a:pt x="245675" y="61714"/>
                  <a:pt x="260203" y="94148"/>
                  <a:pt x="260203" y="130130"/>
                </a:cubicBezTo>
                <a:cubicBezTo>
                  <a:pt x="260203" y="166083"/>
                  <a:pt x="245675" y="198545"/>
                  <a:pt x="222110" y="222110"/>
                </a:cubicBezTo>
                <a:cubicBezTo>
                  <a:pt x="198517" y="245675"/>
                  <a:pt x="166083" y="260231"/>
                  <a:pt x="130101" y="260231"/>
                </a:cubicBezTo>
              </a:path>
            </a:pathLst>
          </a:custGeom>
          <a:solidFill xmlns:a="http://schemas.openxmlformats.org/drawingml/2006/main">
            <a:srgbClr val="E1808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A51A96B-C0BB-43DB-BF5D-B30AC40EC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9982" y="1587830"/>
            <a:ext cx="316511" cy="316540"/>
          </a:xfrm>
          <a:custGeom xmlns:a="http://schemas.openxmlformats.org/drawingml/2006/main">
            <a:pathLst>
              <a:path w="316511" h="316540">
                <a:moveTo>
                  <a:pt x="158256" y="316540"/>
                </a:moveTo>
                <a:cubicBezTo>
                  <a:pt x="153526" y="316540"/>
                  <a:pt x="148824" y="316343"/>
                  <a:pt x="144179" y="315920"/>
                </a:cubicBezTo>
                <a:cubicBezTo>
                  <a:pt x="67993" y="309191"/>
                  <a:pt x="7320" y="248519"/>
                  <a:pt x="619" y="172361"/>
                </a:cubicBezTo>
                <a:cubicBezTo>
                  <a:pt x="197" y="167716"/>
                  <a:pt x="0" y="163014"/>
                  <a:pt x="0" y="158284"/>
                </a:cubicBezTo>
                <a:cubicBezTo>
                  <a:pt x="0" y="153526"/>
                  <a:pt x="197" y="148824"/>
                  <a:pt x="619" y="144207"/>
                </a:cubicBezTo>
                <a:cubicBezTo>
                  <a:pt x="7320" y="68021"/>
                  <a:pt x="67993" y="7348"/>
                  <a:pt x="144179" y="619"/>
                </a:cubicBezTo>
                <a:cubicBezTo>
                  <a:pt x="148824" y="225"/>
                  <a:pt x="153526" y="0"/>
                  <a:pt x="158256" y="0"/>
                </a:cubicBezTo>
                <a:cubicBezTo>
                  <a:pt x="162986" y="0"/>
                  <a:pt x="167687" y="225"/>
                  <a:pt x="172333" y="619"/>
                </a:cubicBezTo>
                <a:cubicBezTo>
                  <a:pt x="248519" y="7348"/>
                  <a:pt x="309191" y="68021"/>
                  <a:pt x="315892" y="144207"/>
                </a:cubicBezTo>
                <a:cubicBezTo>
                  <a:pt x="316314" y="148824"/>
                  <a:pt x="316511" y="153526"/>
                  <a:pt x="316511" y="158284"/>
                </a:cubicBezTo>
                <a:cubicBezTo>
                  <a:pt x="316511" y="163014"/>
                  <a:pt x="316314" y="167716"/>
                  <a:pt x="315892" y="172361"/>
                </a:cubicBezTo>
                <a:cubicBezTo>
                  <a:pt x="309191" y="248519"/>
                  <a:pt x="248519" y="309191"/>
                  <a:pt x="172333" y="315920"/>
                </a:cubicBezTo>
                <a:cubicBezTo>
                  <a:pt x="167687" y="316343"/>
                  <a:pt x="162986" y="316540"/>
                  <a:pt x="158256" y="316540"/>
                </a:cubicBezTo>
                <a:moveTo>
                  <a:pt x="158256" y="28154"/>
                </a:moveTo>
                <a:cubicBezTo>
                  <a:pt x="122274" y="28183"/>
                  <a:pt x="89841" y="42710"/>
                  <a:pt x="66247" y="66275"/>
                </a:cubicBezTo>
                <a:cubicBezTo>
                  <a:pt x="42682" y="89869"/>
                  <a:pt x="28154" y="122303"/>
                  <a:pt x="28154" y="158284"/>
                </a:cubicBezTo>
                <a:cubicBezTo>
                  <a:pt x="28154" y="194237"/>
                  <a:pt x="42682" y="226699"/>
                  <a:pt x="66247" y="250264"/>
                </a:cubicBezTo>
                <a:cubicBezTo>
                  <a:pt x="89841" y="273858"/>
                  <a:pt x="122274" y="288385"/>
                  <a:pt x="158256" y="288385"/>
                </a:cubicBezTo>
                <a:cubicBezTo>
                  <a:pt x="194237" y="288385"/>
                  <a:pt x="226671" y="273858"/>
                  <a:pt x="250264" y="250264"/>
                </a:cubicBezTo>
                <a:cubicBezTo>
                  <a:pt x="273829" y="226699"/>
                  <a:pt x="288357" y="194237"/>
                  <a:pt x="288357" y="158284"/>
                </a:cubicBezTo>
                <a:cubicBezTo>
                  <a:pt x="288357" y="122303"/>
                  <a:pt x="273829" y="89869"/>
                  <a:pt x="250264" y="66275"/>
                </a:cubicBezTo>
                <a:cubicBezTo>
                  <a:pt x="226671" y="42710"/>
                  <a:pt x="194237" y="28183"/>
                  <a:pt x="158256" y="28154"/>
                </a:cubicBezTo>
                <a:moveTo>
                  <a:pt x="316511" y="158284"/>
                </a:moveTo>
                <a:close/>
              </a:path>
            </a:pathLst>
          </a:custGeom>
          <a:solidFill xmlns:a="http://schemas.openxmlformats.org/drawingml/2006/main">
            <a:srgbClr val="BA6A77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C095F13-1B79-45A0-A566-77AB25730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988" y="1615984"/>
            <a:ext cx="260203" cy="260231"/>
          </a:xfrm>
          <a:custGeom xmlns:a="http://schemas.openxmlformats.org/drawingml/2006/main">
            <a:pathLst>
              <a:path w="260203" h="260231">
                <a:moveTo>
                  <a:pt x="130101" y="260231"/>
                </a:moveTo>
                <a:cubicBezTo>
                  <a:pt x="94120" y="260231"/>
                  <a:pt x="61686" y="245675"/>
                  <a:pt x="38093" y="222110"/>
                </a:cubicBezTo>
                <a:cubicBezTo>
                  <a:pt x="14528" y="198545"/>
                  <a:pt x="0" y="166083"/>
                  <a:pt x="0" y="130130"/>
                </a:cubicBezTo>
                <a:cubicBezTo>
                  <a:pt x="0" y="94148"/>
                  <a:pt x="14528" y="61714"/>
                  <a:pt x="38093" y="38121"/>
                </a:cubicBezTo>
                <a:cubicBezTo>
                  <a:pt x="61686" y="14556"/>
                  <a:pt x="94120" y="28"/>
                  <a:pt x="130101" y="0"/>
                </a:cubicBezTo>
                <a:cubicBezTo>
                  <a:pt x="166083" y="28"/>
                  <a:pt x="198517" y="14556"/>
                  <a:pt x="222110" y="38121"/>
                </a:cubicBezTo>
                <a:cubicBezTo>
                  <a:pt x="245675" y="61714"/>
                  <a:pt x="260203" y="94148"/>
                  <a:pt x="260203" y="130130"/>
                </a:cubicBezTo>
                <a:cubicBezTo>
                  <a:pt x="260203" y="166083"/>
                  <a:pt x="245675" y="198545"/>
                  <a:pt x="222110" y="222110"/>
                </a:cubicBezTo>
                <a:cubicBezTo>
                  <a:pt x="198517" y="245675"/>
                  <a:pt x="166083" y="260231"/>
                  <a:pt x="130101" y="260231"/>
                </a:cubicBezTo>
              </a:path>
            </a:pathLst>
          </a:custGeom>
          <a:solidFill xmlns:a="http://schemas.openxmlformats.org/drawingml/2006/main">
            <a:srgbClr val="E1808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9EA9271-089C-480C-A445-01C130ED3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0833" y="1587830"/>
            <a:ext cx="316511" cy="316540"/>
          </a:xfrm>
          <a:custGeom xmlns:a="http://schemas.openxmlformats.org/drawingml/2006/main">
            <a:pathLst>
              <a:path w="316511" h="316540">
                <a:moveTo>
                  <a:pt x="158256" y="316540"/>
                </a:moveTo>
                <a:cubicBezTo>
                  <a:pt x="153526" y="316540"/>
                  <a:pt x="148824" y="316343"/>
                  <a:pt x="144179" y="315920"/>
                </a:cubicBezTo>
                <a:cubicBezTo>
                  <a:pt x="67993" y="309191"/>
                  <a:pt x="7320" y="248519"/>
                  <a:pt x="619" y="172361"/>
                </a:cubicBezTo>
                <a:cubicBezTo>
                  <a:pt x="197" y="167716"/>
                  <a:pt x="0" y="163014"/>
                  <a:pt x="0" y="158284"/>
                </a:cubicBezTo>
                <a:cubicBezTo>
                  <a:pt x="0" y="153526"/>
                  <a:pt x="197" y="148824"/>
                  <a:pt x="619" y="144207"/>
                </a:cubicBezTo>
                <a:cubicBezTo>
                  <a:pt x="7320" y="68021"/>
                  <a:pt x="67993" y="7348"/>
                  <a:pt x="144179" y="619"/>
                </a:cubicBezTo>
                <a:cubicBezTo>
                  <a:pt x="148824" y="225"/>
                  <a:pt x="153526" y="0"/>
                  <a:pt x="158256" y="0"/>
                </a:cubicBezTo>
                <a:cubicBezTo>
                  <a:pt x="162986" y="0"/>
                  <a:pt x="167687" y="225"/>
                  <a:pt x="172333" y="619"/>
                </a:cubicBezTo>
                <a:cubicBezTo>
                  <a:pt x="248519" y="7348"/>
                  <a:pt x="309191" y="68021"/>
                  <a:pt x="315892" y="144207"/>
                </a:cubicBezTo>
                <a:cubicBezTo>
                  <a:pt x="316314" y="148824"/>
                  <a:pt x="316511" y="153526"/>
                  <a:pt x="316511" y="158284"/>
                </a:cubicBezTo>
                <a:cubicBezTo>
                  <a:pt x="316511" y="163014"/>
                  <a:pt x="316314" y="167716"/>
                  <a:pt x="315892" y="172361"/>
                </a:cubicBezTo>
                <a:cubicBezTo>
                  <a:pt x="309191" y="248519"/>
                  <a:pt x="248519" y="309191"/>
                  <a:pt x="172333" y="315920"/>
                </a:cubicBezTo>
                <a:cubicBezTo>
                  <a:pt x="167687" y="316343"/>
                  <a:pt x="162986" y="316540"/>
                  <a:pt x="158256" y="316540"/>
                </a:cubicBezTo>
                <a:moveTo>
                  <a:pt x="158256" y="28154"/>
                </a:moveTo>
                <a:cubicBezTo>
                  <a:pt x="122274" y="28183"/>
                  <a:pt x="89841" y="42710"/>
                  <a:pt x="66247" y="66275"/>
                </a:cubicBezTo>
                <a:cubicBezTo>
                  <a:pt x="42682" y="89869"/>
                  <a:pt x="28154" y="122303"/>
                  <a:pt x="28154" y="158284"/>
                </a:cubicBezTo>
                <a:cubicBezTo>
                  <a:pt x="28154" y="194237"/>
                  <a:pt x="42682" y="226699"/>
                  <a:pt x="66247" y="250264"/>
                </a:cubicBezTo>
                <a:cubicBezTo>
                  <a:pt x="89841" y="273858"/>
                  <a:pt x="122274" y="288385"/>
                  <a:pt x="158256" y="288385"/>
                </a:cubicBezTo>
                <a:cubicBezTo>
                  <a:pt x="194237" y="288385"/>
                  <a:pt x="226671" y="273858"/>
                  <a:pt x="250264" y="250264"/>
                </a:cubicBezTo>
                <a:cubicBezTo>
                  <a:pt x="273829" y="226699"/>
                  <a:pt x="288357" y="194237"/>
                  <a:pt x="288357" y="158284"/>
                </a:cubicBezTo>
                <a:cubicBezTo>
                  <a:pt x="288357" y="122303"/>
                  <a:pt x="273829" y="89869"/>
                  <a:pt x="250264" y="66275"/>
                </a:cubicBezTo>
                <a:cubicBezTo>
                  <a:pt x="226671" y="42710"/>
                  <a:pt x="194237" y="28183"/>
                  <a:pt x="158256" y="28154"/>
                </a:cubicBezTo>
                <a:moveTo>
                  <a:pt x="316511" y="158284"/>
                </a:moveTo>
                <a:close/>
              </a:path>
            </a:pathLst>
          </a:custGeom>
          <a:solidFill xmlns:a="http://schemas.openxmlformats.org/drawingml/2006/main">
            <a:srgbClr val="BA6A77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A6AF5E0-2DF0-4224-803F-08AE7ECD5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9842" y="1615984"/>
            <a:ext cx="260203" cy="260231"/>
          </a:xfrm>
          <a:custGeom xmlns:a="http://schemas.openxmlformats.org/drawingml/2006/main">
            <a:pathLst>
              <a:path w="260203" h="260231">
                <a:moveTo>
                  <a:pt x="130101" y="260231"/>
                </a:moveTo>
                <a:cubicBezTo>
                  <a:pt x="94120" y="260231"/>
                  <a:pt x="61686" y="245703"/>
                  <a:pt x="38093" y="222110"/>
                </a:cubicBezTo>
                <a:cubicBezTo>
                  <a:pt x="14528" y="198545"/>
                  <a:pt x="0" y="166083"/>
                  <a:pt x="0" y="130130"/>
                </a:cubicBezTo>
                <a:cubicBezTo>
                  <a:pt x="0" y="94148"/>
                  <a:pt x="14528" y="61714"/>
                  <a:pt x="38093" y="38121"/>
                </a:cubicBezTo>
                <a:cubicBezTo>
                  <a:pt x="61686" y="14556"/>
                  <a:pt x="94120" y="28"/>
                  <a:pt x="130101" y="0"/>
                </a:cubicBezTo>
                <a:cubicBezTo>
                  <a:pt x="166083" y="28"/>
                  <a:pt x="198517" y="14556"/>
                  <a:pt x="222110" y="38121"/>
                </a:cubicBezTo>
                <a:cubicBezTo>
                  <a:pt x="245675" y="61714"/>
                  <a:pt x="260203" y="94148"/>
                  <a:pt x="260203" y="130130"/>
                </a:cubicBezTo>
                <a:cubicBezTo>
                  <a:pt x="260203" y="166083"/>
                  <a:pt x="245675" y="198545"/>
                  <a:pt x="222110" y="222110"/>
                </a:cubicBezTo>
                <a:cubicBezTo>
                  <a:pt x="198517" y="245675"/>
                  <a:pt x="166083" y="260231"/>
                  <a:pt x="130101" y="260231"/>
                </a:cubicBezTo>
              </a:path>
            </a:pathLst>
          </a:custGeom>
          <a:solidFill xmlns:a="http://schemas.openxmlformats.org/drawingml/2006/main">
            <a:srgbClr val="E1808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D99ED91-C92A-44CF-888D-2CCBA0BF9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687" y="1587830"/>
            <a:ext cx="316511" cy="316540"/>
          </a:xfrm>
          <a:custGeom xmlns:a="http://schemas.openxmlformats.org/drawingml/2006/main">
            <a:pathLst>
              <a:path w="316511" h="316540">
                <a:moveTo>
                  <a:pt x="158256" y="316540"/>
                </a:moveTo>
                <a:cubicBezTo>
                  <a:pt x="153526" y="316540"/>
                  <a:pt x="148824" y="316343"/>
                  <a:pt x="144179" y="315920"/>
                </a:cubicBezTo>
                <a:cubicBezTo>
                  <a:pt x="67993" y="309191"/>
                  <a:pt x="7320" y="248519"/>
                  <a:pt x="619" y="172361"/>
                </a:cubicBezTo>
                <a:cubicBezTo>
                  <a:pt x="197" y="167716"/>
                  <a:pt x="0" y="163014"/>
                  <a:pt x="0" y="158284"/>
                </a:cubicBezTo>
                <a:cubicBezTo>
                  <a:pt x="0" y="153526"/>
                  <a:pt x="197" y="148824"/>
                  <a:pt x="619" y="144207"/>
                </a:cubicBezTo>
                <a:cubicBezTo>
                  <a:pt x="7320" y="68021"/>
                  <a:pt x="67993" y="7348"/>
                  <a:pt x="144179" y="619"/>
                </a:cubicBezTo>
                <a:cubicBezTo>
                  <a:pt x="148824" y="225"/>
                  <a:pt x="153526" y="0"/>
                  <a:pt x="158256" y="0"/>
                </a:cubicBezTo>
                <a:cubicBezTo>
                  <a:pt x="162986" y="0"/>
                  <a:pt x="167687" y="225"/>
                  <a:pt x="172333" y="619"/>
                </a:cubicBezTo>
                <a:cubicBezTo>
                  <a:pt x="248519" y="7348"/>
                  <a:pt x="309191" y="68021"/>
                  <a:pt x="315892" y="144207"/>
                </a:cubicBezTo>
                <a:cubicBezTo>
                  <a:pt x="316314" y="148824"/>
                  <a:pt x="316511" y="153526"/>
                  <a:pt x="316511" y="158284"/>
                </a:cubicBezTo>
                <a:cubicBezTo>
                  <a:pt x="316511" y="163014"/>
                  <a:pt x="316314" y="167716"/>
                  <a:pt x="315892" y="172361"/>
                </a:cubicBezTo>
                <a:cubicBezTo>
                  <a:pt x="309191" y="248519"/>
                  <a:pt x="248519" y="309191"/>
                  <a:pt x="172333" y="315920"/>
                </a:cubicBezTo>
                <a:cubicBezTo>
                  <a:pt x="167687" y="316343"/>
                  <a:pt x="162986" y="316540"/>
                  <a:pt x="158256" y="316540"/>
                </a:cubicBezTo>
                <a:moveTo>
                  <a:pt x="158256" y="28154"/>
                </a:moveTo>
                <a:cubicBezTo>
                  <a:pt x="122274" y="28183"/>
                  <a:pt x="89841" y="42710"/>
                  <a:pt x="66247" y="66275"/>
                </a:cubicBezTo>
                <a:cubicBezTo>
                  <a:pt x="42682" y="89869"/>
                  <a:pt x="28154" y="122303"/>
                  <a:pt x="28154" y="158284"/>
                </a:cubicBezTo>
                <a:cubicBezTo>
                  <a:pt x="28154" y="194237"/>
                  <a:pt x="42682" y="226699"/>
                  <a:pt x="66247" y="250264"/>
                </a:cubicBezTo>
                <a:cubicBezTo>
                  <a:pt x="89841" y="273858"/>
                  <a:pt x="122274" y="288385"/>
                  <a:pt x="158256" y="288385"/>
                </a:cubicBezTo>
                <a:cubicBezTo>
                  <a:pt x="194237" y="288385"/>
                  <a:pt x="226671" y="273858"/>
                  <a:pt x="250264" y="250264"/>
                </a:cubicBezTo>
                <a:cubicBezTo>
                  <a:pt x="273829" y="226699"/>
                  <a:pt x="288357" y="194237"/>
                  <a:pt x="288357" y="158284"/>
                </a:cubicBezTo>
                <a:cubicBezTo>
                  <a:pt x="288357" y="122303"/>
                  <a:pt x="273829" y="89869"/>
                  <a:pt x="250264" y="66275"/>
                </a:cubicBezTo>
                <a:cubicBezTo>
                  <a:pt x="226671" y="42710"/>
                  <a:pt x="194237" y="28183"/>
                  <a:pt x="158256" y="28154"/>
                </a:cubicBezTo>
                <a:moveTo>
                  <a:pt x="316511" y="158284"/>
                </a:moveTo>
                <a:close/>
              </a:path>
            </a:pathLst>
          </a:custGeom>
          <a:solidFill xmlns:a="http://schemas.openxmlformats.org/drawingml/2006/main">
            <a:srgbClr val="BA6A77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3" name="Text Row">
            <a:extLst xmlns:a="http://schemas.openxmlformats.org/drawingml/2006/main">
              <a:ext uri="{FF2B5EF4-FFF2-40B4-BE49-F238E27FC236}">
                <a16:creationId xmlns:a16="http://schemas.microsoft.com/office/drawing/2014/main" id="{810CE1FB-ABD1-4ADA-9409-D79954BC9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7950" y="1658753"/>
            <a:ext cx="482239" cy="174948"/>
          </a:xfrm>
          <a:custGeom xmlns:a="http://schemas.openxmlformats.org/drawingml/2006/main">
            <a:pathLst>
              <a:path w="482239" h="174948">
                <a:moveTo>
                  <a:pt x="174576" y="164914"/>
                </a:moveTo>
                <a:lnTo>
                  <a:pt x="174576" y="171236"/>
                </a:lnTo>
                <a:lnTo>
                  <a:pt x="122612" y="171236"/>
                </a:lnTo>
                <a:lnTo>
                  <a:pt x="70152" y="91804"/>
                </a:lnTo>
                <a:lnTo>
                  <a:pt x="63347" y="91804"/>
                </a:lnTo>
                <a:lnTo>
                  <a:pt x="63347" y="141495"/>
                </a:lnTo>
                <a:cubicBezTo>
                  <a:pt x="63512" y="151161"/>
                  <a:pt x="65121" y="157315"/>
                  <a:pt x="68173" y="159957"/>
                </a:cubicBezTo>
                <a:cubicBezTo>
                  <a:pt x="70812" y="162022"/>
                  <a:pt x="76627" y="163674"/>
                  <a:pt x="85618" y="164914"/>
                </a:cubicBezTo>
                <a:lnTo>
                  <a:pt x="85618" y="171236"/>
                </a:lnTo>
                <a:lnTo>
                  <a:pt x="0" y="171236"/>
                </a:lnTo>
                <a:lnTo>
                  <a:pt x="0" y="164914"/>
                </a:lnTo>
                <a:cubicBezTo>
                  <a:pt x="9403" y="163839"/>
                  <a:pt x="15342" y="162187"/>
                  <a:pt x="17816" y="159957"/>
                </a:cubicBezTo>
                <a:cubicBezTo>
                  <a:pt x="20621" y="157480"/>
                  <a:pt x="22106" y="151326"/>
                  <a:pt x="22271" y="141495"/>
                </a:cubicBezTo>
                <a:lnTo>
                  <a:pt x="22271" y="29532"/>
                </a:lnTo>
                <a:cubicBezTo>
                  <a:pt x="22106" y="19564"/>
                  <a:pt x="20250" y="13138"/>
                  <a:pt x="16703" y="10254"/>
                </a:cubicBezTo>
                <a:cubicBezTo>
                  <a:pt x="13816" y="8197"/>
                  <a:pt x="8248" y="6880"/>
                  <a:pt x="0" y="6302"/>
                </a:cubicBezTo>
                <a:lnTo>
                  <a:pt x="0" y="0"/>
                </a:lnTo>
                <a:lnTo>
                  <a:pt x="81535" y="0"/>
                </a:lnTo>
                <a:cubicBezTo>
                  <a:pt x="102981" y="0"/>
                  <a:pt x="120096" y="3500"/>
                  <a:pt x="132881" y="10501"/>
                </a:cubicBezTo>
                <a:cubicBezTo>
                  <a:pt x="146326" y="17832"/>
                  <a:pt x="153048" y="29323"/>
                  <a:pt x="153048" y="44974"/>
                </a:cubicBezTo>
                <a:cubicBezTo>
                  <a:pt x="153048" y="56836"/>
                  <a:pt x="149254" y="66268"/>
                  <a:pt x="141665" y="73269"/>
                </a:cubicBezTo>
                <a:cubicBezTo>
                  <a:pt x="135644" y="78870"/>
                  <a:pt x="126159" y="83689"/>
                  <a:pt x="113209" y="87725"/>
                </a:cubicBezTo>
                <a:lnTo>
                  <a:pt x="164183" y="160081"/>
                </a:lnTo>
                <a:cubicBezTo>
                  <a:pt x="166575" y="163386"/>
                  <a:pt x="170040" y="164997"/>
                  <a:pt x="174576" y="164914"/>
                </a:cubicBezTo>
                <a:moveTo>
                  <a:pt x="63347" y="83650"/>
                </a:moveTo>
                <a:cubicBezTo>
                  <a:pt x="77370" y="83402"/>
                  <a:pt x="87433" y="82083"/>
                  <a:pt x="93536" y="79691"/>
                </a:cubicBezTo>
                <a:cubicBezTo>
                  <a:pt x="96506" y="78453"/>
                  <a:pt x="99145" y="76721"/>
                  <a:pt x="101455" y="74494"/>
                </a:cubicBezTo>
                <a:cubicBezTo>
                  <a:pt x="106981" y="68883"/>
                  <a:pt x="109744" y="59353"/>
                  <a:pt x="109744" y="45906"/>
                </a:cubicBezTo>
                <a:cubicBezTo>
                  <a:pt x="109744" y="31801"/>
                  <a:pt x="106775" y="21819"/>
                  <a:pt x="100836" y="15961"/>
                </a:cubicBezTo>
                <a:cubicBezTo>
                  <a:pt x="95805" y="10929"/>
                  <a:pt x="87886" y="8413"/>
                  <a:pt x="77081" y="8413"/>
                </a:cubicBezTo>
                <a:cubicBezTo>
                  <a:pt x="70647" y="8413"/>
                  <a:pt x="66688" y="9703"/>
                  <a:pt x="65203" y="12284"/>
                </a:cubicBezTo>
                <a:cubicBezTo>
                  <a:pt x="63966" y="14446"/>
                  <a:pt x="63347" y="16776"/>
                  <a:pt x="63347" y="19274"/>
                </a:cubicBezTo>
                <a:lnTo>
                  <a:pt x="63347" y="83650"/>
                </a:lnTo>
                <a:close/>
                <a:moveTo>
                  <a:pt x="239985" y="51222"/>
                </a:moveTo>
                <a:cubicBezTo>
                  <a:pt x="254502" y="51222"/>
                  <a:pt x="266957" y="55974"/>
                  <a:pt x="277350" y="65478"/>
                </a:cubicBezTo>
                <a:cubicBezTo>
                  <a:pt x="290464" y="77546"/>
                  <a:pt x="297022" y="93415"/>
                  <a:pt x="297022" y="113085"/>
                </a:cubicBezTo>
                <a:cubicBezTo>
                  <a:pt x="297022" y="125731"/>
                  <a:pt x="294094" y="137095"/>
                  <a:pt x="288237" y="147179"/>
                </a:cubicBezTo>
                <a:cubicBezTo>
                  <a:pt x="283206" y="155938"/>
                  <a:pt x="276483" y="162755"/>
                  <a:pt x="268070" y="167632"/>
                </a:cubicBezTo>
                <a:cubicBezTo>
                  <a:pt x="259657" y="172509"/>
                  <a:pt x="250336" y="174948"/>
                  <a:pt x="240108" y="174948"/>
                </a:cubicBezTo>
                <a:cubicBezTo>
                  <a:pt x="221467" y="174948"/>
                  <a:pt x="206661" y="167757"/>
                  <a:pt x="195691" y="153377"/>
                </a:cubicBezTo>
                <a:cubicBezTo>
                  <a:pt x="187030" y="142053"/>
                  <a:pt x="182700" y="128458"/>
                  <a:pt x="182700" y="112590"/>
                </a:cubicBezTo>
                <a:cubicBezTo>
                  <a:pt x="182700" y="100274"/>
                  <a:pt x="185669" y="89157"/>
                  <a:pt x="191608" y="79238"/>
                </a:cubicBezTo>
                <a:cubicBezTo>
                  <a:pt x="196887" y="70230"/>
                  <a:pt x="203651" y="63329"/>
                  <a:pt x="211899" y="58538"/>
                </a:cubicBezTo>
                <a:cubicBezTo>
                  <a:pt x="220312" y="53661"/>
                  <a:pt x="229674" y="51222"/>
                  <a:pt x="239985" y="51222"/>
                </a:cubicBezTo>
                <a:moveTo>
                  <a:pt x="240232" y="59141"/>
                </a:moveTo>
                <a:cubicBezTo>
                  <a:pt x="233221" y="59141"/>
                  <a:pt x="228148" y="62523"/>
                  <a:pt x="225014" y="69286"/>
                </a:cubicBezTo>
                <a:cubicBezTo>
                  <a:pt x="222787" y="74235"/>
                  <a:pt x="221302" y="81535"/>
                  <a:pt x="220560" y="91186"/>
                </a:cubicBezTo>
                <a:cubicBezTo>
                  <a:pt x="220147" y="96217"/>
                  <a:pt x="219941" y="104795"/>
                  <a:pt x="219941" y="116920"/>
                </a:cubicBezTo>
                <a:cubicBezTo>
                  <a:pt x="219941" y="134572"/>
                  <a:pt x="221013" y="146573"/>
                  <a:pt x="223158" y="152924"/>
                </a:cubicBezTo>
                <a:cubicBezTo>
                  <a:pt x="226292" y="162328"/>
                  <a:pt x="231901" y="167029"/>
                  <a:pt x="239985" y="167029"/>
                </a:cubicBezTo>
                <a:cubicBezTo>
                  <a:pt x="246336" y="167029"/>
                  <a:pt x="250955" y="164348"/>
                  <a:pt x="253842" y="158987"/>
                </a:cubicBezTo>
                <a:cubicBezTo>
                  <a:pt x="257801" y="151646"/>
                  <a:pt x="259781" y="136881"/>
                  <a:pt x="259781" y="114693"/>
                </a:cubicBezTo>
                <a:cubicBezTo>
                  <a:pt x="259781" y="90196"/>
                  <a:pt x="257718" y="74276"/>
                  <a:pt x="253594" y="66935"/>
                </a:cubicBezTo>
                <a:cubicBezTo>
                  <a:pt x="250707" y="61739"/>
                  <a:pt x="246253" y="59141"/>
                  <a:pt x="240232" y="59141"/>
                </a:cubicBezTo>
                <a:close/>
                <a:moveTo>
                  <a:pt x="482239" y="54439"/>
                </a:moveTo>
                <a:lnTo>
                  <a:pt x="482239" y="60502"/>
                </a:lnTo>
                <a:cubicBezTo>
                  <a:pt x="479847" y="60997"/>
                  <a:pt x="478032" y="61574"/>
                  <a:pt x="476795" y="62234"/>
                </a:cubicBezTo>
                <a:cubicBezTo>
                  <a:pt x="474320" y="63556"/>
                  <a:pt x="471887" y="67191"/>
                  <a:pt x="469495" y="73137"/>
                </a:cubicBezTo>
                <a:lnTo>
                  <a:pt x="430274" y="174948"/>
                </a:lnTo>
                <a:lnTo>
                  <a:pt x="424459" y="174948"/>
                </a:lnTo>
                <a:lnTo>
                  <a:pt x="398477" y="96258"/>
                </a:lnTo>
                <a:lnTo>
                  <a:pt x="366927" y="174948"/>
                </a:lnTo>
                <a:lnTo>
                  <a:pt x="360864" y="174948"/>
                </a:lnTo>
                <a:lnTo>
                  <a:pt x="323375" y="80070"/>
                </a:lnTo>
                <a:cubicBezTo>
                  <a:pt x="319251" y="69996"/>
                  <a:pt x="316364" y="64300"/>
                  <a:pt x="314715" y="62980"/>
                </a:cubicBezTo>
                <a:cubicBezTo>
                  <a:pt x="313477" y="61905"/>
                  <a:pt x="311539" y="61079"/>
                  <a:pt x="308899" y="60502"/>
                </a:cubicBezTo>
                <a:lnTo>
                  <a:pt x="308899" y="54439"/>
                </a:lnTo>
                <a:lnTo>
                  <a:pt x="365194" y="54439"/>
                </a:lnTo>
                <a:lnTo>
                  <a:pt x="365194" y="60502"/>
                </a:lnTo>
                <a:cubicBezTo>
                  <a:pt x="358761" y="61409"/>
                  <a:pt x="355544" y="63801"/>
                  <a:pt x="355544" y="67678"/>
                </a:cubicBezTo>
                <a:cubicBezTo>
                  <a:pt x="355544" y="69905"/>
                  <a:pt x="357565" y="76338"/>
                  <a:pt x="361606" y="86979"/>
                </a:cubicBezTo>
                <a:lnTo>
                  <a:pt x="370638" y="110363"/>
                </a:lnTo>
                <a:lnTo>
                  <a:pt x="376825" y="126695"/>
                </a:lnTo>
                <a:lnTo>
                  <a:pt x="394022" y="83267"/>
                </a:lnTo>
                <a:cubicBezTo>
                  <a:pt x="393280" y="80875"/>
                  <a:pt x="392826" y="79308"/>
                  <a:pt x="392662" y="78566"/>
                </a:cubicBezTo>
                <a:cubicBezTo>
                  <a:pt x="390022" y="69575"/>
                  <a:pt x="387836" y="64296"/>
                  <a:pt x="386104" y="62729"/>
                </a:cubicBezTo>
                <a:cubicBezTo>
                  <a:pt x="384867" y="61739"/>
                  <a:pt x="382021" y="60997"/>
                  <a:pt x="377567" y="60502"/>
                </a:cubicBezTo>
                <a:lnTo>
                  <a:pt x="377567" y="54439"/>
                </a:lnTo>
                <a:lnTo>
                  <a:pt x="436831" y="54439"/>
                </a:lnTo>
                <a:lnTo>
                  <a:pt x="436831" y="60502"/>
                </a:lnTo>
                <a:cubicBezTo>
                  <a:pt x="431882" y="60914"/>
                  <a:pt x="428583" y="61615"/>
                  <a:pt x="426933" y="62605"/>
                </a:cubicBezTo>
                <a:cubicBezTo>
                  <a:pt x="425449" y="63430"/>
                  <a:pt x="424706" y="64750"/>
                  <a:pt x="424706" y="66564"/>
                </a:cubicBezTo>
                <a:cubicBezTo>
                  <a:pt x="424706" y="68626"/>
                  <a:pt x="426975" y="77617"/>
                  <a:pt x="431511" y="93536"/>
                </a:cubicBezTo>
                <a:cubicBezTo>
                  <a:pt x="435388" y="107476"/>
                  <a:pt x="438234" y="118199"/>
                  <a:pt x="440048" y="125705"/>
                </a:cubicBezTo>
                <a:cubicBezTo>
                  <a:pt x="442605" y="118529"/>
                  <a:pt x="445616" y="110610"/>
                  <a:pt x="449080" y="101950"/>
                </a:cubicBezTo>
                <a:cubicBezTo>
                  <a:pt x="456504" y="82978"/>
                  <a:pt x="460216" y="72091"/>
                  <a:pt x="460216" y="69286"/>
                </a:cubicBezTo>
                <a:cubicBezTo>
                  <a:pt x="460216" y="66894"/>
                  <a:pt x="459556" y="64956"/>
                  <a:pt x="458236" y="63471"/>
                </a:cubicBezTo>
                <a:cubicBezTo>
                  <a:pt x="456834" y="62069"/>
                  <a:pt x="453411" y="61079"/>
                  <a:pt x="447967" y="60502"/>
                </a:cubicBezTo>
                <a:lnTo>
                  <a:pt x="447967" y="54439"/>
                </a:lnTo>
                <a:lnTo>
                  <a:pt x="482239" y="54439"/>
                </a:lnTo>
                <a:close/>
              </a:path>
            </a:pathLst>
          </a:custGeom>
          <a:solidFill xmlns:a="http://schemas.openxmlformats.org/drawingml/2006/main">
            <a:srgbClr val="231F2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7B703AD-DED5-4850-B907-3104112CB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0287" y="1926158"/>
            <a:ext cx="388756" cy="35953"/>
          </a:xfrm>
          <a:custGeom xmlns:a="http://schemas.openxmlformats.org/drawingml/2006/main">
            <a:pathLst>
              <a:path w="388756" h="35953">
                <a:moveTo>
                  <a:pt x="388756" y="35953"/>
                </a:moveTo>
                <a:lnTo>
                  <a:pt x="374678" y="35953"/>
                </a:lnTo>
                <a:lnTo>
                  <a:pt x="370117" y="35953"/>
                </a:lnTo>
                <a:lnTo>
                  <a:pt x="370117" y="21876"/>
                </a:lnTo>
                <a:lnTo>
                  <a:pt x="360601" y="21876"/>
                </a:lnTo>
                <a:lnTo>
                  <a:pt x="360601" y="0"/>
                </a:lnTo>
                <a:lnTo>
                  <a:pt x="388756" y="0"/>
                </a:lnTo>
                <a:lnTo>
                  <a:pt x="388756" y="35953"/>
                </a:lnTo>
                <a:moveTo>
                  <a:pt x="343680" y="35953"/>
                </a:moveTo>
                <a:lnTo>
                  <a:pt x="317244" y="35953"/>
                </a:lnTo>
                <a:lnTo>
                  <a:pt x="317244" y="7799"/>
                </a:lnTo>
                <a:lnTo>
                  <a:pt x="343680" y="7799"/>
                </a:lnTo>
                <a:lnTo>
                  <a:pt x="343680" y="21876"/>
                </a:lnTo>
                <a:lnTo>
                  <a:pt x="343680" y="35953"/>
                </a:lnTo>
                <a:moveTo>
                  <a:pt x="290807" y="35953"/>
                </a:moveTo>
                <a:lnTo>
                  <a:pt x="264370" y="35953"/>
                </a:lnTo>
                <a:lnTo>
                  <a:pt x="264370" y="7799"/>
                </a:lnTo>
                <a:lnTo>
                  <a:pt x="290807" y="7799"/>
                </a:lnTo>
                <a:lnTo>
                  <a:pt x="290807" y="21876"/>
                </a:lnTo>
                <a:lnTo>
                  <a:pt x="290807" y="35953"/>
                </a:lnTo>
                <a:moveTo>
                  <a:pt x="237933" y="35953"/>
                </a:moveTo>
                <a:lnTo>
                  <a:pt x="211496" y="35953"/>
                </a:lnTo>
                <a:lnTo>
                  <a:pt x="211496" y="7799"/>
                </a:lnTo>
                <a:lnTo>
                  <a:pt x="237933" y="7799"/>
                </a:lnTo>
                <a:lnTo>
                  <a:pt x="237933" y="21876"/>
                </a:lnTo>
                <a:lnTo>
                  <a:pt x="237933" y="35953"/>
                </a:lnTo>
                <a:moveTo>
                  <a:pt x="185059" y="35953"/>
                </a:moveTo>
                <a:lnTo>
                  <a:pt x="158622" y="35953"/>
                </a:lnTo>
                <a:lnTo>
                  <a:pt x="158622" y="7799"/>
                </a:lnTo>
                <a:lnTo>
                  <a:pt x="185059" y="7799"/>
                </a:lnTo>
                <a:lnTo>
                  <a:pt x="185059" y="21876"/>
                </a:lnTo>
                <a:lnTo>
                  <a:pt x="185059" y="35953"/>
                </a:lnTo>
                <a:moveTo>
                  <a:pt x="132157" y="35953"/>
                </a:moveTo>
                <a:lnTo>
                  <a:pt x="105720" y="35953"/>
                </a:lnTo>
                <a:lnTo>
                  <a:pt x="105720" y="7799"/>
                </a:lnTo>
                <a:lnTo>
                  <a:pt x="132157" y="7799"/>
                </a:lnTo>
                <a:lnTo>
                  <a:pt x="132157" y="21876"/>
                </a:lnTo>
                <a:lnTo>
                  <a:pt x="132157" y="35953"/>
                </a:lnTo>
                <a:moveTo>
                  <a:pt x="79283" y="35953"/>
                </a:moveTo>
                <a:lnTo>
                  <a:pt x="52846" y="35953"/>
                </a:lnTo>
                <a:lnTo>
                  <a:pt x="52846" y="7799"/>
                </a:lnTo>
                <a:lnTo>
                  <a:pt x="79283" y="7799"/>
                </a:lnTo>
                <a:lnTo>
                  <a:pt x="79283" y="21876"/>
                </a:lnTo>
                <a:lnTo>
                  <a:pt x="79283" y="35953"/>
                </a:lnTo>
                <a:moveTo>
                  <a:pt x="3885" y="35953"/>
                </a:moveTo>
                <a:lnTo>
                  <a:pt x="0" y="35953"/>
                </a:lnTo>
                <a:lnTo>
                  <a:pt x="0" y="7799"/>
                </a:lnTo>
                <a:lnTo>
                  <a:pt x="3885" y="7799"/>
                </a:lnTo>
                <a:lnTo>
                  <a:pt x="3885" y="35953"/>
                </a:lnTo>
                <a:close/>
              </a:path>
            </a:pathLst>
          </a:custGeom>
          <a:solidFill xmlns:a="http://schemas.openxmlformats.org/drawingml/2006/main">
            <a:srgbClr val="2F2D2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956D763-5979-4294-B481-738F62F75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4149" y="1933957"/>
            <a:ext cx="22552" cy="28154"/>
          </a:xfrm>
          <a:custGeom xmlns:a="http://schemas.openxmlformats.org/drawingml/2006/main">
            <a:pathLst>
              <a:path w="22552" h="28154">
                <a:moveTo>
                  <a:pt x="22552" y="28154"/>
                </a:moveTo>
                <a:lnTo>
                  <a:pt x="0" y="28154"/>
                </a:lnTo>
                <a:lnTo>
                  <a:pt x="0" y="0"/>
                </a:lnTo>
                <a:lnTo>
                  <a:pt x="22552" y="0"/>
                </a:lnTo>
                <a:lnTo>
                  <a:pt x="22552" y="14077"/>
                </a:lnTo>
                <a:lnTo>
                  <a:pt x="22552" y="28154"/>
                </a:lnTo>
                <a:close/>
              </a:path>
            </a:pathLst>
          </a:custGeom>
          <a:solidFill xmlns:a="http://schemas.openxmlformats.org/drawingml/2006/main">
            <a:srgbClr val="231F2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BDE535F-EE17-406F-A189-127AF0E89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93172" y="1933957"/>
            <a:ext cx="370652" cy="28154"/>
          </a:xfrm>
          <a:custGeom xmlns:a="http://schemas.openxmlformats.org/drawingml/2006/main">
            <a:pathLst>
              <a:path w="370652" h="28154">
                <a:moveTo>
                  <a:pt x="370652" y="28154"/>
                </a:moveTo>
                <a:lnTo>
                  <a:pt x="344215" y="28154"/>
                </a:lnTo>
                <a:lnTo>
                  <a:pt x="344215" y="0"/>
                </a:lnTo>
                <a:lnTo>
                  <a:pt x="370652" y="0"/>
                </a:lnTo>
                <a:lnTo>
                  <a:pt x="370652" y="14077"/>
                </a:lnTo>
                <a:lnTo>
                  <a:pt x="370652" y="28154"/>
                </a:lnTo>
                <a:moveTo>
                  <a:pt x="317778" y="28154"/>
                </a:moveTo>
                <a:lnTo>
                  <a:pt x="291341" y="28154"/>
                </a:lnTo>
                <a:lnTo>
                  <a:pt x="291341" y="0"/>
                </a:lnTo>
                <a:lnTo>
                  <a:pt x="317778" y="0"/>
                </a:lnTo>
                <a:lnTo>
                  <a:pt x="317778" y="14077"/>
                </a:lnTo>
                <a:lnTo>
                  <a:pt x="317778" y="28154"/>
                </a:lnTo>
                <a:moveTo>
                  <a:pt x="264905" y="28154"/>
                </a:moveTo>
                <a:lnTo>
                  <a:pt x="238468" y="28154"/>
                </a:lnTo>
                <a:lnTo>
                  <a:pt x="238468" y="0"/>
                </a:lnTo>
                <a:lnTo>
                  <a:pt x="264905" y="0"/>
                </a:lnTo>
                <a:lnTo>
                  <a:pt x="264905" y="14077"/>
                </a:lnTo>
                <a:lnTo>
                  <a:pt x="264905" y="28154"/>
                </a:lnTo>
                <a:moveTo>
                  <a:pt x="212031" y="28154"/>
                </a:moveTo>
                <a:lnTo>
                  <a:pt x="185594" y="28154"/>
                </a:lnTo>
                <a:lnTo>
                  <a:pt x="185594" y="0"/>
                </a:lnTo>
                <a:lnTo>
                  <a:pt x="212031" y="0"/>
                </a:lnTo>
                <a:lnTo>
                  <a:pt x="212031" y="14077"/>
                </a:lnTo>
                <a:lnTo>
                  <a:pt x="212031" y="28154"/>
                </a:lnTo>
                <a:moveTo>
                  <a:pt x="159129" y="28154"/>
                </a:moveTo>
                <a:lnTo>
                  <a:pt x="132692" y="28154"/>
                </a:lnTo>
                <a:lnTo>
                  <a:pt x="132692" y="0"/>
                </a:lnTo>
                <a:lnTo>
                  <a:pt x="159129" y="0"/>
                </a:lnTo>
                <a:lnTo>
                  <a:pt x="159129" y="14077"/>
                </a:lnTo>
                <a:lnTo>
                  <a:pt x="159129" y="28154"/>
                </a:lnTo>
                <a:moveTo>
                  <a:pt x="106255" y="28154"/>
                </a:moveTo>
                <a:lnTo>
                  <a:pt x="79818" y="28154"/>
                </a:lnTo>
                <a:lnTo>
                  <a:pt x="79818" y="0"/>
                </a:lnTo>
                <a:lnTo>
                  <a:pt x="106255" y="0"/>
                </a:lnTo>
                <a:lnTo>
                  <a:pt x="106255" y="14077"/>
                </a:lnTo>
                <a:lnTo>
                  <a:pt x="106255" y="28154"/>
                </a:lnTo>
                <a:moveTo>
                  <a:pt x="53381" y="28154"/>
                </a:moveTo>
                <a:lnTo>
                  <a:pt x="26944" y="28154"/>
                </a:lnTo>
                <a:lnTo>
                  <a:pt x="26944" y="0"/>
                </a:lnTo>
                <a:lnTo>
                  <a:pt x="53381" y="0"/>
                </a:lnTo>
                <a:lnTo>
                  <a:pt x="53381" y="14077"/>
                </a:lnTo>
                <a:lnTo>
                  <a:pt x="53381" y="28154"/>
                </a:lnTo>
                <a:moveTo>
                  <a:pt x="507" y="28154"/>
                </a:moveTo>
                <a:lnTo>
                  <a:pt x="0" y="28154"/>
                </a:lnTo>
                <a:lnTo>
                  <a:pt x="0" y="0"/>
                </a:lnTo>
                <a:lnTo>
                  <a:pt x="507" y="0"/>
                </a:lnTo>
                <a:lnTo>
                  <a:pt x="507" y="14077"/>
                </a:lnTo>
                <a:lnTo>
                  <a:pt x="507" y="28154"/>
                </a:lnTo>
                <a:close/>
              </a:path>
            </a:pathLst>
          </a:custGeom>
          <a:solidFill xmlns:a="http://schemas.openxmlformats.org/drawingml/2006/main">
            <a:srgbClr val="2F2D2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E6A42E2-4785-4633-AB85-3C9E4BA4F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7230" y="1933949"/>
            <a:ext cx="25930" cy="28154"/>
          </a:xfrm>
          <a:custGeom xmlns:a="http://schemas.openxmlformats.org/drawingml/2006/main">
            <a:pathLst>
              <a:path w="25930" h="28154">
                <a:moveTo>
                  <a:pt x="25930" y="28154"/>
                </a:moveTo>
                <a:lnTo>
                  <a:pt x="0" y="28154"/>
                </a:lnTo>
                <a:lnTo>
                  <a:pt x="0" y="0"/>
                </a:lnTo>
                <a:lnTo>
                  <a:pt x="25930" y="0"/>
                </a:lnTo>
                <a:lnTo>
                  <a:pt x="25930" y="28154"/>
                </a:lnTo>
                <a:close/>
              </a:path>
            </a:pathLst>
          </a:custGeom>
          <a:solidFill xmlns:a="http://schemas.openxmlformats.org/drawingml/2006/main">
            <a:srgbClr val="231F2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187FEDD-F25F-4C36-9F9F-C3C7273EC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4012" y="1933957"/>
            <a:ext cx="376790" cy="28154"/>
          </a:xfrm>
          <a:custGeom xmlns:a="http://schemas.openxmlformats.org/drawingml/2006/main">
            <a:pathLst>
              <a:path w="376790" h="28154">
                <a:moveTo>
                  <a:pt x="376790" y="28154"/>
                </a:moveTo>
                <a:lnTo>
                  <a:pt x="350353" y="28154"/>
                </a:lnTo>
                <a:lnTo>
                  <a:pt x="350353" y="0"/>
                </a:lnTo>
                <a:lnTo>
                  <a:pt x="376790" y="0"/>
                </a:lnTo>
                <a:lnTo>
                  <a:pt x="376790" y="14077"/>
                </a:lnTo>
                <a:lnTo>
                  <a:pt x="376790" y="28154"/>
                </a:lnTo>
                <a:moveTo>
                  <a:pt x="323916" y="28154"/>
                </a:moveTo>
                <a:lnTo>
                  <a:pt x="297479" y="28154"/>
                </a:lnTo>
                <a:lnTo>
                  <a:pt x="297479" y="0"/>
                </a:lnTo>
                <a:lnTo>
                  <a:pt x="323916" y="0"/>
                </a:lnTo>
                <a:lnTo>
                  <a:pt x="323916" y="14077"/>
                </a:lnTo>
                <a:lnTo>
                  <a:pt x="323916" y="28154"/>
                </a:lnTo>
                <a:moveTo>
                  <a:pt x="271042" y="28154"/>
                </a:moveTo>
                <a:lnTo>
                  <a:pt x="244605" y="28154"/>
                </a:lnTo>
                <a:lnTo>
                  <a:pt x="244605" y="0"/>
                </a:lnTo>
                <a:lnTo>
                  <a:pt x="271042" y="0"/>
                </a:lnTo>
                <a:lnTo>
                  <a:pt x="271042" y="14077"/>
                </a:lnTo>
                <a:lnTo>
                  <a:pt x="271042" y="28154"/>
                </a:lnTo>
                <a:moveTo>
                  <a:pt x="218168" y="28154"/>
                </a:moveTo>
                <a:lnTo>
                  <a:pt x="191731" y="28154"/>
                </a:lnTo>
                <a:lnTo>
                  <a:pt x="191731" y="0"/>
                </a:lnTo>
                <a:lnTo>
                  <a:pt x="218168" y="0"/>
                </a:lnTo>
                <a:lnTo>
                  <a:pt x="218168" y="14077"/>
                </a:lnTo>
                <a:lnTo>
                  <a:pt x="218168" y="28154"/>
                </a:lnTo>
                <a:moveTo>
                  <a:pt x="165294" y="28154"/>
                </a:moveTo>
                <a:lnTo>
                  <a:pt x="138829" y="28154"/>
                </a:lnTo>
                <a:lnTo>
                  <a:pt x="138829" y="0"/>
                </a:lnTo>
                <a:lnTo>
                  <a:pt x="165294" y="0"/>
                </a:lnTo>
                <a:lnTo>
                  <a:pt x="165294" y="14077"/>
                </a:lnTo>
                <a:lnTo>
                  <a:pt x="165294" y="28154"/>
                </a:lnTo>
                <a:moveTo>
                  <a:pt x="112392" y="28154"/>
                </a:moveTo>
                <a:lnTo>
                  <a:pt x="85955" y="28154"/>
                </a:lnTo>
                <a:lnTo>
                  <a:pt x="85955" y="0"/>
                </a:lnTo>
                <a:lnTo>
                  <a:pt x="112392" y="0"/>
                </a:lnTo>
                <a:lnTo>
                  <a:pt x="112392" y="14077"/>
                </a:lnTo>
                <a:lnTo>
                  <a:pt x="112392" y="28154"/>
                </a:lnTo>
                <a:moveTo>
                  <a:pt x="59518" y="28154"/>
                </a:moveTo>
                <a:lnTo>
                  <a:pt x="33081" y="28154"/>
                </a:lnTo>
                <a:lnTo>
                  <a:pt x="33081" y="0"/>
                </a:lnTo>
                <a:lnTo>
                  <a:pt x="59518" y="0"/>
                </a:lnTo>
                <a:lnTo>
                  <a:pt x="59518" y="14077"/>
                </a:lnTo>
                <a:lnTo>
                  <a:pt x="59518" y="28154"/>
                </a:lnTo>
                <a:moveTo>
                  <a:pt x="6644" y="28154"/>
                </a:moveTo>
                <a:lnTo>
                  <a:pt x="0" y="28154"/>
                </a:lnTo>
                <a:lnTo>
                  <a:pt x="0" y="0"/>
                </a:lnTo>
                <a:lnTo>
                  <a:pt x="6644" y="0"/>
                </a:lnTo>
                <a:lnTo>
                  <a:pt x="6644" y="14077"/>
                </a:lnTo>
                <a:lnTo>
                  <a:pt x="6644" y="28154"/>
                </a:lnTo>
                <a:close/>
              </a:path>
            </a:pathLst>
          </a:custGeom>
          <a:solidFill xmlns:a="http://schemas.openxmlformats.org/drawingml/2006/main">
            <a:srgbClr val="2F2D2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A4E32F6-6A4A-4066-8BE5-DA176E19A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4239" y="1933949"/>
            <a:ext cx="19793" cy="28154"/>
          </a:xfrm>
          <a:custGeom xmlns:a="http://schemas.openxmlformats.org/drawingml/2006/main">
            <a:pathLst>
              <a:path w="19793" h="28154">
                <a:moveTo>
                  <a:pt x="19793" y="28154"/>
                </a:moveTo>
                <a:lnTo>
                  <a:pt x="0" y="28154"/>
                </a:lnTo>
                <a:lnTo>
                  <a:pt x="0" y="0"/>
                </a:lnTo>
                <a:lnTo>
                  <a:pt x="19793" y="0"/>
                </a:lnTo>
                <a:lnTo>
                  <a:pt x="19793" y="28154"/>
                </a:lnTo>
                <a:close/>
              </a:path>
            </a:pathLst>
          </a:custGeom>
          <a:solidFill xmlns:a="http://schemas.openxmlformats.org/drawingml/2006/main">
            <a:srgbClr val="231F2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796E535-4AA5-48A7-874C-B3A121610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9141" y="1714634"/>
            <a:ext cx="1599901" cy="247477"/>
          </a:xfrm>
          <a:custGeom xmlns:a="http://schemas.openxmlformats.org/drawingml/2006/main">
            <a:pathLst>
              <a:path w="1599901" h="247477">
                <a:moveTo>
                  <a:pt x="338641" y="247477"/>
                </a:moveTo>
                <a:lnTo>
                  <a:pt x="312204" y="247477"/>
                </a:lnTo>
                <a:lnTo>
                  <a:pt x="312204" y="219323"/>
                </a:lnTo>
                <a:lnTo>
                  <a:pt x="338641" y="219323"/>
                </a:lnTo>
                <a:lnTo>
                  <a:pt x="338641" y="233400"/>
                </a:lnTo>
                <a:lnTo>
                  <a:pt x="338641" y="247477"/>
                </a:lnTo>
                <a:moveTo>
                  <a:pt x="285767" y="247477"/>
                </a:moveTo>
                <a:lnTo>
                  <a:pt x="259330" y="247477"/>
                </a:lnTo>
                <a:lnTo>
                  <a:pt x="259330" y="219323"/>
                </a:lnTo>
                <a:lnTo>
                  <a:pt x="285767" y="219323"/>
                </a:lnTo>
                <a:lnTo>
                  <a:pt x="285767" y="233400"/>
                </a:lnTo>
                <a:lnTo>
                  <a:pt x="285767" y="247477"/>
                </a:lnTo>
                <a:moveTo>
                  <a:pt x="232893" y="247477"/>
                </a:moveTo>
                <a:lnTo>
                  <a:pt x="206456" y="247477"/>
                </a:lnTo>
                <a:lnTo>
                  <a:pt x="206456" y="219323"/>
                </a:lnTo>
                <a:lnTo>
                  <a:pt x="232893" y="219323"/>
                </a:lnTo>
                <a:lnTo>
                  <a:pt x="232893" y="233400"/>
                </a:lnTo>
                <a:lnTo>
                  <a:pt x="232893" y="247477"/>
                </a:lnTo>
                <a:moveTo>
                  <a:pt x="180019" y="247477"/>
                </a:moveTo>
                <a:lnTo>
                  <a:pt x="153582" y="247477"/>
                </a:lnTo>
                <a:lnTo>
                  <a:pt x="153582" y="219323"/>
                </a:lnTo>
                <a:lnTo>
                  <a:pt x="180019" y="219323"/>
                </a:lnTo>
                <a:lnTo>
                  <a:pt x="180019" y="233400"/>
                </a:lnTo>
                <a:lnTo>
                  <a:pt x="180019" y="247477"/>
                </a:lnTo>
                <a:moveTo>
                  <a:pt x="127117" y="247477"/>
                </a:moveTo>
                <a:lnTo>
                  <a:pt x="100680" y="247477"/>
                </a:lnTo>
                <a:lnTo>
                  <a:pt x="100680" y="219323"/>
                </a:lnTo>
                <a:lnTo>
                  <a:pt x="127117" y="219323"/>
                </a:lnTo>
                <a:lnTo>
                  <a:pt x="127117" y="233400"/>
                </a:lnTo>
                <a:lnTo>
                  <a:pt x="127117" y="247477"/>
                </a:lnTo>
                <a:moveTo>
                  <a:pt x="74243" y="247477"/>
                </a:moveTo>
                <a:lnTo>
                  <a:pt x="47806" y="247477"/>
                </a:lnTo>
                <a:lnTo>
                  <a:pt x="47806" y="219323"/>
                </a:lnTo>
                <a:lnTo>
                  <a:pt x="74243" y="219323"/>
                </a:lnTo>
                <a:lnTo>
                  <a:pt x="74243" y="233400"/>
                </a:lnTo>
                <a:lnTo>
                  <a:pt x="74243" y="247477"/>
                </a:lnTo>
                <a:moveTo>
                  <a:pt x="21369" y="247477"/>
                </a:moveTo>
                <a:lnTo>
                  <a:pt x="0" y="247477"/>
                </a:lnTo>
                <a:lnTo>
                  <a:pt x="0" y="233400"/>
                </a:lnTo>
                <a:lnTo>
                  <a:pt x="0" y="214255"/>
                </a:lnTo>
                <a:lnTo>
                  <a:pt x="28154" y="214255"/>
                </a:lnTo>
                <a:lnTo>
                  <a:pt x="28154" y="233400"/>
                </a:lnTo>
                <a:lnTo>
                  <a:pt x="21369" y="233400"/>
                </a:lnTo>
                <a:lnTo>
                  <a:pt x="21369" y="247477"/>
                </a:lnTo>
                <a:moveTo>
                  <a:pt x="1599901" y="185087"/>
                </a:moveTo>
                <a:lnTo>
                  <a:pt x="1585823" y="185087"/>
                </a:lnTo>
                <a:lnTo>
                  <a:pt x="1571746" y="185087"/>
                </a:lnTo>
                <a:lnTo>
                  <a:pt x="1571746" y="158650"/>
                </a:lnTo>
                <a:lnTo>
                  <a:pt x="1599901" y="158650"/>
                </a:lnTo>
                <a:lnTo>
                  <a:pt x="1599901" y="185087"/>
                </a:lnTo>
                <a:moveTo>
                  <a:pt x="1599901" y="132213"/>
                </a:moveTo>
                <a:lnTo>
                  <a:pt x="1585823" y="132213"/>
                </a:lnTo>
                <a:lnTo>
                  <a:pt x="1571746" y="132213"/>
                </a:lnTo>
                <a:lnTo>
                  <a:pt x="1571746" y="105776"/>
                </a:lnTo>
                <a:lnTo>
                  <a:pt x="1599901" y="105776"/>
                </a:lnTo>
                <a:lnTo>
                  <a:pt x="1599901" y="132213"/>
                </a:lnTo>
                <a:moveTo>
                  <a:pt x="1599901" y="79339"/>
                </a:moveTo>
                <a:lnTo>
                  <a:pt x="1585823" y="79339"/>
                </a:lnTo>
                <a:lnTo>
                  <a:pt x="1571746" y="79339"/>
                </a:lnTo>
                <a:lnTo>
                  <a:pt x="1571746" y="52902"/>
                </a:lnTo>
                <a:lnTo>
                  <a:pt x="1599901" y="52902"/>
                </a:lnTo>
                <a:lnTo>
                  <a:pt x="1599901" y="79339"/>
                </a:lnTo>
                <a:moveTo>
                  <a:pt x="1599901" y="26437"/>
                </a:moveTo>
                <a:lnTo>
                  <a:pt x="1585823" y="26437"/>
                </a:lnTo>
                <a:lnTo>
                  <a:pt x="1585823" y="17399"/>
                </a:lnTo>
                <a:lnTo>
                  <a:pt x="1571746" y="17399"/>
                </a:lnTo>
                <a:lnTo>
                  <a:pt x="1571746" y="0"/>
                </a:lnTo>
                <a:lnTo>
                  <a:pt x="1599901" y="0"/>
                </a:lnTo>
                <a:lnTo>
                  <a:pt x="1599901" y="26437"/>
                </a:lnTo>
                <a:close/>
              </a:path>
            </a:pathLst>
          </a:custGeom>
          <a:solidFill xmlns:a="http://schemas.openxmlformats.org/drawingml/2006/main">
            <a:srgbClr val="2F2D2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FB3BB04-02A0-416B-8783-D0DA68218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50879" y="1732025"/>
            <a:ext cx="14077" cy="9066"/>
          </a:xfrm>
          <a:custGeom xmlns:a="http://schemas.openxmlformats.org/drawingml/2006/main">
            <a:pathLst>
              <a:path w="14077" h="9066">
                <a:moveTo>
                  <a:pt x="14077" y="9066"/>
                </a:moveTo>
                <a:lnTo>
                  <a:pt x="0" y="9066"/>
                </a:lnTo>
                <a:lnTo>
                  <a:pt x="0" y="0"/>
                </a:lnTo>
                <a:lnTo>
                  <a:pt x="14077" y="0"/>
                </a:lnTo>
                <a:lnTo>
                  <a:pt x="14077" y="9066"/>
                </a:lnTo>
                <a:close/>
              </a:path>
            </a:pathLst>
          </a:custGeom>
          <a:solidFill xmlns:a="http://schemas.openxmlformats.org/drawingml/2006/main">
            <a:srgbClr val="231F2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DC7CB6B-A2F6-4FC9-8519-663551A47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9133" y="1530102"/>
            <a:ext cx="1599901" cy="372342"/>
          </a:xfrm>
          <a:custGeom xmlns:a="http://schemas.openxmlformats.org/drawingml/2006/main">
            <a:pathLst>
              <a:path w="1599901" h="372342">
                <a:moveTo>
                  <a:pt x="28154" y="372342"/>
                </a:moveTo>
                <a:lnTo>
                  <a:pt x="0" y="372342"/>
                </a:lnTo>
                <a:lnTo>
                  <a:pt x="0" y="345905"/>
                </a:lnTo>
                <a:lnTo>
                  <a:pt x="28154" y="345905"/>
                </a:lnTo>
                <a:lnTo>
                  <a:pt x="28154" y="372342"/>
                </a:lnTo>
                <a:close/>
                <a:moveTo>
                  <a:pt x="28154" y="319468"/>
                </a:moveTo>
                <a:lnTo>
                  <a:pt x="0" y="319468"/>
                </a:lnTo>
                <a:lnTo>
                  <a:pt x="0" y="293031"/>
                </a:lnTo>
                <a:lnTo>
                  <a:pt x="28154" y="293031"/>
                </a:lnTo>
                <a:lnTo>
                  <a:pt x="28154" y="319468"/>
                </a:lnTo>
                <a:close/>
                <a:moveTo>
                  <a:pt x="28154" y="266594"/>
                </a:moveTo>
                <a:lnTo>
                  <a:pt x="0" y="266594"/>
                </a:lnTo>
                <a:lnTo>
                  <a:pt x="0" y="240157"/>
                </a:lnTo>
                <a:lnTo>
                  <a:pt x="28154" y="240157"/>
                </a:lnTo>
                <a:lnTo>
                  <a:pt x="28154" y="266594"/>
                </a:lnTo>
                <a:close/>
                <a:moveTo>
                  <a:pt x="28154" y="201923"/>
                </a:moveTo>
                <a:lnTo>
                  <a:pt x="0" y="201923"/>
                </a:lnTo>
                <a:lnTo>
                  <a:pt x="0" y="187283"/>
                </a:lnTo>
                <a:lnTo>
                  <a:pt x="28154" y="187283"/>
                </a:lnTo>
                <a:lnTo>
                  <a:pt x="28154" y="201923"/>
                </a:lnTo>
                <a:close/>
                <a:moveTo>
                  <a:pt x="1599901" y="158115"/>
                </a:moveTo>
                <a:lnTo>
                  <a:pt x="1585823" y="158115"/>
                </a:lnTo>
                <a:lnTo>
                  <a:pt x="1571746" y="158115"/>
                </a:lnTo>
                <a:lnTo>
                  <a:pt x="1571746" y="131678"/>
                </a:lnTo>
                <a:lnTo>
                  <a:pt x="1599901" y="131678"/>
                </a:lnTo>
                <a:lnTo>
                  <a:pt x="1599901" y="158115"/>
                </a:lnTo>
                <a:moveTo>
                  <a:pt x="1599901" y="105213"/>
                </a:moveTo>
                <a:lnTo>
                  <a:pt x="1585823" y="105213"/>
                </a:lnTo>
                <a:lnTo>
                  <a:pt x="1571746" y="105213"/>
                </a:lnTo>
                <a:lnTo>
                  <a:pt x="1571746" y="78776"/>
                </a:lnTo>
                <a:lnTo>
                  <a:pt x="1599901" y="78776"/>
                </a:lnTo>
                <a:lnTo>
                  <a:pt x="1599901" y="105213"/>
                </a:lnTo>
                <a:moveTo>
                  <a:pt x="1599901" y="52339"/>
                </a:moveTo>
                <a:lnTo>
                  <a:pt x="1585823" y="52339"/>
                </a:lnTo>
                <a:lnTo>
                  <a:pt x="1571746" y="52339"/>
                </a:lnTo>
                <a:lnTo>
                  <a:pt x="1571746" y="28154"/>
                </a:lnTo>
                <a:lnTo>
                  <a:pt x="1559386" y="28154"/>
                </a:lnTo>
                <a:lnTo>
                  <a:pt x="1559386" y="0"/>
                </a:lnTo>
                <a:lnTo>
                  <a:pt x="1585823" y="0"/>
                </a:lnTo>
                <a:lnTo>
                  <a:pt x="1585823" y="25902"/>
                </a:lnTo>
                <a:lnTo>
                  <a:pt x="1599901" y="25902"/>
                </a:lnTo>
                <a:lnTo>
                  <a:pt x="1599901" y="52339"/>
                </a:lnTo>
                <a:close/>
              </a:path>
            </a:pathLst>
          </a:custGeom>
          <a:solidFill xmlns:a="http://schemas.openxmlformats.org/drawingml/2006/main">
            <a:srgbClr val="2F2D2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10B0E03-FE0E-4F08-95EA-270AAB8AF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9133" y="1732025"/>
            <a:ext cx="28154" cy="11797"/>
          </a:xfrm>
          <a:custGeom xmlns:a="http://schemas.openxmlformats.org/drawingml/2006/main">
            <a:pathLst>
              <a:path w="28154" h="11797">
                <a:moveTo>
                  <a:pt x="28154" y="11797"/>
                </a:moveTo>
                <a:lnTo>
                  <a:pt x="0" y="11797"/>
                </a:lnTo>
                <a:lnTo>
                  <a:pt x="0" y="0"/>
                </a:lnTo>
                <a:lnTo>
                  <a:pt x="28154" y="0"/>
                </a:lnTo>
                <a:lnTo>
                  <a:pt x="28154" y="11797"/>
                </a:lnTo>
                <a:close/>
              </a:path>
            </a:pathLst>
          </a:custGeom>
          <a:solidFill xmlns:a="http://schemas.openxmlformats.org/drawingml/2006/main">
            <a:srgbClr val="231F2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B8A8CB3-5B61-420C-9696-3C0B68BF3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9133" y="1530102"/>
            <a:ext cx="1532949" cy="160846"/>
          </a:xfrm>
          <a:custGeom xmlns:a="http://schemas.openxmlformats.org/drawingml/2006/main">
            <a:pathLst>
              <a:path w="1532949" h="160846">
                <a:moveTo>
                  <a:pt x="28154" y="160846"/>
                </a:moveTo>
                <a:lnTo>
                  <a:pt x="0" y="160846"/>
                </a:lnTo>
                <a:lnTo>
                  <a:pt x="0" y="134409"/>
                </a:lnTo>
                <a:lnTo>
                  <a:pt x="28154" y="134409"/>
                </a:lnTo>
                <a:lnTo>
                  <a:pt x="28154" y="160846"/>
                </a:lnTo>
                <a:close/>
                <a:moveTo>
                  <a:pt x="28154" y="107972"/>
                </a:moveTo>
                <a:lnTo>
                  <a:pt x="0" y="107972"/>
                </a:lnTo>
                <a:lnTo>
                  <a:pt x="0" y="81535"/>
                </a:lnTo>
                <a:lnTo>
                  <a:pt x="28154" y="81535"/>
                </a:lnTo>
                <a:lnTo>
                  <a:pt x="28154" y="107972"/>
                </a:lnTo>
                <a:close/>
                <a:moveTo>
                  <a:pt x="28154" y="55098"/>
                </a:moveTo>
                <a:lnTo>
                  <a:pt x="0" y="55098"/>
                </a:lnTo>
                <a:lnTo>
                  <a:pt x="0" y="28661"/>
                </a:lnTo>
                <a:lnTo>
                  <a:pt x="28154" y="28661"/>
                </a:lnTo>
                <a:lnTo>
                  <a:pt x="28154" y="55098"/>
                </a:lnTo>
                <a:close/>
                <a:moveTo>
                  <a:pt x="1532949" y="28154"/>
                </a:moveTo>
                <a:lnTo>
                  <a:pt x="1506513" y="28154"/>
                </a:lnTo>
                <a:lnTo>
                  <a:pt x="1506513" y="0"/>
                </a:lnTo>
                <a:lnTo>
                  <a:pt x="1532949" y="0"/>
                </a:lnTo>
                <a:lnTo>
                  <a:pt x="1532949" y="28154"/>
                </a:lnTo>
                <a:close/>
                <a:moveTo>
                  <a:pt x="1480076" y="28154"/>
                </a:moveTo>
                <a:lnTo>
                  <a:pt x="1453639" y="28154"/>
                </a:lnTo>
                <a:lnTo>
                  <a:pt x="1453639" y="0"/>
                </a:lnTo>
                <a:lnTo>
                  <a:pt x="1480076" y="0"/>
                </a:lnTo>
                <a:lnTo>
                  <a:pt x="1480076" y="28154"/>
                </a:lnTo>
                <a:close/>
                <a:moveTo>
                  <a:pt x="1427202" y="28154"/>
                </a:moveTo>
                <a:lnTo>
                  <a:pt x="1400765" y="28154"/>
                </a:lnTo>
                <a:lnTo>
                  <a:pt x="1400765" y="0"/>
                </a:lnTo>
                <a:lnTo>
                  <a:pt x="1427202" y="0"/>
                </a:lnTo>
                <a:lnTo>
                  <a:pt x="1427202" y="28154"/>
                </a:lnTo>
                <a:close/>
                <a:moveTo>
                  <a:pt x="1374328" y="28154"/>
                </a:moveTo>
                <a:lnTo>
                  <a:pt x="1347891" y="28154"/>
                </a:lnTo>
                <a:lnTo>
                  <a:pt x="1347891" y="0"/>
                </a:lnTo>
                <a:lnTo>
                  <a:pt x="1374328" y="0"/>
                </a:lnTo>
                <a:lnTo>
                  <a:pt x="1374328" y="28154"/>
                </a:lnTo>
                <a:close/>
                <a:moveTo>
                  <a:pt x="1321454" y="28154"/>
                </a:moveTo>
                <a:lnTo>
                  <a:pt x="1295017" y="28154"/>
                </a:lnTo>
                <a:lnTo>
                  <a:pt x="1295017" y="0"/>
                </a:lnTo>
                <a:lnTo>
                  <a:pt x="1321454" y="0"/>
                </a:lnTo>
                <a:lnTo>
                  <a:pt x="1321454" y="28154"/>
                </a:lnTo>
                <a:close/>
                <a:moveTo>
                  <a:pt x="1268552" y="28154"/>
                </a:moveTo>
                <a:lnTo>
                  <a:pt x="1243156" y="28154"/>
                </a:lnTo>
                <a:lnTo>
                  <a:pt x="1243156" y="0"/>
                </a:lnTo>
                <a:lnTo>
                  <a:pt x="1268552" y="0"/>
                </a:lnTo>
                <a:lnTo>
                  <a:pt x="1268552" y="28154"/>
                </a:lnTo>
                <a:close/>
              </a:path>
            </a:pathLst>
          </a:custGeom>
          <a:solidFill xmlns:a="http://schemas.openxmlformats.org/drawingml/2006/main">
            <a:srgbClr val="2F2D2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D418416-F31D-4BF7-87C3-B61EF9F83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1276" y="1530102"/>
            <a:ext cx="1042" cy="28154"/>
          </a:xfrm>
          <a:custGeom xmlns:a="http://schemas.openxmlformats.org/drawingml/2006/main">
            <a:pathLst>
              <a:path w="1042" h="28154">
                <a:moveTo>
                  <a:pt x="1042" y="28154"/>
                </a:moveTo>
                <a:lnTo>
                  <a:pt x="0" y="28154"/>
                </a:lnTo>
                <a:lnTo>
                  <a:pt x="0" y="0"/>
                </a:lnTo>
                <a:lnTo>
                  <a:pt x="1042" y="0"/>
                </a:lnTo>
                <a:lnTo>
                  <a:pt x="1042" y="28154"/>
                </a:lnTo>
                <a:close/>
              </a:path>
            </a:pathLst>
          </a:custGeom>
          <a:solidFill xmlns:a="http://schemas.openxmlformats.org/drawingml/2006/main">
            <a:srgbClr val="231F2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955CDEB-1790-4ED3-952B-EC0F0A752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8374" y="1530102"/>
            <a:ext cx="25789" cy="28154"/>
          </a:xfrm>
          <a:custGeom xmlns:a="http://schemas.openxmlformats.org/drawingml/2006/main">
            <a:pathLst>
              <a:path w="25789" h="28154">
                <a:moveTo>
                  <a:pt x="25789" y="28154"/>
                </a:moveTo>
                <a:lnTo>
                  <a:pt x="0" y="28154"/>
                </a:lnTo>
                <a:lnTo>
                  <a:pt x="0" y="0"/>
                </a:lnTo>
                <a:lnTo>
                  <a:pt x="25789" y="0"/>
                </a:lnTo>
                <a:lnTo>
                  <a:pt x="25789" y="28154"/>
                </a:lnTo>
                <a:close/>
              </a:path>
            </a:pathLst>
          </a:custGeom>
          <a:solidFill xmlns:a="http://schemas.openxmlformats.org/drawingml/2006/main">
            <a:srgbClr val="2F2D2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B4BFD46-7545-4BDA-A2F5-A5EF72696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4164" y="1530102"/>
            <a:ext cx="647" cy="28154"/>
          </a:xfrm>
          <a:custGeom xmlns:a="http://schemas.openxmlformats.org/drawingml/2006/main">
            <a:pathLst>
              <a:path w="647" h="28154">
                <a:moveTo>
                  <a:pt x="647" y="28154"/>
                </a:moveTo>
                <a:lnTo>
                  <a:pt x="0" y="28154"/>
                </a:lnTo>
                <a:lnTo>
                  <a:pt x="0" y="0"/>
                </a:lnTo>
                <a:lnTo>
                  <a:pt x="647" y="0"/>
                </a:lnTo>
                <a:lnTo>
                  <a:pt x="647" y="28154"/>
                </a:lnTo>
                <a:close/>
              </a:path>
            </a:pathLst>
          </a:custGeom>
          <a:solidFill xmlns:a="http://schemas.openxmlformats.org/drawingml/2006/main">
            <a:srgbClr val="231F2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40EF418-336F-4BD3-B471-7D9D1802D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5355" y="1530102"/>
            <a:ext cx="396583" cy="28154"/>
          </a:xfrm>
          <a:custGeom xmlns:a="http://schemas.openxmlformats.org/drawingml/2006/main">
            <a:pathLst>
              <a:path w="396583" h="28154">
                <a:moveTo>
                  <a:pt x="396583" y="28154"/>
                </a:moveTo>
                <a:lnTo>
                  <a:pt x="370146" y="28154"/>
                </a:lnTo>
                <a:lnTo>
                  <a:pt x="370146" y="0"/>
                </a:lnTo>
                <a:lnTo>
                  <a:pt x="396583" y="0"/>
                </a:lnTo>
                <a:lnTo>
                  <a:pt x="396583" y="28154"/>
                </a:lnTo>
                <a:close/>
                <a:moveTo>
                  <a:pt x="343709" y="28154"/>
                </a:moveTo>
                <a:lnTo>
                  <a:pt x="317272" y="28154"/>
                </a:lnTo>
                <a:lnTo>
                  <a:pt x="317272" y="0"/>
                </a:lnTo>
                <a:lnTo>
                  <a:pt x="343709" y="0"/>
                </a:lnTo>
                <a:lnTo>
                  <a:pt x="343709" y="28154"/>
                </a:lnTo>
                <a:close/>
                <a:moveTo>
                  <a:pt x="290835" y="28154"/>
                </a:moveTo>
                <a:lnTo>
                  <a:pt x="264398" y="28154"/>
                </a:lnTo>
                <a:lnTo>
                  <a:pt x="264398" y="0"/>
                </a:lnTo>
                <a:lnTo>
                  <a:pt x="290835" y="0"/>
                </a:lnTo>
                <a:lnTo>
                  <a:pt x="290835" y="28154"/>
                </a:lnTo>
                <a:close/>
                <a:moveTo>
                  <a:pt x="237961" y="28154"/>
                </a:moveTo>
                <a:lnTo>
                  <a:pt x="211524" y="28154"/>
                </a:lnTo>
                <a:lnTo>
                  <a:pt x="211524" y="0"/>
                </a:lnTo>
                <a:lnTo>
                  <a:pt x="237961" y="0"/>
                </a:lnTo>
                <a:lnTo>
                  <a:pt x="237961" y="28154"/>
                </a:lnTo>
                <a:close/>
                <a:moveTo>
                  <a:pt x="185087" y="28154"/>
                </a:moveTo>
                <a:lnTo>
                  <a:pt x="158650" y="28154"/>
                </a:lnTo>
                <a:lnTo>
                  <a:pt x="158650" y="0"/>
                </a:lnTo>
                <a:lnTo>
                  <a:pt x="185087" y="0"/>
                </a:lnTo>
                <a:lnTo>
                  <a:pt x="185087" y="28154"/>
                </a:lnTo>
                <a:close/>
                <a:moveTo>
                  <a:pt x="132213" y="28154"/>
                </a:moveTo>
                <a:lnTo>
                  <a:pt x="105776" y="28154"/>
                </a:lnTo>
                <a:lnTo>
                  <a:pt x="105776" y="0"/>
                </a:lnTo>
                <a:lnTo>
                  <a:pt x="132213" y="0"/>
                </a:lnTo>
                <a:lnTo>
                  <a:pt x="132213" y="28154"/>
                </a:lnTo>
                <a:close/>
                <a:moveTo>
                  <a:pt x="79311" y="28154"/>
                </a:moveTo>
                <a:lnTo>
                  <a:pt x="52874" y="28154"/>
                </a:lnTo>
                <a:lnTo>
                  <a:pt x="52874" y="0"/>
                </a:lnTo>
                <a:lnTo>
                  <a:pt x="79311" y="0"/>
                </a:lnTo>
                <a:lnTo>
                  <a:pt x="79311" y="28154"/>
                </a:lnTo>
                <a:close/>
                <a:moveTo>
                  <a:pt x="19652" y="28154"/>
                </a:moveTo>
                <a:lnTo>
                  <a:pt x="0" y="28154"/>
                </a:lnTo>
                <a:lnTo>
                  <a:pt x="0" y="0"/>
                </a:lnTo>
                <a:lnTo>
                  <a:pt x="19652" y="0"/>
                </a:lnTo>
                <a:lnTo>
                  <a:pt x="19652" y="28154"/>
                </a:lnTo>
                <a:close/>
              </a:path>
            </a:pathLst>
          </a:custGeom>
          <a:solidFill xmlns:a="http://schemas.openxmlformats.org/drawingml/2006/main">
            <a:srgbClr val="2F2D2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07D1156-39DA-474F-B142-B82C0E509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5006" y="1530102"/>
            <a:ext cx="6785" cy="28154"/>
          </a:xfrm>
          <a:custGeom xmlns:a="http://schemas.openxmlformats.org/drawingml/2006/main">
            <a:pathLst>
              <a:path w="6785" h="28154">
                <a:moveTo>
                  <a:pt x="6785" y="28154"/>
                </a:moveTo>
                <a:lnTo>
                  <a:pt x="0" y="28154"/>
                </a:lnTo>
                <a:lnTo>
                  <a:pt x="0" y="0"/>
                </a:lnTo>
                <a:lnTo>
                  <a:pt x="6785" y="0"/>
                </a:lnTo>
                <a:lnTo>
                  <a:pt x="6785" y="28154"/>
                </a:lnTo>
                <a:close/>
              </a:path>
            </a:pathLst>
          </a:custGeom>
          <a:solidFill xmlns:a="http://schemas.openxmlformats.org/drawingml/2006/main">
            <a:srgbClr val="231F2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D1C4631-C63A-4258-B32E-52A8FDB05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2363" y="1530102"/>
            <a:ext cx="396554" cy="28154"/>
          </a:xfrm>
          <a:custGeom xmlns:a="http://schemas.openxmlformats.org/drawingml/2006/main">
            <a:pathLst>
              <a:path w="396554" h="28154">
                <a:moveTo>
                  <a:pt x="396554" y="28154"/>
                </a:moveTo>
                <a:lnTo>
                  <a:pt x="370118" y="28154"/>
                </a:lnTo>
                <a:lnTo>
                  <a:pt x="370118" y="0"/>
                </a:lnTo>
                <a:lnTo>
                  <a:pt x="396554" y="0"/>
                </a:lnTo>
                <a:lnTo>
                  <a:pt x="396554" y="28154"/>
                </a:lnTo>
                <a:close/>
                <a:moveTo>
                  <a:pt x="343680" y="28154"/>
                </a:moveTo>
                <a:lnTo>
                  <a:pt x="317244" y="28154"/>
                </a:lnTo>
                <a:lnTo>
                  <a:pt x="317244" y="0"/>
                </a:lnTo>
                <a:lnTo>
                  <a:pt x="343680" y="0"/>
                </a:lnTo>
                <a:lnTo>
                  <a:pt x="343680" y="28154"/>
                </a:lnTo>
                <a:close/>
                <a:moveTo>
                  <a:pt x="290807" y="28154"/>
                </a:moveTo>
                <a:lnTo>
                  <a:pt x="264370" y="28154"/>
                </a:lnTo>
                <a:lnTo>
                  <a:pt x="264370" y="0"/>
                </a:lnTo>
                <a:lnTo>
                  <a:pt x="290807" y="0"/>
                </a:lnTo>
                <a:lnTo>
                  <a:pt x="290807" y="28154"/>
                </a:lnTo>
                <a:close/>
                <a:moveTo>
                  <a:pt x="237933" y="28154"/>
                </a:moveTo>
                <a:lnTo>
                  <a:pt x="211496" y="28154"/>
                </a:lnTo>
                <a:lnTo>
                  <a:pt x="211496" y="0"/>
                </a:lnTo>
                <a:lnTo>
                  <a:pt x="237933" y="0"/>
                </a:lnTo>
                <a:lnTo>
                  <a:pt x="237933" y="28154"/>
                </a:lnTo>
                <a:close/>
                <a:moveTo>
                  <a:pt x="185059" y="28154"/>
                </a:moveTo>
                <a:lnTo>
                  <a:pt x="158622" y="28154"/>
                </a:lnTo>
                <a:lnTo>
                  <a:pt x="158622" y="0"/>
                </a:lnTo>
                <a:lnTo>
                  <a:pt x="185059" y="0"/>
                </a:lnTo>
                <a:lnTo>
                  <a:pt x="185059" y="28154"/>
                </a:lnTo>
                <a:close/>
                <a:moveTo>
                  <a:pt x="132157" y="28154"/>
                </a:moveTo>
                <a:lnTo>
                  <a:pt x="105720" y="28154"/>
                </a:lnTo>
                <a:lnTo>
                  <a:pt x="105720" y="0"/>
                </a:lnTo>
                <a:lnTo>
                  <a:pt x="132157" y="0"/>
                </a:lnTo>
                <a:lnTo>
                  <a:pt x="132157" y="28154"/>
                </a:lnTo>
                <a:close/>
                <a:moveTo>
                  <a:pt x="79283" y="28154"/>
                </a:moveTo>
                <a:lnTo>
                  <a:pt x="52846" y="28154"/>
                </a:lnTo>
                <a:lnTo>
                  <a:pt x="52846" y="0"/>
                </a:lnTo>
                <a:lnTo>
                  <a:pt x="79283" y="0"/>
                </a:lnTo>
                <a:lnTo>
                  <a:pt x="79283" y="28154"/>
                </a:lnTo>
                <a:close/>
                <a:moveTo>
                  <a:pt x="13514" y="28154"/>
                </a:moveTo>
                <a:lnTo>
                  <a:pt x="0" y="28154"/>
                </a:lnTo>
                <a:lnTo>
                  <a:pt x="0" y="0"/>
                </a:lnTo>
                <a:lnTo>
                  <a:pt x="13514" y="0"/>
                </a:lnTo>
                <a:lnTo>
                  <a:pt x="13514" y="28154"/>
                </a:lnTo>
                <a:close/>
              </a:path>
            </a:pathLst>
          </a:custGeom>
          <a:solidFill xmlns:a="http://schemas.openxmlformats.org/drawingml/2006/main">
            <a:srgbClr val="2F2D2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F64D19D-58FC-4639-A836-78E7899E0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5849" y="1530102"/>
            <a:ext cx="12923" cy="28154"/>
          </a:xfrm>
          <a:custGeom xmlns:a="http://schemas.openxmlformats.org/drawingml/2006/main">
            <a:pathLst>
              <a:path w="12923" h="28154">
                <a:moveTo>
                  <a:pt x="12923" y="28154"/>
                </a:moveTo>
                <a:lnTo>
                  <a:pt x="0" y="28154"/>
                </a:lnTo>
                <a:lnTo>
                  <a:pt x="0" y="0"/>
                </a:lnTo>
                <a:lnTo>
                  <a:pt x="12923" y="0"/>
                </a:lnTo>
                <a:lnTo>
                  <a:pt x="12923" y="28154"/>
                </a:lnTo>
                <a:close/>
              </a:path>
            </a:pathLst>
          </a:custGeom>
          <a:solidFill xmlns:a="http://schemas.openxmlformats.org/drawingml/2006/main">
            <a:srgbClr val="231F2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8415759-12BE-4679-ABE2-7F0539C75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5091" y="1530102"/>
            <a:ext cx="290807" cy="28154"/>
          </a:xfrm>
          <a:custGeom xmlns:a="http://schemas.openxmlformats.org/drawingml/2006/main">
            <a:pathLst>
              <a:path w="290807" h="28154">
                <a:moveTo>
                  <a:pt x="290807" y="28154"/>
                </a:moveTo>
                <a:lnTo>
                  <a:pt x="264370" y="28154"/>
                </a:lnTo>
                <a:lnTo>
                  <a:pt x="264370" y="0"/>
                </a:lnTo>
                <a:lnTo>
                  <a:pt x="290807" y="0"/>
                </a:lnTo>
                <a:lnTo>
                  <a:pt x="290807" y="28154"/>
                </a:lnTo>
                <a:close/>
                <a:moveTo>
                  <a:pt x="237933" y="28154"/>
                </a:moveTo>
                <a:lnTo>
                  <a:pt x="211496" y="28154"/>
                </a:lnTo>
                <a:lnTo>
                  <a:pt x="211496" y="0"/>
                </a:lnTo>
                <a:lnTo>
                  <a:pt x="237933" y="0"/>
                </a:lnTo>
                <a:lnTo>
                  <a:pt x="237933" y="28154"/>
                </a:lnTo>
                <a:close/>
                <a:moveTo>
                  <a:pt x="185059" y="28154"/>
                </a:moveTo>
                <a:lnTo>
                  <a:pt x="158622" y="28154"/>
                </a:lnTo>
                <a:lnTo>
                  <a:pt x="158622" y="0"/>
                </a:lnTo>
                <a:lnTo>
                  <a:pt x="185059" y="0"/>
                </a:lnTo>
                <a:lnTo>
                  <a:pt x="185059" y="28154"/>
                </a:lnTo>
                <a:close/>
                <a:moveTo>
                  <a:pt x="132185" y="28154"/>
                </a:moveTo>
                <a:lnTo>
                  <a:pt x="105748" y="28154"/>
                </a:lnTo>
                <a:lnTo>
                  <a:pt x="105748" y="0"/>
                </a:lnTo>
                <a:lnTo>
                  <a:pt x="132185" y="0"/>
                </a:lnTo>
                <a:lnTo>
                  <a:pt x="132185" y="28154"/>
                </a:lnTo>
                <a:close/>
                <a:moveTo>
                  <a:pt x="79311" y="28154"/>
                </a:moveTo>
                <a:lnTo>
                  <a:pt x="52874" y="28154"/>
                </a:lnTo>
                <a:lnTo>
                  <a:pt x="52874" y="0"/>
                </a:lnTo>
                <a:lnTo>
                  <a:pt x="79311" y="0"/>
                </a:lnTo>
                <a:lnTo>
                  <a:pt x="79311" y="28154"/>
                </a:lnTo>
                <a:close/>
                <a:moveTo>
                  <a:pt x="26437" y="28154"/>
                </a:moveTo>
                <a:lnTo>
                  <a:pt x="0" y="28154"/>
                </a:lnTo>
                <a:lnTo>
                  <a:pt x="0" y="0"/>
                </a:lnTo>
                <a:lnTo>
                  <a:pt x="26437" y="0"/>
                </a:lnTo>
                <a:lnTo>
                  <a:pt x="26437" y="28154"/>
                </a:lnTo>
                <a:close/>
              </a:path>
            </a:pathLst>
          </a:custGeom>
          <a:solidFill xmlns:a="http://schemas.openxmlformats.org/drawingml/2006/main">
            <a:srgbClr val="2F2D2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CF3E2AD-DAD1-429B-880E-6AA1C1D7A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1748" y="1406012"/>
            <a:ext cx="766587" cy="371159"/>
          </a:xfrm>
          <a:custGeom xmlns:a="http://schemas.openxmlformats.org/drawingml/2006/main">
            <a:pathLst>
              <a:path w="766587" h="371159">
                <a:moveTo>
                  <a:pt x="725904" y="0"/>
                </a:moveTo>
                <a:lnTo>
                  <a:pt x="40655" y="0"/>
                </a:lnTo>
                <a:cubicBezTo>
                  <a:pt x="18188" y="0"/>
                  <a:pt x="0" y="18216"/>
                  <a:pt x="0" y="40683"/>
                </a:cubicBezTo>
                <a:lnTo>
                  <a:pt x="0" y="330476"/>
                </a:lnTo>
                <a:cubicBezTo>
                  <a:pt x="0" y="352943"/>
                  <a:pt x="18188" y="371159"/>
                  <a:pt x="40655" y="371159"/>
                </a:cubicBezTo>
                <a:lnTo>
                  <a:pt x="725904" y="371159"/>
                </a:lnTo>
                <a:cubicBezTo>
                  <a:pt x="748371" y="371159"/>
                  <a:pt x="766587" y="352943"/>
                  <a:pt x="766587" y="330476"/>
                </a:cubicBezTo>
                <a:lnTo>
                  <a:pt x="766587" y="40683"/>
                </a:lnTo>
                <a:cubicBezTo>
                  <a:pt x="766587" y="18216"/>
                  <a:pt x="748371" y="0"/>
                  <a:pt x="725904" y="0"/>
                </a:cubicBezTo>
              </a:path>
            </a:pathLst>
          </a:custGeom>
          <a:solidFill xmlns:a="http://schemas.openxmlformats.org/drawingml/2006/main">
            <a:srgbClr val="F79F8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1EC3164-6393-4669-9977-7BD319317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333" y="1391625"/>
            <a:ext cx="795389" cy="399933"/>
          </a:xfrm>
          <a:custGeom xmlns:a="http://schemas.openxmlformats.org/drawingml/2006/main">
            <a:pathLst>
              <a:path w="795389" h="399933">
                <a:moveTo>
                  <a:pt x="740319" y="14387"/>
                </a:moveTo>
                <a:lnTo>
                  <a:pt x="740319" y="0"/>
                </a:lnTo>
                <a:lnTo>
                  <a:pt x="55070" y="0"/>
                </a:lnTo>
                <a:cubicBezTo>
                  <a:pt x="24663" y="0"/>
                  <a:pt x="0" y="24635"/>
                  <a:pt x="0" y="55070"/>
                </a:cubicBezTo>
                <a:lnTo>
                  <a:pt x="0" y="344863"/>
                </a:lnTo>
                <a:cubicBezTo>
                  <a:pt x="0" y="375298"/>
                  <a:pt x="24663" y="399933"/>
                  <a:pt x="55070" y="399933"/>
                </a:cubicBezTo>
                <a:lnTo>
                  <a:pt x="740319" y="399933"/>
                </a:lnTo>
                <a:cubicBezTo>
                  <a:pt x="770754" y="399933"/>
                  <a:pt x="795389" y="375298"/>
                  <a:pt x="795389" y="344863"/>
                </a:cubicBezTo>
                <a:lnTo>
                  <a:pt x="795389" y="55070"/>
                </a:lnTo>
                <a:cubicBezTo>
                  <a:pt x="795389" y="24635"/>
                  <a:pt x="770754" y="0"/>
                  <a:pt x="740319" y="0"/>
                </a:cubicBezTo>
                <a:lnTo>
                  <a:pt x="740319" y="14387"/>
                </a:lnTo>
                <a:lnTo>
                  <a:pt x="740319" y="28774"/>
                </a:lnTo>
                <a:cubicBezTo>
                  <a:pt x="754819" y="28802"/>
                  <a:pt x="766559" y="40570"/>
                  <a:pt x="766587" y="55070"/>
                </a:cubicBezTo>
                <a:lnTo>
                  <a:pt x="766587" y="344863"/>
                </a:lnTo>
                <a:cubicBezTo>
                  <a:pt x="766559" y="359362"/>
                  <a:pt x="754819" y="371131"/>
                  <a:pt x="740319" y="371159"/>
                </a:cubicBezTo>
                <a:lnTo>
                  <a:pt x="55070" y="371159"/>
                </a:lnTo>
                <a:cubicBezTo>
                  <a:pt x="40570" y="371131"/>
                  <a:pt x="28830" y="359362"/>
                  <a:pt x="28802" y="344863"/>
                </a:cubicBezTo>
                <a:lnTo>
                  <a:pt x="28802" y="55070"/>
                </a:lnTo>
                <a:cubicBezTo>
                  <a:pt x="28830" y="40570"/>
                  <a:pt x="40570" y="28802"/>
                  <a:pt x="55070" y="28774"/>
                </a:cubicBezTo>
                <a:lnTo>
                  <a:pt x="740319" y="28774"/>
                </a:lnTo>
                <a:lnTo>
                  <a:pt x="740319" y="14387"/>
                </a:lnTo>
                <a:close/>
              </a:path>
            </a:pathLst>
          </a:custGeom>
          <a:solidFill xmlns:a="http://schemas.openxmlformats.org/drawingml/2006/main">
            <a:srgbClr val="231F2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5" name="Text MC">
            <a:extLst xmlns:a="http://schemas.openxmlformats.org/drawingml/2006/main">
              <a:ext uri="{FF2B5EF4-FFF2-40B4-BE49-F238E27FC236}">
                <a16:creationId xmlns:a16="http://schemas.microsoft.com/office/drawing/2014/main" id="{4487DFF0-F9FC-4020-9398-E8E2F70C7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0214" y="1501541"/>
            <a:ext cx="409693" cy="180144"/>
          </a:xfrm>
          <a:custGeom xmlns:a="http://schemas.openxmlformats.org/drawingml/2006/main">
            <a:pathLst>
              <a:path w="409693" h="180144">
                <a:moveTo>
                  <a:pt x="229882" y="168885"/>
                </a:moveTo>
                <a:lnTo>
                  <a:pt x="229882" y="175195"/>
                </a:lnTo>
                <a:lnTo>
                  <a:pt x="145748" y="175195"/>
                </a:lnTo>
                <a:lnTo>
                  <a:pt x="145748" y="168885"/>
                </a:lnTo>
                <a:cubicBezTo>
                  <a:pt x="155234" y="167978"/>
                  <a:pt x="161297" y="166369"/>
                  <a:pt x="163936" y="164060"/>
                </a:cubicBezTo>
                <a:cubicBezTo>
                  <a:pt x="166658" y="161668"/>
                  <a:pt x="168101" y="156925"/>
                  <a:pt x="168266" y="149831"/>
                </a:cubicBezTo>
                <a:lnTo>
                  <a:pt x="168266" y="21033"/>
                </a:lnTo>
                <a:lnTo>
                  <a:pt x="104424" y="175195"/>
                </a:lnTo>
                <a:lnTo>
                  <a:pt x="97496" y="175195"/>
                </a:lnTo>
                <a:lnTo>
                  <a:pt x="33653" y="24745"/>
                </a:lnTo>
                <a:lnTo>
                  <a:pt x="33653" y="143769"/>
                </a:lnTo>
                <a:cubicBezTo>
                  <a:pt x="33901" y="153832"/>
                  <a:pt x="35880" y="160389"/>
                  <a:pt x="39592" y="163441"/>
                </a:cubicBezTo>
                <a:cubicBezTo>
                  <a:pt x="41737" y="165256"/>
                  <a:pt x="44541" y="166575"/>
                  <a:pt x="48005" y="167400"/>
                </a:cubicBezTo>
                <a:cubicBezTo>
                  <a:pt x="50150" y="167978"/>
                  <a:pt x="53903" y="168473"/>
                  <a:pt x="59264" y="168885"/>
                </a:cubicBezTo>
                <a:lnTo>
                  <a:pt x="59264" y="175195"/>
                </a:lnTo>
                <a:lnTo>
                  <a:pt x="0" y="175195"/>
                </a:lnTo>
                <a:lnTo>
                  <a:pt x="0" y="168885"/>
                </a:lnTo>
                <a:cubicBezTo>
                  <a:pt x="9733" y="167813"/>
                  <a:pt x="16043" y="166039"/>
                  <a:pt x="18930" y="163565"/>
                </a:cubicBezTo>
                <a:cubicBezTo>
                  <a:pt x="21487" y="161255"/>
                  <a:pt x="22848" y="156265"/>
                  <a:pt x="23013" y="148594"/>
                </a:cubicBezTo>
                <a:lnTo>
                  <a:pt x="23013" y="28333"/>
                </a:lnTo>
                <a:cubicBezTo>
                  <a:pt x="22848" y="21734"/>
                  <a:pt x="21404" y="17280"/>
                  <a:pt x="18683" y="14971"/>
                </a:cubicBezTo>
                <a:cubicBezTo>
                  <a:pt x="15548" y="12661"/>
                  <a:pt x="9486" y="11094"/>
                  <a:pt x="495" y="10269"/>
                </a:cubicBezTo>
                <a:lnTo>
                  <a:pt x="495" y="3959"/>
                </a:lnTo>
                <a:lnTo>
                  <a:pt x="64585" y="3959"/>
                </a:lnTo>
                <a:lnTo>
                  <a:pt x="115312" y="123478"/>
                </a:lnTo>
                <a:lnTo>
                  <a:pt x="166039" y="3959"/>
                </a:lnTo>
                <a:lnTo>
                  <a:pt x="229882" y="3959"/>
                </a:lnTo>
                <a:lnTo>
                  <a:pt x="229882" y="10269"/>
                </a:lnTo>
                <a:cubicBezTo>
                  <a:pt x="221138" y="10847"/>
                  <a:pt x="215447" y="12290"/>
                  <a:pt x="212807" y="14600"/>
                </a:cubicBezTo>
                <a:cubicBezTo>
                  <a:pt x="209426" y="17487"/>
                  <a:pt x="207652" y="23838"/>
                  <a:pt x="207487" y="33653"/>
                </a:cubicBezTo>
                <a:lnTo>
                  <a:pt x="207487" y="145625"/>
                </a:lnTo>
                <a:cubicBezTo>
                  <a:pt x="207652" y="155193"/>
                  <a:pt x="209261" y="161297"/>
                  <a:pt x="212313" y="163936"/>
                </a:cubicBezTo>
                <a:cubicBezTo>
                  <a:pt x="214952" y="165998"/>
                  <a:pt x="220808" y="167648"/>
                  <a:pt x="229882" y="168885"/>
                </a:cubicBezTo>
                <a:close/>
                <a:moveTo>
                  <a:pt x="402022" y="136716"/>
                </a:moveTo>
                <a:lnTo>
                  <a:pt x="409693" y="143026"/>
                </a:lnTo>
                <a:cubicBezTo>
                  <a:pt x="399795" y="153868"/>
                  <a:pt x="391382" y="161647"/>
                  <a:pt x="384453" y="166364"/>
                </a:cubicBezTo>
                <a:cubicBezTo>
                  <a:pt x="370926" y="175551"/>
                  <a:pt x="355336" y="180144"/>
                  <a:pt x="337685" y="180144"/>
                </a:cubicBezTo>
                <a:cubicBezTo>
                  <a:pt x="316569" y="180144"/>
                  <a:pt x="298175" y="174486"/>
                  <a:pt x="282503" y="163170"/>
                </a:cubicBezTo>
                <a:cubicBezTo>
                  <a:pt x="274502" y="157389"/>
                  <a:pt x="267780" y="150285"/>
                  <a:pt x="262336" y="141859"/>
                </a:cubicBezTo>
                <a:cubicBezTo>
                  <a:pt x="252768" y="127076"/>
                  <a:pt x="247984" y="110103"/>
                  <a:pt x="247984" y="90938"/>
                </a:cubicBezTo>
                <a:cubicBezTo>
                  <a:pt x="247984" y="69876"/>
                  <a:pt x="253717" y="51417"/>
                  <a:pt x="265182" y="35559"/>
                </a:cubicBezTo>
                <a:cubicBezTo>
                  <a:pt x="271203" y="27133"/>
                  <a:pt x="278627" y="20071"/>
                  <a:pt x="287452" y="14371"/>
                </a:cubicBezTo>
                <a:cubicBezTo>
                  <a:pt x="302217" y="4790"/>
                  <a:pt x="318507" y="0"/>
                  <a:pt x="336324" y="0"/>
                </a:cubicBezTo>
                <a:cubicBezTo>
                  <a:pt x="347872" y="0"/>
                  <a:pt x="360904" y="3040"/>
                  <a:pt x="375421" y="9121"/>
                </a:cubicBezTo>
                <a:cubicBezTo>
                  <a:pt x="380947" y="11454"/>
                  <a:pt x="384824" y="12620"/>
                  <a:pt x="387051" y="12620"/>
                </a:cubicBezTo>
                <a:cubicBezTo>
                  <a:pt x="389526" y="12620"/>
                  <a:pt x="391547" y="11829"/>
                  <a:pt x="393114" y="10246"/>
                </a:cubicBezTo>
                <a:cubicBezTo>
                  <a:pt x="394681" y="8578"/>
                  <a:pt x="396413" y="5410"/>
                  <a:pt x="398310" y="742"/>
                </a:cubicBezTo>
                <a:lnTo>
                  <a:pt x="405115" y="742"/>
                </a:lnTo>
                <a:lnTo>
                  <a:pt x="405115" y="60130"/>
                </a:lnTo>
                <a:lnTo>
                  <a:pt x="398805" y="60130"/>
                </a:lnTo>
                <a:cubicBezTo>
                  <a:pt x="393856" y="49382"/>
                  <a:pt x="389402" y="41362"/>
                  <a:pt x="385443" y="36070"/>
                </a:cubicBezTo>
                <a:cubicBezTo>
                  <a:pt x="371751" y="17632"/>
                  <a:pt x="356367" y="8413"/>
                  <a:pt x="339293" y="8413"/>
                </a:cubicBezTo>
                <a:cubicBezTo>
                  <a:pt x="323621" y="8413"/>
                  <a:pt x="312032" y="15311"/>
                  <a:pt x="304526" y="29106"/>
                </a:cubicBezTo>
                <a:cubicBezTo>
                  <a:pt x="296691" y="43482"/>
                  <a:pt x="292773" y="63391"/>
                  <a:pt x="292773" y="88835"/>
                </a:cubicBezTo>
                <a:cubicBezTo>
                  <a:pt x="292773" y="113701"/>
                  <a:pt x="296402" y="132743"/>
                  <a:pt x="303660" y="145961"/>
                </a:cubicBezTo>
                <a:cubicBezTo>
                  <a:pt x="307125" y="152075"/>
                  <a:pt x="312280" y="157197"/>
                  <a:pt x="319126" y="161326"/>
                </a:cubicBezTo>
                <a:cubicBezTo>
                  <a:pt x="326632" y="165788"/>
                  <a:pt x="334880" y="168019"/>
                  <a:pt x="343871" y="168019"/>
                </a:cubicBezTo>
                <a:cubicBezTo>
                  <a:pt x="351212" y="168019"/>
                  <a:pt x="358759" y="166528"/>
                  <a:pt x="366513" y="163545"/>
                </a:cubicBezTo>
                <a:cubicBezTo>
                  <a:pt x="375091" y="160151"/>
                  <a:pt x="382803" y="155307"/>
                  <a:pt x="389649" y="149015"/>
                </a:cubicBezTo>
                <a:cubicBezTo>
                  <a:pt x="393361" y="145618"/>
                  <a:pt x="397485" y="141519"/>
                  <a:pt x="402022" y="136716"/>
                </a:cubicBezTo>
                <a:close/>
              </a:path>
            </a:pathLst>
          </a:custGeom>
          <a:solidFill xmlns:a="http://schemas.openxmlformats.org/drawingml/2006/main">
            <a:srgbClr val="231F20"/>
          </a:solidFill>
          <a:ln xmlns:a="http://schemas.openxmlformats.org/drawingml/2006/main" w="0" cap="flat">
            <a:noFill/>
            <a:miter/>
          </a:ln>
        </p:spPr>
      </p:sp>
    </p:spTree>
    <p:extLst>
      <p:ext uri="{BB962C8B-B14F-4D97-AF65-F5344CB8AC3E}">
        <p14:creationId xmlns:p14="http://schemas.microsoft.com/office/powerpoint/2010/main" val="5997439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2026-09-05T17:00:52.9290000Z</dcterms:created>
  <dcterms:modified xsi:type="dcterms:W3CDTF">2026-09-05T17:00:52.9290000Z</dcterms:modified>
</coreProperties>
</file>